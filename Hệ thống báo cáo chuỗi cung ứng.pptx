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3" d="100"/>
          <a:sy n="63" d="100"/>
        </p:scale>
        <p:origin x="7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b1caf23-6359-43ac-9500-674343fe20f7}">
  <we:reference id="WA200003233" version="2.0.0.3" store="en-US" storeType="OMEX"/>
  <we:alternateReferences/>
  <we:properties>
    <we:property name="Microsoft.Office.CampaignId" value="&quot;none&quot;"/>
    <we:property name="reportUrl" value="&quot;/groups/me/apps/9e3df13e-8fe5-47df-8e7d-9394cd37a910/reports/eace1de7-0c5e-4e3c-9cb9-22011d9bcd60?bookmarkGuid=5237ae75-87a3-4df4-87b9-5f61ecd66eab&amp;bookmarkUsage=1&amp;ctid=00b9a165-4467-4156-b58f-75ccba478fa9&amp;fromEntryPoint=export&quot;"/>
    <we:property name="reportState" value="&quot;CONNECTED&quot;"/>
    <we:property name="artifactViewState" value="&quot;live&quot;"/>
    <we:property name="reportEmbeddedTime" value="&quot;2026-07-14T04:58:54.021Z&quot;"/>
    <we:property name="creatorSessionId" value="&quot;5362d151-f900-4fe9-82dc-f39353058db0&quot;"/>
    <we:property name="creatorUserId" value="&quot;1003200552D1D768&quot;"/>
    <we:property name="creatorTenantId" value="&quot;00b9a165-4467-4156-b58f-75ccba478fa9&quot;"/>
    <we:property name="pageDisplayName" value="&quot;Home&quot;"/>
    <we:property name="reportName" value="&quot;Home - Chuỗi cung ứng&quot;"/>
    <we:property name="isFiltersActionButtonVisible" value="true"/>
    <we:property name="initialStateBookmark" value="&quot;H4sIAAAAAAAAA9VWTW/bRhD9K8RedCEELr9E+SazbmQkkR1LdlsUhjHkDmUmFJcgV45Vg4cGyL2Hnor+h95boBcX/R/pL+lwSTdxrEhuDQPNRSKHs2/mvX2c5RUTaVVksJrAAtkO25Xy1QLKVwb3mMnyLnhw8PT56Ojp2WT0fI/CslCpzCu2c8UUlHNUJ2m1hKyBoOC3pyaDLDuEeXOXQFahyQosK5lDln6HbTI9UuUSa5PhZZHJEhrIqQKFDewFpdM91eZ9hypCrNILnGKs2ig4DriB4BEfCjFIXAeHLqVVbYLubG1KA63LhzJXkOZUpom5POYghEh8K3AC5J4V+U08STPVpUSrvcuiJHbEeVU0qozEBeQxCqYplFi1HV+xUGbLhb7auxWfymUZ4xEm+lGuUrUimL9+fmtY/CyEDHMBJatJksNSkmD6MYmqQ+fydVgiySPYjlWfUqRK83nWqfme2KxtrsrSGMtmr6KXJIqmsEDaq+ZijkS8WURkirZUitV7wrevTm72wjbZl6Vc6GWdXah5qvFJLiZr26GGTfbVOZaoF5P4IlWdKvsfKVV1KffQsL3p2lirG5U9gWypbUmoz1LVEr9qw5RnW7b/rMk8remnrvUaAQrWqLOQQuuH2glr4Xpf0AohX+c9VndgFWY3vr2DWKkyjdVU7+RU523B169TB90wbl8M4v3yA+v/Q/lRvNiIZDLXjSN76NmWlfjCcXywPNCMNrkSdI+7S6Woiw+9qSE9gSKOfdsfDAYobM4h8rZCVudA/3ewAu5CHPE4cBKMrYEQsWs/sL1gyLmAYeD6ljXAyE9Esp1xQVNwAhfpHJQs12ASzdiP0HEwsAPbjazAfWCbQ8EFT5xgmDjcdwM3SYINs6yb8APB7QG3LM+zgiHEvj/0mvnfTbqQxs5cklOpGfMBk8E+288FXoZyUUC+utd0mEh117yPNDJmmFPt+Ww1Vepes6NnWX3jydHB8WFP538iy3b7xh8/XP84eWJ8PZqMN+d6fePF8YhSD8d//vLut5/Czel+3zjZn4yN2XgrstM3dkdGeP3mGyMcHfduZl6tD5MHn2Af7e1maT+n4+w/mPb/409y0+z6+30jHL/79ffe53PMNZ+Gj3vK/Su/tu9Jvd5+cqmqAmI8hBzXcCeWQJXEfQ92s3F+GmXbtuD2l0Bd/w2WoYBSygsAAA==&quot;"/>
    <we:property name="bookmark" value="&quot;H4sIAAAAAAAAA9VWTW/bRhD9K8RedCEELr9E+SazbmQkkR1LdlsUhjHkDmUmFJcgV45Vg4cGyL2Hnor+h95boBcX/R/pL+lwSTdxrEhuDQPNRSKHs2/mvX2c5RUTaVVksJrAAtkO25Xy1QLKVwb3mMnyLnhw8PT56Ojp2WT0fI/CslCpzCu2c8UUlHNUJ2m1hKyBoOC3pyaDLDuEeXOXQFahyQosK5lDln6HbTI9UuUSa5PhZZHJEhrIqQKFDewFpdM91eZ9hypCrNILnGKs2ig4DriB4BEfCjFIXAeHLqVVbYLubG1KA63LhzJXkOZUpom5POYghEh8K3AC5J4V+U08STPVpUSrvcuiJHbEeVU0qozEBeQxCqYplFi1HV+xUGbLhb7auxWfymUZ4xEm+lGuUrUimL9+fmtY/CyEDHMBJatJksNSkmD6MYmqQ+fydVgiySPYjlWfUqRK83nWqfme2KxtrsrSGMtmr6KXJIqmsEDaq+ZijkS8WURkirZUitV7wrevTm72wjbZl6Vc6GWdXah5qvFJLiZr26GGTfbVOZaoF5P4IlWdKvsfKVV1KffQsL3p2lirG5U9gWypbUmoz1LVEr9qw5RnW7b/rMk8remnrvUaAQrWqLOQQuuH2glr4Xpf0AohX+c9VndgFWY3vr2DWKkyjdVU7+RU523B169TB90wbl8M4v3yA+v/Q/lRvNiIZDLXjSN76NmWlfjCcXywPNCMNrkSdI+7S6Woiw+9qSE9gSKOfdsfDAYobM4h8rZCVudA/3ewAu5CHPE4cBKMrYEQsWs/sL1gyLmAYeD6ljXAyE9Esp1xQVNwAhfpHJQs12ASzdiP0HEwsAPbjazAfWCbQ8EFT5xgmDjcdwM3SYINs6yb8APB7QG3LM+zgiHEvj/0mvnfTbqQxs5cklOpGfMBk8E+288FXoZyUUC+utd0mEh117yPNDJmmFPt+Ww1Vepes6NnWX3jydHB8WFP538iy3b7xh8/XP84eWJ8PZqMN+d6fePF8YhSD8d//vLut5/Czel+3zjZn4yN2XgrstM3dkdGeP3mGyMcHfduZl6tD5MHn2Af7e1maT+n4+w/mPb/409y0+z6+30jHL/79ffe53PMNZ+Gj3vK/Su/tu9Jvd5+cqmqAmI8hBzXcCeWQJXEfQ92s3F+GmXbtuD2l0Bd/w2WoYBSygsAAA==&quot;"/>
    <we:property name="embedUrl" value="&quot;/reportEmbed?reportId=bf36f753-93cc-4003-8e96-bd155bedba58&amp;appId=9e3df13e-8fe5-47df-8e7d-9394cd37a910&amp;config=eyJjbHVzdGVyVXJsIjoiaHR0cHM6Ly9XQUJJLVNPVVRILUVBU1QtQVNJQS1ELVBSSU1BUlktcmVkaXJlY3QuYW5hbHlzaXMud2luZG93cy5uZXQiLCJlbWJlZEZlYXR1cmVzIjp7InVzYWdlTWV0cmljc1ZOZXh0Ijp0cnVlfX0%3D&amp;disableSensitivityBanner=true&amp;storytellingChangeViewModeShortcutKeys=true&quot;"/>
    <we:property name="isVisualContainerHeaderHidden" value="false"/>
    <we:property name="backgroundColor" value="&quot;#3D456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Cư, Lê Hoành</cp:lastModifiedBy>
  <cp:revision>3</cp:revision>
  <dcterms:created xsi:type="dcterms:W3CDTF">2018-06-07T21:39:02Z</dcterms:created>
  <dcterms:modified xsi:type="dcterms:W3CDTF">2026-07-14T05:00:08Z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