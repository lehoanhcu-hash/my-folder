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652" r:id="rId5"/>
    <p:sldMasterId id="2147483684" r:id="rId6"/>
  </p:sldMasterIdLst>
  <p:notesMasterIdLst>
    <p:notesMasterId r:id="rId19"/>
  </p:notesMasterIdLst>
  <p:handoutMasterIdLst>
    <p:handoutMasterId r:id="rId20"/>
  </p:handoutMasterIdLst>
  <p:sldIdLst>
    <p:sldId id="256" r:id="rId7"/>
    <p:sldId id="262" r:id="rId8"/>
    <p:sldId id="337" r:id="rId9"/>
    <p:sldId id="338" r:id="rId10"/>
    <p:sldId id="285" r:id="rId11"/>
    <p:sldId id="339" r:id="rId12"/>
    <p:sldId id="267" r:id="rId13"/>
    <p:sldId id="282" r:id="rId14"/>
    <p:sldId id="261" r:id="rId15"/>
    <p:sldId id="294" r:id="rId16"/>
    <p:sldId id="340" r:id="rId17"/>
    <p:sldId id="341" r:id="rId18"/>
  </p:sldIdLst>
  <p:sldSz cx="12192000" cy="6858000"/>
  <p:notesSz cx="6858000" cy="91440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4"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9" algn="l" defTabSz="914286" rtl="0" eaLnBrk="1" latinLnBrk="0" hangingPunct="1">
      <a:defRPr sz="1800" kern="1200">
        <a:solidFill>
          <a:schemeClr val="tx1"/>
        </a:solidFill>
        <a:latin typeface="+mn-lt"/>
        <a:ea typeface="+mn-ea"/>
        <a:cs typeface="+mn-cs"/>
      </a:defRPr>
    </a:lvl4pPr>
    <a:lvl5pPr marL="1828571" algn="l" defTabSz="914286" rtl="0" eaLnBrk="1" latinLnBrk="0" hangingPunct="1">
      <a:defRPr sz="1800" kern="1200">
        <a:solidFill>
          <a:schemeClr val="tx1"/>
        </a:solidFill>
        <a:latin typeface="+mn-lt"/>
        <a:ea typeface="+mn-ea"/>
        <a:cs typeface="+mn-cs"/>
      </a:defRPr>
    </a:lvl5pPr>
    <a:lvl6pPr marL="2285715" algn="l" defTabSz="914286" rtl="0" eaLnBrk="1" latinLnBrk="0" hangingPunct="1">
      <a:defRPr sz="1800" kern="1200">
        <a:solidFill>
          <a:schemeClr val="tx1"/>
        </a:solidFill>
        <a:latin typeface="+mn-lt"/>
        <a:ea typeface="+mn-ea"/>
        <a:cs typeface="+mn-cs"/>
      </a:defRPr>
    </a:lvl6pPr>
    <a:lvl7pPr marL="2742857"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4"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800020"/>
    <a:srgbClr val="3366CC"/>
    <a:srgbClr val="003399"/>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E651D0-BA08-45B7-9B2C-ABD90F90BF2D}" v="10" dt="2025-01-22T10:45:25.1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86" autoAdjust="0"/>
  </p:normalViewPr>
  <p:slideViewPr>
    <p:cSldViewPr snapToGrid="0">
      <p:cViewPr varScale="1">
        <p:scale>
          <a:sx n="119" d="100"/>
          <a:sy n="119" d="100"/>
        </p:scale>
        <p:origin x="234" y="306"/>
      </p:cViewPr>
      <p:guideLst>
        <p:guide orient="horz" pos="2448"/>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Nguyen" userId="086684fe-9d36-4553-8fb1-dfb6b47756c3" providerId="ADAL" clId="{E68A20D8-0921-4D05-B404-38B0B2CF8E48}"/>
    <pc:docChg chg="undo custSel modSld">
      <pc:chgData name="Minh Nguyen" userId="086684fe-9d36-4553-8fb1-dfb6b47756c3" providerId="ADAL" clId="{E68A20D8-0921-4D05-B404-38B0B2CF8E48}" dt="2023-10-05T03:28:07.232" v="31" actId="404"/>
      <pc:docMkLst>
        <pc:docMk/>
      </pc:docMkLst>
      <pc:sldChg chg="modSp mod">
        <pc:chgData name="Minh Nguyen" userId="086684fe-9d36-4553-8fb1-dfb6b47756c3" providerId="ADAL" clId="{E68A20D8-0921-4D05-B404-38B0B2CF8E48}" dt="2023-10-05T03:28:07.232" v="31" actId="404"/>
        <pc:sldMkLst>
          <pc:docMk/>
          <pc:sldMk cId="4032476198" sldId="256"/>
        </pc:sldMkLst>
      </pc:sldChg>
    </pc:docChg>
  </pc:docChgLst>
  <pc:docChgLst>
    <pc:chgData name="Nguyen Thanh Toan" userId="1e223fa5-87f9-41ea-9f3d-a66f28f4937d" providerId="ADAL" clId="{11E651D0-BA08-45B7-9B2C-ABD90F90BF2D}"/>
    <pc:docChg chg="undo custSel modSld modMainMaster">
      <pc:chgData name="Nguyen Thanh Toan" userId="1e223fa5-87f9-41ea-9f3d-a66f28f4937d" providerId="ADAL" clId="{11E651D0-BA08-45B7-9B2C-ABD90F90BF2D}" dt="2025-01-22T10:46:20.094" v="258" actId="20577"/>
      <pc:docMkLst>
        <pc:docMk/>
      </pc:docMkLst>
      <pc:sldChg chg="modSp">
        <pc:chgData name="Nguyen Thanh Toan" userId="1e223fa5-87f9-41ea-9f3d-a66f28f4937d" providerId="ADAL" clId="{11E651D0-BA08-45B7-9B2C-ABD90F90BF2D}" dt="2025-01-22T10:37:54.525" v="24"/>
        <pc:sldMkLst>
          <pc:docMk/>
          <pc:sldMk cId="4032476198" sldId="256"/>
        </pc:sldMkLst>
        <pc:spChg chg="mod">
          <ac:chgData name="Nguyen Thanh Toan" userId="1e223fa5-87f9-41ea-9f3d-a66f28f4937d" providerId="ADAL" clId="{11E651D0-BA08-45B7-9B2C-ABD90F90BF2D}" dt="2025-01-22T10:37:54.525" v="24"/>
          <ac:spMkLst>
            <pc:docMk/>
            <pc:sldMk cId="4032476198" sldId="256"/>
            <ac:spMk id="2" creationId="{8D5D979D-6B8C-73C0-4F09-86379AFA337F}"/>
          </ac:spMkLst>
        </pc:spChg>
        <pc:spChg chg="mod">
          <ac:chgData name="Nguyen Thanh Toan" userId="1e223fa5-87f9-41ea-9f3d-a66f28f4937d" providerId="ADAL" clId="{11E651D0-BA08-45B7-9B2C-ABD90F90BF2D}" dt="2025-01-22T10:37:54.525" v="24"/>
          <ac:spMkLst>
            <pc:docMk/>
            <pc:sldMk cId="4032476198" sldId="256"/>
            <ac:spMk id="14" creationId="{DF166F6B-B975-4F3C-BCF2-9971086140FB}"/>
          </ac:spMkLst>
        </pc:spChg>
        <pc:spChg chg="mod">
          <ac:chgData name="Nguyen Thanh Toan" userId="1e223fa5-87f9-41ea-9f3d-a66f28f4937d" providerId="ADAL" clId="{11E651D0-BA08-45B7-9B2C-ABD90F90BF2D}" dt="2025-01-22T10:37:54.525" v="24"/>
          <ac:spMkLst>
            <pc:docMk/>
            <pc:sldMk cId="4032476198" sldId="256"/>
            <ac:spMk id="163" creationId="{65F9E6C9-4567-4787-9774-226004F06F9C}"/>
          </ac:spMkLst>
        </pc:spChg>
      </pc:sldChg>
      <pc:sldChg chg="addSp modSp mod">
        <pc:chgData name="Nguyen Thanh Toan" userId="1e223fa5-87f9-41ea-9f3d-a66f28f4937d" providerId="ADAL" clId="{11E651D0-BA08-45B7-9B2C-ABD90F90BF2D}" dt="2025-01-22T10:41:04.617" v="67" actId="108"/>
        <pc:sldMkLst>
          <pc:docMk/>
          <pc:sldMk cId="1100588271" sldId="261"/>
        </pc:sldMkLst>
        <pc:spChg chg="mod">
          <ac:chgData name="Nguyen Thanh Toan" userId="1e223fa5-87f9-41ea-9f3d-a66f28f4937d" providerId="ADAL" clId="{11E651D0-BA08-45B7-9B2C-ABD90F90BF2D}" dt="2025-01-22T10:37:54.525" v="24"/>
          <ac:spMkLst>
            <pc:docMk/>
            <pc:sldMk cId="1100588271" sldId="261"/>
            <ac:spMk id="3" creationId="{E9B81E7C-7DC5-7BCB-0B71-8B2D591618D1}"/>
          </ac:spMkLst>
        </pc:spChg>
        <pc:spChg chg="mod">
          <ac:chgData name="Nguyen Thanh Toan" userId="1e223fa5-87f9-41ea-9f3d-a66f28f4937d" providerId="ADAL" clId="{11E651D0-BA08-45B7-9B2C-ABD90F90BF2D}" dt="2025-01-22T10:37:54.525" v="24"/>
          <ac:spMkLst>
            <pc:docMk/>
            <pc:sldMk cId="1100588271" sldId="261"/>
            <ac:spMk id="4" creationId="{948A2979-A456-4286-B8FC-8FF4C0C58EFD}"/>
          </ac:spMkLst>
        </pc:spChg>
        <pc:spChg chg="add mod">
          <ac:chgData name="Nguyen Thanh Toan" userId="1e223fa5-87f9-41ea-9f3d-a66f28f4937d" providerId="ADAL" clId="{11E651D0-BA08-45B7-9B2C-ABD90F90BF2D}" dt="2025-01-22T10:40:00.359" v="65" actId="208"/>
          <ac:spMkLst>
            <pc:docMk/>
            <pc:sldMk cId="1100588271" sldId="261"/>
            <ac:spMk id="5" creationId="{BF902635-6F8B-EEB1-E2D6-F453811A4221}"/>
          </ac:spMkLst>
        </pc:spChg>
        <pc:spChg chg="add mod">
          <ac:chgData name="Nguyen Thanh Toan" userId="1e223fa5-87f9-41ea-9f3d-a66f28f4937d" providerId="ADAL" clId="{11E651D0-BA08-45B7-9B2C-ABD90F90BF2D}" dt="2025-01-22T10:41:04.617" v="67" actId="108"/>
          <ac:spMkLst>
            <pc:docMk/>
            <pc:sldMk cId="1100588271" sldId="261"/>
            <ac:spMk id="6" creationId="{498A8222-01B7-7242-67EF-649D5B854CB6}"/>
          </ac:spMkLst>
        </pc:spChg>
        <pc:spChg chg="mod">
          <ac:chgData name="Nguyen Thanh Toan" userId="1e223fa5-87f9-41ea-9f3d-a66f28f4937d" providerId="ADAL" clId="{11E651D0-BA08-45B7-9B2C-ABD90F90BF2D}" dt="2025-01-22T10:37:54.525" v="24"/>
          <ac:spMkLst>
            <pc:docMk/>
            <pc:sldMk cId="1100588271" sldId="261"/>
            <ac:spMk id="7" creationId="{2EBDDE45-560E-AE5E-954D-051736E8A5CB}"/>
          </ac:spMkLst>
        </pc:spChg>
        <pc:spChg chg="mod">
          <ac:chgData name="Nguyen Thanh Toan" userId="1e223fa5-87f9-41ea-9f3d-a66f28f4937d" providerId="ADAL" clId="{11E651D0-BA08-45B7-9B2C-ABD90F90BF2D}" dt="2025-01-22T10:37:54.525" v="24"/>
          <ac:spMkLst>
            <pc:docMk/>
            <pc:sldMk cId="1100588271" sldId="261"/>
            <ac:spMk id="11" creationId="{D2AC6F64-9D9F-977B-F946-038424C306B5}"/>
          </ac:spMkLst>
        </pc:spChg>
        <pc:spChg chg="mod">
          <ac:chgData name="Nguyen Thanh Toan" userId="1e223fa5-87f9-41ea-9f3d-a66f28f4937d" providerId="ADAL" clId="{11E651D0-BA08-45B7-9B2C-ABD90F90BF2D}" dt="2025-01-22T10:37:54.525" v="24"/>
          <ac:spMkLst>
            <pc:docMk/>
            <pc:sldMk cId="1100588271" sldId="261"/>
            <ac:spMk id="13" creationId="{C4CC7E37-8019-4D3C-FB0B-4CB90152C4DF}"/>
          </ac:spMkLst>
        </pc:spChg>
        <pc:spChg chg="mod">
          <ac:chgData name="Nguyen Thanh Toan" userId="1e223fa5-87f9-41ea-9f3d-a66f28f4937d" providerId="ADAL" clId="{11E651D0-BA08-45B7-9B2C-ABD90F90BF2D}" dt="2025-01-22T10:39:21.507" v="60" actId="1076"/>
          <ac:spMkLst>
            <pc:docMk/>
            <pc:sldMk cId="1100588271" sldId="261"/>
            <ac:spMk id="14" creationId="{9259E9BD-EA01-3C17-9DF1-93551CD993CD}"/>
          </ac:spMkLst>
        </pc:spChg>
        <pc:spChg chg="mod">
          <ac:chgData name="Nguyen Thanh Toan" userId="1e223fa5-87f9-41ea-9f3d-a66f28f4937d" providerId="ADAL" clId="{11E651D0-BA08-45B7-9B2C-ABD90F90BF2D}" dt="2025-01-22T10:39:55.584" v="64" actId="208"/>
          <ac:spMkLst>
            <pc:docMk/>
            <pc:sldMk cId="1100588271" sldId="261"/>
            <ac:spMk id="15" creationId="{0BDAE682-86E4-014D-9E17-DCEA9CFDCD34}"/>
          </ac:spMkLst>
        </pc:spChg>
        <pc:spChg chg="mod">
          <ac:chgData name="Nguyen Thanh Toan" userId="1e223fa5-87f9-41ea-9f3d-a66f28f4937d" providerId="ADAL" clId="{11E651D0-BA08-45B7-9B2C-ABD90F90BF2D}" dt="2025-01-22T10:39:18.124" v="59" actId="1076"/>
          <ac:spMkLst>
            <pc:docMk/>
            <pc:sldMk cId="1100588271" sldId="261"/>
            <ac:spMk id="16" creationId="{9FDBB205-09CE-7338-5FEB-56948AD894EA}"/>
          </ac:spMkLst>
        </pc:spChg>
        <pc:spChg chg="mod">
          <ac:chgData name="Nguyen Thanh Toan" userId="1e223fa5-87f9-41ea-9f3d-a66f28f4937d" providerId="ADAL" clId="{11E651D0-BA08-45B7-9B2C-ABD90F90BF2D}" dt="2025-01-22T10:39:24.472" v="61" actId="1076"/>
          <ac:spMkLst>
            <pc:docMk/>
            <pc:sldMk cId="1100588271" sldId="261"/>
            <ac:spMk id="20" creationId="{C0C49F5B-FAC3-4B12-2DAB-ABC7539FDA75}"/>
          </ac:spMkLst>
        </pc:spChg>
        <pc:spChg chg="mod">
          <ac:chgData name="Nguyen Thanh Toan" userId="1e223fa5-87f9-41ea-9f3d-a66f28f4937d" providerId="ADAL" clId="{11E651D0-BA08-45B7-9B2C-ABD90F90BF2D}" dt="2025-01-22T10:37:54.525" v="24"/>
          <ac:spMkLst>
            <pc:docMk/>
            <pc:sldMk cId="1100588271" sldId="261"/>
            <ac:spMk id="22" creationId="{561BF759-FD92-3A23-1FA8-6F85346B0E1A}"/>
          </ac:spMkLst>
        </pc:spChg>
      </pc:sldChg>
      <pc:sldChg chg="modSp">
        <pc:chgData name="Nguyen Thanh Toan" userId="1e223fa5-87f9-41ea-9f3d-a66f28f4937d" providerId="ADAL" clId="{11E651D0-BA08-45B7-9B2C-ABD90F90BF2D}" dt="2025-01-22T10:37:54.525" v="24"/>
        <pc:sldMkLst>
          <pc:docMk/>
          <pc:sldMk cId="4033384841" sldId="262"/>
        </pc:sldMkLst>
        <pc:spChg chg="mod">
          <ac:chgData name="Nguyen Thanh Toan" userId="1e223fa5-87f9-41ea-9f3d-a66f28f4937d" providerId="ADAL" clId="{11E651D0-BA08-45B7-9B2C-ABD90F90BF2D}" dt="2025-01-22T10:37:54.525" v="24"/>
          <ac:spMkLst>
            <pc:docMk/>
            <pc:sldMk cId="4033384841" sldId="262"/>
            <ac:spMk id="2" creationId="{00000000-0000-0000-0000-000000000000}"/>
          </ac:spMkLst>
        </pc:spChg>
        <pc:spChg chg="mod">
          <ac:chgData name="Nguyen Thanh Toan" userId="1e223fa5-87f9-41ea-9f3d-a66f28f4937d" providerId="ADAL" clId="{11E651D0-BA08-45B7-9B2C-ABD90F90BF2D}" dt="2025-01-22T10:37:54.525" v="24"/>
          <ac:spMkLst>
            <pc:docMk/>
            <pc:sldMk cId="4033384841" sldId="262"/>
            <ac:spMk id="4" creationId="{363EAFCE-1FF0-35A1-625F-E91E4AAF57E8}"/>
          </ac:spMkLst>
        </pc:spChg>
        <pc:spChg chg="mod">
          <ac:chgData name="Nguyen Thanh Toan" userId="1e223fa5-87f9-41ea-9f3d-a66f28f4937d" providerId="ADAL" clId="{11E651D0-BA08-45B7-9B2C-ABD90F90BF2D}" dt="2025-01-22T10:37:54.525" v="24"/>
          <ac:spMkLst>
            <pc:docMk/>
            <pc:sldMk cId="4033384841" sldId="262"/>
            <ac:spMk id="9" creationId="{00000000-0000-0000-0000-000000000000}"/>
          </ac:spMkLst>
        </pc:spChg>
        <pc:spChg chg="mod">
          <ac:chgData name="Nguyen Thanh Toan" userId="1e223fa5-87f9-41ea-9f3d-a66f28f4937d" providerId="ADAL" clId="{11E651D0-BA08-45B7-9B2C-ABD90F90BF2D}" dt="2025-01-22T10:37:54.525" v="24"/>
          <ac:spMkLst>
            <pc:docMk/>
            <pc:sldMk cId="4033384841" sldId="262"/>
            <ac:spMk id="12" creationId="{9AD102CF-AFB6-87B3-A90B-18AA0AEBEDC4}"/>
          </ac:spMkLst>
        </pc:spChg>
        <pc:spChg chg="mod">
          <ac:chgData name="Nguyen Thanh Toan" userId="1e223fa5-87f9-41ea-9f3d-a66f28f4937d" providerId="ADAL" clId="{11E651D0-BA08-45B7-9B2C-ABD90F90BF2D}" dt="2025-01-22T10:37:54.525" v="24"/>
          <ac:spMkLst>
            <pc:docMk/>
            <pc:sldMk cId="4033384841" sldId="262"/>
            <ac:spMk id="18" creationId="{8962649D-1B72-FC7F-470A-E147E7956B89}"/>
          </ac:spMkLst>
        </pc:spChg>
        <pc:spChg chg="mod">
          <ac:chgData name="Nguyen Thanh Toan" userId="1e223fa5-87f9-41ea-9f3d-a66f28f4937d" providerId="ADAL" clId="{11E651D0-BA08-45B7-9B2C-ABD90F90BF2D}" dt="2025-01-22T10:37:54.525" v="24"/>
          <ac:spMkLst>
            <pc:docMk/>
            <pc:sldMk cId="4033384841" sldId="262"/>
            <ac:spMk id="19" creationId="{E67C25C2-8D95-E660-96DB-A7B03CB68EEE}"/>
          </ac:spMkLst>
        </pc:spChg>
        <pc:spChg chg="mod">
          <ac:chgData name="Nguyen Thanh Toan" userId="1e223fa5-87f9-41ea-9f3d-a66f28f4937d" providerId="ADAL" clId="{11E651D0-BA08-45B7-9B2C-ABD90F90BF2D}" dt="2025-01-22T10:37:54.525" v="24"/>
          <ac:spMkLst>
            <pc:docMk/>
            <pc:sldMk cId="4033384841" sldId="262"/>
            <ac:spMk id="29" creationId="{94F50ED2-77D6-4064-8834-6CA6460394EB}"/>
          </ac:spMkLst>
        </pc:spChg>
        <pc:spChg chg="mod">
          <ac:chgData name="Nguyen Thanh Toan" userId="1e223fa5-87f9-41ea-9f3d-a66f28f4937d" providerId="ADAL" clId="{11E651D0-BA08-45B7-9B2C-ABD90F90BF2D}" dt="2025-01-22T10:37:54.525" v="24"/>
          <ac:spMkLst>
            <pc:docMk/>
            <pc:sldMk cId="4033384841" sldId="262"/>
            <ac:spMk id="32" creationId="{4F865D63-0537-4EFF-9BCC-9E0E0016CA01}"/>
          </ac:spMkLst>
        </pc:spChg>
        <pc:spChg chg="mod">
          <ac:chgData name="Nguyen Thanh Toan" userId="1e223fa5-87f9-41ea-9f3d-a66f28f4937d" providerId="ADAL" clId="{11E651D0-BA08-45B7-9B2C-ABD90F90BF2D}" dt="2025-01-22T10:37:54.525" v="24"/>
          <ac:spMkLst>
            <pc:docMk/>
            <pc:sldMk cId="4033384841" sldId="262"/>
            <ac:spMk id="33" creationId="{F5D842C6-31BE-495F-BE59-FAB5E8A2014D}"/>
          </ac:spMkLst>
        </pc:spChg>
        <pc:spChg chg="mod">
          <ac:chgData name="Nguyen Thanh Toan" userId="1e223fa5-87f9-41ea-9f3d-a66f28f4937d" providerId="ADAL" clId="{11E651D0-BA08-45B7-9B2C-ABD90F90BF2D}" dt="2025-01-22T10:37:54.525" v="24"/>
          <ac:spMkLst>
            <pc:docMk/>
            <pc:sldMk cId="4033384841" sldId="262"/>
            <ac:spMk id="37" creationId="{3B71E5D8-AA70-4D3C-88A5-3F7CDB0DC9A8}"/>
          </ac:spMkLst>
        </pc:spChg>
      </pc:sldChg>
      <pc:sldChg chg="modSp">
        <pc:chgData name="Nguyen Thanh Toan" userId="1e223fa5-87f9-41ea-9f3d-a66f28f4937d" providerId="ADAL" clId="{11E651D0-BA08-45B7-9B2C-ABD90F90BF2D}" dt="2025-01-22T10:37:54.525" v="24"/>
        <pc:sldMkLst>
          <pc:docMk/>
          <pc:sldMk cId="746040649" sldId="267"/>
        </pc:sldMkLst>
        <pc:spChg chg="mod">
          <ac:chgData name="Nguyen Thanh Toan" userId="1e223fa5-87f9-41ea-9f3d-a66f28f4937d" providerId="ADAL" clId="{11E651D0-BA08-45B7-9B2C-ABD90F90BF2D}" dt="2025-01-22T10:37:54.525" v="24"/>
          <ac:spMkLst>
            <pc:docMk/>
            <pc:sldMk cId="746040649" sldId="267"/>
            <ac:spMk id="2" creationId="{1C41B367-09F8-B14E-26D3-469F3C158AC3}"/>
          </ac:spMkLst>
        </pc:spChg>
        <pc:spChg chg="mod">
          <ac:chgData name="Nguyen Thanh Toan" userId="1e223fa5-87f9-41ea-9f3d-a66f28f4937d" providerId="ADAL" clId="{11E651D0-BA08-45B7-9B2C-ABD90F90BF2D}" dt="2025-01-22T10:37:54.525" v="24"/>
          <ac:spMkLst>
            <pc:docMk/>
            <pc:sldMk cId="746040649" sldId="267"/>
            <ac:spMk id="4" creationId="{B14DFF3C-05AA-64E6-928D-BDD6CB8CBAED}"/>
          </ac:spMkLst>
        </pc:spChg>
        <pc:spChg chg="mod">
          <ac:chgData name="Nguyen Thanh Toan" userId="1e223fa5-87f9-41ea-9f3d-a66f28f4937d" providerId="ADAL" clId="{11E651D0-BA08-45B7-9B2C-ABD90F90BF2D}" dt="2025-01-22T10:37:54.525" v="24"/>
          <ac:spMkLst>
            <pc:docMk/>
            <pc:sldMk cId="746040649" sldId="267"/>
            <ac:spMk id="13" creationId="{6D5C7914-E3C7-4A19-8993-19344F9A2F93}"/>
          </ac:spMkLst>
        </pc:spChg>
        <pc:spChg chg="mod">
          <ac:chgData name="Nguyen Thanh Toan" userId="1e223fa5-87f9-41ea-9f3d-a66f28f4937d" providerId="ADAL" clId="{11E651D0-BA08-45B7-9B2C-ABD90F90BF2D}" dt="2025-01-22T10:37:54.525" v="24"/>
          <ac:spMkLst>
            <pc:docMk/>
            <pc:sldMk cId="746040649" sldId="267"/>
            <ac:spMk id="28" creationId="{AC848077-AD06-4E65-A747-5C908650717C}"/>
          </ac:spMkLst>
        </pc:spChg>
        <pc:spChg chg="mod">
          <ac:chgData name="Nguyen Thanh Toan" userId="1e223fa5-87f9-41ea-9f3d-a66f28f4937d" providerId="ADAL" clId="{11E651D0-BA08-45B7-9B2C-ABD90F90BF2D}" dt="2025-01-22T10:37:54.525" v="24"/>
          <ac:spMkLst>
            <pc:docMk/>
            <pc:sldMk cId="746040649" sldId="267"/>
            <ac:spMk id="36" creationId="{D5EBB632-B4D9-4F62-A78E-5CB3FABEF678}"/>
          </ac:spMkLst>
        </pc:spChg>
        <pc:graphicFrameChg chg="mod">
          <ac:chgData name="Nguyen Thanh Toan" userId="1e223fa5-87f9-41ea-9f3d-a66f28f4937d" providerId="ADAL" clId="{11E651D0-BA08-45B7-9B2C-ABD90F90BF2D}" dt="2025-01-22T10:37:54.525" v="24"/>
          <ac:graphicFrameMkLst>
            <pc:docMk/>
            <pc:sldMk cId="746040649" sldId="267"/>
            <ac:graphicFrameMk id="6" creationId="{AAAB2E9E-0066-6BCE-535D-0856BEF4A58E}"/>
          </ac:graphicFrameMkLst>
        </pc:graphicFrameChg>
      </pc:sldChg>
      <pc:sldChg chg="modSp mod">
        <pc:chgData name="Nguyen Thanh Toan" userId="1e223fa5-87f9-41ea-9f3d-a66f28f4937d" providerId="ADAL" clId="{11E651D0-BA08-45B7-9B2C-ABD90F90BF2D}" dt="2025-01-22T10:46:20.094" v="258" actId="20577"/>
        <pc:sldMkLst>
          <pc:docMk/>
          <pc:sldMk cId="2405193016" sldId="282"/>
        </pc:sldMkLst>
        <pc:spChg chg="mod">
          <ac:chgData name="Nguyen Thanh Toan" userId="1e223fa5-87f9-41ea-9f3d-a66f28f4937d" providerId="ADAL" clId="{11E651D0-BA08-45B7-9B2C-ABD90F90BF2D}" dt="2025-01-22T10:37:54.525" v="24"/>
          <ac:spMkLst>
            <pc:docMk/>
            <pc:sldMk cId="2405193016" sldId="282"/>
            <ac:spMk id="38" creationId="{9FEEE215-2C15-4E49-A9E1-0606AF63EE68}"/>
          </ac:spMkLst>
        </pc:spChg>
        <pc:graphicFrameChg chg="mod modGraphic">
          <ac:chgData name="Nguyen Thanh Toan" userId="1e223fa5-87f9-41ea-9f3d-a66f28f4937d" providerId="ADAL" clId="{11E651D0-BA08-45B7-9B2C-ABD90F90BF2D}" dt="2025-01-22T10:46:20.094" v="258" actId="20577"/>
          <ac:graphicFrameMkLst>
            <pc:docMk/>
            <pc:sldMk cId="2405193016" sldId="282"/>
            <ac:graphicFrameMk id="4" creationId="{ADFA7315-D588-F03B-D4CE-700AB7170EC7}"/>
          </ac:graphicFrameMkLst>
        </pc:graphicFrameChg>
      </pc:sldChg>
      <pc:sldChg chg="modSp">
        <pc:chgData name="Nguyen Thanh Toan" userId="1e223fa5-87f9-41ea-9f3d-a66f28f4937d" providerId="ADAL" clId="{11E651D0-BA08-45B7-9B2C-ABD90F90BF2D}" dt="2025-01-22T10:37:56.492" v="25"/>
        <pc:sldMkLst>
          <pc:docMk/>
          <pc:sldMk cId="3833042748" sldId="285"/>
        </pc:sldMkLst>
        <pc:spChg chg="mod">
          <ac:chgData name="Nguyen Thanh Toan" userId="1e223fa5-87f9-41ea-9f3d-a66f28f4937d" providerId="ADAL" clId="{11E651D0-BA08-45B7-9B2C-ABD90F90BF2D}" dt="2025-01-22T10:37:54.525" v="24"/>
          <ac:spMkLst>
            <pc:docMk/>
            <pc:sldMk cId="3833042748" sldId="285"/>
            <ac:spMk id="2" creationId="{00000000-0000-0000-0000-000000000000}"/>
          </ac:spMkLst>
        </pc:spChg>
        <pc:spChg chg="mod">
          <ac:chgData name="Nguyen Thanh Toan" userId="1e223fa5-87f9-41ea-9f3d-a66f28f4937d" providerId="ADAL" clId="{11E651D0-BA08-45B7-9B2C-ABD90F90BF2D}" dt="2025-01-22T10:37:54.525" v="24"/>
          <ac:spMkLst>
            <pc:docMk/>
            <pc:sldMk cId="3833042748" sldId="285"/>
            <ac:spMk id="6" creationId="{C01525DC-8BA7-4018-90E4-2BDCE54D14CE}"/>
          </ac:spMkLst>
        </pc:spChg>
        <pc:spChg chg="mod">
          <ac:chgData name="Nguyen Thanh Toan" userId="1e223fa5-87f9-41ea-9f3d-a66f28f4937d" providerId="ADAL" clId="{11E651D0-BA08-45B7-9B2C-ABD90F90BF2D}" dt="2025-01-22T10:37:54.525" v="24"/>
          <ac:spMkLst>
            <pc:docMk/>
            <pc:sldMk cId="3833042748" sldId="285"/>
            <ac:spMk id="31" creationId="{152E4C77-B44C-C41A-4E40-D5BB49A99EBD}"/>
          </ac:spMkLst>
        </pc:spChg>
        <pc:spChg chg="mod">
          <ac:chgData name="Nguyen Thanh Toan" userId="1e223fa5-87f9-41ea-9f3d-a66f28f4937d" providerId="ADAL" clId="{11E651D0-BA08-45B7-9B2C-ABD90F90BF2D}" dt="2025-01-22T10:37:54.525" v="24"/>
          <ac:spMkLst>
            <pc:docMk/>
            <pc:sldMk cId="3833042748" sldId="285"/>
            <ac:spMk id="32" creationId="{D182A461-CE5C-E922-C71B-8083F9F46415}"/>
          </ac:spMkLst>
        </pc:spChg>
        <pc:spChg chg="mod">
          <ac:chgData name="Nguyen Thanh Toan" userId="1e223fa5-87f9-41ea-9f3d-a66f28f4937d" providerId="ADAL" clId="{11E651D0-BA08-45B7-9B2C-ABD90F90BF2D}" dt="2025-01-22T10:37:54.525" v="24"/>
          <ac:spMkLst>
            <pc:docMk/>
            <pc:sldMk cId="3833042748" sldId="285"/>
            <ac:spMk id="33" creationId="{797E4056-6EF7-3376-A82D-524600B9FAB7}"/>
          </ac:spMkLst>
        </pc:spChg>
        <pc:spChg chg="mod">
          <ac:chgData name="Nguyen Thanh Toan" userId="1e223fa5-87f9-41ea-9f3d-a66f28f4937d" providerId="ADAL" clId="{11E651D0-BA08-45B7-9B2C-ABD90F90BF2D}" dt="2025-01-22T10:37:56.492" v="25"/>
          <ac:spMkLst>
            <pc:docMk/>
            <pc:sldMk cId="3833042748" sldId="285"/>
            <ac:spMk id="34" creationId="{5A1421C6-61CD-498C-77FE-642651AADA91}"/>
          </ac:spMkLst>
        </pc:spChg>
        <pc:spChg chg="mod">
          <ac:chgData name="Nguyen Thanh Toan" userId="1e223fa5-87f9-41ea-9f3d-a66f28f4937d" providerId="ADAL" clId="{11E651D0-BA08-45B7-9B2C-ABD90F90BF2D}" dt="2025-01-22T10:37:54.525" v="24"/>
          <ac:spMkLst>
            <pc:docMk/>
            <pc:sldMk cId="3833042748" sldId="285"/>
            <ac:spMk id="39" creationId="{78C06030-DD3E-5627-BFFB-ED56F2AC0939}"/>
          </ac:spMkLst>
        </pc:spChg>
        <pc:spChg chg="mod">
          <ac:chgData name="Nguyen Thanh Toan" userId="1e223fa5-87f9-41ea-9f3d-a66f28f4937d" providerId="ADAL" clId="{11E651D0-BA08-45B7-9B2C-ABD90F90BF2D}" dt="2025-01-22T10:37:54.525" v="24"/>
          <ac:spMkLst>
            <pc:docMk/>
            <pc:sldMk cId="3833042748" sldId="285"/>
            <ac:spMk id="41" creationId="{ACC2E67E-7E44-95AE-0710-E9C67DBAABE5}"/>
          </ac:spMkLst>
        </pc:spChg>
        <pc:spChg chg="mod">
          <ac:chgData name="Nguyen Thanh Toan" userId="1e223fa5-87f9-41ea-9f3d-a66f28f4937d" providerId="ADAL" clId="{11E651D0-BA08-45B7-9B2C-ABD90F90BF2D}" dt="2025-01-22T10:37:56.492" v="25"/>
          <ac:spMkLst>
            <pc:docMk/>
            <pc:sldMk cId="3833042748" sldId="285"/>
            <ac:spMk id="42" creationId="{25079FAD-A560-0F42-4317-E92C83A28510}"/>
          </ac:spMkLst>
        </pc:spChg>
        <pc:spChg chg="mod">
          <ac:chgData name="Nguyen Thanh Toan" userId="1e223fa5-87f9-41ea-9f3d-a66f28f4937d" providerId="ADAL" clId="{11E651D0-BA08-45B7-9B2C-ABD90F90BF2D}" dt="2025-01-22T10:37:54.525" v="24"/>
          <ac:spMkLst>
            <pc:docMk/>
            <pc:sldMk cId="3833042748" sldId="285"/>
            <ac:spMk id="44" creationId="{49C0346B-39BC-FC39-E496-F7F16E96DFAE}"/>
          </ac:spMkLst>
        </pc:spChg>
      </pc:sldChg>
      <pc:sldChg chg="modSp">
        <pc:chgData name="Nguyen Thanh Toan" userId="1e223fa5-87f9-41ea-9f3d-a66f28f4937d" providerId="ADAL" clId="{11E651D0-BA08-45B7-9B2C-ABD90F90BF2D}" dt="2025-01-22T10:37:56.492" v="25"/>
        <pc:sldMkLst>
          <pc:docMk/>
          <pc:sldMk cId="3892388951" sldId="294"/>
        </pc:sldMkLst>
        <pc:spChg chg="mod">
          <ac:chgData name="Nguyen Thanh Toan" userId="1e223fa5-87f9-41ea-9f3d-a66f28f4937d" providerId="ADAL" clId="{11E651D0-BA08-45B7-9B2C-ABD90F90BF2D}" dt="2025-01-22T10:37:54.525" v="24"/>
          <ac:spMkLst>
            <pc:docMk/>
            <pc:sldMk cId="3892388951" sldId="294"/>
            <ac:spMk id="2" creationId="{6250E2A8-404F-0F5B-CE69-F8979AE41058}"/>
          </ac:spMkLst>
        </pc:spChg>
        <pc:spChg chg="mod">
          <ac:chgData name="Nguyen Thanh Toan" userId="1e223fa5-87f9-41ea-9f3d-a66f28f4937d" providerId="ADAL" clId="{11E651D0-BA08-45B7-9B2C-ABD90F90BF2D}" dt="2025-01-22T10:37:56.492" v="25"/>
          <ac:spMkLst>
            <pc:docMk/>
            <pc:sldMk cId="3892388951" sldId="294"/>
            <ac:spMk id="14" creationId="{1B2E1575-3770-493F-9010-F45F4520E2F6}"/>
          </ac:spMkLst>
        </pc:spChg>
        <pc:spChg chg="mod">
          <ac:chgData name="Nguyen Thanh Toan" userId="1e223fa5-87f9-41ea-9f3d-a66f28f4937d" providerId="ADAL" clId="{11E651D0-BA08-45B7-9B2C-ABD90F90BF2D}" dt="2025-01-22T10:37:54.525" v="24"/>
          <ac:spMkLst>
            <pc:docMk/>
            <pc:sldMk cId="3892388951" sldId="294"/>
            <ac:spMk id="34" creationId="{711B747D-D7B5-45F3-AC73-50C1519A37DC}"/>
          </ac:spMkLst>
        </pc:spChg>
        <pc:spChg chg="mod">
          <ac:chgData name="Nguyen Thanh Toan" userId="1e223fa5-87f9-41ea-9f3d-a66f28f4937d" providerId="ADAL" clId="{11E651D0-BA08-45B7-9B2C-ABD90F90BF2D}" dt="2025-01-22T10:37:54.525" v="24"/>
          <ac:spMkLst>
            <pc:docMk/>
            <pc:sldMk cId="3892388951" sldId="294"/>
            <ac:spMk id="36" creationId="{CAD468D8-54D5-2B78-EB8F-EC8A0B788360}"/>
          </ac:spMkLst>
        </pc:spChg>
        <pc:spChg chg="mod">
          <ac:chgData name="Nguyen Thanh Toan" userId="1e223fa5-87f9-41ea-9f3d-a66f28f4937d" providerId="ADAL" clId="{11E651D0-BA08-45B7-9B2C-ABD90F90BF2D}" dt="2025-01-22T10:37:54.525" v="24"/>
          <ac:spMkLst>
            <pc:docMk/>
            <pc:sldMk cId="3892388951" sldId="294"/>
            <ac:spMk id="37" creationId="{BED3A503-1713-2858-067D-22B7215B8C20}"/>
          </ac:spMkLst>
        </pc:spChg>
        <pc:spChg chg="mod">
          <ac:chgData name="Nguyen Thanh Toan" userId="1e223fa5-87f9-41ea-9f3d-a66f28f4937d" providerId="ADAL" clId="{11E651D0-BA08-45B7-9B2C-ABD90F90BF2D}" dt="2025-01-22T10:37:54.525" v="24"/>
          <ac:spMkLst>
            <pc:docMk/>
            <pc:sldMk cId="3892388951" sldId="294"/>
            <ac:spMk id="39" creationId="{C056871F-9E66-2EF8-CAB2-22DA1B44E17C}"/>
          </ac:spMkLst>
        </pc:spChg>
        <pc:spChg chg="mod">
          <ac:chgData name="Nguyen Thanh Toan" userId="1e223fa5-87f9-41ea-9f3d-a66f28f4937d" providerId="ADAL" clId="{11E651D0-BA08-45B7-9B2C-ABD90F90BF2D}" dt="2025-01-22T10:37:54.525" v="24"/>
          <ac:spMkLst>
            <pc:docMk/>
            <pc:sldMk cId="3892388951" sldId="294"/>
            <ac:spMk id="42" creationId="{EAF9C311-727D-52CB-9875-65590756C63D}"/>
          </ac:spMkLst>
        </pc:spChg>
        <pc:spChg chg="mod">
          <ac:chgData name="Nguyen Thanh Toan" userId="1e223fa5-87f9-41ea-9f3d-a66f28f4937d" providerId="ADAL" clId="{11E651D0-BA08-45B7-9B2C-ABD90F90BF2D}" dt="2025-01-22T10:37:54.525" v="24"/>
          <ac:spMkLst>
            <pc:docMk/>
            <pc:sldMk cId="3892388951" sldId="294"/>
            <ac:spMk id="44" creationId="{0A38B6E7-654B-8A69-1F0E-FB58BD1592A2}"/>
          </ac:spMkLst>
        </pc:spChg>
        <pc:spChg chg="mod">
          <ac:chgData name="Nguyen Thanh Toan" userId="1e223fa5-87f9-41ea-9f3d-a66f28f4937d" providerId="ADAL" clId="{11E651D0-BA08-45B7-9B2C-ABD90F90BF2D}" dt="2025-01-22T10:37:54.525" v="24"/>
          <ac:spMkLst>
            <pc:docMk/>
            <pc:sldMk cId="3892388951" sldId="294"/>
            <ac:spMk id="46" creationId="{144976BF-CB84-B6F3-B954-49ED417B34A3}"/>
          </ac:spMkLst>
        </pc:spChg>
      </pc:sldChg>
      <pc:sldChg chg="modSp">
        <pc:chgData name="Nguyen Thanh Toan" userId="1e223fa5-87f9-41ea-9f3d-a66f28f4937d" providerId="ADAL" clId="{11E651D0-BA08-45B7-9B2C-ABD90F90BF2D}" dt="2025-01-22T10:37:56.492" v="25"/>
        <pc:sldMkLst>
          <pc:docMk/>
          <pc:sldMk cId="1656749316" sldId="337"/>
        </pc:sldMkLst>
        <pc:spChg chg="mod">
          <ac:chgData name="Nguyen Thanh Toan" userId="1e223fa5-87f9-41ea-9f3d-a66f28f4937d" providerId="ADAL" clId="{11E651D0-BA08-45B7-9B2C-ABD90F90BF2D}" dt="2025-01-22T10:37:54.525" v="24"/>
          <ac:spMkLst>
            <pc:docMk/>
            <pc:sldMk cId="1656749316" sldId="337"/>
            <ac:spMk id="11" creationId="{81D3AB01-BBFD-1B7E-C58F-F21F41F17DDC}"/>
          </ac:spMkLst>
        </pc:spChg>
        <pc:spChg chg="mod">
          <ac:chgData name="Nguyen Thanh Toan" userId="1e223fa5-87f9-41ea-9f3d-a66f28f4937d" providerId="ADAL" clId="{11E651D0-BA08-45B7-9B2C-ABD90F90BF2D}" dt="2025-01-22T10:37:54.525" v="24"/>
          <ac:spMkLst>
            <pc:docMk/>
            <pc:sldMk cId="1656749316" sldId="337"/>
            <ac:spMk id="42" creationId="{4BEA0E0A-FAEC-5F00-40AA-29654C885B8F}"/>
          </ac:spMkLst>
        </pc:spChg>
        <pc:spChg chg="mod">
          <ac:chgData name="Nguyen Thanh Toan" userId="1e223fa5-87f9-41ea-9f3d-a66f28f4937d" providerId="ADAL" clId="{11E651D0-BA08-45B7-9B2C-ABD90F90BF2D}" dt="2025-01-22T10:37:54.525" v="24"/>
          <ac:spMkLst>
            <pc:docMk/>
            <pc:sldMk cId="1656749316" sldId="337"/>
            <ac:spMk id="43" creationId="{EBA693D8-669C-2A45-D3A4-E075D4E531CC}"/>
          </ac:spMkLst>
        </pc:spChg>
        <pc:spChg chg="mod">
          <ac:chgData name="Nguyen Thanh Toan" userId="1e223fa5-87f9-41ea-9f3d-a66f28f4937d" providerId="ADAL" clId="{11E651D0-BA08-45B7-9B2C-ABD90F90BF2D}" dt="2025-01-22T10:37:56.492" v="25"/>
          <ac:spMkLst>
            <pc:docMk/>
            <pc:sldMk cId="1656749316" sldId="337"/>
            <ac:spMk id="52" creationId="{1168E99D-423E-C010-49A1-3B122D6EBA86}"/>
          </ac:spMkLst>
        </pc:spChg>
        <pc:spChg chg="mod">
          <ac:chgData name="Nguyen Thanh Toan" userId="1e223fa5-87f9-41ea-9f3d-a66f28f4937d" providerId="ADAL" clId="{11E651D0-BA08-45B7-9B2C-ABD90F90BF2D}" dt="2025-01-22T10:37:54.525" v="24"/>
          <ac:spMkLst>
            <pc:docMk/>
            <pc:sldMk cId="1656749316" sldId="337"/>
            <ac:spMk id="67" creationId="{2DB3640A-D202-99C7-848C-EB8E418D034A}"/>
          </ac:spMkLst>
        </pc:spChg>
      </pc:sldChg>
      <pc:sldChg chg="modSp">
        <pc:chgData name="Nguyen Thanh Toan" userId="1e223fa5-87f9-41ea-9f3d-a66f28f4937d" providerId="ADAL" clId="{11E651D0-BA08-45B7-9B2C-ABD90F90BF2D}" dt="2025-01-22T10:37:56.492" v="25"/>
        <pc:sldMkLst>
          <pc:docMk/>
          <pc:sldMk cId="3657118620" sldId="338"/>
        </pc:sldMkLst>
        <pc:spChg chg="mod">
          <ac:chgData name="Nguyen Thanh Toan" userId="1e223fa5-87f9-41ea-9f3d-a66f28f4937d" providerId="ADAL" clId="{11E651D0-BA08-45B7-9B2C-ABD90F90BF2D}" dt="2025-01-22T10:37:54.525" v="24"/>
          <ac:spMkLst>
            <pc:docMk/>
            <pc:sldMk cId="3657118620" sldId="338"/>
            <ac:spMk id="2" creationId="{A0970159-BB72-758F-A8B1-0A4ECE1D6616}"/>
          </ac:spMkLst>
        </pc:spChg>
        <pc:spChg chg="mod">
          <ac:chgData name="Nguyen Thanh Toan" userId="1e223fa5-87f9-41ea-9f3d-a66f28f4937d" providerId="ADAL" clId="{11E651D0-BA08-45B7-9B2C-ABD90F90BF2D}" dt="2025-01-22T10:37:54.525" v="24"/>
          <ac:spMkLst>
            <pc:docMk/>
            <pc:sldMk cId="3657118620" sldId="338"/>
            <ac:spMk id="19" creationId="{9F68230B-8E87-2FC2-2C56-981EA050A892}"/>
          </ac:spMkLst>
        </pc:spChg>
        <pc:spChg chg="mod">
          <ac:chgData name="Nguyen Thanh Toan" userId="1e223fa5-87f9-41ea-9f3d-a66f28f4937d" providerId="ADAL" clId="{11E651D0-BA08-45B7-9B2C-ABD90F90BF2D}" dt="2025-01-22T10:37:56.492" v="25"/>
          <ac:spMkLst>
            <pc:docMk/>
            <pc:sldMk cId="3657118620" sldId="338"/>
            <ac:spMk id="22" creationId="{790F94EF-58FF-8F56-7998-8F292EDF5653}"/>
          </ac:spMkLst>
        </pc:spChg>
        <pc:spChg chg="mod">
          <ac:chgData name="Nguyen Thanh Toan" userId="1e223fa5-87f9-41ea-9f3d-a66f28f4937d" providerId="ADAL" clId="{11E651D0-BA08-45B7-9B2C-ABD90F90BF2D}" dt="2025-01-22T10:37:56.492" v="25"/>
          <ac:spMkLst>
            <pc:docMk/>
            <pc:sldMk cId="3657118620" sldId="338"/>
            <ac:spMk id="23" creationId="{F3682D3B-4399-E48A-6EC5-78BCA912D1FE}"/>
          </ac:spMkLst>
        </pc:spChg>
        <pc:spChg chg="mod">
          <ac:chgData name="Nguyen Thanh Toan" userId="1e223fa5-87f9-41ea-9f3d-a66f28f4937d" providerId="ADAL" clId="{11E651D0-BA08-45B7-9B2C-ABD90F90BF2D}" dt="2025-01-22T10:37:54.525" v="24"/>
          <ac:spMkLst>
            <pc:docMk/>
            <pc:sldMk cId="3657118620" sldId="338"/>
            <ac:spMk id="34" creationId="{26C33E08-DEF2-0F52-4775-6062787B23A2}"/>
          </ac:spMkLst>
        </pc:spChg>
        <pc:grpChg chg="mod">
          <ac:chgData name="Nguyen Thanh Toan" userId="1e223fa5-87f9-41ea-9f3d-a66f28f4937d" providerId="ADAL" clId="{11E651D0-BA08-45B7-9B2C-ABD90F90BF2D}" dt="2025-01-22T10:37:56.492" v="25"/>
          <ac:grpSpMkLst>
            <pc:docMk/>
            <pc:sldMk cId="3657118620" sldId="338"/>
            <ac:grpSpMk id="21" creationId="{CEBDD484-4BA5-2E7B-C0D2-5DB7071C850C}"/>
          </ac:grpSpMkLst>
        </pc:grpChg>
      </pc:sldChg>
      <pc:sldChg chg="modSp mod">
        <pc:chgData name="Nguyen Thanh Toan" userId="1e223fa5-87f9-41ea-9f3d-a66f28f4937d" providerId="ADAL" clId="{11E651D0-BA08-45B7-9B2C-ABD90F90BF2D}" dt="2025-01-22T10:38:54.771" v="57" actId="122"/>
        <pc:sldMkLst>
          <pc:docMk/>
          <pc:sldMk cId="1930693338" sldId="339"/>
        </pc:sldMkLst>
        <pc:spChg chg="mod">
          <ac:chgData name="Nguyen Thanh Toan" userId="1e223fa5-87f9-41ea-9f3d-a66f28f4937d" providerId="ADAL" clId="{11E651D0-BA08-45B7-9B2C-ABD90F90BF2D}" dt="2025-01-22T10:37:54.525" v="24"/>
          <ac:spMkLst>
            <pc:docMk/>
            <pc:sldMk cId="1930693338" sldId="339"/>
            <ac:spMk id="2" creationId="{AD982929-C2B7-FE27-A789-8CFF9446D9E1}"/>
          </ac:spMkLst>
        </pc:spChg>
        <pc:spChg chg="mod">
          <ac:chgData name="Nguyen Thanh Toan" userId="1e223fa5-87f9-41ea-9f3d-a66f28f4937d" providerId="ADAL" clId="{11E651D0-BA08-45B7-9B2C-ABD90F90BF2D}" dt="2025-01-22T10:37:54.525" v="24"/>
          <ac:spMkLst>
            <pc:docMk/>
            <pc:sldMk cId="1930693338" sldId="339"/>
            <ac:spMk id="33" creationId="{2C6D9AA8-139A-8F16-C66F-D26935E7902A}"/>
          </ac:spMkLst>
        </pc:spChg>
        <pc:spChg chg="mod">
          <ac:chgData name="Nguyen Thanh Toan" userId="1e223fa5-87f9-41ea-9f3d-a66f28f4937d" providerId="ADAL" clId="{11E651D0-BA08-45B7-9B2C-ABD90F90BF2D}" dt="2025-01-22T10:37:54.525" v="24"/>
          <ac:spMkLst>
            <pc:docMk/>
            <pc:sldMk cId="1930693338" sldId="339"/>
            <ac:spMk id="36" creationId="{FC8B29AA-7D2B-7DF2-F7BE-D4F12B93027C}"/>
          </ac:spMkLst>
        </pc:spChg>
        <pc:spChg chg="mod">
          <ac:chgData name="Nguyen Thanh Toan" userId="1e223fa5-87f9-41ea-9f3d-a66f28f4937d" providerId="ADAL" clId="{11E651D0-BA08-45B7-9B2C-ABD90F90BF2D}" dt="2025-01-22T10:37:54.525" v="24"/>
          <ac:spMkLst>
            <pc:docMk/>
            <pc:sldMk cId="1930693338" sldId="339"/>
            <ac:spMk id="38" creationId="{E4D24505-43F4-2B13-D481-D2607A33212F}"/>
          </ac:spMkLst>
        </pc:spChg>
        <pc:spChg chg="mod">
          <ac:chgData name="Nguyen Thanh Toan" userId="1e223fa5-87f9-41ea-9f3d-a66f28f4937d" providerId="ADAL" clId="{11E651D0-BA08-45B7-9B2C-ABD90F90BF2D}" dt="2025-01-22T10:37:54.525" v="24"/>
          <ac:spMkLst>
            <pc:docMk/>
            <pc:sldMk cId="1930693338" sldId="339"/>
            <ac:spMk id="40" creationId="{7216EEB0-BBA0-E679-2DC6-E4DD3A3160A0}"/>
          </ac:spMkLst>
        </pc:spChg>
        <pc:graphicFrameChg chg="mod modGraphic">
          <ac:chgData name="Nguyen Thanh Toan" userId="1e223fa5-87f9-41ea-9f3d-a66f28f4937d" providerId="ADAL" clId="{11E651D0-BA08-45B7-9B2C-ABD90F90BF2D}" dt="2025-01-22T10:38:54.771" v="57" actId="122"/>
          <ac:graphicFrameMkLst>
            <pc:docMk/>
            <pc:sldMk cId="1930693338" sldId="339"/>
            <ac:graphicFrameMk id="3" creationId="{78DB9780-B6D4-3AAE-1508-020DF1E1E582}"/>
          </ac:graphicFrameMkLst>
        </pc:graphicFrameChg>
      </pc:sldChg>
      <pc:sldChg chg="addSp delSp modSp mod">
        <pc:chgData name="Nguyen Thanh Toan" userId="1e223fa5-87f9-41ea-9f3d-a66f28f4937d" providerId="ADAL" clId="{11E651D0-BA08-45B7-9B2C-ABD90F90BF2D}" dt="2025-01-22T10:43:57.463" v="209" actId="14100"/>
        <pc:sldMkLst>
          <pc:docMk/>
          <pc:sldMk cId="4092492448" sldId="340"/>
        </pc:sldMkLst>
        <pc:spChg chg="del mod">
          <ac:chgData name="Nguyen Thanh Toan" userId="1e223fa5-87f9-41ea-9f3d-a66f28f4937d" providerId="ADAL" clId="{11E651D0-BA08-45B7-9B2C-ABD90F90BF2D}" dt="2025-01-22T10:41:16.361" v="69" actId="478"/>
          <ac:spMkLst>
            <pc:docMk/>
            <pc:sldMk cId="4092492448" sldId="340"/>
            <ac:spMk id="2" creationId="{DEB3A2A8-9CE6-C533-8A48-053A3F9FAC01}"/>
          </ac:spMkLst>
        </pc:spChg>
        <pc:spChg chg="add mod">
          <ac:chgData name="Nguyen Thanh Toan" userId="1e223fa5-87f9-41ea-9f3d-a66f28f4937d" providerId="ADAL" clId="{11E651D0-BA08-45B7-9B2C-ABD90F90BF2D}" dt="2025-01-22T10:43:25.197" v="205" actId="255"/>
          <ac:spMkLst>
            <pc:docMk/>
            <pc:sldMk cId="4092492448" sldId="340"/>
            <ac:spMk id="3" creationId="{D65BD24F-4F9A-7854-C54D-1537B3262144}"/>
          </ac:spMkLst>
        </pc:spChg>
        <pc:spChg chg="mod">
          <ac:chgData name="Nguyen Thanh Toan" userId="1e223fa5-87f9-41ea-9f3d-a66f28f4937d" providerId="ADAL" clId="{11E651D0-BA08-45B7-9B2C-ABD90F90BF2D}" dt="2025-01-22T10:42:49.436" v="195" actId="20577"/>
          <ac:spMkLst>
            <pc:docMk/>
            <pc:sldMk cId="4092492448" sldId="340"/>
            <ac:spMk id="4" creationId="{D4C0EC8C-DEC5-BB53-D4E8-2609FB02D337}"/>
          </ac:spMkLst>
        </pc:spChg>
        <pc:spChg chg="del mod">
          <ac:chgData name="Nguyen Thanh Toan" userId="1e223fa5-87f9-41ea-9f3d-a66f28f4937d" providerId="ADAL" clId="{11E651D0-BA08-45B7-9B2C-ABD90F90BF2D}" dt="2025-01-22T10:43:08.386" v="201" actId="478"/>
          <ac:spMkLst>
            <pc:docMk/>
            <pc:sldMk cId="4092492448" sldId="340"/>
            <ac:spMk id="5" creationId="{02698E39-D108-776C-B07C-DBA8B589E52F}"/>
          </ac:spMkLst>
        </pc:spChg>
        <pc:spChg chg="del mod">
          <ac:chgData name="Nguyen Thanh Toan" userId="1e223fa5-87f9-41ea-9f3d-a66f28f4937d" providerId="ADAL" clId="{11E651D0-BA08-45B7-9B2C-ABD90F90BF2D}" dt="2025-01-22T10:43:09.429" v="202" actId="478"/>
          <ac:spMkLst>
            <pc:docMk/>
            <pc:sldMk cId="4092492448" sldId="340"/>
            <ac:spMk id="7" creationId="{66D3FDF2-F09A-AD30-5CCE-865BFBEB0236}"/>
          </ac:spMkLst>
        </pc:spChg>
        <pc:spChg chg="del mod">
          <ac:chgData name="Nguyen Thanh Toan" userId="1e223fa5-87f9-41ea-9f3d-a66f28f4937d" providerId="ADAL" clId="{11E651D0-BA08-45B7-9B2C-ABD90F90BF2D}" dt="2025-01-22T10:41:13.737" v="68" actId="478"/>
          <ac:spMkLst>
            <pc:docMk/>
            <pc:sldMk cId="4092492448" sldId="340"/>
            <ac:spMk id="14" creationId="{0746FDEA-6B1B-5EEE-A2F1-7163BF086805}"/>
          </ac:spMkLst>
        </pc:spChg>
        <pc:spChg chg="mod">
          <ac:chgData name="Nguyen Thanh Toan" userId="1e223fa5-87f9-41ea-9f3d-a66f28f4937d" providerId="ADAL" clId="{11E651D0-BA08-45B7-9B2C-ABD90F90BF2D}" dt="2025-01-22T10:42:53.700" v="196" actId="1076"/>
          <ac:spMkLst>
            <pc:docMk/>
            <pc:sldMk cId="4092492448" sldId="340"/>
            <ac:spMk id="31" creationId="{3E163E5C-240E-8C08-0C84-018DE9CE437B}"/>
          </ac:spMkLst>
        </pc:spChg>
        <pc:spChg chg="del">
          <ac:chgData name="Nguyen Thanh Toan" userId="1e223fa5-87f9-41ea-9f3d-a66f28f4937d" providerId="ADAL" clId="{11E651D0-BA08-45B7-9B2C-ABD90F90BF2D}" dt="2025-01-22T10:42:55.342" v="197" actId="478"/>
          <ac:spMkLst>
            <pc:docMk/>
            <pc:sldMk cId="4092492448" sldId="340"/>
            <ac:spMk id="32" creationId="{53366A80-8F96-2F57-94FB-FDEB55BAAC3B}"/>
          </ac:spMkLst>
        </pc:spChg>
        <pc:spChg chg="del">
          <ac:chgData name="Nguyen Thanh Toan" userId="1e223fa5-87f9-41ea-9f3d-a66f28f4937d" providerId="ADAL" clId="{11E651D0-BA08-45B7-9B2C-ABD90F90BF2D}" dt="2025-01-22T10:43:10.405" v="203" actId="478"/>
          <ac:spMkLst>
            <pc:docMk/>
            <pc:sldMk cId="4092492448" sldId="340"/>
            <ac:spMk id="33" creationId="{4CDD8316-D839-FB9D-4FEB-FF4197F895F1}"/>
          </ac:spMkLst>
        </pc:spChg>
        <pc:spChg chg="mod">
          <ac:chgData name="Nguyen Thanh Toan" userId="1e223fa5-87f9-41ea-9f3d-a66f28f4937d" providerId="ADAL" clId="{11E651D0-BA08-45B7-9B2C-ABD90F90BF2D}" dt="2025-01-22T10:37:54.525" v="24"/>
          <ac:spMkLst>
            <pc:docMk/>
            <pc:sldMk cId="4092492448" sldId="340"/>
            <ac:spMk id="34" creationId="{0EDBC4C4-9A73-A0E5-8D83-A29C2C14A7A9}"/>
          </ac:spMkLst>
        </pc:spChg>
        <pc:spChg chg="mod">
          <ac:chgData name="Nguyen Thanh Toan" userId="1e223fa5-87f9-41ea-9f3d-a66f28f4937d" providerId="ADAL" clId="{11E651D0-BA08-45B7-9B2C-ABD90F90BF2D}" dt="2025-01-22T10:41:58.741" v="75" actId="255"/>
          <ac:spMkLst>
            <pc:docMk/>
            <pc:sldMk cId="4092492448" sldId="340"/>
            <ac:spMk id="36" creationId="{C5DADCB8-E4D2-A257-BC5C-5F71C2C02B07}"/>
          </ac:spMkLst>
        </pc:spChg>
        <pc:spChg chg="del mod">
          <ac:chgData name="Nguyen Thanh Toan" userId="1e223fa5-87f9-41ea-9f3d-a66f28f4937d" providerId="ADAL" clId="{11E651D0-BA08-45B7-9B2C-ABD90F90BF2D}" dt="2025-01-22T10:41:36.055" v="73" actId="478"/>
          <ac:spMkLst>
            <pc:docMk/>
            <pc:sldMk cId="4092492448" sldId="340"/>
            <ac:spMk id="39" creationId="{7045CC5D-A89E-B6AA-20C5-1244974887A2}"/>
          </ac:spMkLst>
        </pc:spChg>
        <pc:spChg chg="mod">
          <ac:chgData name="Nguyen Thanh Toan" userId="1e223fa5-87f9-41ea-9f3d-a66f28f4937d" providerId="ADAL" clId="{11E651D0-BA08-45B7-9B2C-ABD90F90BF2D}" dt="2025-01-22T10:43:57.463" v="209" actId="14100"/>
          <ac:spMkLst>
            <pc:docMk/>
            <pc:sldMk cId="4092492448" sldId="340"/>
            <ac:spMk id="42" creationId="{6722A10F-1C6A-6322-BFE0-9821485E12F6}"/>
          </ac:spMkLst>
        </pc:spChg>
        <pc:spChg chg="del mod">
          <ac:chgData name="Nguyen Thanh Toan" userId="1e223fa5-87f9-41ea-9f3d-a66f28f4937d" providerId="ADAL" clId="{11E651D0-BA08-45B7-9B2C-ABD90F90BF2D}" dt="2025-01-22T10:43:07.154" v="200" actId="478"/>
          <ac:spMkLst>
            <pc:docMk/>
            <pc:sldMk cId="4092492448" sldId="340"/>
            <ac:spMk id="44" creationId="{B527821C-D914-E2FA-8BBF-DE81DC42466D}"/>
          </ac:spMkLst>
        </pc:spChg>
      </pc:sldChg>
      <pc:sldChg chg="modSp">
        <pc:chgData name="Nguyen Thanh Toan" userId="1e223fa5-87f9-41ea-9f3d-a66f28f4937d" providerId="ADAL" clId="{11E651D0-BA08-45B7-9B2C-ABD90F90BF2D}" dt="2025-01-22T10:37:54.525" v="24"/>
        <pc:sldMkLst>
          <pc:docMk/>
          <pc:sldMk cId="2087076039" sldId="341"/>
        </pc:sldMkLst>
        <pc:spChg chg="mod">
          <ac:chgData name="Nguyen Thanh Toan" userId="1e223fa5-87f9-41ea-9f3d-a66f28f4937d" providerId="ADAL" clId="{11E651D0-BA08-45B7-9B2C-ABD90F90BF2D}" dt="2025-01-22T10:37:54.525" v="24"/>
          <ac:spMkLst>
            <pc:docMk/>
            <pc:sldMk cId="2087076039" sldId="341"/>
            <ac:spMk id="14" creationId="{BD277EC4-40BB-5729-EF4E-4835C833E798}"/>
          </ac:spMkLst>
        </pc:spChg>
        <pc:spChg chg="mod">
          <ac:chgData name="Nguyen Thanh Toan" userId="1e223fa5-87f9-41ea-9f3d-a66f28f4937d" providerId="ADAL" clId="{11E651D0-BA08-45B7-9B2C-ABD90F90BF2D}" dt="2025-01-22T10:37:54.525" v="24"/>
          <ac:spMkLst>
            <pc:docMk/>
            <pc:sldMk cId="2087076039" sldId="341"/>
            <ac:spMk id="163" creationId="{E0C9C4DC-DB3F-23EF-5CAC-B0F2C621CB7A}"/>
          </ac:spMkLst>
        </pc:spChg>
      </pc:sldChg>
      <pc:sldMasterChg chg="modSldLayout">
        <pc:chgData name="Nguyen Thanh Toan" userId="1e223fa5-87f9-41ea-9f3d-a66f28f4937d" providerId="ADAL" clId="{11E651D0-BA08-45B7-9B2C-ABD90F90BF2D}" dt="2025-01-22T10:37:54.525" v="24"/>
        <pc:sldMasterMkLst>
          <pc:docMk/>
          <pc:sldMasterMk cId="2670174220" sldId="2147483652"/>
        </pc:sldMasterMkLst>
        <pc:sldLayoutChg chg="modSp">
          <pc:chgData name="Nguyen Thanh Toan" userId="1e223fa5-87f9-41ea-9f3d-a66f28f4937d" providerId="ADAL" clId="{11E651D0-BA08-45B7-9B2C-ABD90F90BF2D}" dt="2025-01-22T10:37:54.525" v="24"/>
          <pc:sldLayoutMkLst>
            <pc:docMk/>
            <pc:sldMasterMk cId="2670174220" sldId="2147483652"/>
            <pc:sldLayoutMk cId="3923227991" sldId="2147483750"/>
          </pc:sldLayoutMkLst>
          <pc:spChg chg="mod">
            <ac:chgData name="Nguyen Thanh Toan" userId="1e223fa5-87f9-41ea-9f3d-a66f28f4937d" providerId="ADAL" clId="{11E651D0-BA08-45B7-9B2C-ABD90F90BF2D}" dt="2025-01-22T10:37:54.525" v="24"/>
            <ac:spMkLst>
              <pc:docMk/>
              <pc:sldMasterMk cId="2670174220" sldId="2147483652"/>
              <pc:sldLayoutMk cId="3923227991" sldId="2147483750"/>
              <ac:spMk id="2" creationId="{16EE34E5-ADA6-4EE7-BC24-98C8E9A86B83}"/>
            </ac:spMkLst>
          </pc:spChg>
          <pc:spChg chg="mod">
            <ac:chgData name="Nguyen Thanh Toan" userId="1e223fa5-87f9-41ea-9f3d-a66f28f4937d" providerId="ADAL" clId="{11E651D0-BA08-45B7-9B2C-ABD90F90BF2D}" dt="2025-01-22T10:37:54.525" v="24"/>
            <ac:spMkLst>
              <pc:docMk/>
              <pc:sldMasterMk cId="2670174220" sldId="2147483652"/>
              <pc:sldLayoutMk cId="3923227991" sldId="2147483750"/>
              <ac:spMk id="3" creationId="{6FDE143D-2918-4056-AC94-92DF81A575B9}"/>
            </ac:spMkLst>
          </pc:spChg>
          <pc:spChg chg="mod">
            <ac:chgData name="Nguyen Thanh Toan" userId="1e223fa5-87f9-41ea-9f3d-a66f28f4937d" providerId="ADAL" clId="{11E651D0-BA08-45B7-9B2C-ABD90F90BF2D}" dt="2025-01-22T10:37:54.525" v="24"/>
            <ac:spMkLst>
              <pc:docMk/>
              <pc:sldMasterMk cId="2670174220" sldId="2147483652"/>
              <pc:sldLayoutMk cId="3923227991" sldId="2147483750"/>
              <ac:spMk id="4" creationId="{1334882F-9259-4D67-9996-302AE17E5F75}"/>
            </ac:spMkLst>
          </pc:spChg>
        </pc:sldLayoutChg>
      </pc:sldMasterChg>
    </pc:docChg>
  </pc:docChgLst>
  <pc:docChgLst>
    <pc:chgData name="Cao Xuan Hien" userId="a9b89a09-7d61-4579-ab8a-84df1e1f7f83" providerId="ADAL" clId="{89700B97-3952-4A6B-B025-CB5B417AB209}"/>
    <pc:docChg chg="custSel modSld modMainMaster">
      <pc:chgData name="Cao Xuan Hien" userId="a9b89a09-7d61-4579-ab8a-84df1e1f7f83" providerId="ADAL" clId="{89700B97-3952-4A6B-B025-CB5B417AB209}" dt="2023-05-30T07:49:02.820" v="17" actId="478"/>
      <pc:docMkLst>
        <pc:docMk/>
      </pc:docMkLst>
      <pc:sldChg chg="delSp mod">
        <pc:chgData name="Cao Xuan Hien" userId="a9b89a09-7d61-4579-ab8a-84df1e1f7f83" providerId="ADAL" clId="{89700B97-3952-4A6B-B025-CB5B417AB209}" dt="2023-05-30T07:49:02.820" v="17" actId="478"/>
        <pc:sldMkLst>
          <pc:docMk/>
          <pc:sldMk cId="4032476198" sldId="256"/>
        </pc:sldMkLst>
      </pc:sldChg>
      <pc:sldMasterChg chg="addSp modSp mod">
        <pc:chgData name="Cao Xuan Hien" userId="a9b89a09-7d61-4579-ab8a-84df1e1f7f83" providerId="ADAL" clId="{89700B97-3952-4A6B-B025-CB5B417AB209}" dt="2023-05-30T07:48:27.188" v="13" actId="1076"/>
        <pc:sldMasterMkLst>
          <pc:docMk/>
          <pc:sldMasterMk cId="3731046580" sldId="2147483650"/>
        </pc:sldMasterMkLst>
      </pc:sldMasterChg>
      <pc:sldMasterChg chg="addSp modSp mod modSldLayout">
        <pc:chgData name="Cao Xuan Hien" userId="a9b89a09-7d61-4579-ab8a-84df1e1f7f83" providerId="ADAL" clId="{89700B97-3952-4A6B-B025-CB5B417AB209}" dt="2023-05-30T07:48:45.565" v="15" actId="1076"/>
        <pc:sldMasterMkLst>
          <pc:docMk/>
          <pc:sldMasterMk cId="2670174220" sldId="2147483652"/>
        </pc:sldMasterMkLst>
        <pc:sldLayoutChg chg="delSp mod">
          <pc:chgData name="Cao Xuan Hien" userId="a9b89a09-7d61-4579-ab8a-84df1e1f7f83" providerId="ADAL" clId="{89700B97-3952-4A6B-B025-CB5B417AB209}" dt="2023-05-30T07:46:44.048" v="0" actId="478"/>
          <pc:sldLayoutMkLst>
            <pc:docMk/>
            <pc:sldMasterMk cId="2670174220" sldId="2147483652"/>
            <pc:sldLayoutMk cId="85214601" sldId="2147483731"/>
          </pc:sldLayoutMkLst>
        </pc:sldLayoutChg>
        <pc:sldLayoutChg chg="delSp mod">
          <pc:chgData name="Cao Xuan Hien" userId="a9b89a09-7d61-4579-ab8a-84df1e1f7f83" providerId="ADAL" clId="{89700B97-3952-4A6B-B025-CB5B417AB209}" dt="2023-05-30T07:47:00.989" v="1" actId="478"/>
          <pc:sldLayoutMkLst>
            <pc:docMk/>
            <pc:sldMasterMk cId="2670174220" sldId="2147483652"/>
            <pc:sldLayoutMk cId="2132057755" sldId="2147483732"/>
          </pc:sldLayoutMkLst>
        </pc:sldLayoutChg>
        <pc:sldLayoutChg chg="delSp mod">
          <pc:chgData name="Cao Xuan Hien" userId="a9b89a09-7d61-4579-ab8a-84df1e1f7f83" providerId="ADAL" clId="{89700B97-3952-4A6B-B025-CB5B417AB209}" dt="2023-05-30T07:47:12.206" v="5" actId="478"/>
          <pc:sldLayoutMkLst>
            <pc:docMk/>
            <pc:sldMasterMk cId="2670174220" sldId="2147483652"/>
            <pc:sldLayoutMk cId="3489078219" sldId="2147483733"/>
          </pc:sldLayoutMkLst>
        </pc:sldLayoutChg>
        <pc:sldLayoutChg chg="delSp mod">
          <pc:chgData name="Cao Xuan Hien" userId="a9b89a09-7d61-4579-ab8a-84df1e1f7f83" providerId="ADAL" clId="{89700B97-3952-4A6B-B025-CB5B417AB209}" dt="2023-05-30T07:47:14.941" v="6" actId="478"/>
          <pc:sldLayoutMkLst>
            <pc:docMk/>
            <pc:sldMasterMk cId="2670174220" sldId="2147483652"/>
            <pc:sldLayoutMk cId="2852074685" sldId="2147483734"/>
          </pc:sldLayoutMkLst>
        </pc:sldLayoutChg>
        <pc:sldLayoutChg chg="delSp mod">
          <pc:chgData name="Cao Xuan Hien" userId="a9b89a09-7d61-4579-ab8a-84df1e1f7f83" providerId="ADAL" clId="{89700B97-3952-4A6B-B025-CB5B417AB209}" dt="2023-05-30T07:47:04.821" v="2" actId="478"/>
          <pc:sldLayoutMkLst>
            <pc:docMk/>
            <pc:sldMasterMk cId="2670174220" sldId="2147483652"/>
            <pc:sldLayoutMk cId="1310287618" sldId="2147483738"/>
          </pc:sldLayoutMkLst>
        </pc:sldLayoutChg>
        <pc:sldLayoutChg chg="delSp mod">
          <pc:chgData name="Cao Xuan Hien" userId="a9b89a09-7d61-4579-ab8a-84df1e1f7f83" providerId="ADAL" clId="{89700B97-3952-4A6B-B025-CB5B417AB209}" dt="2023-05-30T07:47:07.457" v="3" actId="478"/>
          <pc:sldLayoutMkLst>
            <pc:docMk/>
            <pc:sldMasterMk cId="2670174220" sldId="2147483652"/>
            <pc:sldLayoutMk cId="330352488" sldId="2147483744"/>
          </pc:sldLayoutMkLst>
        </pc:sldLayoutChg>
        <pc:sldLayoutChg chg="delSp mod">
          <pc:chgData name="Cao Xuan Hien" userId="a9b89a09-7d61-4579-ab8a-84df1e1f7f83" providerId="ADAL" clId="{89700B97-3952-4A6B-B025-CB5B417AB209}" dt="2023-05-30T07:47:09.973" v="4" actId="478"/>
          <pc:sldLayoutMkLst>
            <pc:docMk/>
            <pc:sldMasterMk cId="2670174220" sldId="2147483652"/>
            <pc:sldLayoutMk cId="3748612090" sldId="2147483745"/>
          </pc:sldLayoutMkLst>
        </pc:sldLayoutChg>
        <pc:sldLayoutChg chg="delSp mod">
          <pc:chgData name="Cao Xuan Hien" userId="a9b89a09-7d61-4579-ab8a-84df1e1f7f83" providerId="ADAL" clId="{89700B97-3952-4A6B-B025-CB5B417AB209}" dt="2023-05-30T07:47:20.012" v="7" actId="478"/>
          <pc:sldLayoutMkLst>
            <pc:docMk/>
            <pc:sldMasterMk cId="2670174220" sldId="2147483652"/>
            <pc:sldLayoutMk cId="3625572326" sldId="2147483746"/>
          </pc:sldLayoutMkLst>
        </pc:sldLayoutChg>
        <pc:sldLayoutChg chg="delSp mod">
          <pc:chgData name="Cao Xuan Hien" userId="a9b89a09-7d61-4579-ab8a-84df1e1f7f83" providerId="ADAL" clId="{89700B97-3952-4A6B-B025-CB5B417AB209}" dt="2023-05-30T07:47:23.054" v="8" actId="478"/>
          <pc:sldLayoutMkLst>
            <pc:docMk/>
            <pc:sldMasterMk cId="2670174220" sldId="2147483652"/>
            <pc:sldLayoutMk cId="503587441" sldId="2147483747"/>
          </pc:sldLayoutMkLst>
        </pc:sldLayoutChg>
        <pc:sldLayoutChg chg="delSp mod">
          <pc:chgData name="Cao Xuan Hien" userId="a9b89a09-7d61-4579-ab8a-84df1e1f7f83" providerId="ADAL" clId="{89700B97-3952-4A6B-B025-CB5B417AB209}" dt="2023-05-30T07:47:27.935" v="9" actId="478"/>
          <pc:sldLayoutMkLst>
            <pc:docMk/>
            <pc:sldMasterMk cId="2670174220" sldId="2147483652"/>
            <pc:sldLayoutMk cId="2250615247" sldId="2147483748"/>
          </pc:sldLayoutMkLst>
        </pc:sldLayoutChg>
        <pc:sldLayoutChg chg="delSp mod">
          <pc:chgData name="Cao Xuan Hien" userId="a9b89a09-7d61-4579-ab8a-84df1e1f7f83" providerId="ADAL" clId="{89700B97-3952-4A6B-B025-CB5B417AB209}" dt="2023-05-30T07:47:31.329" v="10" actId="478"/>
          <pc:sldLayoutMkLst>
            <pc:docMk/>
            <pc:sldMasterMk cId="2670174220" sldId="2147483652"/>
            <pc:sldLayoutMk cId="1598198762" sldId="2147483749"/>
          </pc:sldLayoutMkLst>
        </pc:sldLayoutChg>
        <pc:sldLayoutChg chg="delSp mod">
          <pc:chgData name="Cao Xuan Hien" userId="a9b89a09-7d61-4579-ab8a-84df1e1f7f83" providerId="ADAL" clId="{89700B97-3952-4A6B-B025-CB5B417AB209}" dt="2023-05-30T07:47:33.343" v="11" actId="478"/>
          <pc:sldLayoutMkLst>
            <pc:docMk/>
            <pc:sldMasterMk cId="2670174220" sldId="2147483652"/>
            <pc:sldLayoutMk cId="3923227991" sldId="2147483750"/>
          </pc:sldLayoutMkLst>
        </pc:sldLayoutChg>
      </pc:sldMasterChg>
      <pc:sldMasterChg chg="addSp modSp">
        <pc:chgData name="Cao Xuan Hien" userId="a9b89a09-7d61-4579-ab8a-84df1e1f7f83" providerId="ADAL" clId="{89700B97-3952-4A6B-B025-CB5B417AB209}" dt="2023-05-30T07:48:57.793" v="16"/>
        <pc:sldMasterMkLst>
          <pc:docMk/>
          <pc:sldMasterMk cId="2375178107" sldId="2147483684"/>
        </pc:sldMasterMkLst>
      </pc:sldMasterChg>
    </pc:docChg>
  </pc:docChgLst>
  <pc:docChgLst>
    <pc:chgData name="Nguyen Ngoc Mai" userId="dfc6f54c-73bd-4aa0-a81f-6a6f4a826fac" providerId="ADAL" clId="{A04796C7-7575-4E88-BDC1-AB72FDFCD8C4}"/>
    <pc:docChg chg="undo custSel addSld delSld modSld sldOrd">
      <pc:chgData name="Nguyen Ngoc Mai" userId="dfc6f54c-73bd-4aa0-a81f-6a6f4a826fac" providerId="ADAL" clId="{A04796C7-7575-4E88-BDC1-AB72FDFCD8C4}" dt="2024-10-27T04:11:32.122" v="4123" actId="114"/>
      <pc:docMkLst>
        <pc:docMk/>
      </pc:docMkLst>
      <pc:sldChg chg="modSp mod">
        <pc:chgData name="Nguyen Ngoc Mai" userId="dfc6f54c-73bd-4aa0-a81f-6a6f4a826fac" providerId="ADAL" clId="{A04796C7-7575-4E88-BDC1-AB72FDFCD8C4}" dt="2024-10-25T03:15:23.615" v="126" actId="113"/>
        <pc:sldMkLst>
          <pc:docMk/>
          <pc:sldMk cId="4032476198" sldId="256"/>
        </pc:sldMkLst>
        <pc:spChg chg="mod">
          <ac:chgData name="Nguyen Ngoc Mai" userId="dfc6f54c-73bd-4aa0-a81f-6a6f4a826fac" providerId="ADAL" clId="{A04796C7-7575-4E88-BDC1-AB72FDFCD8C4}" dt="2024-10-25T03:15:23.615" v="126" actId="113"/>
          <ac:spMkLst>
            <pc:docMk/>
            <pc:sldMk cId="4032476198" sldId="256"/>
            <ac:spMk id="14" creationId="{DF166F6B-B975-4F3C-BCF2-9971086140FB}"/>
          </ac:spMkLst>
        </pc:spChg>
        <pc:spChg chg="mod">
          <ac:chgData name="Nguyen Ngoc Mai" userId="dfc6f54c-73bd-4aa0-a81f-6a6f4a826fac" providerId="ADAL" clId="{A04796C7-7575-4E88-BDC1-AB72FDFCD8C4}" dt="2024-10-25T03:15:04.391" v="64" actId="14100"/>
          <ac:spMkLst>
            <pc:docMk/>
            <pc:sldMk cId="4032476198" sldId="256"/>
            <ac:spMk id="163" creationId="{65F9E6C9-4567-4787-9774-226004F06F9C}"/>
          </ac:spMkLst>
        </pc:spChg>
      </pc:sldChg>
      <pc:sldChg chg="del">
        <pc:chgData name="Nguyen Ngoc Mai" userId="dfc6f54c-73bd-4aa0-a81f-6a6f4a826fac" providerId="ADAL" clId="{A04796C7-7575-4E88-BDC1-AB72FDFCD8C4}" dt="2024-10-27T04:08:30.377" v="4077" actId="2696"/>
        <pc:sldMkLst>
          <pc:docMk/>
          <pc:sldMk cId="313758320" sldId="257"/>
        </pc:sldMkLst>
      </pc:sldChg>
      <pc:sldChg chg="del">
        <pc:chgData name="Nguyen Ngoc Mai" userId="dfc6f54c-73bd-4aa0-a81f-6a6f4a826fac" providerId="ADAL" clId="{A04796C7-7575-4E88-BDC1-AB72FDFCD8C4}" dt="2024-10-27T04:08:30.377" v="4077" actId="2696"/>
        <pc:sldMkLst>
          <pc:docMk/>
          <pc:sldMk cId="212682184" sldId="258"/>
        </pc:sldMkLst>
      </pc:sldChg>
      <pc:sldChg chg="del">
        <pc:chgData name="Nguyen Ngoc Mai" userId="dfc6f54c-73bd-4aa0-a81f-6a6f4a826fac" providerId="ADAL" clId="{A04796C7-7575-4E88-BDC1-AB72FDFCD8C4}" dt="2024-10-27T04:08:30.377" v="4077" actId="2696"/>
        <pc:sldMkLst>
          <pc:docMk/>
          <pc:sldMk cId="486176497" sldId="259"/>
        </pc:sldMkLst>
      </pc:sldChg>
      <pc:sldChg chg="del">
        <pc:chgData name="Nguyen Ngoc Mai" userId="dfc6f54c-73bd-4aa0-a81f-6a6f4a826fac" providerId="ADAL" clId="{A04796C7-7575-4E88-BDC1-AB72FDFCD8C4}" dt="2024-10-27T04:08:30.377" v="4077" actId="2696"/>
        <pc:sldMkLst>
          <pc:docMk/>
          <pc:sldMk cId="2582224218" sldId="260"/>
        </pc:sldMkLst>
      </pc:sldChg>
      <pc:sldChg chg="addSp delSp modSp mod">
        <pc:chgData name="Nguyen Ngoc Mai" userId="dfc6f54c-73bd-4aa0-a81f-6a6f4a826fac" providerId="ADAL" clId="{A04796C7-7575-4E88-BDC1-AB72FDFCD8C4}" dt="2024-10-27T04:10:30.531" v="4115" actId="14100"/>
        <pc:sldMkLst>
          <pc:docMk/>
          <pc:sldMk cId="1100588271" sldId="261"/>
        </pc:sldMkLst>
        <pc:spChg chg="add mod">
          <ac:chgData name="Nguyen Ngoc Mai" userId="dfc6f54c-73bd-4aa0-a81f-6a6f4a826fac" providerId="ADAL" clId="{A04796C7-7575-4E88-BDC1-AB72FDFCD8C4}" dt="2024-10-27T03:23:59.961" v="2964" actId="1076"/>
          <ac:spMkLst>
            <pc:docMk/>
            <pc:sldMk cId="1100588271" sldId="261"/>
            <ac:spMk id="2" creationId="{FB72ABE4-36E2-4A05-928D-2E05C31399A8}"/>
          </ac:spMkLst>
        </pc:spChg>
        <pc:spChg chg="add mod">
          <ac:chgData name="Nguyen Ngoc Mai" userId="dfc6f54c-73bd-4aa0-a81f-6a6f4a826fac" providerId="ADAL" clId="{A04796C7-7575-4E88-BDC1-AB72FDFCD8C4}" dt="2024-10-27T04:10:00.800" v="4110" actId="20577"/>
          <ac:spMkLst>
            <pc:docMk/>
            <pc:sldMk cId="1100588271" sldId="261"/>
            <ac:spMk id="3" creationId="{E9B81E7C-7DC5-7BCB-0B71-8B2D591618D1}"/>
          </ac:spMkLst>
        </pc:spChg>
        <pc:spChg chg="mod">
          <ac:chgData name="Nguyen Ngoc Mai" userId="dfc6f54c-73bd-4aa0-a81f-6a6f4a826fac" providerId="ADAL" clId="{A04796C7-7575-4E88-BDC1-AB72FDFCD8C4}" dt="2024-10-27T03:23:28.053" v="2955" actId="1076"/>
          <ac:spMkLst>
            <pc:docMk/>
            <pc:sldMk cId="1100588271" sldId="261"/>
            <ac:spMk id="4" creationId="{948A2979-A456-4286-B8FC-8FF4C0C58EFD}"/>
          </ac:spMkLst>
        </pc:spChg>
        <pc:spChg chg="add mod">
          <ac:chgData name="Nguyen Ngoc Mai" userId="dfc6f54c-73bd-4aa0-a81f-6a6f4a826fac" providerId="ADAL" clId="{A04796C7-7575-4E88-BDC1-AB72FDFCD8C4}" dt="2024-10-27T04:10:14.186" v="4113" actId="20577"/>
          <ac:spMkLst>
            <pc:docMk/>
            <pc:sldMk cId="1100588271" sldId="261"/>
            <ac:spMk id="7" creationId="{2EBDDE45-560E-AE5E-954D-051736E8A5CB}"/>
          </ac:spMkLst>
        </pc:spChg>
        <pc:spChg chg="add mod">
          <ac:chgData name="Nguyen Ngoc Mai" userId="dfc6f54c-73bd-4aa0-a81f-6a6f4a826fac" providerId="ADAL" clId="{A04796C7-7575-4E88-BDC1-AB72FDFCD8C4}" dt="2024-10-27T04:10:21.341" v="4114" actId="1076"/>
          <ac:spMkLst>
            <pc:docMk/>
            <pc:sldMk cId="1100588271" sldId="261"/>
            <ac:spMk id="10" creationId="{7FD4861B-E19B-F3D3-2DA1-2349020E3227}"/>
          </ac:spMkLst>
        </pc:spChg>
        <pc:spChg chg="add mod">
          <ac:chgData name="Nguyen Ngoc Mai" userId="dfc6f54c-73bd-4aa0-a81f-6a6f4a826fac" providerId="ADAL" clId="{A04796C7-7575-4E88-BDC1-AB72FDFCD8C4}" dt="2024-10-27T04:10:21.341" v="4114" actId="1076"/>
          <ac:spMkLst>
            <pc:docMk/>
            <pc:sldMk cId="1100588271" sldId="261"/>
            <ac:spMk id="11" creationId="{D2AC6F64-9D9F-977B-F946-038424C306B5}"/>
          </ac:spMkLst>
        </pc:spChg>
        <pc:spChg chg="add mod">
          <ac:chgData name="Nguyen Ngoc Mai" userId="dfc6f54c-73bd-4aa0-a81f-6a6f4a826fac" providerId="ADAL" clId="{A04796C7-7575-4E88-BDC1-AB72FDFCD8C4}" dt="2024-10-27T04:10:21.341" v="4114" actId="1076"/>
          <ac:spMkLst>
            <pc:docMk/>
            <pc:sldMk cId="1100588271" sldId="261"/>
            <ac:spMk id="13" creationId="{C4CC7E37-8019-4D3C-FB0B-4CB90152C4DF}"/>
          </ac:spMkLst>
        </pc:spChg>
        <pc:spChg chg="add mod">
          <ac:chgData name="Nguyen Ngoc Mai" userId="dfc6f54c-73bd-4aa0-a81f-6a6f4a826fac" providerId="ADAL" clId="{A04796C7-7575-4E88-BDC1-AB72FDFCD8C4}" dt="2024-10-27T04:10:21.341" v="4114" actId="1076"/>
          <ac:spMkLst>
            <pc:docMk/>
            <pc:sldMk cId="1100588271" sldId="261"/>
            <ac:spMk id="14" creationId="{9259E9BD-EA01-3C17-9DF1-93551CD993CD}"/>
          </ac:spMkLst>
        </pc:spChg>
        <pc:spChg chg="add mod">
          <ac:chgData name="Nguyen Ngoc Mai" userId="dfc6f54c-73bd-4aa0-a81f-6a6f4a826fac" providerId="ADAL" clId="{A04796C7-7575-4E88-BDC1-AB72FDFCD8C4}" dt="2024-10-27T04:10:21.341" v="4114" actId="1076"/>
          <ac:spMkLst>
            <pc:docMk/>
            <pc:sldMk cId="1100588271" sldId="261"/>
            <ac:spMk id="15" creationId="{0BDAE682-86E4-014D-9E17-DCEA9CFDCD34}"/>
          </ac:spMkLst>
        </pc:spChg>
        <pc:spChg chg="add mod">
          <ac:chgData name="Nguyen Ngoc Mai" userId="dfc6f54c-73bd-4aa0-a81f-6a6f4a826fac" providerId="ADAL" clId="{A04796C7-7575-4E88-BDC1-AB72FDFCD8C4}" dt="2024-10-27T04:10:30.531" v="4115" actId="14100"/>
          <ac:spMkLst>
            <pc:docMk/>
            <pc:sldMk cId="1100588271" sldId="261"/>
            <ac:spMk id="16" creationId="{9FDBB205-09CE-7338-5FEB-56948AD894EA}"/>
          </ac:spMkLst>
        </pc:spChg>
        <pc:spChg chg="add mod">
          <ac:chgData name="Nguyen Ngoc Mai" userId="dfc6f54c-73bd-4aa0-a81f-6a6f4a826fac" providerId="ADAL" clId="{A04796C7-7575-4E88-BDC1-AB72FDFCD8C4}" dt="2024-10-27T04:10:21.341" v="4114" actId="1076"/>
          <ac:spMkLst>
            <pc:docMk/>
            <pc:sldMk cId="1100588271" sldId="261"/>
            <ac:spMk id="20" creationId="{C0C49F5B-FAC3-4B12-2DAB-ABC7539FDA75}"/>
          </ac:spMkLst>
        </pc:spChg>
        <pc:spChg chg="add mod">
          <ac:chgData name="Nguyen Ngoc Mai" userId="dfc6f54c-73bd-4aa0-a81f-6a6f4a826fac" providerId="ADAL" clId="{A04796C7-7575-4E88-BDC1-AB72FDFCD8C4}" dt="2024-10-27T03:40:11.051" v="3635" actId="1076"/>
          <ac:spMkLst>
            <pc:docMk/>
            <pc:sldMk cId="1100588271" sldId="261"/>
            <ac:spMk id="22" creationId="{561BF759-FD92-3A23-1FA8-6F85346B0E1A}"/>
          </ac:spMkLst>
        </pc:spChg>
        <pc:grpChg chg="mod">
          <ac:chgData name="Nguyen Ngoc Mai" userId="dfc6f54c-73bd-4aa0-a81f-6a6f4a826fac" providerId="ADAL" clId="{A04796C7-7575-4E88-BDC1-AB72FDFCD8C4}" dt="2024-10-27T03:23:18.697" v="2952" actId="1076"/>
          <ac:grpSpMkLst>
            <pc:docMk/>
            <pc:sldMk cId="1100588271" sldId="261"/>
            <ac:grpSpMk id="36" creationId="{47BFF0FC-DCAB-47B2-8C30-94BCD79923D1}"/>
          </ac:grpSpMkLst>
        </pc:grpChg>
        <pc:picChg chg="mod">
          <ac:chgData name="Nguyen Ngoc Mai" userId="dfc6f54c-73bd-4aa0-a81f-6a6f4a826fac" providerId="ADAL" clId="{A04796C7-7575-4E88-BDC1-AB72FDFCD8C4}" dt="2024-10-25T03:13:33.637" v="2" actId="1076"/>
          <ac:picMkLst>
            <pc:docMk/>
            <pc:sldMk cId="1100588271" sldId="261"/>
            <ac:picMk id="38" creationId="{AF0DCD5C-A494-47C5-843B-E141A72CCFC9}"/>
          </ac:picMkLst>
        </pc:picChg>
      </pc:sldChg>
      <pc:sldChg chg="addSp delSp modSp mod">
        <pc:chgData name="Nguyen Ngoc Mai" userId="dfc6f54c-73bd-4aa0-a81f-6a6f4a826fac" providerId="ADAL" clId="{A04796C7-7575-4E88-BDC1-AB72FDFCD8C4}" dt="2024-10-27T03:16:36.862" v="2786" actId="20577"/>
        <pc:sldMkLst>
          <pc:docMk/>
          <pc:sldMk cId="4033384841" sldId="262"/>
        </pc:sldMkLst>
        <pc:spChg chg="mod">
          <ac:chgData name="Nguyen Ngoc Mai" userId="dfc6f54c-73bd-4aa0-a81f-6a6f4a826fac" providerId="ADAL" clId="{A04796C7-7575-4E88-BDC1-AB72FDFCD8C4}" dt="2024-10-25T03:23:01.570" v="727" actId="1076"/>
          <ac:spMkLst>
            <pc:docMk/>
            <pc:sldMk cId="4033384841" sldId="262"/>
            <ac:spMk id="2" creationId="{00000000-0000-0000-0000-000000000000}"/>
          </ac:spMkLst>
        </pc:spChg>
        <pc:spChg chg="mod">
          <ac:chgData name="Nguyen Ngoc Mai" userId="dfc6f54c-73bd-4aa0-a81f-6a6f4a826fac" providerId="ADAL" clId="{A04796C7-7575-4E88-BDC1-AB72FDFCD8C4}" dt="2024-10-25T03:20:52.701" v="573" actId="1076"/>
          <ac:spMkLst>
            <pc:docMk/>
            <pc:sldMk cId="4033384841" sldId="262"/>
            <ac:spMk id="4" creationId="{363EAFCE-1FF0-35A1-625F-E91E4AAF57E8}"/>
          </ac:spMkLst>
        </pc:spChg>
        <pc:spChg chg="mod">
          <ac:chgData name="Nguyen Ngoc Mai" userId="dfc6f54c-73bd-4aa0-a81f-6a6f4a826fac" providerId="ADAL" clId="{A04796C7-7575-4E88-BDC1-AB72FDFCD8C4}" dt="2024-10-25T03:20:36.251" v="507" actId="20577"/>
          <ac:spMkLst>
            <pc:docMk/>
            <pc:sldMk cId="4033384841" sldId="262"/>
            <ac:spMk id="5" creationId="{016D9108-27B1-75F5-47DC-94231DEA1881}"/>
          </ac:spMkLst>
        </pc:spChg>
        <pc:spChg chg="mod">
          <ac:chgData name="Nguyen Ngoc Mai" userId="dfc6f54c-73bd-4aa0-a81f-6a6f4a826fac" providerId="ADAL" clId="{A04796C7-7575-4E88-BDC1-AB72FDFCD8C4}" dt="2024-10-27T03:16:31.587" v="2782" actId="20577"/>
          <ac:spMkLst>
            <pc:docMk/>
            <pc:sldMk cId="4033384841" sldId="262"/>
            <ac:spMk id="6" creationId="{0C080A05-3730-FD90-8DC7-2F14D2B3C478}"/>
          </ac:spMkLst>
        </pc:spChg>
        <pc:spChg chg="mod">
          <ac:chgData name="Nguyen Ngoc Mai" userId="dfc6f54c-73bd-4aa0-a81f-6a6f4a826fac" providerId="ADAL" clId="{A04796C7-7575-4E88-BDC1-AB72FDFCD8C4}" dt="2024-10-25T03:17:12.486" v="157" actId="20577"/>
          <ac:spMkLst>
            <pc:docMk/>
            <pc:sldMk cId="4033384841" sldId="262"/>
            <ac:spMk id="9" creationId="{00000000-0000-0000-0000-000000000000}"/>
          </ac:spMkLst>
        </pc:spChg>
        <pc:spChg chg="mod">
          <ac:chgData name="Nguyen Ngoc Mai" userId="dfc6f54c-73bd-4aa0-a81f-6a6f4a826fac" providerId="ADAL" clId="{A04796C7-7575-4E88-BDC1-AB72FDFCD8C4}" dt="2024-10-25T03:20:56.085" v="574" actId="6549"/>
          <ac:spMkLst>
            <pc:docMk/>
            <pc:sldMk cId="4033384841" sldId="262"/>
            <ac:spMk id="11" creationId="{50CF42D2-205B-E234-7CEC-62BD3F79678D}"/>
          </ac:spMkLst>
        </pc:spChg>
        <pc:spChg chg="mod">
          <ac:chgData name="Nguyen Ngoc Mai" userId="dfc6f54c-73bd-4aa0-a81f-6a6f4a826fac" providerId="ADAL" clId="{A04796C7-7575-4E88-BDC1-AB72FDFCD8C4}" dt="2024-10-25T03:21:04.363" v="618" actId="20577"/>
          <ac:spMkLst>
            <pc:docMk/>
            <pc:sldMk cId="4033384841" sldId="262"/>
            <ac:spMk id="12" creationId="{9AD102CF-AFB6-87B3-A90B-18AA0AEBEDC4}"/>
          </ac:spMkLst>
        </pc:spChg>
        <pc:spChg chg="mod">
          <ac:chgData name="Nguyen Ngoc Mai" userId="dfc6f54c-73bd-4aa0-a81f-6a6f4a826fac" providerId="ADAL" clId="{A04796C7-7575-4E88-BDC1-AB72FDFCD8C4}" dt="2024-10-27T03:16:36.862" v="2786" actId="20577"/>
          <ac:spMkLst>
            <pc:docMk/>
            <pc:sldMk cId="4033384841" sldId="262"/>
            <ac:spMk id="13" creationId="{A27FBED0-7D91-631F-6329-9089D7B4FA07}"/>
          </ac:spMkLst>
        </pc:spChg>
        <pc:spChg chg="add mod">
          <ac:chgData name="Nguyen Ngoc Mai" userId="dfc6f54c-73bd-4aa0-a81f-6a6f4a826fac" providerId="ADAL" clId="{A04796C7-7575-4E88-BDC1-AB72FDFCD8C4}" dt="2024-10-25T03:19:53.241" v="388" actId="1076"/>
          <ac:spMkLst>
            <pc:docMk/>
            <pc:sldMk cId="4033384841" sldId="262"/>
            <ac:spMk id="18" creationId="{8962649D-1B72-FC7F-470A-E147E7956B89}"/>
          </ac:spMkLst>
        </pc:spChg>
        <pc:spChg chg="add mod">
          <ac:chgData name="Nguyen Ngoc Mai" userId="dfc6f54c-73bd-4aa0-a81f-6a6f4a826fac" providerId="ADAL" clId="{A04796C7-7575-4E88-BDC1-AB72FDFCD8C4}" dt="2024-10-25T03:21:59.750" v="703" actId="20577"/>
          <ac:spMkLst>
            <pc:docMk/>
            <pc:sldMk cId="4033384841" sldId="262"/>
            <ac:spMk id="19" creationId="{E67C25C2-8D95-E660-96DB-A7B03CB68EEE}"/>
          </ac:spMkLst>
        </pc:spChg>
        <pc:spChg chg="mod">
          <ac:chgData name="Nguyen Ngoc Mai" userId="dfc6f54c-73bd-4aa0-a81f-6a6f4a826fac" providerId="ADAL" clId="{A04796C7-7575-4E88-BDC1-AB72FDFCD8C4}" dt="2024-10-25T03:57:23.440" v="1319" actId="14100"/>
          <ac:spMkLst>
            <pc:docMk/>
            <pc:sldMk cId="4033384841" sldId="262"/>
            <ac:spMk id="29" creationId="{94F50ED2-77D6-4064-8834-6CA6460394EB}"/>
          </ac:spMkLst>
        </pc:spChg>
        <pc:spChg chg="mod">
          <ac:chgData name="Nguyen Ngoc Mai" userId="dfc6f54c-73bd-4aa0-a81f-6a6f4a826fac" providerId="ADAL" clId="{A04796C7-7575-4E88-BDC1-AB72FDFCD8C4}" dt="2024-10-25T03:20:28.297" v="468" actId="1076"/>
          <ac:spMkLst>
            <pc:docMk/>
            <pc:sldMk cId="4033384841" sldId="262"/>
            <ac:spMk id="32" creationId="{4F865D63-0537-4EFF-9BCC-9E0E0016CA01}"/>
          </ac:spMkLst>
        </pc:spChg>
        <pc:spChg chg="mod">
          <ac:chgData name="Nguyen Ngoc Mai" userId="dfc6f54c-73bd-4aa0-a81f-6a6f4a826fac" providerId="ADAL" clId="{A04796C7-7575-4E88-BDC1-AB72FDFCD8C4}" dt="2024-10-25T03:19:27.472" v="276" actId="20577"/>
          <ac:spMkLst>
            <pc:docMk/>
            <pc:sldMk cId="4033384841" sldId="262"/>
            <ac:spMk id="33" creationId="{F5D842C6-31BE-495F-BE59-FAB5E8A2014D}"/>
          </ac:spMkLst>
        </pc:spChg>
        <pc:spChg chg="mod">
          <ac:chgData name="Nguyen Ngoc Mai" userId="dfc6f54c-73bd-4aa0-a81f-6a6f4a826fac" providerId="ADAL" clId="{A04796C7-7575-4E88-BDC1-AB72FDFCD8C4}" dt="2024-10-25T03:20:24.817" v="467" actId="1076"/>
          <ac:spMkLst>
            <pc:docMk/>
            <pc:sldMk cId="4033384841" sldId="262"/>
            <ac:spMk id="36" creationId="{0764B062-95E9-4460-8BDD-A8ECD228A425}"/>
          </ac:spMkLst>
        </pc:spChg>
        <pc:spChg chg="mod">
          <ac:chgData name="Nguyen Ngoc Mai" userId="dfc6f54c-73bd-4aa0-a81f-6a6f4a826fac" providerId="ADAL" clId="{A04796C7-7575-4E88-BDC1-AB72FDFCD8C4}" dt="2024-10-25T03:20:09.534" v="412" actId="20577"/>
          <ac:spMkLst>
            <pc:docMk/>
            <pc:sldMk cId="4033384841" sldId="262"/>
            <ac:spMk id="37" creationId="{3B71E5D8-AA70-4D3C-88A5-3F7CDB0DC9A8}"/>
          </ac:spMkLst>
        </pc:spChg>
        <pc:grpChg chg="add mod">
          <ac:chgData name="Nguyen Ngoc Mai" userId="dfc6f54c-73bd-4aa0-a81f-6a6f4a826fac" providerId="ADAL" clId="{A04796C7-7575-4E88-BDC1-AB72FDFCD8C4}" dt="2024-10-25T03:16:42.938" v="134" actId="1076"/>
          <ac:grpSpMkLst>
            <pc:docMk/>
            <pc:sldMk cId="4033384841" sldId="262"/>
            <ac:grpSpMk id="3" creationId="{129B1378-8CDA-24F8-4D10-8F0CA2477D3B}"/>
          </ac:grpSpMkLst>
        </pc:grpChg>
        <pc:grpChg chg="add mod">
          <ac:chgData name="Nguyen Ngoc Mai" userId="dfc6f54c-73bd-4aa0-a81f-6a6f4a826fac" providerId="ADAL" clId="{A04796C7-7575-4E88-BDC1-AB72FDFCD8C4}" dt="2024-10-25T03:16:42.938" v="134" actId="1076"/>
          <ac:grpSpMkLst>
            <pc:docMk/>
            <pc:sldMk cId="4033384841" sldId="262"/>
            <ac:grpSpMk id="10" creationId="{EA85FA59-058A-B6B8-6E2B-9D04FC583B91}"/>
          </ac:grpSpMkLst>
        </pc:grpChg>
        <pc:grpChg chg="mod">
          <ac:chgData name="Nguyen Ngoc Mai" userId="dfc6f54c-73bd-4aa0-a81f-6a6f4a826fac" providerId="ADAL" clId="{A04796C7-7575-4E88-BDC1-AB72FDFCD8C4}" dt="2024-10-25T03:16:42.938" v="134" actId="1076"/>
          <ac:grpSpMkLst>
            <pc:docMk/>
            <pc:sldMk cId="4033384841" sldId="262"/>
            <ac:grpSpMk id="22" creationId="{77CAFC84-4744-4178-95B5-AB423D30EFA8}"/>
          </ac:grpSpMkLst>
        </pc:grpChg>
        <pc:grpChg chg="mod">
          <ac:chgData name="Nguyen Ngoc Mai" userId="dfc6f54c-73bd-4aa0-a81f-6a6f4a826fac" providerId="ADAL" clId="{A04796C7-7575-4E88-BDC1-AB72FDFCD8C4}" dt="2024-10-25T03:57:18.680" v="1318" actId="14100"/>
          <ac:grpSpMkLst>
            <pc:docMk/>
            <pc:sldMk cId="4033384841" sldId="262"/>
            <ac:grpSpMk id="27" creationId="{BC1A5C06-9DB4-413C-9356-73FF09130A4F}"/>
          </ac:grpSpMkLst>
        </pc:grpChg>
        <pc:grpChg chg="mod">
          <ac:chgData name="Nguyen Ngoc Mai" userId="dfc6f54c-73bd-4aa0-a81f-6a6f4a826fac" providerId="ADAL" clId="{A04796C7-7575-4E88-BDC1-AB72FDFCD8C4}" dt="2024-10-25T03:16:42.938" v="134" actId="1076"/>
          <ac:grpSpMkLst>
            <pc:docMk/>
            <pc:sldMk cId="4033384841" sldId="262"/>
            <ac:grpSpMk id="31" creationId="{05C62BB4-E7CE-481F-853F-FDA59731498B}"/>
          </ac:grpSpMkLst>
        </pc:grpChg>
        <pc:grpChg chg="mod">
          <ac:chgData name="Nguyen Ngoc Mai" userId="dfc6f54c-73bd-4aa0-a81f-6a6f4a826fac" providerId="ADAL" clId="{A04796C7-7575-4E88-BDC1-AB72FDFCD8C4}" dt="2024-10-25T03:16:42.938" v="134" actId="1076"/>
          <ac:grpSpMkLst>
            <pc:docMk/>
            <pc:sldMk cId="4033384841" sldId="262"/>
            <ac:grpSpMk id="35" creationId="{0C7DA1F4-A93A-4A6E-8D7B-86B1E3FD26ED}"/>
          </ac:grpSpMkLst>
        </pc:grpChg>
      </pc:sldChg>
      <pc:sldChg chg="del">
        <pc:chgData name="Nguyen Ngoc Mai" userId="dfc6f54c-73bd-4aa0-a81f-6a6f4a826fac" providerId="ADAL" clId="{A04796C7-7575-4E88-BDC1-AB72FDFCD8C4}" dt="2024-10-27T04:08:30.377" v="4077" actId="2696"/>
        <pc:sldMkLst>
          <pc:docMk/>
          <pc:sldMk cId="4076648355" sldId="263"/>
        </pc:sldMkLst>
      </pc:sldChg>
      <pc:sldChg chg="del">
        <pc:chgData name="Nguyen Ngoc Mai" userId="dfc6f54c-73bd-4aa0-a81f-6a6f4a826fac" providerId="ADAL" clId="{A04796C7-7575-4E88-BDC1-AB72FDFCD8C4}" dt="2024-10-27T04:08:30.377" v="4077" actId="2696"/>
        <pc:sldMkLst>
          <pc:docMk/>
          <pc:sldMk cId="545688175" sldId="264"/>
        </pc:sldMkLst>
      </pc:sldChg>
      <pc:sldChg chg="del">
        <pc:chgData name="Nguyen Ngoc Mai" userId="dfc6f54c-73bd-4aa0-a81f-6a6f4a826fac" providerId="ADAL" clId="{A04796C7-7575-4E88-BDC1-AB72FDFCD8C4}" dt="2024-10-27T04:08:30.377" v="4077" actId="2696"/>
        <pc:sldMkLst>
          <pc:docMk/>
          <pc:sldMk cId="2495620732" sldId="265"/>
        </pc:sldMkLst>
      </pc:sldChg>
      <pc:sldChg chg="del">
        <pc:chgData name="Nguyen Ngoc Mai" userId="dfc6f54c-73bd-4aa0-a81f-6a6f4a826fac" providerId="ADAL" clId="{A04796C7-7575-4E88-BDC1-AB72FDFCD8C4}" dt="2024-10-27T04:08:30.377" v="4077" actId="2696"/>
        <pc:sldMkLst>
          <pc:docMk/>
          <pc:sldMk cId="1302378794" sldId="266"/>
        </pc:sldMkLst>
      </pc:sldChg>
      <pc:sldChg chg="addSp delSp modSp mod ord">
        <pc:chgData name="Nguyen Ngoc Mai" userId="dfc6f54c-73bd-4aa0-a81f-6a6f4a826fac" providerId="ADAL" clId="{A04796C7-7575-4E88-BDC1-AB72FDFCD8C4}" dt="2024-10-27T03:14:41.850" v="2779" actId="1076"/>
        <pc:sldMkLst>
          <pc:docMk/>
          <pc:sldMk cId="746040649" sldId="267"/>
        </pc:sldMkLst>
        <pc:spChg chg="add mod">
          <ac:chgData name="Nguyen Ngoc Mai" userId="dfc6f54c-73bd-4aa0-a81f-6a6f4a826fac" providerId="ADAL" clId="{A04796C7-7575-4E88-BDC1-AB72FDFCD8C4}" dt="2024-10-27T03:10:10.676" v="2735" actId="207"/>
          <ac:spMkLst>
            <pc:docMk/>
            <pc:sldMk cId="746040649" sldId="267"/>
            <ac:spMk id="2" creationId="{1C41B367-09F8-B14E-26D3-469F3C158AC3}"/>
          </ac:spMkLst>
        </pc:spChg>
        <pc:spChg chg="add mod">
          <ac:chgData name="Nguyen Ngoc Mai" userId="dfc6f54c-73bd-4aa0-a81f-6a6f4a826fac" providerId="ADAL" clId="{A04796C7-7575-4E88-BDC1-AB72FDFCD8C4}" dt="2024-10-27T03:12:43.637" v="2772" actId="1076"/>
          <ac:spMkLst>
            <pc:docMk/>
            <pc:sldMk cId="746040649" sldId="267"/>
            <ac:spMk id="4" creationId="{B14DFF3C-05AA-64E6-928D-BDD6CB8CBAED}"/>
          </ac:spMkLst>
        </pc:spChg>
        <pc:spChg chg="mod">
          <ac:chgData name="Nguyen Ngoc Mai" userId="dfc6f54c-73bd-4aa0-a81f-6a6f4a826fac" providerId="ADAL" clId="{A04796C7-7575-4E88-BDC1-AB72FDFCD8C4}" dt="2024-10-27T03:07:47.609" v="2711" actId="14100"/>
          <ac:spMkLst>
            <pc:docMk/>
            <pc:sldMk cId="746040649" sldId="267"/>
            <ac:spMk id="12" creationId="{56634D92-DDA9-449E-9A4A-DA4A58A137F2}"/>
          </ac:spMkLst>
        </pc:spChg>
        <pc:spChg chg="mod">
          <ac:chgData name="Nguyen Ngoc Mai" userId="dfc6f54c-73bd-4aa0-a81f-6a6f4a826fac" providerId="ADAL" clId="{A04796C7-7575-4E88-BDC1-AB72FDFCD8C4}" dt="2024-10-27T03:07:57.272" v="2714" actId="1076"/>
          <ac:spMkLst>
            <pc:docMk/>
            <pc:sldMk cId="746040649" sldId="267"/>
            <ac:spMk id="13" creationId="{6D5C7914-E3C7-4A19-8993-19344F9A2F93}"/>
          </ac:spMkLst>
        </pc:spChg>
        <pc:spChg chg="mod">
          <ac:chgData name="Nguyen Ngoc Mai" userId="dfc6f54c-73bd-4aa0-a81f-6a6f4a826fac" providerId="ADAL" clId="{A04796C7-7575-4E88-BDC1-AB72FDFCD8C4}" dt="2024-10-27T03:12:43.637" v="2772" actId="1076"/>
          <ac:spMkLst>
            <pc:docMk/>
            <pc:sldMk cId="746040649" sldId="267"/>
            <ac:spMk id="26" creationId="{7A473C82-A474-48CB-88F5-765598187F6A}"/>
          </ac:spMkLst>
        </pc:spChg>
        <pc:spChg chg="mod topLvl">
          <ac:chgData name="Nguyen Ngoc Mai" userId="dfc6f54c-73bd-4aa0-a81f-6a6f4a826fac" providerId="ADAL" clId="{A04796C7-7575-4E88-BDC1-AB72FDFCD8C4}" dt="2024-10-27T03:12:43.637" v="2772" actId="1076"/>
          <ac:spMkLst>
            <pc:docMk/>
            <pc:sldMk cId="746040649" sldId="267"/>
            <ac:spMk id="28" creationId="{AC848077-AD06-4E65-A747-5C908650717C}"/>
          </ac:spMkLst>
        </pc:spChg>
        <pc:spChg chg="mod">
          <ac:chgData name="Nguyen Ngoc Mai" userId="dfc6f54c-73bd-4aa0-a81f-6a6f4a826fac" providerId="ADAL" clId="{A04796C7-7575-4E88-BDC1-AB72FDFCD8C4}" dt="2024-10-27T03:12:43.637" v="2772" actId="1076"/>
          <ac:spMkLst>
            <pc:docMk/>
            <pc:sldMk cId="746040649" sldId="267"/>
            <ac:spMk id="30" creationId="{587CC1FD-DD26-4AE0-A2EC-724AD4DF6F47}"/>
          </ac:spMkLst>
        </pc:spChg>
        <pc:spChg chg="mod">
          <ac:chgData name="Nguyen Ngoc Mai" userId="dfc6f54c-73bd-4aa0-a81f-6a6f4a826fac" providerId="ADAL" clId="{A04796C7-7575-4E88-BDC1-AB72FDFCD8C4}" dt="2024-10-27T03:12:43.637" v="2772" actId="1076"/>
          <ac:spMkLst>
            <pc:docMk/>
            <pc:sldMk cId="746040649" sldId="267"/>
            <ac:spMk id="34" creationId="{000FF972-97C9-4E05-AFA7-989CDF012A89}"/>
          </ac:spMkLst>
        </pc:spChg>
        <pc:spChg chg="add del mod topLvl">
          <ac:chgData name="Nguyen Ngoc Mai" userId="dfc6f54c-73bd-4aa0-a81f-6a6f4a826fac" providerId="ADAL" clId="{A04796C7-7575-4E88-BDC1-AB72FDFCD8C4}" dt="2024-10-27T03:12:43.637" v="2772" actId="1076"/>
          <ac:spMkLst>
            <pc:docMk/>
            <pc:sldMk cId="746040649" sldId="267"/>
            <ac:spMk id="36" creationId="{D5EBB632-B4D9-4F62-A78E-5CB3FABEF678}"/>
          </ac:spMkLst>
        </pc:spChg>
        <pc:graphicFrameChg chg="add mod modGraphic">
          <ac:chgData name="Nguyen Ngoc Mai" userId="dfc6f54c-73bd-4aa0-a81f-6a6f4a826fac" providerId="ADAL" clId="{A04796C7-7575-4E88-BDC1-AB72FDFCD8C4}" dt="2024-10-27T03:14:41.850" v="2779" actId="1076"/>
          <ac:graphicFrameMkLst>
            <pc:docMk/>
            <pc:sldMk cId="746040649" sldId="267"/>
            <ac:graphicFrameMk id="6" creationId="{AAAB2E9E-0066-6BCE-535D-0856BEF4A58E}"/>
          </ac:graphicFrameMkLst>
        </pc:graphicFrameChg>
      </pc:sldChg>
      <pc:sldChg chg="del">
        <pc:chgData name="Nguyen Ngoc Mai" userId="dfc6f54c-73bd-4aa0-a81f-6a6f4a826fac" providerId="ADAL" clId="{A04796C7-7575-4E88-BDC1-AB72FDFCD8C4}" dt="2024-10-27T04:08:30.377" v="4077" actId="2696"/>
        <pc:sldMkLst>
          <pc:docMk/>
          <pc:sldMk cId="3385714917" sldId="268"/>
        </pc:sldMkLst>
      </pc:sldChg>
      <pc:sldChg chg="del">
        <pc:chgData name="Nguyen Ngoc Mai" userId="dfc6f54c-73bd-4aa0-a81f-6a6f4a826fac" providerId="ADAL" clId="{A04796C7-7575-4E88-BDC1-AB72FDFCD8C4}" dt="2024-10-27T04:08:30.377" v="4077" actId="2696"/>
        <pc:sldMkLst>
          <pc:docMk/>
          <pc:sldMk cId="2723511237" sldId="270"/>
        </pc:sldMkLst>
      </pc:sldChg>
      <pc:sldChg chg="del">
        <pc:chgData name="Nguyen Ngoc Mai" userId="dfc6f54c-73bd-4aa0-a81f-6a6f4a826fac" providerId="ADAL" clId="{A04796C7-7575-4E88-BDC1-AB72FDFCD8C4}" dt="2024-10-27T04:08:30.377" v="4077" actId="2696"/>
        <pc:sldMkLst>
          <pc:docMk/>
          <pc:sldMk cId="1100138040" sldId="272"/>
        </pc:sldMkLst>
      </pc:sldChg>
      <pc:sldChg chg="del">
        <pc:chgData name="Nguyen Ngoc Mai" userId="dfc6f54c-73bd-4aa0-a81f-6a6f4a826fac" providerId="ADAL" clId="{A04796C7-7575-4E88-BDC1-AB72FDFCD8C4}" dt="2024-10-27T04:08:30.377" v="4077" actId="2696"/>
        <pc:sldMkLst>
          <pc:docMk/>
          <pc:sldMk cId="116022617" sldId="273"/>
        </pc:sldMkLst>
      </pc:sldChg>
      <pc:sldChg chg="del">
        <pc:chgData name="Nguyen Ngoc Mai" userId="dfc6f54c-73bd-4aa0-a81f-6a6f4a826fac" providerId="ADAL" clId="{A04796C7-7575-4E88-BDC1-AB72FDFCD8C4}" dt="2024-10-27T04:08:30.377" v="4077" actId="2696"/>
        <pc:sldMkLst>
          <pc:docMk/>
          <pc:sldMk cId="3747546551" sldId="274"/>
        </pc:sldMkLst>
      </pc:sldChg>
      <pc:sldChg chg="del">
        <pc:chgData name="Nguyen Ngoc Mai" userId="dfc6f54c-73bd-4aa0-a81f-6a6f4a826fac" providerId="ADAL" clId="{A04796C7-7575-4E88-BDC1-AB72FDFCD8C4}" dt="2024-10-27T04:08:30.377" v="4077" actId="2696"/>
        <pc:sldMkLst>
          <pc:docMk/>
          <pc:sldMk cId="3036633454" sldId="275"/>
        </pc:sldMkLst>
      </pc:sldChg>
      <pc:sldChg chg="del">
        <pc:chgData name="Nguyen Ngoc Mai" userId="dfc6f54c-73bd-4aa0-a81f-6a6f4a826fac" providerId="ADAL" clId="{A04796C7-7575-4E88-BDC1-AB72FDFCD8C4}" dt="2024-10-27T04:08:30.377" v="4077" actId="2696"/>
        <pc:sldMkLst>
          <pc:docMk/>
          <pc:sldMk cId="2966788712" sldId="276"/>
        </pc:sldMkLst>
      </pc:sldChg>
      <pc:sldChg chg="del">
        <pc:chgData name="Nguyen Ngoc Mai" userId="dfc6f54c-73bd-4aa0-a81f-6a6f4a826fac" providerId="ADAL" clId="{A04796C7-7575-4E88-BDC1-AB72FDFCD8C4}" dt="2024-10-27T04:08:30.377" v="4077" actId="2696"/>
        <pc:sldMkLst>
          <pc:docMk/>
          <pc:sldMk cId="2011312539" sldId="277"/>
        </pc:sldMkLst>
      </pc:sldChg>
      <pc:sldChg chg="del">
        <pc:chgData name="Nguyen Ngoc Mai" userId="dfc6f54c-73bd-4aa0-a81f-6a6f4a826fac" providerId="ADAL" clId="{A04796C7-7575-4E88-BDC1-AB72FDFCD8C4}" dt="2024-10-27T04:08:30.377" v="4077" actId="2696"/>
        <pc:sldMkLst>
          <pc:docMk/>
          <pc:sldMk cId="2467480812" sldId="278"/>
        </pc:sldMkLst>
      </pc:sldChg>
      <pc:sldChg chg="del">
        <pc:chgData name="Nguyen Ngoc Mai" userId="dfc6f54c-73bd-4aa0-a81f-6a6f4a826fac" providerId="ADAL" clId="{A04796C7-7575-4E88-BDC1-AB72FDFCD8C4}" dt="2024-10-27T04:08:30.377" v="4077" actId="2696"/>
        <pc:sldMkLst>
          <pc:docMk/>
          <pc:sldMk cId="3375560178" sldId="279"/>
        </pc:sldMkLst>
      </pc:sldChg>
      <pc:sldChg chg="del">
        <pc:chgData name="Nguyen Ngoc Mai" userId="dfc6f54c-73bd-4aa0-a81f-6a6f4a826fac" providerId="ADAL" clId="{A04796C7-7575-4E88-BDC1-AB72FDFCD8C4}" dt="2024-10-27T04:08:30.377" v="4077" actId="2696"/>
        <pc:sldMkLst>
          <pc:docMk/>
          <pc:sldMk cId="3967775796" sldId="280"/>
        </pc:sldMkLst>
      </pc:sldChg>
      <pc:sldChg chg="add del">
        <pc:chgData name="Nguyen Ngoc Mai" userId="dfc6f54c-73bd-4aa0-a81f-6a6f4a826fac" providerId="ADAL" clId="{A04796C7-7575-4E88-BDC1-AB72FDFCD8C4}" dt="2024-10-27T04:08:30.377" v="4077" actId="2696"/>
        <pc:sldMkLst>
          <pc:docMk/>
          <pc:sldMk cId="2653053401" sldId="281"/>
        </pc:sldMkLst>
      </pc:sldChg>
      <pc:sldChg chg="addSp delSp modSp mod ord">
        <pc:chgData name="Nguyen Ngoc Mai" userId="dfc6f54c-73bd-4aa0-a81f-6a6f4a826fac" providerId="ADAL" clId="{A04796C7-7575-4E88-BDC1-AB72FDFCD8C4}" dt="2024-10-27T03:22:50.963" v="2897" actId="20577"/>
        <pc:sldMkLst>
          <pc:docMk/>
          <pc:sldMk cId="2405193016" sldId="282"/>
        </pc:sldMkLst>
        <pc:spChg chg="mod">
          <ac:chgData name="Nguyen Ngoc Mai" userId="dfc6f54c-73bd-4aa0-a81f-6a6f4a826fac" providerId="ADAL" clId="{A04796C7-7575-4E88-BDC1-AB72FDFCD8C4}" dt="2024-10-27T03:22:50.963" v="2897" actId="20577"/>
          <ac:spMkLst>
            <pc:docMk/>
            <pc:sldMk cId="2405193016" sldId="282"/>
            <ac:spMk id="38" creationId="{9FEEE215-2C15-4E49-A9E1-0606AF63EE68}"/>
          </ac:spMkLst>
        </pc:spChg>
        <pc:graphicFrameChg chg="add mod modGraphic">
          <ac:chgData name="Nguyen Ngoc Mai" userId="dfc6f54c-73bd-4aa0-a81f-6a6f4a826fac" providerId="ADAL" clId="{A04796C7-7575-4E88-BDC1-AB72FDFCD8C4}" dt="2024-10-27T03:22:07.302" v="2895" actId="207"/>
          <ac:graphicFrameMkLst>
            <pc:docMk/>
            <pc:sldMk cId="2405193016" sldId="282"/>
            <ac:graphicFrameMk id="4" creationId="{ADFA7315-D588-F03B-D4CE-700AB7170EC7}"/>
          </ac:graphicFrameMkLst>
        </pc:graphicFrameChg>
      </pc:sldChg>
      <pc:sldChg chg="del">
        <pc:chgData name="Nguyen Ngoc Mai" userId="dfc6f54c-73bd-4aa0-a81f-6a6f4a826fac" providerId="ADAL" clId="{A04796C7-7575-4E88-BDC1-AB72FDFCD8C4}" dt="2024-10-27T04:08:30.377" v="4077" actId="2696"/>
        <pc:sldMkLst>
          <pc:docMk/>
          <pc:sldMk cId="499098251" sldId="283"/>
        </pc:sldMkLst>
      </pc:sldChg>
      <pc:sldChg chg="del">
        <pc:chgData name="Nguyen Ngoc Mai" userId="dfc6f54c-73bd-4aa0-a81f-6a6f4a826fac" providerId="ADAL" clId="{A04796C7-7575-4E88-BDC1-AB72FDFCD8C4}" dt="2024-10-27T04:08:30.377" v="4077" actId="2696"/>
        <pc:sldMkLst>
          <pc:docMk/>
          <pc:sldMk cId="104136350" sldId="284"/>
        </pc:sldMkLst>
      </pc:sldChg>
      <pc:sldChg chg="addSp delSp modSp mod ord">
        <pc:chgData name="Nguyen Ngoc Mai" userId="dfc6f54c-73bd-4aa0-a81f-6a6f4a826fac" providerId="ADAL" clId="{A04796C7-7575-4E88-BDC1-AB72FDFCD8C4}" dt="2024-10-25T10:36:31.345" v="2187" actId="255"/>
        <pc:sldMkLst>
          <pc:docMk/>
          <pc:sldMk cId="3833042748" sldId="285"/>
        </pc:sldMkLst>
        <pc:spChg chg="mod">
          <ac:chgData name="Nguyen Ngoc Mai" userId="dfc6f54c-73bd-4aa0-a81f-6a6f4a826fac" providerId="ADAL" clId="{A04796C7-7575-4E88-BDC1-AB72FDFCD8C4}" dt="2024-10-25T10:36:31.345" v="2187" actId="255"/>
          <ac:spMkLst>
            <pc:docMk/>
            <pc:sldMk cId="3833042748" sldId="285"/>
            <ac:spMk id="2" creationId="{00000000-0000-0000-0000-000000000000}"/>
          </ac:spMkLst>
        </pc:spChg>
        <pc:spChg chg="mod">
          <ac:chgData name="Nguyen Ngoc Mai" userId="dfc6f54c-73bd-4aa0-a81f-6a6f4a826fac" providerId="ADAL" clId="{A04796C7-7575-4E88-BDC1-AB72FDFCD8C4}" dt="2024-10-25T04:37:02.564" v="2085" actId="1076"/>
          <ac:spMkLst>
            <pc:docMk/>
            <pc:sldMk cId="3833042748" sldId="285"/>
            <ac:spMk id="3" creationId="{3C1945F9-EC1A-4DC6-94BC-B32747B005FE}"/>
          </ac:spMkLst>
        </pc:spChg>
        <pc:spChg chg="mod topLvl">
          <ac:chgData name="Nguyen Ngoc Mai" userId="dfc6f54c-73bd-4aa0-a81f-6a6f4a826fac" providerId="ADAL" clId="{A04796C7-7575-4E88-BDC1-AB72FDFCD8C4}" dt="2024-10-25T04:37:02.564" v="2085" actId="1076"/>
          <ac:spMkLst>
            <pc:docMk/>
            <pc:sldMk cId="3833042748" sldId="285"/>
            <ac:spMk id="6" creationId="{C01525DC-8BA7-4018-90E4-2BDCE54D14CE}"/>
          </ac:spMkLst>
        </pc:spChg>
        <pc:spChg chg="mod">
          <ac:chgData name="Nguyen Ngoc Mai" userId="dfc6f54c-73bd-4aa0-a81f-6a6f4a826fac" providerId="ADAL" clId="{A04796C7-7575-4E88-BDC1-AB72FDFCD8C4}" dt="2024-10-25T04:37:02.564" v="2085" actId="1076"/>
          <ac:spMkLst>
            <pc:docMk/>
            <pc:sldMk cId="3833042748" sldId="285"/>
            <ac:spMk id="8" creationId="{8F40333B-F156-427B-AAF1-944EE4E4CA42}"/>
          </ac:spMkLst>
        </pc:spChg>
        <pc:spChg chg="mod">
          <ac:chgData name="Nguyen Ngoc Mai" userId="dfc6f54c-73bd-4aa0-a81f-6a6f4a826fac" providerId="ADAL" clId="{A04796C7-7575-4E88-BDC1-AB72FDFCD8C4}" dt="2024-10-25T04:37:02.564" v="2085" actId="1076"/>
          <ac:spMkLst>
            <pc:docMk/>
            <pc:sldMk cId="3833042748" sldId="285"/>
            <ac:spMk id="9" creationId="{E89F2E82-E7EE-4C9E-8597-98FAD43633DD}"/>
          </ac:spMkLst>
        </pc:spChg>
        <pc:spChg chg="mod">
          <ac:chgData name="Nguyen Ngoc Mai" userId="dfc6f54c-73bd-4aa0-a81f-6a6f4a826fac" providerId="ADAL" clId="{A04796C7-7575-4E88-BDC1-AB72FDFCD8C4}" dt="2024-10-25T04:37:02.564" v="2085" actId="1076"/>
          <ac:spMkLst>
            <pc:docMk/>
            <pc:sldMk cId="3833042748" sldId="285"/>
            <ac:spMk id="14" creationId="{E07BBAD1-7EBC-4E45-AE20-2B920F2D7751}"/>
          </ac:spMkLst>
        </pc:spChg>
        <pc:spChg chg="mod">
          <ac:chgData name="Nguyen Ngoc Mai" userId="dfc6f54c-73bd-4aa0-a81f-6a6f4a826fac" providerId="ADAL" clId="{A04796C7-7575-4E88-BDC1-AB72FDFCD8C4}" dt="2024-10-25T04:37:02.564" v="2085" actId="1076"/>
          <ac:spMkLst>
            <pc:docMk/>
            <pc:sldMk cId="3833042748" sldId="285"/>
            <ac:spMk id="20" creationId="{00F56028-DB8B-44D7-9297-8EA3E4FD85D0}"/>
          </ac:spMkLst>
        </pc:spChg>
        <pc:spChg chg="mod">
          <ac:chgData name="Nguyen Ngoc Mai" userId="dfc6f54c-73bd-4aa0-a81f-6a6f4a826fac" providerId="ADAL" clId="{A04796C7-7575-4E88-BDC1-AB72FDFCD8C4}" dt="2024-10-25T04:37:22.742" v="2088" actId="1076"/>
          <ac:spMkLst>
            <pc:docMk/>
            <pc:sldMk cId="3833042748" sldId="285"/>
            <ac:spMk id="21" creationId="{676F6070-24AD-4D7E-802B-A6734E33582B}"/>
          </ac:spMkLst>
        </pc:spChg>
        <pc:spChg chg="mod">
          <ac:chgData name="Nguyen Ngoc Mai" userId="dfc6f54c-73bd-4aa0-a81f-6a6f4a826fac" providerId="ADAL" clId="{A04796C7-7575-4E88-BDC1-AB72FDFCD8C4}" dt="2024-10-25T04:37:02.564" v="2085" actId="1076"/>
          <ac:spMkLst>
            <pc:docMk/>
            <pc:sldMk cId="3833042748" sldId="285"/>
            <ac:spMk id="26" creationId="{81148520-F1E4-4235-A9FF-C746ABA6A418}"/>
          </ac:spMkLst>
        </pc:spChg>
        <pc:spChg chg="add mod">
          <ac:chgData name="Nguyen Ngoc Mai" userId="dfc6f54c-73bd-4aa0-a81f-6a6f4a826fac" providerId="ADAL" clId="{A04796C7-7575-4E88-BDC1-AB72FDFCD8C4}" dt="2024-10-25T04:18:20.385" v="1542" actId="20577"/>
          <ac:spMkLst>
            <pc:docMk/>
            <pc:sldMk cId="3833042748" sldId="285"/>
            <ac:spMk id="31" creationId="{152E4C77-B44C-C41A-4E40-D5BB49A99EBD}"/>
          </ac:spMkLst>
        </pc:spChg>
        <pc:spChg chg="add mod">
          <ac:chgData name="Nguyen Ngoc Mai" userId="dfc6f54c-73bd-4aa0-a81f-6a6f4a826fac" providerId="ADAL" clId="{A04796C7-7575-4E88-BDC1-AB72FDFCD8C4}" dt="2024-10-25T04:37:02.564" v="2085" actId="1076"/>
          <ac:spMkLst>
            <pc:docMk/>
            <pc:sldMk cId="3833042748" sldId="285"/>
            <ac:spMk id="32" creationId="{D182A461-CE5C-E922-C71B-8083F9F46415}"/>
          </ac:spMkLst>
        </pc:spChg>
        <pc:spChg chg="add mod">
          <ac:chgData name="Nguyen Ngoc Mai" userId="dfc6f54c-73bd-4aa0-a81f-6a6f4a826fac" providerId="ADAL" clId="{A04796C7-7575-4E88-BDC1-AB72FDFCD8C4}" dt="2024-10-25T04:37:02.564" v="2085" actId="1076"/>
          <ac:spMkLst>
            <pc:docMk/>
            <pc:sldMk cId="3833042748" sldId="285"/>
            <ac:spMk id="33" creationId="{797E4056-6EF7-3376-A82D-524600B9FAB7}"/>
          </ac:spMkLst>
        </pc:spChg>
        <pc:spChg chg="add mod">
          <ac:chgData name="Nguyen Ngoc Mai" userId="dfc6f54c-73bd-4aa0-a81f-6a6f4a826fac" providerId="ADAL" clId="{A04796C7-7575-4E88-BDC1-AB72FDFCD8C4}" dt="2024-10-25T04:37:02.564" v="2085" actId="1076"/>
          <ac:spMkLst>
            <pc:docMk/>
            <pc:sldMk cId="3833042748" sldId="285"/>
            <ac:spMk id="34" creationId="{5A1421C6-61CD-498C-77FE-642651AADA91}"/>
          </ac:spMkLst>
        </pc:spChg>
        <pc:spChg chg="add mod">
          <ac:chgData name="Nguyen Ngoc Mai" userId="dfc6f54c-73bd-4aa0-a81f-6a6f4a826fac" providerId="ADAL" clId="{A04796C7-7575-4E88-BDC1-AB72FDFCD8C4}" dt="2024-10-25T04:37:02.564" v="2085" actId="1076"/>
          <ac:spMkLst>
            <pc:docMk/>
            <pc:sldMk cId="3833042748" sldId="285"/>
            <ac:spMk id="38" creationId="{B10DC3C0-0C01-B881-0D40-70AE08D62D6F}"/>
          </ac:spMkLst>
        </pc:spChg>
        <pc:spChg chg="add mod">
          <ac:chgData name="Nguyen Ngoc Mai" userId="dfc6f54c-73bd-4aa0-a81f-6a6f4a826fac" providerId="ADAL" clId="{A04796C7-7575-4E88-BDC1-AB72FDFCD8C4}" dt="2024-10-25T04:37:22.742" v="2088" actId="1076"/>
          <ac:spMkLst>
            <pc:docMk/>
            <pc:sldMk cId="3833042748" sldId="285"/>
            <ac:spMk id="39" creationId="{78C06030-DD3E-5627-BFFB-ED56F2AC0939}"/>
          </ac:spMkLst>
        </pc:spChg>
        <pc:spChg chg="add mod">
          <ac:chgData name="Nguyen Ngoc Mai" userId="dfc6f54c-73bd-4aa0-a81f-6a6f4a826fac" providerId="ADAL" clId="{A04796C7-7575-4E88-BDC1-AB72FDFCD8C4}" dt="2024-10-25T06:35:46.320" v="2133" actId="1076"/>
          <ac:spMkLst>
            <pc:docMk/>
            <pc:sldMk cId="3833042748" sldId="285"/>
            <ac:spMk id="40" creationId="{2C1E1930-738B-4F26-D166-ADED0D8422F8}"/>
          </ac:spMkLst>
        </pc:spChg>
        <pc:spChg chg="add mod">
          <ac:chgData name="Nguyen Ngoc Mai" userId="dfc6f54c-73bd-4aa0-a81f-6a6f4a826fac" providerId="ADAL" clId="{A04796C7-7575-4E88-BDC1-AB72FDFCD8C4}" dt="2024-10-25T06:35:46.320" v="2133" actId="1076"/>
          <ac:spMkLst>
            <pc:docMk/>
            <pc:sldMk cId="3833042748" sldId="285"/>
            <ac:spMk id="41" creationId="{ACC2E67E-7E44-95AE-0710-E9C67DBAABE5}"/>
          </ac:spMkLst>
        </pc:spChg>
        <pc:spChg chg="add mod">
          <ac:chgData name="Nguyen Ngoc Mai" userId="dfc6f54c-73bd-4aa0-a81f-6a6f4a826fac" providerId="ADAL" clId="{A04796C7-7575-4E88-BDC1-AB72FDFCD8C4}" dt="2024-10-25T04:37:22.742" v="2088" actId="1076"/>
          <ac:spMkLst>
            <pc:docMk/>
            <pc:sldMk cId="3833042748" sldId="285"/>
            <ac:spMk id="42" creationId="{25079FAD-A560-0F42-4317-E92C83A28510}"/>
          </ac:spMkLst>
        </pc:spChg>
        <pc:spChg chg="add mod">
          <ac:chgData name="Nguyen Ngoc Mai" userId="dfc6f54c-73bd-4aa0-a81f-6a6f4a826fac" providerId="ADAL" clId="{A04796C7-7575-4E88-BDC1-AB72FDFCD8C4}" dt="2024-10-25T06:36:27.834" v="2184" actId="1076"/>
          <ac:spMkLst>
            <pc:docMk/>
            <pc:sldMk cId="3833042748" sldId="285"/>
            <ac:spMk id="43" creationId="{FFA2CC61-1A0D-7B5A-31CF-EB43057AE3EB}"/>
          </ac:spMkLst>
        </pc:spChg>
        <pc:spChg chg="add mod">
          <ac:chgData name="Nguyen Ngoc Mai" userId="dfc6f54c-73bd-4aa0-a81f-6a6f4a826fac" providerId="ADAL" clId="{A04796C7-7575-4E88-BDC1-AB72FDFCD8C4}" dt="2024-10-25T06:36:27.834" v="2184" actId="1076"/>
          <ac:spMkLst>
            <pc:docMk/>
            <pc:sldMk cId="3833042748" sldId="285"/>
            <ac:spMk id="44" creationId="{49C0346B-39BC-FC39-E496-F7F16E96DFAE}"/>
          </ac:spMkLst>
        </pc:spChg>
      </pc:sldChg>
      <pc:sldChg chg="del">
        <pc:chgData name="Nguyen Ngoc Mai" userId="dfc6f54c-73bd-4aa0-a81f-6a6f4a826fac" providerId="ADAL" clId="{A04796C7-7575-4E88-BDC1-AB72FDFCD8C4}" dt="2024-10-27T04:08:30.377" v="4077" actId="2696"/>
        <pc:sldMkLst>
          <pc:docMk/>
          <pc:sldMk cId="3318890821" sldId="291"/>
        </pc:sldMkLst>
      </pc:sldChg>
      <pc:sldChg chg="del">
        <pc:chgData name="Nguyen Ngoc Mai" userId="dfc6f54c-73bd-4aa0-a81f-6a6f4a826fac" providerId="ADAL" clId="{A04796C7-7575-4E88-BDC1-AB72FDFCD8C4}" dt="2024-10-27T04:08:30.377" v="4077" actId="2696"/>
        <pc:sldMkLst>
          <pc:docMk/>
          <pc:sldMk cId="1522175781" sldId="292"/>
        </pc:sldMkLst>
      </pc:sldChg>
      <pc:sldChg chg="del">
        <pc:chgData name="Nguyen Ngoc Mai" userId="dfc6f54c-73bd-4aa0-a81f-6a6f4a826fac" providerId="ADAL" clId="{A04796C7-7575-4E88-BDC1-AB72FDFCD8C4}" dt="2024-10-27T04:08:30.377" v="4077" actId="2696"/>
        <pc:sldMkLst>
          <pc:docMk/>
          <pc:sldMk cId="2523231710" sldId="293"/>
        </pc:sldMkLst>
      </pc:sldChg>
      <pc:sldChg chg="addSp delSp modSp mod ord">
        <pc:chgData name="Nguyen Ngoc Mai" userId="dfc6f54c-73bd-4aa0-a81f-6a6f4a826fac" providerId="ADAL" clId="{A04796C7-7575-4E88-BDC1-AB72FDFCD8C4}" dt="2024-10-27T04:11:32.122" v="4123" actId="114"/>
        <pc:sldMkLst>
          <pc:docMk/>
          <pc:sldMk cId="3892388951" sldId="294"/>
        </pc:sldMkLst>
        <pc:spChg chg="add mod">
          <ac:chgData name="Nguyen Ngoc Mai" userId="dfc6f54c-73bd-4aa0-a81f-6a6f4a826fac" providerId="ADAL" clId="{A04796C7-7575-4E88-BDC1-AB72FDFCD8C4}" dt="2024-10-27T04:10:57.061" v="4120" actId="20577"/>
          <ac:spMkLst>
            <pc:docMk/>
            <pc:sldMk cId="3892388951" sldId="294"/>
            <ac:spMk id="2" creationId="{6250E2A8-404F-0F5B-CE69-F8979AE41058}"/>
          </ac:spMkLst>
        </pc:spChg>
        <pc:spChg chg="add del mod topLvl">
          <ac:chgData name="Nguyen Ngoc Mai" userId="dfc6f54c-73bd-4aa0-a81f-6a6f4a826fac" providerId="ADAL" clId="{A04796C7-7575-4E88-BDC1-AB72FDFCD8C4}" dt="2024-10-27T04:10:44.682" v="4116" actId="1076"/>
          <ac:spMkLst>
            <pc:docMk/>
            <pc:sldMk cId="3892388951" sldId="294"/>
            <ac:spMk id="14" creationId="{1B2E1575-3770-493F-9010-F45F4520E2F6}"/>
          </ac:spMkLst>
        </pc:spChg>
        <pc:spChg chg="mod">
          <ac:chgData name="Nguyen Ngoc Mai" userId="dfc6f54c-73bd-4aa0-a81f-6a6f4a826fac" providerId="ADAL" clId="{A04796C7-7575-4E88-BDC1-AB72FDFCD8C4}" dt="2024-10-27T04:10:44.682" v="4116" actId="1076"/>
          <ac:spMkLst>
            <pc:docMk/>
            <pc:sldMk cId="3892388951" sldId="294"/>
            <ac:spMk id="30" creationId="{DDEB05E5-66C8-41BB-A516-EED1DB98FEC4}"/>
          </ac:spMkLst>
        </pc:spChg>
        <pc:spChg chg="mod">
          <ac:chgData name="Nguyen Ngoc Mai" userId="dfc6f54c-73bd-4aa0-a81f-6a6f4a826fac" providerId="ADAL" clId="{A04796C7-7575-4E88-BDC1-AB72FDFCD8C4}" dt="2024-10-27T03:42:12.191" v="3665" actId="1076"/>
          <ac:spMkLst>
            <pc:docMk/>
            <pc:sldMk cId="3892388951" sldId="294"/>
            <ac:spMk id="31" creationId="{F6591F3F-A33C-4F63-AAC3-524AB168A08A}"/>
          </ac:spMkLst>
        </pc:spChg>
        <pc:spChg chg="mod">
          <ac:chgData name="Nguyen Ngoc Mai" userId="dfc6f54c-73bd-4aa0-a81f-6a6f4a826fac" providerId="ADAL" clId="{A04796C7-7575-4E88-BDC1-AB72FDFCD8C4}" dt="2024-10-27T03:48:41.183" v="3725" actId="1076"/>
          <ac:spMkLst>
            <pc:docMk/>
            <pc:sldMk cId="3892388951" sldId="294"/>
            <ac:spMk id="32" creationId="{3D7B6CF2-B281-4D32-8EE4-10442D3E6032}"/>
          </ac:spMkLst>
        </pc:spChg>
        <pc:spChg chg="mod">
          <ac:chgData name="Nguyen Ngoc Mai" userId="dfc6f54c-73bd-4aa0-a81f-6a6f4a826fac" providerId="ADAL" clId="{A04796C7-7575-4E88-BDC1-AB72FDFCD8C4}" dt="2024-10-27T03:54:18.683" v="3883" actId="1076"/>
          <ac:spMkLst>
            <pc:docMk/>
            <pc:sldMk cId="3892388951" sldId="294"/>
            <ac:spMk id="33" creationId="{C9C761E1-3AEF-4A43-8AE5-A75D8216E275}"/>
          </ac:spMkLst>
        </pc:spChg>
        <pc:spChg chg="mod">
          <ac:chgData name="Nguyen Ngoc Mai" userId="dfc6f54c-73bd-4aa0-a81f-6a6f4a826fac" providerId="ADAL" clId="{A04796C7-7575-4E88-BDC1-AB72FDFCD8C4}" dt="2024-10-27T03:41:59.191" v="3661" actId="1076"/>
          <ac:spMkLst>
            <pc:docMk/>
            <pc:sldMk cId="3892388951" sldId="294"/>
            <ac:spMk id="34" creationId="{711B747D-D7B5-45F3-AC73-50C1519A37DC}"/>
          </ac:spMkLst>
        </pc:spChg>
        <pc:spChg chg="add mod">
          <ac:chgData name="Nguyen Ngoc Mai" userId="dfc6f54c-73bd-4aa0-a81f-6a6f4a826fac" providerId="ADAL" clId="{A04796C7-7575-4E88-BDC1-AB72FDFCD8C4}" dt="2024-10-27T03:49:57.219" v="3742" actId="255"/>
          <ac:spMkLst>
            <pc:docMk/>
            <pc:sldMk cId="3892388951" sldId="294"/>
            <ac:spMk id="36" creationId="{CAD468D8-54D5-2B78-EB8F-EC8A0B788360}"/>
          </ac:spMkLst>
        </pc:spChg>
        <pc:spChg chg="add mod">
          <ac:chgData name="Nguyen Ngoc Mai" userId="dfc6f54c-73bd-4aa0-a81f-6a6f4a826fac" providerId="ADAL" clId="{A04796C7-7575-4E88-BDC1-AB72FDFCD8C4}" dt="2024-10-27T04:11:11.591" v="4122" actId="948"/>
          <ac:spMkLst>
            <pc:docMk/>
            <pc:sldMk cId="3892388951" sldId="294"/>
            <ac:spMk id="37" creationId="{BED3A503-1713-2858-067D-22B7215B8C20}"/>
          </ac:spMkLst>
        </pc:spChg>
        <pc:spChg chg="add mod">
          <ac:chgData name="Nguyen Ngoc Mai" userId="dfc6f54c-73bd-4aa0-a81f-6a6f4a826fac" providerId="ADAL" clId="{A04796C7-7575-4E88-BDC1-AB72FDFCD8C4}" dt="2024-10-27T03:48:48.036" v="3729" actId="20577"/>
          <ac:spMkLst>
            <pc:docMk/>
            <pc:sldMk cId="3892388951" sldId="294"/>
            <ac:spMk id="38" creationId="{75BB24A1-F93E-8BF5-912C-5804880BBC08}"/>
          </ac:spMkLst>
        </pc:spChg>
        <pc:spChg chg="add mod">
          <ac:chgData name="Nguyen Ngoc Mai" userId="dfc6f54c-73bd-4aa0-a81f-6a6f4a826fac" providerId="ADAL" clId="{A04796C7-7575-4E88-BDC1-AB72FDFCD8C4}" dt="2024-10-27T03:50:17.031" v="3761" actId="1076"/>
          <ac:spMkLst>
            <pc:docMk/>
            <pc:sldMk cId="3892388951" sldId="294"/>
            <ac:spMk id="39" creationId="{C056871F-9E66-2EF8-CAB2-22DA1B44E17C}"/>
          </ac:spMkLst>
        </pc:spChg>
        <pc:spChg chg="add mod">
          <ac:chgData name="Nguyen Ngoc Mai" userId="dfc6f54c-73bd-4aa0-a81f-6a6f4a826fac" providerId="ADAL" clId="{A04796C7-7575-4E88-BDC1-AB72FDFCD8C4}" dt="2024-10-27T04:11:32.122" v="4123" actId="114"/>
          <ac:spMkLst>
            <pc:docMk/>
            <pc:sldMk cId="3892388951" sldId="294"/>
            <ac:spMk id="42" creationId="{EAF9C311-727D-52CB-9875-65590756C63D}"/>
          </ac:spMkLst>
        </pc:spChg>
        <pc:spChg chg="add mod">
          <ac:chgData name="Nguyen Ngoc Mai" userId="dfc6f54c-73bd-4aa0-a81f-6a6f4a826fac" providerId="ADAL" clId="{A04796C7-7575-4E88-BDC1-AB72FDFCD8C4}" dt="2024-10-27T03:55:22.772" v="3908" actId="1076"/>
          <ac:spMkLst>
            <pc:docMk/>
            <pc:sldMk cId="3892388951" sldId="294"/>
            <ac:spMk id="44" creationId="{0A38B6E7-654B-8A69-1F0E-FB58BD1592A2}"/>
          </ac:spMkLst>
        </pc:spChg>
        <pc:spChg chg="add mod">
          <ac:chgData name="Nguyen Ngoc Mai" userId="dfc6f54c-73bd-4aa0-a81f-6a6f4a826fac" providerId="ADAL" clId="{A04796C7-7575-4E88-BDC1-AB72FDFCD8C4}" dt="2024-10-27T03:55:47.023" v="3913" actId="1076"/>
          <ac:spMkLst>
            <pc:docMk/>
            <pc:sldMk cId="3892388951" sldId="294"/>
            <ac:spMk id="46" creationId="{144976BF-CB84-B6F3-B954-49ED417B34A3}"/>
          </ac:spMkLst>
        </pc:spChg>
      </pc:sldChg>
      <pc:sldChg chg="addSp delSp modSp del mod ord setBg">
        <pc:chgData name="Nguyen Ngoc Mai" userId="dfc6f54c-73bd-4aa0-a81f-6a6f4a826fac" providerId="ADAL" clId="{A04796C7-7575-4E88-BDC1-AB72FDFCD8C4}" dt="2024-10-27T03:19:37.096" v="2880" actId="2696"/>
        <pc:sldMkLst>
          <pc:docMk/>
          <pc:sldMk cId="3053389407" sldId="295"/>
        </pc:sldMkLst>
      </pc:sldChg>
      <pc:sldChg chg="del">
        <pc:chgData name="Nguyen Ngoc Mai" userId="dfc6f54c-73bd-4aa0-a81f-6a6f4a826fac" providerId="ADAL" clId="{A04796C7-7575-4E88-BDC1-AB72FDFCD8C4}" dt="2024-10-27T04:08:30.377" v="4077" actId="2696"/>
        <pc:sldMkLst>
          <pc:docMk/>
          <pc:sldMk cId="1407207615" sldId="296"/>
        </pc:sldMkLst>
      </pc:sldChg>
      <pc:sldChg chg="del">
        <pc:chgData name="Nguyen Ngoc Mai" userId="dfc6f54c-73bd-4aa0-a81f-6a6f4a826fac" providerId="ADAL" clId="{A04796C7-7575-4E88-BDC1-AB72FDFCD8C4}" dt="2024-10-27T04:08:30.377" v="4077" actId="2696"/>
        <pc:sldMkLst>
          <pc:docMk/>
          <pc:sldMk cId="3626272075" sldId="297"/>
        </pc:sldMkLst>
      </pc:sldChg>
      <pc:sldChg chg="del">
        <pc:chgData name="Nguyen Ngoc Mai" userId="dfc6f54c-73bd-4aa0-a81f-6a6f4a826fac" providerId="ADAL" clId="{A04796C7-7575-4E88-BDC1-AB72FDFCD8C4}" dt="2024-10-27T04:08:30.377" v="4077" actId="2696"/>
        <pc:sldMkLst>
          <pc:docMk/>
          <pc:sldMk cId="245071667" sldId="298"/>
        </pc:sldMkLst>
      </pc:sldChg>
      <pc:sldChg chg="del">
        <pc:chgData name="Nguyen Ngoc Mai" userId="dfc6f54c-73bd-4aa0-a81f-6a6f4a826fac" providerId="ADAL" clId="{A04796C7-7575-4E88-BDC1-AB72FDFCD8C4}" dt="2024-10-27T04:08:30.377" v="4077" actId="2696"/>
        <pc:sldMkLst>
          <pc:docMk/>
          <pc:sldMk cId="895845495" sldId="299"/>
        </pc:sldMkLst>
      </pc:sldChg>
      <pc:sldChg chg="del">
        <pc:chgData name="Nguyen Ngoc Mai" userId="dfc6f54c-73bd-4aa0-a81f-6a6f4a826fac" providerId="ADAL" clId="{A04796C7-7575-4E88-BDC1-AB72FDFCD8C4}" dt="2024-10-27T04:08:30.377" v="4077" actId="2696"/>
        <pc:sldMkLst>
          <pc:docMk/>
          <pc:sldMk cId="4127914250" sldId="300"/>
        </pc:sldMkLst>
      </pc:sldChg>
      <pc:sldChg chg="del">
        <pc:chgData name="Nguyen Ngoc Mai" userId="dfc6f54c-73bd-4aa0-a81f-6a6f4a826fac" providerId="ADAL" clId="{A04796C7-7575-4E88-BDC1-AB72FDFCD8C4}" dt="2024-10-27T04:08:30.377" v="4077" actId="2696"/>
        <pc:sldMkLst>
          <pc:docMk/>
          <pc:sldMk cId="3440597297" sldId="301"/>
        </pc:sldMkLst>
      </pc:sldChg>
      <pc:sldChg chg="del">
        <pc:chgData name="Nguyen Ngoc Mai" userId="dfc6f54c-73bd-4aa0-a81f-6a6f4a826fac" providerId="ADAL" clId="{A04796C7-7575-4E88-BDC1-AB72FDFCD8C4}" dt="2024-10-27T04:08:30.377" v="4077" actId="2696"/>
        <pc:sldMkLst>
          <pc:docMk/>
          <pc:sldMk cId="50310172" sldId="302"/>
        </pc:sldMkLst>
      </pc:sldChg>
      <pc:sldChg chg="del">
        <pc:chgData name="Nguyen Ngoc Mai" userId="dfc6f54c-73bd-4aa0-a81f-6a6f4a826fac" providerId="ADAL" clId="{A04796C7-7575-4E88-BDC1-AB72FDFCD8C4}" dt="2024-10-27T04:08:30.377" v="4077" actId="2696"/>
        <pc:sldMkLst>
          <pc:docMk/>
          <pc:sldMk cId="1068695931" sldId="303"/>
        </pc:sldMkLst>
      </pc:sldChg>
      <pc:sldChg chg="del">
        <pc:chgData name="Nguyen Ngoc Mai" userId="dfc6f54c-73bd-4aa0-a81f-6a6f4a826fac" providerId="ADAL" clId="{A04796C7-7575-4E88-BDC1-AB72FDFCD8C4}" dt="2024-10-27T04:08:30.377" v="4077" actId="2696"/>
        <pc:sldMkLst>
          <pc:docMk/>
          <pc:sldMk cId="900734621" sldId="304"/>
        </pc:sldMkLst>
      </pc:sldChg>
      <pc:sldChg chg="del">
        <pc:chgData name="Nguyen Ngoc Mai" userId="dfc6f54c-73bd-4aa0-a81f-6a6f4a826fac" providerId="ADAL" clId="{A04796C7-7575-4E88-BDC1-AB72FDFCD8C4}" dt="2024-10-27T04:08:30.377" v="4077" actId="2696"/>
        <pc:sldMkLst>
          <pc:docMk/>
          <pc:sldMk cId="1829165006" sldId="329"/>
        </pc:sldMkLst>
      </pc:sldChg>
      <pc:sldChg chg="del">
        <pc:chgData name="Nguyen Ngoc Mai" userId="dfc6f54c-73bd-4aa0-a81f-6a6f4a826fac" providerId="ADAL" clId="{A04796C7-7575-4E88-BDC1-AB72FDFCD8C4}" dt="2024-10-27T04:08:30.377" v="4077" actId="2696"/>
        <pc:sldMkLst>
          <pc:docMk/>
          <pc:sldMk cId="3398728431" sldId="330"/>
        </pc:sldMkLst>
      </pc:sldChg>
      <pc:sldChg chg="del">
        <pc:chgData name="Nguyen Ngoc Mai" userId="dfc6f54c-73bd-4aa0-a81f-6a6f4a826fac" providerId="ADAL" clId="{A04796C7-7575-4E88-BDC1-AB72FDFCD8C4}" dt="2024-10-27T04:08:30.377" v="4077" actId="2696"/>
        <pc:sldMkLst>
          <pc:docMk/>
          <pc:sldMk cId="3642726110" sldId="331"/>
        </pc:sldMkLst>
      </pc:sldChg>
      <pc:sldChg chg="del">
        <pc:chgData name="Nguyen Ngoc Mai" userId="dfc6f54c-73bd-4aa0-a81f-6a6f4a826fac" providerId="ADAL" clId="{A04796C7-7575-4E88-BDC1-AB72FDFCD8C4}" dt="2024-10-27T04:08:30.377" v="4077" actId="2696"/>
        <pc:sldMkLst>
          <pc:docMk/>
          <pc:sldMk cId="2416481926" sldId="332"/>
        </pc:sldMkLst>
      </pc:sldChg>
      <pc:sldChg chg="del">
        <pc:chgData name="Nguyen Ngoc Mai" userId="dfc6f54c-73bd-4aa0-a81f-6a6f4a826fac" providerId="ADAL" clId="{A04796C7-7575-4E88-BDC1-AB72FDFCD8C4}" dt="2024-10-27T04:08:30.377" v="4077" actId="2696"/>
        <pc:sldMkLst>
          <pc:docMk/>
          <pc:sldMk cId="1141999265" sldId="333"/>
        </pc:sldMkLst>
      </pc:sldChg>
      <pc:sldChg chg="del">
        <pc:chgData name="Nguyen Ngoc Mai" userId="dfc6f54c-73bd-4aa0-a81f-6a6f4a826fac" providerId="ADAL" clId="{A04796C7-7575-4E88-BDC1-AB72FDFCD8C4}" dt="2024-10-27T04:08:30.377" v="4077" actId="2696"/>
        <pc:sldMkLst>
          <pc:docMk/>
          <pc:sldMk cId="182968773" sldId="334"/>
        </pc:sldMkLst>
      </pc:sldChg>
      <pc:sldChg chg="del">
        <pc:chgData name="Nguyen Ngoc Mai" userId="dfc6f54c-73bd-4aa0-a81f-6a6f4a826fac" providerId="ADAL" clId="{A04796C7-7575-4E88-BDC1-AB72FDFCD8C4}" dt="2024-10-27T04:08:30.377" v="4077" actId="2696"/>
        <pc:sldMkLst>
          <pc:docMk/>
          <pc:sldMk cId="386913523" sldId="335"/>
        </pc:sldMkLst>
      </pc:sldChg>
      <pc:sldChg chg="add del">
        <pc:chgData name="Nguyen Ngoc Mai" userId="dfc6f54c-73bd-4aa0-a81f-6a6f4a826fac" providerId="ADAL" clId="{A04796C7-7575-4E88-BDC1-AB72FDFCD8C4}" dt="2024-10-27T04:08:30.377" v="4077" actId="2696"/>
        <pc:sldMkLst>
          <pc:docMk/>
          <pc:sldMk cId="3517058597" sldId="336"/>
        </pc:sldMkLst>
      </pc:sldChg>
      <pc:sldChg chg="addSp delSp modSp add mod ord">
        <pc:chgData name="Nguyen Ngoc Mai" userId="dfc6f54c-73bd-4aa0-a81f-6a6f4a826fac" providerId="ADAL" clId="{A04796C7-7575-4E88-BDC1-AB72FDFCD8C4}" dt="2024-10-27T04:09:23.660" v="4107" actId="1076"/>
        <pc:sldMkLst>
          <pc:docMk/>
          <pc:sldMk cId="1656749316" sldId="337"/>
        </pc:sldMkLst>
        <pc:spChg chg="mod topLvl">
          <ac:chgData name="Nguyen Ngoc Mai" userId="dfc6f54c-73bd-4aa0-a81f-6a6f4a826fac" providerId="ADAL" clId="{A04796C7-7575-4E88-BDC1-AB72FDFCD8C4}" dt="2024-10-25T03:54:41.786" v="1181" actId="1076"/>
          <ac:spMkLst>
            <pc:docMk/>
            <pc:sldMk cId="1656749316" sldId="337"/>
            <ac:spMk id="11" creationId="{81D3AB01-BBFD-1B7E-C58F-F21F41F17DDC}"/>
          </ac:spMkLst>
        </pc:spChg>
        <pc:spChg chg="mod">
          <ac:chgData name="Nguyen Ngoc Mai" userId="dfc6f54c-73bd-4aa0-a81f-6a6f4a826fac" providerId="ADAL" clId="{A04796C7-7575-4E88-BDC1-AB72FDFCD8C4}" dt="2024-10-27T04:09:23.660" v="4107" actId="1076"/>
          <ac:spMkLst>
            <pc:docMk/>
            <pc:sldMk cId="1656749316" sldId="337"/>
            <ac:spMk id="38" creationId="{C19B4537-ECFC-04AD-E8D3-CDD8A02AEABC}"/>
          </ac:spMkLst>
        </pc:spChg>
        <pc:spChg chg="mod">
          <ac:chgData name="Nguyen Ngoc Mai" userId="dfc6f54c-73bd-4aa0-a81f-6a6f4a826fac" providerId="ADAL" clId="{A04796C7-7575-4E88-BDC1-AB72FDFCD8C4}" dt="2024-10-27T04:09:23.660" v="4107" actId="1076"/>
          <ac:spMkLst>
            <pc:docMk/>
            <pc:sldMk cId="1656749316" sldId="337"/>
            <ac:spMk id="39" creationId="{B777D744-76D3-1E2B-88EB-FD0883F1F894}"/>
          </ac:spMkLst>
        </pc:spChg>
        <pc:spChg chg="mod">
          <ac:chgData name="Nguyen Ngoc Mai" userId="dfc6f54c-73bd-4aa0-a81f-6a6f4a826fac" providerId="ADAL" clId="{A04796C7-7575-4E88-BDC1-AB72FDFCD8C4}" dt="2024-10-27T04:09:23.660" v="4107" actId="1076"/>
          <ac:spMkLst>
            <pc:docMk/>
            <pc:sldMk cId="1656749316" sldId="337"/>
            <ac:spMk id="40" creationId="{3C8980D2-23F4-0E15-6F41-7BAD29C1F212}"/>
          </ac:spMkLst>
        </pc:spChg>
        <pc:spChg chg="mod">
          <ac:chgData name="Nguyen Ngoc Mai" userId="dfc6f54c-73bd-4aa0-a81f-6a6f4a826fac" providerId="ADAL" clId="{A04796C7-7575-4E88-BDC1-AB72FDFCD8C4}" dt="2024-10-27T04:09:23.660" v="4107" actId="1076"/>
          <ac:spMkLst>
            <pc:docMk/>
            <pc:sldMk cId="1656749316" sldId="337"/>
            <ac:spMk id="41" creationId="{F8F59EF3-E19A-7D5D-7E0E-E2AD5AEBC2BF}"/>
          </ac:spMkLst>
        </pc:spChg>
        <pc:spChg chg="mod">
          <ac:chgData name="Nguyen Ngoc Mai" userId="dfc6f54c-73bd-4aa0-a81f-6a6f4a826fac" providerId="ADAL" clId="{A04796C7-7575-4E88-BDC1-AB72FDFCD8C4}" dt="2024-10-27T04:09:23.660" v="4107" actId="1076"/>
          <ac:spMkLst>
            <pc:docMk/>
            <pc:sldMk cId="1656749316" sldId="337"/>
            <ac:spMk id="42" creationId="{4BEA0E0A-FAEC-5F00-40AA-29654C885B8F}"/>
          </ac:spMkLst>
        </pc:spChg>
        <pc:spChg chg="mod">
          <ac:chgData name="Nguyen Ngoc Mai" userId="dfc6f54c-73bd-4aa0-a81f-6a6f4a826fac" providerId="ADAL" clId="{A04796C7-7575-4E88-BDC1-AB72FDFCD8C4}" dt="2024-10-27T04:09:23.660" v="4107" actId="1076"/>
          <ac:spMkLst>
            <pc:docMk/>
            <pc:sldMk cId="1656749316" sldId="337"/>
            <ac:spMk id="43" creationId="{EBA693D8-669C-2A45-D3A4-E075D4E531CC}"/>
          </ac:spMkLst>
        </pc:spChg>
        <pc:spChg chg="mod">
          <ac:chgData name="Nguyen Ngoc Mai" userId="dfc6f54c-73bd-4aa0-a81f-6a6f4a826fac" providerId="ADAL" clId="{A04796C7-7575-4E88-BDC1-AB72FDFCD8C4}" dt="2024-10-27T04:09:16.189" v="4106" actId="1076"/>
          <ac:spMkLst>
            <pc:docMk/>
            <pc:sldMk cId="1656749316" sldId="337"/>
            <ac:spMk id="52" creationId="{1168E99D-423E-C010-49A1-3B122D6EBA86}"/>
          </ac:spMkLst>
        </pc:spChg>
        <pc:spChg chg="mod">
          <ac:chgData name="Nguyen Ngoc Mai" userId="dfc6f54c-73bd-4aa0-a81f-6a6f4a826fac" providerId="ADAL" clId="{A04796C7-7575-4E88-BDC1-AB72FDFCD8C4}" dt="2024-10-25T03:49:29.015" v="1068" actId="1076"/>
          <ac:spMkLst>
            <pc:docMk/>
            <pc:sldMk cId="1656749316" sldId="337"/>
            <ac:spMk id="67" creationId="{2DB3640A-D202-99C7-848C-EB8E418D034A}"/>
          </ac:spMkLst>
        </pc:spChg>
        <pc:picChg chg="add mod">
          <ac:chgData name="Nguyen Ngoc Mai" userId="dfc6f54c-73bd-4aa0-a81f-6a6f4a826fac" providerId="ADAL" clId="{A04796C7-7575-4E88-BDC1-AB72FDFCD8C4}" dt="2024-10-27T04:09:23.660" v="4107" actId="1076"/>
          <ac:picMkLst>
            <pc:docMk/>
            <pc:sldMk cId="1656749316" sldId="337"/>
            <ac:picMk id="44" creationId="{C63783A7-3D8C-BBDB-1D74-9BB696F1121E}"/>
          </ac:picMkLst>
        </pc:picChg>
        <pc:picChg chg="add mod">
          <ac:chgData name="Nguyen Ngoc Mai" userId="dfc6f54c-73bd-4aa0-a81f-6a6f4a826fac" providerId="ADAL" clId="{A04796C7-7575-4E88-BDC1-AB72FDFCD8C4}" dt="2024-10-27T04:09:23.660" v="4107" actId="1076"/>
          <ac:picMkLst>
            <pc:docMk/>
            <pc:sldMk cId="1656749316" sldId="337"/>
            <ac:picMk id="46" creationId="{89DA5E86-8B7C-F77F-114B-CA3CF483CCE7}"/>
          </ac:picMkLst>
        </pc:picChg>
        <pc:picChg chg="add mod">
          <ac:chgData name="Nguyen Ngoc Mai" userId="dfc6f54c-73bd-4aa0-a81f-6a6f4a826fac" providerId="ADAL" clId="{A04796C7-7575-4E88-BDC1-AB72FDFCD8C4}" dt="2024-10-25T03:50:51.397" v="1073"/>
          <ac:picMkLst>
            <pc:docMk/>
            <pc:sldMk cId="1656749316" sldId="337"/>
            <ac:picMk id="1026" creationId="{3049CC0E-D329-6279-FDE4-F2904A48D630}"/>
          </ac:picMkLst>
        </pc:picChg>
      </pc:sldChg>
      <pc:sldChg chg="addSp delSp modSp add mod">
        <pc:chgData name="Nguyen Ngoc Mai" userId="dfc6f54c-73bd-4aa0-a81f-6a6f4a826fac" providerId="ADAL" clId="{A04796C7-7575-4E88-BDC1-AB72FDFCD8C4}" dt="2024-10-25T04:08:39.294" v="1460" actId="20577"/>
        <pc:sldMkLst>
          <pc:docMk/>
          <pc:sldMk cId="3657118620" sldId="338"/>
        </pc:sldMkLst>
        <pc:spChg chg="add mod">
          <ac:chgData name="Nguyen Ngoc Mai" userId="dfc6f54c-73bd-4aa0-a81f-6a6f4a826fac" providerId="ADAL" clId="{A04796C7-7575-4E88-BDC1-AB72FDFCD8C4}" dt="2024-10-25T03:58:15.905" v="1332" actId="113"/>
          <ac:spMkLst>
            <pc:docMk/>
            <pc:sldMk cId="3657118620" sldId="338"/>
            <ac:spMk id="2" creationId="{A0970159-BB72-758F-A8B1-0A4ECE1D6616}"/>
          </ac:spMkLst>
        </pc:spChg>
        <pc:spChg chg="mod">
          <ac:chgData name="Nguyen Ngoc Mai" userId="dfc6f54c-73bd-4aa0-a81f-6a6f4a826fac" providerId="ADAL" clId="{A04796C7-7575-4E88-BDC1-AB72FDFCD8C4}" dt="2024-10-25T04:00:17.112" v="1365" actId="207"/>
          <ac:spMkLst>
            <pc:docMk/>
            <pc:sldMk cId="3657118620" sldId="338"/>
            <ac:spMk id="11" creationId="{A8AC5782-4AEC-B22F-19B4-F62923C8FBD5}"/>
          </ac:spMkLst>
        </pc:spChg>
        <pc:spChg chg="mod">
          <ac:chgData name="Nguyen Ngoc Mai" userId="dfc6f54c-73bd-4aa0-a81f-6a6f4a826fac" providerId="ADAL" clId="{A04796C7-7575-4E88-BDC1-AB72FDFCD8C4}" dt="2024-10-25T04:00:24.891" v="1366" actId="207"/>
          <ac:spMkLst>
            <pc:docMk/>
            <pc:sldMk cId="3657118620" sldId="338"/>
            <ac:spMk id="12" creationId="{5551F750-FE04-22CA-2DA8-B5A703EF1B3D}"/>
          </ac:spMkLst>
        </pc:spChg>
        <pc:spChg chg="mod">
          <ac:chgData name="Nguyen Ngoc Mai" userId="dfc6f54c-73bd-4aa0-a81f-6a6f4a826fac" providerId="ADAL" clId="{A04796C7-7575-4E88-BDC1-AB72FDFCD8C4}" dt="2024-10-25T04:00:24.891" v="1366" actId="207"/>
          <ac:spMkLst>
            <pc:docMk/>
            <pc:sldMk cId="3657118620" sldId="338"/>
            <ac:spMk id="13" creationId="{F75FB499-A4E9-8D87-8C37-6FFA50952BF8}"/>
          </ac:spMkLst>
        </pc:spChg>
        <pc:spChg chg="mod">
          <ac:chgData name="Nguyen Ngoc Mai" userId="dfc6f54c-73bd-4aa0-a81f-6a6f4a826fac" providerId="ADAL" clId="{A04796C7-7575-4E88-BDC1-AB72FDFCD8C4}" dt="2024-10-25T04:00:24.891" v="1366" actId="207"/>
          <ac:spMkLst>
            <pc:docMk/>
            <pc:sldMk cId="3657118620" sldId="338"/>
            <ac:spMk id="14" creationId="{EB8AE987-F5C6-0DDB-DC02-7D9F637E3B53}"/>
          </ac:spMkLst>
        </pc:spChg>
        <pc:spChg chg="mod">
          <ac:chgData name="Nguyen Ngoc Mai" userId="dfc6f54c-73bd-4aa0-a81f-6a6f4a826fac" providerId="ADAL" clId="{A04796C7-7575-4E88-BDC1-AB72FDFCD8C4}" dt="2024-10-25T04:00:24.891" v="1366" actId="207"/>
          <ac:spMkLst>
            <pc:docMk/>
            <pc:sldMk cId="3657118620" sldId="338"/>
            <ac:spMk id="15" creationId="{3BE6BB85-4894-93EF-BEBA-7D86B34D3D1F}"/>
          </ac:spMkLst>
        </pc:spChg>
        <pc:spChg chg="mod">
          <ac:chgData name="Nguyen Ngoc Mai" userId="dfc6f54c-73bd-4aa0-a81f-6a6f4a826fac" providerId="ADAL" clId="{A04796C7-7575-4E88-BDC1-AB72FDFCD8C4}" dt="2024-10-25T04:07:00.210" v="1441" actId="1076"/>
          <ac:spMkLst>
            <pc:docMk/>
            <pc:sldMk cId="3657118620" sldId="338"/>
            <ac:spMk id="16" creationId="{34853326-D0CF-3290-902E-28D46CC9DE22}"/>
          </ac:spMkLst>
        </pc:spChg>
        <pc:spChg chg="mod">
          <ac:chgData name="Nguyen Ngoc Mai" userId="dfc6f54c-73bd-4aa0-a81f-6a6f4a826fac" providerId="ADAL" clId="{A04796C7-7575-4E88-BDC1-AB72FDFCD8C4}" dt="2024-10-25T04:07:00.210" v="1441" actId="1076"/>
          <ac:spMkLst>
            <pc:docMk/>
            <pc:sldMk cId="3657118620" sldId="338"/>
            <ac:spMk id="17" creationId="{17293A50-C5AF-D980-4441-F65A274E4651}"/>
          </ac:spMkLst>
        </pc:spChg>
        <pc:spChg chg="mod">
          <ac:chgData name="Nguyen Ngoc Mai" userId="dfc6f54c-73bd-4aa0-a81f-6a6f4a826fac" providerId="ADAL" clId="{A04796C7-7575-4E88-BDC1-AB72FDFCD8C4}" dt="2024-10-25T04:04:57.519" v="1427" actId="1076"/>
          <ac:spMkLst>
            <pc:docMk/>
            <pc:sldMk cId="3657118620" sldId="338"/>
            <ac:spMk id="19" creationId="{9F68230B-8E87-2FC2-2C56-981EA050A892}"/>
          </ac:spMkLst>
        </pc:spChg>
        <pc:spChg chg="mod">
          <ac:chgData name="Nguyen Ngoc Mai" userId="dfc6f54c-73bd-4aa0-a81f-6a6f4a826fac" providerId="ADAL" clId="{A04796C7-7575-4E88-BDC1-AB72FDFCD8C4}" dt="2024-10-25T04:04:53.480" v="1426" actId="1076"/>
          <ac:spMkLst>
            <pc:docMk/>
            <pc:sldMk cId="3657118620" sldId="338"/>
            <ac:spMk id="20" creationId="{389573AC-E025-086A-5A48-216828303FC4}"/>
          </ac:spMkLst>
        </pc:spChg>
        <pc:spChg chg="mod">
          <ac:chgData name="Nguyen Ngoc Mai" userId="dfc6f54c-73bd-4aa0-a81f-6a6f4a826fac" providerId="ADAL" clId="{A04796C7-7575-4E88-BDC1-AB72FDFCD8C4}" dt="2024-10-25T04:08:39.294" v="1460" actId="20577"/>
          <ac:spMkLst>
            <pc:docMk/>
            <pc:sldMk cId="3657118620" sldId="338"/>
            <ac:spMk id="22" creationId="{790F94EF-58FF-8F56-7998-8F292EDF5653}"/>
          </ac:spMkLst>
        </pc:spChg>
        <pc:spChg chg="mod">
          <ac:chgData name="Nguyen Ngoc Mai" userId="dfc6f54c-73bd-4aa0-a81f-6a6f4a826fac" providerId="ADAL" clId="{A04796C7-7575-4E88-BDC1-AB72FDFCD8C4}" dt="2024-10-25T04:04:40.839" v="1423" actId="1076"/>
          <ac:spMkLst>
            <pc:docMk/>
            <pc:sldMk cId="3657118620" sldId="338"/>
            <ac:spMk id="23" creationId="{F3682D3B-4399-E48A-6EC5-78BCA912D1FE}"/>
          </ac:spMkLst>
        </pc:spChg>
        <pc:spChg chg="mod">
          <ac:chgData name="Nguyen Ngoc Mai" userId="dfc6f54c-73bd-4aa0-a81f-6a6f4a826fac" providerId="ADAL" clId="{A04796C7-7575-4E88-BDC1-AB72FDFCD8C4}" dt="2024-10-25T04:07:06.681" v="1442" actId="1076"/>
          <ac:spMkLst>
            <pc:docMk/>
            <pc:sldMk cId="3657118620" sldId="338"/>
            <ac:spMk id="26" creationId="{42EACE1E-EDFC-C5D1-7237-917B9A74F718}"/>
          </ac:spMkLst>
        </pc:spChg>
        <pc:spChg chg="mod">
          <ac:chgData name="Nguyen Ngoc Mai" userId="dfc6f54c-73bd-4aa0-a81f-6a6f4a826fac" providerId="ADAL" clId="{A04796C7-7575-4E88-BDC1-AB72FDFCD8C4}" dt="2024-10-25T04:07:09.909" v="1443" actId="1076"/>
          <ac:spMkLst>
            <pc:docMk/>
            <pc:sldMk cId="3657118620" sldId="338"/>
            <ac:spMk id="27" creationId="{A09889D3-18C2-62F4-9C20-8FDDC81C5112}"/>
          </ac:spMkLst>
        </pc:spChg>
        <pc:spChg chg="mod">
          <ac:chgData name="Nguyen Ngoc Mai" userId="dfc6f54c-73bd-4aa0-a81f-6a6f4a826fac" providerId="ADAL" clId="{A04796C7-7575-4E88-BDC1-AB72FDFCD8C4}" dt="2024-10-25T03:57:08.414" v="1288" actId="1076"/>
          <ac:spMkLst>
            <pc:docMk/>
            <pc:sldMk cId="3657118620" sldId="338"/>
            <ac:spMk id="34" creationId="{26C33E08-DEF2-0F52-4775-6062787B23A2}"/>
          </ac:spMkLst>
        </pc:spChg>
        <pc:grpChg chg="mod">
          <ac:chgData name="Nguyen Ngoc Mai" userId="dfc6f54c-73bd-4aa0-a81f-6a6f4a826fac" providerId="ADAL" clId="{A04796C7-7575-4E88-BDC1-AB72FDFCD8C4}" dt="2024-10-25T04:07:00.210" v="1441" actId="1076"/>
          <ac:grpSpMkLst>
            <pc:docMk/>
            <pc:sldMk cId="3657118620" sldId="338"/>
            <ac:grpSpMk id="3" creationId="{53AD0DAC-5639-F13C-C9ED-EFF5DF60FDBF}"/>
          </ac:grpSpMkLst>
        </pc:grpChg>
        <pc:grpChg chg="mod">
          <ac:chgData name="Nguyen Ngoc Mai" userId="dfc6f54c-73bd-4aa0-a81f-6a6f4a826fac" providerId="ADAL" clId="{A04796C7-7575-4E88-BDC1-AB72FDFCD8C4}" dt="2024-10-25T04:07:00.210" v="1441" actId="1076"/>
          <ac:grpSpMkLst>
            <pc:docMk/>
            <pc:sldMk cId="3657118620" sldId="338"/>
            <ac:grpSpMk id="8" creationId="{112A265D-3E0F-4C83-1444-87010BB315ED}"/>
          </ac:grpSpMkLst>
        </pc:grpChg>
        <pc:grpChg chg="mod">
          <ac:chgData name="Nguyen Ngoc Mai" userId="dfc6f54c-73bd-4aa0-a81f-6a6f4a826fac" providerId="ADAL" clId="{A04796C7-7575-4E88-BDC1-AB72FDFCD8C4}" dt="2024-10-25T04:07:00.210" v="1441" actId="1076"/>
          <ac:grpSpMkLst>
            <pc:docMk/>
            <pc:sldMk cId="3657118620" sldId="338"/>
            <ac:grpSpMk id="18" creationId="{C0117153-86B6-88CB-B770-DF0E41AD99B7}"/>
          </ac:grpSpMkLst>
        </pc:grpChg>
        <pc:grpChg chg="mod">
          <ac:chgData name="Nguyen Ngoc Mai" userId="dfc6f54c-73bd-4aa0-a81f-6a6f4a826fac" providerId="ADAL" clId="{A04796C7-7575-4E88-BDC1-AB72FDFCD8C4}" dt="2024-10-25T04:07:00.210" v="1441" actId="1076"/>
          <ac:grpSpMkLst>
            <pc:docMk/>
            <pc:sldMk cId="3657118620" sldId="338"/>
            <ac:grpSpMk id="21" creationId="{CEBDD484-4BA5-2E7B-C0D2-5DB7071C850C}"/>
          </ac:grpSpMkLst>
        </pc:grpChg>
        <pc:picChg chg="add mod">
          <ac:chgData name="Nguyen Ngoc Mai" userId="dfc6f54c-73bd-4aa0-a81f-6a6f4a826fac" providerId="ADAL" clId="{A04796C7-7575-4E88-BDC1-AB72FDFCD8C4}" dt="2024-10-25T04:07:17.067" v="1446" actId="1076"/>
          <ac:picMkLst>
            <pc:docMk/>
            <pc:sldMk cId="3657118620" sldId="338"/>
            <ac:picMk id="2052" creationId="{C00DD5E1-20B8-A08C-D702-61056CCB0FD6}"/>
          </ac:picMkLst>
        </pc:picChg>
        <pc:picChg chg="add mod">
          <ac:chgData name="Nguyen Ngoc Mai" userId="dfc6f54c-73bd-4aa0-a81f-6a6f4a826fac" providerId="ADAL" clId="{A04796C7-7575-4E88-BDC1-AB72FDFCD8C4}" dt="2024-10-25T04:08:21.905" v="1455" actId="1076"/>
          <ac:picMkLst>
            <pc:docMk/>
            <pc:sldMk cId="3657118620" sldId="338"/>
            <ac:picMk id="2054" creationId="{2F2F8781-9680-0C75-D011-7BDC1B2982DC}"/>
          </ac:picMkLst>
        </pc:picChg>
      </pc:sldChg>
      <pc:sldChg chg="new del">
        <pc:chgData name="Nguyen Ngoc Mai" userId="dfc6f54c-73bd-4aa0-a81f-6a6f4a826fac" providerId="ADAL" clId="{A04796C7-7575-4E88-BDC1-AB72FDFCD8C4}" dt="2024-10-25T04:24:21.191" v="1646" actId="680"/>
        <pc:sldMkLst>
          <pc:docMk/>
          <pc:sldMk cId="926388045" sldId="339"/>
        </pc:sldMkLst>
      </pc:sldChg>
      <pc:sldChg chg="add">
        <pc:chgData name="Nguyen Ngoc Mai" userId="dfc6f54c-73bd-4aa0-a81f-6a6f4a826fac" providerId="ADAL" clId="{A04796C7-7575-4E88-BDC1-AB72FDFCD8C4}" dt="2024-10-27T03:18:40.223" v="2865" actId="2890"/>
        <pc:sldMkLst>
          <pc:docMk/>
          <pc:sldMk cId="1930693338" sldId="339"/>
        </pc:sldMkLst>
      </pc:sldChg>
      <pc:sldChg chg="addSp delSp modSp add mod">
        <pc:chgData name="Nguyen Ngoc Mai" userId="dfc6f54c-73bd-4aa0-a81f-6a6f4a826fac" providerId="ADAL" clId="{A04796C7-7575-4E88-BDC1-AB72FDFCD8C4}" dt="2024-10-27T04:08:05.762" v="4076" actId="1076"/>
        <pc:sldMkLst>
          <pc:docMk/>
          <pc:sldMk cId="4092492448" sldId="340"/>
        </pc:sldMkLst>
        <pc:spChg chg="add mod">
          <ac:chgData name="Nguyen Ngoc Mai" userId="dfc6f54c-73bd-4aa0-a81f-6a6f4a826fac" providerId="ADAL" clId="{A04796C7-7575-4E88-BDC1-AB72FDFCD8C4}" dt="2024-10-27T04:00:46.999" v="4013" actId="1076"/>
          <ac:spMkLst>
            <pc:docMk/>
            <pc:sldMk cId="4092492448" sldId="340"/>
            <ac:spMk id="4" creationId="{D4C0EC8C-DEC5-BB53-D4E8-2609FB02D337}"/>
          </ac:spMkLst>
        </pc:spChg>
        <pc:spChg chg="mod">
          <ac:chgData name="Nguyen Ngoc Mai" userId="dfc6f54c-73bd-4aa0-a81f-6a6f4a826fac" providerId="ADAL" clId="{A04796C7-7575-4E88-BDC1-AB72FDFCD8C4}" dt="2024-10-27T04:00:46.999" v="4013" actId="1076"/>
          <ac:spMkLst>
            <pc:docMk/>
            <pc:sldMk cId="4092492448" sldId="340"/>
            <ac:spMk id="31" creationId="{3E163E5C-240E-8C08-0C84-018DE9CE437B}"/>
          </ac:spMkLst>
        </pc:spChg>
        <pc:spChg chg="mod">
          <ac:chgData name="Nguyen Ngoc Mai" userId="dfc6f54c-73bd-4aa0-a81f-6a6f4a826fac" providerId="ADAL" clId="{A04796C7-7575-4E88-BDC1-AB72FDFCD8C4}" dt="2024-10-27T03:59:02.670" v="3964" actId="255"/>
          <ac:spMkLst>
            <pc:docMk/>
            <pc:sldMk cId="4092492448" sldId="340"/>
            <ac:spMk id="34" creationId="{0EDBC4C4-9A73-A0E5-8D83-A29C2C14A7A9}"/>
          </ac:spMkLst>
        </pc:spChg>
        <pc:spChg chg="mod">
          <ac:chgData name="Nguyen Ngoc Mai" userId="dfc6f54c-73bd-4aa0-a81f-6a6f4a826fac" providerId="ADAL" clId="{A04796C7-7575-4E88-BDC1-AB72FDFCD8C4}" dt="2024-10-27T04:00:46.999" v="4013" actId="1076"/>
          <ac:spMkLst>
            <pc:docMk/>
            <pc:sldMk cId="4092492448" sldId="340"/>
            <ac:spMk id="36" creationId="{C5DADCB8-E4D2-A257-BC5C-5F71C2C02B07}"/>
          </ac:spMkLst>
        </pc:spChg>
        <pc:spChg chg="mod">
          <ac:chgData name="Nguyen Ngoc Mai" userId="dfc6f54c-73bd-4aa0-a81f-6a6f4a826fac" providerId="ADAL" clId="{A04796C7-7575-4E88-BDC1-AB72FDFCD8C4}" dt="2024-10-27T04:02:46.116" v="4047" actId="948"/>
          <ac:spMkLst>
            <pc:docMk/>
            <pc:sldMk cId="4092492448" sldId="340"/>
            <ac:spMk id="42" creationId="{6722A10F-1C6A-6322-BFE0-9821485E12F6}"/>
          </ac:spMkLst>
        </pc:spChg>
      </pc:sldChg>
      <pc:sldChg chg="modSp add mod setBg">
        <pc:chgData name="Nguyen Ngoc Mai" userId="dfc6f54c-73bd-4aa0-a81f-6a6f4a826fac" providerId="ADAL" clId="{A04796C7-7575-4E88-BDC1-AB72FDFCD8C4}" dt="2024-10-27T04:08:46.859" v="4102" actId="20577"/>
        <pc:sldMkLst>
          <pc:docMk/>
          <pc:sldMk cId="2087076039" sldId="341"/>
        </pc:sldMkLst>
        <pc:spChg chg="mod">
          <ac:chgData name="Nguyen Ngoc Mai" userId="dfc6f54c-73bd-4aa0-a81f-6a6f4a826fac" providerId="ADAL" clId="{A04796C7-7575-4E88-BDC1-AB72FDFCD8C4}" dt="2024-10-27T04:08:46.859" v="4102" actId="20577"/>
          <ac:spMkLst>
            <pc:docMk/>
            <pc:sldMk cId="2087076039" sldId="341"/>
            <ac:spMk id="163" creationId="{E0C9C4DC-DB3F-23EF-5CAC-B0F2C621CB7A}"/>
          </ac:spMkLst>
        </pc:spChg>
      </pc:sldChg>
      <pc:sldMasterChg chg="delSldLayout">
        <pc:chgData name="Nguyen Ngoc Mai" userId="dfc6f54c-73bd-4aa0-a81f-6a6f4a826fac" providerId="ADAL" clId="{A04796C7-7575-4E88-BDC1-AB72FDFCD8C4}" dt="2024-10-27T04:08:30.377" v="4077" actId="2696"/>
        <pc:sldMasterMkLst>
          <pc:docMk/>
          <pc:sldMasterMk cId="2670174220" sldId="2147483652"/>
        </pc:sldMasterMkLst>
        <pc:sldLayoutChg chg="del">
          <pc:chgData name="Nguyen Ngoc Mai" userId="dfc6f54c-73bd-4aa0-a81f-6a6f4a826fac" providerId="ADAL" clId="{A04796C7-7575-4E88-BDC1-AB72FDFCD8C4}" dt="2024-10-27T04:08:30.377" v="4077" actId="2696"/>
          <pc:sldLayoutMkLst>
            <pc:docMk/>
            <pc:sldMasterMk cId="2670174220" sldId="2147483652"/>
            <pc:sldLayoutMk cId="2132057755" sldId="2147483732"/>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489078219" sldId="2147483733"/>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2852074685" sldId="2147483734"/>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30352488" sldId="2147483744"/>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748612090" sldId="2147483745"/>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625572326" sldId="2147483746"/>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503587441" sldId="2147483747"/>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2250615247" sldId="2147483748"/>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1598198762" sldId="2147483749"/>
          </pc:sldLayoutMkLst>
        </pc:sldLayoutChg>
      </pc:sldMasterChg>
      <pc:sldMasterChg chg="delSldLayout">
        <pc:chgData name="Nguyen Ngoc Mai" userId="dfc6f54c-73bd-4aa0-a81f-6a6f4a826fac" providerId="ADAL" clId="{A04796C7-7575-4E88-BDC1-AB72FDFCD8C4}" dt="2024-10-27T04:08:30.377" v="4077" actId="2696"/>
        <pc:sldMasterMkLst>
          <pc:docMk/>
          <pc:sldMasterMk cId="2375178107" sldId="2147483684"/>
        </pc:sldMasterMkLst>
        <pc:sldLayoutChg chg="del">
          <pc:chgData name="Nguyen Ngoc Mai" userId="dfc6f54c-73bd-4aa0-a81f-6a6f4a826fac" providerId="ADAL" clId="{A04796C7-7575-4E88-BDC1-AB72FDFCD8C4}" dt="2024-10-27T04:08:30.377" v="4077" actId="2696"/>
          <pc:sldLayoutMkLst>
            <pc:docMk/>
            <pc:sldMasterMk cId="2375178107" sldId="2147483684"/>
            <pc:sldLayoutMk cId="4220913978" sldId="2147483751"/>
          </pc:sldLayoutMkLst>
        </pc:sldLayoutChg>
      </pc:sldMasterChg>
    </pc:docChg>
  </pc:docChgLst>
  <pc:docChgLst>
    <pc:chgData name="Nguyen Thanh Toan" userId="1e223fa5-87f9-41ea-9f3d-a66f28f4937d" providerId="ADAL" clId="{51E50165-518A-448E-BF26-796BE25DBC2E}"/>
    <pc:docChg chg="undo custSel modSld">
      <pc:chgData name="Nguyen Thanh Toan" userId="1e223fa5-87f9-41ea-9f3d-a66f28f4937d" providerId="ADAL" clId="{51E50165-518A-448E-BF26-796BE25DBC2E}" dt="2024-10-28T01:49:21.889" v="458" actId="20577"/>
      <pc:docMkLst>
        <pc:docMk/>
      </pc:docMkLst>
      <pc:sldChg chg="addSp modSp mod">
        <pc:chgData name="Nguyen Thanh Toan" userId="1e223fa5-87f9-41ea-9f3d-a66f28f4937d" providerId="ADAL" clId="{51E50165-518A-448E-BF26-796BE25DBC2E}" dt="2024-10-28T01:49:21.889" v="458" actId="20577"/>
        <pc:sldMkLst>
          <pc:docMk/>
          <pc:sldMk cId="4032476198" sldId="256"/>
        </pc:sldMkLst>
        <pc:spChg chg="add mod">
          <ac:chgData name="Nguyen Thanh Toan" userId="1e223fa5-87f9-41ea-9f3d-a66f28f4937d" providerId="ADAL" clId="{51E50165-518A-448E-BF26-796BE25DBC2E}" dt="2024-10-27T04:48:33.536" v="439" actId="1076"/>
          <ac:spMkLst>
            <pc:docMk/>
            <pc:sldMk cId="4032476198" sldId="256"/>
            <ac:spMk id="2" creationId="{8D5D979D-6B8C-73C0-4F09-86379AFA337F}"/>
          </ac:spMkLst>
        </pc:spChg>
        <pc:spChg chg="mod">
          <ac:chgData name="Nguyen Thanh Toan" userId="1e223fa5-87f9-41ea-9f3d-a66f28f4937d" providerId="ADAL" clId="{51E50165-518A-448E-BF26-796BE25DBC2E}" dt="2024-10-28T01:49:21.889" v="458" actId="20577"/>
          <ac:spMkLst>
            <pc:docMk/>
            <pc:sldMk cId="4032476198" sldId="256"/>
            <ac:spMk id="14" creationId="{DF166F6B-B975-4F3C-BCF2-9971086140FB}"/>
          </ac:spMkLst>
        </pc:spChg>
        <pc:spChg chg="mod">
          <ac:chgData name="Nguyen Thanh Toan" userId="1e223fa5-87f9-41ea-9f3d-a66f28f4937d" providerId="ADAL" clId="{51E50165-518A-448E-BF26-796BE25DBC2E}" dt="2024-10-27T04:48:51.528" v="441" actId="14100"/>
          <ac:spMkLst>
            <pc:docMk/>
            <pc:sldMk cId="4032476198" sldId="256"/>
            <ac:spMk id="163" creationId="{65F9E6C9-4567-4787-9774-226004F06F9C}"/>
          </ac:spMkLst>
        </pc:spChg>
      </pc:sldChg>
      <pc:sldChg chg="modSp mod">
        <pc:chgData name="Nguyen Thanh Toan" userId="1e223fa5-87f9-41ea-9f3d-a66f28f4937d" providerId="ADAL" clId="{51E50165-518A-448E-BF26-796BE25DBC2E}" dt="2024-10-27T04:26:50.940" v="131" actId="207"/>
        <pc:sldMkLst>
          <pc:docMk/>
          <pc:sldMk cId="1100588271" sldId="261"/>
        </pc:sldMkLst>
        <pc:spChg chg="mod">
          <ac:chgData name="Nguyen Thanh Toan" userId="1e223fa5-87f9-41ea-9f3d-a66f28f4937d" providerId="ADAL" clId="{51E50165-518A-448E-BF26-796BE25DBC2E}" dt="2024-10-27T04:26:26.657" v="117" actId="20577"/>
          <ac:spMkLst>
            <pc:docMk/>
            <pc:sldMk cId="1100588271" sldId="261"/>
            <ac:spMk id="13" creationId="{C4CC7E37-8019-4D3C-FB0B-4CB90152C4DF}"/>
          </ac:spMkLst>
        </pc:spChg>
        <pc:spChg chg="mod">
          <ac:chgData name="Nguyen Thanh Toan" userId="1e223fa5-87f9-41ea-9f3d-a66f28f4937d" providerId="ADAL" clId="{51E50165-518A-448E-BF26-796BE25DBC2E}" dt="2024-10-27T04:26:50.940" v="131" actId="207"/>
          <ac:spMkLst>
            <pc:docMk/>
            <pc:sldMk cId="1100588271" sldId="261"/>
            <ac:spMk id="22" creationId="{561BF759-FD92-3A23-1FA8-6F85346B0E1A}"/>
          </ac:spMkLst>
        </pc:spChg>
      </pc:sldChg>
      <pc:sldChg chg="modSp mod">
        <pc:chgData name="Nguyen Thanh Toan" userId="1e223fa5-87f9-41ea-9f3d-a66f28f4937d" providerId="ADAL" clId="{51E50165-518A-448E-BF26-796BE25DBC2E}" dt="2024-10-27T04:23:03.620" v="114" actId="14100"/>
        <pc:sldMkLst>
          <pc:docMk/>
          <pc:sldMk cId="3833042748" sldId="285"/>
        </pc:sldMkLst>
        <pc:spChg chg="mod">
          <ac:chgData name="Nguyen Thanh Toan" userId="1e223fa5-87f9-41ea-9f3d-a66f28f4937d" providerId="ADAL" clId="{51E50165-518A-448E-BF26-796BE25DBC2E}" dt="2024-10-27T04:22:46.724" v="113" actId="20577"/>
          <ac:spMkLst>
            <pc:docMk/>
            <pc:sldMk cId="3833042748" sldId="285"/>
            <ac:spMk id="31" creationId="{152E4C77-B44C-C41A-4E40-D5BB49A99EBD}"/>
          </ac:spMkLst>
        </pc:spChg>
        <pc:spChg chg="mod">
          <ac:chgData name="Nguyen Thanh Toan" userId="1e223fa5-87f9-41ea-9f3d-a66f28f4937d" providerId="ADAL" clId="{51E50165-518A-448E-BF26-796BE25DBC2E}" dt="2024-10-27T04:23:03.620" v="114" actId="14100"/>
          <ac:spMkLst>
            <pc:docMk/>
            <pc:sldMk cId="3833042748" sldId="285"/>
            <ac:spMk id="44" creationId="{49C0346B-39BC-FC39-E496-F7F16E96DFAE}"/>
          </ac:spMkLst>
        </pc:spChg>
      </pc:sldChg>
      <pc:sldChg chg="modSp mod">
        <pc:chgData name="Nguyen Thanh Toan" userId="1e223fa5-87f9-41ea-9f3d-a66f28f4937d" providerId="ADAL" clId="{51E50165-518A-448E-BF26-796BE25DBC2E}" dt="2024-10-27T04:27:33.331" v="141" actId="20577"/>
        <pc:sldMkLst>
          <pc:docMk/>
          <pc:sldMk cId="3892388951" sldId="294"/>
        </pc:sldMkLst>
        <pc:spChg chg="mod">
          <ac:chgData name="Nguyen Thanh Toan" userId="1e223fa5-87f9-41ea-9f3d-a66f28f4937d" providerId="ADAL" clId="{51E50165-518A-448E-BF26-796BE25DBC2E}" dt="2024-10-27T04:27:33.331" v="141" actId="20577"/>
          <ac:spMkLst>
            <pc:docMk/>
            <pc:sldMk cId="3892388951" sldId="294"/>
            <ac:spMk id="42" creationId="{EAF9C311-727D-52CB-9875-65590756C63D}"/>
          </ac:spMkLst>
        </pc:spChg>
      </pc:sldChg>
      <pc:sldChg chg="modSp mod">
        <pc:chgData name="Nguyen Thanh Toan" userId="1e223fa5-87f9-41ea-9f3d-a66f28f4937d" providerId="ADAL" clId="{51E50165-518A-448E-BF26-796BE25DBC2E}" dt="2024-10-27T04:21:21.979" v="42" actId="20577"/>
        <pc:sldMkLst>
          <pc:docMk/>
          <pc:sldMk cId="3657118620" sldId="338"/>
        </pc:sldMkLst>
        <pc:spChg chg="mod">
          <ac:chgData name="Nguyen Thanh Toan" userId="1e223fa5-87f9-41ea-9f3d-a66f28f4937d" providerId="ADAL" clId="{51E50165-518A-448E-BF26-796BE25DBC2E}" dt="2024-10-27T04:21:21.979" v="42" actId="20577"/>
          <ac:spMkLst>
            <pc:docMk/>
            <pc:sldMk cId="3657118620" sldId="338"/>
            <ac:spMk id="22" creationId="{790F94EF-58FF-8F56-7998-8F292EDF5653}"/>
          </ac:spMkLst>
        </pc:spChg>
      </pc:sldChg>
      <pc:sldChg chg="modSp mod">
        <pc:chgData name="Nguyen Thanh Toan" userId="1e223fa5-87f9-41ea-9f3d-a66f28f4937d" providerId="ADAL" clId="{51E50165-518A-448E-BF26-796BE25DBC2E}" dt="2024-10-27T04:43:06.980" v="391" actId="20577"/>
        <pc:sldMkLst>
          <pc:docMk/>
          <pc:sldMk cId="4092492448" sldId="340"/>
        </pc:sldMkLst>
        <pc:spChg chg="mod">
          <ac:chgData name="Nguyen Thanh Toan" userId="1e223fa5-87f9-41ea-9f3d-a66f28f4937d" providerId="ADAL" clId="{51E50165-518A-448E-BF26-796BE25DBC2E}" dt="2024-10-27T04:42:58.387" v="387" actId="20577"/>
          <ac:spMkLst>
            <pc:docMk/>
            <pc:sldMk cId="4092492448" sldId="340"/>
            <ac:spMk id="42" creationId="{6722A10F-1C6A-6322-BFE0-9821485E12F6}"/>
          </ac:spMkLst>
        </pc:spChg>
      </pc:sldChg>
    </pc:docChg>
  </pc:docChgLst>
  <pc:docChgLst>
    <pc:chgData name="Giang Le" userId="9461c767-7f36-4b9d-97d6-acf1971ae316" providerId="ADAL" clId="{B51D5C7C-A254-49AB-ADDF-CD419847FE83}"/>
    <pc:docChg chg="modSld">
      <pc:chgData name="Giang Le" userId="9461c767-7f36-4b9d-97d6-acf1971ae316" providerId="ADAL" clId="{B51D5C7C-A254-49AB-ADDF-CD419847FE83}" dt="2024-10-28T07:27:09.633" v="42" actId="20577"/>
      <pc:docMkLst>
        <pc:docMk/>
      </pc:docMkLst>
      <pc:sldChg chg="modSp mod">
        <pc:chgData name="Giang Le" userId="9461c767-7f36-4b9d-97d6-acf1971ae316" providerId="ADAL" clId="{B51D5C7C-A254-49AB-ADDF-CD419847FE83}" dt="2024-10-28T07:21:23.787" v="36" actId="20577"/>
        <pc:sldMkLst>
          <pc:docMk/>
          <pc:sldMk cId="4032476198" sldId="256"/>
        </pc:sldMkLst>
        <pc:spChg chg="mod">
          <ac:chgData name="Giang Le" userId="9461c767-7f36-4b9d-97d6-acf1971ae316" providerId="ADAL" clId="{B51D5C7C-A254-49AB-ADDF-CD419847FE83}" dt="2024-10-28T07:21:23.787" v="36" actId="20577"/>
          <ac:spMkLst>
            <pc:docMk/>
            <pc:sldMk cId="4032476198" sldId="256"/>
            <ac:spMk id="163" creationId="{65F9E6C9-4567-4787-9774-226004F06F9C}"/>
          </ac:spMkLst>
        </pc:spChg>
      </pc:sldChg>
      <pc:sldChg chg="modSp mod">
        <pc:chgData name="Giang Le" userId="9461c767-7f36-4b9d-97d6-acf1971ae316" providerId="ADAL" clId="{B51D5C7C-A254-49AB-ADDF-CD419847FE83}" dt="2024-10-28T07:26:59.046" v="41" actId="122"/>
        <pc:sldMkLst>
          <pc:docMk/>
          <pc:sldMk cId="3833042748" sldId="285"/>
        </pc:sldMkLst>
        <pc:spChg chg="mod">
          <ac:chgData name="Giang Le" userId="9461c767-7f36-4b9d-97d6-acf1971ae316" providerId="ADAL" clId="{B51D5C7C-A254-49AB-ADDF-CD419847FE83}" dt="2024-10-28T07:26:59.046" v="41" actId="122"/>
          <ac:spMkLst>
            <pc:docMk/>
            <pc:sldMk cId="3833042748" sldId="285"/>
            <ac:spMk id="2" creationId="{00000000-0000-0000-0000-000000000000}"/>
          </ac:spMkLst>
        </pc:spChg>
        <pc:spChg chg="mod">
          <ac:chgData name="Giang Le" userId="9461c767-7f36-4b9d-97d6-acf1971ae316" providerId="ADAL" clId="{B51D5C7C-A254-49AB-ADDF-CD419847FE83}" dt="2024-10-28T07:23:12.442" v="40" actId="6549"/>
          <ac:spMkLst>
            <pc:docMk/>
            <pc:sldMk cId="3833042748" sldId="285"/>
            <ac:spMk id="42" creationId="{25079FAD-A560-0F42-4317-E92C83A28510}"/>
          </ac:spMkLst>
        </pc:spChg>
      </pc:sldChg>
      <pc:sldChg chg="modSp mod">
        <pc:chgData name="Giang Le" userId="9461c767-7f36-4b9d-97d6-acf1971ae316" providerId="ADAL" clId="{B51D5C7C-A254-49AB-ADDF-CD419847FE83}" dt="2024-10-28T07:21:53.894" v="39" actId="20577"/>
        <pc:sldMkLst>
          <pc:docMk/>
          <pc:sldMk cId="1656749316" sldId="337"/>
        </pc:sldMkLst>
        <pc:spChg chg="mod">
          <ac:chgData name="Giang Le" userId="9461c767-7f36-4b9d-97d6-acf1971ae316" providerId="ADAL" clId="{B51D5C7C-A254-49AB-ADDF-CD419847FE83}" dt="2024-10-28T07:21:53.894" v="39" actId="20577"/>
          <ac:spMkLst>
            <pc:docMk/>
            <pc:sldMk cId="1656749316" sldId="337"/>
            <ac:spMk id="52" creationId="{1168E99D-423E-C010-49A1-3B122D6EBA86}"/>
          </ac:spMkLst>
        </pc:spChg>
      </pc:sldChg>
      <pc:sldChg chg="modSp mod">
        <pc:chgData name="Giang Le" userId="9461c767-7f36-4b9d-97d6-acf1971ae316" providerId="ADAL" clId="{B51D5C7C-A254-49AB-ADDF-CD419847FE83}" dt="2024-10-28T07:27:09.633" v="42" actId="20577"/>
        <pc:sldMkLst>
          <pc:docMk/>
          <pc:sldMk cId="1930693338" sldId="339"/>
        </pc:sldMkLst>
        <pc:spChg chg="mod">
          <ac:chgData name="Giang Le" userId="9461c767-7f36-4b9d-97d6-acf1971ae316" providerId="ADAL" clId="{B51D5C7C-A254-49AB-ADDF-CD419847FE83}" dt="2024-10-28T07:27:09.633" v="42" actId="20577"/>
          <ac:spMkLst>
            <pc:docMk/>
            <pc:sldMk cId="1930693338" sldId="339"/>
            <ac:spMk id="38" creationId="{E4D24505-43F4-2B13-D481-D2607A33212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E3EB5F-0EDB-4C74-BB1F-03B8437923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64064F9-D763-4FCB-9E62-10AA52B693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B6DDC9-DE64-44CF-BFE7-122B272B38FB}" type="datetimeFigureOut">
              <a:rPr lang="en-US" smtClean="0"/>
              <a:t>1/22/2025</a:t>
            </a:fld>
            <a:endParaRPr lang="en-US"/>
          </a:p>
        </p:txBody>
      </p:sp>
      <p:sp>
        <p:nvSpPr>
          <p:cNvPr id="4" name="Footer Placeholder 3">
            <a:extLst>
              <a:ext uri="{FF2B5EF4-FFF2-40B4-BE49-F238E27FC236}">
                <a16:creationId xmlns:a16="http://schemas.microsoft.com/office/drawing/2014/main" id="{FECEE8CD-C006-4B54-9A08-6B931E3980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F94616-22BB-4B10-A3BA-F25A0985D7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241BCF-65AE-4D28-8D87-64F16AC96C5D}" type="slidenum">
              <a:rPr lang="en-US" smtClean="0"/>
              <a:t>‹#›</a:t>
            </a:fld>
            <a:endParaRPr lang="en-US"/>
          </a:p>
        </p:txBody>
      </p:sp>
    </p:spTree>
    <p:extLst>
      <p:ext uri="{BB962C8B-B14F-4D97-AF65-F5344CB8AC3E}">
        <p14:creationId xmlns:p14="http://schemas.microsoft.com/office/powerpoint/2010/main" val="33092226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6FD400-41B3-46DB-9A1B-B4BFCB46256A}"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6D90FD-290E-45A5-B6F1-6C6481BBCBBF}" type="slidenum">
              <a:rPr lang="en-US" smtClean="0"/>
              <a:t>‹#›</a:t>
            </a:fld>
            <a:endParaRPr lang="en-US"/>
          </a:p>
        </p:txBody>
      </p:sp>
    </p:spTree>
    <p:extLst>
      <p:ext uri="{BB962C8B-B14F-4D97-AF65-F5344CB8AC3E}">
        <p14:creationId xmlns:p14="http://schemas.microsoft.com/office/powerpoint/2010/main" val="3485817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6D90FD-290E-45A5-B6F1-6C6481BBCBBF}" type="slidenum">
              <a:rPr lang="en-US" smtClean="0"/>
              <a:t>1</a:t>
            </a:fld>
            <a:endParaRPr lang="en-US"/>
          </a:p>
        </p:txBody>
      </p:sp>
    </p:spTree>
    <p:extLst>
      <p:ext uri="{BB962C8B-B14F-4D97-AF65-F5344CB8AC3E}">
        <p14:creationId xmlns:p14="http://schemas.microsoft.com/office/powerpoint/2010/main" val="1675212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6D90FD-290E-45A5-B6F1-6C6481BBCBBF}" type="slidenum">
              <a:rPr lang="en-US" smtClean="0"/>
              <a:t>5</a:t>
            </a:fld>
            <a:endParaRPr lang="en-US"/>
          </a:p>
        </p:txBody>
      </p:sp>
    </p:spTree>
    <p:extLst>
      <p:ext uri="{BB962C8B-B14F-4D97-AF65-F5344CB8AC3E}">
        <p14:creationId xmlns:p14="http://schemas.microsoft.com/office/powerpoint/2010/main" val="314768846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layout">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17E40D-B216-4710-BD18-207E86DC4C8E}"/>
              </a:ext>
            </a:extLst>
          </p:cNvPr>
          <p:cNvPicPr>
            <a:picLocks noChangeAspect="1"/>
          </p:cNvPicPr>
          <p:nvPr userDrawn="1"/>
        </p:nvPicPr>
        <p:blipFill>
          <a:blip r:embed="rId2">
            <a:alphaModFix amt="20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400333" y="-299340"/>
            <a:ext cx="11391334" cy="7456680"/>
          </a:xfrm>
          <a:prstGeom prst="rect">
            <a:avLst/>
          </a:prstGeom>
        </p:spPr>
      </p:pic>
    </p:spTree>
    <p:extLst>
      <p:ext uri="{BB962C8B-B14F-4D97-AF65-F5344CB8AC3E}">
        <p14:creationId xmlns:p14="http://schemas.microsoft.com/office/powerpoint/2010/main" val="93675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02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Agenda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1CD0F0-C157-4A74-85C5-3764950204CE}"/>
              </a:ext>
            </a:extLst>
          </p:cNvPr>
          <p:cNvSpPr/>
          <p:nvPr userDrawn="1"/>
        </p:nvSpPr>
        <p:spPr>
          <a:xfrm>
            <a:off x="472273" y="582803"/>
            <a:ext cx="11719726" cy="86045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214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duotone>
              <a:prstClr val="black"/>
              <a:schemeClr val="tx2">
                <a:tint val="45000"/>
                <a:satMod val="400000"/>
              </a:schemeClr>
            </a:duotone>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273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grayscl/>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3902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448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extLst>
              <a:ext uri="{BEBA8EAE-BF5A-486C-A8C5-ECC9F3942E4B}">
                <a14:imgProps xmlns:a14="http://schemas.microsoft.com/office/drawing/2010/main">
                  <a14:imgLayer r:embed="rId3">
                    <a14:imgEffect>
                      <a14:saturation sat="40000"/>
                    </a14:imgEffect>
                  </a14:imgLayer>
                </a14:imgProps>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824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Style slide layout">
    <p:bg>
      <p:bgPr>
        <a:blipFill dpi="0" rotWithShape="1">
          <a:blip r:embed="rId2">
            <a:lum/>
            <a:extLst>
              <a:ext uri="{BEBA8EAE-BF5A-486C-A8C5-ECC9F3942E4B}">
                <a14:imgProps xmlns:a14="http://schemas.microsoft.com/office/drawing/2010/main">
                  <a14:imgLayer r:embed="rId3">
                    <a14:imgEffect>
                      <a14:saturation sat="23000"/>
                    </a14:imgEffect>
                  </a14:imgLayer>
                </a14:imgProps>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68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Style slide layout">
    <p:bg>
      <p:bgPr>
        <a:blipFill dpi="0" rotWithShape="1">
          <a:blip r:embed="rId2">
            <a:duotone>
              <a:prstClr val="black"/>
              <a:schemeClr val="tx2">
                <a:tint val="45000"/>
                <a:satMod val="400000"/>
              </a:schemeClr>
            </a:duotone>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8075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Style slide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949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9571A1-07C9-4F03-A464-584A5D1842DA}"/>
              </a:ext>
            </a:extLst>
          </p:cNvPr>
          <p:cNvSpPr/>
          <p:nvPr userDrawn="1"/>
        </p:nvSpPr>
        <p:spPr>
          <a:xfrm>
            <a:off x="472273" y="532563"/>
            <a:ext cx="11719726" cy="86045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9">
            <a:extLst>
              <a:ext uri="{FF2B5EF4-FFF2-40B4-BE49-F238E27FC236}">
                <a16:creationId xmlns:a16="http://schemas.microsoft.com/office/drawing/2014/main" id="{B0C52E43-13A5-4624-89BE-8D6626A1EDE1}"/>
              </a:ext>
            </a:extLst>
          </p:cNvPr>
          <p:cNvSpPr>
            <a:spLocks noGrp="1"/>
          </p:cNvSpPr>
          <p:nvPr>
            <p:ph type="body" sz="quarter" idx="10" hasCustomPrompt="1"/>
          </p:nvPr>
        </p:nvSpPr>
        <p:spPr>
          <a:xfrm>
            <a:off x="472273" y="617627"/>
            <a:ext cx="11424453"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a:t>BASIC LAYOUT</a:t>
            </a:r>
          </a:p>
        </p:txBody>
      </p:sp>
    </p:spTree>
    <p:extLst>
      <p:ext uri="{BB962C8B-B14F-4D97-AF65-F5344CB8AC3E}">
        <p14:creationId xmlns:p14="http://schemas.microsoft.com/office/powerpoint/2010/main" val="1310287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7_Images &amp; Contents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16EE34E5-ADA6-4EE7-BC24-98C8E9A86B83}"/>
              </a:ext>
            </a:extLst>
          </p:cNvPr>
          <p:cNvSpPr>
            <a:spLocks noGrp="1"/>
          </p:cNvSpPr>
          <p:nvPr>
            <p:ph type="pic" idx="13" hasCustomPrompt="1"/>
          </p:nvPr>
        </p:nvSpPr>
        <p:spPr>
          <a:xfrm>
            <a:off x="661852" y="653142"/>
            <a:ext cx="4454434"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dirty="0"/>
          </a:p>
        </p:txBody>
      </p:sp>
      <p:sp>
        <p:nvSpPr>
          <p:cNvPr id="3" name="Picture Placeholder 2">
            <a:extLst>
              <a:ext uri="{FF2B5EF4-FFF2-40B4-BE49-F238E27FC236}">
                <a16:creationId xmlns:a16="http://schemas.microsoft.com/office/drawing/2014/main" id="{6FDE143D-2918-4056-AC94-92DF81A575B9}"/>
              </a:ext>
            </a:extLst>
          </p:cNvPr>
          <p:cNvSpPr>
            <a:spLocks noGrp="1"/>
          </p:cNvSpPr>
          <p:nvPr>
            <p:ph type="pic" idx="14" hasCustomPrompt="1"/>
          </p:nvPr>
        </p:nvSpPr>
        <p:spPr>
          <a:xfrm>
            <a:off x="3705502" y="2576900"/>
            <a:ext cx="4454434"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 and Send to Back</a:t>
            </a:r>
            <a:endParaRPr lang="ko-KR" altLang="en-US" dirty="0"/>
          </a:p>
        </p:txBody>
      </p:sp>
      <p:sp>
        <p:nvSpPr>
          <p:cNvPr id="4" name="Picture Placeholder 2">
            <a:extLst>
              <a:ext uri="{FF2B5EF4-FFF2-40B4-BE49-F238E27FC236}">
                <a16:creationId xmlns:a16="http://schemas.microsoft.com/office/drawing/2014/main" id="{1334882F-9259-4D67-9996-302AE17E5F75}"/>
              </a:ext>
            </a:extLst>
          </p:cNvPr>
          <p:cNvSpPr>
            <a:spLocks noGrp="1"/>
          </p:cNvSpPr>
          <p:nvPr>
            <p:ph type="pic" idx="15" hasCustomPrompt="1"/>
          </p:nvPr>
        </p:nvSpPr>
        <p:spPr>
          <a:xfrm>
            <a:off x="2183677" y="4500658"/>
            <a:ext cx="4454434"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dirty="0"/>
          </a:p>
        </p:txBody>
      </p:sp>
    </p:spTree>
    <p:extLst>
      <p:ext uri="{BB962C8B-B14F-4D97-AF65-F5344CB8AC3E}">
        <p14:creationId xmlns:p14="http://schemas.microsoft.com/office/powerpoint/2010/main" val="39232279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slide layout">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17E40D-B216-4710-BD18-207E86DC4C8E}"/>
              </a:ext>
            </a:extLst>
          </p:cNvPr>
          <p:cNvPicPr>
            <a:picLocks noChangeAspect="1"/>
          </p:cNvPicPr>
          <p:nvPr userDrawn="1"/>
        </p:nvPicPr>
        <p:blipFill>
          <a:blip r:embed="rId2">
            <a:alphaModFix amt="20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400333" y="-299340"/>
            <a:ext cx="11391334" cy="7456680"/>
          </a:xfrm>
          <a:prstGeom prst="rect">
            <a:avLst/>
          </a:prstGeom>
        </p:spPr>
      </p:pic>
    </p:spTree>
    <p:extLst>
      <p:ext uri="{BB962C8B-B14F-4D97-AF65-F5344CB8AC3E}">
        <p14:creationId xmlns:p14="http://schemas.microsoft.com/office/powerpoint/2010/main" val="218306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0155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9571A1-07C9-4F03-A464-584A5D1842DA}"/>
              </a:ext>
            </a:extLst>
          </p:cNvPr>
          <p:cNvSpPr/>
          <p:nvPr userDrawn="1"/>
        </p:nvSpPr>
        <p:spPr>
          <a:xfrm>
            <a:off x="472273" y="532563"/>
            <a:ext cx="11719726" cy="86045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9">
            <a:extLst>
              <a:ext uri="{FF2B5EF4-FFF2-40B4-BE49-F238E27FC236}">
                <a16:creationId xmlns:a16="http://schemas.microsoft.com/office/drawing/2014/main" id="{B0C52E43-13A5-4624-89BE-8D6626A1EDE1}"/>
              </a:ext>
            </a:extLst>
          </p:cNvPr>
          <p:cNvSpPr>
            <a:spLocks noGrp="1"/>
          </p:cNvSpPr>
          <p:nvPr>
            <p:ph type="body" sz="quarter" idx="10" hasCustomPrompt="1"/>
          </p:nvPr>
        </p:nvSpPr>
        <p:spPr>
          <a:xfrm>
            <a:off x="472273" y="617627"/>
            <a:ext cx="11424453"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a:t>BASIC LAYOUT</a:t>
            </a:r>
          </a:p>
        </p:txBody>
      </p:sp>
    </p:spTree>
    <p:extLst>
      <p:ext uri="{BB962C8B-B14F-4D97-AF65-F5344CB8AC3E}">
        <p14:creationId xmlns:p14="http://schemas.microsoft.com/office/powerpoint/2010/main" val="462361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emf"/><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38BA9A-0AC2-434A-B448-6CE7D01D0DA1}"/>
              </a:ext>
            </a:extLst>
          </p:cNvPr>
          <p:cNvPicPr>
            <a:picLocks noChangeAspect="1"/>
          </p:cNvPicPr>
          <p:nvPr userDrawn="1"/>
        </p:nvPicPr>
        <p:blipFill>
          <a:blip r:embed="rId4"/>
          <a:stretch>
            <a:fillRect/>
          </a:stretch>
        </p:blipFill>
        <p:spPr>
          <a:xfrm>
            <a:off x="10480131" y="184514"/>
            <a:ext cx="1274207" cy="257787"/>
          </a:xfrm>
          <a:prstGeom prst="rect">
            <a:avLst/>
          </a:prstGeom>
        </p:spPr>
      </p:pic>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83" r:id="rId1"/>
    <p:sldLayoutId id="2147483655"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2996BD-0B90-F2FC-0044-78B3A222CC21}"/>
              </a:ext>
            </a:extLst>
          </p:cNvPr>
          <p:cNvPicPr>
            <a:picLocks noChangeAspect="1"/>
          </p:cNvPicPr>
          <p:nvPr userDrawn="1"/>
        </p:nvPicPr>
        <p:blipFill>
          <a:blip r:embed="rId13"/>
          <a:stretch>
            <a:fillRect/>
          </a:stretch>
        </p:blipFill>
        <p:spPr>
          <a:xfrm>
            <a:off x="240860" y="6404444"/>
            <a:ext cx="1274207" cy="257787"/>
          </a:xfrm>
          <a:prstGeom prst="rect">
            <a:avLst/>
          </a:prstGeom>
        </p:spPr>
      </p:pic>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731" r:id="rId1"/>
    <p:sldLayoutId id="2147483737" r:id="rId2"/>
    <p:sldLayoutId id="2147483739" r:id="rId3"/>
    <p:sldLayoutId id="2147483736" r:id="rId4"/>
    <p:sldLayoutId id="2147483740" r:id="rId5"/>
    <p:sldLayoutId id="2147483743" r:id="rId6"/>
    <p:sldLayoutId id="2147483741" r:id="rId7"/>
    <p:sldLayoutId id="2147483742" r:id="rId8"/>
    <p:sldLayoutId id="2147483738" r:id="rId9"/>
    <p:sldLayoutId id="2147483750" r:id="rId10"/>
    <p:sldLayoutId id="2147483753" r:id="rId1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489834-4343-D90A-823A-A80B42E598C4}"/>
              </a:ext>
            </a:extLst>
          </p:cNvPr>
          <p:cNvPicPr>
            <a:picLocks noChangeAspect="1"/>
          </p:cNvPicPr>
          <p:nvPr userDrawn="1"/>
        </p:nvPicPr>
        <p:blipFill>
          <a:blip r:embed="rId4"/>
          <a:stretch>
            <a:fillRect/>
          </a:stretch>
        </p:blipFill>
        <p:spPr>
          <a:xfrm>
            <a:off x="10480131" y="184514"/>
            <a:ext cx="1274207" cy="257787"/>
          </a:xfrm>
          <a:prstGeom prst="rect">
            <a:avLst/>
          </a:prstGeom>
        </p:spPr>
      </p:pic>
    </p:spTree>
    <p:extLst>
      <p:ext uri="{BB962C8B-B14F-4D97-AF65-F5344CB8AC3E}">
        <p14:creationId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685" r:id="rId1"/>
    <p:sldLayoutId id="2147483752"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free-powerpoint-templates-design.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hlinkClick r:id="rId3"/>
          </p:cNvPr>
          <p:cNvSpPr txBox="1"/>
          <p:nvPr/>
        </p:nvSpPr>
        <p:spPr>
          <a:xfrm>
            <a:off x="1004744" y="6126285"/>
            <a:ext cx="11187256" cy="251533"/>
          </a:xfrm>
          <a:prstGeom prst="rect">
            <a:avLst/>
          </a:prstGeom>
          <a:noFill/>
        </p:spPr>
        <p:txBody>
          <a:bodyPr wrap="square" rtlCol="0">
            <a:spAutoFit/>
          </a:bodyPr>
          <a:lstStyle/>
          <a:p>
            <a:r>
              <a:rPr lang="en-US" altLang="ko-KR" sz="1000">
                <a:solidFill>
                  <a:srgbClr val="002060"/>
                </a:solidFill>
                <a:cs typeface="Arial" pitchFamily="34" charset="0"/>
                <a:hlinkClick r:id="rId3">
                  <a:extLst>
                    <a:ext uri="{A12FA001-AC4F-418D-AE19-62706E023703}">
                      <ahyp:hlinkClr xmlns:ahyp="http://schemas.microsoft.com/office/drawing/2018/hyperlinkcolor" val="tx"/>
                    </a:ext>
                  </a:extLst>
                </a:hlinkClick>
              </a:rPr>
              <a:t>http://www.ghconsults.com</a:t>
            </a:r>
            <a:endParaRPr lang="ko-KR" altLang="en-US" sz="1000">
              <a:solidFill>
                <a:srgbClr val="002060"/>
              </a:solidFill>
              <a:cs typeface="Arial" pitchFamily="34" charset="0"/>
            </a:endParaRPr>
          </a:p>
        </p:txBody>
      </p:sp>
      <p:sp>
        <p:nvSpPr>
          <p:cNvPr id="124" name="TextBox 123">
            <a:extLst>
              <a:ext uri="{FF2B5EF4-FFF2-40B4-BE49-F238E27FC236}">
                <a16:creationId xmlns:a16="http://schemas.microsoft.com/office/drawing/2014/main" id="{1D228C36-0C5C-40B6-AFBC-D1BD662CD0AF}"/>
              </a:ext>
            </a:extLst>
          </p:cNvPr>
          <p:cNvSpPr txBox="1"/>
          <p:nvPr/>
        </p:nvSpPr>
        <p:spPr>
          <a:xfrm>
            <a:off x="963800" y="4584408"/>
            <a:ext cx="6660056" cy="830997"/>
          </a:xfrm>
          <a:prstGeom prst="rect">
            <a:avLst/>
          </a:prstGeom>
          <a:noFill/>
        </p:spPr>
        <p:txBody>
          <a:bodyPr wrap="square" rtlCol="0" anchor="ctr">
            <a:spAutoFit/>
          </a:bodyPr>
          <a:lstStyle/>
          <a:p>
            <a:endParaRPr lang="ko-KR" altLang="en-US" sz="4800">
              <a:solidFill>
                <a:schemeClr val="bg1"/>
              </a:solidFill>
              <a:cs typeface="Arial" pitchFamily="34" charset="0"/>
            </a:endParaRPr>
          </a:p>
        </p:txBody>
      </p:sp>
      <p:grpSp>
        <p:nvGrpSpPr>
          <p:cNvPr id="4" name="Group 3">
            <a:extLst>
              <a:ext uri="{FF2B5EF4-FFF2-40B4-BE49-F238E27FC236}">
                <a16:creationId xmlns:a16="http://schemas.microsoft.com/office/drawing/2014/main" id="{BE498A1E-D8B0-4CD0-B42E-65FB0A5678B1}"/>
              </a:ext>
            </a:extLst>
          </p:cNvPr>
          <p:cNvGrpSpPr/>
          <p:nvPr/>
        </p:nvGrpSpPr>
        <p:grpSpPr>
          <a:xfrm>
            <a:off x="1004187" y="5465093"/>
            <a:ext cx="6619669" cy="617477"/>
            <a:chOff x="635696" y="5806293"/>
            <a:chExt cx="6619669" cy="617477"/>
          </a:xfrm>
        </p:grpSpPr>
        <p:sp>
          <p:nvSpPr>
            <p:cNvPr id="14" name="TextBox 13">
              <a:extLst>
                <a:ext uri="{FF2B5EF4-FFF2-40B4-BE49-F238E27FC236}">
                  <a16:creationId xmlns:a16="http://schemas.microsoft.com/office/drawing/2014/main" id="{DF166F6B-B975-4F3C-BCF2-9971086140FB}"/>
                </a:ext>
              </a:extLst>
            </p:cNvPr>
            <p:cNvSpPr txBox="1"/>
            <p:nvPr/>
          </p:nvSpPr>
          <p:spPr>
            <a:xfrm>
              <a:off x="635696" y="5806293"/>
              <a:ext cx="6619669" cy="392159"/>
            </a:xfrm>
            <a:prstGeom prst="rect">
              <a:avLst/>
            </a:prstGeom>
            <a:noFill/>
          </p:spPr>
          <p:txBody>
            <a:bodyPr wrap="square" rtlCol="0" anchor="ctr">
              <a:spAutoFit/>
            </a:bodyPr>
            <a:lstStyle/>
            <a:p>
              <a:pPr marL="0" marR="0">
                <a:lnSpc>
                  <a:spcPct val="115000"/>
                </a:lnSpc>
                <a:spcBef>
                  <a:spcPts val="0"/>
                </a:spcBef>
                <a:spcAft>
                  <a:spcPts val="0"/>
                </a:spcAft>
              </a:pPr>
              <a:r>
                <a:rPr lang="en-US" sz="1800" b="1">
                  <a:solidFill>
                    <a:srgbClr val="FFFFFF"/>
                  </a:solidFill>
                  <a:effectLst/>
                  <a:highlight>
                    <a:srgbClr val="002060"/>
                  </a:highlight>
                  <a:latin typeface="Calibri" panose="020F0502020204030204" pitchFamily="34" charset="0"/>
                  <a:ea typeface="Times New Roman" panose="02020603050405020304" pitchFamily="18" charset="0"/>
                  <a:cs typeface="Times New Roman" panose="02020603050405020304" pitchFamily="18" charset="0"/>
                </a:rPr>
                <a:t>CHUẨN BỊ CHO: CÔNG TY CỔ PHẦN NHỰA TÁI CHẾ DUY TÂN</a:t>
              </a:r>
              <a:endParaRPr lang="en-US" sz="1800" dirty="0">
                <a:effectLst/>
                <a:highlight>
                  <a:srgbClr val="002060"/>
                </a:highlight>
                <a:latin typeface="Calibri" panose="020F0502020204030204" pitchFamily="34" charset="0"/>
                <a:ea typeface="Calibri" panose="020F0502020204030204" pitchFamily="34" charset="0"/>
              </a:endParaRPr>
            </a:p>
          </p:txBody>
        </p:sp>
        <p:sp>
          <p:nvSpPr>
            <p:cNvPr id="125" name="TextBox 124">
              <a:extLst>
                <a:ext uri="{FF2B5EF4-FFF2-40B4-BE49-F238E27FC236}">
                  <a16:creationId xmlns:a16="http://schemas.microsoft.com/office/drawing/2014/main" id="{E5CB0735-90D2-4B58-81A2-47E7B847447A}"/>
                </a:ext>
              </a:extLst>
            </p:cNvPr>
            <p:cNvSpPr txBox="1"/>
            <p:nvPr/>
          </p:nvSpPr>
          <p:spPr>
            <a:xfrm>
              <a:off x="635696" y="6044114"/>
              <a:ext cx="6619669" cy="379656"/>
            </a:xfrm>
            <a:prstGeom prst="rect">
              <a:avLst/>
            </a:prstGeom>
            <a:noFill/>
          </p:spPr>
          <p:txBody>
            <a:bodyPr wrap="square" rtlCol="0" anchor="ctr">
              <a:spAutoFit/>
            </a:bodyPr>
            <a:lstStyle/>
            <a:p>
              <a:endParaRPr lang="ko-KR" altLang="en-US" sz="1867">
                <a:solidFill>
                  <a:schemeClr val="bg1"/>
                </a:solidFill>
                <a:cs typeface="Arial" pitchFamily="34" charset="0"/>
              </a:endParaRPr>
            </a:p>
          </p:txBody>
        </p:sp>
      </p:grpSp>
      <p:sp>
        <p:nvSpPr>
          <p:cNvPr id="163" name="TextBox 162">
            <a:extLst>
              <a:ext uri="{FF2B5EF4-FFF2-40B4-BE49-F238E27FC236}">
                <a16:creationId xmlns:a16="http://schemas.microsoft.com/office/drawing/2014/main" id="{65F9E6C9-4567-4787-9774-226004F06F9C}"/>
              </a:ext>
            </a:extLst>
          </p:cNvPr>
          <p:cNvSpPr txBox="1"/>
          <p:nvPr/>
        </p:nvSpPr>
        <p:spPr>
          <a:xfrm>
            <a:off x="963799" y="4003104"/>
            <a:ext cx="8645422" cy="1384995"/>
          </a:xfrm>
          <a:prstGeom prst="rect">
            <a:avLst/>
          </a:prstGeom>
          <a:noFill/>
        </p:spPr>
        <p:txBody>
          <a:bodyPr wrap="square" rtlCol="0" anchor="ctr">
            <a:spAutoFit/>
          </a:bodyPr>
          <a:lstStyle/>
          <a:p>
            <a:r>
              <a:rPr lang="en-US" sz="2800" b="1">
                <a:solidFill>
                  <a:srgbClr val="002060"/>
                </a:solidFill>
                <a:effectLst/>
                <a:latin typeface="Calibri" panose="020F0502020204030204" pitchFamily="34" charset="0"/>
                <a:ea typeface="Times New Roman" panose="02020603050405020304" pitchFamily="18" charset="0"/>
                <a:cs typeface="Times New Roman" panose="02020603050405020304" pitchFamily="18" charset="0"/>
              </a:rPr>
              <a:t>TÍNH PHÙ HỢP CỦA HỆ THỐNG DỮ LIỆU HIỆN TẠI KHI THAM GIA CÁC VỤ VIỆC ĐIỀU TRA CHỐNG BÁN PHÁ GIÁ CỦA MỸ VÀ ƯỚC TÍNH SƠ BỘ BIÊN ĐỘ BÁN PHÁ GIÁ</a:t>
            </a:r>
            <a:endParaRPr lang="ko-KR" altLang="en-US" sz="2800" b="1" dirty="0">
              <a:solidFill>
                <a:srgbClr val="002060"/>
              </a:solidFill>
              <a:cs typeface="Arial" pitchFamily="34" charset="0"/>
            </a:endParaRPr>
          </a:p>
        </p:txBody>
      </p:sp>
      <p:sp>
        <p:nvSpPr>
          <p:cNvPr id="2" name="TextBox 1">
            <a:extLst>
              <a:ext uri="{FF2B5EF4-FFF2-40B4-BE49-F238E27FC236}">
                <a16:creationId xmlns:a16="http://schemas.microsoft.com/office/drawing/2014/main" id="{8D5D979D-6B8C-73C0-4F09-86379AFA337F}"/>
              </a:ext>
            </a:extLst>
          </p:cNvPr>
          <p:cNvSpPr txBox="1"/>
          <p:nvPr/>
        </p:nvSpPr>
        <p:spPr>
          <a:xfrm>
            <a:off x="963799" y="3027542"/>
            <a:ext cx="9126131" cy="954107"/>
          </a:xfrm>
          <a:prstGeom prst="rect">
            <a:avLst/>
          </a:prstGeom>
          <a:noFill/>
        </p:spPr>
        <p:txBody>
          <a:bodyPr wrap="square" rtlCol="0" anchor="ctr">
            <a:spAutoFit/>
          </a:bodyPr>
          <a:lstStyle/>
          <a:p>
            <a:r>
              <a:rPr lang="en-US" altLang="ko-KR" sz="5600" b="1">
                <a:solidFill>
                  <a:srgbClr val="002060"/>
                </a:solidFill>
                <a:cs typeface="Arial" pitchFamily="34" charset="0"/>
              </a:rPr>
              <a:t>BÁO CÁO PHÂN TÍCH</a:t>
            </a:r>
            <a:endParaRPr lang="ko-KR" altLang="en-US" sz="5600" b="1" dirty="0">
              <a:solidFill>
                <a:srgbClr val="002060"/>
              </a:solidFill>
              <a:cs typeface="Arial" pitchFamily="34" charset="0"/>
            </a:endParaRPr>
          </a:p>
        </p:txBody>
      </p:sp>
    </p:spTree>
    <p:extLst>
      <p:ext uri="{BB962C8B-B14F-4D97-AF65-F5344CB8AC3E}">
        <p14:creationId xmlns:p14="http://schemas.microsoft.com/office/powerpoint/2010/main" val="403247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7856" y="567712"/>
            <a:ext cx="6191673" cy="861774"/>
          </a:xfrm>
          <a:prstGeom prst="rect">
            <a:avLst/>
          </a:prstGeom>
          <a:noFill/>
        </p:spPr>
        <p:txBody>
          <a:bodyPr wrap="square" rtlCol="0" anchor="ctr">
            <a:spAutoFit/>
          </a:bodyPr>
          <a:lstStyle/>
          <a:p>
            <a:r>
              <a:rPr lang="en-US" altLang="ko-KR" sz="4800" b="1">
                <a:solidFill>
                  <a:schemeClr val="bg1"/>
                </a:solidFill>
                <a:cs typeface="Arial" pitchFamily="34" charset="0"/>
              </a:rPr>
              <a:t>MỤC LỤC</a:t>
            </a:r>
            <a:endParaRPr lang="ko-KR" altLang="en-US" sz="4800" b="1" dirty="0">
              <a:solidFill>
                <a:schemeClr val="bg1"/>
              </a:solidFill>
              <a:cs typeface="Arial" pitchFamily="34" charset="0"/>
            </a:endParaRPr>
          </a:p>
        </p:txBody>
      </p:sp>
      <p:grpSp>
        <p:nvGrpSpPr>
          <p:cNvPr id="22" name="Group 21">
            <a:extLst>
              <a:ext uri="{FF2B5EF4-FFF2-40B4-BE49-F238E27FC236}">
                <a16:creationId xmlns:a16="http://schemas.microsoft.com/office/drawing/2014/main" id="{77CAFC84-4744-4178-95B5-AB423D30EFA8}"/>
              </a:ext>
            </a:extLst>
          </p:cNvPr>
          <p:cNvGrpSpPr/>
          <p:nvPr/>
        </p:nvGrpSpPr>
        <p:grpSpPr>
          <a:xfrm>
            <a:off x="506257" y="1631337"/>
            <a:ext cx="4707541" cy="1015663"/>
            <a:chOff x="5692278" y="3070393"/>
            <a:chExt cx="4707541" cy="1015663"/>
          </a:xfrm>
        </p:grpSpPr>
        <p:sp>
          <p:nvSpPr>
            <p:cNvPr id="9" name="TextBox 8"/>
            <p:cNvSpPr txBox="1"/>
            <p:nvPr/>
          </p:nvSpPr>
          <p:spPr>
            <a:xfrm>
              <a:off x="6751979" y="3153728"/>
              <a:ext cx="3647840" cy="507831"/>
            </a:xfrm>
            <a:prstGeom prst="rect">
              <a:avLst/>
            </a:prstGeom>
            <a:noFill/>
          </p:spPr>
          <p:txBody>
            <a:bodyPr wrap="square" lIns="108000" rIns="108000" rtlCol="0">
              <a:spAutoFit/>
            </a:bodyPr>
            <a:lstStyle/>
            <a:p>
              <a:r>
                <a:rPr lang="en-US" altLang="ko-KR" sz="2700" b="1">
                  <a:solidFill>
                    <a:srgbClr val="002060"/>
                  </a:solidFill>
                  <a:cs typeface="Arial" pitchFamily="34" charset="0"/>
                </a:rPr>
                <a:t>Bối cảnh chung</a:t>
              </a:r>
              <a:endParaRPr lang="ko-KR" altLang="en-US" sz="2700" b="1" dirty="0">
                <a:solidFill>
                  <a:srgbClr val="002060"/>
                </a:solidFill>
                <a:cs typeface="Arial" pitchFamily="34" charset="0"/>
              </a:endParaRPr>
            </a:p>
          </p:txBody>
        </p:sp>
        <p:sp>
          <p:nvSpPr>
            <p:cNvPr id="7" name="TextBox 6"/>
            <p:cNvSpPr txBox="1"/>
            <p:nvPr/>
          </p:nvSpPr>
          <p:spPr>
            <a:xfrm>
              <a:off x="5692278" y="3070393"/>
              <a:ext cx="1078173" cy="1015663"/>
            </a:xfrm>
            <a:prstGeom prst="rect">
              <a:avLst/>
            </a:prstGeom>
            <a:noFill/>
          </p:spPr>
          <p:txBody>
            <a:bodyPr wrap="square" lIns="108000" rIns="108000" rtlCol="0">
              <a:spAutoFit/>
            </a:bodyPr>
            <a:lstStyle/>
            <a:p>
              <a:r>
                <a:rPr lang="en-US" altLang="ko-KR" sz="6000" b="1">
                  <a:solidFill>
                    <a:srgbClr val="002060"/>
                  </a:solidFill>
                  <a:cs typeface="Arial" pitchFamily="34" charset="0"/>
                </a:rPr>
                <a:t>01</a:t>
              </a:r>
              <a:endParaRPr lang="ko-KR" altLang="en-US" sz="6000" b="1">
                <a:solidFill>
                  <a:srgbClr val="002060"/>
                </a:solidFill>
                <a:cs typeface="Arial" pitchFamily="34" charset="0"/>
              </a:endParaRPr>
            </a:p>
          </p:txBody>
        </p:sp>
      </p:grpSp>
      <p:grpSp>
        <p:nvGrpSpPr>
          <p:cNvPr id="27" name="Group 26">
            <a:extLst>
              <a:ext uri="{FF2B5EF4-FFF2-40B4-BE49-F238E27FC236}">
                <a16:creationId xmlns:a16="http://schemas.microsoft.com/office/drawing/2014/main" id="{BC1A5C06-9DB4-413C-9356-73FF09130A4F}"/>
              </a:ext>
            </a:extLst>
          </p:cNvPr>
          <p:cNvGrpSpPr/>
          <p:nvPr/>
        </p:nvGrpSpPr>
        <p:grpSpPr>
          <a:xfrm>
            <a:off x="6310443" y="1631337"/>
            <a:ext cx="5237798" cy="1015663"/>
            <a:chOff x="5692278" y="3070393"/>
            <a:chExt cx="4707541" cy="1015663"/>
          </a:xfrm>
        </p:grpSpPr>
        <p:sp>
          <p:nvSpPr>
            <p:cNvPr id="29" name="TextBox 28">
              <a:extLst>
                <a:ext uri="{FF2B5EF4-FFF2-40B4-BE49-F238E27FC236}">
                  <a16:creationId xmlns:a16="http://schemas.microsoft.com/office/drawing/2014/main" id="{94F50ED2-77D6-4064-8834-6CA6460394EB}"/>
                </a:ext>
              </a:extLst>
            </p:cNvPr>
            <p:cNvSpPr txBox="1"/>
            <p:nvPr/>
          </p:nvSpPr>
          <p:spPr>
            <a:xfrm>
              <a:off x="6661300" y="3153728"/>
              <a:ext cx="3738519" cy="507831"/>
            </a:xfrm>
            <a:prstGeom prst="rect">
              <a:avLst/>
            </a:prstGeom>
            <a:noFill/>
          </p:spPr>
          <p:txBody>
            <a:bodyPr wrap="square" lIns="108000" rIns="108000" rtlCol="0">
              <a:spAutoFit/>
            </a:bodyPr>
            <a:lstStyle/>
            <a:p>
              <a:r>
                <a:rPr lang="en-US" altLang="ko-KR" sz="2700" b="1">
                  <a:solidFill>
                    <a:srgbClr val="002060"/>
                  </a:solidFill>
                  <a:cs typeface="Arial" pitchFamily="34" charset="0"/>
                </a:rPr>
                <a:t>Phương pháp điều tra</a:t>
              </a:r>
              <a:endParaRPr lang="ko-KR" altLang="en-US" sz="2700" b="1" dirty="0">
                <a:solidFill>
                  <a:srgbClr val="002060"/>
                </a:solidFill>
                <a:cs typeface="Arial" pitchFamily="34" charset="0"/>
              </a:endParaRPr>
            </a:p>
          </p:txBody>
        </p:sp>
        <p:sp>
          <p:nvSpPr>
            <p:cNvPr id="30" name="TextBox 29">
              <a:extLst>
                <a:ext uri="{FF2B5EF4-FFF2-40B4-BE49-F238E27FC236}">
                  <a16:creationId xmlns:a16="http://schemas.microsoft.com/office/drawing/2014/main" id="{3F4FFC14-B4AA-49BC-8F34-087407605B97}"/>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dirty="0">
                  <a:solidFill>
                    <a:srgbClr val="002060"/>
                  </a:solidFill>
                  <a:cs typeface="Arial" pitchFamily="34" charset="0"/>
                </a:rPr>
                <a:t>02</a:t>
              </a:r>
              <a:endParaRPr lang="ko-KR" altLang="en-US" sz="6000" b="1" dirty="0">
                <a:solidFill>
                  <a:srgbClr val="002060"/>
                </a:solidFill>
                <a:cs typeface="Arial" pitchFamily="34" charset="0"/>
              </a:endParaRPr>
            </a:p>
          </p:txBody>
        </p:sp>
      </p:grpSp>
      <p:grpSp>
        <p:nvGrpSpPr>
          <p:cNvPr id="31" name="Group 30">
            <a:extLst>
              <a:ext uri="{FF2B5EF4-FFF2-40B4-BE49-F238E27FC236}">
                <a16:creationId xmlns:a16="http://schemas.microsoft.com/office/drawing/2014/main" id="{05C62BB4-E7CE-481F-853F-FDA59731498B}"/>
              </a:ext>
            </a:extLst>
          </p:cNvPr>
          <p:cNvGrpSpPr/>
          <p:nvPr/>
        </p:nvGrpSpPr>
        <p:grpSpPr>
          <a:xfrm>
            <a:off x="508529" y="3271345"/>
            <a:ext cx="4723741" cy="1107893"/>
            <a:chOff x="5692278" y="3070393"/>
            <a:chExt cx="4723741" cy="1107893"/>
          </a:xfrm>
        </p:grpSpPr>
        <p:sp>
          <p:nvSpPr>
            <p:cNvPr id="32" name="TextBox 31">
              <a:extLst>
                <a:ext uri="{FF2B5EF4-FFF2-40B4-BE49-F238E27FC236}">
                  <a16:creationId xmlns:a16="http://schemas.microsoft.com/office/drawing/2014/main" id="{4F865D63-0537-4EFF-9BCC-9E0E0016CA01}"/>
                </a:ext>
              </a:extLst>
            </p:cNvPr>
            <p:cNvSpPr txBox="1"/>
            <p:nvPr/>
          </p:nvSpPr>
          <p:spPr>
            <a:xfrm>
              <a:off x="6768179" y="3655066"/>
              <a:ext cx="3647840" cy="523220"/>
            </a:xfrm>
            <a:prstGeom prst="rect">
              <a:avLst/>
            </a:prstGeom>
            <a:noFill/>
          </p:spPr>
          <p:txBody>
            <a:bodyPr wrap="square" rtlCol="0">
              <a:spAutoFit/>
            </a:bodyPr>
            <a:lstStyle/>
            <a:p>
              <a:r>
                <a:rPr lang="en-US" altLang="ko-KR" sz="1400">
                  <a:solidFill>
                    <a:srgbClr val="002060"/>
                  </a:solidFill>
                  <a:cs typeface="Arial" pitchFamily="34" charset="0"/>
                </a:rPr>
                <a:t>Kết quả tính toán về các yếu tố sản xuất của sản phẩm RPET</a:t>
              </a:r>
              <a:endParaRPr lang="en-US" altLang="ko-KR" sz="1400" dirty="0">
                <a:solidFill>
                  <a:srgbClr val="002060"/>
                </a:solidFill>
                <a:cs typeface="Arial" pitchFamily="34" charset="0"/>
              </a:endParaRPr>
            </a:p>
          </p:txBody>
        </p:sp>
        <p:sp>
          <p:nvSpPr>
            <p:cNvPr id="33" name="TextBox 32">
              <a:extLst>
                <a:ext uri="{FF2B5EF4-FFF2-40B4-BE49-F238E27FC236}">
                  <a16:creationId xmlns:a16="http://schemas.microsoft.com/office/drawing/2014/main" id="{F5D842C6-31BE-495F-BE59-FAB5E8A2014D}"/>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a:solidFill>
                    <a:srgbClr val="002060"/>
                  </a:solidFill>
                  <a:cs typeface="Arial" pitchFamily="34" charset="0"/>
                </a:rPr>
                <a:t>Kết quả</a:t>
              </a:r>
              <a:endParaRPr lang="ko-KR" altLang="en-US" sz="2700" b="1" dirty="0">
                <a:solidFill>
                  <a:srgbClr val="002060"/>
                </a:solidFill>
                <a:cs typeface="Arial" pitchFamily="34" charset="0"/>
              </a:endParaRPr>
            </a:p>
          </p:txBody>
        </p:sp>
        <p:sp>
          <p:nvSpPr>
            <p:cNvPr id="34" name="TextBox 33">
              <a:extLst>
                <a:ext uri="{FF2B5EF4-FFF2-40B4-BE49-F238E27FC236}">
                  <a16:creationId xmlns:a16="http://schemas.microsoft.com/office/drawing/2014/main" id="{465502A7-4347-4430-8DA7-2629A1C932A2}"/>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a:solidFill>
                    <a:srgbClr val="002060"/>
                  </a:solidFill>
                  <a:cs typeface="Arial" pitchFamily="34" charset="0"/>
                </a:rPr>
                <a:t>03</a:t>
              </a:r>
              <a:endParaRPr lang="ko-KR" altLang="en-US" sz="6000" b="1">
                <a:solidFill>
                  <a:srgbClr val="002060"/>
                </a:solidFill>
                <a:cs typeface="Arial" pitchFamily="34" charset="0"/>
              </a:endParaRPr>
            </a:p>
          </p:txBody>
        </p:sp>
      </p:grpSp>
      <p:grpSp>
        <p:nvGrpSpPr>
          <p:cNvPr id="35" name="Group 34">
            <a:extLst>
              <a:ext uri="{FF2B5EF4-FFF2-40B4-BE49-F238E27FC236}">
                <a16:creationId xmlns:a16="http://schemas.microsoft.com/office/drawing/2014/main" id="{0C7DA1F4-A93A-4A6E-8D7B-86B1E3FD26ED}"/>
              </a:ext>
            </a:extLst>
          </p:cNvPr>
          <p:cNvGrpSpPr/>
          <p:nvPr/>
        </p:nvGrpSpPr>
        <p:grpSpPr>
          <a:xfrm>
            <a:off x="6312715" y="3271345"/>
            <a:ext cx="4723741" cy="1015663"/>
            <a:chOff x="5692278" y="3070393"/>
            <a:chExt cx="4723741" cy="1015663"/>
          </a:xfrm>
        </p:grpSpPr>
        <p:sp>
          <p:nvSpPr>
            <p:cNvPr id="36" name="TextBox 35">
              <a:extLst>
                <a:ext uri="{FF2B5EF4-FFF2-40B4-BE49-F238E27FC236}">
                  <a16:creationId xmlns:a16="http://schemas.microsoft.com/office/drawing/2014/main" id="{0764B062-95E9-4460-8BDD-A8ECD228A425}"/>
                </a:ext>
              </a:extLst>
            </p:cNvPr>
            <p:cNvSpPr txBox="1"/>
            <p:nvPr/>
          </p:nvSpPr>
          <p:spPr>
            <a:xfrm>
              <a:off x="6768179" y="3624287"/>
              <a:ext cx="3647840" cy="307777"/>
            </a:xfrm>
            <a:prstGeom prst="rect">
              <a:avLst/>
            </a:prstGeom>
            <a:noFill/>
          </p:spPr>
          <p:txBody>
            <a:bodyPr wrap="square" rtlCol="0">
              <a:spAutoFit/>
            </a:bodyPr>
            <a:lstStyle/>
            <a:p>
              <a:r>
                <a:rPr lang="en-US" altLang="ko-KR" sz="1400">
                  <a:solidFill>
                    <a:srgbClr val="002060"/>
                  </a:solidFill>
                  <a:cs typeface="Arial" pitchFamily="34" charset="0"/>
                </a:rPr>
                <a:t>Kết quả tìm kiếm giá trị thay thế</a:t>
              </a:r>
              <a:endParaRPr lang="en-US" altLang="ko-KR" sz="1400" dirty="0">
                <a:solidFill>
                  <a:srgbClr val="002060"/>
                </a:solidFill>
                <a:cs typeface="Arial" pitchFamily="34" charset="0"/>
              </a:endParaRPr>
            </a:p>
          </p:txBody>
        </p:sp>
        <p:sp>
          <p:nvSpPr>
            <p:cNvPr id="37" name="TextBox 36">
              <a:extLst>
                <a:ext uri="{FF2B5EF4-FFF2-40B4-BE49-F238E27FC236}">
                  <a16:creationId xmlns:a16="http://schemas.microsoft.com/office/drawing/2014/main" id="{3B71E5D8-AA70-4D3C-88A5-3F7CDB0DC9A8}"/>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a:solidFill>
                    <a:srgbClr val="002060"/>
                  </a:solidFill>
                  <a:cs typeface="Arial" pitchFamily="34" charset="0"/>
                </a:rPr>
                <a:t>Giá trị thay thế</a:t>
              </a:r>
              <a:endParaRPr lang="ko-KR" altLang="en-US" sz="2700" b="1" dirty="0">
                <a:solidFill>
                  <a:srgbClr val="002060"/>
                </a:solidFill>
                <a:cs typeface="Arial" pitchFamily="34" charset="0"/>
              </a:endParaRPr>
            </a:p>
          </p:txBody>
        </p:sp>
        <p:sp>
          <p:nvSpPr>
            <p:cNvPr id="38" name="TextBox 37">
              <a:extLst>
                <a:ext uri="{FF2B5EF4-FFF2-40B4-BE49-F238E27FC236}">
                  <a16:creationId xmlns:a16="http://schemas.microsoft.com/office/drawing/2014/main" id="{808661E6-62F9-4315-A04D-01E8BF32249F}"/>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a:solidFill>
                    <a:srgbClr val="002060"/>
                  </a:solidFill>
                  <a:cs typeface="Arial" pitchFamily="34" charset="0"/>
                </a:rPr>
                <a:t>04</a:t>
              </a:r>
              <a:endParaRPr lang="ko-KR" altLang="en-US" sz="6000" b="1">
                <a:solidFill>
                  <a:srgbClr val="002060"/>
                </a:solidFill>
                <a:cs typeface="Arial" pitchFamily="34" charset="0"/>
              </a:endParaRPr>
            </a:p>
          </p:txBody>
        </p:sp>
      </p:grpSp>
      <p:grpSp>
        <p:nvGrpSpPr>
          <p:cNvPr id="3" name="Group 2">
            <a:extLst>
              <a:ext uri="{FF2B5EF4-FFF2-40B4-BE49-F238E27FC236}">
                <a16:creationId xmlns:a16="http://schemas.microsoft.com/office/drawing/2014/main" id="{129B1378-8CDA-24F8-4D10-8F0CA2477D3B}"/>
              </a:ext>
            </a:extLst>
          </p:cNvPr>
          <p:cNvGrpSpPr/>
          <p:nvPr/>
        </p:nvGrpSpPr>
        <p:grpSpPr>
          <a:xfrm>
            <a:off x="506257" y="4911353"/>
            <a:ext cx="4726013" cy="1015663"/>
            <a:chOff x="5692278" y="3070393"/>
            <a:chExt cx="4726013" cy="1015663"/>
          </a:xfrm>
        </p:grpSpPr>
        <p:sp>
          <p:nvSpPr>
            <p:cNvPr id="4" name="TextBox 3">
              <a:extLst>
                <a:ext uri="{FF2B5EF4-FFF2-40B4-BE49-F238E27FC236}">
                  <a16:creationId xmlns:a16="http://schemas.microsoft.com/office/drawing/2014/main" id="{363EAFCE-1FF0-35A1-625F-E91E4AAF57E8}"/>
                </a:ext>
              </a:extLst>
            </p:cNvPr>
            <p:cNvSpPr txBox="1"/>
            <p:nvPr/>
          </p:nvSpPr>
          <p:spPr>
            <a:xfrm>
              <a:off x="6770451" y="3633302"/>
              <a:ext cx="3647840" cy="307777"/>
            </a:xfrm>
            <a:prstGeom prst="rect">
              <a:avLst/>
            </a:prstGeom>
            <a:noFill/>
          </p:spPr>
          <p:txBody>
            <a:bodyPr wrap="square" rtlCol="0">
              <a:spAutoFit/>
            </a:bodyPr>
            <a:lstStyle/>
            <a:p>
              <a:r>
                <a:rPr lang="en-US" altLang="ko-KR" sz="1400">
                  <a:solidFill>
                    <a:srgbClr val="002060"/>
                  </a:solidFill>
                  <a:cs typeface="Arial" pitchFamily="34" charset="0"/>
                </a:rPr>
                <a:t>Kết quả ước tính biên độ phá giá</a:t>
              </a:r>
              <a:endParaRPr lang="en-US" altLang="ko-KR" sz="1400" dirty="0">
                <a:solidFill>
                  <a:srgbClr val="002060"/>
                </a:solidFill>
                <a:cs typeface="Arial" pitchFamily="34" charset="0"/>
              </a:endParaRPr>
            </a:p>
          </p:txBody>
        </p:sp>
        <p:sp>
          <p:nvSpPr>
            <p:cNvPr id="5" name="TextBox 4">
              <a:extLst>
                <a:ext uri="{FF2B5EF4-FFF2-40B4-BE49-F238E27FC236}">
                  <a16:creationId xmlns:a16="http://schemas.microsoft.com/office/drawing/2014/main" id="{016D9108-27B1-75F5-47DC-94231DEA1881}"/>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a:solidFill>
                    <a:srgbClr val="002060"/>
                  </a:solidFill>
                  <a:cs typeface="Arial" pitchFamily="34" charset="0"/>
                </a:rPr>
                <a:t>Biên độ phá giá</a:t>
              </a:r>
              <a:endParaRPr lang="ko-KR" altLang="en-US" sz="2700" b="1" dirty="0">
                <a:solidFill>
                  <a:srgbClr val="002060"/>
                </a:solidFill>
                <a:cs typeface="Arial" pitchFamily="34" charset="0"/>
              </a:endParaRPr>
            </a:p>
          </p:txBody>
        </p:sp>
        <p:sp>
          <p:nvSpPr>
            <p:cNvPr id="6" name="TextBox 5">
              <a:extLst>
                <a:ext uri="{FF2B5EF4-FFF2-40B4-BE49-F238E27FC236}">
                  <a16:creationId xmlns:a16="http://schemas.microsoft.com/office/drawing/2014/main" id="{0C080A05-3730-FD90-8DC7-2F14D2B3C478}"/>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dirty="0">
                  <a:solidFill>
                    <a:srgbClr val="002060"/>
                  </a:solidFill>
                  <a:cs typeface="Arial" pitchFamily="34" charset="0"/>
                </a:rPr>
                <a:t>05</a:t>
              </a:r>
              <a:endParaRPr lang="ko-KR" altLang="en-US" sz="6000" b="1" dirty="0">
                <a:solidFill>
                  <a:srgbClr val="002060"/>
                </a:solidFill>
                <a:cs typeface="Arial" pitchFamily="34" charset="0"/>
              </a:endParaRPr>
            </a:p>
          </p:txBody>
        </p:sp>
      </p:grpSp>
      <p:grpSp>
        <p:nvGrpSpPr>
          <p:cNvPr id="10" name="Group 9">
            <a:extLst>
              <a:ext uri="{FF2B5EF4-FFF2-40B4-BE49-F238E27FC236}">
                <a16:creationId xmlns:a16="http://schemas.microsoft.com/office/drawing/2014/main" id="{EA85FA59-058A-B6B8-6E2B-9D04FC583B91}"/>
              </a:ext>
            </a:extLst>
          </p:cNvPr>
          <p:cNvGrpSpPr/>
          <p:nvPr/>
        </p:nvGrpSpPr>
        <p:grpSpPr>
          <a:xfrm>
            <a:off x="6310443" y="4911353"/>
            <a:ext cx="4726013" cy="1015663"/>
            <a:chOff x="5692278" y="3070393"/>
            <a:chExt cx="4726013" cy="1015663"/>
          </a:xfrm>
        </p:grpSpPr>
        <p:sp>
          <p:nvSpPr>
            <p:cNvPr id="11" name="TextBox 10">
              <a:extLst>
                <a:ext uri="{FF2B5EF4-FFF2-40B4-BE49-F238E27FC236}">
                  <a16:creationId xmlns:a16="http://schemas.microsoft.com/office/drawing/2014/main" id="{50CF42D2-205B-E234-7CEC-62BD3F79678D}"/>
                </a:ext>
              </a:extLst>
            </p:cNvPr>
            <p:cNvSpPr txBox="1"/>
            <p:nvPr/>
          </p:nvSpPr>
          <p:spPr>
            <a:xfrm>
              <a:off x="6770451" y="3578225"/>
              <a:ext cx="3647840" cy="276999"/>
            </a:xfrm>
            <a:prstGeom prst="rect">
              <a:avLst/>
            </a:prstGeom>
            <a:noFill/>
          </p:spPr>
          <p:txBody>
            <a:bodyPr wrap="square" rtlCol="0">
              <a:spAutoFit/>
            </a:bodyPr>
            <a:lstStyle/>
            <a:p>
              <a:endParaRPr lang="en-US" altLang="ko-KR" sz="1200" dirty="0">
                <a:solidFill>
                  <a:srgbClr val="002060"/>
                </a:solidFill>
                <a:cs typeface="Arial" pitchFamily="34" charset="0"/>
              </a:endParaRPr>
            </a:p>
          </p:txBody>
        </p:sp>
        <p:sp>
          <p:nvSpPr>
            <p:cNvPr id="12" name="TextBox 11">
              <a:extLst>
                <a:ext uri="{FF2B5EF4-FFF2-40B4-BE49-F238E27FC236}">
                  <a16:creationId xmlns:a16="http://schemas.microsoft.com/office/drawing/2014/main" id="{9AD102CF-AFB6-87B3-A90B-18AA0AEBEDC4}"/>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a:solidFill>
                    <a:srgbClr val="002060"/>
                  </a:solidFill>
                  <a:cs typeface="Arial" pitchFamily="34" charset="0"/>
                </a:rPr>
                <a:t>Kết luận &amp; kiến nghị</a:t>
              </a:r>
              <a:endParaRPr lang="ko-KR" altLang="en-US" sz="2700" b="1" dirty="0">
                <a:solidFill>
                  <a:srgbClr val="002060"/>
                </a:solidFill>
                <a:cs typeface="Arial" pitchFamily="34" charset="0"/>
              </a:endParaRPr>
            </a:p>
          </p:txBody>
        </p:sp>
        <p:sp>
          <p:nvSpPr>
            <p:cNvPr id="13" name="TextBox 12">
              <a:extLst>
                <a:ext uri="{FF2B5EF4-FFF2-40B4-BE49-F238E27FC236}">
                  <a16:creationId xmlns:a16="http://schemas.microsoft.com/office/drawing/2014/main" id="{A27FBED0-7D91-631F-6329-9089D7B4FA07}"/>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dirty="0">
                  <a:solidFill>
                    <a:srgbClr val="002060"/>
                  </a:solidFill>
                  <a:cs typeface="Arial" pitchFamily="34" charset="0"/>
                </a:rPr>
                <a:t>06</a:t>
              </a:r>
              <a:endParaRPr lang="ko-KR" altLang="en-US" sz="6000" b="1" dirty="0">
                <a:solidFill>
                  <a:srgbClr val="002060"/>
                </a:solidFill>
                <a:cs typeface="Arial" pitchFamily="34" charset="0"/>
              </a:endParaRPr>
            </a:p>
          </p:txBody>
        </p:sp>
      </p:grpSp>
      <p:sp>
        <p:nvSpPr>
          <p:cNvPr id="18" name="TextBox 17">
            <a:extLst>
              <a:ext uri="{FF2B5EF4-FFF2-40B4-BE49-F238E27FC236}">
                <a16:creationId xmlns:a16="http://schemas.microsoft.com/office/drawing/2014/main" id="{8962649D-1B72-FC7F-470A-E147E7956B89}"/>
              </a:ext>
            </a:extLst>
          </p:cNvPr>
          <p:cNvSpPr txBox="1"/>
          <p:nvPr/>
        </p:nvSpPr>
        <p:spPr>
          <a:xfrm>
            <a:off x="7388616" y="2171021"/>
            <a:ext cx="3647840" cy="523220"/>
          </a:xfrm>
          <a:prstGeom prst="rect">
            <a:avLst/>
          </a:prstGeom>
          <a:noFill/>
        </p:spPr>
        <p:txBody>
          <a:bodyPr wrap="square" rtlCol="0">
            <a:spAutoFit/>
          </a:bodyPr>
          <a:lstStyle/>
          <a:p>
            <a:r>
              <a:rPr lang="en-US" sz="1400">
                <a:solidFill>
                  <a:srgbClr val="002060"/>
                </a:solidFill>
                <a:effectLst/>
                <a:latin typeface="Arial (body)"/>
                <a:ea typeface="Calibri" panose="020F0502020204030204" pitchFamily="34" charset="0"/>
              </a:rPr>
              <a:t>Tổng quan về phương pháp điều tra và tính toán biên độ bán phá giá của Mỹ</a:t>
            </a:r>
            <a:endParaRPr lang="en-US" altLang="ko-KR" sz="1400" dirty="0">
              <a:solidFill>
                <a:srgbClr val="002060"/>
              </a:solidFill>
              <a:latin typeface="Arial (body)"/>
              <a:cs typeface="Arial" pitchFamily="34" charset="0"/>
            </a:endParaRPr>
          </a:p>
        </p:txBody>
      </p:sp>
      <p:sp>
        <p:nvSpPr>
          <p:cNvPr id="19" name="TextBox 18">
            <a:extLst>
              <a:ext uri="{FF2B5EF4-FFF2-40B4-BE49-F238E27FC236}">
                <a16:creationId xmlns:a16="http://schemas.microsoft.com/office/drawing/2014/main" id="{E67C25C2-8D95-E660-96DB-A7B03CB68EEE}"/>
              </a:ext>
            </a:extLst>
          </p:cNvPr>
          <p:cNvSpPr txBox="1"/>
          <p:nvPr/>
        </p:nvSpPr>
        <p:spPr>
          <a:xfrm>
            <a:off x="1602902" y="2219257"/>
            <a:ext cx="3647840" cy="523220"/>
          </a:xfrm>
          <a:prstGeom prst="rect">
            <a:avLst/>
          </a:prstGeom>
          <a:noFill/>
        </p:spPr>
        <p:txBody>
          <a:bodyPr wrap="square" rtlCol="0">
            <a:spAutoFit/>
          </a:bodyPr>
          <a:lstStyle/>
          <a:p>
            <a:r>
              <a:rPr lang="en-US" altLang="ko-KR" sz="1400">
                <a:solidFill>
                  <a:srgbClr val="002060"/>
                </a:solidFill>
                <a:cs typeface="Arial" pitchFamily="34" charset="0"/>
              </a:rPr>
              <a:t>Bối cảnh chung về ngành nhựa và </a:t>
            </a:r>
            <a:endParaRPr lang="en-US" altLang="ko-KR" sz="1400" dirty="0">
              <a:solidFill>
                <a:srgbClr val="002060"/>
              </a:solidFill>
              <a:cs typeface="Arial" pitchFamily="34" charset="0"/>
            </a:endParaRPr>
          </a:p>
          <a:p>
            <a:r>
              <a:rPr lang="en-US" altLang="ko-KR" sz="1400">
                <a:solidFill>
                  <a:srgbClr val="002060"/>
                </a:solidFill>
                <a:cs typeface="Arial" pitchFamily="34" charset="0"/>
              </a:rPr>
              <a:t>thị trường Mỹ</a:t>
            </a:r>
            <a:endParaRPr lang="en-US" altLang="ko-KR" sz="1400" dirty="0">
              <a:solidFill>
                <a:srgbClr val="002060"/>
              </a:solidFill>
              <a:cs typeface="Arial" pitchFamily="34" charset="0"/>
            </a:endParaRPr>
          </a:p>
        </p:txBody>
      </p:sp>
    </p:spTree>
    <p:extLst>
      <p:ext uri="{BB962C8B-B14F-4D97-AF65-F5344CB8AC3E}">
        <p14:creationId xmlns:p14="http://schemas.microsoft.com/office/powerpoint/2010/main" val="4033384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AD03-D296-991D-5C3E-33D34C34151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1D3AB01-BBFD-1B7E-C58F-F21F41F17DDC}"/>
              </a:ext>
            </a:extLst>
          </p:cNvPr>
          <p:cNvSpPr txBox="1"/>
          <p:nvPr/>
        </p:nvSpPr>
        <p:spPr>
          <a:xfrm>
            <a:off x="7571330" y="5677985"/>
            <a:ext cx="3527594" cy="523220"/>
          </a:xfrm>
          <a:prstGeom prst="rect">
            <a:avLst/>
          </a:prstGeom>
          <a:noFill/>
        </p:spPr>
        <p:txBody>
          <a:bodyPr wrap="square" rtlCol="0">
            <a:spAutoFit/>
          </a:bodyPr>
          <a:lstStyle/>
          <a:p>
            <a:pPr algn="ctr"/>
            <a:r>
              <a:rPr lang="en-US" altLang="ko-KR" sz="1400" b="1">
                <a:solidFill>
                  <a:schemeClr val="tx1">
                    <a:lumMod val="75000"/>
                    <a:lumOff val="25000"/>
                  </a:schemeClr>
                </a:solidFill>
                <a:cs typeface="Arial" pitchFamily="34" charset="0"/>
              </a:rPr>
              <a:t>VIETNAM’S TOP 5 PLASTIC EXPORTING MARKETS</a:t>
            </a:r>
            <a:endParaRPr lang="ko-KR" altLang="en-US" sz="1400" b="1" dirty="0">
              <a:solidFill>
                <a:schemeClr val="tx1">
                  <a:lumMod val="75000"/>
                  <a:lumOff val="25000"/>
                </a:schemeClr>
              </a:solidFill>
              <a:cs typeface="Arial" pitchFamily="34" charset="0"/>
            </a:endParaRPr>
          </a:p>
        </p:txBody>
      </p:sp>
      <p:sp>
        <p:nvSpPr>
          <p:cNvPr id="38" name="Rounded Rectangle 13">
            <a:extLst>
              <a:ext uri="{FF2B5EF4-FFF2-40B4-BE49-F238E27FC236}">
                <a16:creationId xmlns:a16="http://schemas.microsoft.com/office/drawing/2014/main" id="{C19B4537-ECFC-04AD-E8D3-CDD8A02AEABC}"/>
              </a:ext>
            </a:extLst>
          </p:cNvPr>
          <p:cNvSpPr/>
          <p:nvPr/>
        </p:nvSpPr>
        <p:spPr>
          <a:xfrm>
            <a:off x="534526" y="3597033"/>
            <a:ext cx="4592249" cy="1472397"/>
          </a:xfrm>
          <a:prstGeom prst="roundRect">
            <a:avLst>
              <a:gd name="adj" fmla="val 12448"/>
            </a:avLst>
          </a:prstGeom>
          <a:solidFill>
            <a:schemeClr val="bg1"/>
          </a:solidFill>
          <a:ln w="317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Rounded Rectangle 14">
            <a:extLst>
              <a:ext uri="{FF2B5EF4-FFF2-40B4-BE49-F238E27FC236}">
                <a16:creationId xmlns:a16="http://schemas.microsoft.com/office/drawing/2014/main" id="{B777D744-76D3-1E2B-88EB-FD0883F1F894}"/>
              </a:ext>
            </a:extLst>
          </p:cNvPr>
          <p:cNvSpPr/>
          <p:nvPr/>
        </p:nvSpPr>
        <p:spPr>
          <a:xfrm>
            <a:off x="534526" y="5266853"/>
            <a:ext cx="4592249" cy="1316844"/>
          </a:xfrm>
          <a:prstGeom prst="roundRect">
            <a:avLst>
              <a:gd name="adj" fmla="val 12448"/>
            </a:avLst>
          </a:prstGeom>
          <a:noFill/>
          <a:ln w="317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3C8980D2-23F4-0E15-6F41-7BAD29C1F212}"/>
              </a:ext>
            </a:extLst>
          </p:cNvPr>
          <p:cNvSpPr txBox="1"/>
          <p:nvPr/>
        </p:nvSpPr>
        <p:spPr>
          <a:xfrm>
            <a:off x="1296121" y="3597033"/>
            <a:ext cx="1492716" cy="646331"/>
          </a:xfrm>
          <a:prstGeom prst="rect">
            <a:avLst/>
          </a:prstGeom>
          <a:noFill/>
        </p:spPr>
        <p:txBody>
          <a:bodyPr wrap="none" rtlCol="0">
            <a:spAutoFit/>
          </a:bodyPr>
          <a:lstStyle/>
          <a:p>
            <a:r>
              <a:rPr lang="en-US" altLang="ko-KR" sz="3600" b="1" dirty="0">
                <a:solidFill>
                  <a:srgbClr val="800020"/>
                </a:solidFill>
                <a:cs typeface="Arial" pitchFamily="34" charset="0"/>
              </a:rPr>
              <a:t>41,5%</a:t>
            </a:r>
            <a:endParaRPr lang="ko-KR" altLang="en-US" sz="3600" b="1" dirty="0">
              <a:solidFill>
                <a:srgbClr val="800020"/>
              </a:solidFill>
              <a:cs typeface="Arial" pitchFamily="34" charset="0"/>
            </a:endParaRPr>
          </a:p>
        </p:txBody>
      </p:sp>
      <p:sp>
        <p:nvSpPr>
          <p:cNvPr id="41" name="TextBox 40">
            <a:extLst>
              <a:ext uri="{FF2B5EF4-FFF2-40B4-BE49-F238E27FC236}">
                <a16:creationId xmlns:a16="http://schemas.microsoft.com/office/drawing/2014/main" id="{F8F59EF3-E19A-7D5D-7E0E-E2AD5AEBC2BF}"/>
              </a:ext>
            </a:extLst>
          </p:cNvPr>
          <p:cNvSpPr txBox="1"/>
          <p:nvPr/>
        </p:nvSpPr>
        <p:spPr>
          <a:xfrm>
            <a:off x="2700805" y="5288541"/>
            <a:ext cx="1492716" cy="646331"/>
          </a:xfrm>
          <a:prstGeom prst="rect">
            <a:avLst/>
          </a:prstGeom>
          <a:noFill/>
        </p:spPr>
        <p:txBody>
          <a:bodyPr wrap="none" rtlCol="0">
            <a:spAutoFit/>
          </a:bodyPr>
          <a:lstStyle/>
          <a:p>
            <a:r>
              <a:rPr lang="en-US" altLang="ko-KR" sz="3600" b="1" dirty="0">
                <a:solidFill>
                  <a:srgbClr val="002060"/>
                </a:solidFill>
                <a:cs typeface="Arial" pitchFamily="34" charset="0"/>
              </a:rPr>
              <a:t>53,2%</a:t>
            </a:r>
            <a:endParaRPr lang="ko-KR" altLang="en-US" sz="3600" b="1" dirty="0">
              <a:solidFill>
                <a:srgbClr val="002060"/>
              </a:solidFill>
              <a:cs typeface="Arial" pitchFamily="34" charset="0"/>
            </a:endParaRPr>
          </a:p>
        </p:txBody>
      </p:sp>
      <p:sp>
        <p:nvSpPr>
          <p:cNvPr id="42" name="TextBox 41">
            <a:extLst>
              <a:ext uri="{FF2B5EF4-FFF2-40B4-BE49-F238E27FC236}">
                <a16:creationId xmlns:a16="http://schemas.microsoft.com/office/drawing/2014/main" id="{4BEA0E0A-FAEC-5F00-40AA-29654C885B8F}"/>
              </a:ext>
            </a:extLst>
          </p:cNvPr>
          <p:cNvSpPr txBox="1"/>
          <p:nvPr/>
        </p:nvSpPr>
        <p:spPr>
          <a:xfrm>
            <a:off x="702230" y="4212091"/>
            <a:ext cx="4256840" cy="738664"/>
          </a:xfrm>
          <a:prstGeom prst="rect">
            <a:avLst/>
          </a:prstGeom>
          <a:noFill/>
        </p:spPr>
        <p:txBody>
          <a:bodyPr wrap="square" rtlCol="0">
            <a:spAutoFit/>
          </a:bodyPr>
          <a:lstStyle/>
          <a:p>
            <a:r>
              <a:rPr lang="en-US" sz="1400">
                <a:effectLst/>
                <a:latin typeface="Arial (body)"/>
                <a:ea typeface="Calibri" panose="020F0502020204030204" pitchFamily="34" charset="0"/>
                <a:cs typeface="Calibri" panose="020F0502020204030204" pitchFamily="34" charset="0"/>
              </a:rPr>
              <a:t>K</a:t>
            </a:r>
            <a:r>
              <a:rPr lang="vi-VN" sz="1400">
                <a:effectLst/>
                <a:latin typeface="Arial (body)"/>
                <a:ea typeface="Calibri" panose="020F0502020204030204" pitchFamily="34" charset="0"/>
                <a:cs typeface="Calibri" panose="020F0502020204030204" pitchFamily="34" charset="0"/>
              </a:rPr>
              <a:t>im ngạch xuất khẩu sản phẩm nhựa sang thị trường Hoa Kỳ </a:t>
            </a:r>
            <a:r>
              <a:rPr lang="en-US" sz="1400">
                <a:effectLst/>
                <a:latin typeface="Arial (body)"/>
                <a:ea typeface="Calibri" panose="020F0502020204030204" pitchFamily="34" charset="0"/>
                <a:cs typeface="Calibri" panose="020F0502020204030204" pitchFamily="34" charset="0"/>
              </a:rPr>
              <a:t>so với tổng xuất khẩu </a:t>
            </a:r>
            <a:r>
              <a:rPr lang="vi-VN" sz="1400">
                <a:effectLst/>
                <a:latin typeface="Arial (body)"/>
                <a:ea typeface="Calibri" panose="020F0502020204030204" pitchFamily="34" charset="0"/>
                <a:cs typeface="Calibri" panose="020F0502020204030204" pitchFamily="34" charset="0"/>
              </a:rPr>
              <a:t>ra thế giới</a:t>
            </a:r>
            <a:r>
              <a:rPr lang="en-US" sz="1400">
                <a:effectLst/>
                <a:latin typeface="Arial (body)"/>
                <a:ea typeface="Calibri" panose="020F0502020204030204" pitchFamily="34" charset="0"/>
                <a:cs typeface="Calibri" panose="020F0502020204030204" pitchFamily="34" charset="0"/>
              </a:rPr>
              <a:t> trong 4 tháng đầu năm 2022</a:t>
            </a:r>
            <a:endParaRPr lang="ko-KR" altLang="en-US" sz="1400" dirty="0">
              <a:solidFill>
                <a:schemeClr val="tx1">
                  <a:lumMod val="90000"/>
                  <a:lumOff val="10000"/>
                </a:schemeClr>
              </a:solidFill>
              <a:latin typeface="Arial (body)"/>
              <a:cs typeface="Arial" pitchFamily="34" charset="0"/>
            </a:endParaRPr>
          </a:p>
        </p:txBody>
      </p:sp>
      <p:sp>
        <p:nvSpPr>
          <p:cNvPr id="43" name="TextBox 42">
            <a:extLst>
              <a:ext uri="{FF2B5EF4-FFF2-40B4-BE49-F238E27FC236}">
                <a16:creationId xmlns:a16="http://schemas.microsoft.com/office/drawing/2014/main" id="{EBA693D8-669C-2A45-D3A4-E075D4E531CC}"/>
              </a:ext>
            </a:extLst>
          </p:cNvPr>
          <p:cNvSpPr txBox="1"/>
          <p:nvPr/>
        </p:nvSpPr>
        <p:spPr>
          <a:xfrm>
            <a:off x="702230" y="5918433"/>
            <a:ext cx="4256840" cy="523220"/>
          </a:xfrm>
          <a:prstGeom prst="rect">
            <a:avLst/>
          </a:prstGeom>
          <a:noFill/>
        </p:spPr>
        <p:txBody>
          <a:bodyPr wrap="square" rtlCol="0">
            <a:spAutoFit/>
          </a:bodyPr>
          <a:lstStyle/>
          <a:p>
            <a:pPr algn="r"/>
            <a:r>
              <a:rPr lang="en-US" sz="1400">
                <a:effectLst/>
                <a:latin typeface="Arial (body)"/>
                <a:ea typeface="Calibri" panose="020F0502020204030204" pitchFamily="34" charset="0"/>
                <a:cs typeface="Calibri" panose="020F0502020204030204" pitchFamily="34" charset="0"/>
              </a:rPr>
              <a:t>Kim ngạch xuất khẩu sang Hoa Kỳ tăng</a:t>
            </a:r>
            <a:r>
              <a:rPr lang="en-US" sz="1400">
                <a:latin typeface="Arial (body)"/>
                <a:ea typeface="Calibri" panose="020F0502020204030204" pitchFamily="34" charset="0"/>
                <a:cs typeface="Calibri" panose="020F0502020204030204" pitchFamily="34" charset="0"/>
              </a:rPr>
              <a:t> so với cùng kỳ 2021</a:t>
            </a:r>
            <a:endParaRPr lang="ko-KR" altLang="en-US" sz="1400" dirty="0">
              <a:solidFill>
                <a:schemeClr val="tx1">
                  <a:lumMod val="90000"/>
                  <a:lumOff val="10000"/>
                </a:schemeClr>
              </a:solidFill>
              <a:latin typeface="Arial (body)"/>
              <a:cs typeface="Arial" pitchFamily="34" charset="0"/>
            </a:endParaRPr>
          </a:p>
        </p:txBody>
      </p:sp>
      <p:sp>
        <p:nvSpPr>
          <p:cNvPr id="52" name="TextBox 51">
            <a:extLst>
              <a:ext uri="{FF2B5EF4-FFF2-40B4-BE49-F238E27FC236}">
                <a16:creationId xmlns:a16="http://schemas.microsoft.com/office/drawing/2014/main" id="{1168E99D-423E-C010-49A1-3B122D6EBA86}"/>
              </a:ext>
            </a:extLst>
          </p:cNvPr>
          <p:cNvSpPr txBox="1"/>
          <p:nvPr/>
        </p:nvSpPr>
        <p:spPr>
          <a:xfrm>
            <a:off x="467360" y="1660530"/>
            <a:ext cx="4726580" cy="1600438"/>
          </a:xfrm>
          <a:prstGeom prst="rect">
            <a:avLst/>
          </a:prstGeom>
          <a:noFill/>
        </p:spPr>
        <p:txBody>
          <a:bodyPr wrap="square" rtlCol="0">
            <a:spAutoFit/>
          </a:bodyPr>
          <a:lstStyle/>
          <a:p>
            <a:pPr marL="285750" indent="-285750">
              <a:buFont typeface="Wingdings" panose="05000000000000000000" pitchFamily="2" charset="2"/>
              <a:buChar char="Ø"/>
            </a:pPr>
            <a:r>
              <a:rPr lang="en-US" sz="1400">
                <a:effectLst/>
                <a:latin typeface="Arial (body)"/>
                <a:ea typeface="Calibri" panose="020F0502020204030204" pitchFamily="34" charset="0"/>
                <a:cs typeface="Calibri" panose="020F0502020204030204" pitchFamily="34" charset="0"/>
              </a:rPr>
              <a:t>S</a:t>
            </a:r>
            <a:r>
              <a:rPr lang="vi-VN" sz="1400">
                <a:effectLst/>
                <a:latin typeface="Arial (body)"/>
                <a:ea typeface="Calibri" panose="020F0502020204030204" pitchFamily="34" charset="0"/>
                <a:cs typeface="Calibri" panose="020F0502020204030204" pitchFamily="34" charset="0"/>
              </a:rPr>
              <a:t>au Covid-19, xuất khẩu nhựa và hạt nhựa của Việt Nam dần phục hồi và phát triển, đặc biệt từ 202</a:t>
            </a:r>
            <a:r>
              <a:rPr lang="en-US" sz="1400" dirty="0">
                <a:effectLst/>
                <a:latin typeface="Arial (body)"/>
                <a:ea typeface="Calibri" panose="020F0502020204030204" pitchFamily="34" charset="0"/>
                <a:cs typeface="Calibri" panose="020F0502020204030204" pitchFamily="34" charset="0"/>
              </a:rPr>
              <a:t>2.</a:t>
            </a:r>
          </a:p>
          <a:p>
            <a:endParaRPr lang="en-US" sz="1400" dirty="0">
              <a:effectLst/>
              <a:latin typeface="Arial (body)"/>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vi-VN" sz="1400">
                <a:effectLst/>
                <a:latin typeface="Arial (body)"/>
                <a:ea typeface="Calibri" panose="020F0502020204030204" pitchFamily="34" charset="0"/>
                <a:cs typeface="Calibri" panose="020F0502020204030204" pitchFamily="34" charset="0"/>
              </a:rPr>
              <a:t>Bộ Thương mại Hoa Kỳ (DOC) rất có thể sẽ điều tra áp dụng biện pháp chống bán phá giá đối với nhựa xuất khẩu từ Việt Nam sang Hoa Kỳ, cụ thể là hạt nhựa PET (có thể bao gồm hạt nhựa tái chế </a:t>
            </a:r>
            <a:r>
              <a:rPr lang="en-US" sz="1400">
                <a:latin typeface="Arial (body)"/>
                <a:ea typeface="Calibri" panose="020F0502020204030204" pitchFamily="34" charset="0"/>
                <a:cs typeface="Calibri" panose="020F0502020204030204" pitchFamily="34" charset="0"/>
              </a:rPr>
              <a:t>r</a:t>
            </a:r>
            <a:r>
              <a:rPr lang="vi-VN" sz="1400" dirty="0">
                <a:effectLst/>
                <a:latin typeface="Arial (body)"/>
                <a:ea typeface="Calibri" panose="020F0502020204030204" pitchFamily="34" charset="0"/>
                <a:cs typeface="Calibri" panose="020F0502020204030204" pitchFamily="34" charset="0"/>
              </a:rPr>
              <a:t>PET)</a:t>
            </a:r>
            <a:endParaRPr lang="en-US" altLang="ko-KR" sz="1400" dirty="0">
              <a:solidFill>
                <a:schemeClr val="tx1">
                  <a:lumMod val="75000"/>
                  <a:lumOff val="25000"/>
                </a:schemeClr>
              </a:solidFill>
              <a:latin typeface="Arial (body)"/>
              <a:cs typeface="Arial" pitchFamily="34" charset="0"/>
            </a:endParaRPr>
          </a:p>
        </p:txBody>
      </p:sp>
      <p:sp>
        <p:nvSpPr>
          <p:cNvPr id="67" name="Text Placeholder 1">
            <a:extLst>
              <a:ext uri="{FF2B5EF4-FFF2-40B4-BE49-F238E27FC236}">
                <a16:creationId xmlns:a16="http://schemas.microsoft.com/office/drawing/2014/main" id="{2DB3640A-D202-99C7-848C-EB8E418D034A}"/>
              </a:ext>
            </a:extLst>
          </p:cNvPr>
          <p:cNvSpPr txBox="1">
            <a:spLocks/>
          </p:cNvSpPr>
          <p:nvPr/>
        </p:nvSpPr>
        <p:spPr>
          <a:xfrm>
            <a:off x="467360" y="597346"/>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700" b="1">
                <a:solidFill>
                  <a:schemeClr val="bg1"/>
                </a:solidFill>
              </a:rPr>
              <a:t>1. BỐI CẢNH CHUNG</a:t>
            </a:r>
            <a:endParaRPr lang="en-US" sz="4700" b="1" dirty="0">
              <a:solidFill>
                <a:schemeClr val="bg1"/>
              </a:solidFill>
            </a:endParaRPr>
          </a:p>
        </p:txBody>
      </p:sp>
      <p:pic>
        <p:nvPicPr>
          <p:cNvPr id="44" name="Graphic 43" descr="Earth globe: Americas with solid fill">
            <a:extLst>
              <a:ext uri="{FF2B5EF4-FFF2-40B4-BE49-F238E27FC236}">
                <a16:creationId xmlns:a16="http://schemas.microsoft.com/office/drawing/2014/main" id="{C63783A7-3D8C-BBDB-1D74-9BB696F112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417" y="3672995"/>
            <a:ext cx="525517" cy="525517"/>
          </a:xfrm>
          <a:prstGeom prst="rect">
            <a:avLst/>
          </a:prstGeom>
        </p:spPr>
      </p:pic>
      <p:pic>
        <p:nvPicPr>
          <p:cNvPr id="46" name="Graphic 45" descr="Bar graph with upward trend with solid fill">
            <a:extLst>
              <a:ext uri="{FF2B5EF4-FFF2-40B4-BE49-F238E27FC236}">
                <a16:creationId xmlns:a16="http://schemas.microsoft.com/office/drawing/2014/main" id="{89DA5E86-8B7C-F77F-114B-CA3CF483CC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31169" y="5303476"/>
            <a:ext cx="690253" cy="614957"/>
          </a:xfrm>
          <a:prstGeom prst="rect">
            <a:avLst/>
          </a:prstGeom>
        </p:spPr>
      </p:pic>
      <p:pic>
        <p:nvPicPr>
          <p:cNvPr id="1026" name="Picture 2" descr="Vietnam’s plastic exports update (Q1 2022)">
            <a:extLst>
              <a:ext uri="{FF2B5EF4-FFF2-40B4-BE49-F238E27FC236}">
                <a16:creationId xmlns:a16="http://schemas.microsoft.com/office/drawing/2014/main" id="{3049CC0E-D329-6279-FDE4-F2904A48D6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5535" y="2294993"/>
            <a:ext cx="6005418" cy="3159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749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8752F-D0D6-7E90-A11D-526D898538EC}"/>
            </a:ext>
          </a:extLst>
        </p:cNvPr>
        <p:cNvGrpSpPr/>
        <p:nvPr/>
      </p:nvGrpSpPr>
      <p:grpSpPr>
        <a:xfrm>
          <a:off x="0" y="0"/>
          <a:ext cx="0" cy="0"/>
          <a:chOff x="0" y="0"/>
          <a:chExt cx="0" cy="0"/>
        </a:xfrm>
      </p:grpSpPr>
      <p:grpSp>
        <p:nvGrpSpPr>
          <p:cNvPr id="3" name="그룹 8">
            <a:extLst>
              <a:ext uri="{FF2B5EF4-FFF2-40B4-BE49-F238E27FC236}">
                <a16:creationId xmlns:a16="http://schemas.microsoft.com/office/drawing/2014/main" id="{53AD0DAC-5639-F13C-C9ED-EFF5DF60FDBF}"/>
              </a:ext>
            </a:extLst>
          </p:cNvPr>
          <p:cNvGrpSpPr/>
          <p:nvPr/>
        </p:nvGrpSpPr>
        <p:grpSpPr>
          <a:xfrm>
            <a:off x="5" y="1820917"/>
            <a:ext cx="12191999" cy="1160647"/>
            <a:chOff x="1" y="1412530"/>
            <a:chExt cx="12191999" cy="1160647"/>
          </a:xfrm>
        </p:grpSpPr>
        <p:sp>
          <p:nvSpPr>
            <p:cNvPr id="4" name="Rectangle 35">
              <a:extLst>
                <a:ext uri="{FF2B5EF4-FFF2-40B4-BE49-F238E27FC236}">
                  <a16:creationId xmlns:a16="http://schemas.microsoft.com/office/drawing/2014/main" id="{57C94032-66F5-FA0D-1A1E-D59D91EA10C6}"/>
                </a:ext>
              </a:extLst>
            </p:cNvPr>
            <p:cNvSpPr/>
            <p:nvPr/>
          </p:nvSpPr>
          <p:spPr>
            <a:xfrm>
              <a:off x="1" y="1412530"/>
              <a:ext cx="3032161" cy="1160647"/>
            </a:xfrm>
            <a:custGeom>
              <a:avLst/>
              <a:gdLst>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842946 w 3079941"/>
                <a:gd name="connsiteY405" fmla="*/ 1160647 h 1160647"/>
                <a:gd name="connsiteX406" fmla="*/ 200958 w 3079941"/>
                <a:gd name="connsiteY406" fmla="*/ 1160647 h 1160647"/>
                <a:gd name="connsiteX407" fmla="*/ 200958 w 3079941"/>
                <a:gd name="connsiteY407" fmla="*/ 1126882 h 1160647"/>
                <a:gd name="connsiteX408" fmla="*/ 0 w 3079941"/>
                <a:gd name="connsiteY408" fmla="*/ 1126882 h 1160647"/>
                <a:gd name="connsiteX409" fmla="*/ 0 w 3079941"/>
                <a:gd name="connsiteY409" fmla="*/ 915339 h 1160647"/>
                <a:gd name="connsiteX410" fmla="*/ 103377 w 3079941"/>
                <a:gd name="connsiteY410" fmla="*/ 915339 h 1160647"/>
                <a:gd name="connsiteX411" fmla="*/ 103377 w 3079941"/>
                <a:gd name="connsiteY411" fmla="*/ 886329 h 1160647"/>
                <a:gd name="connsiteX412" fmla="*/ 55096 w 3079941"/>
                <a:gd name="connsiteY412" fmla="*/ 886329 h 1160647"/>
                <a:gd name="connsiteX413" fmla="*/ 55096 w 3079941"/>
                <a:gd name="connsiteY413" fmla="*/ 724196 h 1160647"/>
                <a:gd name="connsiteX414" fmla="*/ 75363 w 3079941"/>
                <a:gd name="connsiteY414" fmla="*/ 724196 h 1160647"/>
                <a:gd name="connsiteX415" fmla="*/ 75870 w 3079941"/>
                <a:gd name="connsiteY415" fmla="*/ 723115 h 1160647"/>
                <a:gd name="connsiteX416" fmla="*/ 79416 w 3079941"/>
                <a:gd name="connsiteY416" fmla="*/ 715549 h 1160647"/>
                <a:gd name="connsiteX417" fmla="*/ 81190 w 3079941"/>
                <a:gd name="connsiteY417" fmla="*/ 715819 h 1160647"/>
                <a:gd name="connsiteX418" fmla="*/ 93603 w 3079941"/>
                <a:gd name="connsiteY418" fmla="*/ 717710 h 1160647"/>
                <a:gd name="connsiteX419" fmla="*/ 94110 w 3079941"/>
                <a:gd name="connsiteY419" fmla="*/ 719062 h 1160647"/>
                <a:gd name="connsiteX420" fmla="*/ 97656 w 3079941"/>
                <a:gd name="connsiteY420" fmla="*/ 728519 h 1160647"/>
                <a:gd name="connsiteX421" fmla="*/ 124003 w 3079941"/>
                <a:gd name="connsiteY421" fmla="*/ 730681 h 1160647"/>
                <a:gd name="connsiteX422" fmla="*/ 124003 w 3079941"/>
                <a:gd name="connsiteY422" fmla="*/ 607460 h 1160647"/>
                <a:gd name="connsiteX423" fmla="*/ 126030 w 3079941"/>
                <a:gd name="connsiteY423" fmla="*/ 607460 h 1160647"/>
                <a:gd name="connsiteX424" fmla="*/ 140217 w 3079941"/>
                <a:gd name="connsiteY424" fmla="*/ 607460 h 1160647"/>
                <a:gd name="connsiteX425" fmla="*/ 140217 w 3079941"/>
                <a:gd name="connsiteY425" fmla="*/ 471268 h 1160647"/>
                <a:gd name="connsiteX426" fmla="*/ 141990 w 3079941"/>
                <a:gd name="connsiteY426" fmla="*/ 471268 h 1160647"/>
                <a:gd name="connsiteX427" fmla="*/ 154404 w 3079941"/>
                <a:gd name="connsiteY427" fmla="*/ 471268 h 1160647"/>
                <a:gd name="connsiteX428" fmla="*/ 154404 w 3079941"/>
                <a:gd name="connsiteY428" fmla="*/ 356694 h 1160647"/>
                <a:gd name="connsiteX429" fmla="*/ 158457 w 3079941"/>
                <a:gd name="connsiteY429" fmla="*/ 328590 h 1160647"/>
                <a:gd name="connsiteX430" fmla="*/ 160484 w 3079941"/>
                <a:gd name="connsiteY430" fmla="*/ 328590 h 1160647"/>
                <a:gd name="connsiteX431" fmla="*/ 174671 w 3079941"/>
                <a:gd name="connsiteY431" fmla="*/ 328590 h 1160647"/>
                <a:gd name="connsiteX432" fmla="*/ 211151 w 3079941"/>
                <a:gd name="connsiteY432" fmla="*/ 246443 h 1160647"/>
                <a:gd name="connsiteX433" fmla="*/ 215205 w 3079941"/>
                <a:gd name="connsiteY433"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00958 w 3079941"/>
                <a:gd name="connsiteY405" fmla="*/ 1160647 h 1160647"/>
                <a:gd name="connsiteX406" fmla="*/ 200958 w 3079941"/>
                <a:gd name="connsiteY406" fmla="*/ 1126882 h 1160647"/>
                <a:gd name="connsiteX407" fmla="*/ 0 w 3079941"/>
                <a:gd name="connsiteY407" fmla="*/ 1126882 h 1160647"/>
                <a:gd name="connsiteX408" fmla="*/ 0 w 3079941"/>
                <a:gd name="connsiteY408" fmla="*/ 915339 h 1160647"/>
                <a:gd name="connsiteX409" fmla="*/ 103377 w 3079941"/>
                <a:gd name="connsiteY409" fmla="*/ 915339 h 1160647"/>
                <a:gd name="connsiteX410" fmla="*/ 103377 w 3079941"/>
                <a:gd name="connsiteY410" fmla="*/ 886329 h 1160647"/>
                <a:gd name="connsiteX411" fmla="*/ 55096 w 3079941"/>
                <a:gd name="connsiteY411" fmla="*/ 886329 h 1160647"/>
                <a:gd name="connsiteX412" fmla="*/ 55096 w 3079941"/>
                <a:gd name="connsiteY412" fmla="*/ 724196 h 1160647"/>
                <a:gd name="connsiteX413" fmla="*/ 75363 w 3079941"/>
                <a:gd name="connsiteY413" fmla="*/ 724196 h 1160647"/>
                <a:gd name="connsiteX414" fmla="*/ 75870 w 3079941"/>
                <a:gd name="connsiteY414" fmla="*/ 723115 h 1160647"/>
                <a:gd name="connsiteX415" fmla="*/ 79416 w 3079941"/>
                <a:gd name="connsiteY415" fmla="*/ 715549 h 1160647"/>
                <a:gd name="connsiteX416" fmla="*/ 81190 w 3079941"/>
                <a:gd name="connsiteY416" fmla="*/ 715819 h 1160647"/>
                <a:gd name="connsiteX417" fmla="*/ 93603 w 3079941"/>
                <a:gd name="connsiteY417" fmla="*/ 717710 h 1160647"/>
                <a:gd name="connsiteX418" fmla="*/ 94110 w 3079941"/>
                <a:gd name="connsiteY418" fmla="*/ 719062 h 1160647"/>
                <a:gd name="connsiteX419" fmla="*/ 97656 w 3079941"/>
                <a:gd name="connsiteY419" fmla="*/ 728519 h 1160647"/>
                <a:gd name="connsiteX420" fmla="*/ 124003 w 3079941"/>
                <a:gd name="connsiteY420" fmla="*/ 730681 h 1160647"/>
                <a:gd name="connsiteX421" fmla="*/ 124003 w 3079941"/>
                <a:gd name="connsiteY421" fmla="*/ 607460 h 1160647"/>
                <a:gd name="connsiteX422" fmla="*/ 126030 w 3079941"/>
                <a:gd name="connsiteY422" fmla="*/ 607460 h 1160647"/>
                <a:gd name="connsiteX423" fmla="*/ 140217 w 3079941"/>
                <a:gd name="connsiteY423" fmla="*/ 607460 h 1160647"/>
                <a:gd name="connsiteX424" fmla="*/ 140217 w 3079941"/>
                <a:gd name="connsiteY424" fmla="*/ 471268 h 1160647"/>
                <a:gd name="connsiteX425" fmla="*/ 141990 w 3079941"/>
                <a:gd name="connsiteY425" fmla="*/ 471268 h 1160647"/>
                <a:gd name="connsiteX426" fmla="*/ 154404 w 3079941"/>
                <a:gd name="connsiteY426" fmla="*/ 471268 h 1160647"/>
                <a:gd name="connsiteX427" fmla="*/ 154404 w 3079941"/>
                <a:gd name="connsiteY427" fmla="*/ 356694 h 1160647"/>
                <a:gd name="connsiteX428" fmla="*/ 158457 w 3079941"/>
                <a:gd name="connsiteY428" fmla="*/ 328590 h 1160647"/>
                <a:gd name="connsiteX429" fmla="*/ 160484 w 3079941"/>
                <a:gd name="connsiteY429" fmla="*/ 328590 h 1160647"/>
                <a:gd name="connsiteX430" fmla="*/ 174671 w 3079941"/>
                <a:gd name="connsiteY430" fmla="*/ 328590 h 1160647"/>
                <a:gd name="connsiteX431" fmla="*/ 211151 w 3079941"/>
                <a:gd name="connsiteY431" fmla="*/ 246443 h 1160647"/>
                <a:gd name="connsiteX432" fmla="*/ 215205 w 3079941"/>
                <a:gd name="connsiteY432"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030409 h 1160647"/>
                <a:gd name="connsiteX403" fmla="*/ 3079941 w 3079941"/>
                <a:gd name="connsiteY403" fmla="*/ 1160647 h 1160647"/>
                <a:gd name="connsiteX404" fmla="*/ 200958 w 3079941"/>
                <a:gd name="connsiteY404" fmla="*/ 1160647 h 1160647"/>
                <a:gd name="connsiteX405" fmla="*/ 200958 w 3079941"/>
                <a:gd name="connsiteY405" fmla="*/ 1126882 h 1160647"/>
                <a:gd name="connsiteX406" fmla="*/ 0 w 3079941"/>
                <a:gd name="connsiteY406" fmla="*/ 1126882 h 1160647"/>
                <a:gd name="connsiteX407" fmla="*/ 0 w 3079941"/>
                <a:gd name="connsiteY407" fmla="*/ 915339 h 1160647"/>
                <a:gd name="connsiteX408" fmla="*/ 103377 w 3079941"/>
                <a:gd name="connsiteY408" fmla="*/ 915339 h 1160647"/>
                <a:gd name="connsiteX409" fmla="*/ 103377 w 3079941"/>
                <a:gd name="connsiteY409" fmla="*/ 886329 h 1160647"/>
                <a:gd name="connsiteX410" fmla="*/ 55096 w 3079941"/>
                <a:gd name="connsiteY410" fmla="*/ 886329 h 1160647"/>
                <a:gd name="connsiteX411" fmla="*/ 55096 w 3079941"/>
                <a:gd name="connsiteY411" fmla="*/ 724196 h 1160647"/>
                <a:gd name="connsiteX412" fmla="*/ 75363 w 3079941"/>
                <a:gd name="connsiteY412" fmla="*/ 724196 h 1160647"/>
                <a:gd name="connsiteX413" fmla="*/ 75870 w 3079941"/>
                <a:gd name="connsiteY413" fmla="*/ 723115 h 1160647"/>
                <a:gd name="connsiteX414" fmla="*/ 79416 w 3079941"/>
                <a:gd name="connsiteY414" fmla="*/ 715549 h 1160647"/>
                <a:gd name="connsiteX415" fmla="*/ 81190 w 3079941"/>
                <a:gd name="connsiteY415" fmla="*/ 715819 h 1160647"/>
                <a:gd name="connsiteX416" fmla="*/ 93603 w 3079941"/>
                <a:gd name="connsiteY416" fmla="*/ 717710 h 1160647"/>
                <a:gd name="connsiteX417" fmla="*/ 94110 w 3079941"/>
                <a:gd name="connsiteY417" fmla="*/ 719062 h 1160647"/>
                <a:gd name="connsiteX418" fmla="*/ 97656 w 3079941"/>
                <a:gd name="connsiteY418" fmla="*/ 728519 h 1160647"/>
                <a:gd name="connsiteX419" fmla="*/ 124003 w 3079941"/>
                <a:gd name="connsiteY419" fmla="*/ 730681 h 1160647"/>
                <a:gd name="connsiteX420" fmla="*/ 124003 w 3079941"/>
                <a:gd name="connsiteY420" fmla="*/ 607460 h 1160647"/>
                <a:gd name="connsiteX421" fmla="*/ 126030 w 3079941"/>
                <a:gd name="connsiteY421" fmla="*/ 607460 h 1160647"/>
                <a:gd name="connsiteX422" fmla="*/ 140217 w 3079941"/>
                <a:gd name="connsiteY422" fmla="*/ 607460 h 1160647"/>
                <a:gd name="connsiteX423" fmla="*/ 140217 w 3079941"/>
                <a:gd name="connsiteY423" fmla="*/ 471268 h 1160647"/>
                <a:gd name="connsiteX424" fmla="*/ 141990 w 3079941"/>
                <a:gd name="connsiteY424" fmla="*/ 471268 h 1160647"/>
                <a:gd name="connsiteX425" fmla="*/ 154404 w 3079941"/>
                <a:gd name="connsiteY425" fmla="*/ 471268 h 1160647"/>
                <a:gd name="connsiteX426" fmla="*/ 154404 w 3079941"/>
                <a:gd name="connsiteY426" fmla="*/ 356694 h 1160647"/>
                <a:gd name="connsiteX427" fmla="*/ 158457 w 3079941"/>
                <a:gd name="connsiteY427" fmla="*/ 328590 h 1160647"/>
                <a:gd name="connsiteX428" fmla="*/ 160484 w 3079941"/>
                <a:gd name="connsiteY428" fmla="*/ 328590 h 1160647"/>
                <a:gd name="connsiteX429" fmla="*/ 174671 w 3079941"/>
                <a:gd name="connsiteY429" fmla="*/ 328590 h 1160647"/>
                <a:gd name="connsiteX430" fmla="*/ 211151 w 3079941"/>
                <a:gd name="connsiteY430" fmla="*/ 246443 h 1160647"/>
                <a:gd name="connsiteX431" fmla="*/ 215205 w 3079941"/>
                <a:gd name="connsiteY431"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200958 w 3079941"/>
                <a:gd name="connsiteY404" fmla="*/ 1126882 h 1160647"/>
                <a:gd name="connsiteX405" fmla="*/ 0 w 3079941"/>
                <a:gd name="connsiteY405" fmla="*/ 1126882 h 1160647"/>
                <a:gd name="connsiteX406" fmla="*/ 0 w 3079941"/>
                <a:gd name="connsiteY406" fmla="*/ 915339 h 1160647"/>
                <a:gd name="connsiteX407" fmla="*/ 103377 w 3079941"/>
                <a:gd name="connsiteY407" fmla="*/ 915339 h 1160647"/>
                <a:gd name="connsiteX408" fmla="*/ 103377 w 3079941"/>
                <a:gd name="connsiteY408" fmla="*/ 886329 h 1160647"/>
                <a:gd name="connsiteX409" fmla="*/ 55096 w 3079941"/>
                <a:gd name="connsiteY409" fmla="*/ 886329 h 1160647"/>
                <a:gd name="connsiteX410" fmla="*/ 55096 w 3079941"/>
                <a:gd name="connsiteY410" fmla="*/ 724196 h 1160647"/>
                <a:gd name="connsiteX411" fmla="*/ 75363 w 3079941"/>
                <a:gd name="connsiteY411" fmla="*/ 724196 h 1160647"/>
                <a:gd name="connsiteX412" fmla="*/ 75870 w 3079941"/>
                <a:gd name="connsiteY412" fmla="*/ 723115 h 1160647"/>
                <a:gd name="connsiteX413" fmla="*/ 79416 w 3079941"/>
                <a:gd name="connsiteY413" fmla="*/ 715549 h 1160647"/>
                <a:gd name="connsiteX414" fmla="*/ 81190 w 3079941"/>
                <a:gd name="connsiteY414" fmla="*/ 715819 h 1160647"/>
                <a:gd name="connsiteX415" fmla="*/ 93603 w 3079941"/>
                <a:gd name="connsiteY415" fmla="*/ 717710 h 1160647"/>
                <a:gd name="connsiteX416" fmla="*/ 94110 w 3079941"/>
                <a:gd name="connsiteY416" fmla="*/ 719062 h 1160647"/>
                <a:gd name="connsiteX417" fmla="*/ 97656 w 3079941"/>
                <a:gd name="connsiteY417" fmla="*/ 728519 h 1160647"/>
                <a:gd name="connsiteX418" fmla="*/ 124003 w 3079941"/>
                <a:gd name="connsiteY418" fmla="*/ 730681 h 1160647"/>
                <a:gd name="connsiteX419" fmla="*/ 124003 w 3079941"/>
                <a:gd name="connsiteY419" fmla="*/ 607460 h 1160647"/>
                <a:gd name="connsiteX420" fmla="*/ 126030 w 3079941"/>
                <a:gd name="connsiteY420" fmla="*/ 607460 h 1160647"/>
                <a:gd name="connsiteX421" fmla="*/ 140217 w 3079941"/>
                <a:gd name="connsiteY421" fmla="*/ 607460 h 1160647"/>
                <a:gd name="connsiteX422" fmla="*/ 140217 w 3079941"/>
                <a:gd name="connsiteY422" fmla="*/ 471268 h 1160647"/>
                <a:gd name="connsiteX423" fmla="*/ 141990 w 3079941"/>
                <a:gd name="connsiteY423" fmla="*/ 471268 h 1160647"/>
                <a:gd name="connsiteX424" fmla="*/ 154404 w 3079941"/>
                <a:gd name="connsiteY424" fmla="*/ 471268 h 1160647"/>
                <a:gd name="connsiteX425" fmla="*/ 154404 w 3079941"/>
                <a:gd name="connsiteY425" fmla="*/ 356694 h 1160647"/>
                <a:gd name="connsiteX426" fmla="*/ 158457 w 3079941"/>
                <a:gd name="connsiteY426" fmla="*/ 328590 h 1160647"/>
                <a:gd name="connsiteX427" fmla="*/ 160484 w 3079941"/>
                <a:gd name="connsiteY427" fmla="*/ 328590 h 1160647"/>
                <a:gd name="connsiteX428" fmla="*/ 174671 w 3079941"/>
                <a:gd name="connsiteY428" fmla="*/ 328590 h 1160647"/>
                <a:gd name="connsiteX429" fmla="*/ 211151 w 3079941"/>
                <a:gd name="connsiteY429" fmla="*/ 246443 h 1160647"/>
                <a:gd name="connsiteX430" fmla="*/ 215205 w 3079941"/>
                <a:gd name="connsiteY430"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103377 w 3079941"/>
                <a:gd name="connsiteY407" fmla="*/ 886329 h 1160647"/>
                <a:gd name="connsiteX408" fmla="*/ 55096 w 3079941"/>
                <a:gd name="connsiteY408" fmla="*/ 886329 h 1160647"/>
                <a:gd name="connsiteX409" fmla="*/ 55096 w 3079941"/>
                <a:gd name="connsiteY409" fmla="*/ 724196 h 1160647"/>
                <a:gd name="connsiteX410" fmla="*/ 75363 w 3079941"/>
                <a:gd name="connsiteY410" fmla="*/ 724196 h 1160647"/>
                <a:gd name="connsiteX411" fmla="*/ 75870 w 3079941"/>
                <a:gd name="connsiteY411" fmla="*/ 723115 h 1160647"/>
                <a:gd name="connsiteX412" fmla="*/ 79416 w 3079941"/>
                <a:gd name="connsiteY412" fmla="*/ 715549 h 1160647"/>
                <a:gd name="connsiteX413" fmla="*/ 81190 w 3079941"/>
                <a:gd name="connsiteY413" fmla="*/ 715819 h 1160647"/>
                <a:gd name="connsiteX414" fmla="*/ 93603 w 3079941"/>
                <a:gd name="connsiteY414" fmla="*/ 717710 h 1160647"/>
                <a:gd name="connsiteX415" fmla="*/ 94110 w 3079941"/>
                <a:gd name="connsiteY415" fmla="*/ 719062 h 1160647"/>
                <a:gd name="connsiteX416" fmla="*/ 97656 w 3079941"/>
                <a:gd name="connsiteY416" fmla="*/ 728519 h 1160647"/>
                <a:gd name="connsiteX417" fmla="*/ 124003 w 3079941"/>
                <a:gd name="connsiteY417" fmla="*/ 730681 h 1160647"/>
                <a:gd name="connsiteX418" fmla="*/ 124003 w 3079941"/>
                <a:gd name="connsiteY418" fmla="*/ 607460 h 1160647"/>
                <a:gd name="connsiteX419" fmla="*/ 126030 w 3079941"/>
                <a:gd name="connsiteY419" fmla="*/ 607460 h 1160647"/>
                <a:gd name="connsiteX420" fmla="*/ 140217 w 3079941"/>
                <a:gd name="connsiteY420" fmla="*/ 607460 h 1160647"/>
                <a:gd name="connsiteX421" fmla="*/ 140217 w 3079941"/>
                <a:gd name="connsiteY421" fmla="*/ 471268 h 1160647"/>
                <a:gd name="connsiteX422" fmla="*/ 141990 w 3079941"/>
                <a:gd name="connsiteY422" fmla="*/ 471268 h 1160647"/>
                <a:gd name="connsiteX423" fmla="*/ 154404 w 3079941"/>
                <a:gd name="connsiteY423" fmla="*/ 471268 h 1160647"/>
                <a:gd name="connsiteX424" fmla="*/ 154404 w 3079941"/>
                <a:gd name="connsiteY424" fmla="*/ 356694 h 1160647"/>
                <a:gd name="connsiteX425" fmla="*/ 158457 w 3079941"/>
                <a:gd name="connsiteY425" fmla="*/ 328590 h 1160647"/>
                <a:gd name="connsiteX426" fmla="*/ 160484 w 3079941"/>
                <a:gd name="connsiteY426" fmla="*/ 328590 h 1160647"/>
                <a:gd name="connsiteX427" fmla="*/ 174671 w 3079941"/>
                <a:gd name="connsiteY427" fmla="*/ 328590 h 1160647"/>
                <a:gd name="connsiteX428" fmla="*/ 211151 w 3079941"/>
                <a:gd name="connsiteY428" fmla="*/ 246443 h 1160647"/>
                <a:gd name="connsiteX429" fmla="*/ 215205 w 3079941"/>
                <a:gd name="connsiteY429"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55096 w 3079941"/>
                <a:gd name="connsiteY407" fmla="*/ 886329 h 1160647"/>
                <a:gd name="connsiteX408" fmla="*/ 55096 w 3079941"/>
                <a:gd name="connsiteY408" fmla="*/ 724196 h 1160647"/>
                <a:gd name="connsiteX409" fmla="*/ 75363 w 3079941"/>
                <a:gd name="connsiteY409" fmla="*/ 724196 h 1160647"/>
                <a:gd name="connsiteX410" fmla="*/ 75870 w 3079941"/>
                <a:gd name="connsiteY410" fmla="*/ 723115 h 1160647"/>
                <a:gd name="connsiteX411" fmla="*/ 79416 w 3079941"/>
                <a:gd name="connsiteY411" fmla="*/ 715549 h 1160647"/>
                <a:gd name="connsiteX412" fmla="*/ 81190 w 3079941"/>
                <a:gd name="connsiteY412" fmla="*/ 715819 h 1160647"/>
                <a:gd name="connsiteX413" fmla="*/ 93603 w 3079941"/>
                <a:gd name="connsiteY413" fmla="*/ 717710 h 1160647"/>
                <a:gd name="connsiteX414" fmla="*/ 94110 w 3079941"/>
                <a:gd name="connsiteY414" fmla="*/ 719062 h 1160647"/>
                <a:gd name="connsiteX415" fmla="*/ 97656 w 3079941"/>
                <a:gd name="connsiteY415" fmla="*/ 728519 h 1160647"/>
                <a:gd name="connsiteX416" fmla="*/ 124003 w 3079941"/>
                <a:gd name="connsiteY416" fmla="*/ 730681 h 1160647"/>
                <a:gd name="connsiteX417" fmla="*/ 124003 w 3079941"/>
                <a:gd name="connsiteY417" fmla="*/ 607460 h 1160647"/>
                <a:gd name="connsiteX418" fmla="*/ 126030 w 3079941"/>
                <a:gd name="connsiteY418" fmla="*/ 607460 h 1160647"/>
                <a:gd name="connsiteX419" fmla="*/ 140217 w 3079941"/>
                <a:gd name="connsiteY419" fmla="*/ 607460 h 1160647"/>
                <a:gd name="connsiteX420" fmla="*/ 140217 w 3079941"/>
                <a:gd name="connsiteY420" fmla="*/ 471268 h 1160647"/>
                <a:gd name="connsiteX421" fmla="*/ 141990 w 3079941"/>
                <a:gd name="connsiteY421" fmla="*/ 471268 h 1160647"/>
                <a:gd name="connsiteX422" fmla="*/ 154404 w 3079941"/>
                <a:gd name="connsiteY422" fmla="*/ 471268 h 1160647"/>
                <a:gd name="connsiteX423" fmla="*/ 154404 w 3079941"/>
                <a:gd name="connsiteY423" fmla="*/ 356694 h 1160647"/>
                <a:gd name="connsiteX424" fmla="*/ 158457 w 3079941"/>
                <a:gd name="connsiteY424" fmla="*/ 328590 h 1160647"/>
                <a:gd name="connsiteX425" fmla="*/ 160484 w 3079941"/>
                <a:gd name="connsiteY425" fmla="*/ 328590 h 1160647"/>
                <a:gd name="connsiteX426" fmla="*/ 174671 w 3079941"/>
                <a:gd name="connsiteY426" fmla="*/ 328590 h 1160647"/>
                <a:gd name="connsiteX427" fmla="*/ 211151 w 3079941"/>
                <a:gd name="connsiteY427" fmla="*/ 246443 h 1160647"/>
                <a:gd name="connsiteX428" fmla="*/ 215205 w 3079941"/>
                <a:gd name="connsiteY428"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55096 w 3079941"/>
                <a:gd name="connsiteY406" fmla="*/ 886329 h 1160647"/>
                <a:gd name="connsiteX407" fmla="*/ 55096 w 3079941"/>
                <a:gd name="connsiteY407" fmla="*/ 724196 h 1160647"/>
                <a:gd name="connsiteX408" fmla="*/ 75363 w 3079941"/>
                <a:gd name="connsiteY408" fmla="*/ 724196 h 1160647"/>
                <a:gd name="connsiteX409" fmla="*/ 75870 w 3079941"/>
                <a:gd name="connsiteY409" fmla="*/ 723115 h 1160647"/>
                <a:gd name="connsiteX410" fmla="*/ 79416 w 3079941"/>
                <a:gd name="connsiteY410" fmla="*/ 715549 h 1160647"/>
                <a:gd name="connsiteX411" fmla="*/ 81190 w 3079941"/>
                <a:gd name="connsiteY411" fmla="*/ 715819 h 1160647"/>
                <a:gd name="connsiteX412" fmla="*/ 93603 w 3079941"/>
                <a:gd name="connsiteY412" fmla="*/ 717710 h 1160647"/>
                <a:gd name="connsiteX413" fmla="*/ 94110 w 3079941"/>
                <a:gd name="connsiteY413" fmla="*/ 719062 h 1160647"/>
                <a:gd name="connsiteX414" fmla="*/ 97656 w 3079941"/>
                <a:gd name="connsiteY414" fmla="*/ 728519 h 1160647"/>
                <a:gd name="connsiteX415" fmla="*/ 124003 w 3079941"/>
                <a:gd name="connsiteY415" fmla="*/ 730681 h 1160647"/>
                <a:gd name="connsiteX416" fmla="*/ 124003 w 3079941"/>
                <a:gd name="connsiteY416" fmla="*/ 607460 h 1160647"/>
                <a:gd name="connsiteX417" fmla="*/ 126030 w 3079941"/>
                <a:gd name="connsiteY417" fmla="*/ 607460 h 1160647"/>
                <a:gd name="connsiteX418" fmla="*/ 140217 w 3079941"/>
                <a:gd name="connsiteY418" fmla="*/ 607460 h 1160647"/>
                <a:gd name="connsiteX419" fmla="*/ 140217 w 3079941"/>
                <a:gd name="connsiteY419" fmla="*/ 471268 h 1160647"/>
                <a:gd name="connsiteX420" fmla="*/ 141990 w 3079941"/>
                <a:gd name="connsiteY420" fmla="*/ 471268 h 1160647"/>
                <a:gd name="connsiteX421" fmla="*/ 154404 w 3079941"/>
                <a:gd name="connsiteY421" fmla="*/ 471268 h 1160647"/>
                <a:gd name="connsiteX422" fmla="*/ 154404 w 3079941"/>
                <a:gd name="connsiteY422" fmla="*/ 356694 h 1160647"/>
                <a:gd name="connsiteX423" fmla="*/ 158457 w 3079941"/>
                <a:gd name="connsiteY423" fmla="*/ 328590 h 1160647"/>
                <a:gd name="connsiteX424" fmla="*/ 160484 w 3079941"/>
                <a:gd name="connsiteY424" fmla="*/ 328590 h 1160647"/>
                <a:gd name="connsiteX425" fmla="*/ 174671 w 3079941"/>
                <a:gd name="connsiteY425" fmla="*/ 328590 h 1160647"/>
                <a:gd name="connsiteX426" fmla="*/ 211151 w 3079941"/>
                <a:gd name="connsiteY426" fmla="*/ 246443 h 1160647"/>
                <a:gd name="connsiteX427" fmla="*/ 215205 w 3079941"/>
                <a:gd name="connsiteY427"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886329 h 1160647"/>
                <a:gd name="connsiteX406" fmla="*/ 55096 w 3079941"/>
                <a:gd name="connsiteY406" fmla="*/ 724196 h 1160647"/>
                <a:gd name="connsiteX407" fmla="*/ 75363 w 3079941"/>
                <a:gd name="connsiteY407" fmla="*/ 724196 h 1160647"/>
                <a:gd name="connsiteX408" fmla="*/ 75870 w 3079941"/>
                <a:gd name="connsiteY408" fmla="*/ 723115 h 1160647"/>
                <a:gd name="connsiteX409" fmla="*/ 79416 w 3079941"/>
                <a:gd name="connsiteY409" fmla="*/ 715549 h 1160647"/>
                <a:gd name="connsiteX410" fmla="*/ 81190 w 3079941"/>
                <a:gd name="connsiteY410" fmla="*/ 715819 h 1160647"/>
                <a:gd name="connsiteX411" fmla="*/ 93603 w 3079941"/>
                <a:gd name="connsiteY411" fmla="*/ 717710 h 1160647"/>
                <a:gd name="connsiteX412" fmla="*/ 94110 w 3079941"/>
                <a:gd name="connsiteY412" fmla="*/ 719062 h 1160647"/>
                <a:gd name="connsiteX413" fmla="*/ 97656 w 3079941"/>
                <a:gd name="connsiteY413" fmla="*/ 728519 h 1160647"/>
                <a:gd name="connsiteX414" fmla="*/ 124003 w 3079941"/>
                <a:gd name="connsiteY414" fmla="*/ 730681 h 1160647"/>
                <a:gd name="connsiteX415" fmla="*/ 124003 w 3079941"/>
                <a:gd name="connsiteY415" fmla="*/ 607460 h 1160647"/>
                <a:gd name="connsiteX416" fmla="*/ 126030 w 3079941"/>
                <a:gd name="connsiteY416" fmla="*/ 607460 h 1160647"/>
                <a:gd name="connsiteX417" fmla="*/ 140217 w 3079941"/>
                <a:gd name="connsiteY417" fmla="*/ 607460 h 1160647"/>
                <a:gd name="connsiteX418" fmla="*/ 140217 w 3079941"/>
                <a:gd name="connsiteY418" fmla="*/ 471268 h 1160647"/>
                <a:gd name="connsiteX419" fmla="*/ 141990 w 3079941"/>
                <a:gd name="connsiteY419" fmla="*/ 471268 h 1160647"/>
                <a:gd name="connsiteX420" fmla="*/ 154404 w 3079941"/>
                <a:gd name="connsiteY420" fmla="*/ 471268 h 1160647"/>
                <a:gd name="connsiteX421" fmla="*/ 154404 w 3079941"/>
                <a:gd name="connsiteY421" fmla="*/ 356694 h 1160647"/>
                <a:gd name="connsiteX422" fmla="*/ 158457 w 3079941"/>
                <a:gd name="connsiteY422" fmla="*/ 328590 h 1160647"/>
                <a:gd name="connsiteX423" fmla="*/ 160484 w 3079941"/>
                <a:gd name="connsiteY423" fmla="*/ 328590 h 1160647"/>
                <a:gd name="connsiteX424" fmla="*/ 174671 w 3079941"/>
                <a:gd name="connsiteY424" fmla="*/ 328590 h 1160647"/>
                <a:gd name="connsiteX425" fmla="*/ 211151 w 3079941"/>
                <a:gd name="connsiteY425" fmla="*/ 246443 h 1160647"/>
                <a:gd name="connsiteX426" fmla="*/ 215205 w 3079941"/>
                <a:gd name="connsiteY426"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724196 h 1160647"/>
                <a:gd name="connsiteX406" fmla="*/ 75363 w 3079941"/>
                <a:gd name="connsiteY406" fmla="*/ 724196 h 1160647"/>
                <a:gd name="connsiteX407" fmla="*/ 75870 w 3079941"/>
                <a:gd name="connsiteY407" fmla="*/ 723115 h 1160647"/>
                <a:gd name="connsiteX408" fmla="*/ 79416 w 3079941"/>
                <a:gd name="connsiteY408" fmla="*/ 715549 h 1160647"/>
                <a:gd name="connsiteX409" fmla="*/ 81190 w 3079941"/>
                <a:gd name="connsiteY409" fmla="*/ 715819 h 1160647"/>
                <a:gd name="connsiteX410" fmla="*/ 93603 w 3079941"/>
                <a:gd name="connsiteY410" fmla="*/ 717710 h 1160647"/>
                <a:gd name="connsiteX411" fmla="*/ 94110 w 3079941"/>
                <a:gd name="connsiteY411" fmla="*/ 719062 h 1160647"/>
                <a:gd name="connsiteX412" fmla="*/ 97656 w 3079941"/>
                <a:gd name="connsiteY412" fmla="*/ 728519 h 1160647"/>
                <a:gd name="connsiteX413" fmla="*/ 124003 w 3079941"/>
                <a:gd name="connsiteY413" fmla="*/ 730681 h 1160647"/>
                <a:gd name="connsiteX414" fmla="*/ 124003 w 3079941"/>
                <a:gd name="connsiteY414" fmla="*/ 607460 h 1160647"/>
                <a:gd name="connsiteX415" fmla="*/ 126030 w 3079941"/>
                <a:gd name="connsiteY415" fmla="*/ 607460 h 1160647"/>
                <a:gd name="connsiteX416" fmla="*/ 140217 w 3079941"/>
                <a:gd name="connsiteY416" fmla="*/ 607460 h 1160647"/>
                <a:gd name="connsiteX417" fmla="*/ 140217 w 3079941"/>
                <a:gd name="connsiteY417" fmla="*/ 471268 h 1160647"/>
                <a:gd name="connsiteX418" fmla="*/ 141990 w 3079941"/>
                <a:gd name="connsiteY418" fmla="*/ 471268 h 1160647"/>
                <a:gd name="connsiteX419" fmla="*/ 154404 w 3079941"/>
                <a:gd name="connsiteY419" fmla="*/ 471268 h 1160647"/>
                <a:gd name="connsiteX420" fmla="*/ 154404 w 3079941"/>
                <a:gd name="connsiteY420" fmla="*/ 356694 h 1160647"/>
                <a:gd name="connsiteX421" fmla="*/ 158457 w 3079941"/>
                <a:gd name="connsiteY421" fmla="*/ 328590 h 1160647"/>
                <a:gd name="connsiteX422" fmla="*/ 160484 w 3079941"/>
                <a:gd name="connsiteY422" fmla="*/ 328590 h 1160647"/>
                <a:gd name="connsiteX423" fmla="*/ 174671 w 3079941"/>
                <a:gd name="connsiteY423" fmla="*/ 328590 h 1160647"/>
                <a:gd name="connsiteX424" fmla="*/ 211151 w 3079941"/>
                <a:gd name="connsiteY424" fmla="*/ 246443 h 1160647"/>
                <a:gd name="connsiteX425" fmla="*/ 215205 w 3079941"/>
                <a:gd name="connsiteY425" fmla="*/ 0 h 1160647"/>
                <a:gd name="connsiteX0" fmla="*/ 160109 w 3024845"/>
                <a:gd name="connsiteY0" fmla="*/ 0 h 1166887"/>
                <a:gd name="connsiteX1" fmla="*/ 162135 w 3024845"/>
                <a:gd name="connsiteY1" fmla="*/ 246443 h 1166887"/>
                <a:gd name="connsiteX2" fmla="*/ 200642 w 3024845"/>
                <a:gd name="connsiteY2" fmla="*/ 326429 h 1166887"/>
                <a:gd name="connsiteX3" fmla="*/ 202669 w 3024845"/>
                <a:gd name="connsiteY3" fmla="*/ 326429 h 1166887"/>
                <a:gd name="connsiteX4" fmla="*/ 216856 w 3024845"/>
                <a:gd name="connsiteY4" fmla="*/ 326429 h 1166887"/>
                <a:gd name="connsiteX5" fmla="*/ 216856 w 3024845"/>
                <a:gd name="connsiteY5" fmla="*/ 350208 h 1166887"/>
                <a:gd name="connsiteX6" fmla="*/ 217363 w 3024845"/>
                <a:gd name="connsiteY6" fmla="*/ 351019 h 1166887"/>
                <a:gd name="connsiteX7" fmla="*/ 220909 w 3024845"/>
                <a:gd name="connsiteY7" fmla="*/ 356694 h 1166887"/>
                <a:gd name="connsiteX8" fmla="*/ 220909 w 3024845"/>
                <a:gd name="connsiteY8" fmla="*/ 471268 h 1166887"/>
                <a:gd name="connsiteX9" fmla="*/ 223189 w 3024845"/>
                <a:gd name="connsiteY9" fmla="*/ 471268 h 1166887"/>
                <a:gd name="connsiteX10" fmla="*/ 239150 w 3024845"/>
                <a:gd name="connsiteY10" fmla="*/ 471268 h 1166887"/>
                <a:gd name="connsiteX11" fmla="*/ 239150 w 3024845"/>
                <a:gd name="connsiteY11" fmla="*/ 611783 h 1166887"/>
                <a:gd name="connsiteX12" fmla="*/ 240670 w 3024845"/>
                <a:gd name="connsiteY12" fmla="*/ 611513 h 1166887"/>
                <a:gd name="connsiteX13" fmla="*/ 251310 w 3024845"/>
                <a:gd name="connsiteY13" fmla="*/ 609622 h 1166887"/>
                <a:gd name="connsiteX14" fmla="*/ 249283 w 3024845"/>
                <a:gd name="connsiteY14" fmla="*/ 698254 h 1166887"/>
                <a:gd name="connsiteX15" fmla="*/ 250803 w 3024845"/>
                <a:gd name="connsiteY15" fmla="*/ 698525 h 1166887"/>
                <a:gd name="connsiteX16" fmla="*/ 261443 w 3024845"/>
                <a:gd name="connsiteY16" fmla="*/ 700416 h 1166887"/>
                <a:gd name="connsiteX17" fmla="*/ 261696 w 3024845"/>
                <a:gd name="connsiteY17" fmla="*/ 701227 h 1166887"/>
                <a:gd name="connsiteX18" fmla="*/ 263470 w 3024845"/>
                <a:gd name="connsiteY18" fmla="*/ 706902 h 1166887"/>
                <a:gd name="connsiteX19" fmla="*/ 264230 w 3024845"/>
                <a:gd name="connsiteY19" fmla="*/ 704470 h 1166887"/>
                <a:gd name="connsiteX20" fmla="*/ 269550 w 3024845"/>
                <a:gd name="connsiteY20" fmla="*/ 687446 h 1166887"/>
                <a:gd name="connsiteX21" fmla="*/ 271323 w 3024845"/>
                <a:gd name="connsiteY21" fmla="*/ 687446 h 1166887"/>
                <a:gd name="connsiteX22" fmla="*/ 283737 w 3024845"/>
                <a:gd name="connsiteY22" fmla="*/ 687446 h 1166887"/>
                <a:gd name="connsiteX23" fmla="*/ 283737 w 3024845"/>
                <a:gd name="connsiteY23" fmla="*/ 719872 h 1166887"/>
                <a:gd name="connsiteX24" fmla="*/ 284750 w 3024845"/>
                <a:gd name="connsiteY24" fmla="*/ 720413 h 1166887"/>
                <a:gd name="connsiteX25" fmla="*/ 291844 w 3024845"/>
                <a:gd name="connsiteY25" fmla="*/ 724196 h 1166887"/>
                <a:gd name="connsiteX26" fmla="*/ 291844 w 3024845"/>
                <a:gd name="connsiteY26" fmla="*/ 725547 h 1166887"/>
                <a:gd name="connsiteX27" fmla="*/ 291844 w 3024845"/>
                <a:gd name="connsiteY27" fmla="*/ 735005 h 1166887"/>
                <a:gd name="connsiteX28" fmla="*/ 336431 w 3024845"/>
                <a:gd name="connsiteY28" fmla="*/ 735005 h 1166887"/>
                <a:gd name="connsiteX29" fmla="*/ 336431 w 3024845"/>
                <a:gd name="connsiteY29" fmla="*/ 736086 h 1166887"/>
                <a:gd name="connsiteX30" fmla="*/ 336431 w 3024845"/>
                <a:gd name="connsiteY30" fmla="*/ 743652 h 1166887"/>
                <a:gd name="connsiteX31" fmla="*/ 338457 w 3024845"/>
                <a:gd name="connsiteY31" fmla="*/ 743652 h 1166887"/>
                <a:gd name="connsiteX32" fmla="*/ 352644 w 3024845"/>
                <a:gd name="connsiteY32" fmla="*/ 743652 h 1166887"/>
                <a:gd name="connsiteX33" fmla="*/ 352644 w 3024845"/>
                <a:gd name="connsiteY33" fmla="*/ 713387 h 1166887"/>
                <a:gd name="connsiteX34" fmla="*/ 397231 w 3024845"/>
                <a:gd name="connsiteY34" fmla="*/ 713387 h 1166887"/>
                <a:gd name="connsiteX35" fmla="*/ 397231 w 3024845"/>
                <a:gd name="connsiteY35" fmla="*/ 712036 h 1166887"/>
                <a:gd name="connsiteX36" fmla="*/ 397231 w 3024845"/>
                <a:gd name="connsiteY36" fmla="*/ 702578 h 1166887"/>
                <a:gd name="connsiteX37" fmla="*/ 398245 w 3024845"/>
                <a:gd name="connsiteY37" fmla="*/ 702578 h 1166887"/>
                <a:gd name="connsiteX38" fmla="*/ 405338 w 3024845"/>
                <a:gd name="connsiteY38" fmla="*/ 702578 h 1166887"/>
                <a:gd name="connsiteX39" fmla="*/ 405338 w 3024845"/>
                <a:gd name="connsiteY39" fmla="*/ 700687 h 1166887"/>
                <a:gd name="connsiteX40" fmla="*/ 405338 w 3024845"/>
                <a:gd name="connsiteY40" fmla="*/ 687446 h 1166887"/>
                <a:gd name="connsiteX41" fmla="*/ 406098 w 3024845"/>
                <a:gd name="connsiteY41" fmla="*/ 687446 h 1166887"/>
                <a:gd name="connsiteX42" fmla="*/ 411418 w 3024845"/>
                <a:gd name="connsiteY42" fmla="*/ 687446 h 1166887"/>
                <a:gd name="connsiteX43" fmla="*/ 411418 w 3024845"/>
                <a:gd name="connsiteY43" fmla="*/ 686365 h 1166887"/>
                <a:gd name="connsiteX44" fmla="*/ 411418 w 3024845"/>
                <a:gd name="connsiteY44" fmla="*/ 678798 h 1166887"/>
                <a:gd name="connsiteX45" fmla="*/ 413445 w 3024845"/>
                <a:gd name="connsiteY45" fmla="*/ 678798 h 1166887"/>
                <a:gd name="connsiteX46" fmla="*/ 427632 w 3024845"/>
                <a:gd name="connsiteY46" fmla="*/ 678798 h 1166887"/>
                <a:gd name="connsiteX47" fmla="*/ 427632 w 3024845"/>
                <a:gd name="connsiteY47" fmla="*/ 679879 h 1166887"/>
                <a:gd name="connsiteX48" fmla="*/ 427632 w 3024845"/>
                <a:gd name="connsiteY48" fmla="*/ 687446 h 1166887"/>
                <a:gd name="connsiteX49" fmla="*/ 449925 w 3024845"/>
                <a:gd name="connsiteY49" fmla="*/ 687446 h 1166887"/>
                <a:gd name="connsiteX50" fmla="*/ 449925 w 3024845"/>
                <a:gd name="connsiteY50" fmla="*/ 685554 h 1166887"/>
                <a:gd name="connsiteX51" fmla="*/ 449925 w 3024845"/>
                <a:gd name="connsiteY51" fmla="*/ 672313 h 1166887"/>
                <a:gd name="connsiteX52" fmla="*/ 451699 w 3024845"/>
                <a:gd name="connsiteY52" fmla="*/ 672313 h 1166887"/>
                <a:gd name="connsiteX53" fmla="*/ 464112 w 3024845"/>
                <a:gd name="connsiteY53" fmla="*/ 672313 h 1166887"/>
                <a:gd name="connsiteX54" fmla="*/ 464112 w 3024845"/>
                <a:gd name="connsiteY54" fmla="*/ 696093 h 1166887"/>
                <a:gd name="connsiteX55" fmla="*/ 465126 w 3024845"/>
                <a:gd name="connsiteY55" fmla="*/ 696093 h 1166887"/>
                <a:gd name="connsiteX56" fmla="*/ 472219 w 3024845"/>
                <a:gd name="connsiteY56" fmla="*/ 696093 h 1166887"/>
                <a:gd name="connsiteX57" fmla="*/ 472219 w 3024845"/>
                <a:gd name="connsiteY57" fmla="*/ 695012 h 1166887"/>
                <a:gd name="connsiteX58" fmla="*/ 472219 w 3024845"/>
                <a:gd name="connsiteY58" fmla="*/ 687446 h 1166887"/>
                <a:gd name="connsiteX59" fmla="*/ 473992 w 3024845"/>
                <a:gd name="connsiteY59" fmla="*/ 687446 h 1166887"/>
                <a:gd name="connsiteX60" fmla="*/ 486406 w 3024845"/>
                <a:gd name="connsiteY60" fmla="*/ 687446 h 1166887"/>
                <a:gd name="connsiteX61" fmla="*/ 486406 w 3024845"/>
                <a:gd name="connsiteY61" fmla="*/ 713387 h 1166887"/>
                <a:gd name="connsiteX62" fmla="*/ 488433 w 3024845"/>
                <a:gd name="connsiteY62" fmla="*/ 713387 h 1166887"/>
                <a:gd name="connsiteX63" fmla="*/ 502619 w 3024845"/>
                <a:gd name="connsiteY63" fmla="*/ 713387 h 1166887"/>
                <a:gd name="connsiteX64" fmla="*/ 502619 w 3024845"/>
                <a:gd name="connsiteY64" fmla="*/ 715008 h 1166887"/>
                <a:gd name="connsiteX65" fmla="*/ 502619 w 3024845"/>
                <a:gd name="connsiteY65" fmla="*/ 726358 h 1166887"/>
                <a:gd name="connsiteX66" fmla="*/ 503379 w 3024845"/>
                <a:gd name="connsiteY66" fmla="*/ 726358 h 1166887"/>
                <a:gd name="connsiteX67" fmla="*/ 508700 w 3024845"/>
                <a:gd name="connsiteY67" fmla="*/ 726358 h 1166887"/>
                <a:gd name="connsiteX68" fmla="*/ 508700 w 3024845"/>
                <a:gd name="connsiteY68" fmla="*/ 725547 h 1166887"/>
                <a:gd name="connsiteX69" fmla="*/ 508700 w 3024845"/>
                <a:gd name="connsiteY69" fmla="*/ 719872 h 1166887"/>
                <a:gd name="connsiteX70" fmla="*/ 539100 w 3024845"/>
                <a:gd name="connsiteY70" fmla="*/ 719872 h 1166887"/>
                <a:gd name="connsiteX71" fmla="*/ 539100 w 3024845"/>
                <a:gd name="connsiteY71" fmla="*/ 743652 h 1166887"/>
                <a:gd name="connsiteX72" fmla="*/ 540113 w 3024845"/>
                <a:gd name="connsiteY72" fmla="*/ 743652 h 1166887"/>
                <a:gd name="connsiteX73" fmla="*/ 547207 w 3024845"/>
                <a:gd name="connsiteY73" fmla="*/ 743652 h 1166887"/>
                <a:gd name="connsiteX74" fmla="*/ 547207 w 3024845"/>
                <a:gd name="connsiteY74" fmla="*/ 744733 h 1166887"/>
                <a:gd name="connsiteX75" fmla="*/ 547207 w 3024845"/>
                <a:gd name="connsiteY75" fmla="*/ 752299 h 1166887"/>
                <a:gd name="connsiteX76" fmla="*/ 547967 w 3024845"/>
                <a:gd name="connsiteY76" fmla="*/ 752299 h 1166887"/>
                <a:gd name="connsiteX77" fmla="*/ 553287 w 3024845"/>
                <a:gd name="connsiteY77" fmla="*/ 752299 h 1166887"/>
                <a:gd name="connsiteX78" fmla="*/ 553287 w 3024845"/>
                <a:gd name="connsiteY78" fmla="*/ 750137 h 1166887"/>
                <a:gd name="connsiteX79" fmla="*/ 553287 w 3024845"/>
                <a:gd name="connsiteY79" fmla="*/ 735005 h 1166887"/>
                <a:gd name="connsiteX80" fmla="*/ 554300 w 3024845"/>
                <a:gd name="connsiteY80" fmla="*/ 735005 h 1166887"/>
                <a:gd name="connsiteX81" fmla="*/ 561394 w 3024845"/>
                <a:gd name="connsiteY81" fmla="*/ 735005 h 1166887"/>
                <a:gd name="connsiteX82" fmla="*/ 561394 w 3024845"/>
                <a:gd name="connsiteY82" fmla="*/ 736086 h 1166887"/>
                <a:gd name="connsiteX83" fmla="*/ 561394 w 3024845"/>
                <a:gd name="connsiteY83" fmla="*/ 743652 h 1166887"/>
                <a:gd name="connsiteX84" fmla="*/ 566714 w 3024845"/>
                <a:gd name="connsiteY84" fmla="*/ 741659 h 1166887"/>
                <a:gd name="connsiteX85" fmla="*/ 567474 w 3024845"/>
                <a:gd name="connsiteY85" fmla="*/ 740679 h 1166887"/>
                <a:gd name="connsiteX86" fmla="*/ 567474 w 3024845"/>
                <a:gd name="connsiteY86" fmla="*/ 735005 h 1166887"/>
                <a:gd name="connsiteX87" fmla="*/ 605981 w 3024845"/>
                <a:gd name="connsiteY87" fmla="*/ 735005 h 1166887"/>
                <a:gd name="connsiteX88" fmla="*/ 605981 w 3024845"/>
                <a:gd name="connsiteY88" fmla="*/ 758784 h 1166887"/>
                <a:gd name="connsiteX89" fmla="*/ 608007 w 3024845"/>
                <a:gd name="connsiteY89" fmla="*/ 758784 h 1166887"/>
                <a:gd name="connsiteX90" fmla="*/ 622194 w 3024845"/>
                <a:gd name="connsiteY90" fmla="*/ 758784 h 1166887"/>
                <a:gd name="connsiteX91" fmla="*/ 622194 w 3024845"/>
                <a:gd name="connsiteY91" fmla="*/ 759865 h 1166887"/>
                <a:gd name="connsiteX92" fmla="*/ 622194 w 3024845"/>
                <a:gd name="connsiteY92" fmla="*/ 767431 h 1166887"/>
                <a:gd name="connsiteX93" fmla="*/ 623968 w 3024845"/>
                <a:gd name="connsiteY93" fmla="*/ 767431 h 1166887"/>
                <a:gd name="connsiteX94" fmla="*/ 636381 w 3024845"/>
                <a:gd name="connsiteY94" fmla="*/ 767431 h 1166887"/>
                <a:gd name="connsiteX95" fmla="*/ 636381 w 3024845"/>
                <a:gd name="connsiteY95" fmla="*/ 743652 h 1166887"/>
                <a:gd name="connsiteX96" fmla="*/ 637394 w 3024845"/>
                <a:gd name="connsiteY96" fmla="*/ 743652 h 1166887"/>
                <a:gd name="connsiteX97" fmla="*/ 644488 w 3024845"/>
                <a:gd name="connsiteY97" fmla="*/ 743652 h 1166887"/>
                <a:gd name="connsiteX98" fmla="*/ 644488 w 3024845"/>
                <a:gd name="connsiteY98" fmla="*/ 711225 h 1166887"/>
                <a:gd name="connsiteX99" fmla="*/ 645501 w 3024845"/>
                <a:gd name="connsiteY99" fmla="*/ 711225 h 1166887"/>
                <a:gd name="connsiteX100" fmla="*/ 652595 w 3024845"/>
                <a:gd name="connsiteY100" fmla="*/ 711225 h 1166887"/>
                <a:gd name="connsiteX101" fmla="*/ 652595 w 3024845"/>
                <a:gd name="connsiteY101" fmla="*/ 709334 h 1166887"/>
                <a:gd name="connsiteX102" fmla="*/ 652595 w 3024845"/>
                <a:gd name="connsiteY102" fmla="*/ 696093 h 1166887"/>
                <a:gd name="connsiteX103" fmla="*/ 651328 w 3024845"/>
                <a:gd name="connsiteY103" fmla="*/ 694471 h 1166887"/>
                <a:gd name="connsiteX104" fmla="*/ 656648 w 3024845"/>
                <a:gd name="connsiteY104" fmla="*/ 683122 h 1166887"/>
                <a:gd name="connsiteX105" fmla="*/ 664755 w 3024845"/>
                <a:gd name="connsiteY105" fmla="*/ 711225 h 1166887"/>
                <a:gd name="connsiteX106" fmla="*/ 665515 w 3024845"/>
                <a:gd name="connsiteY106" fmla="*/ 711225 h 1166887"/>
                <a:gd name="connsiteX107" fmla="*/ 670835 w 3024845"/>
                <a:gd name="connsiteY107" fmla="*/ 711225 h 1166887"/>
                <a:gd name="connsiteX108" fmla="*/ 670835 w 3024845"/>
                <a:gd name="connsiteY108" fmla="*/ 605298 h 1166887"/>
                <a:gd name="connsiteX109" fmla="*/ 672355 w 3024845"/>
                <a:gd name="connsiteY109" fmla="*/ 605298 h 1166887"/>
                <a:gd name="connsiteX110" fmla="*/ 682995 w 3024845"/>
                <a:gd name="connsiteY110" fmla="*/ 605298 h 1166887"/>
                <a:gd name="connsiteX111" fmla="*/ 682995 w 3024845"/>
                <a:gd name="connsiteY111" fmla="*/ 557739 h 1166887"/>
                <a:gd name="connsiteX112" fmla="*/ 709342 w 3024845"/>
                <a:gd name="connsiteY112" fmla="*/ 557739 h 1166887"/>
                <a:gd name="connsiteX113" fmla="*/ 709342 w 3024845"/>
                <a:gd name="connsiteY113" fmla="*/ 536121 h 1166887"/>
                <a:gd name="connsiteX114" fmla="*/ 743796 w 3024845"/>
                <a:gd name="connsiteY114" fmla="*/ 536121 h 1166887"/>
                <a:gd name="connsiteX115" fmla="*/ 743796 w 3024845"/>
                <a:gd name="connsiteY115" fmla="*/ 538553 h 1166887"/>
                <a:gd name="connsiteX116" fmla="*/ 743796 w 3024845"/>
                <a:gd name="connsiteY116" fmla="*/ 555577 h 1166887"/>
                <a:gd name="connsiteX117" fmla="*/ 746076 w 3024845"/>
                <a:gd name="connsiteY117" fmla="*/ 555577 h 1166887"/>
                <a:gd name="connsiteX118" fmla="*/ 762036 w 3024845"/>
                <a:gd name="connsiteY118" fmla="*/ 555577 h 1166887"/>
                <a:gd name="connsiteX119" fmla="*/ 762036 w 3024845"/>
                <a:gd name="connsiteY119" fmla="*/ 603136 h 1166887"/>
                <a:gd name="connsiteX120" fmla="*/ 763049 w 3024845"/>
                <a:gd name="connsiteY120" fmla="*/ 603136 h 1166887"/>
                <a:gd name="connsiteX121" fmla="*/ 770143 w 3024845"/>
                <a:gd name="connsiteY121" fmla="*/ 603136 h 1166887"/>
                <a:gd name="connsiteX122" fmla="*/ 784330 w 3024845"/>
                <a:gd name="connsiteY122" fmla="*/ 607460 h 1166887"/>
                <a:gd name="connsiteX123" fmla="*/ 784330 w 3024845"/>
                <a:gd name="connsiteY123" fmla="*/ 646372 h 1166887"/>
                <a:gd name="connsiteX124" fmla="*/ 785343 w 3024845"/>
                <a:gd name="connsiteY124" fmla="*/ 646372 h 1166887"/>
                <a:gd name="connsiteX125" fmla="*/ 792436 w 3024845"/>
                <a:gd name="connsiteY125" fmla="*/ 646372 h 1166887"/>
                <a:gd name="connsiteX126" fmla="*/ 792436 w 3024845"/>
                <a:gd name="connsiteY126" fmla="*/ 647993 h 1166887"/>
                <a:gd name="connsiteX127" fmla="*/ 792436 w 3024845"/>
                <a:gd name="connsiteY127" fmla="*/ 659342 h 1166887"/>
                <a:gd name="connsiteX128" fmla="*/ 794463 w 3024845"/>
                <a:gd name="connsiteY128" fmla="*/ 659342 h 1166887"/>
                <a:gd name="connsiteX129" fmla="*/ 808650 w 3024845"/>
                <a:gd name="connsiteY129" fmla="*/ 659342 h 1166887"/>
                <a:gd name="connsiteX130" fmla="*/ 814730 w 3024845"/>
                <a:gd name="connsiteY130" fmla="*/ 665828 h 1166887"/>
                <a:gd name="connsiteX131" fmla="*/ 814730 w 3024845"/>
                <a:gd name="connsiteY131" fmla="*/ 687446 h 1166887"/>
                <a:gd name="connsiteX132" fmla="*/ 817010 w 3024845"/>
                <a:gd name="connsiteY132" fmla="*/ 687446 h 1166887"/>
                <a:gd name="connsiteX133" fmla="*/ 832970 w 3024845"/>
                <a:gd name="connsiteY133" fmla="*/ 687446 h 1166887"/>
                <a:gd name="connsiteX134" fmla="*/ 832970 w 3024845"/>
                <a:gd name="connsiteY134" fmla="*/ 688526 h 1166887"/>
                <a:gd name="connsiteX135" fmla="*/ 832970 w 3024845"/>
                <a:gd name="connsiteY135" fmla="*/ 696093 h 1166887"/>
                <a:gd name="connsiteX136" fmla="*/ 834237 w 3024845"/>
                <a:gd name="connsiteY136" fmla="*/ 696093 h 1166887"/>
                <a:gd name="connsiteX137" fmla="*/ 843104 w 3024845"/>
                <a:gd name="connsiteY137" fmla="*/ 696093 h 1166887"/>
                <a:gd name="connsiteX138" fmla="*/ 843104 w 3024845"/>
                <a:gd name="connsiteY138" fmla="*/ 698254 h 1166887"/>
                <a:gd name="connsiteX139" fmla="*/ 843104 w 3024845"/>
                <a:gd name="connsiteY139" fmla="*/ 713387 h 1166887"/>
                <a:gd name="connsiteX140" fmla="*/ 847157 w 3024845"/>
                <a:gd name="connsiteY140" fmla="*/ 711495 h 1166887"/>
                <a:gd name="connsiteX141" fmla="*/ 847157 w 3024845"/>
                <a:gd name="connsiteY141" fmla="*/ 698254 h 1166887"/>
                <a:gd name="connsiteX142" fmla="*/ 848170 w 3024845"/>
                <a:gd name="connsiteY142" fmla="*/ 698254 h 1166887"/>
                <a:gd name="connsiteX143" fmla="*/ 855264 w 3024845"/>
                <a:gd name="connsiteY143" fmla="*/ 698254 h 1166887"/>
                <a:gd name="connsiteX144" fmla="*/ 855264 w 3024845"/>
                <a:gd name="connsiteY144" fmla="*/ 699876 h 1166887"/>
                <a:gd name="connsiteX145" fmla="*/ 855264 w 3024845"/>
                <a:gd name="connsiteY145" fmla="*/ 711225 h 1166887"/>
                <a:gd name="connsiteX146" fmla="*/ 856024 w 3024845"/>
                <a:gd name="connsiteY146" fmla="*/ 711225 h 1166887"/>
                <a:gd name="connsiteX147" fmla="*/ 861344 w 3024845"/>
                <a:gd name="connsiteY147" fmla="*/ 711225 h 1166887"/>
                <a:gd name="connsiteX148" fmla="*/ 909984 w 3024845"/>
                <a:gd name="connsiteY148" fmla="*/ 706902 h 1166887"/>
                <a:gd name="connsiteX149" fmla="*/ 909984 w 3024845"/>
                <a:gd name="connsiteY149" fmla="*/ 708253 h 1166887"/>
                <a:gd name="connsiteX150" fmla="*/ 909984 w 3024845"/>
                <a:gd name="connsiteY150" fmla="*/ 717710 h 1166887"/>
                <a:gd name="connsiteX151" fmla="*/ 910744 w 3024845"/>
                <a:gd name="connsiteY151" fmla="*/ 717710 h 1166887"/>
                <a:gd name="connsiteX152" fmla="*/ 916065 w 3024845"/>
                <a:gd name="connsiteY152" fmla="*/ 717710 h 1166887"/>
                <a:gd name="connsiteX153" fmla="*/ 916065 w 3024845"/>
                <a:gd name="connsiteY153" fmla="*/ 719872 h 1166887"/>
                <a:gd name="connsiteX154" fmla="*/ 916065 w 3024845"/>
                <a:gd name="connsiteY154" fmla="*/ 735005 h 1166887"/>
                <a:gd name="connsiteX155" fmla="*/ 918091 w 3024845"/>
                <a:gd name="connsiteY155" fmla="*/ 733654 h 1166887"/>
                <a:gd name="connsiteX156" fmla="*/ 932278 w 3024845"/>
                <a:gd name="connsiteY156" fmla="*/ 724196 h 1166887"/>
                <a:gd name="connsiteX157" fmla="*/ 938358 w 3024845"/>
                <a:gd name="connsiteY157" fmla="*/ 683122 h 1166887"/>
                <a:gd name="connsiteX158" fmla="*/ 939118 w 3024845"/>
                <a:gd name="connsiteY158" fmla="*/ 682852 h 1166887"/>
                <a:gd name="connsiteX159" fmla="*/ 944438 w 3024845"/>
                <a:gd name="connsiteY159" fmla="*/ 680960 h 1166887"/>
                <a:gd name="connsiteX160" fmla="*/ 946465 w 3024845"/>
                <a:gd name="connsiteY160" fmla="*/ 611783 h 1166887"/>
                <a:gd name="connsiteX161" fmla="*/ 948492 w 3024845"/>
                <a:gd name="connsiteY161" fmla="*/ 680960 h 1166887"/>
                <a:gd name="connsiteX162" fmla="*/ 949252 w 3024845"/>
                <a:gd name="connsiteY162" fmla="*/ 681230 h 1166887"/>
                <a:gd name="connsiteX163" fmla="*/ 954572 w 3024845"/>
                <a:gd name="connsiteY163" fmla="*/ 683122 h 1166887"/>
                <a:gd name="connsiteX164" fmla="*/ 954572 w 3024845"/>
                <a:gd name="connsiteY164" fmla="*/ 596651 h 1166887"/>
                <a:gd name="connsiteX165" fmla="*/ 958625 w 3024845"/>
                <a:gd name="connsiteY165" fmla="*/ 564224 h 1166887"/>
                <a:gd name="connsiteX166" fmla="*/ 997132 w 3024845"/>
                <a:gd name="connsiteY166" fmla="*/ 564224 h 1166887"/>
                <a:gd name="connsiteX167" fmla="*/ 997132 w 3024845"/>
                <a:gd name="connsiteY167" fmla="*/ 596651 h 1166887"/>
                <a:gd name="connsiteX168" fmla="*/ 997892 w 3024845"/>
                <a:gd name="connsiteY168" fmla="*/ 596651 h 1166887"/>
                <a:gd name="connsiteX169" fmla="*/ 1003212 w 3024845"/>
                <a:gd name="connsiteY169" fmla="*/ 596651 h 1166887"/>
                <a:gd name="connsiteX170" fmla="*/ 1003212 w 3024845"/>
                <a:gd name="connsiteY170" fmla="*/ 514503 h 1166887"/>
                <a:gd name="connsiteX171" fmla="*/ 1004986 w 3024845"/>
                <a:gd name="connsiteY171" fmla="*/ 514503 h 1166887"/>
                <a:gd name="connsiteX172" fmla="*/ 1017399 w 3024845"/>
                <a:gd name="connsiteY172" fmla="*/ 514503 h 1166887"/>
                <a:gd name="connsiteX173" fmla="*/ 1017399 w 3024845"/>
                <a:gd name="connsiteY173" fmla="*/ 512612 h 1166887"/>
                <a:gd name="connsiteX174" fmla="*/ 1017399 w 3024845"/>
                <a:gd name="connsiteY174" fmla="*/ 499371 h 1166887"/>
                <a:gd name="connsiteX175" fmla="*/ 1039693 w 3024845"/>
                <a:gd name="connsiteY175" fmla="*/ 499371 h 1166887"/>
                <a:gd name="connsiteX176" fmla="*/ 1039693 w 3024845"/>
                <a:gd name="connsiteY176" fmla="*/ 498290 h 1166887"/>
                <a:gd name="connsiteX177" fmla="*/ 1039693 w 3024845"/>
                <a:gd name="connsiteY177" fmla="*/ 490724 h 1166887"/>
                <a:gd name="connsiteX178" fmla="*/ 1041466 w 3024845"/>
                <a:gd name="connsiteY178" fmla="*/ 490724 h 1166887"/>
                <a:gd name="connsiteX179" fmla="*/ 1053880 w 3024845"/>
                <a:gd name="connsiteY179" fmla="*/ 490724 h 1166887"/>
                <a:gd name="connsiteX180" fmla="*/ 1053880 w 3024845"/>
                <a:gd name="connsiteY180" fmla="*/ 491805 h 1166887"/>
                <a:gd name="connsiteX181" fmla="*/ 1053880 w 3024845"/>
                <a:gd name="connsiteY181" fmla="*/ 499371 h 1166887"/>
                <a:gd name="connsiteX182" fmla="*/ 1054640 w 3024845"/>
                <a:gd name="connsiteY182" fmla="*/ 499371 h 1166887"/>
                <a:gd name="connsiteX183" fmla="*/ 1059960 w 3024845"/>
                <a:gd name="connsiteY183" fmla="*/ 499371 h 1166887"/>
                <a:gd name="connsiteX184" fmla="*/ 1070093 w 3024845"/>
                <a:gd name="connsiteY184" fmla="*/ 495047 h 1166887"/>
                <a:gd name="connsiteX185" fmla="*/ 1074146 w 3024845"/>
                <a:gd name="connsiteY185" fmla="*/ 498290 h 1166887"/>
                <a:gd name="connsiteX186" fmla="*/ 1074146 w 3024845"/>
                <a:gd name="connsiteY186" fmla="*/ 490724 h 1166887"/>
                <a:gd name="connsiteX187" fmla="*/ 1076426 w 3024845"/>
                <a:gd name="connsiteY187" fmla="*/ 490724 h 1166887"/>
                <a:gd name="connsiteX188" fmla="*/ 1092387 w 3024845"/>
                <a:gd name="connsiteY188" fmla="*/ 490724 h 1166887"/>
                <a:gd name="connsiteX189" fmla="*/ 1092387 w 3024845"/>
                <a:gd name="connsiteY189" fmla="*/ 491805 h 1166887"/>
                <a:gd name="connsiteX190" fmla="*/ 1092387 w 3024845"/>
                <a:gd name="connsiteY190" fmla="*/ 499371 h 1166887"/>
                <a:gd name="connsiteX191" fmla="*/ 1122787 w 3024845"/>
                <a:gd name="connsiteY191" fmla="*/ 499371 h 1166887"/>
                <a:gd name="connsiteX192" fmla="*/ 1122787 w 3024845"/>
                <a:gd name="connsiteY192" fmla="*/ 500992 h 1166887"/>
                <a:gd name="connsiteX193" fmla="*/ 1122787 w 3024845"/>
                <a:gd name="connsiteY193" fmla="*/ 512342 h 1166887"/>
                <a:gd name="connsiteX194" fmla="*/ 1149134 w 3024845"/>
                <a:gd name="connsiteY194" fmla="*/ 512342 h 1166887"/>
                <a:gd name="connsiteX195" fmla="*/ 1149134 w 3024845"/>
                <a:gd name="connsiteY195" fmla="*/ 542606 h 1166887"/>
                <a:gd name="connsiteX196" fmla="*/ 1149894 w 3024845"/>
                <a:gd name="connsiteY196" fmla="*/ 542606 h 1166887"/>
                <a:gd name="connsiteX197" fmla="*/ 1155214 w 3024845"/>
                <a:gd name="connsiteY197" fmla="*/ 542606 h 1166887"/>
                <a:gd name="connsiteX198" fmla="*/ 1155214 w 3024845"/>
                <a:gd name="connsiteY198" fmla="*/ 543687 h 1166887"/>
                <a:gd name="connsiteX199" fmla="*/ 1155214 w 3024845"/>
                <a:gd name="connsiteY199" fmla="*/ 551254 h 1166887"/>
                <a:gd name="connsiteX200" fmla="*/ 1159268 w 3024845"/>
                <a:gd name="connsiteY200" fmla="*/ 581518 h 1166887"/>
                <a:gd name="connsiteX201" fmla="*/ 1160028 w 3024845"/>
                <a:gd name="connsiteY201" fmla="*/ 581518 h 1166887"/>
                <a:gd name="connsiteX202" fmla="*/ 1165348 w 3024845"/>
                <a:gd name="connsiteY202" fmla="*/ 581518 h 1166887"/>
                <a:gd name="connsiteX203" fmla="*/ 1165348 w 3024845"/>
                <a:gd name="connsiteY203" fmla="*/ 582329 h 1166887"/>
                <a:gd name="connsiteX204" fmla="*/ 1165348 w 3024845"/>
                <a:gd name="connsiteY204" fmla="*/ 588004 h 1166887"/>
                <a:gd name="connsiteX205" fmla="*/ 1166361 w 3024845"/>
                <a:gd name="connsiteY205" fmla="*/ 588004 h 1166887"/>
                <a:gd name="connsiteX206" fmla="*/ 1173454 w 3024845"/>
                <a:gd name="connsiteY206" fmla="*/ 588004 h 1166887"/>
                <a:gd name="connsiteX207" fmla="*/ 1173454 w 3024845"/>
                <a:gd name="connsiteY207" fmla="*/ 618269 h 1166887"/>
                <a:gd name="connsiteX208" fmla="*/ 1175481 w 3024845"/>
                <a:gd name="connsiteY208" fmla="*/ 618269 h 1166887"/>
                <a:gd name="connsiteX209" fmla="*/ 1189668 w 3024845"/>
                <a:gd name="connsiteY209" fmla="*/ 618269 h 1166887"/>
                <a:gd name="connsiteX210" fmla="*/ 1189668 w 3024845"/>
                <a:gd name="connsiteY210" fmla="*/ 642048 h 1166887"/>
                <a:gd name="connsiteX211" fmla="*/ 1191695 w 3024845"/>
                <a:gd name="connsiteY211" fmla="*/ 643669 h 1166887"/>
                <a:gd name="connsiteX212" fmla="*/ 1191695 w 3024845"/>
                <a:gd name="connsiteY212" fmla="*/ 655019 h 1166887"/>
                <a:gd name="connsiteX213" fmla="*/ 1192455 w 3024845"/>
                <a:gd name="connsiteY213" fmla="*/ 655019 h 1166887"/>
                <a:gd name="connsiteX214" fmla="*/ 1197775 w 3024845"/>
                <a:gd name="connsiteY214" fmla="*/ 655019 h 1166887"/>
                <a:gd name="connsiteX215" fmla="*/ 1197775 w 3024845"/>
                <a:gd name="connsiteY215" fmla="*/ 678798 h 1166887"/>
                <a:gd name="connsiteX216" fmla="*/ 1199041 w 3024845"/>
                <a:gd name="connsiteY216" fmla="*/ 678798 h 1166887"/>
                <a:gd name="connsiteX217" fmla="*/ 1207908 w 3024845"/>
                <a:gd name="connsiteY217" fmla="*/ 678798 h 1166887"/>
                <a:gd name="connsiteX218" fmla="*/ 1209935 w 3024845"/>
                <a:gd name="connsiteY218" fmla="*/ 682852 h 1166887"/>
                <a:gd name="connsiteX219" fmla="*/ 1209935 w 3024845"/>
                <a:gd name="connsiteY219" fmla="*/ 696093 h 1166887"/>
                <a:gd name="connsiteX220" fmla="*/ 1211455 w 3024845"/>
                <a:gd name="connsiteY220" fmla="*/ 694201 h 1166887"/>
                <a:gd name="connsiteX221" fmla="*/ 1222095 w 3024845"/>
                <a:gd name="connsiteY221" fmla="*/ 680960 h 1166887"/>
                <a:gd name="connsiteX222" fmla="*/ 1250469 w 3024845"/>
                <a:gd name="connsiteY222" fmla="*/ 680960 h 1166887"/>
                <a:gd name="connsiteX223" fmla="*/ 1250469 w 3024845"/>
                <a:gd name="connsiteY223" fmla="*/ 767431 h 1166887"/>
                <a:gd name="connsiteX224" fmla="*/ 1251229 w 3024845"/>
                <a:gd name="connsiteY224" fmla="*/ 767431 h 1166887"/>
                <a:gd name="connsiteX225" fmla="*/ 1256549 w 3024845"/>
                <a:gd name="connsiteY225" fmla="*/ 767431 h 1166887"/>
                <a:gd name="connsiteX226" fmla="*/ 1257309 w 3024845"/>
                <a:gd name="connsiteY226" fmla="*/ 766080 h 1166887"/>
                <a:gd name="connsiteX227" fmla="*/ 1262629 w 3024845"/>
                <a:gd name="connsiteY227" fmla="*/ 756622 h 1166887"/>
                <a:gd name="connsiteX228" fmla="*/ 1262629 w 3024845"/>
                <a:gd name="connsiteY228" fmla="*/ 758514 h 1166887"/>
                <a:gd name="connsiteX229" fmla="*/ 1262629 w 3024845"/>
                <a:gd name="connsiteY229" fmla="*/ 771755 h 1166887"/>
                <a:gd name="connsiteX230" fmla="*/ 1266682 w 3024845"/>
                <a:gd name="connsiteY230" fmla="*/ 726358 h 1166887"/>
                <a:gd name="connsiteX231" fmla="*/ 1267442 w 3024845"/>
                <a:gd name="connsiteY231" fmla="*/ 726358 h 1166887"/>
                <a:gd name="connsiteX232" fmla="*/ 1272762 w 3024845"/>
                <a:gd name="connsiteY232" fmla="*/ 726358 h 1166887"/>
                <a:gd name="connsiteX233" fmla="*/ 1272762 w 3024845"/>
                <a:gd name="connsiteY233" fmla="*/ 661504 h 1166887"/>
                <a:gd name="connsiteX234" fmla="*/ 1273776 w 3024845"/>
                <a:gd name="connsiteY234" fmla="*/ 661504 h 1166887"/>
                <a:gd name="connsiteX235" fmla="*/ 1280869 w 3024845"/>
                <a:gd name="connsiteY235" fmla="*/ 661504 h 1166887"/>
                <a:gd name="connsiteX236" fmla="*/ 1293029 w 3024845"/>
                <a:gd name="connsiteY236" fmla="*/ 618269 h 1166887"/>
                <a:gd name="connsiteX237" fmla="*/ 1294296 w 3024845"/>
                <a:gd name="connsiteY237" fmla="*/ 618269 h 1166887"/>
                <a:gd name="connsiteX238" fmla="*/ 1303163 w 3024845"/>
                <a:gd name="connsiteY238" fmla="*/ 618269 h 1166887"/>
                <a:gd name="connsiteX239" fmla="*/ 1313296 w 3024845"/>
                <a:gd name="connsiteY239" fmla="*/ 661504 h 1166887"/>
                <a:gd name="connsiteX240" fmla="*/ 1314309 w 3024845"/>
                <a:gd name="connsiteY240" fmla="*/ 661504 h 1166887"/>
                <a:gd name="connsiteX241" fmla="*/ 1321403 w 3024845"/>
                <a:gd name="connsiteY241" fmla="*/ 661504 h 1166887"/>
                <a:gd name="connsiteX242" fmla="*/ 1321403 w 3024845"/>
                <a:gd name="connsiteY242" fmla="*/ 700416 h 1166887"/>
                <a:gd name="connsiteX243" fmla="*/ 1323176 w 3024845"/>
                <a:gd name="connsiteY243" fmla="*/ 700416 h 1166887"/>
                <a:gd name="connsiteX244" fmla="*/ 1335590 w 3024845"/>
                <a:gd name="connsiteY244" fmla="*/ 700416 h 1166887"/>
                <a:gd name="connsiteX245" fmla="*/ 1335590 w 3024845"/>
                <a:gd name="connsiteY245" fmla="*/ 702578 h 1166887"/>
                <a:gd name="connsiteX246" fmla="*/ 1335590 w 3024845"/>
                <a:gd name="connsiteY246" fmla="*/ 717710 h 1166887"/>
                <a:gd name="connsiteX247" fmla="*/ 1339643 w 3024845"/>
                <a:gd name="connsiteY247" fmla="*/ 715549 h 1166887"/>
                <a:gd name="connsiteX248" fmla="*/ 1339643 w 3024845"/>
                <a:gd name="connsiteY248" fmla="*/ 700416 h 1166887"/>
                <a:gd name="connsiteX249" fmla="*/ 1341163 w 3024845"/>
                <a:gd name="connsiteY249" fmla="*/ 700416 h 1166887"/>
                <a:gd name="connsiteX250" fmla="*/ 1351803 w 3024845"/>
                <a:gd name="connsiteY250" fmla="*/ 700416 h 1166887"/>
                <a:gd name="connsiteX251" fmla="*/ 1351803 w 3024845"/>
                <a:gd name="connsiteY251" fmla="*/ 702037 h 1166887"/>
                <a:gd name="connsiteX252" fmla="*/ 1351803 w 3024845"/>
                <a:gd name="connsiteY252" fmla="*/ 713387 h 1166887"/>
                <a:gd name="connsiteX253" fmla="*/ 1382204 w 3024845"/>
                <a:gd name="connsiteY253" fmla="*/ 713387 h 1166887"/>
                <a:gd name="connsiteX254" fmla="*/ 1382204 w 3024845"/>
                <a:gd name="connsiteY254" fmla="*/ 676637 h 1166887"/>
                <a:gd name="connsiteX255" fmla="*/ 1383470 w 3024845"/>
                <a:gd name="connsiteY255" fmla="*/ 676637 h 1166887"/>
                <a:gd name="connsiteX256" fmla="*/ 1392337 w 3024845"/>
                <a:gd name="connsiteY256" fmla="*/ 676637 h 1166887"/>
                <a:gd name="connsiteX257" fmla="*/ 1392337 w 3024845"/>
                <a:gd name="connsiteY257" fmla="*/ 698254 h 1166887"/>
                <a:gd name="connsiteX258" fmla="*/ 1394364 w 3024845"/>
                <a:gd name="connsiteY258" fmla="*/ 665828 h 1166887"/>
                <a:gd name="connsiteX259" fmla="*/ 1416657 w 3024845"/>
                <a:gd name="connsiteY259" fmla="*/ 665828 h 1166887"/>
                <a:gd name="connsiteX260" fmla="*/ 1416657 w 3024845"/>
                <a:gd name="connsiteY260" fmla="*/ 664206 h 1166887"/>
                <a:gd name="connsiteX261" fmla="*/ 1416657 w 3024845"/>
                <a:gd name="connsiteY261" fmla="*/ 652857 h 1166887"/>
                <a:gd name="connsiteX262" fmla="*/ 1417417 w 3024845"/>
                <a:gd name="connsiteY262" fmla="*/ 652857 h 1166887"/>
                <a:gd name="connsiteX263" fmla="*/ 1422737 w 3024845"/>
                <a:gd name="connsiteY263" fmla="*/ 652857 h 1166887"/>
                <a:gd name="connsiteX264" fmla="*/ 1422737 w 3024845"/>
                <a:gd name="connsiteY264" fmla="*/ 650966 h 1166887"/>
                <a:gd name="connsiteX265" fmla="*/ 1422737 w 3024845"/>
                <a:gd name="connsiteY265" fmla="*/ 637725 h 1166887"/>
                <a:gd name="connsiteX266" fmla="*/ 1426791 w 3024845"/>
                <a:gd name="connsiteY266" fmla="*/ 644210 h 1166887"/>
                <a:gd name="connsiteX267" fmla="*/ 1429071 w 3024845"/>
                <a:gd name="connsiteY267" fmla="*/ 644210 h 1166887"/>
                <a:gd name="connsiteX268" fmla="*/ 1445031 w 3024845"/>
                <a:gd name="connsiteY268" fmla="*/ 644210 h 1166887"/>
                <a:gd name="connsiteX269" fmla="*/ 1445031 w 3024845"/>
                <a:gd name="connsiteY269" fmla="*/ 643399 h 1166887"/>
                <a:gd name="connsiteX270" fmla="*/ 1445031 w 3024845"/>
                <a:gd name="connsiteY270" fmla="*/ 637725 h 1166887"/>
                <a:gd name="connsiteX271" fmla="*/ 1445791 w 3024845"/>
                <a:gd name="connsiteY271" fmla="*/ 637725 h 1166887"/>
                <a:gd name="connsiteX272" fmla="*/ 1451111 w 3024845"/>
                <a:gd name="connsiteY272" fmla="*/ 637725 h 1166887"/>
                <a:gd name="connsiteX273" fmla="*/ 1451111 w 3024845"/>
                <a:gd name="connsiteY273" fmla="*/ 639076 h 1166887"/>
                <a:gd name="connsiteX274" fmla="*/ 1451111 w 3024845"/>
                <a:gd name="connsiteY274" fmla="*/ 648534 h 1166887"/>
                <a:gd name="connsiteX275" fmla="*/ 1489618 w 3024845"/>
                <a:gd name="connsiteY275" fmla="*/ 648534 h 1166887"/>
                <a:gd name="connsiteX276" fmla="*/ 1489618 w 3024845"/>
                <a:gd name="connsiteY276" fmla="*/ 786887 h 1166887"/>
                <a:gd name="connsiteX277" fmla="*/ 1491138 w 3024845"/>
                <a:gd name="connsiteY277" fmla="*/ 786887 h 1166887"/>
                <a:gd name="connsiteX278" fmla="*/ 1501778 w 3024845"/>
                <a:gd name="connsiteY278" fmla="*/ 786887 h 1166887"/>
                <a:gd name="connsiteX279" fmla="*/ 1501778 w 3024845"/>
                <a:gd name="connsiteY279" fmla="*/ 773917 h 1166887"/>
                <a:gd name="connsiteX280" fmla="*/ 1505832 w 3024845"/>
                <a:gd name="connsiteY280" fmla="*/ 773917 h 1166887"/>
                <a:gd name="connsiteX281" fmla="*/ 1505832 w 3024845"/>
                <a:gd name="connsiteY281" fmla="*/ 786887 h 1166887"/>
                <a:gd name="connsiteX282" fmla="*/ 1536232 w 3024845"/>
                <a:gd name="connsiteY282" fmla="*/ 786887 h 1166887"/>
                <a:gd name="connsiteX283" fmla="*/ 1536232 w 3024845"/>
                <a:gd name="connsiteY283" fmla="*/ 756622 h 1166887"/>
                <a:gd name="connsiteX284" fmla="*/ 1548392 w 3024845"/>
                <a:gd name="connsiteY284" fmla="*/ 756622 h 1166887"/>
                <a:gd name="connsiteX285" fmla="*/ 1560552 w 3024845"/>
                <a:gd name="connsiteY285" fmla="*/ 754461 h 1166887"/>
                <a:gd name="connsiteX286" fmla="*/ 1564606 w 3024845"/>
                <a:gd name="connsiteY286" fmla="*/ 756622 h 1166887"/>
                <a:gd name="connsiteX287" fmla="*/ 1574739 w 3024845"/>
                <a:gd name="connsiteY287" fmla="*/ 756622 h 1166887"/>
                <a:gd name="connsiteX288" fmla="*/ 1574739 w 3024845"/>
                <a:gd name="connsiteY288" fmla="*/ 786887 h 1166887"/>
                <a:gd name="connsiteX289" fmla="*/ 1582846 w 3024845"/>
                <a:gd name="connsiteY289" fmla="*/ 786887 h 1166887"/>
                <a:gd name="connsiteX290" fmla="*/ 1582846 w 3024845"/>
                <a:gd name="connsiteY290" fmla="*/ 804182 h 1166887"/>
                <a:gd name="connsiteX291" fmla="*/ 1592182 w 3024845"/>
                <a:gd name="connsiteY291" fmla="*/ 805087 h 1166887"/>
                <a:gd name="connsiteX292" fmla="*/ 1605140 w 3024845"/>
                <a:gd name="connsiteY292" fmla="*/ 805087 h 1166887"/>
                <a:gd name="connsiteX293" fmla="*/ 1605140 w 3024845"/>
                <a:gd name="connsiteY293" fmla="*/ 789049 h 1166887"/>
                <a:gd name="connsiteX294" fmla="*/ 1673096 w 3024845"/>
                <a:gd name="connsiteY294" fmla="*/ 789049 h 1166887"/>
                <a:gd name="connsiteX295" fmla="*/ 1673096 w 3024845"/>
                <a:gd name="connsiteY295" fmla="*/ 703796 h 1166887"/>
                <a:gd name="connsiteX296" fmla="*/ 1745104 w 3024845"/>
                <a:gd name="connsiteY296" fmla="*/ 703796 h 1166887"/>
                <a:gd name="connsiteX297" fmla="*/ 1745104 w 3024845"/>
                <a:gd name="connsiteY297" fmla="*/ 782564 h 1166887"/>
                <a:gd name="connsiteX298" fmla="*/ 1747008 w 3024845"/>
                <a:gd name="connsiteY298" fmla="*/ 782564 h 1166887"/>
                <a:gd name="connsiteX299" fmla="*/ 1748250 w 3024845"/>
                <a:gd name="connsiteY299" fmla="*/ 805087 h 1166887"/>
                <a:gd name="connsiteX300" fmla="*/ 1757926 w 3024845"/>
                <a:gd name="connsiteY300" fmla="*/ 805087 h 1166887"/>
                <a:gd name="connsiteX301" fmla="*/ 1759168 w 3024845"/>
                <a:gd name="connsiteY301" fmla="*/ 782564 h 1166887"/>
                <a:gd name="connsiteX302" fmla="*/ 1765248 w 3024845"/>
                <a:gd name="connsiteY302" fmla="*/ 782564 h 1166887"/>
                <a:gd name="connsiteX303" fmla="*/ 1766490 w 3024845"/>
                <a:gd name="connsiteY303" fmla="*/ 805087 h 1166887"/>
                <a:gd name="connsiteX304" fmla="*/ 1817112 w 3024845"/>
                <a:gd name="connsiteY304" fmla="*/ 805087 h 1166887"/>
                <a:gd name="connsiteX305" fmla="*/ 1817112 w 3024845"/>
                <a:gd name="connsiteY305" fmla="*/ 642059 h 1166887"/>
                <a:gd name="connsiteX306" fmla="*/ 2014439 w 3024845"/>
                <a:gd name="connsiteY306" fmla="*/ 642059 h 1166887"/>
                <a:gd name="connsiteX307" fmla="*/ 2014439 w 3024845"/>
                <a:gd name="connsiteY307" fmla="*/ 805087 h 1166887"/>
                <a:gd name="connsiteX308" fmla="*/ 2033136 w 3024845"/>
                <a:gd name="connsiteY308" fmla="*/ 805087 h 1166887"/>
                <a:gd name="connsiteX309" fmla="*/ 2033136 w 3024845"/>
                <a:gd name="connsiteY309" fmla="*/ 722394 h 1166887"/>
                <a:gd name="connsiteX310" fmla="*/ 2128256 w 3024845"/>
                <a:gd name="connsiteY310" fmla="*/ 722394 h 1166887"/>
                <a:gd name="connsiteX311" fmla="*/ 2140186 w 3024845"/>
                <a:gd name="connsiteY311" fmla="*/ 404253 h 1166887"/>
                <a:gd name="connsiteX312" fmla="*/ 2128026 w 3024845"/>
                <a:gd name="connsiteY312" fmla="*/ 382635 h 1166887"/>
                <a:gd name="connsiteX313" fmla="*/ 2121946 w 3024845"/>
                <a:gd name="connsiteY313" fmla="*/ 378311 h 1166887"/>
                <a:gd name="connsiteX314" fmla="*/ 2130053 w 3024845"/>
                <a:gd name="connsiteY314" fmla="*/ 354532 h 1166887"/>
                <a:gd name="connsiteX315" fmla="*/ 2130053 w 3024845"/>
                <a:gd name="connsiteY315" fmla="*/ 337238 h 1166887"/>
                <a:gd name="connsiteX316" fmla="*/ 2144240 w 3024845"/>
                <a:gd name="connsiteY316" fmla="*/ 337238 h 1166887"/>
                <a:gd name="connsiteX317" fmla="*/ 2144240 w 3024845"/>
                <a:gd name="connsiteY317" fmla="*/ 315620 h 1166887"/>
                <a:gd name="connsiteX318" fmla="*/ 2146266 w 3024845"/>
                <a:gd name="connsiteY318" fmla="*/ 311296 h 1166887"/>
                <a:gd name="connsiteX319" fmla="*/ 2146266 w 3024845"/>
                <a:gd name="connsiteY319" fmla="*/ 233472 h 1166887"/>
                <a:gd name="connsiteX320" fmla="*/ 2144240 w 3024845"/>
                <a:gd name="connsiteY320" fmla="*/ 226987 h 1166887"/>
                <a:gd name="connsiteX321" fmla="*/ 2150320 w 3024845"/>
                <a:gd name="connsiteY321" fmla="*/ 220501 h 1166887"/>
                <a:gd name="connsiteX322" fmla="*/ 2150320 w 3024845"/>
                <a:gd name="connsiteY322" fmla="*/ 162133 h 1166887"/>
                <a:gd name="connsiteX323" fmla="*/ 2152346 w 3024845"/>
                <a:gd name="connsiteY323" fmla="*/ 157810 h 1166887"/>
                <a:gd name="connsiteX324" fmla="*/ 2152346 w 3024845"/>
                <a:gd name="connsiteY324" fmla="*/ 101604 h 1166887"/>
                <a:gd name="connsiteX325" fmla="*/ 2154373 w 3024845"/>
                <a:gd name="connsiteY325" fmla="*/ 82148 h 1166887"/>
                <a:gd name="connsiteX326" fmla="*/ 2158427 w 3024845"/>
                <a:gd name="connsiteY326" fmla="*/ 99442 h 1166887"/>
                <a:gd name="connsiteX327" fmla="*/ 2160453 w 3024845"/>
                <a:gd name="connsiteY327" fmla="*/ 157810 h 1166887"/>
                <a:gd name="connsiteX328" fmla="*/ 2162480 w 3024845"/>
                <a:gd name="connsiteY328" fmla="*/ 220501 h 1166887"/>
                <a:gd name="connsiteX329" fmla="*/ 2168560 w 3024845"/>
                <a:gd name="connsiteY329" fmla="*/ 226987 h 1166887"/>
                <a:gd name="connsiteX330" fmla="*/ 2166533 w 3024845"/>
                <a:gd name="connsiteY330" fmla="*/ 233472 h 1166887"/>
                <a:gd name="connsiteX331" fmla="*/ 2166533 w 3024845"/>
                <a:gd name="connsiteY331" fmla="*/ 311296 h 1166887"/>
                <a:gd name="connsiteX332" fmla="*/ 2168560 w 3024845"/>
                <a:gd name="connsiteY332" fmla="*/ 315620 h 1166887"/>
                <a:gd name="connsiteX333" fmla="*/ 2168560 w 3024845"/>
                <a:gd name="connsiteY333" fmla="*/ 337238 h 1166887"/>
                <a:gd name="connsiteX334" fmla="*/ 2182747 w 3024845"/>
                <a:gd name="connsiteY334" fmla="*/ 337238 h 1166887"/>
                <a:gd name="connsiteX335" fmla="*/ 2182747 w 3024845"/>
                <a:gd name="connsiteY335" fmla="*/ 354532 h 1166887"/>
                <a:gd name="connsiteX336" fmla="*/ 2190854 w 3024845"/>
                <a:gd name="connsiteY336" fmla="*/ 378311 h 1166887"/>
                <a:gd name="connsiteX337" fmla="*/ 2184774 w 3024845"/>
                <a:gd name="connsiteY337" fmla="*/ 382635 h 1166887"/>
                <a:gd name="connsiteX338" fmla="*/ 2172613 w 3024845"/>
                <a:gd name="connsiteY338" fmla="*/ 404253 h 1166887"/>
                <a:gd name="connsiteX339" fmla="*/ 2180720 w 3024845"/>
                <a:gd name="connsiteY339" fmla="*/ 657181 h 1166887"/>
                <a:gd name="connsiteX340" fmla="*/ 2245574 w 3024845"/>
                <a:gd name="connsiteY340" fmla="*/ 657181 h 1166887"/>
                <a:gd name="connsiteX341" fmla="*/ 2245574 w 3024845"/>
                <a:gd name="connsiteY341" fmla="*/ 732843 h 1166887"/>
                <a:gd name="connsiteX342" fmla="*/ 2253681 w 3024845"/>
                <a:gd name="connsiteY342" fmla="*/ 732843 h 1166887"/>
                <a:gd name="connsiteX343" fmla="*/ 2255708 w 3024845"/>
                <a:gd name="connsiteY343" fmla="*/ 726358 h 1166887"/>
                <a:gd name="connsiteX344" fmla="*/ 2261788 w 3024845"/>
                <a:gd name="connsiteY344" fmla="*/ 726358 h 1166887"/>
                <a:gd name="connsiteX345" fmla="*/ 2263815 w 3024845"/>
                <a:gd name="connsiteY345" fmla="*/ 735005 h 1166887"/>
                <a:gd name="connsiteX346" fmla="*/ 2275975 w 3024845"/>
                <a:gd name="connsiteY346" fmla="*/ 735005 h 1166887"/>
                <a:gd name="connsiteX347" fmla="*/ 2275975 w 3024845"/>
                <a:gd name="connsiteY347" fmla="*/ 728519 h 1166887"/>
                <a:gd name="connsiteX348" fmla="*/ 2298268 w 3024845"/>
                <a:gd name="connsiteY348" fmla="*/ 728519 h 1166887"/>
                <a:gd name="connsiteX349" fmla="*/ 2298268 w 3024845"/>
                <a:gd name="connsiteY349" fmla="*/ 735005 h 1166887"/>
                <a:gd name="connsiteX350" fmla="*/ 2318535 w 3024845"/>
                <a:gd name="connsiteY350" fmla="*/ 735005 h 1166887"/>
                <a:gd name="connsiteX351" fmla="*/ 2318535 w 3024845"/>
                <a:gd name="connsiteY351" fmla="*/ 780402 h 1166887"/>
                <a:gd name="connsiteX352" fmla="*/ 2332722 w 3024845"/>
                <a:gd name="connsiteY352" fmla="*/ 780402 h 1166887"/>
                <a:gd name="connsiteX353" fmla="*/ 2332722 w 3024845"/>
                <a:gd name="connsiteY353" fmla="*/ 767431 h 1166887"/>
                <a:gd name="connsiteX354" fmla="*/ 2348936 w 3024845"/>
                <a:gd name="connsiteY354" fmla="*/ 767431 h 1166887"/>
                <a:gd name="connsiteX355" fmla="*/ 2348936 w 3024845"/>
                <a:gd name="connsiteY355" fmla="*/ 588004 h 1166887"/>
                <a:gd name="connsiteX356" fmla="*/ 2355016 w 3024845"/>
                <a:gd name="connsiteY356" fmla="*/ 581518 h 1166887"/>
                <a:gd name="connsiteX357" fmla="*/ 2427977 w 3024845"/>
                <a:gd name="connsiteY357" fmla="*/ 581518 h 1166887"/>
                <a:gd name="connsiteX358" fmla="*/ 2427977 w 3024845"/>
                <a:gd name="connsiteY358" fmla="*/ 590166 h 1166887"/>
                <a:gd name="connsiteX359" fmla="*/ 2438110 w 3024845"/>
                <a:gd name="connsiteY359" fmla="*/ 590166 h 1166887"/>
                <a:gd name="connsiteX360" fmla="*/ 2438110 w 3024845"/>
                <a:gd name="connsiteY360" fmla="*/ 704740 h 1166887"/>
                <a:gd name="connsiteX361" fmla="*/ 2460404 w 3024845"/>
                <a:gd name="connsiteY361" fmla="*/ 704740 h 1166887"/>
                <a:gd name="connsiteX362" fmla="*/ 2460404 w 3024845"/>
                <a:gd name="connsiteY362" fmla="*/ 637725 h 1166887"/>
                <a:gd name="connsiteX363" fmla="*/ 2486751 w 3024845"/>
                <a:gd name="connsiteY363" fmla="*/ 637725 h 1166887"/>
                <a:gd name="connsiteX364" fmla="*/ 2490804 w 3024845"/>
                <a:gd name="connsiteY364" fmla="*/ 633401 h 1166887"/>
                <a:gd name="connsiteX365" fmla="*/ 2498911 w 3024845"/>
                <a:gd name="connsiteY365" fmla="*/ 633401 h 1166887"/>
                <a:gd name="connsiteX366" fmla="*/ 2502964 w 3024845"/>
                <a:gd name="connsiteY366" fmla="*/ 637725 h 1166887"/>
                <a:gd name="connsiteX367" fmla="*/ 2525258 w 3024845"/>
                <a:gd name="connsiteY367" fmla="*/ 637725 h 1166887"/>
                <a:gd name="connsiteX368" fmla="*/ 2525258 w 3024845"/>
                <a:gd name="connsiteY368" fmla="*/ 520989 h 1166887"/>
                <a:gd name="connsiteX369" fmla="*/ 2582005 w 3024845"/>
                <a:gd name="connsiteY369" fmla="*/ 510180 h 1166887"/>
                <a:gd name="connsiteX370" fmla="*/ 2582005 w 3024845"/>
                <a:gd name="connsiteY370" fmla="*/ 511261 h 1166887"/>
                <a:gd name="connsiteX371" fmla="*/ 2582005 w 3024845"/>
                <a:gd name="connsiteY371" fmla="*/ 518827 h 1166887"/>
                <a:gd name="connsiteX372" fmla="*/ 2608352 w 3024845"/>
                <a:gd name="connsiteY372" fmla="*/ 518827 h 1166887"/>
                <a:gd name="connsiteX373" fmla="*/ 2608352 w 3024845"/>
                <a:gd name="connsiteY373" fmla="*/ 773917 h 1166887"/>
                <a:gd name="connsiteX374" fmla="*/ 2630646 w 3024845"/>
                <a:gd name="connsiteY374" fmla="*/ 773917 h 1166887"/>
                <a:gd name="connsiteX375" fmla="*/ 2630646 w 3024845"/>
                <a:gd name="connsiteY375" fmla="*/ 769593 h 1166887"/>
                <a:gd name="connsiteX376" fmla="*/ 2642806 w 3024845"/>
                <a:gd name="connsiteY376" fmla="*/ 769593 h 1166887"/>
                <a:gd name="connsiteX377" fmla="*/ 2642806 w 3024845"/>
                <a:gd name="connsiteY377" fmla="*/ 773917 h 1166887"/>
                <a:gd name="connsiteX378" fmla="*/ 2667126 w 3024845"/>
                <a:gd name="connsiteY378" fmla="*/ 773917 h 1166887"/>
                <a:gd name="connsiteX379" fmla="*/ 2667126 w 3024845"/>
                <a:gd name="connsiteY379" fmla="*/ 760946 h 1166887"/>
                <a:gd name="connsiteX380" fmla="*/ 2695500 w 3024845"/>
                <a:gd name="connsiteY380" fmla="*/ 760946 h 1166887"/>
                <a:gd name="connsiteX381" fmla="*/ 2707660 w 3024845"/>
                <a:gd name="connsiteY381" fmla="*/ 756622 h 1166887"/>
                <a:gd name="connsiteX382" fmla="*/ 2727927 w 3024845"/>
                <a:gd name="connsiteY382" fmla="*/ 760946 h 1166887"/>
                <a:gd name="connsiteX383" fmla="*/ 2727927 w 3024845"/>
                <a:gd name="connsiteY383" fmla="*/ 743652 h 1166887"/>
                <a:gd name="connsiteX384" fmla="*/ 2736034 w 3024845"/>
                <a:gd name="connsiteY384" fmla="*/ 743652 h 1166887"/>
                <a:gd name="connsiteX385" fmla="*/ 2736034 w 3024845"/>
                <a:gd name="connsiteY385" fmla="*/ 730681 h 1166887"/>
                <a:gd name="connsiteX386" fmla="*/ 2792781 w 3024845"/>
                <a:gd name="connsiteY386" fmla="*/ 730681 h 1166887"/>
                <a:gd name="connsiteX387" fmla="*/ 2792781 w 3024845"/>
                <a:gd name="connsiteY387" fmla="*/ 700416 h 1166887"/>
                <a:gd name="connsiteX388" fmla="*/ 2811021 w 3024845"/>
                <a:gd name="connsiteY388" fmla="*/ 700416 h 1166887"/>
                <a:gd name="connsiteX389" fmla="*/ 2811021 w 3024845"/>
                <a:gd name="connsiteY389" fmla="*/ 693931 h 1166887"/>
                <a:gd name="connsiteX390" fmla="*/ 2823181 w 3024845"/>
                <a:gd name="connsiteY390" fmla="*/ 693931 h 1166887"/>
                <a:gd name="connsiteX391" fmla="*/ 2823181 w 3024845"/>
                <a:gd name="connsiteY391" fmla="*/ 700416 h 1166887"/>
                <a:gd name="connsiteX392" fmla="*/ 2839395 w 3024845"/>
                <a:gd name="connsiteY392" fmla="*/ 700416 h 1166887"/>
                <a:gd name="connsiteX393" fmla="*/ 2839395 w 3024845"/>
                <a:gd name="connsiteY393" fmla="*/ 750137 h 1166887"/>
                <a:gd name="connsiteX394" fmla="*/ 2871822 w 3024845"/>
                <a:gd name="connsiteY394" fmla="*/ 750137 h 1166887"/>
                <a:gd name="connsiteX395" fmla="*/ 2871822 w 3024845"/>
                <a:gd name="connsiteY395" fmla="*/ 724196 h 1166887"/>
                <a:gd name="connsiteX396" fmla="*/ 2910329 w 3024845"/>
                <a:gd name="connsiteY396" fmla="*/ 724196 h 1166887"/>
                <a:gd name="connsiteX397" fmla="*/ 2910329 w 3024845"/>
                <a:gd name="connsiteY397" fmla="*/ 693931 h 1166887"/>
                <a:gd name="connsiteX398" fmla="*/ 2958970 w 3024845"/>
                <a:gd name="connsiteY398" fmla="*/ 693931 h 1166887"/>
                <a:gd name="connsiteX399" fmla="*/ 2958970 w 3024845"/>
                <a:gd name="connsiteY399" fmla="*/ 805087 h 1166887"/>
                <a:gd name="connsiteX400" fmla="*/ 2958970 w 3024845"/>
                <a:gd name="connsiteY400" fmla="*/ 818866 h 1166887"/>
                <a:gd name="connsiteX401" fmla="*/ 3024845 w 3024845"/>
                <a:gd name="connsiteY401" fmla="*/ 818866 h 1166887"/>
                <a:gd name="connsiteX402" fmla="*/ 3024845 w 3024845"/>
                <a:gd name="connsiteY402" fmla="*/ 1160647 h 1166887"/>
                <a:gd name="connsiteX403" fmla="*/ 145862 w 3024845"/>
                <a:gd name="connsiteY403" fmla="*/ 1160647 h 1166887"/>
                <a:gd name="connsiteX404" fmla="*/ 2054 w 3024845"/>
                <a:gd name="connsiteY404" fmla="*/ 1166887 h 1166887"/>
                <a:gd name="connsiteX405" fmla="*/ 0 w 3024845"/>
                <a:gd name="connsiteY405" fmla="*/ 724196 h 1166887"/>
                <a:gd name="connsiteX406" fmla="*/ 20267 w 3024845"/>
                <a:gd name="connsiteY406" fmla="*/ 724196 h 1166887"/>
                <a:gd name="connsiteX407" fmla="*/ 20774 w 3024845"/>
                <a:gd name="connsiteY407" fmla="*/ 723115 h 1166887"/>
                <a:gd name="connsiteX408" fmla="*/ 24320 w 3024845"/>
                <a:gd name="connsiteY408" fmla="*/ 715549 h 1166887"/>
                <a:gd name="connsiteX409" fmla="*/ 26094 w 3024845"/>
                <a:gd name="connsiteY409" fmla="*/ 715819 h 1166887"/>
                <a:gd name="connsiteX410" fmla="*/ 38507 w 3024845"/>
                <a:gd name="connsiteY410" fmla="*/ 717710 h 1166887"/>
                <a:gd name="connsiteX411" fmla="*/ 39014 w 3024845"/>
                <a:gd name="connsiteY411" fmla="*/ 719062 h 1166887"/>
                <a:gd name="connsiteX412" fmla="*/ 42560 w 3024845"/>
                <a:gd name="connsiteY412" fmla="*/ 728519 h 1166887"/>
                <a:gd name="connsiteX413" fmla="*/ 68907 w 3024845"/>
                <a:gd name="connsiteY413" fmla="*/ 730681 h 1166887"/>
                <a:gd name="connsiteX414" fmla="*/ 68907 w 3024845"/>
                <a:gd name="connsiteY414" fmla="*/ 607460 h 1166887"/>
                <a:gd name="connsiteX415" fmla="*/ 70934 w 3024845"/>
                <a:gd name="connsiteY415" fmla="*/ 607460 h 1166887"/>
                <a:gd name="connsiteX416" fmla="*/ 85121 w 3024845"/>
                <a:gd name="connsiteY416" fmla="*/ 607460 h 1166887"/>
                <a:gd name="connsiteX417" fmla="*/ 85121 w 3024845"/>
                <a:gd name="connsiteY417" fmla="*/ 471268 h 1166887"/>
                <a:gd name="connsiteX418" fmla="*/ 86894 w 3024845"/>
                <a:gd name="connsiteY418" fmla="*/ 471268 h 1166887"/>
                <a:gd name="connsiteX419" fmla="*/ 99308 w 3024845"/>
                <a:gd name="connsiteY419" fmla="*/ 471268 h 1166887"/>
                <a:gd name="connsiteX420" fmla="*/ 99308 w 3024845"/>
                <a:gd name="connsiteY420" fmla="*/ 356694 h 1166887"/>
                <a:gd name="connsiteX421" fmla="*/ 103361 w 3024845"/>
                <a:gd name="connsiteY421" fmla="*/ 328590 h 1166887"/>
                <a:gd name="connsiteX422" fmla="*/ 105388 w 3024845"/>
                <a:gd name="connsiteY422" fmla="*/ 328590 h 1166887"/>
                <a:gd name="connsiteX423" fmla="*/ 119575 w 3024845"/>
                <a:gd name="connsiteY423" fmla="*/ 328590 h 1166887"/>
                <a:gd name="connsiteX424" fmla="*/ 156055 w 3024845"/>
                <a:gd name="connsiteY424" fmla="*/ 246443 h 1166887"/>
                <a:gd name="connsiteX425" fmla="*/ 160109 w 3024845"/>
                <a:gd name="connsiteY425" fmla="*/ 0 h 116688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8183"/>
                <a:gd name="connsiteY0" fmla="*/ 0 h 1160647"/>
                <a:gd name="connsiteX1" fmla="*/ 162135 w 3028183"/>
                <a:gd name="connsiteY1" fmla="*/ 246443 h 1160647"/>
                <a:gd name="connsiteX2" fmla="*/ 200642 w 3028183"/>
                <a:gd name="connsiteY2" fmla="*/ 326429 h 1160647"/>
                <a:gd name="connsiteX3" fmla="*/ 202669 w 3028183"/>
                <a:gd name="connsiteY3" fmla="*/ 326429 h 1160647"/>
                <a:gd name="connsiteX4" fmla="*/ 216856 w 3028183"/>
                <a:gd name="connsiteY4" fmla="*/ 326429 h 1160647"/>
                <a:gd name="connsiteX5" fmla="*/ 216856 w 3028183"/>
                <a:gd name="connsiteY5" fmla="*/ 350208 h 1160647"/>
                <a:gd name="connsiteX6" fmla="*/ 217363 w 3028183"/>
                <a:gd name="connsiteY6" fmla="*/ 351019 h 1160647"/>
                <a:gd name="connsiteX7" fmla="*/ 220909 w 3028183"/>
                <a:gd name="connsiteY7" fmla="*/ 356694 h 1160647"/>
                <a:gd name="connsiteX8" fmla="*/ 220909 w 3028183"/>
                <a:gd name="connsiteY8" fmla="*/ 471268 h 1160647"/>
                <a:gd name="connsiteX9" fmla="*/ 223189 w 3028183"/>
                <a:gd name="connsiteY9" fmla="*/ 471268 h 1160647"/>
                <a:gd name="connsiteX10" fmla="*/ 239150 w 3028183"/>
                <a:gd name="connsiteY10" fmla="*/ 471268 h 1160647"/>
                <a:gd name="connsiteX11" fmla="*/ 239150 w 3028183"/>
                <a:gd name="connsiteY11" fmla="*/ 611783 h 1160647"/>
                <a:gd name="connsiteX12" fmla="*/ 240670 w 3028183"/>
                <a:gd name="connsiteY12" fmla="*/ 611513 h 1160647"/>
                <a:gd name="connsiteX13" fmla="*/ 251310 w 3028183"/>
                <a:gd name="connsiteY13" fmla="*/ 609622 h 1160647"/>
                <a:gd name="connsiteX14" fmla="*/ 249283 w 3028183"/>
                <a:gd name="connsiteY14" fmla="*/ 698254 h 1160647"/>
                <a:gd name="connsiteX15" fmla="*/ 250803 w 3028183"/>
                <a:gd name="connsiteY15" fmla="*/ 698525 h 1160647"/>
                <a:gd name="connsiteX16" fmla="*/ 261443 w 3028183"/>
                <a:gd name="connsiteY16" fmla="*/ 700416 h 1160647"/>
                <a:gd name="connsiteX17" fmla="*/ 261696 w 3028183"/>
                <a:gd name="connsiteY17" fmla="*/ 701227 h 1160647"/>
                <a:gd name="connsiteX18" fmla="*/ 263470 w 3028183"/>
                <a:gd name="connsiteY18" fmla="*/ 706902 h 1160647"/>
                <a:gd name="connsiteX19" fmla="*/ 264230 w 3028183"/>
                <a:gd name="connsiteY19" fmla="*/ 704470 h 1160647"/>
                <a:gd name="connsiteX20" fmla="*/ 269550 w 3028183"/>
                <a:gd name="connsiteY20" fmla="*/ 687446 h 1160647"/>
                <a:gd name="connsiteX21" fmla="*/ 271323 w 3028183"/>
                <a:gd name="connsiteY21" fmla="*/ 687446 h 1160647"/>
                <a:gd name="connsiteX22" fmla="*/ 283737 w 3028183"/>
                <a:gd name="connsiteY22" fmla="*/ 687446 h 1160647"/>
                <a:gd name="connsiteX23" fmla="*/ 283737 w 3028183"/>
                <a:gd name="connsiteY23" fmla="*/ 719872 h 1160647"/>
                <a:gd name="connsiteX24" fmla="*/ 284750 w 3028183"/>
                <a:gd name="connsiteY24" fmla="*/ 720413 h 1160647"/>
                <a:gd name="connsiteX25" fmla="*/ 291844 w 3028183"/>
                <a:gd name="connsiteY25" fmla="*/ 724196 h 1160647"/>
                <a:gd name="connsiteX26" fmla="*/ 291844 w 3028183"/>
                <a:gd name="connsiteY26" fmla="*/ 725547 h 1160647"/>
                <a:gd name="connsiteX27" fmla="*/ 291844 w 3028183"/>
                <a:gd name="connsiteY27" fmla="*/ 735005 h 1160647"/>
                <a:gd name="connsiteX28" fmla="*/ 336431 w 3028183"/>
                <a:gd name="connsiteY28" fmla="*/ 735005 h 1160647"/>
                <a:gd name="connsiteX29" fmla="*/ 336431 w 3028183"/>
                <a:gd name="connsiteY29" fmla="*/ 736086 h 1160647"/>
                <a:gd name="connsiteX30" fmla="*/ 336431 w 3028183"/>
                <a:gd name="connsiteY30" fmla="*/ 743652 h 1160647"/>
                <a:gd name="connsiteX31" fmla="*/ 338457 w 3028183"/>
                <a:gd name="connsiteY31" fmla="*/ 743652 h 1160647"/>
                <a:gd name="connsiteX32" fmla="*/ 352644 w 3028183"/>
                <a:gd name="connsiteY32" fmla="*/ 743652 h 1160647"/>
                <a:gd name="connsiteX33" fmla="*/ 352644 w 3028183"/>
                <a:gd name="connsiteY33" fmla="*/ 713387 h 1160647"/>
                <a:gd name="connsiteX34" fmla="*/ 397231 w 3028183"/>
                <a:gd name="connsiteY34" fmla="*/ 713387 h 1160647"/>
                <a:gd name="connsiteX35" fmla="*/ 397231 w 3028183"/>
                <a:gd name="connsiteY35" fmla="*/ 712036 h 1160647"/>
                <a:gd name="connsiteX36" fmla="*/ 397231 w 3028183"/>
                <a:gd name="connsiteY36" fmla="*/ 702578 h 1160647"/>
                <a:gd name="connsiteX37" fmla="*/ 398245 w 3028183"/>
                <a:gd name="connsiteY37" fmla="*/ 702578 h 1160647"/>
                <a:gd name="connsiteX38" fmla="*/ 405338 w 3028183"/>
                <a:gd name="connsiteY38" fmla="*/ 702578 h 1160647"/>
                <a:gd name="connsiteX39" fmla="*/ 405338 w 3028183"/>
                <a:gd name="connsiteY39" fmla="*/ 700687 h 1160647"/>
                <a:gd name="connsiteX40" fmla="*/ 405338 w 3028183"/>
                <a:gd name="connsiteY40" fmla="*/ 687446 h 1160647"/>
                <a:gd name="connsiteX41" fmla="*/ 406098 w 3028183"/>
                <a:gd name="connsiteY41" fmla="*/ 687446 h 1160647"/>
                <a:gd name="connsiteX42" fmla="*/ 411418 w 3028183"/>
                <a:gd name="connsiteY42" fmla="*/ 687446 h 1160647"/>
                <a:gd name="connsiteX43" fmla="*/ 411418 w 3028183"/>
                <a:gd name="connsiteY43" fmla="*/ 686365 h 1160647"/>
                <a:gd name="connsiteX44" fmla="*/ 411418 w 3028183"/>
                <a:gd name="connsiteY44" fmla="*/ 678798 h 1160647"/>
                <a:gd name="connsiteX45" fmla="*/ 413445 w 3028183"/>
                <a:gd name="connsiteY45" fmla="*/ 678798 h 1160647"/>
                <a:gd name="connsiteX46" fmla="*/ 427632 w 3028183"/>
                <a:gd name="connsiteY46" fmla="*/ 678798 h 1160647"/>
                <a:gd name="connsiteX47" fmla="*/ 427632 w 3028183"/>
                <a:gd name="connsiteY47" fmla="*/ 679879 h 1160647"/>
                <a:gd name="connsiteX48" fmla="*/ 427632 w 3028183"/>
                <a:gd name="connsiteY48" fmla="*/ 687446 h 1160647"/>
                <a:gd name="connsiteX49" fmla="*/ 449925 w 3028183"/>
                <a:gd name="connsiteY49" fmla="*/ 687446 h 1160647"/>
                <a:gd name="connsiteX50" fmla="*/ 449925 w 3028183"/>
                <a:gd name="connsiteY50" fmla="*/ 685554 h 1160647"/>
                <a:gd name="connsiteX51" fmla="*/ 449925 w 3028183"/>
                <a:gd name="connsiteY51" fmla="*/ 672313 h 1160647"/>
                <a:gd name="connsiteX52" fmla="*/ 451699 w 3028183"/>
                <a:gd name="connsiteY52" fmla="*/ 672313 h 1160647"/>
                <a:gd name="connsiteX53" fmla="*/ 464112 w 3028183"/>
                <a:gd name="connsiteY53" fmla="*/ 672313 h 1160647"/>
                <a:gd name="connsiteX54" fmla="*/ 464112 w 3028183"/>
                <a:gd name="connsiteY54" fmla="*/ 696093 h 1160647"/>
                <a:gd name="connsiteX55" fmla="*/ 465126 w 3028183"/>
                <a:gd name="connsiteY55" fmla="*/ 696093 h 1160647"/>
                <a:gd name="connsiteX56" fmla="*/ 472219 w 3028183"/>
                <a:gd name="connsiteY56" fmla="*/ 696093 h 1160647"/>
                <a:gd name="connsiteX57" fmla="*/ 472219 w 3028183"/>
                <a:gd name="connsiteY57" fmla="*/ 695012 h 1160647"/>
                <a:gd name="connsiteX58" fmla="*/ 472219 w 3028183"/>
                <a:gd name="connsiteY58" fmla="*/ 687446 h 1160647"/>
                <a:gd name="connsiteX59" fmla="*/ 473992 w 3028183"/>
                <a:gd name="connsiteY59" fmla="*/ 687446 h 1160647"/>
                <a:gd name="connsiteX60" fmla="*/ 486406 w 3028183"/>
                <a:gd name="connsiteY60" fmla="*/ 687446 h 1160647"/>
                <a:gd name="connsiteX61" fmla="*/ 486406 w 3028183"/>
                <a:gd name="connsiteY61" fmla="*/ 713387 h 1160647"/>
                <a:gd name="connsiteX62" fmla="*/ 488433 w 3028183"/>
                <a:gd name="connsiteY62" fmla="*/ 713387 h 1160647"/>
                <a:gd name="connsiteX63" fmla="*/ 502619 w 3028183"/>
                <a:gd name="connsiteY63" fmla="*/ 713387 h 1160647"/>
                <a:gd name="connsiteX64" fmla="*/ 502619 w 3028183"/>
                <a:gd name="connsiteY64" fmla="*/ 715008 h 1160647"/>
                <a:gd name="connsiteX65" fmla="*/ 502619 w 3028183"/>
                <a:gd name="connsiteY65" fmla="*/ 726358 h 1160647"/>
                <a:gd name="connsiteX66" fmla="*/ 503379 w 3028183"/>
                <a:gd name="connsiteY66" fmla="*/ 726358 h 1160647"/>
                <a:gd name="connsiteX67" fmla="*/ 508700 w 3028183"/>
                <a:gd name="connsiteY67" fmla="*/ 726358 h 1160647"/>
                <a:gd name="connsiteX68" fmla="*/ 508700 w 3028183"/>
                <a:gd name="connsiteY68" fmla="*/ 725547 h 1160647"/>
                <a:gd name="connsiteX69" fmla="*/ 508700 w 3028183"/>
                <a:gd name="connsiteY69" fmla="*/ 719872 h 1160647"/>
                <a:gd name="connsiteX70" fmla="*/ 539100 w 3028183"/>
                <a:gd name="connsiteY70" fmla="*/ 719872 h 1160647"/>
                <a:gd name="connsiteX71" fmla="*/ 539100 w 3028183"/>
                <a:gd name="connsiteY71" fmla="*/ 743652 h 1160647"/>
                <a:gd name="connsiteX72" fmla="*/ 540113 w 3028183"/>
                <a:gd name="connsiteY72" fmla="*/ 743652 h 1160647"/>
                <a:gd name="connsiteX73" fmla="*/ 547207 w 3028183"/>
                <a:gd name="connsiteY73" fmla="*/ 743652 h 1160647"/>
                <a:gd name="connsiteX74" fmla="*/ 547207 w 3028183"/>
                <a:gd name="connsiteY74" fmla="*/ 744733 h 1160647"/>
                <a:gd name="connsiteX75" fmla="*/ 547207 w 3028183"/>
                <a:gd name="connsiteY75" fmla="*/ 752299 h 1160647"/>
                <a:gd name="connsiteX76" fmla="*/ 547967 w 3028183"/>
                <a:gd name="connsiteY76" fmla="*/ 752299 h 1160647"/>
                <a:gd name="connsiteX77" fmla="*/ 553287 w 3028183"/>
                <a:gd name="connsiteY77" fmla="*/ 752299 h 1160647"/>
                <a:gd name="connsiteX78" fmla="*/ 553287 w 3028183"/>
                <a:gd name="connsiteY78" fmla="*/ 750137 h 1160647"/>
                <a:gd name="connsiteX79" fmla="*/ 553287 w 3028183"/>
                <a:gd name="connsiteY79" fmla="*/ 735005 h 1160647"/>
                <a:gd name="connsiteX80" fmla="*/ 554300 w 3028183"/>
                <a:gd name="connsiteY80" fmla="*/ 735005 h 1160647"/>
                <a:gd name="connsiteX81" fmla="*/ 561394 w 3028183"/>
                <a:gd name="connsiteY81" fmla="*/ 735005 h 1160647"/>
                <a:gd name="connsiteX82" fmla="*/ 561394 w 3028183"/>
                <a:gd name="connsiteY82" fmla="*/ 736086 h 1160647"/>
                <a:gd name="connsiteX83" fmla="*/ 561394 w 3028183"/>
                <a:gd name="connsiteY83" fmla="*/ 743652 h 1160647"/>
                <a:gd name="connsiteX84" fmla="*/ 566714 w 3028183"/>
                <a:gd name="connsiteY84" fmla="*/ 741659 h 1160647"/>
                <a:gd name="connsiteX85" fmla="*/ 567474 w 3028183"/>
                <a:gd name="connsiteY85" fmla="*/ 740679 h 1160647"/>
                <a:gd name="connsiteX86" fmla="*/ 567474 w 3028183"/>
                <a:gd name="connsiteY86" fmla="*/ 735005 h 1160647"/>
                <a:gd name="connsiteX87" fmla="*/ 605981 w 3028183"/>
                <a:gd name="connsiteY87" fmla="*/ 735005 h 1160647"/>
                <a:gd name="connsiteX88" fmla="*/ 605981 w 3028183"/>
                <a:gd name="connsiteY88" fmla="*/ 758784 h 1160647"/>
                <a:gd name="connsiteX89" fmla="*/ 608007 w 3028183"/>
                <a:gd name="connsiteY89" fmla="*/ 758784 h 1160647"/>
                <a:gd name="connsiteX90" fmla="*/ 622194 w 3028183"/>
                <a:gd name="connsiteY90" fmla="*/ 758784 h 1160647"/>
                <a:gd name="connsiteX91" fmla="*/ 622194 w 3028183"/>
                <a:gd name="connsiteY91" fmla="*/ 759865 h 1160647"/>
                <a:gd name="connsiteX92" fmla="*/ 622194 w 3028183"/>
                <a:gd name="connsiteY92" fmla="*/ 767431 h 1160647"/>
                <a:gd name="connsiteX93" fmla="*/ 623968 w 3028183"/>
                <a:gd name="connsiteY93" fmla="*/ 767431 h 1160647"/>
                <a:gd name="connsiteX94" fmla="*/ 636381 w 3028183"/>
                <a:gd name="connsiteY94" fmla="*/ 767431 h 1160647"/>
                <a:gd name="connsiteX95" fmla="*/ 636381 w 3028183"/>
                <a:gd name="connsiteY95" fmla="*/ 743652 h 1160647"/>
                <a:gd name="connsiteX96" fmla="*/ 637394 w 3028183"/>
                <a:gd name="connsiteY96" fmla="*/ 743652 h 1160647"/>
                <a:gd name="connsiteX97" fmla="*/ 644488 w 3028183"/>
                <a:gd name="connsiteY97" fmla="*/ 743652 h 1160647"/>
                <a:gd name="connsiteX98" fmla="*/ 644488 w 3028183"/>
                <a:gd name="connsiteY98" fmla="*/ 711225 h 1160647"/>
                <a:gd name="connsiteX99" fmla="*/ 645501 w 3028183"/>
                <a:gd name="connsiteY99" fmla="*/ 711225 h 1160647"/>
                <a:gd name="connsiteX100" fmla="*/ 652595 w 3028183"/>
                <a:gd name="connsiteY100" fmla="*/ 711225 h 1160647"/>
                <a:gd name="connsiteX101" fmla="*/ 652595 w 3028183"/>
                <a:gd name="connsiteY101" fmla="*/ 709334 h 1160647"/>
                <a:gd name="connsiteX102" fmla="*/ 652595 w 3028183"/>
                <a:gd name="connsiteY102" fmla="*/ 696093 h 1160647"/>
                <a:gd name="connsiteX103" fmla="*/ 651328 w 3028183"/>
                <a:gd name="connsiteY103" fmla="*/ 694471 h 1160647"/>
                <a:gd name="connsiteX104" fmla="*/ 656648 w 3028183"/>
                <a:gd name="connsiteY104" fmla="*/ 683122 h 1160647"/>
                <a:gd name="connsiteX105" fmla="*/ 664755 w 3028183"/>
                <a:gd name="connsiteY105" fmla="*/ 711225 h 1160647"/>
                <a:gd name="connsiteX106" fmla="*/ 665515 w 3028183"/>
                <a:gd name="connsiteY106" fmla="*/ 711225 h 1160647"/>
                <a:gd name="connsiteX107" fmla="*/ 670835 w 3028183"/>
                <a:gd name="connsiteY107" fmla="*/ 711225 h 1160647"/>
                <a:gd name="connsiteX108" fmla="*/ 670835 w 3028183"/>
                <a:gd name="connsiteY108" fmla="*/ 605298 h 1160647"/>
                <a:gd name="connsiteX109" fmla="*/ 672355 w 3028183"/>
                <a:gd name="connsiteY109" fmla="*/ 605298 h 1160647"/>
                <a:gd name="connsiteX110" fmla="*/ 682995 w 3028183"/>
                <a:gd name="connsiteY110" fmla="*/ 605298 h 1160647"/>
                <a:gd name="connsiteX111" fmla="*/ 682995 w 3028183"/>
                <a:gd name="connsiteY111" fmla="*/ 557739 h 1160647"/>
                <a:gd name="connsiteX112" fmla="*/ 709342 w 3028183"/>
                <a:gd name="connsiteY112" fmla="*/ 557739 h 1160647"/>
                <a:gd name="connsiteX113" fmla="*/ 709342 w 3028183"/>
                <a:gd name="connsiteY113" fmla="*/ 536121 h 1160647"/>
                <a:gd name="connsiteX114" fmla="*/ 743796 w 3028183"/>
                <a:gd name="connsiteY114" fmla="*/ 536121 h 1160647"/>
                <a:gd name="connsiteX115" fmla="*/ 743796 w 3028183"/>
                <a:gd name="connsiteY115" fmla="*/ 538553 h 1160647"/>
                <a:gd name="connsiteX116" fmla="*/ 743796 w 3028183"/>
                <a:gd name="connsiteY116" fmla="*/ 555577 h 1160647"/>
                <a:gd name="connsiteX117" fmla="*/ 746076 w 3028183"/>
                <a:gd name="connsiteY117" fmla="*/ 555577 h 1160647"/>
                <a:gd name="connsiteX118" fmla="*/ 762036 w 3028183"/>
                <a:gd name="connsiteY118" fmla="*/ 555577 h 1160647"/>
                <a:gd name="connsiteX119" fmla="*/ 762036 w 3028183"/>
                <a:gd name="connsiteY119" fmla="*/ 603136 h 1160647"/>
                <a:gd name="connsiteX120" fmla="*/ 763049 w 3028183"/>
                <a:gd name="connsiteY120" fmla="*/ 603136 h 1160647"/>
                <a:gd name="connsiteX121" fmla="*/ 770143 w 3028183"/>
                <a:gd name="connsiteY121" fmla="*/ 603136 h 1160647"/>
                <a:gd name="connsiteX122" fmla="*/ 784330 w 3028183"/>
                <a:gd name="connsiteY122" fmla="*/ 607460 h 1160647"/>
                <a:gd name="connsiteX123" fmla="*/ 784330 w 3028183"/>
                <a:gd name="connsiteY123" fmla="*/ 646372 h 1160647"/>
                <a:gd name="connsiteX124" fmla="*/ 785343 w 3028183"/>
                <a:gd name="connsiteY124" fmla="*/ 646372 h 1160647"/>
                <a:gd name="connsiteX125" fmla="*/ 792436 w 3028183"/>
                <a:gd name="connsiteY125" fmla="*/ 646372 h 1160647"/>
                <a:gd name="connsiteX126" fmla="*/ 792436 w 3028183"/>
                <a:gd name="connsiteY126" fmla="*/ 647993 h 1160647"/>
                <a:gd name="connsiteX127" fmla="*/ 792436 w 3028183"/>
                <a:gd name="connsiteY127" fmla="*/ 659342 h 1160647"/>
                <a:gd name="connsiteX128" fmla="*/ 794463 w 3028183"/>
                <a:gd name="connsiteY128" fmla="*/ 659342 h 1160647"/>
                <a:gd name="connsiteX129" fmla="*/ 808650 w 3028183"/>
                <a:gd name="connsiteY129" fmla="*/ 659342 h 1160647"/>
                <a:gd name="connsiteX130" fmla="*/ 814730 w 3028183"/>
                <a:gd name="connsiteY130" fmla="*/ 665828 h 1160647"/>
                <a:gd name="connsiteX131" fmla="*/ 814730 w 3028183"/>
                <a:gd name="connsiteY131" fmla="*/ 687446 h 1160647"/>
                <a:gd name="connsiteX132" fmla="*/ 817010 w 3028183"/>
                <a:gd name="connsiteY132" fmla="*/ 687446 h 1160647"/>
                <a:gd name="connsiteX133" fmla="*/ 832970 w 3028183"/>
                <a:gd name="connsiteY133" fmla="*/ 687446 h 1160647"/>
                <a:gd name="connsiteX134" fmla="*/ 832970 w 3028183"/>
                <a:gd name="connsiteY134" fmla="*/ 688526 h 1160647"/>
                <a:gd name="connsiteX135" fmla="*/ 832970 w 3028183"/>
                <a:gd name="connsiteY135" fmla="*/ 696093 h 1160647"/>
                <a:gd name="connsiteX136" fmla="*/ 834237 w 3028183"/>
                <a:gd name="connsiteY136" fmla="*/ 696093 h 1160647"/>
                <a:gd name="connsiteX137" fmla="*/ 843104 w 3028183"/>
                <a:gd name="connsiteY137" fmla="*/ 696093 h 1160647"/>
                <a:gd name="connsiteX138" fmla="*/ 843104 w 3028183"/>
                <a:gd name="connsiteY138" fmla="*/ 698254 h 1160647"/>
                <a:gd name="connsiteX139" fmla="*/ 843104 w 3028183"/>
                <a:gd name="connsiteY139" fmla="*/ 713387 h 1160647"/>
                <a:gd name="connsiteX140" fmla="*/ 847157 w 3028183"/>
                <a:gd name="connsiteY140" fmla="*/ 711495 h 1160647"/>
                <a:gd name="connsiteX141" fmla="*/ 847157 w 3028183"/>
                <a:gd name="connsiteY141" fmla="*/ 698254 h 1160647"/>
                <a:gd name="connsiteX142" fmla="*/ 848170 w 3028183"/>
                <a:gd name="connsiteY142" fmla="*/ 698254 h 1160647"/>
                <a:gd name="connsiteX143" fmla="*/ 855264 w 3028183"/>
                <a:gd name="connsiteY143" fmla="*/ 698254 h 1160647"/>
                <a:gd name="connsiteX144" fmla="*/ 855264 w 3028183"/>
                <a:gd name="connsiteY144" fmla="*/ 699876 h 1160647"/>
                <a:gd name="connsiteX145" fmla="*/ 855264 w 3028183"/>
                <a:gd name="connsiteY145" fmla="*/ 711225 h 1160647"/>
                <a:gd name="connsiteX146" fmla="*/ 856024 w 3028183"/>
                <a:gd name="connsiteY146" fmla="*/ 711225 h 1160647"/>
                <a:gd name="connsiteX147" fmla="*/ 861344 w 3028183"/>
                <a:gd name="connsiteY147" fmla="*/ 711225 h 1160647"/>
                <a:gd name="connsiteX148" fmla="*/ 909984 w 3028183"/>
                <a:gd name="connsiteY148" fmla="*/ 706902 h 1160647"/>
                <a:gd name="connsiteX149" fmla="*/ 909984 w 3028183"/>
                <a:gd name="connsiteY149" fmla="*/ 708253 h 1160647"/>
                <a:gd name="connsiteX150" fmla="*/ 909984 w 3028183"/>
                <a:gd name="connsiteY150" fmla="*/ 717710 h 1160647"/>
                <a:gd name="connsiteX151" fmla="*/ 910744 w 3028183"/>
                <a:gd name="connsiteY151" fmla="*/ 717710 h 1160647"/>
                <a:gd name="connsiteX152" fmla="*/ 916065 w 3028183"/>
                <a:gd name="connsiteY152" fmla="*/ 717710 h 1160647"/>
                <a:gd name="connsiteX153" fmla="*/ 916065 w 3028183"/>
                <a:gd name="connsiteY153" fmla="*/ 719872 h 1160647"/>
                <a:gd name="connsiteX154" fmla="*/ 916065 w 3028183"/>
                <a:gd name="connsiteY154" fmla="*/ 735005 h 1160647"/>
                <a:gd name="connsiteX155" fmla="*/ 918091 w 3028183"/>
                <a:gd name="connsiteY155" fmla="*/ 733654 h 1160647"/>
                <a:gd name="connsiteX156" fmla="*/ 932278 w 3028183"/>
                <a:gd name="connsiteY156" fmla="*/ 724196 h 1160647"/>
                <a:gd name="connsiteX157" fmla="*/ 938358 w 3028183"/>
                <a:gd name="connsiteY157" fmla="*/ 683122 h 1160647"/>
                <a:gd name="connsiteX158" fmla="*/ 939118 w 3028183"/>
                <a:gd name="connsiteY158" fmla="*/ 682852 h 1160647"/>
                <a:gd name="connsiteX159" fmla="*/ 944438 w 3028183"/>
                <a:gd name="connsiteY159" fmla="*/ 680960 h 1160647"/>
                <a:gd name="connsiteX160" fmla="*/ 946465 w 3028183"/>
                <a:gd name="connsiteY160" fmla="*/ 611783 h 1160647"/>
                <a:gd name="connsiteX161" fmla="*/ 948492 w 3028183"/>
                <a:gd name="connsiteY161" fmla="*/ 680960 h 1160647"/>
                <a:gd name="connsiteX162" fmla="*/ 949252 w 3028183"/>
                <a:gd name="connsiteY162" fmla="*/ 681230 h 1160647"/>
                <a:gd name="connsiteX163" fmla="*/ 954572 w 3028183"/>
                <a:gd name="connsiteY163" fmla="*/ 683122 h 1160647"/>
                <a:gd name="connsiteX164" fmla="*/ 954572 w 3028183"/>
                <a:gd name="connsiteY164" fmla="*/ 596651 h 1160647"/>
                <a:gd name="connsiteX165" fmla="*/ 958625 w 3028183"/>
                <a:gd name="connsiteY165" fmla="*/ 564224 h 1160647"/>
                <a:gd name="connsiteX166" fmla="*/ 997132 w 3028183"/>
                <a:gd name="connsiteY166" fmla="*/ 564224 h 1160647"/>
                <a:gd name="connsiteX167" fmla="*/ 997132 w 3028183"/>
                <a:gd name="connsiteY167" fmla="*/ 596651 h 1160647"/>
                <a:gd name="connsiteX168" fmla="*/ 997892 w 3028183"/>
                <a:gd name="connsiteY168" fmla="*/ 596651 h 1160647"/>
                <a:gd name="connsiteX169" fmla="*/ 1003212 w 3028183"/>
                <a:gd name="connsiteY169" fmla="*/ 596651 h 1160647"/>
                <a:gd name="connsiteX170" fmla="*/ 1003212 w 3028183"/>
                <a:gd name="connsiteY170" fmla="*/ 514503 h 1160647"/>
                <a:gd name="connsiteX171" fmla="*/ 1004986 w 3028183"/>
                <a:gd name="connsiteY171" fmla="*/ 514503 h 1160647"/>
                <a:gd name="connsiteX172" fmla="*/ 1017399 w 3028183"/>
                <a:gd name="connsiteY172" fmla="*/ 514503 h 1160647"/>
                <a:gd name="connsiteX173" fmla="*/ 1017399 w 3028183"/>
                <a:gd name="connsiteY173" fmla="*/ 512612 h 1160647"/>
                <a:gd name="connsiteX174" fmla="*/ 1017399 w 3028183"/>
                <a:gd name="connsiteY174" fmla="*/ 499371 h 1160647"/>
                <a:gd name="connsiteX175" fmla="*/ 1039693 w 3028183"/>
                <a:gd name="connsiteY175" fmla="*/ 499371 h 1160647"/>
                <a:gd name="connsiteX176" fmla="*/ 1039693 w 3028183"/>
                <a:gd name="connsiteY176" fmla="*/ 498290 h 1160647"/>
                <a:gd name="connsiteX177" fmla="*/ 1039693 w 3028183"/>
                <a:gd name="connsiteY177" fmla="*/ 490724 h 1160647"/>
                <a:gd name="connsiteX178" fmla="*/ 1041466 w 3028183"/>
                <a:gd name="connsiteY178" fmla="*/ 490724 h 1160647"/>
                <a:gd name="connsiteX179" fmla="*/ 1053880 w 3028183"/>
                <a:gd name="connsiteY179" fmla="*/ 490724 h 1160647"/>
                <a:gd name="connsiteX180" fmla="*/ 1053880 w 3028183"/>
                <a:gd name="connsiteY180" fmla="*/ 491805 h 1160647"/>
                <a:gd name="connsiteX181" fmla="*/ 1053880 w 3028183"/>
                <a:gd name="connsiteY181" fmla="*/ 499371 h 1160647"/>
                <a:gd name="connsiteX182" fmla="*/ 1054640 w 3028183"/>
                <a:gd name="connsiteY182" fmla="*/ 499371 h 1160647"/>
                <a:gd name="connsiteX183" fmla="*/ 1059960 w 3028183"/>
                <a:gd name="connsiteY183" fmla="*/ 499371 h 1160647"/>
                <a:gd name="connsiteX184" fmla="*/ 1070093 w 3028183"/>
                <a:gd name="connsiteY184" fmla="*/ 495047 h 1160647"/>
                <a:gd name="connsiteX185" fmla="*/ 1074146 w 3028183"/>
                <a:gd name="connsiteY185" fmla="*/ 498290 h 1160647"/>
                <a:gd name="connsiteX186" fmla="*/ 1074146 w 3028183"/>
                <a:gd name="connsiteY186" fmla="*/ 490724 h 1160647"/>
                <a:gd name="connsiteX187" fmla="*/ 1076426 w 3028183"/>
                <a:gd name="connsiteY187" fmla="*/ 490724 h 1160647"/>
                <a:gd name="connsiteX188" fmla="*/ 1092387 w 3028183"/>
                <a:gd name="connsiteY188" fmla="*/ 490724 h 1160647"/>
                <a:gd name="connsiteX189" fmla="*/ 1092387 w 3028183"/>
                <a:gd name="connsiteY189" fmla="*/ 491805 h 1160647"/>
                <a:gd name="connsiteX190" fmla="*/ 1092387 w 3028183"/>
                <a:gd name="connsiteY190" fmla="*/ 499371 h 1160647"/>
                <a:gd name="connsiteX191" fmla="*/ 1122787 w 3028183"/>
                <a:gd name="connsiteY191" fmla="*/ 499371 h 1160647"/>
                <a:gd name="connsiteX192" fmla="*/ 1122787 w 3028183"/>
                <a:gd name="connsiteY192" fmla="*/ 500992 h 1160647"/>
                <a:gd name="connsiteX193" fmla="*/ 1122787 w 3028183"/>
                <a:gd name="connsiteY193" fmla="*/ 512342 h 1160647"/>
                <a:gd name="connsiteX194" fmla="*/ 1149134 w 3028183"/>
                <a:gd name="connsiteY194" fmla="*/ 512342 h 1160647"/>
                <a:gd name="connsiteX195" fmla="*/ 1149134 w 3028183"/>
                <a:gd name="connsiteY195" fmla="*/ 542606 h 1160647"/>
                <a:gd name="connsiteX196" fmla="*/ 1149894 w 3028183"/>
                <a:gd name="connsiteY196" fmla="*/ 542606 h 1160647"/>
                <a:gd name="connsiteX197" fmla="*/ 1155214 w 3028183"/>
                <a:gd name="connsiteY197" fmla="*/ 542606 h 1160647"/>
                <a:gd name="connsiteX198" fmla="*/ 1155214 w 3028183"/>
                <a:gd name="connsiteY198" fmla="*/ 543687 h 1160647"/>
                <a:gd name="connsiteX199" fmla="*/ 1155214 w 3028183"/>
                <a:gd name="connsiteY199" fmla="*/ 551254 h 1160647"/>
                <a:gd name="connsiteX200" fmla="*/ 1159268 w 3028183"/>
                <a:gd name="connsiteY200" fmla="*/ 581518 h 1160647"/>
                <a:gd name="connsiteX201" fmla="*/ 1160028 w 3028183"/>
                <a:gd name="connsiteY201" fmla="*/ 581518 h 1160647"/>
                <a:gd name="connsiteX202" fmla="*/ 1165348 w 3028183"/>
                <a:gd name="connsiteY202" fmla="*/ 581518 h 1160647"/>
                <a:gd name="connsiteX203" fmla="*/ 1165348 w 3028183"/>
                <a:gd name="connsiteY203" fmla="*/ 582329 h 1160647"/>
                <a:gd name="connsiteX204" fmla="*/ 1165348 w 3028183"/>
                <a:gd name="connsiteY204" fmla="*/ 588004 h 1160647"/>
                <a:gd name="connsiteX205" fmla="*/ 1166361 w 3028183"/>
                <a:gd name="connsiteY205" fmla="*/ 588004 h 1160647"/>
                <a:gd name="connsiteX206" fmla="*/ 1173454 w 3028183"/>
                <a:gd name="connsiteY206" fmla="*/ 588004 h 1160647"/>
                <a:gd name="connsiteX207" fmla="*/ 1173454 w 3028183"/>
                <a:gd name="connsiteY207" fmla="*/ 618269 h 1160647"/>
                <a:gd name="connsiteX208" fmla="*/ 1175481 w 3028183"/>
                <a:gd name="connsiteY208" fmla="*/ 618269 h 1160647"/>
                <a:gd name="connsiteX209" fmla="*/ 1189668 w 3028183"/>
                <a:gd name="connsiteY209" fmla="*/ 618269 h 1160647"/>
                <a:gd name="connsiteX210" fmla="*/ 1189668 w 3028183"/>
                <a:gd name="connsiteY210" fmla="*/ 642048 h 1160647"/>
                <a:gd name="connsiteX211" fmla="*/ 1191695 w 3028183"/>
                <a:gd name="connsiteY211" fmla="*/ 643669 h 1160647"/>
                <a:gd name="connsiteX212" fmla="*/ 1191695 w 3028183"/>
                <a:gd name="connsiteY212" fmla="*/ 655019 h 1160647"/>
                <a:gd name="connsiteX213" fmla="*/ 1192455 w 3028183"/>
                <a:gd name="connsiteY213" fmla="*/ 655019 h 1160647"/>
                <a:gd name="connsiteX214" fmla="*/ 1197775 w 3028183"/>
                <a:gd name="connsiteY214" fmla="*/ 655019 h 1160647"/>
                <a:gd name="connsiteX215" fmla="*/ 1197775 w 3028183"/>
                <a:gd name="connsiteY215" fmla="*/ 678798 h 1160647"/>
                <a:gd name="connsiteX216" fmla="*/ 1199041 w 3028183"/>
                <a:gd name="connsiteY216" fmla="*/ 678798 h 1160647"/>
                <a:gd name="connsiteX217" fmla="*/ 1207908 w 3028183"/>
                <a:gd name="connsiteY217" fmla="*/ 678798 h 1160647"/>
                <a:gd name="connsiteX218" fmla="*/ 1209935 w 3028183"/>
                <a:gd name="connsiteY218" fmla="*/ 682852 h 1160647"/>
                <a:gd name="connsiteX219" fmla="*/ 1209935 w 3028183"/>
                <a:gd name="connsiteY219" fmla="*/ 696093 h 1160647"/>
                <a:gd name="connsiteX220" fmla="*/ 1211455 w 3028183"/>
                <a:gd name="connsiteY220" fmla="*/ 694201 h 1160647"/>
                <a:gd name="connsiteX221" fmla="*/ 1222095 w 3028183"/>
                <a:gd name="connsiteY221" fmla="*/ 680960 h 1160647"/>
                <a:gd name="connsiteX222" fmla="*/ 1250469 w 3028183"/>
                <a:gd name="connsiteY222" fmla="*/ 680960 h 1160647"/>
                <a:gd name="connsiteX223" fmla="*/ 1250469 w 3028183"/>
                <a:gd name="connsiteY223" fmla="*/ 767431 h 1160647"/>
                <a:gd name="connsiteX224" fmla="*/ 1251229 w 3028183"/>
                <a:gd name="connsiteY224" fmla="*/ 767431 h 1160647"/>
                <a:gd name="connsiteX225" fmla="*/ 1256549 w 3028183"/>
                <a:gd name="connsiteY225" fmla="*/ 767431 h 1160647"/>
                <a:gd name="connsiteX226" fmla="*/ 1257309 w 3028183"/>
                <a:gd name="connsiteY226" fmla="*/ 766080 h 1160647"/>
                <a:gd name="connsiteX227" fmla="*/ 1262629 w 3028183"/>
                <a:gd name="connsiteY227" fmla="*/ 756622 h 1160647"/>
                <a:gd name="connsiteX228" fmla="*/ 1262629 w 3028183"/>
                <a:gd name="connsiteY228" fmla="*/ 758514 h 1160647"/>
                <a:gd name="connsiteX229" fmla="*/ 1262629 w 3028183"/>
                <a:gd name="connsiteY229" fmla="*/ 771755 h 1160647"/>
                <a:gd name="connsiteX230" fmla="*/ 1266682 w 3028183"/>
                <a:gd name="connsiteY230" fmla="*/ 726358 h 1160647"/>
                <a:gd name="connsiteX231" fmla="*/ 1267442 w 3028183"/>
                <a:gd name="connsiteY231" fmla="*/ 726358 h 1160647"/>
                <a:gd name="connsiteX232" fmla="*/ 1272762 w 3028183"/>
                <a:gd name="connsiteY232" fmla="*/ 726358 h 1160647"/>
                <a:gd name="connsiteX233" fmla="*/ 1272762 w 3028183"/>
                <a:gd name="connsiteY233" fmla="*/ 661504 h 1160647"/>
                <a:gd name="connsiteX234" fmla="*/ 1273776 w 3028183"/>
                <a:gd name="connsiteY234" fmla="*/ 661504 h 1160647"/>
                <a:gd name="connsiteX235" fmla="*/ 1280869 w 3028183"/>
                <a:gd name="connsiteY235" fmla="*/ 661504 h 1160647"/>
                <a:gd name="connsiteX236" fmla="*/ 1293029 w 3028183"/>
                <a:gd name="connsiteY236" fmla="*/ 618269 h 1160647"/>
                <a:gd name="connsiteX237" fmla="*/ 1294296 w 3028183"/>
                <a:gd name="connsiteY237" fmla="*/ 618269 h 1160647"/>
                <a:gd name="connsiteX238" fmla="*/ 1303163 w 3028183"/>
                <a:gd name="connsiteY238" fmla="*/ 618269 h 1160647"/>
                <a:gd name="connsiteX239" fmla="*/ 1313296 w 3028183"/>
                <a:gd name="connsiteY239" fmla="*/ 661504 h 1160647"/>
                <a:gd name="connsiteX240" fmla="*/ 1314309 w 3028183"/>
                <a:gd name="connsiteY240" fmla="*/ 661504 h 1160647"/>
                <a:gd name="connsiteX241" fmla="*/ 1321403 w 3028183"/>
                <a:gd name="connsiteY241" fmla="*/ 661504 h 1160647"/>
                <a:gd name="connsiteX242" fmla="*/ 1321403 w 3028183"/>
                <a:gd name="connsiteY242" fmla="*/ 700416 h 1160647"/>
                <a:gd name="connsiteX243" fmla="*/ 1323176 w 3028183"/>
                <a:gd name="connsiteY243" fmla="*/ 700416 h 1160647"/>
                <a:gd name="connsiteX244" fmla="*/ 1335590 w 3028183"/>
                <a:gd name="connsiteY244" fmla="*/ 700416 h 1160647"/>
                <a:gd name="connsiteX245" fmla="*/ 1335590 w 3028183"/>
                <a:gd name="connsiteY245" fmla="*/ 702578 h 1160647"/>
                <a:gd name="connsiteX246" fmla="*/ 1335590 w 3028183"/>
                <a:gd name="connsiteY246" fmla="*/ 717710 h 1160647"/>
                <a:gd name="connsiteX247" fmla="*/ 1339643 w 3028183"/>
                <a:gd name="connsiteY247" fmla="*/ 715549 h 1160647"/>
                <a:gd name="connsiteX248" fmla="*/ 1339643 w 3028183"/>
                <a:gd name="connsiteY248" fmla="*/ 700416 h 1160647"/>
                <a:gd name="connsiteX249" fmla="*/ 1341163 w 3028183"/>
                <a:gd name="connsiteY249" fmla="*/ 700416 h 1160647"/>
                <a:gd name="connsiteX250" fmla="*/ 1351803 w 3028183"/>
                <a:gd name="connsiteY250" fmla="*/ 700416 h 1160647"/>
                <a:gd name="connsiteX251" fmla="*/ 1351803 w 3028183"/>
                <a:gd name="connsiteY251" fmla="*/ 702037 h 1160647"/>
                <a:gd name="connsiteX252" fmla="*/ 1351803 w 3028183"/>
                <a:gd name="connsiteY252" fmla="*/ 713387 h 1160647"/>
                <a:gd name="connsiteX253" fmla="*/ 1382204 w 3028183"/>
                <a:gd name="connsiteY253" fmla="*/ 713387 h 1160647"/>
                <a:gd name="connsiteX254" fmla="*/ 1382204 w 3028183"/>
                <a:gd name="connsiteY254" fmla="*/ 676637 h 1160647"/>
                <a:gd name="connsiteX255" fmla="*/ 1383470 w 3028183"/>
                <a:gd name="connsiteY255" fmla="*/ 676637 h 1160647"/>
                <a:gd name="connsiteX256" fmla="*/ 1392337 w 3028183"/>
                <a:gd name="connsiteY256" fmla="*/ 676637 h 1160647"/>
                <a:gd name="connsiteX257" fmla="*/ 1392337 w 3028183"/>
                <a:gd name="connsiteY257" fmla="*/ 698254 h 1160647"/>
                <a:gd name="connsiteX258" fmla="*/ 1394364 w 3028183"/>
                <a:gd name="connsiteY258" fmla="*/ 665828 h 1160647"/>
                <a:gd name="connsiteX259" fmla="*/ 1416657 w 3028183"/>
                <a:gd name="connsiteY259" fmla="*/ 665828 h 1160647"/>
                <a:gd name="connsiteX260" fmla="*/ 1416657 w 3028183"/>
                <a:gd name="connsiteY260" fmla="*/ 664206 h 1160647"/>
                <a:gd name="connsiteX261" fmla="*/ 1416657 w 3028183"/>
                <a:gd name="connsiteY261" fmla="*/ 652857 h 1160647"/>
                <a:gd name="connsiteX262" fmla="*/ 1417417 w 3028183"/>
                <a:gd name="connsiteY262" fmla="*/ 652857 h 1160647"/>
                <a:gd name="connsiteX263" fmla="*/ 1422737 w 3028183"/>
                <a:gd name="connsiteY263" fmla="*/ 652857 h 1160647"/>
                <a:gd name="connsiteX264" fmla="*/ 1422737 w 3028183"/>
                <a:gd name="connsiteY264" fmla="*/ 650966 h 1160647"/>
                <a:gd name="connsiteX265" fmla="*/ 1422737 w 3028183"/>
                <a:gd name="connsiteY265" fmla="*/ 637725 h 1160647"/>
                <a:gd name="connsiteX266" fmla="*/ 1426791 w 3028183"/>
                <a:gd name="connsiteY266" fmla="*/ 644210 h 1160647"/>
                <a:gd name="connsiteX267" fmla="*/ 1429071 w 3028183"/>
                <a:gd name="connsiteY267" fmla="*/ 644210 h 1160647"/>
                <a:gd name="connsiteX268" fmla="*/ 1445031 w 3028183"/>
                <a:gd name="connsiteY268" fmla="*/ 644210 h 1160647"/>
                <a:gd name="connsiteX269" fmla="*/ 1445031 w 3028183"/>
                <a:gd name="connsiteY269" fmla="*/ 643399 h 1160647"/>
                <a:gd name="connsiteX270" fmla="*/ 1445031 w 3028183"/>
                <a:gd name="connsiteY270" fmla="*/ 637725 h 1160647"/>
                <a:gd name="connsiteX271" fmla="*/ 1445791 w 3028183"/>
                <a:gd name="connsiteY271" fmla="*/ 637725 h 1160647"/>
                <a:gd name="connsiteX272" fmla="*/ 1451111 w 3028183"/>
                <a:gd name="connsiteY272" fmla="*/ 637725 h 1160647"/>
                <a:gd name="connsiteX273" fmla="*/ 1451111 w 3028183"/>
                <a:gd name="connsiteY273" fmla="*/ 639076 h 1160647"/>
                <a:gd name="connsiteX274" fmla="*/ 1451111 w 3028183"/>
                <a:gd name="connsiteY274" fmla="*/ 648534 h 1160647"/>
                <a:gd name="connsiteX275" fmla="*/ 1489618 w 3028183"/>
                <a:gd name="connsiteY275" fmla="*/ 648534 h 1160647"/>
                <a:gd name="connsiteX276" fmla="*/ 1489618 w 3028183"/>
                <a:gd name="connsiteY276" fmla="*/ 786887 h 1160647"/>
                <a:gd name="connsiteX277" fmla="*/ 1491138 w 3028183"/>
                <a:gd name="connsiteY277" fmla="*/ 786887 h 1160647"/>
                <a:gd name="connsiteX278" fmla="*/ 1501778 w 3028183"/>
                <a:gd name="connsiteY278" fmla="*/ 786887 h 1160647"/>
                <a:gd name="connsiteX279" fmla="*/ 1501778 w 3028183"/>
                <a:gd name="connsiteY279" fmla="*/ 773917 h 1160647"/>
                <a:gd name="connsiteX280" fmla="*/ 1505832 w 3028183"/>
                <a:gd name="connsiteY280" fmla="*/ 773917 h 1160647"/>
                <a:gd name="connsiteX281" fmla="*/ 1505832 w 3028183"/>
                <a:gd name="connsiteY281" fmla="*/ 786887 h 1160647"/>
                <a:gd name="connsiteX282" fmla="*/ 1536232 w 3028183"/>
                <a:gd name="connsiteY282" fmla="*/ 786887 h 1160647"/>
                <a:gd name="connsiteX283" fmla="*/ 1536232 w 3028183"/>
                <a:gd name="connsiteY283" fmla="*/ 756622 h 1160647"/>
                <a:gd name="connsiteX284" fmla="*/ 1548392 w 3028183"/>
                <a:gd name="connsiteY284" fmla="*/ 756622 h 1160647"/>
                <a:gd name="connsiteX285" fmla="*/ 1560552 w 3028183"/>
                <a:gd name="connsiteY285" fmla="*/ 754461 h 1160647"/>
                <a:gd name="connsiteX286" fmla="*/ 1564606 w 3028183"/>
                <a:gd name="connsiteY286" fmla="*/ 756622 h 1160647"/>
                <a:gd name="connsiteX287" fmla="*/ 1574739 w 3028183"/>
                <a:gd name="connsiteY287" fmla="*/ 756622 h 1160647"/>
                <a:gd name="connsiteX288" fmla="*/ 1574739 w 3028183"/>
                <a:gd name="connsiteY288" fmla="*/ 786887 h 1160647"/>
                <a:gd name="connsiteX289" fmla="*/ 1582846 w 3028183"/>
                <a:gd name="connsiteY289" fmla="*/ 786887 h 1160647"/>
                <a:gd name="connsiteX290" fmla="*/ 1582846 w 3028183"/>
                <a:gd name="connsiteY290" fmla="*/ 804182 h 1160647"/>
                <a:gd name="connsiteX291" fmla="*/ 1592182 w 3028183"/>
                <a:gd name="connsiteY291" fmla="*/ 805087 h 1160647"/>
                <a:gd name="connsiteX292" fmla="*/ 1605140 w 3028183"/>
                <a:gd name="connsiteY292" fmla="*/ 805087 h 1160647"/>
                <a:gd name="connsiteX293" fmla="*/ 1605140 w 3028183"/>
                <a:gd name="connsiteY293" fmla="*/ 789049 h 1160647"/>
                <a:gd name="connsiteX294" fmla="*/ 1673096 w 3028183"/>
                <a:gd name="connsiteY294" fmla="*/ 789049 h 1160647"/>
                <a:gd name="connsiteX295" fmla="*/ 1673096 w 3028183"/>
                <a:gd name="connsiteY295" fmla="*/ 703796 h 1160647"/>
                <a:gd name="connsiteX296" fmla="*/ 1745104 w 3028183"/>
                <a:gd name="connsiteY296" fmla="*/ 703796 h 1160647"/>
                <a:gd name="connsiteX297" fmla="*/ 1745104 w 3028183"/>
                <a:gd name="connsiteY297" fmla="*/ 782564 h 1160647"/>
                <a:gd name="connsiteX298" fmla="*/ 1747008 w 3028183"/>
                <a:gd name="connsiteY298" fmla="*/ 782564 h 1160647"/>
                <a:gd name="connsiteX299" fmla="*/ 1748250 w 3028183"/>
                <a:gd name="connsiteY299" fmla="*/ 805087 h 1160647"/>
                <a:gd name="connsiteX300" fmla="*/ 1757926 w 3028183"/>
                <a:gd name="connsiteY300" fmla="*/ 805087 h 1160647"/>
                <a:gd name="connsiteX301" fmla="*/ 1759168 w 3028183"/>
                <a:gd name="connsiteY301" fmla="*/ 782564 h 1160647"/>
                <a:gd name="connsiteX302" fmla="*/ 1765248 w 3028183"/>
                <a:gd name="connsiteY302" fmla="*/ 782564 h 1160647"/>
                <a:gd name="connsiteX303" fmla="*/ 1766490 w 3028183"/>
                <a:gd name="connsiteY303" fmla="*/ 805087 h 1160647"/>
                <a:gd name="connsiteX304" fmla="*/ 1817112 w 3028183"/>
                <a:gd name="connsiteY304" fmla="*/ 805087 h 1160647"/>
                <a:gd name="connsiteX305" fmla="*/ 1817112 w 3028183"/>
                <a:gd name="connsiteY305" fmla="*/ 642059 h 1160647"/>
                <a:gd name="connsiteX306" fmla="*/ 2014439 w 3028183"/>
                <a:gd name="connsiteY306" fmla="*/ 642059 h 1160647"/>
                <a:gd name="connsiteX307" fmla="*/ 2014439 w 3028183"/>
                <a:gd name="connsiteY307" fmla="*/ 805087 h 1160647"/>
                <a:gd name="connsiteX308" fmla="*/ 2033136 w 3028183"/>
                <a:gd name="connsiteY308" fmla="*/ 805087 h 1160647"/>
                <a:gd name="connsiteX309" fmla="*/ 2033136 w 3028183"/>
                <a:gd name="connsiteY309" fmla="*/ 722394 h 1160647"/>
                <a:gd name="connsiteX310" fmla="*/ 2128256 w 3028183"/>
                <a:gd name="connsiteY310" fmla="*/ 722394 h 1160647"/>
                <a:gd name="connsiteX311" fmla="*/ 2140186 w 3028183"/>
                <a:gd name="connsiteY311" fmla="*/ 404253 h 1160647"/>
                <a:gd name="connsiteX312" fmla="*/ 2128026 w 3028183"/>
                <a:gd name="connsiteY312" fmla="*/ 382635 h 1160647"/>
                <a:gd name="connsiteX313" fmla="*/ 2121946 w 3028183"/>
                <a:gd name="connsiteY313" fmla="*/ 378311 h 1160647"/>
                <a:gd name="connsiteX314" fmla="*/ 2130053 w 3028183"/>
                <a:gd name="connsiteY314" fmla="*/ 354532 h 1160647"/>
                <a:gd name="connsiteX315" fmla="*/ 2130053 w 3028183"/>
                <a:gd name="connsiteY315" fmla="*/ 337238 h 1160647"/>
                <a:gd name="connsiteX316" fmla="*/ 2144240 w 3028183"/>
                <a:gd name="connsiteY316" fmla="*/ 337238 h 1160647"/>
                <a:gd name="connsiteX317" fmla="*/ 2144240 w 3028183"/>
                <a:gd name="connsiteY317" fmla="*/ 315620 h 1160647"/>
                <a:gd name="connsiteX318" fmla="*/ 2146266 w 3028183"/>
                <a:gd name="connsiteY318" fmla="*/ 311296 h 1160647"/>
                <a:gd name="connsiteX319" fmla="*/ 2146266 w 3028183"/>
                <a:gd name="connsiteY319" fmla="*/ 233472 h 1160647"/>
                <a:gd name="connsiteX320" fmla="*/ 2144240 w 3028183"/>
                <a:gd name="connsiteY320" fmla="*/ 226987 h 1160647"/>
                <a:gd name="connsiteX321" fmla="*/ 2150320 w 3028183"/>
                <a:gd name="connsiteY321" fmla="*/ 220501 h 1160647"/>
                <a:gd name="connsiteX322" fmla="*/ 2150320 w 3028183"/>
                <a:gd name="connsiteY322" fmla="*/ 162133 h 1160647"/>
                <a:gd name="connsiteX323" fmla="*/ 2152346 w 3028183"/>
                <a:gd name="connsiteY323" fmla="*/ 157810 h 1160647"/>
                <a:gd name="connsiteX324" fmla="*/ 2152346 w 3028183"/>
                <a:gd name="connsiteY324" fmla="*/ 101604 h 1160647"/>
                <a:gd name="connsiteX325" fmla="*/ 2154373 w 3028183"/>
                <a:gd name="connsiteY325" fmla="*/ 82148 h 1160647"/>
                <a:gd name="connsiteX326" fmla="*/ 2158427 w 3028183"/>
                <a:gd name="connsiteY326" fmla="*/ 99442 h 1160647"/>
                <a:gd name="connsiteX327" fmla="*/ 2160453 w 3028183"/>
                <a:gd name="connsiteY327" fmla="*/ 157810 h 1160647"/>
                <a:gd name="connsiteX328" fmla="*/ 2162480 w 3028183"/>
                <a:gd name="connsiteY328" fmla="*/ 220501 h 1160647"/>
                <a:gd name="connsiteX329" fmla="*/ 2168560 w 3028183"/>
                <a:gd name="connsiteY329" fmla="*/ 226987 h 1160647"/>
                <a:gd name="connsiteX330" fmla="*/ 2166533 w 3028183"/>
                <a:gd name="connsiteY330" fmla="*/ 233472 h 1160647"/>
                <a:gd name="connsiteX331" fmla="*/ 2166533 w 3028183"/>
                <a:gd name="connsiteY331" fmla="*/ 311296 h 1160647"/>
                <a:gd name="connsiteX332" fmla="*/ 2168560 w 3028183"/>
                <a:gd name="connsiteY332" fmla="*/ 315620 h 1160647"/>
                <a:gd name="connsiteX333" fmla="*/ 2168560 w 3028183"/>
                <a:gd name="connsiteY333" fmla="*/ 337238 h 1160647"/>
                <a:gd name="connsiteX334" fmla="*/ 2182747 w 3028183"/>
                <a:gd name="connsiteY334" fmla="*/ 337238 h 1160647"/>
                <a:gd name="connsiteX335" fmla="*/ 2182747 w 3028183"/>
                <a:gd name="connsiteY335" fmla="*/ 354532 h 1160647"/>
                <a:gd name="connsiteX336" fmla="*/ 2190854 w 3028183"/>
                <a:gd name="connsiteY336" fmla="*/ 378311 h 1160647"/>
                <a:gd name="connsiteX337" fmla="*/ 2184774 w 3028183"/>
                <a:gd name="connsiteY337" fmla="*/ 382635 h 1160647"/>
                <a:gd name="connsiteX338" fmla="*/ 2172613 w 3028183"/>
                <a:gd name="connsiteY338" fmla="*/ 404253 h 1160647"/>
                <a:gd name="connsiteX339" fmla="*/ 2180720 w 3028183"/>
                <a:gd name="connsiteY339" fmla="*/ 657181 h 1160647"/>
                <a:gd name="connsiteX340" fmla="*/ 2245574 w 3028183"/>
                <a:gd name="connsiteY340" fmla="*/ 657181 h 1160647"/>
                <a:gd name="connsiteX341" fmla="*/ 2245574 w 3028183"/>
                <a:gd name="connsiteY341" fmla="*/ 732843 h 1160647"/>
                <a:gd name="connsiteX342" fmla="*/ 2253681 w 3028183"/>
                <a:gd name="connsiteY342" fmla="*/ 732843 h 1160647"/>
                <a:gd name="connsiteX343" fmla="*/ 2255708 w 3028183"/>
                <a:gd name="connsiteY343" fmla="*/ 726358 h 1160647"/>
                <a:gd name="connsiteX344" fmla="*/ 2261788 w 3028183"/>
                <a:gd name="connsiteY344" fmla="*/ 726358 h 1160647"/>
                <a:gd name="connsiteX345" fmla="*/ 2263815 w 3028183"/>
                <a:gd name="connsiteY345" fmla="*/ 735005 h 1160647"/>
                <a:gd name="connsiteX346" fmla="*/ 2275975 w 3028183"/>
                <a:gd name="connsiteY346" fmla="*/ 735005 h 1160647"/>
                <a:gd name="connsiteX347" fmla="*/ 2275975 w 3028183"/>
                <a:gd name="connsiteY347" fmla="*/ 728519 h 1160647"/>
                <a:gd name="connsiteX348" fmla="*/ 2298268 w 3028183"/>
                <a:gd name="connsiteY348" fmla="*/ 728519 h 1160647"/>
                <a:gd name="connsiteX349" fmla="*/ 2298268 w 3028183"/>
                <a:gd name="connsiteY349" fmla="*/ 735005 h 1160647"/>
                <a:gd name="connsiteX350" fmla="*/ 2318535 w 3028183"/>
                <a:gd name="connsiteY350" fmla="*/ 735005 h 1160647"/>
                <a:gd name="connsiteX351" fmla="*/ 2318535 w 3028183"/>
                <a:gd name="connsiteY351" fmla="*/ 780402 h 1160647"/>
                <a:gd name="connsiteX352" fmla="*/ 2332722 w 3028183"/>
                <a:gd name="connsiteY352" fmla="*/ 780402 h 1160647"/>
                <a:gd name="connsiteX353" fmla="*/ 2332722 w 3028183"/>
                <a:gd name="connsiteY353" fmla="*/ 767431 h 1160647"/>
                <a:gd name="connsiteX354" fmla="*/ 2348936 w 3028183"/>
                <a:gd name="connsiteY354" fmla="*/ 767431 h 1160647"/>
                <a:gd name="connsiteX355" fmla="*/ 2348936 w 3028183"/>
                <a:gd name="connsiteY355" fmla="*/ 588004 h 1160647"/>
                <a:gd name="connsiteX356" fmla="*/ 2355016 w 3028183"/>
                <a:gd name="connsiteY356" fmla="*/ 581518 h 1160647"/>
                <a:gd name="connsiteX357" fmla="*/ 2427977 w 3028183"/>
                <a:gd name="connsiteY357" fmla="*/ 581518 h 1160647"/>
                <a:gd name="connsiteX358" fmla="*/ 2427977 w 3028183"/>
                <a:gd name="connsiteY358" fmla="*/ 590166 h 1160647"/>
                <a:gd name="connsiteX359" fmla="*/ 2438110 w 3028183"/>
                <a:gd name="connsiteY359" fmla="*/ 590166 h 1160647"/>
                <a:gd name="connsiteX360" fmla="*/ 2438110 w 3028183"/>
                <a:gd name="connsiteY360" fmla="*/ 704740 h 1160647"/>
                <a:gd name="connsiteX361" fmla="*/ 2460404 w 3028183"/>
                <a:gd name="connsiteY361" fmla="*/ 704740 h 1160647"/>
                <a:gd name="connsiteX362" fmla="*/ 2460404 w 3028183"/>
                <a:gd name="connsiteY362" fmla="*/ 637725 h 1160647"/>
                <a:gd name="connsiteX363" fmla="*/ 2486751 w 3028183"/>
                <a:gd name="connsiteY363" fmla="*/ 637725 h 1160647"/>
                <a:gd name="connsiteX364" fmla="*/ 2490804 w 3028183"/>
                <a:gd name="connsiteY364" fmla="*/ 633401 h 1160647"/>
                <a:gd name="connsiteX365" fmla="*/ 2498911 w 3028183"/>
                <a:gd name="connsiteY365" fmla="*/ 633401 h 1160647"/>
                <a:gd name="connsiteX366" fmla="*/ 2502964 w 3028183"/>
                <a:gd name="connsiteY366" fmla="*/ 637725 h 1160647"/>
                <a:gd name="connsiteX367" fmla="*/ 2525258 w 3028183"/>
                <a:gd name="connsiteY367" fmla="*/ 637725 h 1160647"/>
                <a:gd name="connsiteX368" fmla="*/ 2525258 w 3028183"/>
                <a:gd name="connsiteY368" fmla="*/ 520989 h 1160647"/>
                <a:gd name="connsiteX369" fmla="*/ 2582005 w 3028183"/>
                <a:gd name="connsiteY369" fmla="*/ 510180 h 1160647"/>
                <a:gd name="connsiteX370" fmla="*/ 2582005 w 3028183"/>
                <a:gd name="connsiteY370" fmla="*/ 511261 h 1160647"/>
                <a:gd name="connsiteX371" fmla="*/ 2582005 w 3028183"/>
                <a:gd name="connsiteY371" fmla="*/ 518827 h 1160647"/>
                <a:gd name="connsiteX372" fmla="*/ 2608352 w 3028183"/>
                <a:gd name="connsiteY372" fmla="*/ 518827 h 1160647"/>
                <a:gd name="connsiteX373" fmla="*/ 2608352 w 3028183"/>
                <a:gd name="connsiteY373" fmla="*/ 773917 h 1160647"/>
                <a:gd name="connsiteX374" fmla="*/ 2630646 w 3028183"/>
                <a:gd name="connsiteY374" fmla="*/ 773917 h 1160647"/>
                <a:gd name="connsiteX375" fmla="*/ 2630646 w 3028183"/>
                <a:gd name="connsiteY375" fmla="*/ 769593 h 1160647"/>
                <a:gd name="connsiteX376" fmla="*/ 2642806 w 3028183"/>
                <a:gd name="connsiteY376" fmla="*/ 769593 h 1160647"/>
                <a:gd name="connsiteX377" fmla="*/ 2642806 w 3028183"/>
                <a:gd name="connsiteY377" fmla="*/ 773917 h 1160647"/>
                <a:gd name="connsiteX378" fmla="*/ 2667126 w 3028183"/>
                <a:gd name="connsiteY378" fmla="*/ 773917 h 1160647"/>
                <a:gd name="connsiteX379" fmla="*/ 2667126 w 3028183"/>
                <a:gd name="connsiteY379" fmla="*/ 760946 h 1160647"/>
                <a:gd name="connsiteX380" fmla="*/ 2695500 w 3028183"/>
                <a:gd name="connsiteY380" fmla="*/ 760946 h 1160647"/>
                <a:gd name="connsiteX381" fmla="*/ 2707660 w 3028183"/>
                <a:gd name="connsiteY381" fmla="*/ 756622 h 1160647"/>
                <a:gd name="connsiteX382" fmla="*/ 2727927 w 3028183"/>
                <a:gd name="connsiteY382" fmla="*/ 760946 h 1160647"/>
                <a:gd name="connsiteX383" fmla="*/ 2727927 w 3028183"/>
                <a:gd name="connsiteY383" fmla="*/ 743652 h 1160647"/>
                <a:gd name="connsiteX384" fmla="*/ 2736034 w 3028183"/>
                <a:gd name="connsiteY384" fmla="*/ 743652 h 1160647"/>
                <a:gd name="connsiteX385" fmla="*/ 2736034 w 3028183"/>
                <a:gd name="connsiteY385" fmla="*/ 730681 h 1160647"/>
                <a:gd name="connsiteX386" fmla="*/ 2792781 w 3028183"/>
                <a:gd name="connsiteY386" fmla="*/ 730681 h 1160647"/>
                <a:gd name="connsiteX387" fmla="*/ 2792781 w 3028183"/>
                <a:gd name="connsiteY387" fmla="*/ 700416 h 1160647"/>
                <a:gd name="connsiteX388" fmla="*/ 2811021 w 3028183"/>
                <a:gd name="connsiteY388" fmla="*/ 700416 h 1160647"/>
                <a:gd name="connsiteX389" fmla="*/ 2811021 w 3028183"/>
                <a:gd name="connsiteY389" fmla="*/ 693931 h 1160647"/>
                <a:gd name="connsiteX390" fmla="*/ 2823181 w 3028183"/>
                <a:gd name="connsiteY390" fmla="*/ 693931 h 1160647"/>
                <a:gd name="connsiteX391" fmla="*/ 2823181 w 3028183"/>
                <a:gd name="connsiteY391" fmla="*/ 700416 h 1160647"/>
                <a:gd name="connsiteX392" fmla="*/ 2839395 w 3028183"/>
                <a:gd name="connsiteY392" fmla="*/ 700416 h 1160647"/>
                <a:gd name="connsiteX393" fmla="*/ 2839395 w 3028183"/>
                <a:gd name="connsiteY393" fmla="*/ 750137 h 1160647"/>
                <a:gd name="connsiteX394" fmla="*/ 2871822 w 3028183"/>
                <a:gd name="connsiteY394" fmla="*/ 750137 h 1160647"/>
                <a:gd name="connsiteX395" fmla="*/ 2871822 w 3028183"/>
                <a:gd name="connsiteY395" fmla="*/ 724196 h 1160647"/>
                <a:gd name="connsiteX396" fmla="*/ 2910329 w 3028183"/>
                <a:gd name="connsiteY396" fmla="*/ 724196 h 1160647"/>
                <a:gd name="connsiteX397" fmla="*/ 2910329 w 3028183"/>
                <a:gd name="connsiteY397" fmla="*/ 693931 h 1160647"/>
                <a:gd name="connsiteX398" fmla="*/ 2958970 w 3028183"/>
                <a:gd name="connsiteY398" fmla="*/ 693931 h 1160647"/>
                <a:gd name="connsiteX399" fmla="*/ 2958970 w 3028183"/>
                <a:gd name="connsiteY399" fmla="*/ 805087 h 1160647"/>
                <a:gd name="connsiteX400" fmla="*/ 2958970 w 3028183"/>
                <a:gd name="connsiteY400" fmla="*/ 818866 h 1160647"/>
                <a:gd name="connsiteX401" fmla="*/ 3024845 w 3028183"/>
                <a:gd name="connsiteY401" fmla="*/ 818866 h 1160647"/>
                <a:gd name="connsiteX402" fmla="*/ 3028183 w 3028183"/>
                <a:gd name="connsiteY402" fmla="*/ 1160647 h 1160647"/>
                <a:gd name="connsiteX403" fmla="*/ 2054 w 3028183"/>
                <a:gd name="connsiteY403" fmla="*/ 1158314 h 1160647"/>
                <a:gd name="connsiteX404" fmla="*/ 0 w 3028183"/>
                <a:gd name="connsiteY404" fmla="*/ 724196 h 1160647"/>
                <a:gd name="connsiteX405" fmla="*/ 20267 w 3028183"/>
                <a:gd name="connsiteY405" fmla="*/ 724196 h 1160647"/>
                <a:gd name="connsiteX406" fmla="*/ 20774 w 3028183"/>
                <a:gd name="connsiteY406" fmla="*/ 723115 h 1160647"/>
                <a:gd name="connsiteX407" fmla="*/ 24320 w 3028183"/>
                <a:gd name="connsiteY407" fmla="*/ 715549 h 1160647"/>
                <a:gd name="connsiteX408" fmla="*/ 26094 w 3028183"/>
                <a:gd name="connsiteY408" fmla="*/ 715819 h 1160647"/>
                <a:gd name="connsiteX409" fmla="*/ 38507 w 3028183"/>
                <a:gd name="connsiteY409" fmla="*/ 717710 h 1160647"/>
                <a:gd name="connsiteX410" fmla="*/ 39014 w 3028183"/>
                <a:gd name="connsiteY410" fmla="*/ 719062 h 1160647"/>
                <a:gd name="connsiteX411" fmla="*/ 42560 w 3028183"/>
                <a:gd name="connsiteY411" fmla="*/ 728519 h 1160647"/>
                <a:gd name="connsiteX412" fmla="*/ 68907 w 3028183"/>
                <a:gd name="connsiteY412" fmla="*/ 730681 h 1160647"/>
                <a:gd name="connsiteX413" fmla="*/ 68907 w 3028183"/>
                <a:gd name="connsiteY413" fmla="*/ 607460 h 1160647"/>
                <a:gd name="connsiteX414" fmla="*/ 70934 w 3028183"/>
                <a:gd name="connsiteY414" fmla="*/ 607460 h 1160647"/>
                <a:gd name="connsiteX415" fmla="*/ 85121 w 3028183"/>
                <a:gd name="connsiteY415" fmla="*/ 607460 h 1160647"/>
                <a:gd name="connsiteX416" fmla="*/ 85121 w 3028183"/>
                <a:gd name="connsiteY416" fmla="*/ 471268 h 1160647"/>
                <a:gd name="connsiteX417" fmla="*/ 86894 w 3028183"/>
                <a:gd name="connsiteY417" fmla="*/ 471268 h 1160647"/>
                <a:gd name="connsiteX418" fmla="*/ 99308 w 3028183"/>
                <a:gd name="connsiteY418" fmla="*/ 471268 h 1160647"/>
                <a:gd name="connsiteX419" fmla="*/ 99308 w 3028183"/>
                <a:gd name="connsiteY419" fmla="*/ 356694 h 1160647"/>
                <a:gd name="connsiteX420" fmla="*/ 103361 w 3028183"/>
                <a:gd name="connsiteY420" fmla="*/ 328590 h 1160647"/>
                <a:gd name="connsiteX421" fmla="*/ 105388 w 3028183"/>
                <a:gd name="connsiteY421" fmla="*/ 328590 h 1160647"/>
                <a:gd name="connsiteX422" fmla="*/ 119575 w 3028183"/>
                <a:gd name="connsiteY422" fmla="*/ 328590 h 1160647"/>
                <a:gd name="connsiteX423" fmla="*/ 156055 w 3028183"/>
                <a:gd name="connsiteY423" fmla="*/ 246443 h 1160647"/>
                <a:gd name="connsiteX424" fmla="*/ 160109 w 3028183"/>
                <a:gd name="connsiteY424" fmla="*/ 0 h 1160647"/>
                <a:gd name="connsiteX0" fmla="*/ 160109 w 3028183"/>
                <a:gd name="connsiteY0" fmla="*/ 0 h 1160647"/>
                <a:gd name="connsiteX1" fmla="*/ 162135 w 3028183"/>
                <a:gd name="connsiteY1" fmla="*/ 246443 h 1160647"/>
                <a:gd name="connsiteX2" fmla="*/ 200642 w 3028183"/>
                <a:gd name="connsiteY2" fmla="*/ 326429 h 1160647"/>
                <a:gd name="connsiteX3" fmla="*/ 202669 w 3028183"/>
                <a:gd name="connsiteY3" fmla="*/ 326429 h 1160647"/>
                <a:gd name="connsiteX4" fmla="*/ 216856 w 3028183"/>
                <a:gd name="connsiteY4" fmla="*/ 326429 h 1160647"/>
                <a:gd name="connsiteX5" fmla="*/ 216856 w 3028183"/>
                <a:gd name="connsiteY5" fmla="*/ 350208 h 1160647"/>
                <a:gd name="connsiteX6" fmla="*/ 217363 w 3028183"/>
                <a:gd name="connsiteY6" fmla="*/ 351019 h 1160647"/>
                <a:gd name="connsiteX7" fmla="*/ 220909 w 3028183"/>
                <a:gd name="connsiteY7" fmla="*/ 356694 h 1160647"/>
                <a:gd name="connsiteX8" fmla="*/ 220909 w 3028183"/>
                <a:gd name="connsiteY8" fmla="*/ 471268 h 1160647"/>
                <a:gd name="connsiteX9" fmla="*/ 223189 w 3028183"/>
                <a:gd name="connsiteY9" fmla="*/ 471268 h 1160647"/>
                <a:gd name="connsiteX10" fmla="*/ 239150 w 3028183"/>
                <a:gd name="connsiteY10" fmla="*/ 471268 h 1160647"/>
                <a:gd name="connsiteX11" fmla="*/ 239150 w 3028183"/>
                <a:gd name="connsiteY11" fmla="*/ 611783 h 1160647"/>
                <a:gd name="connsiteX12" fmla="*/ 240670 w 3028183"/>
                <a:gd name="connsiteY12" fmla="*/ 611513 h 1160647"/>
                <a:gd name="connsiteX13" fmla="*/ 251310 w 3028183"/>
                <a:gd name="connsiteY13" fmla="*/ 609622 h 1160647"/>
                <a:gd name="connsiteX14" fmla="*/ 249283 w 3028183"/>
                <a:gd name="connsiteY14" fmla="*/ 698254 h 1160647"/>
                <a:gd name="connsiteX15" fmla="*/ 250803 w 3028183"/>
                <a:gd name="connsiteY15" fmla="*/ 698525 h 1160647"/>
                <a:gd name="connsiteX16" fmla="*/ 261443 w 3028183"/>
                <a:gd name="connsiteY16" fmla="*/ 700416 h 1160647"/>
                <a:gd name="connsiteX17" fmla="*/ 261696 w 3028183"/>
                <a:gd name="connsiteY17" fmla="*/ 701227 h 1160647"/>
                <a:gd name="connsiteX18" fmla="*/ 263470 w 3028183"/>
                <a:gd name="connsiteY18" fmla="*/ 706902 h 1160647"/>
                <a:gd name="connsiteX19" fmla="*/ 264230 w 3028183"/>
                <a:gd name="connsiteY19" fmla="*/ 704470 h 1160647"/>
                <a:gd name="connsiteX20" fmla="*/ 269550 w 3028183"/>
                <a:gd name="connsiteY20" fmla="*/ 687446 h 1160647"/>
                <a:gd name="connsiteX21" fmla="*/ 271323 w 3028183"/>
                <a:gd name="connsiteY21" fmla="*/ 687446 h 1160647"/>
                <a:gd name="connsiteX22" fmla="*/ 283737 w 3028183"/>
                <a:gd name="connsiteY22" fmla="*/ 687446 h 1160647"/>
                <a:gd name="connsiteX23" fmla="*/ 283737 w 3028183"/>
                <a:gd name="connsiteY23" fmla="*/ 719872 h 1160647"/>
                <a:gd name="connsiteX24" fmla="*/ 284750 w 3028183"/>
                <a:gd name="connsiteY24" fmla="*/ 720413 h 1160647"/>
                <a:gd name="connsiteX25" fmla="*/ 291844 w 3028183"/>
                <a:gd name="connsiteY25" fmla="*/ 724196 h 1160647"/>
                <a:gd name="connsiteX26" fmla="*/ 291844 w 3028183"/>
                <a:gd name="connsiteY26" fmla="*/ 725547 h 1160647"/>
                <a:gd name="connsiteX27" fmla="*/ 291844 w 3028183"/>
                <a:gd name="connsiteY27" fmla="*/ 735005 h 1160647"/>
                <a:gd name="connsiteX28" fmla="*/ 336431 w 3028183"/>
                <a:gd name="connsiteY28" fmla="*/ 735005 h 1160647"/>
                <a:gd name="connsiteX29" fmla="*/ 336431 w 3028183"/>
                <a:gd name="connsiteY29" fmla="*/ 736086 h 1160647"/>
                <a:gd name="connsiteX30" fmla="*/ 336431 w 3028183"/>
                <a:gd name="connsiteY30" fmla="*/ 743652 h 1160647"/>
                <a:gd name="connsiteX31" fmla="*/ 338457 w 3028183"/>
                <a:gd name="connsiteY31" fmla="*/ 743652 h 1160647"/>
                <a:gd name="connsiteX32" fmla="*/ 352644 w 3028183"/>
                <a:gd name="connsiteY32" fmla="*/ 743652 h 1160647"/>
                <a:gd name="connsiteX33" fmla="*/ 352644 w 3028183"/>
                <a:gd name="connsiteY33" fmla="*/ 713387 h 1160647"/>
                <a:gd name="connsiteX34" fmla="*/ 397231 w 3028183"/>
                <a:gd name="connsiteY34" fmla="*/ 713387 h 1160647"/>
                <a:gd name="connsiteX35" fmla="*/ 397231 w 3028183"/>
                <a:gd name="connsiteY35" fmla="*/ 712036 h 1160647"/>
                <a:gd name="connsiteX36" fmla="*/ 397231 w 3028183"/>
                <a:gd name="connsiteY36" fmla="*/ 702578 h 1160647"/>
                <a:gd name="connsiteX37" fmla="*/ 398245 w 3028183"/>
                <a:gd name="connsiteY37" fmla="*/ 702578 h 1160647"/>
                <a:gd name="connsiteX38" fmla="*/ 405338 w 3028183"/>
                <a:gd name="connsiteY38" fmla="*/ 702578 h 1160647"/>
                <a:gd name="connsiteX39" fmla="*/ 405338 w 3028183"/>
                <a:gd name="connsiteY39" fmla="*/ 700687 h 1160647"/>
                <a:gd name="connsiteX40" fmla="*/ 405338 w 3028183"/>
                <a:gd name="connsiteY40" fmla="*/ 687446 h 1160647"/>
                <a:gd name="connsiteX41" fmla="*/ 406098 w 3028183"/>
                <a:gd name="connsiteY41" fmla="*/ 687446 h 1160647"/>
                <a:gd name="connsiteX42" fmla="*/ 411418 w 3028183"/>
                <a:gd name="connsiteY42" fmla="*/ 687446 h 1160647"/>
                <a:gd name="connsiteX43" fmla="*/ 411418 w 3028183"/>
                <a:gd name="connsiteY43" fmla="*/ 686365 h 1160647"/>
                <a:gd name="connsiteX44" fmla="*/ 411418 w 3028183"/>
                <a:gd name="connsiteY44" fmla="*/ 678798 h 1160647"/>
                <a:gd name="connsiteX45" fmla="*/ 413445 w 3028183"/>
                <a:gd name="connsiteY45" fmla="*/ 678798 h 1160647"/>
                <a:gd name="connsiteX46" fmla="*/ 427632 w 3028183"/>
                <a:gd name="connsiteY46" fmla="*/ 678798 h 1160647"/>
                <a:gd name="connsiteX47" fmla="*/ 427632 w 3028183"/>
                <a:gd name="connsiteY47" fmla="*/ 679879 h 1160647"/>
                <a:gd name="connsiteX48" fmla="*/ 427632 w 3028183"/>
                <a:gd name="connsiteY48" fmla="*/ 687446 h 1160647"/>
                <a:gd name="connsiteX49" fmla="*/ 449925 w 3028183"/>
                <a:gd name="connsiteY49" fmla="*/ 687446 h 1160647"/>
                <a:gd name="connsiteX50" fmla="*/ 449925 w 3028183"/>
                <a:gd name="connsiteY50" fmla="*/ 685554 h 1160647"/>
                <a:gd name="connsiteX51" fmla="*/ 449925 w 3028183"/>
                <a:gd name="connsiteY51" fmla="*/ 672313 h 1160647"/>
                <a:gd name="connsiteX52" fmla="*/ 451699 w 3028183"/>
                <a:gd name="connsiteY52" fmla="*/ 672313 h 1160647"/>
                <a:gd name="connsiteX53" fmla="*/ 464112 w 3028183"/>
                <a:gd name="connsiteY53" fmla="*/ 672313 h 1160647"/>
                <a:gd name="connsiteX54" fmla="*/ 464112 w 3028183"/>
                <a:gd name="connsiteY54" fmla="*/ 696093 h 1160647"/>
                <a:gd name="connsiteX55" fmla="*/ 465126 w 3028183"/>
                <a:gd name="connsiteY55" fmla="*/ 696093 h 1160647"/>
                <a:gd name="connsiteX56" fmla="*/ 472219 w 3028183"/>
                <a:gd name="connsiteY56" fmla="*/ 696093 h 1160647"/>
                <a:gd name="connsiteX57" fmla="*/ 472219 w 3028183"/>
                <a:gd name="connsiteY57" fmla="*/ 695012 h 1160647"/>
                <a:gd name="connsiteX58" fmla="*/ 472219 w 3028183"/>
                <a:gd name="connsiteY58" fmla="*/ 687446 h 1160647"/>
                <a:gd name="connsiteX59" fmla="*/ 473992 w 3028183"/>
                <a:gd name="connsiteY59" fmla="*/ 687446 h 1160647"/>
                <a:gd name="connsiteX60" fmla="*/ 486406 w 3028183"/>
                <a:gd name="connsiteY60" fmla="*/ 687446 h 1160647"/>
                <a:gd name="connsiteX61" fmla="*/ 486406 w 3028183"/>
                <a:gd name="connsiteY61" fmla="*/ 713387 h 1160647"/>
                <a:gd name="connsiteX62" fmla="*/ 488433 w 3028183"/>
                <a:gd name="connsiteY62" fmla="*/ 713387 h 1160647"/>
                <a:gd name="connsiteX63" fmla="*/ 502619 w 3028183"/>
                <a:gd name="connsiteY63" fmla="*/ 713387 h 1160647"/>
                <a:gd name="connsiteX64" fmla="*/ 502619 w 3028183"/>
                <a:gd name="connsiteY64" fmla="*/ 715008 h 1160647"/>
                <a:gd name="connsiteX65" fmla="*/ 502619 w 3028183"/>
                <a:gd name="connsiteY65" fmla="*/ 726358 h 1160647"/>
                <a:gd name="connsiteX66" fmla="*/ 503379 w 3028183"/>
                <a:gd name="connsiteY66" fmla="*/ 726358 h 1160647"/>
                <a:gd name="connsiteX67" fmla="*/ 508700 w 3028183"/>
                <a:gd name="connsiteY67" fmla="*/ 726358 h 1160647"/>
                <a:gd name="connsiteX68" fmla="*/ 508700 w 3028183"/>
                <a:gd name="connsiteY68" fmla="*/ 725547 h 1160647"/>
                <a:gd name="connsiteX69" fmla="*/ 508700 w 3028183"/>
                <a:gd name="connsiteY69" fmla="*/ 719872 h 1160647"/>
                <a:gd name="connsiteX70" fmla="*/ 539100 w 3028183"/>
                <a:gd name="connsiteY70" fmla="*/ 719872 h 1160647"/>
                <a:gd name="connsiteX71" fmla="*/ 539100 w 3028183"/>
                <a:gd name="connsiteY71" fmla="*/ 743652 h 1160647"/>
                <a:gd name="connsiteX72" fmla="*/ 540113 w 3028183"/>
                <a:gd name="connsiteY72" fmla="*/ 743652 h 1160647"/>
                <a:gd name="connsiteX73" fmla="*/ 547207 w 3028183"/>
                <a:gd name="connsiteY73" fmla="*/ 743652 h 1160647"/>
                <a:gd name="connsiteX74" fmla="*/ 547207 w 3028183"/>
                <a:gd name="connsiteY74" fmla="*/ 744733 h 1160647"/>
                <a:gd name="connsiteX75" fmla="*/ 547207 w 3028183"/>
                <a:gd name="connsiteY75" fmla="*/ 752299 h 1160647"/>
                <a:gd name="connsiteX76" fmla="*/ 547967 w 3028183"/>
                <a:gd name="connsiteY76" fmla="*/ 752299 h 1160647"/>
                <a:gd name="connsiteX77" fmla="*/ 553287 w 3028183"/>
                <a:gd name="connsiteY77" fmla="*/ 752299 h 1160647"/>
                <a:gd name="connsiteX78" fmla="*/ 553287 w 3028183"/>
                <a:gd name="connsiteY78" fmla="*/ 750137 h 1160647"/>
                <a:gd name="connsiteX79" fmla="*/ 553287 w 3028183"/>
                <a:gd name="connsiteY79" fmla="*/ 735005 h 1160647"/>
                <a:gd name="connsiteX80" fmla="*/ 554300 w 3028183"/>
                <a:gd name="connsiteY80" fmla="*/ 735005 h 1160647"/>
                <a:gd name="connsiteX81" fmla="*/ 561394 w 3028183"/>
                <a:gd name="connsiteY81" fmla="*/ 735005 h 1160647"/>
                <a:gd name="connsiteX82" fmla="*/ 561394 w 3028183"/>
                <a:gd name="connsiteY82" fmla="*/ 736086 h 1160647"/>
                <a:gd name="connsiteX83" fmla="*/ 561394 w 3028183"/>
                <a:gd name="connsiteY83" fmla="*/ 743652 h 1160647"/>
                <a:gd name="connsiteX84" fmla="*/ 566714 w 3028183"/>
                <a:gd name="connsiteY84" fmla="*/ 741659 h 1160647"/>
                <a:gd name="connsiteX85" fmla="*/ 567474 w 3028183"/>
                <a:gd name="connsiteY85" fmla="*/ 740679 h 1160647"/>
                <a:gd name="connsiteX86" fmla="*/ 567474 w 3028183"/>
                <a:gd name="connsiteY86" fmla="*/ 735005 h 1160647"/>
                <a:gd name="connsiteX87" fmla="*/ 605981 w 3028183"/>
                <a:gd name="connsiteY87" fmla="*/ 735005 h 1160647"/>
                <a:gd name="connsiteX88" fmla="*/ 605981 w 3028183"/>
                <a:gd name="connsiteY88" fmla="*/ 758784 h 1160647"/>
                <a:gd name="connsiteX89" fmla="*/ 608007 w 3028183"/>
                <a:gd name="connsiteY89" fmla="*/ 758784 h 1160647"/>
                <a:gd name="connsiteX90" fmla="*/ 622194 w 3028183"/>
                <a:gd name="connsiteY90" fmla="*/ 758784 h 1160647"/>
                <a:gd name="connsiteX91" fmla="*/ 622194 w 3028183"/>
                <a:gd name="connsiteY91" fmla="*/ 759865 h 1160647"/>
                <a:gd name="connsiteX92" fmla="*/ 622194 w 3028183"/>
                <a:gd name="connsiteY92" fmla="*/ 767431 h 1160647"/>
                <a:gd name="connsiteX93" fmla="*/ 623968 w 3028183"/>
                <a:gd name="connsiteY93" fmla="*/ 767431 h 1160647"/>
                <a:gd name="connsiteX94" fmla="*/ 636381 w 3028183"/>
                <a:gd name="connsiteY94" fmla="*/ 767431 h 1160647"/>
                <a:gd name="connsiteX95" fmla="*/ 636381 w 3028183"/>
                <a:gd name="connsiteY95" fmla="*/ 743652 h 1160647"/>
                <a:gd name="connsiteX96" fmla="*/ 637394 w 3028183"/>
                <a:gd name="connsiteY96" fmla="*/ 743652 h 1160647"/>
                <a:gd name="connsiteX97" fmla="*/ 644488 w 3028183"/>
                <a:gd name="connsiteY97" fmla="*/ 743652 h 1160647"/>
                <a:gd name="connsiteX98" fmla="*/ 644488 w 3028183"/>
                <a:gd name="connsiteY98" fmla="*/ 711225 h 1160647"/>
                <a:gd name="connsiteX99" fmla="*/ 645501 w 3028183"/>
                <a:gd name="connsiteY99" fmla="*/ 711225 h 1160647"/>
                <a:gd name="connsiteX100" fmla="*/ 652595 w 3028183"/>
                <a:gd name="connsiteY100" fmla="*/ 711225 h 1160647"/>
                <a:gd name="connsiteX101" fmla="*/ 652595 w 3028183"/>
                <a:gd name="connsiteY101" fmla="*/ 709334 h 1160647"/>
                <a:gd name="connsiteX102" fmla="*/ 652595 w 3028183"/>
                <a:gd name="connsiteY102" fmla="*/ 696093 h 1160647"/>
                <a:gd name="connsiteX103" fmla="*/ 651328 w 3028183"/>
                <a:gd name="connsiteY103" fmla="*/ 694471 h 1160647"/>
                <a:gd name="connsiteX104" fmla="*/ 656648 w 3028183"/>
                <a:gd name="connsiteY104" fmla="*/ 683122 h 1160647"/>
                <a:gd name="connsiteX105" fmla="*/ 664755 w 3028183"/>
                <a:gd name="connsiteY105" fmla="*/ 711225 h 1160647"/>
                <a:gd name="connsiteX106" fmla="*/ 665515 w 3028183"/>
                <a:gd name="connsiteY106" fmla="*/ 711225 h 1160647"/>
                <a:gd name="connsiteX107" fmla="*/ 670835 w 3028183"/>
                <a:gd name="connsiteY107" fmla="*/ 711225 h 1160647"/>
                <a:gd name="connsiteX108" fmla="*/ 670835 w 3028183"/>
                <a:gd name="connsiteY108" fmla="*/ 605298 h 1160647"/>
                <a:gd name="connsiteX109" fmla="*/ 672355 w 3028183"/>
                <a:gd name="connsiteY109" fmla="*/ 605298 h 1160647"/>
                <a:gd name="connsiteX110" fmla="*/ 682995 w 3028183"/>
                <a:gd name="connsiteY110" fmla="*/ 605298 h 1160647"/>
                <a:gd name="connsiteX111" fmla="*/ 682995 w 3028183"/>
                <a:gd name="connsiteY111" fmla="*/ 557739 h 1160647"/>
                <a:gd name="connsiteX112" fmla="*/ 709342 w 3028183"/>
                <a:gd name="connsiteY112" fmla="*/ 557739 h 1160647"/>
                <a:gd name="connsiteX113" fmla="*/ 709342 w 3028183"/>
                <a:gd name="connsiteY113" fmla="*/ 536121 h 1160647"/>
                <a:gd name="connsiteX114" fmla="*/ 743796 w 3028183"/>
                <a:gd name="connsiteY114" fmla="*/ 536121 h 1160647"/>
                <a:gd name="connsiteX115" fmla="*/ 743796 w 3028183"/>
                <a:gd name="connsiteY115" fmla="*/ 538553 h 1160647"/>
                <a:gd name="connsiteX116" fmla="*/ 743796 w 3028183"/>
                <a:gd name="connsiteY116" fmla="*/ 555577 h 1160647"/>
                <a:gd name="connsiteX117" fmla="*/ 746076 w 3028183"/>
                <a:gd name="connsiteY117" fmla="*/ 555577 h 1160647"/>
                <a:gd name="connsiteX118" fmla="*/ 762036 w 3028183"/>
                <a:gd name="connsiteY118" fmla="*/ 555577 h 1160647"/>
                <a:gd name="connsiteX119" fmla="*/ 762036 w 3028183"/>
                <a:gd name="connsiteY119" fmla="*/ 603136 h 1160647"/>
                <a:gd name="connsiteX120" fmla="*/ 763049 w 3028183"/>
                <a:gd name="connsiteY120" fmla="*/ 603136 h 1160647"/>
                <a:gd name="connsiteX121" fmla="*/ 770143 w 3028183"/>
                <a:gd name="connsiteY121" fmla="*/ 603136 h 1160647"/>
                <a:gd name="connsiteX122" fmla="*/ 784330 w 3028183"/>
                <a:gd name="connsiteY122" fmla="*/ 607460 h 1160647"/>
                <a:gd name="connsiteX123" fmla="*/ 784330 w 3028183"/>
                <a:gd name="connsiteY123" fmla="*/ 646372 h 1160647"/>
                <a:gd name="connsiteX124" fmla="*/ 785343 w 3028183"/>
                <a:gd name="connsiteY124" fmla="*/ 646372 h 1160647"/>
                <a:gd name="connsiteX125" fmla="*/ 792436 w 3028183"/>
                <a:gd name="connsiteY125" fmla="*/ 646372 h 1160647"/>
                <a:gd name="connsiteX126" fmla="*/ 792436 w 3028183"/>
                <a:gd name="connsiteY126" fmla="*/ 647993 h 1160647"/>
                <a:gd name="connsiteX127" fmla="*/ 792436 w 3028183"/>
                <a:gd name="connsiteY127" fmla="*/ 659342 h 1160647"/>
                <a:gd name="connsiteX128" fmla="*/ 794463 w 3028183"/>
                <a:gd name="connsiteY128" fmla="*/ 659342 h 1160647"/>
                <a:gd name="connsiteX129" fmla="*/ 808650 w 3028183"/>
                <a:gd name="connsiteY129" fmla="*/ 659342 h 1160647"/>
                <a:gd name="connsiteX130" fmla="*/ 814730 w 3028183"/>
                <a:gd name="connsiteY130" fmla="*/ 665828 h 1160647"/>
                <a:gd name="connsiteX131" fmla="*/ 814730 w 3028183"/>
                <a:gd name="connsiteY131" fmla="*/ 687446 h 1160647"/>
                <a:gd name="connsiteX132" fmla="*/ 817010 w 3028183"/>
                <a:gd name="connsiteY132" fmla="*/ 687446 h 1160647"/>
                <a:gd name="connsiteX133" fmla="*/ 832970 w 3028183"/>
                <a:gd name="connsiteY133" fmla="*/ 687446 h 1160647"/>
                <a:gd name="connsiteX134" fmla="*/ 832970 w 3028183"/>
                <a:gd name="connsiteY134" fmla="*/ 688526 h 1160647"/>
                <a:gd name="connsiteX135" fmla="*/ 832970 w 3028183"/>
                <a:gd name="connsiteY135" fmla="*/ 696093 h 1160647"/>
                <a:gd name="connsiteX136" fmla="*/ 834237 w 3028183"/>
                <a:gd name="connsiteY136" fmla="*/ 696093 h 1160647"/>
                <a:gd name="connsiteX137" fmla="*/ 843104 w 3028183"/>
                <a:gd name="connsiteY137" fmla="*/ 696093 h 1160647"/>
                <a:gd name="connsiteX138" fmla="*/ 843104 w 3028183"/>
                <a:gd name="connsiteY138" fmla="*/ 698254 h 1160647"/>
                <a:gd name="connsiteX139" fmla="*/ 843104 w 3028183"/>
                <a:gd name="connsiteY139" fmla="*/ 713387 h 1160647"/>
                <a:gd name="connsiteX140" fmla="*/ 847157 w 3028183"/>
                <a:gd name="connsiteY140" fmla="*/ 711495 h 1160647"/>
                <a:gd name="connsiteX141" fmla="*/ 847157 w 3028183"/>
                <a:gd name="connsiteY141" fmla="*/ 698254 h 1160647"/>
                <a:gd name="connsiteX142" fmla="*/ 848170 w 3028183"/>
                <a:gd name="connsiteY142" fmla="*/ 698254 h 1160647"/>
                <a:gd name="connsiteX143" fmla="*/ 855264 w 3028183"/>
                <a:gd name="connsiteY143" fmla="*/ 698254 h 1160647"/>
                <a:gd name="connsiteX144" fmla="*/ 855264 w 3028183"/>
                <a:gd name="connsiteY144" fmla="*/ 699876 h 1160647"/>
                <a:gd name="connsiteX145" fmla="*/ 855264 w 3028183"/>
                <a:gd name="connsiteY145" fmla="*/ 711225 h 1160647"/>
                <a:gd name="connsiteX146" fmla="*/ 856024 w 3028183"/>
                <a:gd name="connsiteY146" fmla="*/ 711225 h 1160647"/>
                <a:gd name="connsiteX147" fmla="*/ 861344 w 3028183"/>
                <a:gd name="connsiteY147" fmla="*/ 711225 h 1160647"/>
                <a:gd name="connsiteX148" fmla="*/ 909984 w 3028183"/>
                <a:gd name="connsiteY148" fmla="*/ 706902 h 1160647"/>
                <a:gd name="connsiteX149" fmla="*/ 909984 w 3028183"/>
                <a:gd name="connsiteY149" fmla="*/ 708253 h 1160647"/>
                <a:gd name="connsiteX150" fmla="*/ 909984 w 3028183"/>
                <a:gd name="connsiteY150" fmla="*/ 717710 h 1160647"/>
                <a:gd name="connsiteX151" fmla="*/ 910744 w 3028183"/>
                <a:gd name="connsiteY151" fmla="*/ 717710 h 1160647"/>
                <a:gd name="connsiteX152" fmla="*/ 916065 w 3028183"/>
                <a:gd name="connsiteY152" fmla="*/ 717710 h 1160647"/>
                <a:gd name="connsiteX153" fmla="*/ 916065 w 3028183"/>
                <a:gd name="connsiteY153" fmla="*/ 719872 h 1160647"/>
                <a:gd name="connsiteX154" fmla="*/ 916065 w 3028183"/>
                <a:gd name="connsiteY154" fmla="*/ 735005 h 1160647"/>
                <a:gd name="connsiteX155" fmla="*/ 918091 w 3028183"/>
                <a:gd name="connsiteY155" fmla="*/ 733654 h 1160647"/>
                <a:gd name="connsiteX156" fmla="*/ 932278 w 3028183"/>
                <a:gd name="connsiteY156" fmla="*/ 724196 h 1160647"/>
                <a:gd name="connsiteX157" fmla="*/ 938358 w 3028183"/>
                <a:gd name="connsiteY157" fmla="*/ 683122 h 1160647"/>
                <a:gd name="connsiteX158" fmla="*/ 939118 w 3028183"/>
                <a:gd name="connsiteY158" fmla="*/ 682852 h 1160647"/>
                <a:gd name="connsiteX159" fmla="*/ 944438 w 3028183"/>
                <a:gd name="connsiteY159" fmla="*/ 680960 h 1160647"/>
                <a:gd name="connsiteX160" fmla="*/ 946465 w 3028183"/>
                <a:gd name="connsiteY160" fmla="*/ 611783 h 1160647"/>
                <a:gd name="connsiteX161" fmla="*/ 948492 w 3028183"/>
                <a:gd name="connsiteY161" fmla="*/ 680960 h 1160647"/>
                <a:gd name="connsiteX162" fmla="*/ 949252 w 3028183"/>
                <a:gd name="connsiteY162" fmla="*/ 681230 h 1160647"/>
                <a:gd name="connsiteX163" fmla="*/ 954572 w 3028183"/>
                <a:gd name="connsiteY163" fmla="*/ 683122 h 1160647"/>
                <a:gd name="connsiteX164" fmla="*/ 954572 w 3028183"/>
                <a:gd name="connsiteY164" fmla="*/ 596651 h 1160647"/>
                <a:gd name="connsiteX165" fmla="*/ 958625 w 3028183"/>
                <a:gd name="connsiteY165" fmla="*/ 564224 h 1160647"/>
                <a:gd name="connsiteX166" fmla="*/ 997132 w 3028183"/>
                <a:gd name="connsiteY166" fmla="*/ 564224 h 1160647"/>
                <a:gd name="connsiteX167" fmla="*/ 997132 w 3028183"/>
                <a:gd name="connsiteY167" fmla="*/ 596651 h 1160647"/>
                <a:gd name="connsiteX168" fmla="*/ 997892 w 3028183"/>
                <a:gd name="connsiteY168" fmla="*/ 596651 h 1160647"/>
                <a:gd name="connsiteX169" fmla="*/ 1003212 w 3028183"/>
                <a:gd name="connsiteY169" fmla="*/ 596651 h 1160647"/>
                <a:gd name="connsiteX170" fmla="*/ 1003212 w 3028183"/>
                <a:gd name="connsiteY170" fmla="*/ 514503 h 1160647"/>
                <a:gd name="connsiteX171" fmla="*/ 1004986 w 3028183"/>
                <a:gd name="connsiteY171" fmla="*/ 514503 h 1160647"/>
                <a:gd name="connsiteX172" fmla="*/ 1017399 w 3028183"/>
                <a:gd name="connsiteY172" fmla="*/ 514503 h 1160647"/>
                <a:gd name="connsiteX173" fmla="*/ 1017399 w 3028183"/>
                <a:gd name="connsiteY173" fmla="*/ 512612 h 1160647"/>
                <a:gd name="connsiteX174" fmla="*/ 1017399 w 3028183"/>
                <a:gd name="connsiteY174" fmla="*/ 499371 h 1160647"/>
                <a:gd name="connsiteX175" fmla="*/ 1039693 w 3028183"/>
                <a:gd name="connsiteY175" fmla="*/ 499371 h 1160647"/>
                <a:gd name="connsiteX176" fmla="*/ 1039693 w 3028183"/>
                <a:gd name="connsiteY176" fmla="*/ 498290 h 1160647"/>
                <a:gd name="connsiteX177" fmla="*/ 1039693 w 3028183"/>
                <a:gd name="connsiteY177" fmla="*/ 490724 h 1160647"/>
                <a:gd name="connsiteX178" fmla="*/ 1041466 w 3028183"/>
                <a:gd name="connsiteY178" fmla="*/ 490724 h 1160647"/>
                <a:gd name="connsiteX179" fmla="*/ 1053880 w 3028183"/>
                <a:gd name="connsiteY179" fmla="*/ 490724 h 1160647"/>
                <a:gd name="connsiteX180" fmla="*/ 1053880 w 3028183"/>
                <a:gd name="connsiteY180" fmla="*/ 491805 h 1160647"/>
                <a:gd name="connsiteX181" fmla="*/ 1053880 w 3028183"/>
                <a:gd name="connsiteY181" fmla="*/ 499371 h 1160647"/>
                <a:gd name="connsiteX182" fmla="*/ 1054640 w 3028183"/>
                <a:gd name="connsiteY182" fmla="*/ 499371 h 1160647"/>
                <a:gd name="connsiteX183" fmla="*/ 1059960 w 3028183"/>
                <a:gd name="connsiteY183" fmla="*/ 499371 h 1160647"/>
                <a:gd name="connsiteX184" fmla="*/ 1070093 w 3028183"/>
                <a:gd name="connsiteY184" fmla="*/ 495047 h 1160647"/>
                <a:gd name="connsiteX185" fmla="*/ 1074146 w 3028183"/>
                <a:gd name="connsiteY185" fmla="*/ 498290 h 1160647"/>
                <a:gd name="connsiteX186" fmla="*/ 1074146 w 3028183"/>
                <a:gd name="connsiteY186" fmla="*/ 490724 h 1160647"/>
                <a:gd name="connsiteX187" fmla="*/ 1076426 w 3028183"/>
                <a:gd name="connsiteY187" fmla="*/ 490724 h 1160647"/>
                <a:gd name="connsiteX188" fmla="*/ 1092387 w 3028183"/>
                <a:gd name="connsiteY188" fmla="*/ 490724 h 1160647"/>
                <a:gd name="connsiteX189" fmla="*/ 1092387 w 3028183"/>
                <a:gd name="connsiteY189" fmla="*/ 491805 h 1160647"/>
                <a:gd name="connsiteX190" fmla="*/ 1092387 w 3028183"/>
                <a:gd name="connsiteY190" fmla="*/ 499371 h 1160647"/>
                <a:gd name="connsiteX191" fmla="*/ 1122787 w 3028183"/>
                <a:gd name="connsiteY191" fmla="*/ 499371 h 1160647"/>
                <a:gd name="connsiteX192" fmla="*/ 1122787 w 3028183"/>
                <a:gd name="connsiteY192" fmla="*/ 500992 h 1160647"/>
                <a:gd name="connsiteX193" fmla="*/ 1122787 w 3028183"/>
                <a:gd name="connsiteY193" fmla="*/ 512342 h 1160647"/>
                <a:gd name="connsiteX194" fmla="*/ 1149134 w 3028183"/>
                <a:gd name="connsiteY194" fmla="*/ 512342 h 1160647"/>
                <a:gd name="connsiteX195" fmla="*/ 1149134 w 3028183"/>
                <a:gd name="connsiteY195" fmla="*/ 542606 h 1160647"/>
                <a:gd name="connsiteX196" fmla="*/ 1149894 w 3028183"/>
                <a:gd name="connsiteY196" fmla="*/ 542606 h 1160647"/>
                <a:gd name="connsiteX197" fmla="*/ 1155214 w 3028183"/>
                <a:gd name="connsiteY197" fmla="*/ 542606 h 1160647"/>
                <a:gd name="connsiteX198" fmla="*/ 1155214 w 3028183"/>
                <a:gd name="connsiteY198" fmla="*/ 543687 h 1160647"/>
                <a:gd name="connsiteX199" fmla="*/ 1155214 w 3028183"/>
                <a:gd name="connsiteY199" fmla="*/ 551254 h 1160647"/>
                <a:gd name="connsiteX200" fmla="*/ 1159268 w 3028183"/>
                <a:gd name="connsiteY200" fmla="*/ 581518 h 1160647"/>
                <a:gd name="connsiteX201" fmla="*/ 1160028 w 3028183"/>
                <a:gd name="connsiteY201" fmla="*/ 581518 h 1160647"/>
                <a:gd name="connsiteX202" fmla="*/ 1165348 w 3028183"/>
                <a:gd name="connsiteY202" fmla="*/ 581518 h 1160647"/>
                <a:gd name="connsiteX203" fmla="*/ 1165348 w 3028183"/>
                <a:gd name="connsiteY203" fmla="*/ 582329 h 1160647"/>
                <a:gd name="connsiteX204" fmla="*/ 1165348 w 3028183"/>
                <a:gd name="connsiteY204" fmla="*/ 588004 h 1160647"/>
                <a:gd name="connsiteX205" fmla="*/ 1166361 w 3028183"/>
                <a:gd name="connsiteY205" fmla="*/ 588004 h 1160647"/>
                <a:gd name="connsiteX206" fmla="*/ 1173454 w 3028183"/>
                <a:gd name="connsiteY206" fmla="*/ 588004 h 1160647"/>
                <a:gd name="connsiteX207" fmla="*/ 1173454 w 3028183"/>
                <a:gd name="connsiteY207" fmla="*/ 618269 h 1160647"/>
                <a:gd name="connsiteX208" fmla="*/ 1175481 w 3028183"/>
                <a:gd name="connsiteY208" fmla="*/ 618269 h 1160647"/>
                <a:gd name="connsiteX209" fmla="*/ 1189668 w 3028183"/>
                <a:gd name="connsiteY209" fmla="*/ 618269 h 1160647"/>
                <a:gd name="connsiteX210" fmla="*/ 1189668 w 3028183"/>
                <a:gd name="connsiteY210" fmla="*/ 642048 h 1160647"/>
                <a:gd name="connsiteX211" fmla="*/ 1191695 w 3028183"/>
                <a:gd name="connsiteY211" fmla="*/ 643669 h 1160647"/>
                <a:gd name="connsiteX212" fmla="*/ 1191695 w 3028183"/>
                <a:gd name="connsiteY212" fmla="*/ 655019 h 1160647"/>
                <a:gd name="connsiteX213" fmla="*/ 1192455 w 3028183"/>
                <a:gd name="connsiteY213" fmla="*/ 655019 h 1160647"/>
                <a:gd name="connsiteX214" fmla="*/ 1197775 w 3028183"/>
                <a:gd name="connsiteY214" fmla="*/ 655019 h 1160647"/>
                <a:gd name="connsiteX215" fmla="*/ 1197775 w 3028183"/>
                <a:gd name="connsiteY215" fmla="*/ 678798 h 1160647"/>
                <a:gd name="connsiteX216" fmla="*/ 1199041 w 3028183"/>
                <a:gd name="connsiteY216" fmla="*/ 678798 h 1160647"/>
                <a:gd name="connsiteX217" fmla="*/ 1207908 w 3028183"/>
                <a:gd name="connsiteY217" fmla="*/ 678798 h 1160647"/>
                <a:gd name="connsiteX218" fmla="*/ 1209935 w 3028183"/>
                <a:gd name="connsiteY218" fmla="*/ 682852 h 1160647"/>
                <a:gd name="connsiteX219" fmla="*/ 1209935 w 3028183"/>
                <a:gd name="connsiteY219" fmla="*/ 696093 h 1160647"/>
                <a:gd name="connsiteX220" fmla="*/ 1211455 w 3028183"/>
                <a:gd name="connsiteY220" fmla="*/ 694201 h 1160647"/>
                <a:gd name="connsiteX221" fmla="*/ 1222095 w 3028183"/>
                <a:gd name="connsiteY221" fmla="*/ 680960 h 1160647"/>
                <a:gd name="connsiteX222" fmla="*/ 1250469 w 3028183"/>
                <a:gd name="connsiteY222" fmla="*/ 680960 h 1160647"/>
                <a:gd name="connsiteX223" fmla="*/ 1250469 w 3028183"/>
                <a:gd name="connsiteY223" fmla="*/ 767431 h 1160647"/>
                <a:gd name="connsiteX224" fmla="*/ 1251229 w 3028183"/>
                <a:gd name="connsiteY224" fmla="*/ 767431 h 1160647"/>
                <a:gd name="connsiteX225" fmla="*/ 1256549 w 3028183"/>
                <a:gd name="connsiteY225" fmla="*/ 767431 h 1160647"/>
                <a:gd name="connsiteX226" fmla="*/ 1257309 w 3028183"/>
                <a:gd name="connsiteY226" fmla="*/ 766080 h 1160647"/>
                <a:gd name="connsiteX227" fmla="*/ 1262629 w 3028183"/>
                <a:gd name="connsiteY227" fmla="*/ 756622 h 1160647"/>
                <a:gd name="connsiteX228" fmla="*/ 1262629 w 3028183"/>
                <a:gd name="connsiteY228" fmla="*/ 758514 h 1160647"/>
                <a:gd name="connsiteX229" fmla="*/ 1262629 w 3028183"/>
                <a:gd name="connsiteY229" fmla="*/ 771755 h 1160647"/>
                <a:gd name="connsiteX230" fmla="*/ 1266682 w 3028183"/>
                <a:gd name="connsiteY230" fmla="*/ 726358 h 1160647"/>
                <a:gd name="connsiteX231" fmla="*/ 1267442 w 3028183"/>
                <a:gd name="connsiteY231" fmla="*/ 726358 h 1160647"/>
                <a:gd name="connsiteX232" fmla="*/ 1272762 w 3028183"/>
                <a:gd name="connsiteY232" fmla="*/ 726358 h 1160647"/>
                <a:gd name="connsiteX233" fmla="*/ 1272762 w 3028183"/>
                <a:gd name="connsiteY233" fmla="*/ 661504 h 1160647"/>
                <a:gd name="connsiteX234" fmla="*/ 1273776 w 3028183"/>
                <a:gd name="connsiteY234" fmla="*/ 661504 h 1160647"/>
                <a:gd name="connsiteX235" fmla="*/ 1280869 w 3028183"/>
                <a:gd name="connsiteY235" fmla="*/ 661504 h 1160647"/>
                <a:gd name="connsiteX236" fmla="*/ 1293029 w 3028183"/>
                <a:gd name="connsiteY236" fmla="*/ 618269 h 1160647"/>
                <a:gd name="connsiteX237" fmla="*/ 1294296 w 3028183"/>
                <a:gd name="connsiteY237" fmla="*/ 618269 h 1160647"/>
                <a:gd name="connsiteX238" fmla="*/ 1303163 w 3028183"/>
                <a:gd name="connsiteY238" fmla="*/ 618269 h 1160647"/>
                <a:gd name="connsiteX239" fmla="*/ 1313296 w 3028183"/>
                <a:gd name="connsiteY239" fmla="*/ 661504 h 1160647"/>
                <a:gd name="connsiteX240" fmla="*/ 1314309 w 3028183"/>
                <a:gd name="connsiteY240" fmla="*/ 661504 h 1160647"/>
                <a:gd name="connsiteX241" fmla="*/ 1321403 w 3028183"/>
                <a:gd name="connsiteY241" fmla="*/ 661504 h 1160647"/>
                <a:gd name="connsiteX242" fmla="*/ 1321403 w 3028183"/>
                <a:gd name="connsiteY242" fmla="*/ 700416 h 1160647"/>
                <a:gd name="connsiteX243" fmla="*/ 1323176 w 3028183"/>
                <a:gd name="connsiteY243" fmla="*/ 700416 h 1160647"/>
                <a:gd name="connsiteX244" fmla="*/ 1335590 w 3028183"/>
                <a:gd name="connsiteY244" fmla="*/ 700416 h 1160647"/>
                <a:gd name="connsiteX245" fmla="*/ 1335590 w 3028183"/>
                <a:gd name="connsiteY245" fmla="*/ 702578 h 1160647"/>
                <a:gd name="connsiteX246" fmla="*/ 1335590 w 3028183"/>
                <a:gd name="connsiteY246" fmla="*/ 717710 h 1160647"/>
                <a:gd name="connsiteX247" fmla="*/ 1339643 w 3028183"/>
                <a:gd name="connsiteY247" fmla="*/ 715549 h 1160647"/>
                <a:gd name="connsiteX248" fmla="*/ 1339643 w 3028183"/>
                <a:gd name="connsiteY248" fmla="*/ 700416 h 1160647"/>
                <a:gd name="connsiteX249" fmla="*/ 1341163 w 3028183"/>
                <a:gd name="connsiteY249" fmla="*/ 700416 h 1160647"/>
                <a:gd name="connsiteX250" fmla="*/ 1351803 w 3028183"/>
                <a:gd name="connsiteY250" fmla="*/ 700416 h 1160647"/>
                <a:gd name="connsiteX251" fmla="*/ 1351803 w 3028183"/>
                <a:gd name="connsiteY251" fmla="*/ 702037 h 1160647"/>
                <a:gd name="connsiteX252" fmla="*/ 1351803 w 3028183"/>
                <a:gd name="connsiteY252" fmla="*/ 713387 h 1160647"/>
                <a:gd name="connsiteX253" fmla="*/ 1382204 w 3028183"/>
                <a:gd name="connsiteY253" fmla="*/ 713387 h 1160647"/>
                <a:gd name="connsiteX254" fmla="*/ 1382204 w 3028183"/>
                <a:gd name="connsiteY254" fmla="*/ 676637 h 1160647"/>
                <a:gd name="connsiteX255" fmla="*/ 1383470 w 3028183"/>
                <a:gd name="connsiteY255" fmla="*/ 676637 h 1160647"/>
                <a:gd name="connsiteX256" fmla="*/ 1392337 w 3028183"/>
                <a:gd name="connsiteY256" fmla="*/ 676637 h 1160647"/>
                <a:gd name="connsiteX257" fmla="*/ 1392337 w 3028183"/>
                <a:gd name="connsiteY257" fmla="*/ 698254 h 1160647"/>
                <a:gd name="connsiteX258" fmla="*/ 1394364 w 3028183"/>
                <a:gd name="connsiteY258" fmla="*/ 665828 h 1160647"/>
                <a:gd name="connsiteX259" fmla="*/ 1416657 w 3028183"/>
                <a:gd name="connsiteY259" fmla="*/ 665828 h 1160647"/>
                <a:gd name="connsiteX260" fmla="*/ 1416657 w 3028183"/>
                <a:gd name="connsiteY260" fmla="*/ 664206 h 1160647"/>
                <a:gd name="connsiteX261" fmla="*/ 1416657 w 3028183"/>
                <a:gd name="connsiteY261" fmla="*/ 652857 h 1160647"/>
                <a:gd name="connsiteX262" fmla="*/ 1417417 w 3028183"/>
                <a:gd name="connsiteY262" fmla="*/ 652857 h 1160647"/>
                <a:gd name="connsiteX263" fmla="*/ 1422737 w 3028183"/>
                <a:gd name="connsiteY263" fmla="*/ 652857 h 1160647"/>
                <a:gd name="connsiteX264" fmla="*/ 1422737 w 3028183"/>
                <a:gd name="connsiteY264" fmla="*/ 650966 h 1160647"/>
                <a:gd name="connsiteX265" fmla="*/ 1422737 w 3028183"/>
                <a:gd name="connsiteY265" fmla="*/ 637725 h 1160647"/>
                <a:gd name="connsiteX266" fmla="*/ 1426791 w 3028183"/>
                <a:gd name="connsiteY266" fmla="*/ 644210 h 1160647"/>
                <a:gd name="connsiteX267" fmla="*/ 1429071 w 3028183"/>
                <a:gd name="connsiteY267" fmla="*/ 644210 h 1160647"/>
                <a:gd name="connsiteX268" fmla="*/ 1445031 w 3028183"/>
                <a:gd name="connsiteY268" fmla="*/ 644210 h 1160647"/>
                <a:gd name="connsiteX269" fmla="*/ 1445031 w 3028183"/>
                <a:gd name="connsiteY269" fmla="*/ 643399 h 1160647"/>
                <a:gd name="connsiteX270" fmla="*/ 1445031 w 3028183"/>
                <a:gd name="connsiteY270" fmla="*/ 637725 h 1160647"/>
                <a:gd name="connsiteX271" fmla="*/ 1445791 w 3028183"/>
                <a:gd name="connsiteY271" fmla="*/ 637725 h 1160647"/>
                <a:gd name="connsiteX272" fmla="*/ 1451111 w 3028183"/>
                <a:gd name="connsiteY272" fmla="*/ 637725 h 1160647"/>
                <a:gd name="connsiteX273" fmla="*/ 1451111 w 3028183"/>
                <a:gd name="connsiteY273" fmla="*/ 639076 h 1160647"/>
                <a:gd name="connsiteX274" fmla="*/ 1451111 w 3028183"/>
                <a:gd name="connsiteY274" fmla="*/ 648534 h 1160647"/>
                <a:gd name="connsiteX275" fmla="*/ 1489618 w 3028183"/>
                <a:gd name="connsiteY275" fmla="*/ 648534 h 1160647"/>
                <a:gd name="connsiteX276" fmla="*/ 1489618 w 3028183"/>
                <a:gd name="connsiteY276" fmla="*/ 786887 h 1160647"/>
                <a:gd name="connsiteX277" fmla="*/ 1491138 w 3028183"/>
                <a:gd name="connsiteY277" fmla="*/ 786887 h 1160647"/>
                <a:gd name="connsiteX278" fmla="*/ 1501778 w 3028183"/>
                <a:gd name="connsiteY278" fmla="*/ 786887 h 1160647"/>
                <a:gd name="connsiteX279" fmla="*/ 1501778 w 3028183"/>
                <a:gd name="connsiteY279" fmla="*/ 773917 h 1160647"/>
                <a:gd name="connsiteX280" fmla="*/ 1505832 w 3028183"/>
                <a:gd name="connsiteY280" fmla="*/ 773917 h 1160647"/>
                <a:gd name="connsiteX281" fmla="*/ 1505832 w 3028183"/>
                <a:gd name="connsiteY281" fmla="*/ 786887 h 1160647"/>
                <a:gd name="connsiteX282" fmla="*/ 1536232 w 3028183"/>
                <a:gd name="connsiteY282" fmla="*/ 786887 h 1160647"/>
                <a:gd name="connsiteX283" fmla="*/ 1536232 w 3028183"/>
                <a:gd name="connsiteY283" fmla="*/ 756622 h 1160647"/>
                <a:gd name="connsiteX284" fmla="*/ 1548392 w 3028183"/>
                <a:gd name="connsiteY284" fmla="*/ 756622 h 1160647"/>
                <a:gd name="connsiteX285" fmla="*/ 1560552 w 3028183"/>
                <a:gd name="connsiteY285" fmla="*/ 754461 h 1160647"/>
                <a:gd name="connsiteX286" fmla="*/ 1564606 w 3028183"/>
                <a:gd name="connsiteY286" fmla="*/ 756622 h 1160647"/>
                <a:gd name="connsiteX287" fmla="*/ 1574739 w 3028183"/>
                <a:gd name="connsiteY287" fmla="*/ 756622 h 1160647"/>
                <a:gd name="connsiteX288" fmla="*/ 1574739 w 3028183"/>
                <a:gd name="connsiteY288" fmla="*/ 786887 h 1160647"/>
                <a:gd name="connsiteX289" fmla="*/ 1582846 w 3028183"/>
                <a:gd name="connsiteY289" fmla="*/ 786887 h 1160647"/>
                <a:gd name="connsiteX290" fmla="*/ 1582846 w 3028183"/>
                <a:gd name="connsiteY290" fmla="*/ 804182 h 1160647"/>
                <a:gd name="connsiteX291" fmla="*/ 1592182 w 3028183"/>
                <a:gd name="connsiteY291" fmla="*/ 805087 h 1160647"/>
                <a:gd name="connsiteX292" fmla="*/ 1605140 w 3028183"/>
                <a:gd name="connsiteY292" fmla="*/ 805087 h 1160647"/>
                <a:gd name="connsiteX293" fmla="*/ 1605140 w 3028183"/>
                <a:gd name="connsiteY293" fmla="*/ 789049 h 1160647"/>
                <a:gd name="connsiteX294" fmla="*/ 1673096 w 3028183"/>
                <a:gd name="connsiteY294" fmla="*/ 789049 h 1160647"/>
                <a:gd name="connsiteX295" fmla="*/ 1673096 w 3028183"/>
                <a:gd name="connsiteY295" fmla="*/ 703796 h 1160647"/>
                <a:gd name="connsiteX296" fmla="*/ 1745104 w 3028183"/>
                <a:gd name="connsiteY296" fmla="*/ 703796 h 1160647"/>
                <a:gd name="connsiteX297" fmla="*/ 1745104 w 3028183"/>
                <a:gd name="connsiteY297" fmla="*/ 782564 h 1160647"/>
                <a:gd name="connsiteX298" fmla="*/ 1747008 w 3028183"/>
                <a:gd name="connsiteY298" fmla="*/ 782564 h 1160647"/>
                <a:gd name="connsiteX299" fmla="*/ 1748250 w 3028183"/>
                <a:gd name="connsiteY299" fmla="*/ 805087 h 1160647"/>
                <a:gd name="connsiteX300" fmla="*/ 1757926 w 3028183"/>
                <a:gd name="connsiteY300" fmla="*/ 805087 h 1160647"/>
                <a:gd name="connsiteX301" fmla="*/ 1759168 w 3028183"/>
                <a:gd name="connsiteY301" fmla="*/ 782564 h 1160647"/>
                <a:gd name="connsiteX302" fmla="*/ 1765248 w 3028183"/>
                <a:gd name="connsiteY302" fmla="*/ 782564 h 1160647"/>
                <a:gd name="connsiteX303" fmla="*/ 1766490 w 3028183"/>
                <a:gd name="connsiteY303" fmla="*/ 805087 h 1160647"/>
                <a:gd name="connsiteX304" fmla="*/ 1817112 w 3028183"/>
                <a:gd name="connsiteY304" fmla="*/ 805087 h 1160647"/>
                <a:gd name="connsiteX305" fmla="*/ 1817112 w 3028183"/>
                <a:gd name="connsiteY305" fmla="*/ 642059 h 1160647"/>
                <a:gd name="connsiteX306" fmla="*/ 2014439 w 3028183"/>
                <a:gd name="connsiteY306" fmla="*/ 642059 h 1160647"/>
                <a:gd name="connsiteX307" fmla="*/ 2014439 w 3028183"/>
                <a:gd name="connsiteY307" fmla="*/ 805087 h 1160647"/>
                <a:gd name="connsiteX308" fmla="*/ 2033136 w 3028183"/>
                <a:gd name="connsiteY308" fmla="*/ 805087 h 1160647"/>
                <a:gd name="connsiteX309" fmla="*/ 2033136 w 3028183"/>
                <a:gd name="connsiteY309" fmla="*/ 722394 h 1160647"/>
                <a:gd name="connsiteX310" fmla="*/ 2128256 w 3028183"/>
                <a:gd name="connsiteY310" fmla="*/ 722394 h 1160647"/>
                <a:gd name="connsiteX311" fmla="*/ 2140186 w 3028183"/>
                <a:gd name="connsiteY311" fmla="*/ 404253 h 1160647"/>
                <a:gd name="connsiteX312" fmla="*/ 2128026 w 3028183"/>
                <a:gd name="connsiteY312" fmla="*/ 382635 h 1160647"/>
                <a:gd name="connsiteX313" fmla="*/ 2121946 w 3028183"/>
                <a:gd name="connsiteY313" fmla="*/ 378311 h 1160647"/>
                <a:gd name="connsiteX314" fmla="*/ 2130053 w 3028183"/>
                <a:gd name="connsiteY314" fmla="*/ 354532 h 1160647"/>
                <a:gd name="connsiteX315" fmla="*/ 2130053 w 3028183"/>
                <a:gd name="connsiteY315" fmla="*/ 337238 h 1160647"/>
                <a:gd name="connsiteX316" fmla="*/ 2144240 w 3028183"/>
                <a:gd name="connsiteY316" fmla="*/ 337238 h 1160647"/>
                <a:gd name="connsiteX317" fmla="*/ 2144240 w 3028183"/>
                <a:gd name="connsiteY317" fmla="*/ 315620 h 1160647"/>
                <a:gd name="connsiteX318" fmla="*/ 2146266 w 3028183"/>
                <a:gd name="connsiteY318" fmla="*/ 311296 h 1160647"/>
                <a:gd name="connsiteX319" fmla="*/ 2146266 w 3028183"/>
                <a:gd name="connsiteY319" fmla="*/ 233472 h 1160647"/>
                <a:gd name="connsiteX320" fmla="*/ 2144240 w 3028183"/>
                <a:gd name="connsiteY320" fmla="*/ 226987 h 1160647"/>
                <a:gd name="connsiteX321" fmla="*/ 2150320 w 3028183"/>
                <a:gd name="connsiteY321" fmla="*/ 220501 h 1160647"/>
                <a:gd name="connsiteX322" fmla="*/ 2150320 w 3028183"/>
                <a:gd name="connsiteY322" fmla="*/ 162133 h 1160647"/>
                <a:gd name="connsiteX323" fmla="*/ 2152346 w 3028183"/>
                <a:gd name="connsiteY323" fmla="*/ 157810 h 1160647"/>
                <a:gd name="connsiteX324" fmla="*/ 2152346 w 3028183"/>
                <a:gd name="connsiteY324" fmla="*/ 101604 h 1160647"/>
                <a:gd name="connsiteX325" fmla="*/ 2154373 w 3028183"/>
                <a:gd name="connsiteY325" fmla="*/ 82148 h 1160647"/>
                <a:gd name="connsiteX326" fmla="*/ 2158427 w 3028183"/>
                <a:gd name="connsiteY326" fmla="*/ 99442 h 1160647"/>
                <a:gd name="connsiteX327" fmla="*/ 2160453 w 3028183"/>
                <a:gd name="connsiteY327" fmla="*/ 157810 h 1160647"/>
                <a:gd name="connsiteX328" fmla="*/ 2162480 w 3028183"/>
                <a:gd name="connsiteY328" fmla="*/ 220501 h 1160647"/>
                <a:gd name="connsiteX329" fmla="*/ 2168560 w 3028183"/>
                <a:gd name="connsiteY329" fmla="*/ 226987 h 1160647"/>
                <a:gd name="connsiteX330" fmla="*/ 2166533 w 3028183"/>
                <a:gd name="connsiteY330" fmla="*/ 233472 h 1160647"/>
                <a:gd name="connsiteX331" fmla="*/ 2166533 w 3028183"/>
                <a:gd name="connsiteY331" fmla="*/ 311296 h 1160647"/>
                <a:gd name="connsiteX332" fmla="*/ 2168560 w 3028183"/>
                <a:gd name="connsiteY332" fmla="*/ 315620 h 1160647"/>
                <a:gd name="connsiteX333" fmla="*/ 2168560 w 3028183"/>
                <a:gd name="connsiteY333" fmla="*/ 337238 h 1160647"/>
                <a:gd name="connsiteX334" fmla="*/ 2182747 w 3028183"/>
                <a:gd name="connsiteY334" fmla="*/ 337238 h 1160647"/>
                <a:gd name="connsiteX335" fmla="*/ 2182747 w 3028183"/>
                <a:gd name="connsiteY335" fmla="*/ 354532 h 1160647"/>
                <a:gd name="connsiteX336" fmla="*/ 2190854 w 3028183"/>
                <a:gd name="connsiteY336" fmla="*/ 378311 h 1160647"/>
                <a:gd name="connsiteX337" fmla="*/ 2184774 w 3028183"/>
                <a:gd name="connsiteY337" fmla="*/ 382635 h 1160647"/>
                <a:gd name="connsiteX338" fmla="*/ 2172613 w 3028183"/>
                <a:gd name="connsiteY338" fmla="*/ 404253 h 1160647"/>
                <a:gd name="connsiteX339" fmla="*/ 2180720 w 3028183"/>
                <a:gd name="connsiteY339" fmla="*/ 657181 h 1160647"/>
                <a:gd name="connsiteX340" fmla="*/ 2245574 w 3028183"/>
                <a:gd name="connsiteY340" fmla="*/ 657181 h 1160647"/>
                <a:gd name="connsiteX341" fmla="*/ 2245574 w 3028183"/>
                <a:gd name="connsiteY341" fmla="*/ 732843 h 1160647"/>
                <a:gd name="connsiteX342" fmla="*/ 2253681 w 3028183"/>
                <a:gd name="connsiteY342" fmla="*/ 732843 h 1160647"/>
                <a:gd name="connsiteX343" fmla="*/ 2255708 w 3028183"/>
                <a:gd name="connsiteY343" fmla="*/ 726358 h 1160647"/>
                <a:gd name="connsiteX344" fmla="*/ 2261788 w 3028183"/>
                <a:gd name="connsiteY344" fmla="*/ 726358 h 1160647"/>
                <a:gd name="connsiteX345" fmla="*/ 2263815 w 3028183"/>
                <a:gd name="connsiteY345" fmla="*/ 735005 h 1160647"/>
                <a:gd name="connsiteX346" fmla="*/ 2275975 w 3028183"/>
                <a:gd name="connsiteY346" fmla="*/ 735005 h 1160647"/>
                <a:gd name="connsiteX347" fmla="*/ 2275975 w 3028183"/>
                <a:gd name="connsiteY347" fmla="*/ 728519 h 1160647"/>
                <a:gd name="connsiteX348" fmla="*/ 2298268 w 3028183"/>
                <a:gd name="connsiteY348" fmla="*/ 728519 h 1160647"/>
                <a:gd name="connsiteX349" fmla="*/ 2298268 w 3028183"/>
                <a:gd name="connsiteY349" fmla="*/ 735005 h 1160647"/>
                <a:gd name="connsiteX350" fmla="*/ 2318535 w 3028183"/>
                <a:gd name="connsiteY350" fmla="*/ 735005 h 1160647"/>
                <a:gd name="connsiteX351" fmla="*/ 2318535 w 3028183"/>
                <a:gd name="connsiteY351" fmla="*/ 780402 h 1160647"/>
                <a:gd name="connsiteX352" fmla="*/ 2332722 w 3028183"/>
                <a:gd name="connsiteY352" fmla="*/ 780402 h 1160647"/>
                <a:gd name="connsiteX353" fmla="*/ 2332722 w 3028183"/>
                <a:gd name="connsiteY353" fmla="*/ 767431 h 1160647"/>
                <a:gd name="connsiteX354" fmla="*/ 2348936 w 3028183"/>
                <a:gd name="connsiteY354" fmla="*/ 767431 h 1160647"/>
                <a:gd name="connsiteX355" fmla="*/ 2348936 w 3028183"/>
                <a:gd name="connsiteY355" fmla="*/ 588004 h 1160647"/>
                <a:gd name="connsiteX356" fmla="*/ 2355016 w 3028183"/>
                <a:gd name="connsiteY356" fmla="*/ 581518 h 1160647"/>
                <a:gd name="connsiteX357" fmla="*/ 2427977 w 3028183"/>
                <a:gd name="connsiteY357" fmla="*/ 581518 h 1160647"/>
                <a:gd name="connsiteX358" fmla="*/ 2427977 w 3028183"/>
                <a:gd name="connsiteY358" fmla="*/ 590166 h 1160647"/>
                <a:gd name="connsiteX359" fmla="*/ 2438110 w 3028183"/>
                <a:gd name="connsiteY359" fmla="*/ 590166 h 1160647"/>
                <a:gd name="connsiteX360" fmla="*/ 2438110 w 3028183"/>
                <a:gd name="connsiteY360" fmla="*/ 704740 h 1160647"/>
                <a:gd name="connsiteX361" fmla="*/ 2460404 w 3028183"/>
                <a:gd name="connsiteY361" fmla="*/ 704740 h 1160647"/>
                <a:gd name="connsiteX362" fmla="*/ 2460404 w 3028183"/>
                <a:gd name="connsiteY362" fmla="*/ 637725 h 1160647"/>
                <a:gd name="connsiteX363" fmla="*/ 2486751 w 3028183"/>
                <a:gd name="connsiteY363" fmla="*/ 637725 h 1160647"/>
                <a:gd name="connsiteX364" fmla="*/ 2490804 w 3028183"/>
                <a:gd name="connsiteY364" fmla="*/ 633401 h 1160647"/>
                <a:gd name="connsiteX365" fmla="*/ 2498911 w 3028183"/>
                <a:gd name="connsiteY365" fmla="*/ 633401 h 1160647"/>
                <a:gd name="connsiteX366" fmla="*/ 2502964 w 3028183"/>
                <a:gd name="connsiteY366" fmla="*/ 637725 h 1160647"/>
                <a:gd name="connsiteX367" fmla="*/ 2525258 w 3028183"/>
                <a:gd name="connsiteY367" fmla="*/ 637725 h 1160647"/>
                <a:gd name="connsiteX368" fmla="*/ 2525258 w 3028183"/>
                <a:gd name="connsiteY368" fmla="*/ 520989 h 1160647"/>
                <a:gd name="connsiteX369" fmla="*/ 2582005 w 3028183"/>
                <a:gd name="connsiteY369" fmla="*/ 510180 h 1160647"/>
                <a:gd name="connsiteX370" fmla="*/ 2582005 w 3028183"/>
                <a:gd name="connsiteY370" fmla="*/ 511261 h 1160647"/>
                <a:gd name="connsiteX371" fmla="*/ 2582005 w 3028183"/>
                <a:gd name="connsiteY371" fmla="*/ 518827 h 1160647"/>
                <a:gd name="connsiteX372" fmla="*/ 2608352 w 3028183"/>
                <a:gd name="connsiteY372" fmla="*/ 518827 h 1160647"/>
                <a:gd name="connsiteX373" fmla="*/ 2608352 w 3028183"/>
                <a:gd name="connsiteY373" fmla="*/ 773917 h 1160647"/>
                <a:gd name="connsiteX374" fmla="*/ 2630646 w 3028183"/>
                <a:gd name="connsiteY374" fmla="*/ 773917 h 1160647"/>
                <a:gd name="connsiteX375" fmla="*/ 2630646 w 3028183"/>
                <a:gd name="connsiteY375" fmla="*/ 769593 h 1160647"/>
                <a:gd name="connsiteX376" fmla="*/ 2642806 w 3028183"/>
                <a:gd name="connsiteY376" fmla="*/ 769593 h 1160647"/>
                <a:gd name="connsiteX377" fmla="*/ 2642806 w 3028183"/>
                <a:gd name="connsiteY377" fmla="*/ 773917 h 1160647"/>
                <a:gd name="connsiteX378" fmla="*/ 2667126 w 3028183"/>
                <a:gd name="connsiteY378" fmla="*/ 773917 h 1160647"/>
                <a:gd name="connsiteX379" fmla="*/ 2667126 w 3028183"/>
                <a:gd name="connsiteY379" fmla="*/ 760946 h 1160647"/>
                <a:gd name="connsiteX380" fmla="*/ 2695500 w 3028183"/>
                <a:gd name="connsiteY380" fmla="*/ 760946 h 1160647"/>
                <a:gd name="connsiteX381" fmla="*/ 2707660 w 3028183"/>
                <a:gd name="connsiteY381" fmla="*/ 756622 h 1160647"/>
                <a:gd name="connsiteX382" fmla="*/ 2727927 w 3028183"/>
                <a:gd name="connsiteY382" fmla="*/ 760946 h 1160647"/>
                <a:gd name="connsiteX383" fmla="*/ 2727927 w 3028183"/>
                <a:gd name="connsiteY383" fmla="*/ 743652 h 1160647"/>
                <a:gd name="connsiteX384" fmla="*/ 2736034 w 3028183"/>
                <a:gd name="connsiteY384" fmla="*/ 743652 h 1160647"/>
                <a:gd name="connsiteX385" fmla="*/ 2736034 w 3028183"/>
                <a:gd name="connsiteY385" fmla="*/ 730681 h 1160647"/>
                <a:gd name="connsiteX386" fmla="*/ 2792781 w 3028183"/>
                <a:gd name="connsiteY386" fmla="*/ 730681 h 1160647"/>
                <a:gd name="connsiteX387" fmla="*/ 2792781 w 3028183"/>
                <a:gd name="connsiteY387" fmla="*/ 700416 h 1160647"/>
                <a:gd name="connsiteX388" fmla="*/ 2811021 w 3028183"/>
                <a:gd name="connsiteY388" fmla="*/ 700416 h 1160647"/>
                <a:gd name="connsiteX389" fmla="*/ 2811021 w 3028183"/>
                <a:gd name="connsiteY389" fmla="*/ 693931 h 1160647"/>
                <a:gd name="connsiteX390" fmla="*/ 2823181 w 3028183"/>
                <a:gd name="connsiteY390" fmla="*/ 693931 h 1160647"/>
                <a:gd name="connsiteX391" fmla="*/ 2823181 w 3028183"/>
                <a:gd name="connsiteY391" fmla="*/ 700416 h 1160647"/>
                <a:gd name="connsiteX392" fmla="*/ 2839395 w 3028183"/>
                <a:gd name="connsiteY392" fmla="*/ 700416 h 1160647"/>
                <a:gd name="connsiteX393" fmla="*/ 2839395 w 3028183"/>
                <a:gd name="connsiteY393" fmla="*/ 750137 h 1160647"/>
                <a:gd name="connsiteX394" fmla="*/ 2871822 w 3028183"/>
                <a:gd name="connsiteY394" fmla="*/ 750137 h 1160647"/>
                <a:gd name="connsiteX395" fmla="*/ 2871822 w 3028183"/>
                <a:gd name="connsiteY395" fmla="*/ 724196 h 1160647"/>
                <a:gd name="connsiteX396" fmla="*/ 2910329 w 3028183"/>
                <a:gd name="connsiteY396" fmla="*/ 724196 h 1160647"/>
                <a:gd name="connsiteX397" fmla="*/ 2910329 w 3028183"/>
                <a:gd name="connsiteY397" fmla="*/ 693931 h 1160647"/>
                <a:gd name="connsiteX398" fmla="*/ 2958970 w 3028183"/>
                <a:gd name="connsiteY398" fmla="*/ 693931 h 1160647"/>
                <a:gd name="connsiteX399" fmla="*/ 2958970 w 3028183"/>
                <a:gd name="connsiteY399" fmla="*/ 805087 h 1160647"/>
                <a:gd name="connsiteX400" fmla="*/ 2958970 w 3028183"/>
                <a:gd name="connsiteY400" fmla="*/ 818866 h 1160647"/>
                <a:gd name="connsiteX401" fmla="*/ 3024845 w 3028183"/>
                <a:gd name="connsiteY401" fmla="*/ 818866 h 1160647"/>
                <a:gd name="connsiteX402" fmla="*/ 3028183 w 3028183"/>
                <a:gd name="connsiteY402" fmla="*/ 1160647 h 1160647"/>
                <a:gd name="connsiteX403" fmla="*/ 2054 w 3028183"/>
                <a:gd name="connsiteY403" fmla="*/ 1158314 h 1160647"/>
                <a:gd name="connsiteX404" fmla="*/ 0 w 3028183"/>
                <a:gd name="connsiteY404" fmla="*/ 724196 h 1160647"/>
                <a:gd name="connsiteX405" fmla="*/ 20267 w 3028183"/>
                <a:gd name="connsiteY405" fmla="*/ 724196 h 1160647"/>
                <a:gd name="connsiteX406" fmla="*/ 20774 w 3028183"/>
                <a:gd name="connsiteY406" fmla="*/ 723115 h 1160647"/>
                <a:gd name="connsiteX407" fmla="*/ 24320 w 3028183"/>
                <a:gd name="connsiteY407" fmla="*/ 715549 h 1160647"/>
                <a:gd name="connsiteX408" fmla="*/ 26094 w 3028183"/>
                <a:gd name="connsiteY408" fmla="*/ 715819 h 1160647"/>
                <a:gd name="connsiteX409" fmla="*/ 38507 w 3028183"/>
                <a:gd name="connsiteY409" fmla="*/ 717710 h 1160647"/>
                <a:gd name="connsiteX410" fmla="*/ 39014 w 3028183"/>
                <a:gd name="connsiteY410" fmla="*/ 719062 h 1160647"/>
                <a:gd name="connsiteX411" fmla="*/ 42560 w 3028183"/>
                <a:gd name="connsiteY411" fmla="*/ 728519 h 1160647"/>
                <a:gd name="connsiteX412" fmla="*/ 68907 w 3028183"/>
                <a:gd name="connsiteY412" fmla="*/ 730681 h 1160647"/>
                <a:gd name="connsiteX413" fmla="*/ 68907 w 3028183"/>
                <a:gd name="connsiteY413" fmla="*/ 607460 h 1160647"/>
                <a:gd name="connsiteX414" fmla="*/ 70934 w 3028183"/>
                <a:gd name="connsiteY414" fmla="*/ 607460 h 1160647"/>
                <a:gd name="connsiteX415" fmla="*/ 85121 w 3028183"/>
                <a:gd name="connsiteY415" fmla="*/ 607460 h 1160647"/>
                <a:gd name="connsiteX416" fmla="*/ 85121 w 3028183"/>
                <a:gd name="connsiteY416" fmla="*/ 471268 h 1160647"/>
                <a:gd name="connsiteX417" fmla="*/ 86894 w 3028183"/>
                <a:gd name="connsiteY417" fmla="*/ 471268 h 1160647"/>
                <a:gd name="connsiteX418" fmla="*/ 99308 w 3028183"/>
                <a:gd name="connsiteY418" fmla="*/ 471268 h 1160647"/>
                <a:gd name="connsiteX419" fmla="*/ 99308 w 3028183"/>
                <a:gd name="connsiteY419" fmla="*/ 356694 h 1160647"/>
                <a:gd name="connsiteX420" fmla="*/ 103361 w 3028183"/>
                <a:gd name="connsiteY420" fmla="*/ 328590 h 1160647"/>
                <a:gd name="connsiteX421" fmla="*/ 105388 w 3028183"/>
                <a:gd name="connsiteY421" fmla="*/ 328590 h 1160647"/>
                <a:gd name="connsiteX422" fmla="*/ 119575 w 3028183"/>
                <a:gd name="connsiteY422" fmla="*/ 328590 h 1160647"/>
                <a:gd name="connsiteX423" fmla="*/ 156055 w 3028183"/>
                <a:gd name="connsiteY423" fmla="*/ 246443 h 1160647"/>
                <a:gd name="connsiteX424" fmla="*/ 160109 w 3028183"/>
                <a:gd name="connsiteY424" fmla="*/ 0 h 1160647"/>
                <a:gd name="connsiteX0" fmla="*/ 160109 w 3028183"/>
                <a:gd name="connsiteY0" fmla="*/ 0 h 1160647"/>
                <a:gd name="connsiteX1" fmla="*/ 162135 w 3028183"/>
                <a:gd name="connsiteY1" fmla="*/ 246443 h 1160647"/>
                <a:gd name="connsiteX2" fmla="*/ 200642 w 3028183"/>
                <a:gd name="connsiteY2" fmla="*/ 326429 h 1160647"/>
                <a:gd name="connsiteX3" fmla="*/ 202669 w 3028183"/>
                <a:gd name="connsiteY3" fmla="*/ 326429 h 1160647"/>
                <a:gd name="connsiteX4" fmla="*/ 216856 w 3028183"/>
                <a:gd name="connsiteY4" fmla="*/ 326429 h 1160647"/>
                <a:gd name="connsiteX5" fmla="*/ 216856 w 3028183"/>
                <a:gd name="connsiteY5" fmla="*/ 350208 h 1160647"/>
                <a:gd name="connsiteX6" fmla="*/ 217363 w 3028183"/>
                <a:gd name="connsiteY6" fmla="*/ 351019 h 1160647"/>
                <a:gd name="connsiteX7" fmla="*/ 220909 w 3028183"/>
                <a:gd name="connsiteY7" fmla="*/ 356694 h 1160647"/>
                <a:gd name="connsiteX8" fmla="*/ 220909 w 3028183"/>
                <a:gd name="connsiteY8" fmla="*/ 471268 h 1160647"/>
                <a:gd name="connsiteX9" fmla="*/ 223189 w 3028183"/>
                <a:gd name="connsiteY9" fmla="*/ 471268 h 1160647"/>
                <a:gd name="connsiteX10" fmla="*/ 239150 w 3028183"/>
                <a:gd name="connsiteY10" fmla="*/ 471268 h 1160647"/>
                <a:gd name="connsiteX11" fmla="*/ 239150 w 3028183"/>
                <a:gd name="connsiteY11" fmla="*/ 611783 h 1160647"/>
                <a:gd name="connsiteX12" fmla="*/ 240670 w 3028183"/>
                <a:gd name="connsiteY12" fmla="*/ 611513 h 1160647"/>
                <a:gd name="connsiteX13" fmla="*/ 251310 w 3028183"/>
                <a:gd name="connsiteY13" fmla="*/ 609622 h 1160647"/>
                <a:gd name="connsiteX14" fmla="*/ 249283 w 3028183"/>
                <a:gd name="connsiteY14" fmla="*/ 698254 h 1160647"/>
                <a:gd name="connsiteX15" fmla="*/ 250803 w 3028183"/>
                <a:gd name="connsiteY15" fmla="*/ 698525 h 1160647"/>
                <a:gd name="connsiteX16" fmla="*/ 261443 w 3028183"/>
                <a:gd name="connsiteY16" fmla="*/ 700416 h 1160647"/>
                <a:gd name="connsiteX17" fmla="*/ 261696 w 3028183"/>
                <a:gd name="connsiteY17" fmla="*/ 701227 h 1160647"/>
                <a:gd name="connsiteX18" fmla="*/ 263470 w 3028183"/>
                <a:gd name="connsiteY18" fmla="*/ 706902 h 1160647"/>
                <a:gd name="connsiteX19" fmla="*/ 264230 w 3028183"/>
                <a:gd name="connsiteY19" fmla="*/ 704470 h 1160647"/>
                <a:gd name="connsiteX20" fmla="*/ 269550 w 3028183"/>
                <a:gd name="connsiteY20" fmla="*/ 687446 h 1160647"/>
                <a:gd name="connsiteX21" fmla="*/ 271323 w 3028183"/>
                <a:gd name="connsiteY21" fmla="*/ 687446 h 1160647"/>
                <a:gd name="connsiteX22" fmla="*/ 283737 w 3028183"/>
                <a:gd name="connsiteY22" fmla="*/ 687446 h 1160647"/>
                <a:gd name="connsiteX23" fmla="*/ 283737 w 3028183"/>
                <a:gd name="connsiteY23" fmla="*/ 719872 h 1160647"/>
                <a:gd name="connsiteX24" fmla="*/ 284750 w 3028183"/>
                <a:gd name="connsiteY24" fmla="*/ 720413 h 1160647"/>
                <a:gd name="connsiteX25" fmla="*/ 291844 w 3028183"/>
                <a:gd name="connsiteY25" fmla="*/ 724196 h 1160647"/>
                <a:gd name="connsiteX26" fmla="*/ 291844 w 3028183"/>
                <a:gd name="connsiteY26" fmla="*/ 725547 h 1160647"/>
                <a:gd name="connsiteX27" fmla="*/ 291844 w 3028183"/>
                <a:gd name="connsiteY27" fmla="*/ 735005 h 1160647"/>
                <a:gd name="connsiteX28" fmla="*/ 336431 w 3028183"/>
                <a:gd name="connsiteY28" fmla="*/ 735005 h 1160647"/>
                <a:gd name="connsiteX29" fmla="*/ 336431 w 3028183"/>
                <a:gd name="connsiteY29" fmla="*/ 736086 h 1160647"/>
                <a:gd name="connsiteX30" fmla="*/ 336431 w 3028183"/>
                <a:gd name="connsiteY30" fmla="*/ 743652 h 1160647"/>
                <a:gd name="connsiteX31" fmla="*/ 338457 w 3028183"/>
                <a:gd name="connsiteY31" fmla="*/ 743652 h 1160647"/>
                <a:gd name="connsiteX32" fmla="*/ 352644 w 3028183"/>
                <a:gd name="connsiteY32" fmla="*/ 743652 h 1160647"/>
                <a:gd name="connsiteX33" fmla="*/ 352644 w 3028183"/>
                <a:gd name="connsiteY33" fmla="*/ 713387 h 1160647"/>
                <a:gd name="connsiteX34" fmla="*/ 397231 w 3028183"/>
                <a:gd name="connsiteY34" fmla="*/ 713387 h 1160647"/>
                <a:gd name="connsiteX35" fmla="*/ 397231 w 3028183"/>
                <a:gd name="connsiteY35" fmla="*/ 712036 h 1160647"/>
                <a:gd name="connsiteX36" fmla="*/ 397231 w 3028183"/>
                <a:gd name="connsiteY36" fmla="*/ 702578 h 1160647"/>
                <a:gd name="connsiteX37" fmla="*/ 398245 w 3028183"/>
                <a:gd name="connsiteY37" fmla="*/ 702578 h 1160647"/>
                <a:gd name="connsiteX38" fmla="*/ 405338 w 3028183"/>
                <a:gd name="connsiteY38" fmla="*/ 702578 h 1160647"/>
                <a:gd name="connsiteX39" fmla="*/ 405338 w 3028183"/>
                <a:gd name="connsiteY39" fmla="*/ 700687 h 1160647"/>
                <a:gd name="connsiteX40" fmla="*/ 405338 w 3028183"/>
                <a:gd name="connsiteY40" fmla="*/ 687446 h 1160647"/>
                <a:gd name="connsiteX41" fmla="*/ 406098 w 3028183"/>
                <a:gd name="connsiteY41" fmla="*/ 687446 h 1160647"/>
                <a:gd name="connsiteX42" fmla="*/ 411418 w 3028183"/>
                <a:gd name="connsiteY42" fmla="*/ 687446 h 1160647"/>
                <a:gd name="connsiteX43" fmla="*/ 411418 w 3028183"/>
                <a:gd name="connsiteY43" fmla="*/ 686365 h 1160647"/>
                <a:gd name="connsiteX44" fmla="*/ 411418 w 3028183"/>
                <a:gd name="connsiteY44" fmla="*/ 678798 h 1160647"/>
                <a:gd name="connsiteX45" fmla="*/ 413445 w 3028183"/>
                <a:gd name="connsiteY45" fmla="*/ 678798 h 1160647"/>
                <a:gd name="connsiteX46" fmla="*/ 427632 w 3028183"/>
                <a:gd name="connsiteY46" fmla="*/ 678798 h 1160647"/>
                <a:gd name="connsiteX47" fmla="*/ 427632 w 3028183"/>
                <a:gd name="connsiteY47" fmla="*/ 679879 h 1160647"/>
                <a:gd name="connsiteX48" fmla="*/ 427632 w 3028183"/>
                <a:gd name="connsiteY48" fmla="*/ 687446 h 1160647"/>
                <a:gd name="connsiteX49" fmla="*/ 449925 w 3028183"/>
                <a:gd name="connsiteY49" fmla="*/ 687446 h 1160647"/>
                <a:gd name="connsiteX50" fmla="*/ 449925 w 3028183"/>
                <a:gd name="connsiteY50" fmla="*/ 685554 h 1160647"/>
                <a:gd name="connsiteX51" fmla="*/ 449925 w 3028183"/>
                <a:gd name="connsiteY51" fmla="*/ 672313 h 1160647"/>
                <a:gd name="connsiteX52" fmla="*/ 451699 w 3028183"/>
                <a:gd name="connsiteY52" fmla="*/ 672313 h 1160647"/>
                <a:gd name="connsiteX53" fmla="*/ 464112 w 3028183"/>
                <a:gd name="connsiteY53" fmla="*/ 672313 h 1160647"/>
                <a:gd name="connsiteX54" fmla="*/ 464112 w 3028183"/>
                <a:gd name="connsiteY54" fmla="*/ 696093 h 1160647"/>
                <a:gd name="connsiteX55" fmla="*/ 465126 w 3028183"/>
                <a:gd name="connsiteY55" fmla="*/ 696093 h 1160647"/>
                <a:gd name="connsiteX56" fmla="*/ 472219 w 3028183"/>
                <a:gd name="connsiteY56" fmla="*/ 696093 h 1160647"/>
                <a:gd name="connsiteX57" fmla="*/ 472219 w 3028183"/>
                <a:gd name="connsiteY57" fmla="*/ 695012 h 1160647"/>
                <a:gd name="connsiteX58" fmla="*/ 472219 w 3028183"/>
                <a:gd name="connsiteY58" fmla="*/ 687446 h 1160647"/>
                <a:gd name="connsiteX59" fmla="*/ 473992 w 3028183"/>
                <a:gd name="connsiteY59" fmla="*/ 687446 h 1160647"/>
                <a:gd name="connsiteX60" fmla="*/ 486406 w 3028183"/>
                <a:gd name="connsiteY60" fmla="*/ 687446 h 1160647"/>
                <a:gd name="connsiteX61" fmla="*/ 486406 w 3028183"/>
                <a:gd name="connsiteY61" fmla="*/ 713387 h 1160647"/>
                <a:gd name="connsiteX62" fmla="*/ 488433 w 3028183"/>
                <a:gd name="connsiteY62" fmla="*/ 713387 h 1160647"/>
                <a:gd name="connsiteX63" fmla="*/ 502619 w 3028183"/>
                <a:gd name="connsiteY63" fmla="*/ 713387 h 1160647"/>
                <a:gd name="connsiteX64" fmla="*/ 502619 w 3028183"/>
                <a:gd name="connsiteY64" fmla="*/ 715008 h 1160647"/>
                <a:gd name="connsiteX65" fmla="*/ 502619 w 3028183"/>
                <a:gd name="connsiteY65" fmla="*/ 726358 h 1160647"/>
                <a:gd name="connsiteX66" fmla="*/ 503379 w 3028183"/>
                <a:gd name="connsiteY66" fmla="*/ 726358 h 1160647"/>
                <a:gd name="connsiteX67" fmla="*/ 508700 w 3028183"/>
                <a:gd name="connsiteY67" fmla="*/ 726358 h 1160647"/>
                <a:gd name="connsiteX68" fmla="*/ 508700 w 3028183"/>
                <a:gd name="connsiteY68" fmla="*/ 725547 h 1160647"/>
                <a:gd name="connsiteX69" fmla="*/ 508700 w 3028183"/>
                <a:gd name="connsiteY69" fmla="*/ 719872 h 1160647"/>
                <a:gd name="connsiteX70" fmla="*/ 539100 w 3028183"/>
                <a:gd name="connsiteY70" fmla="*/ 719872 h 1160647"/>
                <a:gd name="connsiteX71" fmla="*/ 539100 w 3028183"/>
                <a:gd name="connsiteY71" fmla="*/ 743652 h 1160647"/>
                <a:gd name="connsiteX72" fmla="*/ 540113 w 3028183"/>
                <a:gd name="connsiteY72" fmla="*/ 743652 h 1160647"/>
                <a:gd name="connsiteX73" fmla="*/ 547207 w 3028183"/>
                <a:gd name="connsiteY73" fmla="*/ 743652 h 1160647"/>
                <a:gd name="connsiteX74" fmla="*/ 547207 w 3028183"/>
                <a:gd name="connsiteY74" fmla="*/ 744733 h 1160647"/>
                <a:gd name="connsiteX75" fmla="*/ 547207 w 3028183"/>
                <a:gd name="connsiteY75" fmla="*/ 752299 h 1160647"/>
                <a:gd name="connsiteX76" fmla="*/ 547967 w 3028183"/>
                <a:gd name="connsiteY76" fmla="*/ 752299 h 1160647"/>
                <a:gd name="connsiteX77" fmla="*/ 553287 w 3028183"/>
                <a:gd name="connsiteY77" fmla="*/ 752299 h 1160647"/>
                <a:gd name="connsiteX78" fmla="*/ 553287 w 3028183"/>
                <a:gd name="connsiteY78" fmla="*/ 750137 h 1160647"/>
                <a:gd name="connsiteX79" fmla="*/ 553287 w 3028183"/>
                <a:gd name="connsiteY79" fmla="*/ 735005 h 1160647"/>
                <a:gd name="connsiteX80" fmla="*/ 554300 w 3028183"/>
                <a:gd name="connsiteY80" fmla="*/ 735005 h 1160647"/>
                <a:gd name="connsiteX81" fmla="*/ 561394 w 3028183"/>
                <a:gd name="connsiteY81" fmla="*/ 735005 h 1160647"/>
                <a:gd name="connsiteX82" fmla="*/ 561394 w 3028183"/>
                <a:gd name="connsiteY82" fmla="*/ 736086 h 1160647"/>
                <a:gd name="connsiteX83" fmla="*/ 561394 w 3028183"/>
                <a:gd name="connsiteY83" fmla="*/ 743652 h 1160647"/>
                <a:gd name="connsiteX84" fmla="*/ 566714 w 3028183"/>
                <a:gd name="connsiteY84" fmla="*/ 741659 h 1160647"/>
                <a:gd name="connsiteX85" fmla="*/ 567474 w 3028183"/>
                <a:gd name="connsiteY85" fmla="*/ 740679 h 1160647"/>
                <a:gd name="connsiteX86" fmla="*/ 567474 w 3028183"/>
                <a:gd name="connsiteY86" fmla="*/ 735005 h 1160647"/>
                <a:gd name="connsiteX87" fmla="*/ 605981 w 3028183"/>
                <a:gd name="connsiteY87" fmla="*/ 735005 h 1160647"/>
                <a:gd name="connsiteX88" fmla="*/ 605981 w 3028183"/>
                <a:gd name="connsiteY88" fmla="*/ 758784 h 1160647"/>
                <a:gd name="connsiteX89" fmla="*/ 608007 w 3028183"/>
                <a:gd name="connsiteY89" fmla="*/ 758784 h 1160647"/>
                <a:gd name="connsiteX90" fmla="*/ 622194 w 3028183"/>
                <a:gd name="connsiteY90" fmla="*/ 758784 h 1160647"/>
                <a:gd name="connsiteX91" fmla="*/ 622194 w 3028183"/>
                <a:gd name="connsiteY91" fmla="*/ 759865 h 1160647"/>
                <a:gd name="connsiteX92" fmla="*/ 622194 w 3028183"/>
                <a:gd name="connsiteY92" fmla="*/ 767431 h 1160647"/>
                <a:gd name="connsiteX93" fmla="*/ 623968 w 3028183"/>
                <a:gd name="connsiteY93" fmla="*/ 767431 h 1160647"/>
                <a:gd name="connsiteX94" fmla="*/ 636381 w 3028183"/>
                <a:gd name="connsiteY94" fmla="*/ 767431 h 1160647"/>
                <a:gd name="connsiteX95" fmla="*/ 636381 w 3028183"/>
                <a:gd name="connsiteY95" fmla="*/ 743652 h 1160647"/>
                <a:gd name="connsiteX96" fmla="*/ 637394 w 3028183"/>
                <a:gd name="connsiteY96" fmla="*/ 743652 h 1160647"/>
                <a:gd name="connsiteX97" fmla="*/ 644488 w 3028183"/>
                <a:gd name="connsiteY97" fmla="*/ 743652 h 1160647"/>
                <a:gd name="connsiteX98" fmla="*/ 644488 w 3028183"/>
                <a:gd name="connsiteY98" fmla="*/ 711225 h 1160647"/>
                <a:gd name="connsiteX99" fmla="*/ 645501 w 3028183"/>
                <a:gd name="connsiteY99" fmla="*/ 711225 h 1160647"/>
                <a:gd name="connsiteX100" fmla="*/ 652595 w 3028183"/>
                <a:gd name="connsiteY100" fmla="*/ 711225 h 1160647"/>
                <a:gd name="connsiteX101" fmla="*/ 652595 w 3028183"/>
                <a:gd name="connsiteY101" fmla="*/ 709334 h 1160647"/>
                <a:gd name="connsiteX102" fmla="*/ 652595 w 3028183"/>
                <a:gd name="connsiteY102" fmla="*/ 696093 h 1160647"/>
                <a:gd name="connsiteX103" fmla="*/ 651328 w 3028183"/>
                <a:gd name="connsiteY103" fmla="*/ 694471 h 1160647"/>
                <a:gd name="connsiteX104" fmla="*/ 656648 w 3028183"/>
                <a:gd name="connsiteY104" fmla="*/ 683122 h 1160647"/>
                <a:gd name="connsiteX105" fmla="*/ 664755 w 3028183"/>
                <a:gd name="connsiteY105" fmla="*/ 711225 h 1160647"/>
                <a:gd name="connsiteX106" fmla="*/ 665515 w 3028183"/>
                <a:gd name="connsiteY106" fmla="*/ 711225 h 1160647"/>
                <a:gd name="connsiteX107" fmla="*/ 670835 w 3028183"/>
                <a:gd name="connsiteY107" fmla="*/ 711225 h 1160647"/>
                <a:gd name="connsiteX108" fmla="*/ 670835 w 3028183"/>
                <a:gd name="connsiteY108" fmla="*/ 605298 h 1160647"/>
                <a:gd name="connsiteX109" fmla="*/ 672355 w 3028183"/>
                <a:gd name="connsiteY109" fmla="*/ 605298 h 1160647"/>
                <a:gd name="connsiteX110" fmla="*/ 682995 w 3028183"/>
                <a:gd name="connsiteY110" fmla="*/ 605298 h 1160647"/>
                <a:gd name="connsiteX111" fmla="*/ 682995 w 3028183"/>
                <a:gd name="connsiteY111" fmla="*/ 557739 h 1160647"/>
                <a:gd name="connsiteX112" fmla="*/ 709342 w 3028183"/>
                <a:gd name="connsiteY112" fmla="*/ 557739 h 1160647"/>
                <a:gd name="connsiteX113" fmla="*/ 709342 w 3028183"/>
                <a:gd name="connsiteY113" fmla="*/ 536121 h 1160647"/>
                <a:gd name="connsiteX114" fmla="*/ 743796 w 3028183"/>
                <a:gd name="connsiteY114" fmla="*/ 536121 h 1160647"/>
                <a:gd name="connsiteX115" fmla="*/ 743796 w 3028183"/>
                <a:gd name="connsiteY115" fmla="*/ 538553 h 1160647"/>
                <a:gd name="connsiteX116" fmla="*/ 743796 w 3028183"/>
                <a:gd name="connsiteY116" fmla="*/ 555577 h 1160647"/>
                <a:gd name="connsiteX117" fmla="*/ 746076 w 3028183"/>
                <a:gd name="connsiteY117" fmla="*/ 555577 h 1160647"/>
                <a:gd name="connsiteX118" fmla="*/ 762036 w 3028183"/>
                <a:gd name="connsiteY118" fmla="*/ 555577 h 1160647"/>
                <a:gd name="connsiteX119" fmla="*/ 762036 w 3028183"/>
                <a:gd name="connsiteY119" fmla="*/ 603136 h 1160647"/>
                <a:gd name="connsiteX120" fmla="*/ 763049 w 3028183"/>
                <a:gd name="connsiteY120" fmla="*/ 603136 h 1160647"/>
                <a:gd name="connsiteX121" fmla="*/ 770143 w 3028183"/>
                <a:gd name="connsiteY121" fmla="*/ 603136 h 1160647"/>
                <a:gd name="connsiteX122" fmla="*/ 784330 w 3028183"/>
                <a:gd name="connsiteY122" fmla="*/ 607460 h 1160647"/>
                <a:gd name="connsiteX123" fmla="*/ 784330 w 3028183"/>
                <a:gd name="connsiteY123" fmla="*/ 646372 h 1160647"/>
                <a:gd name="connsiteX124" fmla="*/ 785343 w 3028183"/>
                <a:gd name="connsiteY124" fmla="*/ 646372 h 1160647"/>
                <a:gd name="connsiteX125" fmla="*/ 792436 w 3028183"/>
                <a:gd name="connsiteY125" fmla="*/ 646372 h 1160647"/>
                <a:gd name="connsiteX126" fmla="*/ 792436 w 3028183"/>
                <a:gd name="connsiteY126" fmla="*/ 647993 h 1160647"/>
                <a:gd name="connsiteX127" fmla="*/ 792436 w 3028183"/>
                <a:gd name="connsiteY127" fmla="*/ 659342 h 1160647"/>
                <a:gd name="connsiteX128" fmla="*/ 794463 w 3028183"/>
                <a:gd name="connsiteY128" fmla="*/ 659342 h 1160647"/>
                <a:gd name="connsiteX129" fmla="*/ 808650 w 3028183"/>
                <a:gd name="connsiteY129" fmla="*/ 659342 h 1160647"/>
                <a:gd name="connsiteX130" fmla="*/ 814730 w 3028183"/>
                <a:gd name="connsiteY130" fmla="*/ 665828 h 1160647"/>
                <a:gd name="connsiteX131" fmla="*/ 814730 w 3028183"/>
                <a:gd name="connsiteY131" fmla="*/ 687446 h 1160647"/>
                <a:gd name="connsiteX132" fmla="*/ 817010 w 3028183"/>
                <a:gd name="connsiteY132" fmla="*/ 687446 h 1160647"/>
                <a:gd name="connsiteX133" fmla="*/ 832970 w 3028183"/>
                <a:gd name="connsiteY133" fmla="*/ 687446 h 1160647"/>
                <a:gd name="connsiteX134" fmla="*/ 832970 w 3028183"/>
                <a:gd name="connsiteY134" fmla="*/ 688526 h 1160647"/>
                <a:gd name="connsiteX135" fmla="*/ 832970 w 3028183"/>
                <a:gd name="connsiteY135" fmla="*/ 696093 h 1160647"/>
                <a:gd name="connsiteX136" fmla="*/ 834237 w 3028183"/>
                <a:gd name="connsiteY136" fmla="*/ 696093 h 1160647"/>
                <a:gd name="connsiteX137" fmla="*/ 843104 w 3028183"/>
                <a:gd name="connsiteY137" fmla="*/ 696093 h 1160647"/>
                <a:gd name="connsiteX138" fmla="*/ 843104 w 3028183"/>
                <a:gd name="connsiteY138" fmla="*/ 698254 h 1160647"/>
                <a:gd name="connsiteX139" fmla="*/ 843104 w 3028183"/>
                <a:gd name="connsiteY139" fmla="*/ 713387 h 1160647"/>
                <a:gd name="connsiteX140" fmla="*/ 847157 w 3028183"/>
                <a:gd name="connsiteY140" fmla="*/ 711495 h 1160647"/>
                <a:gd name="connsiteX141" fmla="*/ 847157 w 3028183"/>
                <a:gd name="connsiteY141" fmla="*/ 698254 h 1160647"/>
                <a:gd name="connsiteX142" fmla="*/ 848170 w 3028183"/>
                <a:gd name="connsiteY142" fmla="*/ 698254 h 1160647"/>
                <a:gd name="connsiteX143" fmla="*/ 855264 w 3028183"/>
                <a:gd name="connsiteY143" fmla="*/ 698254 h 1160647"/>
                <a:gd name="connsiteX144" fmla="*/ 855264 w 3028183"/>
                <a:gd name="connsiteY144" fmla="*/ 699876 h 1160647"/>
                <a:gd name="connsiteX145" fmla="*/ 855264 w 3028183"/>
                <a:gd name="connsiteY145" fmla="*/ 711225 h 1160647"/>
                <a:gd name="connsiteX146" fmla="*/ 856024 w 3028183"/>
                <a:gd name="connsiteY146" fmla="*/ 711225 h 1160647"/>
                <a:gd name="connsiteX147" fmla="*/ 861344 w 3028183"/>
                <a:gd name="connsiteY147" fmla="*/ 711225 h 1160647"/>
                <a:gd name="connsiteX148" fmla="*/ 909984 w 3028183"/>
                <a:gd name="connsiteY148" fmla="*/ 706902 h 1160647"/>
                <a:gd name="connsiteX149" fmla="*/ 909984 w 3028183"/>
                <a:gd name="connsiteY149" fmla="*/ 708253 h 1160647"/>
                <a:gd name="connsiteX150" fmla="*/ 909984 w 3028183"/>
                <a:gd name="connsiteY150" fmla="*/ 717710 h 1160647"/>
                <a:gd name="connsiteX151" fmla="*/ 910744 w 3028183"/>
                <a:gd name="connsiteY151" fmla="*/ 717710 h 1160647"/>
                <a:gd name="connsiteX152" fmla="*/ 916065 w 3028183"/>
                <a:gd name="connsiteY152" fmla="*/ 717710 h 1160647"/>
                <a:gd name="connsiteX153" fmla="*/ 916065 w 3028183"/>
                <a:gd name="connsiteY153" fmla="*/ 719872 h 1160647"/>
                <a:gd name="connsiteX154" fmla="*/ 916065 w 3028183"/>
                <a:gd name="connsiteY154" fmla="*/ 735005 h 1160647"/>
                <a:gd name="connsiteX155" fmla="*/ 918091 w 3028183"/>
                <a:gd name="connsiteY155" fmla="*/ 733654 h 1160647"/>
                <a:gd name="connsiteX156" fmla="*/ 932278 w 3028183"/>
                <a:gd name="connsiteY156" fmla="*/ 724196 h 1160647"/>
                <a:gd name="connsiteX157" fmla="*/ 938358 w 3028183"/>
                <a:gd name="connsiteY157" fmla="*/ 683122 h 1160647"/>
                <a:gd name="connsiteX158" fmla="*/ 939118 w 3028183"/>
                <a:gd name="connsiteY158" fmla="*/ 682852 h 1160647"/>
                <a:gd name="connsiteX159" fmla="*/ 944438 w 3028183"/>
                <a:gd name="connsiteY159" fmla="*/ 680960 h 1160647"/>
                <a:gd name="connsiteX160" fmla="*/ 946465 w 3028183"/>
                <a:gd name="connsiteY160" fmla="*/ 611783 h 1160647"/>
                <a:gd name="connsiteX161" fmla="*/ 948492 w 3028183"/>
                <a:gd name="connsiteY161" fmla="*/ 680960 h 1160647"/>
                <a:gd name="connsiteX162" fmla="*/ 949252 w 3028183"/>
                <a:gd name="connsiteY162" fmla="*/ 681230 h 1160647"/>
                <a:gd name="connsiteX163" fmla="*/ 954572 w 3028183"/>
                <a:gd name="connsiteY163" fmla="*/ 683122 h 1160647"/>
                <a:gd name="connsiteX164" fmla="*/ 954572 w 3028183"/>
                <a:gd name="connsiteY164" fmla="*/ 596651 h 1160647"/>
                <a:gd name="connsiteX165" fmla="*/ 958625 w 3028183"/>
                <a:gd name="connsiteY165" fmla="*/ 564224 h 1160647"/>
                <a:gd name="connsiteX166" fmla="*/ 997132 w 3028183"/>
                <a:gd name="connsiteY166" fmla="*/ 564224 h 1160647"/>
                <a:gd name="connsiteX167" fmla="*/ 997132 w 3028183"/>
                <a:gd name="connsiteY167" fmla="*/ 596651 h 1160647"/>
                <a:gd name="connsiteX168" fmla="*/ 997892 w 3028183"/>
                <a:gd name="connsiteY168" fmla="*/ 596651 h 1160647"/>
                <a:gd name="connsiteX169" fmla="*/ 1003212 w 3028183"/>
                <a:gd name="connsiteY169" fmla="*/ 596651 h 1160647"/>
                <a:gd name="connsiteX170" fmla="*/ 1003212 w 3028183"/>
                <a:gd name="connsiteY170" fmla="*/ 514503 h 1160647"/>
                <a:gd name="connsiteX171" fmla="*/ 1004986 w 3028183"/>
                <a:gd name="connsiteY171" fmla="*/ 514503 h 1160647"/>
                <a:gd name="connsiteX172" fmla="*/ 1017399 w 3028183"/>
                <a:gd name="connsiteY172" fmla="*/ 514503 h 1160647"/>
                <a:gd name="connsiteX173" fmla="*/ 1017399 w 3028183"/>
                <a:gd name="connsiteY173" fmla="*/ 512612 h 1160647"/>
                <a:gd name="connsiteX174" fmla="*/ 1017399 w 3028183"/>
                <a:gd name="connsiteY174" fmla="*/ 499371 h 1160647"/>
                <a:gd name="connsiteX175" fmla="*/ 1039693 w 3028183"/>
                <a:gd name="connsiteY175" fmla="*/ 499371 h 1160647"/>
                <a:gd name="connsiteX176" fmla="*/ 1039693 w 3028183"/>
                <a:gd name="connsiteY176" fmla="*/ 498290 h 1160647"/>
                <a:gd name="connsiteX177" fmla="*/ 1039693 w 3028183"/>
                <a:gd name="connsiteY177" fmla="*/ 490724 h 1160647"/>
                <a:gd name="connsiteX178" fmla="*/ 1041466 w 3028183"/>
                <a:gd name="connsiteY178" fmla="*/ 490724 h 1160647"/>
                <a:gd name="connsiteX179" fmla="*/ 1053880 w 3028183"/>
                <a:gd name="connsiteY179" fmla="*/ 490724 h 1160647"/>
                <a:gd name="connsiteX180" fmla="*/ 1053880 w 3028183"/>
                <a:gd name="connsiteY180" fmla="*/ 491805 h 1160647"/>
                <a:gd name="connsiteX181" fmla="*/ 1053880 w 3028183"/>
                <a:gd name="connsiteY181" fmla="*/ 499371 h 1160647"/>
                <a:gd name="connsiteX182" fmla="*/ 1054640 w 3028183"/>
                <a:gd name="connsiteY182" fmla="*/ 499371 h 1160647"/>
                <a:gd name="connsiteX183" fmla="*/ 1059960 w 3028183"/>
                <a:gd name="connsiteY183" fmla="*/ 499371 h 1160647"/>
                <a:gd name="connsiteX184" fmla="*/ 1070093 w 3028183"/>
                <a:gd name="connsiteY184" fmla="*/ 495047 h 1160647"/>
                <a:gd name="connsiteX185" fmla="*/ 1074146 w 3028183"/>
                <a:gd name="connsiteY185" fmla="*/ 498290 h 1160647"/>
                <a:gd name="connsiteX186" fmla="*/ 1074146 w 3028183"/>
                <a:gd name="connsiteY186" fmla="*/ 490724 h 1160647"/>
                <a:gd name="connsiteX187" fmla="*/ 1076426 w 3028183"/>
                <a:gd name="connsiteY187" fmla="*/ 490724 h 1160647"/>
                <a:gd name="connsiteX188" fmla="*/ 1092387 w 3028183"/>
                <a:gd name="connsiteY188" fmla="*/ 490724 h 1160647"/>
                <a:gd name="connsiteX189" fmla="*/ 1092387 w 3028183"/>
                <a:gd name="connsiteY189" fmla="*/ 491805 h 1160647"/>
                <a:gd name="connsiteX190" fmla="*/ 1092387 w 3028183"/>
                <a:gd name="connsiteY190" fmla="*/ 499371 h 1160647"/>
                <a:gd name="connsiteX191" fmla="*/ 1122787 w 3028183"/>
                <a:gd name="connsiteY191" fmla="*/ 499371 h 1160647"/>
                <a:gd name="connsiteX192" fmla="*/ 1122787 w 3028183"/>
                <a:gd name="connsiteY192" fmla="*/ 500992 h 1160647"/>
                <a:gd name="connsiteX193" fmla="*/ 1122787 w 3028183"/>
                <a:gd name="connsiteY193" fmla="*/ 512342 h 1160647"/>
                <a:gd name="connsiteX194" fmla="*/ 1149134 w 3028183"/>
                <a:gd name="connsiteY194" fmla="*/ 512342 h 1160647"/>
                <a:gd name="connsiteX195" fmla="*/ 1149134 w 3028183"/>
                <a:gd name="connsiteY195" fmla="*/ 542606 h 1160647"/>
                <a:gd name="connsiteX196" fmla="*/ 1149894 w 3028183"/>
                <a:gd name="connsiteY196" fmla="*/ 542606 h 1160647"/>
                <a:gd name="connsiteX197" fmla="*/ 1155214 w 3028183"/>
                <a:gd name="connsiteY197" fmla="*/ 542606 h 1160647"/>
                <a:gd name="connsiteX198" fmla="*/ 1155214 w 3028183"/>
                <a:gd name="connsiteY198" fmla="*/ 543687 h 1160647"/>
                <a:gd name="connsiteX199" fmla="*/ 1155214 w 3028183"/>
                <a:gd name="connsiteY199" fmla="*/ 551254 h 1160647"/>
                <a:gd name="connsiteX200" fmla="*/ 1159268 w 3028183"/>
                <a:gd name="connsiteY200" fmla="*/ 581518 h 1160647"/>
                <a:gd name="connsiteX201" fmla="*/ 1160028 w 3028183"/>
                <a:gd name="connsiteY201" fmla="*/ 581518 h 1160647"/>
                <a:gd name="connsiteX202" fmla="*/ 1165348 w 3028183"/>
                <a:gd name="connsiteY202" fmla="*/ 581518 h 1160647"/>
                <a:gd name="connsiteX203" fmla="*/ 1165348 w 3028183"/>
                <a:gd name="connsiteY203" fmla="*/ 582329 h 1160647"/>
                <a:gd name="connsiteX204" fmla="*/ 1165348 w 3028183"/>
                <a:gd name="connsiteY204" fmla="*/ 588004 h 1160647"/>
                <a:gd name="connsiteX205" fmla="*/ 1166361 w 3028183"/>
                <a:gd name="connsiteY205" fmla="*/ 588004 h 1160647"/>
                <a:gd name="connsiteX206" fmla="*/ 1173454 w 3028183"/>
                <a:gd name="connsiteY206" fmla="*/ 588004 h 1160647"/>
                <a:gd name="connsiteX207" fmla="*/ 1173454 w 3028183"/>
                <a:gd name="connsiteY207" fmla="*/ 618269 h 1160647"/>
                <a:gd name="connsiteX208" fmla="*/ 1175481 w 3028183"/>
                <a:gd name="connsiteY208" fmla="*/ 618269 h 1160647"/>
                <a:gd name="connsiteX209" fmla="*/ 1189668 w 3028183"/>
                <a:gd name="connsiteY209" fmla="*/ 618269 h 1160647"/>
                <a:gd name="connsiteX210" fmla="*/ 1189668 w 3028183"/>
                <a:gd name="connsiteY210" fmla="*/ 642048 h 1160647"/>
                <a:gd name="connsiteX211" fmla="*/ 1191695 w 3028183"/>
                <a:gd name="connsiteY211" fmla="*/ 643669 h 1160647"/>
                <a:gd name="connsiteX212" fmla="*/ 1191695 w 3028183"/>
                <a:gd name="connsiteY212" fmla="*/ 655019 h 1160647"/>
                <a:gd name="connsiteX213" fmla="*/ 1192455 w 3028183"/>
                <a:gd name="connsiteY213" fmla="*/ 655019 h 1160647"/>
                <a:gd name="connsiteX214" fmla="*/ 1197775 w 3028183"/>
                <a:gd name="connsiteY214" fmla="*/ 655019 h 1160647"/>
                <a:gd name="connsiteX215" fmla="*/ 1197775 w 3028183"/>
                <a:gd name="connsiteY215" fmla="*/ 678798 h 1160647"/>
                <a:gd name="connsiteX216" fmla="*/ 1199041 w 3028183"/>
                <a:gd name="connsiteY216" fmla="*/ 678798 h 1160647"/>
                <a:gd name="connsiteX217" fmla="*/ 1207908 w 3028183"/>
                <a:gd name="connsiteY217" fmla="*/ 678798 h 1160647"/>
                <a:gd name="connsiteX218" fmla="*/ 1209935 w 3028183"/>
                <a:gd name="connsiteY218" fmla="*/ 682852 h 1160647"/>
                <a:gd name="connsiteX219" fmla="*/ 1209935 w 3028183"/>
                <a:gd name="connsiteY219" fmla="*/ 696093 h 1160647"/>
                <a:gd name="connsiteX220" fmla="*/ 1211455 w 3028183"/>
                <a:gd name="connsiteY220" fmla="*/ 694201 h 1160647"/>
                <a:gd name="connsiteX221" fmla="*/ 1222095 w 3028183"/>
                <a:gd name="connsiteY221" fmla="*/ 680960 h 1160647"/>
                <a:gd name="connsiteX222" fmla="*/ 1250469 w 3028183"/>
                <a:gd name="connsiteY222" fmla="*/ 680960 h 1160647"/>
                <a:gd name="connsiteX223" fmla="*/ 1250469 w 3028183"/>
                <a:gd name="connsiteY223" fmla="*/ 767431 h 1160647"/>
                <a:gd name="connsiteX224" fmla="*/ 1251229 w 3028183"/>
                <a:gd name="connsiteY224" fmla="*/ 767431 h 1160647"/>
                <a:gd name="connsiteX225" fmla="*/ 1256549 w 3028183"/>
                <a:gd name="connsiteY225" fmla="*/ 767431 h 1160647"/>
                <a:gd name="connsiteX226" fmla="*/ 1257309 w 3028183"/>
                <a:gd name="connsiteY226" fmla="*/ 766080 h 1160647"/>
                <a:gd name="connsiteX227" fmla="*/ 1262629 w 3028183"/>
                <a:gd name="connsiteY227" fmla="*/ 756622 h 1160647"/>
                <a:gd name="connsiteX228" fmla="*/ 1262629 w 3028183"/>
                <a:gd name="connsiteY228" fmla="*/ 758514 h 1160647"/>
                <a:gd name="connsiteX229" fmla="*/ 1262629 w 3028183"/>
                <a:gd name="connsiteY229" fmla="*/ 771755 h 1160647"/>
                <a:gd name="connsiteX230" fmla="*/ 1266682 w 3028183"/>
                <a:gd name="connsiteY230" fmla="*/ 726358 h 1160647"/>
                <a:gd name="connsiteX231" fmla="*/ 1267442 w 3028183"/>
                <a:gd name="connsiteY231" fmla="*/ 726358 h 1160647"/>
                <a:gd name="connsiteX232" fmla="*/ 1272762 w 3028183"/>
                <a:gd name="connsiteY232" fmla="*/ 726358 h 1160647"/>
                <a:gd name="connsiteX233" fmla="*/ 1272762 w 3028183"/>
                <a:gd name="connsiteY233" fmla="*/ 661504 h 1160647"/>
                <a:gd name="connsiteX234" fmla="*/ 1273776 w 3028183"/>
                <a:gd name="connsiteY234" fmla="*/ 661504 h 1160647"/>
                <a:gd name="connsiteX235" fmla="*/ 1280869 w 3028183"/>
                <a:gd name="connsiteY235" fmla="*/ 661504 h 1160647"/>
                <a:gd name="connsiteX236" fmla="*/ 1293029 w 3028183"/>
                <a:gd name="connsiteY236" fmla="*/ 618269 h 1160647"/>
                <a:gd name="connsiteX237" fmla="*/ 1294296 w 3028183"/>
                <a:gd name="connsiteY237" fmla="*/ 618269 h 1160647"/>
                <a:gd name="connsiteX238" fmla="*/ 1303163 w 3028183"/>
                <a:gd name="connsiteY238" fmla="*/ 618269 h 1160647"/>
                <a:gd name="connsiteX239" fmla="*/ 1313296 w 3028183"/>
                <a:gd name="connsiteY239" fmla="*/ 661504 h 1160647"/>
                <a:gd name="connsiteX240" fmla="*/ 1314309 w 3028183"/>
                <a:gd name="connsiteY240" fmla="*/ 661504 h 1160647"/>
                <a:gd name="connsiteX241" fmla="*/ 1321403 w 3028183"/>
                <a:gd name="connsiteY241" fmla="*/ 661504 h 1160647"/>
                <a:gd name="connsiteX242" fmla="*/ 1321403 w 3028183"/>
                <a:gd name="connsiteY242" fmla="*/ 700416 h 1160647"/>
                <a:gd name="connsiteX243" fmla="*/ 1323176 w 3028183"/>
                <a:gd name="connsiteY243" fmla="*/ 700416 h 1160647"/>
                <a:gd name="connsiteX244" fmla="*/ 1335590 w 3028183"/>
                <a:gd name="connsiteY244" fmla="*/ 700416 h 1160647"/>
                <a:gd name="connsiteX245" fmla="*/ 1335590 w 3028183"/>
                <a:gd name="connsiteY245" fmla="*/ 702578 h 1160647"/>
                <a:gd name="connsiteX246" fmla="*/ 1335590 w 3028183"/>
                <a:gd name="connsiteY246" fmla="*/ 717710 h 1160647"/>
                <a:gd name="connsiteX247" fmla="*/ 1339643 w 3028183"/>
                <a:gd name="connsiteY247" fmla="*/ 715549 h 1160647"/>
                <a:gd name="connsiteX248" fmla="*/ 1339643 w 3028183"/>
                <a:gd name="connsiteY248" fmla="*/ 700416 h 1160647"/>
                <a:gd name="connsiteX249" fmla="*/ 1341163 w 3028183"/>
                <a:gd name="connsiteY249" fmla="*/ 700416 h 1160647"/>
                <a:gd name="connsiteX250" fmla="*/ 1351803 w 3028183"/>
                <a:gd name="connsiteY250" fmla="*/ 700416 h 1160647"/>
                <a:gd name="connsiteX251" fmla="*/ 1351803 w 3028183"/>
                <a:gd name="connsiteY251" fmla="*/ 702037 h 1160647"/>
                <a:gd name="connsiteX252" fmla="*/ 1351803 w 3028183"/>
                <a:gd name="connsiteY252" fmla="*/ 713387 h 1160647"/>
                <a:gd name="connsiteX253" fmla="*/ 1382204 w 3028183"/>
                <a:gd name="connsiteY253" fmla="*/ 713387 h 1160647"/>
                <a:gd name="connsiteX254" fmla="*/ 1382204 w 3028183"/>
                <a:gd name="connsiteY254" fmla="*/ 676637 h 1160647"/>
                <a:gd name="connsiteX255" fmla="*/ 1383470 w 3028183"/>
                <a:gd name="connsiteY255" fmla="*/ 676637 h 1160647"/>
                <a:gd name="connsiteX256" fmla="*/ 1392337 w 3028183"/>
                <a:gd name="connsiteY256" fmla="*/ 676637 h 1160647"/>
                <a:gd name="connsiteX257" fmla="*/ 1392337 w 3028183"/>
                <a:gd name="connsiteY257" fmla="*/ 698254 h 1160647"/>
                <a:gd name="connsiteX258" fmla="*/ 1394364 w 3028183"/>
                <a:gd name="connsiteY258" fmla="*/ 665828 h 1160647"/>
                <a:gd name="connsiteX259" fmla="*/ 1416657 w 3028183"/>
                <a:gd name="connsiteY259" fmla="*/ 665828 h 1160647"/>
                <a:gd name="connsiteX260" fmla="*/ 1416657 w 3028183"/>
                <a:gd name="connsiteY260" fmla="*/ 664206 h 1160647"/>
                <a:gd name="connsiteX261" fmla="*/ 1416657 w 3028183"/>
                <a:gd name="connsiteY261" fmla="*/ 652857 h 1160647"/>
                <a:gd name="connsiteX262" fmla="*/ 1417417 w 3028183"/>
                <a:gd name="connsiteY262" fmla="*/ 652857 h 1160647"/>
                <a:gd name="connsiteX263" fmla="*/ 1422737 w 3028183"/>
                <a:gd name="connsiteY263" fmla="*/ 652857 h 1160647"/>
                <a:gd name="connsiteX264" fmla="*/ 1422737 w 3028183"/>
                <a:gd name="connsiteY264" fmla="*/ 650966 h 1160647"/>
                <a:gd name="connsiteX265" fmla="*/ 1422737 w 3028183"/>
                <a:gd name="connsiteY265" fmla="*/ 637725 h 1160647"/>
                <a:gd name="connsiteX266" fmla="*/ 1426791 w 3028183"/>
                <a:gd name="connsiteY266" fmla="*/ 644210 h 1160647"/>
                <a:gd name="connsiteX267" fmla="*/ 1429071 w 3028183"/>
                <a:gd name="connsiteY267" fmla="*/ 644210 h 1160647"/>
                <a:gd name="connsiteX268" fmla="*/ 1445031 w 3028183"/>
                <a:gd name="connsiteY268" fmla="*/ 644210 h 1160647"/>
                <a:gd name="connsiteX269" fmla="*/ 1445031 w 3028183"/>
                <a:gd name="connsiteY269" fmla="*/ 643399 h 1160647"/>
                <a:gd name="connsiteX270" fmla="*/ 1445031 w 3028183"/>
                <a:gd name="connsiteY270" fmla="*/ 637725 h 1160647"/>
                <a:gd name="connsiteX271" fmla="*/ 1445791 w 3028183"/>
                <a:gd name="connsiteY271" fmla="*/ 637725 h 1160647"/>
                <a:gd name="connsiteX272" fmla="*/ 1451111 w 3028183"/>
                <a:gd name="connsiteY272" fmla="*/ 637725 h 1160647"/>
                <a:gd name="connsiteX273" fmla="*/ 1451111 w 3028183"/>
                <a:gd name="connsiteY273" fmla="*/ 639076 h 1160647"/>
                <a:gd name="connsiteX274" fmla="*/ 1451111 w 3028183"/>
                <a:gd name="connsiteY274" fmla="*/ 648534 h 1160647"/>
                <a:gd name="connsiteX275" fmla="*/ 1489618 w 3028183"/>
                <a:gd name="connsiteY275" fmla="*/ 648534 h 1160647"/>
                <a:gd name="connsiteX276" fmla="*/ 1489618 w 3028183"/>
                <a:gd name="connsiteY276" fmla="*/ 786887 h 1160647"/>
                <a:gd name="connsiteX277" fmla="*/ 1491138 w 3028183"/>
                <a:gd name="connsiteY277" fmla="*/ 786887 h 1160647"/>
                <a:gd name="connsiteX278" fmla="*/ 1501778 w 3028183"/>
                <a:gd name="connsiteY278" fmla="*/ 786887 h 1160647"/>
                <a:gd name="connsiteX279" fmla="*/ 1501778 w 3028183"/>
                <a:gd name="connsiteY279" fmla="*/ 773917 h 1160647"/>
                <a:gd name="connsiteX280" fmla="*/ 1505832 w 3028183"/>
                <a:gd name="connsiteY280" fmla="*/ 773917 h 1160647"/>
                <a:gd name="connsiteX281" fmla="*/ 1505832 w 3028183"/>
                <a:gd name="connsiteY281" fmla="*/ 786887 h 1160647"/>
                <a:gd name="connsiteX282" fmla="*/ 1536232 w 3028183"/>
                <a:gd name="connsiteY282" fmla="*/ 786887 h 1160647"/>
                <a:gd name="connsiteX283" fmla="*/ 1536232 w 3028183"/>
                <a:gd name="connsiteY283" fmla="*/ 756622 h 1160647"/>
                <a:gd name="connsiteX284" fmla="*/ 1548392 w 3028183"/>
                <a:gd name="connsiteY284" fmla="*/ 756622 h 1160647"/>
                <a:gd name="connsiteX285" fmla="*/ 1560552 w 3028183"/>
                <a:gd name="connsiteY285" fmla="*/ 754461 h 1160647"/>
                <a:gd name="connsiteX286" fmla="*/ 1564606 w 3028183"/>
                <a:gd name="connsiteY286" fmla="*/ 756622 h 1160647"/>
                <a:gd name="connsiteX287" fmla="*/ 1574739 w 3028183"/>
                <a:gd name="connsiteY287" fmla="*/ 756622 h 1160647"/>
                <a:gd name="connsiteX288" fmla="*/ 1574739 w 3028183"/>
                <a:gd name="connsiteY288" fmla="*/ 786887 h 1160647"/>
                <a:gd name="connsiteX289" fmla="*/ 1582846 w 3028183"/>
                <a:gd name="connsiteY289" fmla="*/ 786887 h 1160647"/>
                <a:gd name="connsiteX290" fmla="*/ 1582846 w 3028183"/>
                <a:gd name="connsiteY290" fmla="*/ 804182 h 1160647"/>
                <a:gd name="connsiteX291" fmla="*/ 1592182 w 3028183"/>
                <a:gd name="connsiteY291" fmla="*/ 805087 h 1160647"/>
                <a:gd name="connsiteX292" fmla="*/ 1605140 w 3028183"/>
                <a:gd name="connsiteY292" fmla="*/ 805087 h 1160647"/>
                <a:gd name="connsiteX293" fmla="*/ 1605140 w 3028183"/>
                <a:gd name="connsiteY293" fmla="*/ 789049 h 1160647"/>
                <a:gd name="connsiteX294" fmla="*/ 1673096 w 3028183"/>
                <a:gd name="connsiteY294" fmla="*/ 789049 h 1160647"/>
                <a:gd name="connsiteX295" fmla="*/ 1673096 w 3028183"/>
                <a:gd name="connsiteY295" fmla="*/ 703796 h 1160647"/>
                <a:gd name="connsiteX296" fmla="*/ 1745104 w 3028183"/>
                <a:gd name="connsiteY296" fmla="*/ 703796 h 1160647"/>
                <a:gd name="connsiteX297" fmla="*/ 1745104 w 3028183"/>
                <a:gd name="connsiteY297" fmla="*/ 782564 h 1160647"/>
                <a:gd name="connsiteX298" fmla="*/ 1747008 w 3028183"/>
                <a:gd name="connsiteY298" fmla="*/ 782564 h 1160647"/>
                <a:gd name="connsiteX299" fmla="*/ 1748250 w 3028183"/>
                <a:gd name="connsiteY299" fmla="*/ 805087 h 1160647"/>
                <a:gd name="connsiteX300" fmla="*/ 1757926 w 3028183"/>
                <a:gd name="connsiteY300" fmla="*/ 805087 h 1160647"/>
                <a:gd name="connsiteX301" fmla="*/ 1759168 w 3028183"/>
                <a:gd name="connsiteY301" fmla="*/ 782564 h 1160647"/>
                <a:gd name="connsiteX302" fmla="*/ 1765248 w 3028183"/>
                <a:gd name="connsiteY302" fmla="*/ 782564 h 1160647"/>
                <a:gd name="connsiteX303" fmla="*/ 1766490 w 3028183"/>
                <a:gd name="connsiteY303" fmla="*/ 805087 h 1160647"/>
                <a:gd name="connsiteX304" fmla="*/ 1817112 w 3028183"/>
                <a:gd name="connsiteY304" fmla="*/ 805087 h 1160647"/>
                <a:gd name="connsiteX305" fmla="*/ 1817112 w 3028183"/>
                <a:gd name="connsiteY305" fmla="*/ 642059 h 1160647"/>
                <a:gd name="connsiteX306" fmla="*/ 2014439 w 3028183"/>
                <a:gd name="connsiteY306" fmla="*/ 642059 h 1160647"/>
                <a:gd name="connsiteX307" fmla="*/ 2014439 w 3028183"/>
                <a:gd name="connsiteY307" fmla="*/ 805087 h 1160647"/>
                <a:gd name="connsiteX308" fmla="*/ 2033136 w 3028183"/>
                <a:gd name="connsiteY308" fmla="*/ 805087 h 1160647"/>
                <a:gd name="connsiteX309" fmla="*/ 2033136 w 3028183"/>
                <a:gd name="connsiteY309" fmla="*/ 722394 h 1160647"/>
                <a:gd name="connsiteX310" fmla="*/ 2128256 w 3028183"/>
                <a:gd name="connsiteY310" fmla="*/ 722394 h 1160647"/>
                <a:gd name="connsiteX311" fmla="*/ 2140186 w 3028183"/>
                <a:gd name="connsiteY311" fmla="*/ 404253 h 1160647"/>
                <a:gd name="connsiteX312" fmla="*/ 2128026 w 3028183"/>
                <a:gd name="connsiteY312" fmla="*/ 382635 h 1160647"/>
                <a:gd name="connsiteX313" fmla="*/ 2121946 w 3028183"/>
                <a:gd name="connsiteY313" fmla="*/ 378311 h 1160647"/>
                <a:gd name="connsiteX314" fmla="*/ 2130053 w 3028183"/>
                <a:gd name="connsiteY314" fmla="*/ 354532 h 1160647"/>
                <a:gd name="connsiteX315" fmla="*/ 2130053 w 3028183"/>
                <a:gd name="connsiteY315" fmla="*/ 337238 h 1160647"/>
                <a:gd name="connsiteX316" fmla="*/ 2144240 w 3028183"/>
                <a:gd name="connsiteY316" fmla="*/ 337238 h 1160647"/>
                <a:gd name="connsiteX317" fmla="*/ 2144240 w 3028183"/>
                <a:gd name="connsiteY317" fmla="*/ 315620 h 1160647"/>
                <a:gd name="connsiteX318" fmla="*/ 2146266 w 3028183"/>
                <a:gd name="connsiteY318" fmla="*/ 311296 h 1160647"/>
                <a:gd name="connsiteX319" fmla="*/ 2146266 w 3028183"/>
                <a:gd name="connsiteY319" fmla="*/ 233472 h 1160647"/>
                <a:gd name="connsiteX320" fmla="*/ 2144240 w 3028183"/>
                <a:gd name="connsiteY320" fmla="*/ 226987 h 1160647"/>
                <a:gd name="connsiteX321" fmla="*/ 2150320 w 3028183"/>
                <a:gd name="connsiteY321" fmla="*/ 220501 h 1160647"/>
                <a:gd name="connsiteX322" fmla="*/ 2150320 w 3028183"/>
                <a:gd name="connsiteY322" fmla="*/ 162133 h 1160647"/>
                <a:gd name="connsiteX323" fmla="*/ 2152346 w 3028183"/>
                <a:gd name="connsiteY323" fmla="*/ 157810 h 1160647"/>
                <a:gd name="connsiteX324" fmla="*/ 2152346 w 3028183"/>
                <a:gd name="connsiteY324" fmla="*/ 101604 h 1160647"/>
                <a:gd name="connsiteX325" fmla="*/ 2154373 w 3028183"/>
                <a:gd name="connsiteY325" fmla="*/ 82148 h 1160647"/>
                <a:gd name="connsiteX326" fmla="*/ 2158427 w 3028183"/>
                <a:gd name="connsiteY326" fmla="*/ 99442 h 1160647"/>
                <a:gd name="connsiteX327" fmla="*/ 2160453 w 3028183"/>
                <a:gd name="connsiteY327" fmla="*/ 157810 h 1160647"/>
                <a:gd name="connsiteX328" fmla="*/ 2162480 w 3028183"/>
                <a:gd name="connsiteY328" fmla="*/ 220501 h 1160647"/>
                <a:gd name="connsiteX329" fmla="*/ 2168560 w 3028183"/>
                <a:gd name="connsiteY329" fmla="*/ 226987 h 1160647"/>
                <a:gd name="connsiteX330" fmla="*/ 2166533 w 3028183"/>
                <a:gd name="connsiteY330" fmla="*/ 233472 h 1160647"/>
                <a:gd name="connsiteX331" fmla="*/ 2166533 w 3028183"/>
                <a:gd name="connsiteY331" fmla="*/ 311296 h 1160647"/>
                <a:gd name="connsiteX332" fmla="*/ 2168560 w 3028183"/>
                <a:gd name="connsiteY332" fmla="*/ 315620 h 1160647"/>
                <a:gd name="connsiteX333" fmla="*/ 2168560 w 3028183"/>
                <a:gd name="connsiteY333" fmla="*/ 337238 h 1160647"/>
                <a:gd name="connsiteX334" fmla="*/ 2182747 w 3028183"/>
                <a:gd name="connsiteY334" fmla="*/ 337238 h 1160647"/>
                <a:gd name="connsiteX335" fmla="*/ 2182747 w 3028183"/>
                <a:gd name="connsiteY335" fmla="*/ 354532 h 1160647"/>
                <a:gd name="connsiteX336" fmla="*/ 2190854 w 3028183"/>
                <a:gd name="connsiteY336" fmla="*/ 378311 h 1160647"/>
                <a:gd name="connsiteX337" fmla="*/ 2184774 w 3028183"/>
                <a:gd name="connsiteY337" fmla="*/ 382635 h 1160647"/>
                <a:gd name="connsiteX338" fmla="*/ 2172613 w 3028183"/>
                <a:gd name="connsiteY338" fmla="*/ 404253 h 1160647"/>
                <a:gd name="connsiteX339" fmla="*/ 2180720 w 3028183"/>
                <a:gd name="connsiteY339" fmla="*/ 657181 h 1160647"/>
                <a:gd name="connsiteX340" fmla="*/ 2245574 w 3028183"/>
                <a:gd name="connsiteY340" fmla="*/ 657181 h 1160647"/>
                <a:gd name="connsiteX341" fmla="*/ 2245574 w 3028183"/>
                <a:gd name="connsiteY341" fmla="*/ 732843 h 1160647"/>
                <a:gd name="connsiteX342" fmla="*/ 2253681 w 3028183"/>
                <a:gd name="connsiteY342" fmla="*/ 732843 h 1160647"/>
                <a:gd name="connsiteX343" fmla="*/ 2255708 w 3028183"/>
                <a:gd name="connsiteY343" fmla="*/ 726358 h 1160647"/>
                <a:gd name="connsiteX344" fmla="*/ 2261788 w 3028183"/>
                <a:gd name="connsiteY344" fmla="*/ 726358 h 1160647"/>
                <a:gd name="connsiteX345" fmla="*/ 2263815 w 3028183"/>
                <a:gd name="connsiteY345" fmla="*/ 735005 h 1160647"/>
                <a:gd name="connsiteX346" fmla="*/ 2275975 w 3028183"/>
                <a:gd name="connsiteY346" fmla="*/ 735005 h 1160647"/>
                <a:gd name="connsiteX347" fmla="*/ 2275975 w 3028183"/>
                <a:gd name="connsiteY347" fmla="*/ 728519 h 1160647"/>
                <a:gd name="connsiteX348" fmla="*/ 2298268 w 3028183"/>
                <a:gd name="connsiteY348" fmla="*/ 728519 h 1160647"/>
                <a:gd name="connsiteX349" fmla="*/ 2298268 w 3028183"/>
                <a:gd name="connsiteY349" fmla="*/ 735005 h 1160647"/>
                <a:gd name="connsiteX350" fmla="*/ 2318535 w 3028183"/>
                <a:gd name="connsiteY350" fmla="*/ 735005 h 1160647"/>
                <a:gd name="connsiteX351" fmla="*/ 2318535 w 3028183"/>
                <a:gd name="connsiteY351" fmla="*/ 780402 h 1160647"/>
                <a:gd name="connsiteX352" fmla="*/ 2332722 w 3028183"/>
                <a:gd name="connsiteY352" fmla="*/ 780402 h 1160647"/>
                <a:gd name="connsiteX353" fmla="*/ 2332722 w 3028183"/>
                <a:gd name="connsiteY353" fmla="*/ 767431 h 1160647"/>
                <a:gd name="connsiteX354" fmla="*/ 2348936 w 3028183"/>
                <a:gd name="connsiteY354" fmla="*/ 767431 h 1160647"/>
                <a:gd name="connsiteX355" fmla="*/ 2348936 w 3028183"/>
                <a:gd name="connsiteY355" fmla="*/ 588004 h 1160647"/>
                <a:gd name="connsiteX356" fmla="*/ 2355016 w 3028183"/>
                <a:gd name="connsiteY356" fmla="*/ 581518 h 1160647"/>
                <a:gd name="connsiteX357" fmla="*/ 2427977 w 3028183"/>
                <a:gd name="connsiteY357" fmla="*/ 581518 h 1160647"/>
                <a:gd name="connsiteX358" fmla="*/ 2427977 w 3028183"/>
                <a:gd name="connsiteY358" fmla="*/ 590166 h 1160647"/>
                <a:gd name="connsiteX359" fmla="*/ 2438110 w 3028183"/>
                <a:gd name="connsiteY359" fmla="*/ 590166 h 1160647"/>
                <a:gd name="connsiteX360" fmla="*/ 2438110 w 3028183"/>
                <a:gd name="connsiteY360" fmla="*/ 704740 h 1160647"/>
                <a:gd name="connsiteX361" fmla="*/ 2460404 w 3028183"/>
                <a:gd name="connsiteY361" fmla="*/ 704740 h 1160647"/>
                <a:gd name="connsiteX362" fmla="*/ 2460404 w 3028183"/>
                <a:gd name="connsiteY362" fmla="*/ 637725 h 1160647"/>
                <a:gd name="connsiteX363" fmla="*/ 2486751 w 3028183"/>
                <a:gd name="connsiteY363" fmla="*/ 637725 h 1160647"/>
                <a:gd name="connsiteX364" fmla="*/ 2490804 w 3028183"/>
                <a:gd name="connsiteY364" fmla="*/ 633401 h 1160647"/>
                <a:gd name="connsiteX365" fmla="*/ 2498911 w 3028183"/>
                <a:gd name="connsiteY365" fmla="*/ 633401 h 1160647"/>
                <a:gd name="connsiteX366" fmla="*/ 2502964 w 3028183"/>
                <a:gd name="connsiteY366" fmla="*/ 637725 h 1160647"/>
                <a:gd name="connsiteX367" fmla="*/ 2525258 w 3028183"/>
                <a:gd name="connsiteY367" fmla="*/ 637725 h 1160647"/>
                <a:gd name="connsiteX368" fmla="*/ 2525258 w 3028183"/>
                <a:gd name="connsiteY368" fmla="*/ 520989 h 1160647"/>
                <a:gd name="connsiteX369" fmla="*/ 2582005 w 3028183"/>
                <a:gd name="connsiteY369" fmla="*/ 510180 h 1160647"/>
                <a:gd name="connsiteX370" fmla="*/ 2582005 w 3028183"/>
                <a:gd name="connsiteY370" fmla="*/ 511261 h 1160647"/>
                <a:gd name="connsiteX371" fmla="*/ 2582005 w 3028183"/>
                <a:gd name="connsiteY371" fmla="*/ 518827 h 1160647"/>
                <a:gd name="connsiteX372" fmla="*/ 2608352 w 3028183"/>
                <a:gd name="connsiteY372" fmla="*/ 518827 h 1160647"/>
                <a:gd name="connsiteX373" fmla="*/ 2608352 w 3028183"/>
                <a:gd name="connsiteY373" fmla="*/ 773917 h 1160647"/>
                <a:gd name="connsiteX374" fmla="*/ 2630646 w 3028183"/>
                <a:gd name="connsiteY374" fmla="*/ 773917 h 1160647"/>
                <a:gd name="connsiteX375" fmla="*/ 2630646 w 3028183"/>
                <a:gd name="connsiteY375" fmla="*/ 769593 h 1160647"/>
                <a:gd name="connsiteX376" fmla="*/ 2642806 w 3028183"/>
                <a:gd name="connsiteY376" fmla="*/ 769593 h 1160647"/>
                <a:gd name="connsiteX377" fmla="*/ 2642806 w 3028183"/>
                <a:gd name="connsiteY377" fmla="*/ 773917 h 1160647"/>
                <a:gd name="connsiteX378" fmla="*/ 2667126 w 3028183"/>
                <a:gd name="connsiteY378" fmla="*/ 773917 h 1160647"/>
                <a:gd name="connsiteX379" fmla="*/ 2667126 w 3028183"/>
                <a:gd name="connsiteY379" fmla="*/ 760946 h 1160647"/>
                <a:gd name="connsiteX380" fmla="*/ 2695500 w 3028183"/>
                <a:gd name="connsiteY380" fmla="*/ 760946 h 1160647"/>
                <a:gd name="connsiteX381" fmla="*/ 2707660 w 3028183"/>
                <a:gd name="connsiteY381" fmla="*/ 756622 h 1160647"/>
                <a:gd name="connsiteX382" fmla="*/ 2727927 w 3028183"/>
                <a:gd name="connsiteY382" fmla="*/ 760946 h 1160647"/>
                <a:gd name="connsiteX383" fmla="*/ 2727927 w 3028183"/>
                <a:gd name="connsiteY383" fmla="*/ 743652 h 1160647"/>
                <a:gd name="connsiteX384" fmla="*/ 2736034 w 3028183"/>
                <a:gd name="connsiteY384" fmla="*/ 743652 h 1160647"/>
                <a:gd name="connsiteX385" fmla="*/ 2736034 w 3028183"/>
                <a:gd name="connsiteY385" fmla="*/ 730681 h 1160647"/>
                <a:gd name="connsiteX386" fmla="*/ 2792781 w 3028183"/>
                <a:gd name="connsiteY386" fmla="*/ 730681 h 1160647"/>
                <a:gd name="connsiteX387" fmla="*/ 2792781 w 3028183"/>
                <a:gd name="connsiteY387" fmla="*/ 700416 h 1160647"/>
                <a:gd name="connsiteX388" fmla="*/ 2811021 w 3028183"/>
                <a:gd name="connsiteY388" fmla="*/ 700416 h 1160647"/>
                <a:gd name="connsiteX389" fmla="*/ 2811021 w 3028183"/>
                <a:gd name="connsiteY389" fmla="*/ 693931 h 1160647"/>
                <a:gd name="connsiteX390" fmla="*/ 2823181 w 3028183"/>
                <a:gd name="connsiteY390" fmla="*/ 693931 h 1160647"/>
                <a:gd name="connsiteX391" fmla="*/ 2823181 w 3028183"/>
                <a:gd name="connsiteY391" fmla="*/ 700416 h 1160647"/>
                <a:gd name="connsiteX392" fmla="*/ 2839395 w 3028183"/>
                <a:gd name="connsiteY392" fmla="*/ 700416 h 1160647"/>
                <a:gd name="connsiteX393" fmla="*/ 2839395 w 3028183"/>
                <a:gd name="connsiteY393" fmla="*/ 750137 h 1160647"/>
                <a:gd name="connsiteX394" fmla="*/ 2871822 w 3028183"/>
                <a:gd name="connsiteY394" fmla="*/ 750137 h 1160647"/>
                <a:gd name="connsiteX395" fmla="*/ 2871822 w 3028183"/>
                <a:gd name="connsiteY395" fmla="*/ 724196 h 1160647"/>
                <a:gd name="connsiteX396" fmla="*/ 2910329 w 3028183"/>
                <a:gd name="connsiteY396" fmla="*/ 724196 h 1160647"/>
                <a:gd name="connsiteX397" fmla="*/ 2910329 w 3028183"/>
                <a:gd name="connsiteY397" fmla="*/ 693931 h 1160647"/>
                <a:gd name="connsiteX398" fmla="*/ 2958970 w 3028183"/>
                <a:gd name="connsiteY398" fmla="*/ 693931 h 1160647"/>
                <a:gd name="connsiteX399" fmla="*/ 2958970 w 3028183"/>
                <a:gd name="connsiteY399" fmla="*/ 805087 h 1160647"/>
                <a:gd name="connsiteX400" fmla="*/ 2958970 w 3028183"/>
                <a:gd name="connsiteY400" fmla="*/ 818866 h 1160647"/>
                <a:gd name="connsiteX401" fmla="*/ 3024845 w 3028183"/>
                <a:gd name="connsiteY401" fmla="*/ 818866 h 1160647"/>
                <a:gd name="connsiteX402" fmla="*/ 3028183 w 3028183"/>
                <a:gd name="connsiteY402" fmla="*/ 1160647 h 1160647"/>
                <a:gd name="connsiteX403" fmla="*/ 2054 w 3028183"/>
                <a:gd name="connsiteY403" fmla="*/ 1158314 h 1160647"/>
                <a:gd name="connsiteX404" fmla="*/ 0 w 3028183"/>
                <a:gd name="connsiteY404" fmla="*/ 724196 h 1160647"/>
                <a:gd name="connsiteX405" fmla="*/ 20267 w 3028183"/>
                <a:gd name="connsiteY405" fmla="*/ 724196 h 1160647"/>
                <a:gd name="connsiteX406" fmla="*/ 20774 w 3028183"/>
                <a:gd name="connsiteY406" fmla="*/ 723115 h 1160647"/>
                <a:gd name="connsiteX407" fmla="*/ 24320 w 3028183"/>
                <a:gd name="connsiteY407" fmla="*/ 715549 h 1160647"/>
                <a:gd name="connsiteX408" fmla="*/ 26094 w 3028183"/>
                <a:gd name="connsiteY408" fmla="*/ 715819 h 1160647"/>
                <a:gd name="connsiteX409" fmla="*/ 38507 w 3028183"/>
                <a:gd name="connsiteY409" fmla="*/ 717710 h 1160647"/>
                <a:gd name="connsiteX410" fmla="*/ 39014 w 3028183"/>
                <a:gd name="connsiteY410" fmla="*/ 719062 h 1160647"/>
                <a:gd name="connsiteX411" fmla="*/ 42560 w 3028183"/>
                <a:gd name="connsiteY411" fmla="*/ 728519 h 1160647"/>
                <a:gd name="connsiteX412" fmla="*/ 68907 w 3028183"/>
                <a:gd name="connsiteY412" fmla="*/ 730681 h 1160647"/>
                <a:gd name="connsiteX413" fmla="*/ 68907 w 3028183"/>
                <a:gd name="connsiteY413" fmla="*/ 607460 h 1160647"/>
                <a:gd name="connsiteX414" fmla="*/ 70934 w 3028183"/>
                <a:gd name="connsiteY414" fmla="*/ 607460 h 1160647"/>
                <a:gd name="connsiteX415" fmla="*/ 85121 w 3028183"/>
                <a:gd name="connsiteY415" fmla="*/ 607460 h 1160647"/>
                <a:gd name="connsiteX416" fmla="*/ 85121 w 3028183"/>
                <a:gd name="connsiteY416" fmla="*/ 471268 h 1160647"/>
                <a:gd name="connsiteX417" fmla="*/ 86894 w 3028183"/>
                <a:gd name="connsiteY417" fmla="*/ 471268 h 1160647"/>
                <a:gd name="connsiteX418" fmla="*/ 99308 w 3028183"/>
                <a:gd name="connsiteY418" fmla="*/ 471268 h 1160647"/>
                <a:gd name="connsiteX419" fmla="*/ 99308 w 3028183"/>
                <a:gd name="connsiteY419" fmla="*/ 356694 h 1160647"/>
                <a:gd name="connsiteX420" fmla="*/ 103361 w 3028183"/>
                <a:gd name="connsiteY420" fmla="*/ 328590 h 1160647"/>
                <a:gd name="connsiteX421" fmla="*/ 105388 w 3028183"/>
                <a:gd name="connsiteY421" fmla="*/ 328590 h 1160647"/>
                <a:gd name="connsiteX422" fmla="*/ 119575 w 3028183"/>
                <a:gd name="connsiteY422" fmla="*/ 328590 h 1160647"/>
                <a:gd name="connsiteX423" fmla="*/ 156055 w 3028183"/>
                <a:gd name="connsiteY423" fmla="*/ 246443 h 1160647"/>
                <a:gd name="connsiteX424" fmla="*/ 160109 w 3028183"/>
                <a:gd name="connsiteY424" fmla="*/ 0 h 1160647"/>
                <a:gd name="connsiteX0" fmla="*/ 160109 w 3031519"/>
                <a:gd name="connsiteY0" fmla="*/ 0 h 1160647"/>
                <a:gd name="connsiteX1" fmla="*/ 162135 w 3031519"/>
                <a:gd name="connsiteY1" fmla="*/ 246443 h 1160647"/>
                <a:gd name="connsiteX2" fmla="*/ 200642 w 3031519"/>
                <a:gd name="connsiteY2" fmla="*/ 326429 h 1160647"/>
                <a:gd name="connsiteX3" fmla="*/ 202669 w 3031519"/>
                <a:gd name="connsiteY3" fmla="*/ 326429 h 1160647"/>
                <a:gd name="connsiteX4" fmla="*/ 216856 w 3031519"/>
                <a:gd name="connsiteY4" fmla="*/ 326429 h 1160647"/>
                <a:gd name="connsiteX5" fmla="*/ 216856 w 3031519"/>
                <a:gd name="connsiteY5" fmla="*/ 350208 h 1160647"/>
                <a:gd name="connsiteX6" fmla="*/ 217363 w 3031519"/>
                <a:gd name="connsiteY6" fmla="*/ 351019 h 1160647"/>
                <a:gd name="connsiteX7" fmla="*/ 220909 w 3031519"/>
                <a:gd name="connsiteY7" fmla="*/ 356694 h 1160647"/>
                <a:gd name="connsiteX8" fmla="*/ 220909 w 3031519"/>
                <a:gd name="connsiteY8" fmla="*/ 471268 h 1160647"/>
                <a:gd name="connsiteX9" fmla="*/ 223189 w 3031519"/>
                <a:gd name="connsiteY9" fmla="*/ 471268 h 1160647"/>
                <a:gd name="connsiteX10" fmla="*/ 239150 w 3031519"/>
                <a:gd name="connsiteY10" fmla="*/ 471268 h 1160647"/>
                <a:gd name="connsiteX11" fmla="*/ 239150 w 3031519"/>
                <a:gd name="connsiteY11" fmla="*/ 611783 h 1160647"/>
                <a:gd name="connsiteX12" fmla="*/ 240670 w 3031519"/>
                <a:gd name="connsiteY12" fmla="*/ 611513 h 1160647"/>
                <a:gd name="connsiteX13" fmla="*/ 251310 w 3031519"/>
                <a:gd name="connsiteY13" fmla="*/ 609622 h 1160647"/>
                <a:gd name="connsiteX14" fmla="*/ 249283 w 3031519"/>
                <a:gd name="connsiteY14" fmla="*/ 698254 h 1160647"/>
                <a:gd name="connsiteX15" fmla="*/ 250803 w 3031519"/>
                <a:gd name="connsiteY15" fmla="*/ 698525 h 1160647"/>
                <a:gd name="connsiteX16" fmla="*/ 261443 w 3031519"/>
                <a:gd name="connsiteY16" fmla="*/ 700416 h 1160647"/>
                <a:gd name="connsiteX17" fmla="*/ 261696 w 3031519"/>
                <a:gd name="connsiteY17" fmla="*/ 701227 h 1160647"/>
                <a:gd name="connsiteX18" fmla="*/ 263470 w 3031519"/>
                <a:gd name="connsiteY18" fmla="*/ 706902 h 1160647"/>
                <a:gd name="connsiteX19" fmla="*/ 264230 w 3031519"/>
                <a:gd name="connsiteY19" fmla="*/ 704470 h 1160647"/>
                <a:gd name="connsiteX20" fmla="*/ 269550 w 3031519"/>
                <a:gd name="connsiteY20" fmla="*/ 687446 h 1160647"/>
                <a:gd name="connsiteX21" fmla="*/ 271323 w 3031519"/>
                <a:gd name="connsiteY21" fmla="*/ 687446 h 1160647"/>
                <a:gd name="connsiteX22" fmla="*/ 283737 w 3031519"/>
                <a:gd name="connsiteY22" fmla="*/ 687446 h 1160647"/>
                <a:gd name="connsiteX23" fmla="*/ 283737 w 3031519"/>
                <a:gd name="connsiteY23" fmla="*/ 719872 h 1160647"/>
                <a:gd name="connsiteX24" fmla="*/ 284750 w 3031519"/>
                <a:gd name="connsiteY24" fmla="*/ 720413 h 1160647"/>
                <a:gd name="connsiteX25" fmla="*/ 291844 w 3031519"/>
                <a:gd name="connsiteY25" fmla="*/ 724196 h 1160647"/>
                <a:gd name="connsiteX26" fmla="*/ 291844 w 3031519"/>
                <a:gd name="connsiteY26" fmla="*/ 725547 h 1160647"/>
                <a:gd name="connsiteX27" fmla="*/ 291844 w 3031519"/>
                <a:gd name="connsiteY27" fmla="*/ 735005 h 1160647"/>
                <a:gd name="connsiteX28" fmla="*/ 336431 w 3031519"/>
                <a:gd name="connsiteY28" fmla="*/ 735005 h 1160647"/>
                <a:gd name="connsiteX29" fmla="*/ 336431 w 3031519"/>
                <a:gd name="connsiteY29" fmla="*/ 736086 h 1160647"/>
                <a:gd name="connsiteX30" fmla="*/ 336431 w 3031519"/>
                <a:gd name="connsiteY30" fmla="*/ 743652 h 1160647"/>
                <a:gd name="connsiteX31" fmla="*/ 338457 w 3031519"/>
                <a:gd name="connsiteY31" fmla="*/ 743652 h 1160647"/>
                <a:gd name="connsiteX32" fmla="*/ 352644 w 3031519"/>
                <a:gd name="connsiteY32" fmla="*/ 743652 h 1160647"/>
                <a:gd name="connsiteX33" fmla="*/ 352644 w 3031519"/>
                <a:gd name="connsiteY33" fmla="*/ 713387 h 1160647"/>
                <a:gd name="connsiteX34" fmla="*/ 397231 w 3031519"/>
                <a:gd name="connsiteY34" fmla="*/ 713387 h 1160647"/>
                <a:gd name="connsiteX35" fmla="*/ 397231 w 3031519"/>
                <a:gd name="connsiteY35" fmla="*/ 712036 h 1160647"/>
                <a:gd name="connsiteX36" fmla="*/ 397231 w 3031519"/>
                <a:gd name="connsiteY36" fmla="*/ 702578 h 1160647"/>
                <a:gd name="connsiteX37" fmla="*/ 398245 w 3031519"/>
                <a:gd name="connsiteY37" fmla="*/ 702578 h 1160647"/>
                <a:gd name="connsiteX38" fmla="*/ 405338 w 3031519"/>
                <a:gd name="connsiteY38" fmla="*/ 702578 h 1160647"/>
                <a:gd name="connsiteX39" fmla="*/ 405338 w 3031519"/>
                <a:gd name="connsiteY39" fmla="*/ 700687 h 1160647"/>
                <a:gd name="connsiteX40" fmla="*/ 405338 w 3031519"/>
                <a:gd name="connsiteY40" fmla="*/ 687446 h 1160647"/>
                <a:gd name="connsiteX41" fmla="*/ 406098 w 3031519"/>
                <a:gd name="connsiteY41" fmla="*/ 687446 h 1160647"/>
                <a:gd name="connsiteX42" fmla="*/ 411418 w 3031519"/>
                <a:gd name="connsiteY42" fmla="*/ 687446 h 1160647"/>
                <a:gd name="connsiteX43" fmla="*/ 411418 w 3031519"/>
                <a:gd name="connsiteY43" fmla="*/ 686365 h 1160647"/>
                <a:gd name="connsiteX44" fmla="*/ 411418 w 3031519"/>
                <a:gd name="connsiteY44" fmla="*/ 678798 h 1160647"/>
                <a:gd name="connsiteX45" fmla="*/ 413445 w 3031519"/>
                <a:gd name="connsiteY45" fmla="*/ 678798 h 1160647"/>
                <a:gd name="connsiteX46" fmla="*/ 427632 w 3031519"/>
                <a:gd name="connsiteY46" fmla="*/ 678798 h 1160647"/>
                <a:gd name="connsiteX47" fmla="*/ 427632 w 3031519"/>
                <a:gd name="connsiteY47" fmla="*/ 679879 h 1160647"/>
                <a:gd name="connsiteX48" fmla="*/ 427632 w 3031519"/>
                <a:gd name="connsiteY48" fmla="*/ 687446 h 1160647"/>
                <a:gd name="connsiteX49" fmla="*/ 449925 w 3031519"/>
                <a:gd name="connsiteY49" fmla="*/ 687446 h 1160647"/>
                <a:gd name="connsiteX50" fmla="*/ 449925 w 3031519"/>
                <a:gd name="connsiteY50" fmla="*/ 685554 h 1160647"/>
                <a:gd name="connsiteX51" fmla="*/ 449925 w 3031519"/>
                <a:gd name="connsiteY51" fmla="*/ 672313 h 1160647"/>
                <a:gd name="connsiteX52" fmla="*/ 451699 w 3031519"/>
                <a:gd name="connsiteY52" fmla="*/ 672313 h 1160647"/>
                <a:gd name="connsiteX53" fmla="*/ 464112 w 3031519"/>
                <a:gd name="connsiteY53" fmla="*/ 672313 h 1160647"/>
                <a:gd name="connsiteX54" fmla="*/ 464112 w 3031519"/>
                <a:gd name="connsiteY54" fmla="*/ 696093 h 1160647"/>
                <a:gd name="connsiteX55" fmla="*/ 465126 w 3031519"/>
                <a:gd name="connsiteY55" fmla="*/ 696093 h 1160647"/>
                <a:gd name="connsiteX56" fmla="*/ 472219 w 3031519"/>
                <a:gd name="connsiteY56" fmla="*/ 696093 h 1160647"/>
                <a:gd name="connsiteX57" fmla="*/ 472219 w 3031519"/>
                <a:gd name="connsiteY57" fmla="*/ 695012 h 1160647"/>
                <a:gd name="connsiteX58" fmla="*/ 472219 w 3031519"/>
                <a:gd name="connsiteY58" fmla="*/ 687446 h 1160647"/>
                <a:gd name="connsiteX59" fmla="*/ 473992 w 3031519"/>
                <a:gd name="connsiteY59" fmla="*/ 687446 h 1160647"/>
                <a:gd name="connsiteX60" fmla="*/ 486406 w 3031519"/>
                <a:gd name="connsiteY60" fmla="*/ 687446 h 1160647"/>
                <a:gd name="connsiteX61" fmla="*/ 486406 w 3031519"/>
                <a:gd name="connsiteY61" fmla="*/ 713387 h 1160647"/>
                <a:gd name="connsiteX62" fmla="*/ 488433 w 3031519"/>
                <a:gd name="connsiteY62" fmla="*/ 713387 h 1160647"/>
                <a:gd name="connsiteX63" fmla="*/ 502619 w 3031519"/>
                <a:gd name="connsiteY63" fmla="*/ 713387 h 1160647"/>
                <a:gd name="connsiteX64" fmla="*/ 502619 w 3031519"/>
                <a:gd name="connsiteY64" fmla="*/ 715008 h 1160647"/>
                <a:gd name="connsiteX65" fmla="*/ 502619 w 3031519"/>
                <a:gd name="connsiteY65" fmla="*/ 726358 h 1160647"/>
                <a:gd name="connsiteX66" fmla="*/ 503379 w 3031519"/>
                <a:gd name="connsiteY66" fmla="*/ 726358 h 1160647"/>
                <a:gd name="connsiteX67" fmla="*/ 508700 w 3031519"/>
                <a:gd name="connsiteY67" fmla="*/ 726358 h 1160647"/>
                <a:gd name="connsiteX68" fmla="*/ 508700 w 3031519"/>
                <a:gd name="connsiteY68" fmla="*/ 725547 h 1160647"/>
                <a:gd name="connsiteX69" fmla="*/ 508700 w 3031519"/>
                <a:gd name="connsiteY69" fmla="*/ 719872 h 1160647"/>
                <a:gd name="connsiteX70" fmla="*/ 539100 w 3031519"/>
                <a:gd name="connsiteY70" fmla="*/ 719872 h 1160647"/>
                <a:gd name="connsiteX71" fmla="*/ 539100 w 3031519"/>
                <a:gd name="connsiteY71" fmla="*/ 743652 h 1160647"/>
                <a:gd name="connsiteX72" fmla="*/ 540113 w 3031519"/>
                <a:gd name="connsiteY72" fmla="*/ 743652 h 1160647"/>
                <a:gd name="connsiteX73" fmla="*/ 547207 w 3031519"/>
                <a:gd name="connsiteY73" fmla="*/ 743652 h 1160647"/>
                <a:gd name="connsiteX74" fmla="*/ 547207 w 3031519"/>
                <a:gd name="connsiteY74" fmla="*/ 744733 h 1160647"/>
                <a:gd name="connsiteX75" fmla="*/ 547207 w 3031519"/>
                <a:gd name="connsiteY75" fmla="*/ 752299 h 1160647"/>
                <a:gd name="connsiteX76" fmla="*/ 547967 w 3031519"/>
                <a:gd name="connsiteY76" fmla="*/ 752299 h 1160647"/>
                <a:gd name="connsiteX77" fmla="*/ 553287 w 3031519"/>
                <a:gd name="connsiteY77" fmla="*/ 752299 h 1160647"/>
                <a:gd name="connsiteX78" fmla="*/ 553287 w 3031519"/>
                <a:gd name="connsiteY78" fmla="*/ 750137 h 1160647"/>
                <a:gd name="connsiteX79" fmla="*/ 553287 w 3031519"/>
                <a:gd name="connsiteY79" fmla="*/ 735005 h 1160647"/>
                <a:gd name="connsiteX80" fmla="*/ 554300 w 3031519"/>
                <a:gd name="connsiteY80" fmla="*/ 735005 h 1160647"/>
                <a:gd name="connsiteX81" fmla="*/ 561394 w 3031519"/>
                <a:gd name="connsiteY81" fmla="*/ 735005 h 1160647"/>
                <a:gd name="connsiteX82" fmla="*/ 561394 w 3031519"/>
                <a:gd name="connsiteY82" fmla="*/ 736086 h 1160647"/>
                <a:gd name="connsiteX83" fmla="*/ 561394 w 3031519"/>
                <a:gd name="connsiteY83" fmla="*/ 743652 h 1160647"/>
                <a:gd name="connsiteX84" fmla="*/ 566714 w 3031519"/>
                <a:gd name="connsiteY84" fmla="*/ 741659 h 1160647"/>
                <a:gd name="connsiteX85" fmla="*/ 567474 w 3031519"/>
                <a:gd name="connsiteY85" fmla="*/ 740679 h 1160647"/>
                <a:gd name="connsiteX86" fmla="*/ 567474 w 3031519"/>
                <a:gd name="connsiteY86" fmla="*/ 735005 h 1160647"/>
                <a:gd name="connsiteX87" fmla="*/ 605981 w 3031519"/>
                <a:gd name="connsiteY87" fmla="*/ 735005 h 1160647"/>
                <a:gd name="connsiteX88" fmla="*/ 605981 w 3031519"/>
                <a:gd name="connsiteY88" fmla="*/ 758784 h 1160647"/>
                <a:gd name="connsiteX89" fmla="*/ 608007 w 3031519"/>
                <a:gd name="connsiteY89" fmla="*/ 758784 h 1160647"/>
                <a:gd name="connsiteX90" fmla="*/ 622194 w 3031519"/>
                <a:gd name="connsiteY90" fmla="*/ 758784 h 1160647"/>
                <a:gd name="connsiteX91" fmla="*/ 622194 w 3031519"/>
                <a:gd name="connsiteY91" fmla="*/ 759865 h 1160647"/>
                <a:gd name="connsiteX92" fmla="*/ 622194 w 3031519"/>
                <a:gd name="connsiteY92" fmla="*/ 767431 h 1160647"/>
                <a:gd name="connsiteX93" fmla="*/ 623968 w 3031519"/>
                <a:gd name="connsiteY93" fmla="*/ 767431 h 1160647"/>
                <a:gd name="connsiteX94" fmla="*/ 636381 w 3031519"/>
                <a:gd name="connsiteY94" fmla="*/ 767431 h 1160647"/>
                <a:gd name="connsiteX95" fmla="*/ 636381 w 3031519"/>
                <a:gd name="connsiteY95" fmla="*/ 743652 h 1160647"/>
                <a:gd name="connsiteX96" fmla="*/ 637394 w 3031519"/>
                <a:gd name="connsiteY96" fmla="*/ 743652 h 1160647"/>
                <a:gd name="connsiteX97" fmla="*/ 644488 w 3031519"/>
                <a:gd name="connsiteY97" fmla="*/ 743652 h 1160647"/>
                <a:gd name="connsiteX98" fmla="*/ 644488 w 3031519"/>
                <a:gd name="connsiteY98" fmla="*/ 711225 h 1160647"/>
                <a:gd name="connsiteX99" fmla="*/ 645501 w 3031519"/>
                <a:gd name="connsiteY99" fmla="*/ 711225 h 1160647"/>
                <a:gd name="connsiteX100" fmla="*/ 652595 w 3031519"/>
                <a:gd name="connsiteY100" fmla="*/ 711225 h 1160647"/>
                <a:gd name="connsiteX101" fmla="*/ 652595 w 3031519"/>
                <a:gd name="connsiteY101" fmla="*/ 709334 h 1160647"/>
                <a:gd name="connsiteX102" fmla="*/ 652595 w 3031519"/>
                <a:gd name="connsiteY102" fmla="*/ 696093 h 1160647"/>
                <a:gd name="connsiteX103" fmla="*/ 651328 w 3031519"/>
                <a:gd name="connsiteY103" fmla="*/ 694471 h 1160647"/>
                <a:gd name="connsiteX104" fmla="*/ 656648 w 3031519"/>
                <a:gd name="connsiteY104" fmla="*/ 683122 h 1160647"/>
                <a:gd name="connsiteX105" fmla="*/ 664755 w 3031519"/>
                <a:gd name="connsiteY105" fmla="*/ 711225 h 1160647"/>
                <a:gd name="connsiteX106" fmla="*/ 665515 w 3031519"/>
                <a:gd name="connsiteY106" fmla="*/ 711225 h 1160647"/>
                <a:gd name="connsiteX107" fmla="*/ 670835 w 3031519"/>
                <a:gd name="connsiteY107" fmla="*/ 711225 h 1160647"/>
                <a:gd name="connsiteX108" fmla="*/ 670835 w 3031519"/>
                <a:gd name="connsiteY108" fmla="*/ 605298 h 1160647"/>
                <a:gd name="connsiteX109" fmla="*/ 672355 w 3031519"/>
                <a:gd name="connsiteY109" fmla="*/ 605298 h 1160647"/>
                <a:gd name="connsiteX110" fmla="*/ 682995 w 3031519"/>
                <a:gd name="connsiteY110" fmla="*/ 605298 h 1160647"/>
                <a:gd name="connsiteX111" fmla="*/ 682995 w 3031519"/>
                <a:gd name="connsiteY111" fmla="*/ 557739 h 1160647"/>
                <a:gd name="connsiteX112" fmla="*/ 709342 w 3031519"/>
                <a:gd name="connsiteY112" fmla="*/ 557739 h 1160647"/>
                <a:gd name="connsiteX113" fmla="*/ 709342 w 3031519"/>
                <a:gd name="connsiteY113" fmla="*/ 536121 h 1160647"/>
                <a:gd name="connsiteX114" fmla="*/ 743796 w 3031519"/>
                <a:gd name="connsiteY114" fmla="*/ 536121 h 1160647"/>
                <a:gd name="connsiteX115" fmla="*/ 743796 w 3031519"/>
                <a:gd name="connsiteY115" fmla="*/ 538553 h 1160647"/>
                <a:gd name="connsiteX116" fmla="*/ 743796 w 3031519"/>
                <a:gd name="connsiteY116" fmla="*/ 555577 h 1160647"/>
                <a:gd name="connsiteX117" fmla="*/ 746076 w 3031519"/>
                <a:gd name="connsiteY117" fmla="*/ 555577 h 1160647"/>
                <a:gd name="connsiteX118" fmla="*/ 762036 w 3031519"/>
                <a:gd name="connsiteY118" fmla="*/ 555577 h 1160647"/>
                <a:gd name="connsiteX119" fmla="*/ 762036 w 3031519"/>
                <a:gd name="connsiteY119" fmla="*/ 603136 h 1160647"/>
                <a:gd name="connsiteX120" fmla="*/ 763049 w 3031519"/>
                <a:gd name="connsiteY120" fmla="*/ 603136 h 1160647"/>
                <a:gd name="connsiteX121" fmla="*/ 770143 w 3031519"/>
                <a:gd name="connsiteY121" fmla="*/ 603136 h 1160647"/>
                <a:gd name="connsiteX122" fmla="*/ 784330 w 3031519"/>
                <a:gd name="connsiteY122" fmla="*/ 607460 h 1160647"/>
                <a:gd name="connsiteX123" fmla="*/ 784330 w 3031519"/>
                <a:gd name="connsiteY123" fmla="*/ 646372 h 1160647"/>
                <a:gd name="connsiteX124" fmla="*/ 785343 w 3031519"/>
                <a:gd name="connsiteY124" fmla="*/ 646372 h 1160647"/>
                <a:gd name="connsiteX125" fmla="*/ 792436 w 3031519"/>
                <a:gd name="connsiteY125" fmla="*/ 646372 h 1160647"/>
                <a:gd name="connsiteX126" fmla="*/ 792436 w 3031519"/>
                <a:gd name="connsiteY126" fmla="*/ 647993 h 1160647"/>
                <a:gd name="connsiteX127" fmla="*/ 792436 w 3031519"/>
                <a:gd name="connsiteY127" fmla="*/ 659342 h 1160647"/>
                <a:gd name="connsiteX128" fmla="*/ 794463 w 3031519"/>
                <a:gd name="connsiteY128" fmla="*/ 659342 h 1160647"/>
                <a:gd name="connsiteX129" fmla="*/ 808650 w 3031519"/>
                <a:gd name="connsiteY129" fmla="*/ 659342 h 1160647"/>
                <a:gd name="connsiteX130" fmla="*/ 814730 w 3031519"/>
                <a:gd name="connsiteY130" fmla="*/ 665828 h 1160647"/>
                <a:gd name="connsiteX131" fmla="*/ 814730 w 3031519"/>
                <a:gd name="connsiteY131" fmla="*/ 687446 h 1160647"/>
                <a:gd name="connsiteX132" fmla="*/ 817010 w 3031519"/>
                <a:gd name="connsiteY132" fmla="*/ 687446 h 1160647"/>
                <a:gd name="connsiteX133" fmla="*/ 832970 w 3031519"/>
                <a:gd name="connsiteY133" fmla="*/ 687446 h 1160647"/>
                <a:gd name="connsiteX134" fmla="*/ 832970 w 3031519"/>
                <a:gd name="connsiteY134" fmla="*/ 688526 h 1160647"/>
                <a:gd name="connsiteX135" fmla="*/ 832970 w 3031519"/>
                <a:gd name="connsiteY135" fmla="*/ 696093 h 1160647"/>
                <a:gd name="connsiteX136" fmla="*/ 834237 w 3031519"/>
                <a:gd name="connsiteY136" fmla="*/ 696093 h 1160647"/>
                <a:gd name="connsiteX137" fmla="*/ 843104 w 3031519"/>
                <a:gd name="connsiteY137" fmla="*/ 696093 h 1160647"/>
                <a:gd name="connsiteX138" fmla="*/ 843104 w 3031519"/>
                <a:gd name="connsiteY138" fmla="*/ 698254 h 1160647"/>
                <a:gd name="connsiteX139" fmla="*/ 843104 w 3031519"/>
                <a:gd name="connsiteY139" fmla="*/ 713387 h 1160647"/>
                <a:gd name="connsiteX140" fmla="*/ 847157 w 3031519"/>
                <a:gd name="connsiteY140" fmla="*/ 711495 h 1160647"/>
                <a:gd name="connsiteX141" fmla="*/ 847157 w 3031519"/>
                <a:gd name="connsiteY141" fmla="*/ 698254 h 1160647"/>
                <a:gd name="connsiteX142" fmla="*/ 848170 w 3031519"/>
                <a:gd name="connsiteY142" fmla="*/ 698254 h 1160647"/>
                <a:gd name="connsiteX143" fmla="*/ 855264 w 3031519"/>
                <a:gd name="connsiteY143" fmla="*/ 698254 h 1160647"/>
                <a:gd name="connsiteX144" fmla="*/ 855264 w 3031519"/>
                <a:gd name="connsiteY144" fmla="*/ 699876 h 1160647"/>
                <a:gd name="connsiteX145" fmla="*/ 855264 w 3031519"/>
                <a:gd name="connsiteY145" fmla="*/ 711225 h 1160647"/>
                <a:gd name="connsiteX146" fmla="*/ 856024 w 3031519"/>
                <a:gd name="connsiteY146" fmla="*/ 711225 h 1160647"/>
                <a:gd name="connsiteX147" fmla="*/ 861344 w 3031519"/>
                <a:gd name="connsiteY147" fmla="*/ 711225 h 1160647"/>
                <a:gd name="connsiteX148" fmla="*/ 909984 w 3031519"/>
                <a:gd name="connsiteY148" fmla="*/ 706902 h 1160647"/>
                <a:gd name="connsiteX149" fmla="*/ 909984 w 3031519"/>
                <a:gd name="connsiteY149" fmla="*/ 708253 h 1160647"/>
                <a:gd name="connsiteX150" fmla="*/ 909984 w 3031519"/>
                <a:gd name="connsiteY150" fmla="*/ 717710 h 1160647"/>
                <a:gd name="connsiteX151" fmla="*/ 910744 w 3031519"/>
                <a:gd name="connsiteY151" fmla="*/ 717710 h 1160647"/>
                <a:gd name="connsiteX152" fmla="*/ 916065 w 3031519"/>
                <a:gd name="connsiteY152" fmla="*/ 717710 h 1160647"/>
                <a:gd name="connsiteX153" fmla="*/ 916065 w 3031519"/>
                <a:gd name="connsiteY153" fmla="*/ 719872 h 1160647"/>
                <a:gd name="connsiteX154" fmla="*/ 916065 w 3031519"/>
                <a:gd name="connsiteY154" fmla="*/ 735005 h 1160647"/>
                <a:gd name="connsiteX155" fmla="*/ 918091 w 3031519"/>
                <a:gd name="connsiteY155" fmla="*/ 733654 h 1160647"/>
                <a:gd name="connsiteX156" fmla="*/ 932278 w 3031519"/>
                <a:gd name="connsiteY156" fmla="*/ 724196 h 1160647"/>
                <a:gd name="connsiteX157" fmla="*/ 938358 w 3031519"/>
                <a:gd name="connsiteY157" fmla="*/ 683122 h 1160647"/>
                <a:gd name="connsiteX158" fmla="*/ 939118 w 3031519"/>
                <a:gd name="connsiteY158" fmla="*/ 682852 h 1160647"/>
                <a:gd name="connsiteX159" fmla="*/ 944438 w 3031519"/>
                <a:gd name="connsiteY159" fmla="*/ 680960 h 1160647"/>
                <a:gd name="connsiteX160" fmla="*/ 946465 w 3031519"/>
                <a:gd name="connsiteY160" fmla="*/ 611783 h 1160647"/>
                <a:gd name="connsiteX161" fmla="*/ 948492 w 3031519"/>
                <a:gd name="connsiteY161" fmla="*/ 680960 h 1160647"/>
                <a:gd name="connsiteX162" fmla="*/ 949252 w 3031519"/>
                <a:gd name="connsiteY162" fmla="*/ 681230 h 1160647"/>
                <a:gd name="connsiteX163" fmla="*/ 954572 w 3031519"/>
                <a:gd name="connsiteY163" fmla="*/ 683122 h 1160647"/>
                <a:gd name="connsiteX164" fmla="*/ 954572 w 3031519"/>
                <a:gd name="connsiteY164" fmla="*/ 596651 h 1160647"/>
                <a:gd name="connsiteX165" fmla="*/ 958625 w 3031519"/>
                <a:gd name="connsiteY165" fmla="*/ 564224 h 1160647"/>
                <a:gd name="connsiteX166" fmla="*/ 997132 w 3031519"/>
                <a:gd name="connsiteY166" fmla="*/ 564224 h 1160647"/>
                <a:gd name="connsiteX167" fmla="*/ 997132 w 3031519"/>
                <a:gd name="connsiteY167" fmla="*/ 596651 h 1160647"/>
                <a:gd name="connsiteX168" fmla="*/ 997892 w 3031519"/>
                <a:gd name="connsiteY168" fmla="*/ 596651 h 1160647"/>
                <a:gd name="connsiteX169" fmla="*/ 1003212 w 3031519"/>
                <a:gd name="connsiteY169" fmla="*/ 596651 h 1160647"/>
                <a:gd name="connsiteX170" fmla="*/ 1003212 w 3031519"/>
                <a:gd name="connsiteY170" fmla="*/ 514503 h 1160647"/>
                <a:gd name="connsiteX171" fmla="*/ 1004986 w 3031519"/>
                <a:gd name="connsiteY171" fmla="*/ 514503 h 1160647"/>
                <a:gd name="connsiteX172" fmla="*/ 1017399 w 3031519"/>
                <a:gd name="connsiteY172" fmla="*/ 514503 h 1160647"/>
                <a:gd name="connsiteX173" fmla="*/ 1017399 w 3031519"/>
                <a:gd name="connsiteY173" fmla="*/ 512612 h 1160647"/>
                <a:gd name="connsiteX174" fmla="*/ 1017399 w 3031519"/>
                <a:gd name="connsiteY174" fmla="*/ 499371 h 1160647"/>
                <a:gd name="connsiteX175" fmla="*/ 1039693 w 3031519"/>
                <a:gd name="connsiteY175" fmla="*/ 499371 h 1160647"/>
                <a:gd name="connsiteX176" fmla="*/ 1039693 w 3031519"/>
                <a:gd name="connsiteY176" fmla="*/ 498290 h 1160647"/>
                <a:gd name="connsiteX177" fmla="*/ 1039693 w 3031519"/>
                <a:gd name="connsiteY177" fmla="*/ 490724 h 1160647"/>
                <a:gd name="connsiteX178" fmla="*/ 1041466 w 3031519"/>
                <a:gd name="connsiteY178" fmla="*/ 490724 h 1160647"/>
                <a:gd name="connsiteX179" fmla="*/ 1053880 w 3031519"/>
                <a:gd name="connsiteY179" fmla="*/ 490724 h 1160647"/>
                <a:gd name="connsiteX180" fmla="*/ 1053880 w 3031519"/>
                <a:gd name="connsiteY180" fmla="*/ 491805 h 1160647"/>
                <a:gd name="connsiteX181" fmla="*/ 1053880 w 3031519"/>
                <a:gd name="connsiteY181" fmla="*/ 499371 h 1160647"/>
                <a:gd name="connsiteX182" fmla="*/ 1054640 w 3031519"/>
                <a:gd name="connsiteY182" fmla="*/ 499371 h 1160647"/>
                <a:gd name="connsiteX183" fmla="*/ 1059960 w 3031519"/>
                <a:gd name="connsiteY183" fmla="*/ 499371 h 1160647"/>
                <a:gd name="connsiteX184" fmla="*/ 1070093 w 3031519"/>
                <a:gd name="connsiteY184" fmla="*/ 495047 h 1160647"/>
                <a:gd name="connsiteX185" fmla="*/ 1074146 w 3031519"/>
                <a:gd name="connsiteY185" fmla="*/ 498290 h 1160647"/>
                <a:gd name="connsiteX186" fmla="*/ 1074146 w 3031519"/>
                <a:gd name="connsiteY186" fmla="*/ 490724 h 1160647"/>
                <a:gd name="connsiteX187" fmla="*/ 1076426 w 3031519"/>
                <a:gd name="connsiteY187" fmla="*/ 490724 h 1160647"/>
                <a:gd name="connsiteX188" fmla="*/ 1092387 w 3031519"/>
                <a:gd name="connsiteY188" fmla="*/ 490724 h 1160647"/>
                <a:gd name="connsiteX189" fmla="*/ 1092387 w 3031519"/>
                <a:gd name="connsiteY189" fmla="*/ 491805 h 1160647"/>
                <a:gd name="connsiteX190" fmla="*/ 1092387 w 3031519"/>
                <a:gd name="connsiteY190" fmla="*/ 499371 h 1160647"/>
                <a:gd name="connsiteX191" fmla="*/ 1122787 w 3031519"/>
                <a:gd name="connsiteY191" fmla="*/ 499371 h 1160647"/>
                <a:gd name="connsiteX192" fmla="*/ 1122787 w 3031519"/>
                <a:gd name="connsiteY192" fmla="*/ 500992 h 1160647"/>
                <a:gd name="connsiteX193" fmla="*/ 1122787 w 3031519"/>
                <a:gd name="connsiteY193" fmla="*/ 512342 h 1160647"/>
                <a:gd name="connsiteX194" fmla="*/ 1149134 w 3031519"/>
                <a:gd name="connsiteY194" fmla="*/ 512342 h 1160647"/>
                <a:gd name="connsiteX195" fmla="*/ 1149134 w 3031519"/>
                <a:gd name="connsiteY195" fmla="*/ 542606 h 1160647"/>
                <a:gd name="connsiteX196" fmla="*/ 1149894 w 3031519"/>
                <a:gd name="connsiteY196" fmla="*/ 542606 h 1160647"/>
                <a:gd name="connsiteX197" fmla="*/ 1155214 w 3031519"/>
                <a:gd name="connsiteY197" fmla="*/ 542606 h 1160647"/>
                <a:gd name="connsiteX198" fmla="*/ 1155214 w 3031519"/>
                <a:gd name="connsiteY198" fmla="*/ 543687 h 1160647"/>
                <a:gd name="connsiteX199" fmla="*/ 1155214 w 3031519"/>
                <a:gd name="connsiteY199" fmla="*/ 551254 h 1160647"/>
                <a:gd name="connsiteX200" fmla="*/ 1159268 w 3031519"/>
                <a:gd name="connsiteY200" fmla="*/ 581518 h 1160647"/>
                <a:gd name="connsiteX201" fmla="*/ 1160028 w 3031519"/>
                <a:gd name="connsiteY201" fmla="*/ 581518 h 1160647"/>
                <a:gd name="connsiteX202" fmla="*/ 1165348 w 3031519"/>
                <a:gd name="connsiteY202" fmla="*/ 581518 h 1160647"/>
                <a:gd name="connsiteX203" fmla="*/ 1165348 w 3031519"/>
                <a:gd name="connsiteY203" fmla="*/ 582329 h 1160647"/>
                <a:gd name="connsiteX204" fmla="*/ 1165348 w 3031519"/>
                <a:gd name="connsiteY204" fmla="*/ 588004 h 1160647"/>
                <a:gd name="connsiteX205" fmla="*/ 1166361 w 3031519"/>
                <a:gd name="connsiteY205" fmla="*/ 588004 h 1160647"/>
                <a:gd name="connsiteX206" fmla="*/ 1173454 w 3031519"/>
                <a:gd name="connsiteY206" fmla="*/ 588004 h 1160647"/>
                <a:gd name="connsiteX207" fmla="*/ 1173454 w 3031519"/>
                <a:gd name="connsiteY207" fmla="*/ 618269 h 1160647"/>
                <a:gd name="connsiteX208" fmla="*/ 1175481 w 3031519"/>
                <a:gd name="connsiteY208" fmla="*/ 618269 h 1160647"/>
                <a:gd name="connsiteX209" fmla="*/ 1189668 w 3031519"/>
                <a:gd name="connsiteY209" fmla="*/ 618269 h 1160647"/>
                <a:gd name="connsiteX210" fmla="*/ 1189668 w 3031519"/>
                <a:gd name="connsiteY210" fmla="*/ 642048 h 1160647"/>
                <a:gd name="connsiteX211" fmla="*/ 1191695 w 3031519"/>
                <a:gd name="connsiteY211" fmla="*/ 643669 h 1160647"/>
                <a:gd name="connsiteX212" fmla="*/ 1191695 w 3031519"/>
                <a:gd name="connsiteY212" fmla="*/ 655019 h 1160647"/>
                <a:gd name="connsiteX213" fmla="*/ 1192455 w 3031519"/>
                <a:gd name="connsiteY213" fmla="*/ 655019 h 1160647"/>
                <a:gd name="connsiteX214" fmla="*/ 1197775 w 3031519"/>
                <a:gd name="connsiteY214" fmla="*/ 655019 h 1160647"/>
                <a:gd name="connsiteX215" fmla="*/ 1197775 w 3031519"/>
                <a:gd name="connsiteY215" fmla="*/ 678798 h 1160647"/>
                <a:gd name="connsiteX216" fmla="*/ 1199041 w 3031519"/>
                <a:gd name="connsiteY216" fmla="*/ 678798 h 1160647"/>
                <a:gd name="connsiteX217" fmla="*/ 1207908 w 3031519"/>
                <a:gd name="connsiteY217" fmla="*/ 678798 h 1160647"/>
                <a:gd name="connsiteX218" fmla="*/ 1209935 w 3031519"/>
                <a:gd name="connsiteY218" fmla="*/ 682852 h 1160647"/>
                <a:gd name="connsiteX219" fmla="*/ 1209935 w 3031519"/>
                <a:gd name="connsiteY219" fmla="*/ 696093 h 1160647"/>
                <a:gd name="connsiteX220" fmla="*/ 1211455 w 3031519"/>
                <a:gd name="connsiteY220" fmla="*/ 694201 h 1160647"/>
                <a:gd name="connsiteX221" fmla="*/ 1222095 w 3031519"/>
                <a:gd name="connsiteY221" fmla="*/ 680960 h 1160647"/>
                <a:gd name="connsiteX222" fmla="*/ 1250469 w 3031519"/>
                <a:gd name="connsiteY222" fmla="*/ 680960 h 1160647"/>
                <a:gd name="connsiteX223" fmla="*/ 1250469 w 3031519"/>
                <a:gd name="connsiteY223" fmla="*/ 767431 h 1160647"/>
                <a:gd name="connsiteX224" fmla="*/ 1251229 w 3031519"/>
                <a:gd name="connsiteY224" fmla="*/ 767431 h 1160647"/>
                <a:gd name="connsiteX225" fmla="*/ 1256549 w 3031519"/>
                <a:gd name="connsiteY225" fmla="*/ 767431 h 1160647"/>
                <a:gd name="connsiteX226" fmla="*/ 1257309 w 3031519"/>
                <a:gd name="connsiteY226" fmla="*/ 766080 h 1160647"/>
                <a:gd name="connsiteX227" fmla="*/ 1262629 w 3031519"/>
                <a:gd name="connsiteY227" fmla="*/ 756622 h 1160647"/>
                <a:gd name="connsiteX228" fmla="*/ 1262629 w 3031519"/>
                <a:gd name="connsiteY228" fmla="*/ 758514 h 1160647"/>
                <a:gd name="connsiteX229" fmla="*/ 1262629 w 3031519"/>
                <a:gd name="connsiteY229" fmla="*/ 771755 h 1160647"/>
                <a:gd name="connsiteX230" fmla="*/ 1266682 w 3031519"/>
                <a:gd name="connsiteY230" fmla="*/ 726358 h 1160647"/>
                <a:gd name="connsiteX231" fmla="*/ 1267442 w 3031519"/>
                <a:gd name="connsiteY231" fmla="*/ 726358 h 1160647"/>
                <a:gd name="connsiteX232" fmla="*/ 1272762 w 3031519"/>
                <a:gd name="connsiteY232" fmla="*/ 726358 h 1160647"/>
                <a:gd name="connsiteX233" fmla="*/ 1272762 w 3031519"/>
                <a:gd name="connsiteY233" fmla="*/ 661504 h 1160647"/>
                <a:gd name="connsiteX234" fmla="*/ 1273776 w 3031519"/>
                <a:gd name="connsiteY234" fmla="*/ 661504 h 1160647"/>
                <a:gd name="connsiteX235" fmla="*/ 1280869 w 3031519"/>
                <a:gd name="connsiteY235" fmla="*/ 661504 h 1160647"/>
                <a:gd name="connsiteX236" fmla="*/ 1293029 w 3031519"/>
                <a:gd name="connsiteY236" fmla="*/ 618269 h 1160647"/>
                <a:gd name="connsiteX237" fmla="*/ 1294296 w 3031519"/>
                <a:gd name="connsiteY237" fmla="*/ 618269 h 1160647"/>
                <a:gd name="connsiteX238" fmla="*/ 1303163 w 3031519"/>
                <a:gd name="connsiteY238" fmla="*/ 618269 h 1160647"/>
                <a:gd name="connsiteX239" fmla="*/ 1313296 w 3031519"/>
                <a:gd name="connsiteY239" fmla="*/ 661504 h 1160647"/>
                <a:gd name="connsiteX240" fmla="*/ 1314309 w 3031519"/>
                <a:gd name="connsiteY240" fmla="*/ 661504 h 1160647"/>
                <a:gd name="connsiteX241" fmla="*/ 1321403 w 3031519"/>
                <a:gd name="connsiteY241" fmla="*/ 661504 h 1160647"/>
                <a:gd name="connsiteX242" fmla="*/ 1321403 w 3031519"/>
                <a:gd name="connsiteY242" fmla="*/ 700416 h 1160647"/>
                <a:gd name="connsiteX243" fmla="*/ 1323176 w 3031519"/>
                <a:gd name="connsiteY243" fmla="*/ 700416 h 1160647"/>
                <a:gd name="connsiteX244" fmla="*/ 1335590 w 3031519"/>
                <a:gd name="connsiteY244" fmla="*/ 700416 h 1160647"/>
                <a:gd name="connsiteX245" fmla="*/ 1335590 w 3031519"/>
                <a:gd name="connsiteY245" fmla="*/ 702578 h 1160647"/>
                <a:gd name="connsiteX246" fmla="*/ 1335590 w 3031519"/>
                <a:gd name="connsiteY246" fmla="*/ 717710 h 1160647"/>
                <a:gd name="connsiteX247" fmla="*/ 1339643 w 3031519"/>
                <a:gd name="connsiteY247" fmla="*/ 715549 h 1160647"/>
                <a:gd name="connsiteX248" fmla="*/ 1339643 w 3031519"/>
                <a:gd name="connsiteY248" fmla="*/ 700416 h 1160647"/>
                <a:gd name="connsiteX249" fmla="*/ 1341163 w 3031519"/>
                <a:gd name="connsiteY249" fmla="*/ 700416 h 1160647"/>
                <a:gd name="connsiteX250" fmla="*/ 1351803 w 3031519"/>
                <a:gd name="connsiteY250" fmla="*/ 700416 h 1160647"/>
                <a:gd name="connsiteX251" fmla="*/ 1351803 w 3031519"/>
                <a:gd name="connsiteY251" fmla="*/ 702037 h 1160647"/>
                <a:gd name="connsiteX252" fmla="*/ 1351803 w 3031519"/>
                <a:gd name="connsiteY252" fmla="*/ 713387 h 1160647"/>
                <a:gd name="connsiteX253" fmla="*/ 1382204 w 3031519"/>
                <a:gd name="connsiteY253" fmla="*/ 713387 h 1160647"/>
                <a:gd name="connsiteX254" fmla="*/ 1382204 w 3031519"/>
                <a:gd name="connsiteY254" fmla="*/ 676637 h 1160647"/>
                <a:gd name="connsiteX255" fmla="*/ 1383470 w 3031519"/>
                <a:gd name="connsiteY255" fmla="*/ 676637 h 1160647"/>
                <a:gd name="connsiteX256" fmla="*/ 1392337 w 3031519"/>
                <a:gd name="connsiteY256" fmla="*/ 676637 h 1160647"/>
                <a:gd name="connsiteX257" fmla="*/ 1392337 w 3031519"/>
                <a:gd name="connsiteY257" fmla="*/ 698254 h 1160647"/>
                <a:gd name="connsiteX258" fmla="*/ 1394364 w 3031519"/>
                <a:gd name="connsiteY258" fmla="*/ 665828 h 1160647"/>
                <a:gd name="connsiteX259" fmla="*/ 1416657 w 3031519"/>
                <a:gd name="connsiteY259" fmla="*/ 665828 h 1160647"/>
                <a:gd name="connsiteX260" fmla="*/ 1416657 w 3031519"/>
                <a:gd name="connsiteY260" fmla="*/ 664206 h 1160647"/>
                <a:gd name="connsiteX261" fmla="*/ 1416657 w 3031519"/>
                <a:gd name="connsiteY261" fmla="*/ 652857 h 1160647"/>
                <a:gd name="connsiteX262" fmla="*/ 1417417 w 3031519"/>
                <a:gd name="connsiteY262" fmla="*/ 652857 h 1160647"/>
                <a:gd name="connsiteX263" fmla="*/ 1422737 w 3031519"/>
                <a:gd name="connsiteY263" fmla="*/ 652857 h 1160647"/>
                <a:gd name="connsiteX264" fmla="*/ 1422737 w 3031519"/>
                <a:gd name="connsiteY264" fmla="*/ 650966 h 1160647"/>
                <a:gd name="connsiteX265" fmla="*/ 1422737 w 3031519"/>
                <a:gd name="connsiteY265" fmla="*/ 637725 h 1160647"/>
                <a:gd name="connsiteX266" fmla="*/ 1426791 w 3031519"/>
                <a:gd name="connsiteY266" fmla="*/ 644210 h 1160647"/>
                <a:gd name="connsiteX267" fmla="*/ 1429071 w 3031519"/>
                <a:gd name="connsiteY267" fmla="*/ 644210 h 1160647"/>
                <a:gd name="connsiteX268" fmla="*/ 1445031 w 3031519"/>
                <a:gd name="connsiteY268" fmla="*/ 644210 h 1160647"/>
                <a:gd name="connsiteX269" fmla="*/ 1445031 w 3031519"/>
                <a:gd name="connsiteY269" fmla="*/ 643399 h 1160647"/>
                <a:gd name="connsiteX270" fmla="*/ 1445031 w 3031519"/>
                <a:gd name="connsiteY270" fmla="*/ 637725 h 1160647"/>
                <a:gd name="connsiteX271" fmla="*/ 1445791 w 3031519"/>
                <a:gd name="connsiteY271" fmla="*/ 637725 h 1160647"/>
                <a:gd name="connsiteX272" fmla="*/ 1451111 w 3031519"/>
                <a:gd name="connsiteY272" fmla="*/ 637725 h 1160647"/>
                <a:gd name="connsiteX273" fmla="*/ 1451111 w 3031519"/>
                <a:gd name="connsiteY273" fmla="*/ 639076 h 1160647"/>
                <a:gd name="connsiteX274" fmla="*/ 1451111 w 3031519"/>
                <a:gd name="connsiteY274" fmla="*/ 648534 h 1160647"/>
                <a:gd name="connsiteX275" fmla="*/ 1489618 w 3031519"/>
                <a:gd name="connsiteY275" fmla="*/ 648534 h 1160647"/>
                <a:gd name="connsiteX276" fmla="*/ 1489618 w 3031519"/>
                <a:gd name="connsiteY276" fmla="*/ 786887 h 1160647"/>
                <a:gd name="connsiteX277" fmla="*/ 1491138 w 3031519"/>
                <a:gd name="connsiteY277" fmla="*/ 786887 h 1160647"/>
                <a:gd name="connsiteX278" fmla="*/ 1501778 w 3031519"/>
                <a:gd name="connsiteY278" fmla="*/ 786887 h 1160647"/>
                <a:gd name="connsiteX279" fmla="*/ 1501778 w 3031519"/>
                <a:gd name="connsiteY279" fmla="*/ 773917 h 1160647"/>
                <a:gd name="connsiteX280" fmla="*/ 1505832 w 3031519"/>
                <a:gd name="connsiteY280" fmla="*/ 773917 h 1160647"/>
                <a:gd name="connsiteX281" fmla="*/ 1505832 w 3031519"/>
                <a:gd name="connsiteY281" fmla="*/ 786887 h 1160647"/>
                <a:gd name="connsiteX282" fmla="*/ 1536232 w 3031519"/>
                <a:gd name="connsiteY282" fmla="*/ 786887 h 1160647"/>
                <a:gd name="connsiteX283" fmla="*/ 1536232 w 3031519"/>
                <a:gd name="connsiteY283" fmla="*/ 756622 h 1160647"/>
                <a:gd name="connsiteX284" fmla="*/ 1548392 w 3031519"/>
                <a:gd name="connsiteY284" fmla="*/ 756622 h 1160647"/>
                <a:gd name="connsiteX285" fmla="*/ 1560552 w 3031519"/>
                <a:gd name="connsiteY285" fmla="*/ 754461 h 1160647"/>
                <a:gd name="connsiteX286" fmla="*/ 1564606 w 3031519"/>
                <a:gd name="connsiteY286" fmla="*/ 756622 h 1160647"/>
                <a:gd name="connsiteX287" fmla="*/ 1574739 w 3031519"/>
                <a:gd name="connsiteY287" fmla="*/ 756622 h 1160647"/>
                <a:gd name="connsiteX288" fmla="*/ 1574739 w 3031519"/>
                <a:gd name="connsiteY288" fmla="*/ 786887 h 1160647"/>
                <a:gd name="connsiteX289" fmla="*/ 1582846 w 3031519"/>
                <a:gd name="connsiteY289" fmla="*/ 786887 h 1160647"/>
                <a:gd name="connsiteX290" fmla="*/ 1582846 w 3031519"/>
                <a:gd name="connsiteY290" fmla="*/ 804182 h 1160647"/>
                <a:gd name="connsiteX291" fmla="*/ 1592182 w 3031519"/>
                <a:gd name="connsiteY291" fmla="*/ 805087 h 1160647"/>
                <a:gd name="connsiteX292" fmla="*/ 1605140 w 3031519"/>
                <a:gd name="connsiteY292" fmla="*/ 805087 h 1160647"/>
                <a:gd name="connsiteX293" fmla="*/ 1605140 w 3031519"/>
                <a:gd name="connsiteY293" fmla="*/ 789049 h 1160647"/>
                <a:gd name="connsiteX294" fmla="*/ 1673096 w 3031519"/>
                <a:gd name="connsiteY294" fmla="*/ 789049 h 1160647"/>
                <a:gd name="connsiteX295" fmla="*/ 1673096 w 3031519"/>
                <a:gd name="connsiteY295" fmla="*/ 703796 h 1160647"/>
                <a:gd name="connsiteX296" fmla="*/ 1745104 w 3031519"/>
                <a:gd name="connsiteY296" fmla="*/ 703796 h 1160647"/>
                <a:gd name="connsiteX297" fmla="*/ 1745104 w 3031519"/>
                <a:gd name="connsiteY297" fmla="*/ 782564 h 1160647"/>
                <a:gd name="connsiteX298" fmla="*/ 1747008 w 3031519"/>
                <a:gd name="connsiteY298" fmla="*/ 782564 h 1160647"/>
                <a:gd name="connsiteX299" fmla="*/ 1748250 w 3031519"/>
                <a:gd name="connsiteY299" fmla="*/ 805087 h 1160647"/>
                <a:gd name="connsiteX300" fmla="*/ 1757926 w 3031519"/>
                <a:gd name="connsiteY300" fmla="*/ 805087 h 1160647"/>
                <a:gd name="connsiteX301" fmla="*/ 1759168 w 3031519"/>
                <a:gd name="connsiteY301" fmla="*/ 782564 h 1160647"/>
                <a:gd name="connsiteX302" fmla="*/ 1765248 w 3031519"/>
                <a:gd name="connsiteY302" fmla="*/ 782564 h 1160647"/>
                <a:gd name="connsiteX303" fmla="*/ 1766490 w 3031519"/>
                <a:gd name="connsiteY303" fmla="*/ 805087 h 1160647"/>
                <a:gd name="connsiteX304" fmla="*/ 1817112 w 3031519"/>
                <a:gd name="connsiteY304" fmla="*/ 805087 h 1160647"/>
                <a:gd name="connsiteX305" fmla="*/ 1817112 w 3031519"/>
                <a:gd name="connsiteY305" fmla="*/ 642059 h 1160647"/>
                <a:gd name="connsiteX306" fmla="*/ 2014439 w 3031519"/>
                <a:gd name="connsiteY306" fmla="*/ 642059 h 1160647"/>
                <a:gd name="connsiteX307" fmla="*/ 2014439 w 3031519"/>
                <a:gd name="connsiteY307" fmla="*/ 805087 h 1160647"/>
                <a:gd name="connsiteX308" fmla="*/ 2033136 w 3031519"/>
                <a:gd name="connsiteY308" fmla="*/ 805087 h 1160647"/>
                <a:gd name="connsiteX309" fmla="*/ 2033136 w 3031519"/>
                <a:gd name="connsiteY309" fmla="*/ 722394 h 1160647"/>
                <a:gd name="connsiteX310" fmla="*/ 2128256 w 3031519"/>
                <a:gd name="connsiteY310" fmla="*/ 722394 h 1160647"/>
                <a:gd name="connsiteX311" fmla="*/ 2140186 w 3031519"/>
                <a:gd name="connsiteY311" fmla="*/ 404253 h 1160647"/>
                <a:gd name="connsiteX312" fmla="*/ 2128026 w 3031519"/>
                <a:gd name="connsiteY312" fmla="*/ 382635 h 1160647"/>
                <a:gd name="connsiteX313" fmla="*/ 2121946 w 3031519"/>
                <a:gd name="connsiteY313" fmla="*/ 378311 h 1160647"/>
                <a:gd name="connsiteX314" fmla="*/ 2130053 w 3031519"/>
                <a:gd name="connsiteY314" fmla="*/ 354532 h 1160647"/>
                <a:gd name="connsiteX315" fmla="*/ 2130053 w 3031519"/>
                <a:gd name="connsiteY315" fmla="*/ 337238 h 1160647"/>
                <a:gd name="connsiteX316" fmla="*/ 2144240 w 3031519"/>
                <a:gd name="connsiteY316" fmla="*/ 337238 h 1160647"/>
                <a:gd name="connsiteX317" fmla="*/ 2144240 w 3031519"/>
                <a:gd name="connsiteY317" fmla="*/ 315620 h 1160647"/>
                <a:gd name="connsiteX318" fmla="*/ 2146266 w 3031519"/>
                <a:gd name="connsiteY318" fmla="*/ 311296 h 1160647"/>
                <a:gd name="connsiteX319" fmla="*/ 2146266 w 3031519"/>
                <a:gd name="connsiteY319" fmla="*/ 233472 h 1160647"/>
                <a:gd name="connsiteX320" fmla="*/ 2144240 w 3031519"/>
                <a:gd name="connsiteY320" fmla="*/ 226987 h 1160647"/>
                <a:gd name="connsiteX321" fmla="*/ 2150320 w 3031519"/>
                <a:gd name="connsiteY321" fmla="*/ 220501 h 1160647"/>
                <a:gd name="connsiteX322" fmla="*/ 2150320 w 3031519"/>
                <a:gd name="connsiteY322" fmla="*/ 162133 h 1160647"/>
                <a:gd name="connsiteX323" fmla="*/ 2152346 w 3031519"/>
                <a:gd name="connsiteY323" fmla="*/ 157810 h 1160647"/>
                <a:gd name="connsiteX324" fmla="*/ 2152346 w 3031519"/>
                <a:gd name="connsiteY324" fmla="*/ 101604 h 1160647"/>
                <a:gd name="connsiteX325" fmla="*/ 2154373 w 3031519"/>
                <a:gd name="connsiteY325" fmla="*/ 82148 h 1160647"/>
                <a:gd name="connsiteX326" fmla="*/ 2158427 w 3031519"/>
                <a:gd name="connsiteY326" fmla="*/ 99442 h 1160647"/>
                <a:gd name="connsiteX327" fmla="*/ 2160453 w 3031519"/>
                <a:gd name="connsiteY327" fmla="*/ 157810 h 1160647"/>
                <a:gd name="connsiteX328" fmla="*/ 2162480 w 3031519"/>
                <a:gd name="connsiteY328" fmla="*/ 220501 h 1160647"/>
                <a:gd name="connsiteX329" fmla="*/ 2168560 w 3031519"/>
                <a:gd name="connsiteY329" fmla="*/ 226987 h 1160647"/>
                <a:gd name="connsiteX330" fmla="*/ 2166533 w 3031519"/>
                <a:gd name="connsiteY330" fmla="*/ 233472 h 1160647"/>
                <a:gd name="connsiteX331" fmla="*/ 2166533 w 3031519"/>
                <a:gd name="connsiteY331" fmla="*/ 311296 h 1160647"/>
                <a:gd name="connsiteX332" fmla="*/ 2168560 w 3031519"/>
                <a:gd name="connsiteY332" fmla="*/ 315620 h 1160647"/>
                <a:gd name="connsiteX333" fmla="*/ 2168560 w 3031519"/>
                <a:gd name="connsiteY333" fmla="*/ 337238 h 1160647"/>
                <a:gd name="connsiteX334" fmla="*/ 2182747 w 3031519"/>
                <a:gd name="connsiteY334" fmla="*/ 337238 h 1160647"/>
                <a:gd name="connsiteX335" fmla="*/ 2182747 w 3031519"/>
                <a:gd name="connsiteY335" fmla="*/ 354532 h 1160647"/>
                <a:gd name="connsiteX336" fmla="*/ 2190854 w 3031519"/>
                <a:gd name="connsiteY336" fmla="*/ 378311 h 1160647"/>
                <a:gd name="connsiteX337" fmla="*/ 2184774 w 3031519"/>
                <a:gd name="connsiteY337" fmla="*/ 382635 h 1160647"/>
                <a:gd name="connsiteX338" fmla="*/ 2172613 w 3031519"/>
                <a:gd name="connsiteY338" fmla="*/ 404253 h 1160647"/>
                <a:gd name="connsiteX339" fmla="*/ 2180720 w 3031519"/>
                <a:gd name="connsiteY339" fmla="*/ 657181 h 1160647"/>
                <a:gd name="connsiteX340" fmla="*/ 2245574 w 3031519"/>
                <a:gd name="connsiteY340" fmla="*/ 657181 h 1160647"/>
                <a:gd name="connsiteX341" fmla="*/ 2245574 w 3031519"/>
                <a:gd name="connsiteY341" fmla="*/ 732843 h 1160647"/>
                <a:gd name="connsiteX342" fmla="*/ 2253681 w 3031519"/>
                <a:gd name="connsiteY342" fmla="*/ 732843 h 1160647"/>
                <a:gd name="connsiteX343" fmla="*/ 2255708 w 3031519"/>
                <a:gd name="connsiteY343" fmla="*/ 726358 h 1160647"/>
                <a:gd name="connsiteX344" fmla="*/ 2261788 w 3031519"/>
                <a:gd name="connsiteY344" fmla="*/ 726358 h 1160647"/>
                <a:gd name="connsiteX345" fmla="*/ 2263815 w 3031519"/>
                <a:gd name="connsiteY345" fmla="*/ 735005 h 1160647"/>
                <a:gd name="connsiteX346" fmla="*/ 2275975 w 3031519"/>
                <a:gd name="connsiteY346" fmla="*/ 735005 h 1160647"/>
                <a:gd name="connsiteX347" fmla="*/ 2275975 w 3031519"/>
                <a:gd name="connsiteY347" fmla="*/ 728519 h 1160647"/>
                <a:gd name="connsiteX348" fmla="*/ 2298268 w 3031519"/>
                <a:gd name="connsiteY348" fmla="*/ 728519 h 1160647"/>
                <a:gd name="connsiteX349" fmla="*/ 2298268 w 3031519"/>
                <a:gd name="connsiteY349" fmla="*/ 735005 h 1160647"/>
                <a:gd name="connsiteX350" fmla="*/ 2318535 w 3031519"/>
                <a:gd name="connsiteY350" fmla="*/ 735005 h 1160647"/>
                <a:gd name="connsiteX351" fmla="*/ 2318535 w 3031519"/>
                <a:gd name="connsiteY351" fmla="*/ 780402 h 1160647"/>
                <a:gd name="connsiteX352" fmla="*/ 2332722 w 3031519"/>
                <a:gd name="connsiteY352" fmla="*/ 780402 h 1160647"/>
                <a:gd name="connsiteX353" fmla="*/ 2332722 w 3031519"/>
                <a:gd name="connsiteY353" fmla="*/ 767431 h 1160647"/>
                <a:gd name="connsiteX354" fmla="*/ 2348936 w 3031519"/>
                <a:gd name="connsiteY354" fmla="*/ 767431 h 1160647"/>
                <a:gd name="connsiteX355" fmla="*/ 2348936 w 3031519"/>
                <a:gd name="connsiteY355" fmla="*/ 588004 h 1160647"/>
                <a:gd name="connsiteX356" fmla="*/ 2355016 w 3031519"/>
                <a:gd name="connsiteY356" fmla="*/ 581518 h 1160647"/>
                <a:gd name="connsiteX357" fmla="*/ 2427977 w 3031519"/>
                <a:gd name="connsiteY357" fmla="*/ 581518 h 1160647"/>
                <a:gd name="connsiteX358" fmla="*/ 2427977 w 3031519"/>
                <a:gd name="connsiteY358" fmla="*/ 590166 h 1160647"/>
                <a:gd name="connsiteX359" fmla="*/ 2438110 w 3031519"/>
                <a:gd name="connsiteY359" fmla="*/ 590166 h 1160647"/>
                <a:gd name="connsiteX360" fmla="*/ 2438110 w 3031519"/>
                <a:gd name="connsiteY360" fmla="*/ 704740 h 1160647"/>
                <a:gd name="connsiteX361" fmla="*/ 2460404 w 3031519"/>
                <a:gd name="connsiteY361" fmla="*/ 704740 h 1160647"/>
                <a:gd name="connsiteX362" fmla="*/ 2460404 w 3031519"/>
                <a:gd name="connsiteY362" fmla="*/ 637725 h 1160647"/>
                <a:gd name="connsiteX363" fmla="*/ 2486751 w 3031519"/>
                <a:gd name="connsiteY363" fmla="*/ 637725 h 1160647"/>
                <a:gd name="connsiteX364" fmla="*/ 2490804 w 3031519"/>
                <a:gd name="connsiteY364" fmla="*/ 633401 h 1160647"/>
                <a:gd name="connsiteX365" fmla="*/ 2498911 w 3031519"/>
                <a:gd name="connsiteY365" fmla="*/ 633401 h 1160647"/>
                <a:gd name="connsiteX366" fmla="*/ 2502964 w 3031519"/>
                <a:gd name="connsiteY366" fmla="*/ 637725 h 1160647"/>
                <a:gd name="connsiteX367" fmla="*/ 2525258 w 3031519"/>
                <a:gd name="connsiteY367" fmla="*/ 637725 h 1160647"/>
                <a:gd name="connsiteX368" fmla="*/ 2525258 w 3031519"/>
                <a:gd name="connsiteY368" fmla="*/ 520989 h 1160647"/>
                <a:gd name="connsiteX369" fmla="*/ 2582005 w 3031519"/>
                <a:gd name="connsiteY369" fmla="*/ 510180 h 1160647"/>
                <a:gd name="connsiteX370" fmla="*/ 2582005 w 3031519"/>
                <a:gd name="connsiteY370" fmla="*/ 511261 h 1160647"/>
                <a:gd name="connsiteX371" fmla="*/ 2582005 w 3031519"/>
                <a:gd name="connsiteY371" fmla="*/ 518827 h 1160647"/>
                <a:gd name="connsiteX372" fmla="*/ 2608352 w 3031519"/>
                <a:gd name="connsiteY372" fmla="*/ 518827 h 1160647"/>
                <a:gd name="connsiteX373" fmla="*/ 2608352 w 3031519"/>
                <a:gd name="connsiteY373" fmla="*/ 773917 h 1160647"/>
                <a:gd name="connsiteX374" fmla="*/ 2630646 w 3031519"/>
                <a:gd name="connsiteY374" fmla="*/ 773917 h 1160647"/>
                <a:gd name="connsiteX375" fmla="*/ 2630646 w 3031519"/>
                <a:gd name="connsiteY375" fmla="*/ 769593 h 1160647"/>
                <a:gd name="connsiteX376" fmla="*/ 2642806 w 3031519"/>
                <a:gd name="connsiteY376" fmla="*/ 769593 h 1160647"/>
                <a:gd name="connsiteX377" fmla="*/ 2642806 w 3031519"/>
                <a:gd name="connsiteY377" fmla="*/ 773917 h 1160647"/>
                <a:gd name="connsiteX378" fmla="*/ 2667126 w 3031519"/>
                <a:gd name="connsiteY378" fmla="*/ 773917 h 1160647"/>
                <a:gd name="connsiteX379" fmla="*/ 2667126 w 3031519"/>
                <a:gd name="connsiteY379" fmla="*/ 760946 h 1160647"/>
                <a:gd name="connsiteX380" fmla="*/ 2695500 w 3031519"/>
                <a:gd name="connsiteY380" fmla="*/ 760946 h 1160647"/>
                <a:gd name="connsiteX381" fmla="*/ 2707660 w 3031519"/>
                <a:gd name="connsiteY381" fmla="*/ 756622 h 1160647"/>
                <a:gd name="connsiteX382" fmla="*/ 2727927 w 3031519"/>
                <a:gd name="connsiteY382" fmla="*/ 760946 h 1160647"/>
                <a:gd name="connsiteX383" fmla="*/ 2727927 w 3031519"/>
                <a:gd name="connsiteY383" fmla="*/ 743652 h 1160647"/>
                <a:gd name="connsiteX384" fmla="*/ 2736034 w 3031519"/>
                <a:gd name="connsiteY384" fmla="*/ 743652 h 1160647"/>
                <a:gd name="connsiteX385" fmla="*/ 2736034 w 3031519"/>
                <a:gd name="connsiteY385" fmla="*/ 730681 h 1160647"/>
                <a:gd name="connsiteX386" fmla="*/ 2792781 w 3031519"/>
                <a:gd name="connsiteY386" fmla="*/ 730681 h 1160647"/>
                <a:gd name="connsiteX387" fmla="*/ 2792781 w 3031519"/>
                <a:gd name="connsiteY387" fmla="*/ 700416 h 1160647"/>
                <a:gd name="connsiteX388" fmla="*/ 2811021 w 3031519"/>
                <a:gd name="connsiteY388" fmla="*/ 700416 h 1160647"/>
                <a:gd name="connsiteX389" fmla="*/ 2811021 w 3031519"/>
                <a:gd name="connsiteY389" fmla="*/ 693931 h 1160647"/>
                <a:gd name="connsiteX390" fmla="*/ 2823181 w 3031519"/>
                <a:gd name="connsiteY390" fmla="*/ 693931 h 1160647"/>
                <a:gd name="connsiteX391" fmla="*/ 2823181 w 3031519"/>
                <a:gd name="connsiteY391" fmla="*/ 700416 h 1160647"/>
                <a:gd name="connsiteX392" fmla="*/ 2839395 w 3031519"/>
                <a:gd name="connsiteY392" fmla="*/ 700416 h 1160647"/>
                <a:gd name="connsiteX393" fmla="*/ 2839395 w 3031519"/>
                <a:gd name="connsiteY393" fmla="*/ 750137 h 1160647"/>
                <a:gd name="connsiteX394" fmla="*/ 2871822 w 3031519"/>
                <a:gd name="connsiteY394" fmla="*/ 750137 h 1160647"/>
                <a:gd name="connsiteX395" fmla="*/ 2871822 w 3031519"/>
                <a:gd name="connsiteY395" fmla="*/ 724196 h 1160647"/>
                <a:gd name="connsiteX396" fmla="*/ 2910329 w 3031519"/>
                <a:gd name="connsiteY396" fmla="*/ 724196 h 1160647"/>
                <a:gd name="connsiteX397" fmla="*/ 2910329 w 3031519"/>
                <a:gd name="connsiteY397" fmla="*/ 693931 h 1160647"/>
                <a:gd name="connsiteX398" fmla="*/ 2958970 w 3031519"/>
                <a:gd name="connsiteY398" fmla="*/ 693931 h 1160647"/>
                <a:gd name="connsiteX399" fmla="*/ 2958970 w 3031519"/>
                <a:gd name="connsiteY399" fmla="*/ 805087 h 1160647"/>
                <a:gd name="connsiteX400" fmla="*/ 2958970 w 3031519"/>
                <a:gd name="connsiteY400" fmla="*/ 818866 h 1160647"/>
                <a:gd name="connsiteX401" fmla="*/ 3031519 w 3031519"/>
                <a:gd name="connsiteY401" fmla="*/ 818866 h 1160647"/>
                <a:gd name="connsiteX402" fmla="*/ 3028183 w 3031519"/>
                <a:gd name="connsiteY402" fmla="*/ 1160647 h 1160647"/>
                <a:gd name="connsiteX403" fmla="*/ 2054 w 3031519"/>
                <a:gd name="connsiteY403" fmla="*/ 1158314 h 1160647"/>
                <a:gd name="connsiteX404" fmla="*/ 0 w 3031519"/>
                <a:gd name="connsiteY404" fmla="*/ 724196 h 1160647"/>
                <a:gd name="connsiteX405" fmla="*/ 20267 w 3031519"/>
                <a:gd name="connsiteY405" fmla="*/ 724196 h 1160647"/>
                <a:gd name="connsiteX406" fmla="*/ 20774 w 3031519"/>
                <a:gd name="connsiteY406" fmla="*/ 723115 h 1160647"/>
                <a:gd name="connsiteX407" fmla="*/ 24320 w 3031519"/>
                <a:gd name="connsiteY407" fmla="*/ 715549 h 1160647"/>
                <a:gd name="connsiteX408" fmla="*/ 26094 w 3031519"/>
                <a:gd name="connsiteY408" fmla="*/ 715819 h 1160647"/>
                <a:gd name="connsiteX409" fmla="*/ 38507 w 3031519"/>
                <a:gd name="connsiteY409" fmla="*/ 717710 h 1160647"/>
                <a:gd name="connsiteX410" fmla="*/ 39014 w 3031519"/>
                <a:gd name="connsiteY410" fmla="*/ 719062 h 1160647"/>
                <a:gd name="connsiteX411" fmla="*/ 42560 w 3031519"/>
                <a:gd name="connsiteY411" fmla="*/ 728519 h 1160647"/>
                <a:gd name="connsiteX412" fmla="*/ 68907 w 3031519"/>
                <a:gd name="connsiteY412" fmla="*/ 730681 h 1160647"/>
                <a:gd name="connsiteX413" fmla="*/ 68907 w 3031519"/>
                <a:gd name="connsiteY413" fmla="*/ 607460 h 1160647"/>
                <a:gd name="connsiteX414" fmla="*/ 70934 w 3031519"/>
                <a:gd name="connsiteY414" fmla="*/ 607460 h 1160647"/>
                <a:gd name="connsiteX415" fmla="*/ 85121 w 3031519"/>
                <a:gd name="connsiteY415" fmla="*/ 607460 h 1160647"/>
                <a:gd name="connsiteX416" fmla="*/ 85121 w 3031519"/>
                <a:gd name="connsiteY416" fmla="*/ 471268 h 1160647"/>
                <a:gd name="connsiteX417" fmla="*/ 86894 w 3031519"/>
                <a:gd name="connsiteY417" fmla="*/ 471268 h 1160647"/>
                <a:gd name="connsiteX418" fmla="*/ 99308 w 3031519"/>
                <a:gd name="connsiteY418" fmla="*/ 471268 h 1160647"/>
                <a:gd name="connsiteX419" fmla="*/ 99308 w 3031519"/>
                <a:gd name="connsiteY419" fmla="*/ 356694 h 1160647"/>
                <a:gd name="connsiteX420" fmla="*/ 103361 w 3031519"/>
                <a:gd name="connsiteY420" fmla="*/ 328590 h 1160647"/>
                <a:gd name="connsiteX421" fmla="*/ 105388 w 3031519"/>
                <a:gd name="connsiteY421" fmla="*/ 328590 h 1160647"/>
                <a:gd name="connsiteX422" fmla="*/ 119575 w 3031519"/>
                <a:gd name="connsiteY422" fmla="*/ 328590 h 1160647"/>
                <a:gd name="connsiteX423" fmla="*/ 156055 w 3031519"/>
                <a:gd name="connsiteY423" fmla="*/ 246443 h 1160647"/>
                <a:gd name="connsiteX424" fmla="*/ 160109 w 3031519"/>
                <a:gd name="connsiteY424" fmla="*/ 0 h 1160647"/>
                <a:gd name="connsiteX0" fmla="*/ 160109 w 3031520"/>
                <a:gd name="connsiteY0" fmla="*/ 0 h 1160647"/>
                <a:gd name="connsiteX1" fmla="*/ 162135 w 3031520"/>
                <a:gd name="connsiteY1" fmla="*/ 246443 h 1160647"/>
                <a:gd name="connsiteX2" fmla="*/ 200642 w 3031520"/>
                <a:gd name="connsiteY2" fmla="*/ 326429 h 1160647"/>
                <a:gd name="connsiteX3" fmla="*/ 202669 w 3031520"/>
                <a:gd name="connsiteY3" fmla="*/ 326429 h 1160647"/>
                <a:gd name="connsiteX4" fmla="*/ 216856 w 3031520"/>
                <a:gd name="connsiteY4" fmla="*/ 326429 h 1160647"/>
                <a:gd name="connsiteX5" fmla="*/ 216856 w 3031520"/>
                <a:gd name="connsiteY5" fmla="*/ 350208 h 1160647"/>
                <a:gd name="connsiteX6" fmla="*/ 217363 w 3031520"/>
                <a:gd name="connsiteY6" fmla="*/ 351019 h 1160647"/>
                <a:gd name="connsiteX7" fmla="*/ 220909 w 3031520"/>
                <a:gd name="connsiteY7" fmla="*/ 356694 h 1160647"/>
                <a:gd name="connsiteX8" fmla="*/ 220909 w 3031520"/>
                <a:gd name="connsiteY8" fmla="*/ 471268 h 1160647"/>
                <a:gd name="connsiteX9" fmla="*/ 223189 w 3031520"/>
                <a:gd name="connsiteY9" fmla="*/ 471268 h 1160647"/>
                <a:gd name="connsiteX10" fmla="*/ 239150 w 3031520"/>
                <a:gd name="connsiteY10" fmla="*/ 471268 h 1160647"/>
                <a:gd name="connsiteX11" fmla="*/ 239150 w 3031520"/>
                <a:gd name="connsiteY11" fmla="*/ 611783 h 1160647"/>
                <a:gd name="connsiteX12" fmla="*/ 240670 w 3031520"/>
                <a:gd name="connsiteY12" fmla="*/ 611513 h 1160647"/>
                <a:gd name="connsiteX13" fmla="*/ 251310 w 3031520"/>
                <a:gd name="connsiteY13" fmla="*/ 609622 h 1160647"/>
                <a:gd name="connsiteX14" fmla="*/ 249283 w 3031520"/>
                <a:gd name="connsiteY14" fmla="*/ 698254 h 1160647"/>
                <a:gd name="connsiteX15" fmla="*/ 250803 w 3031520"/>
                <a:gd name="connsiteY15" fmla="*/ 698525 h 1160647"/>
                <a:gd name="connsiteX16" fmla="*/ 261443 w 3031520"/>
                <a:gd name="connsiteY16" fmla="*/ 700416 h 1160647"/>
                <a:gd name="connsiteX17" fmla="*/ 261696 w 3031520"/>
                <a:gd name="connsiteY17" fmla="*/ 701227 h 1160647"/>
                <a:gd name="connsiteX18" fmla="*/ 263470 w 3031520"/>
                <a:gd name="connsiteY18" fmla="*/ 706902 h 1160647"/>
                <a:gd name="connsiteX19" fmla="*/ 264230 w 3031520"/>
                <a:gd name="connsiteY19" fmla="*/ 704470 h 1160647"/>
                <a:gd name="connsiteX20" fmla="*/ 269550 w 3031520"/>
                <a:gd name="connsiteY20" fmla="*/ 687446 h 1160647"/>
                <a:gd name="connsiteX21" fmla="*/ 271323 w 3031520"/>
                <a:gd name="connsiteY21" fmla="*/ 687446 h 1160647"/>
                <a:gd name="connsiteX22" fmla="*/ 283737 w 3031520"/>
                <a:gd name="connsiteY22" fmla="*/ 687446 h 1160647"/>
                <a:gd name="connsiteX23" fmla="*/ 283737 w 3031520"/>
                <a:gd name="connsiteY23" fmla="*/ 719872 h 1160647"/>
                <a:gd name="connsiteX24" fmla="*/ 284750 w 3031520"/>
                <a:gd name="connsiteY24" fmla="*/ 720413 h 1160647"/>
                <a:gd name="connsiteX25" fmla="*/ 291844 w 3031520"/>
                <a:gd name="connsiteY25" fmla="*/ 724196 h 1160647"/>
                <a:gd name="connsiteX26" fmla="*/ 291844 w 3031520"/>
                <a:gd name="connsiteY26" fmla="*/ 725547 h 1160647"/>
                <a:gd name="connsiteX27" fmla="*/ 291844 w 3031520"/>
                <a:gd name="connsiteY27" fmla="*/ 735005 h 1160647"/>
                <a:gd name="connsiteX28" fmla="*/ 336431 w 3031520"/>
                <a:gd name="connsiteY28" fmla="*/ 735005 h 1160647"/>
                <a:gd name="connsiteX29" fmla="*/ 336431 w 3031520"/>
                <a:gd name="connsiteY29" fmla="*/ 736086 h 1160647"/>
                <a:gd name="connsiteX30" fmla="*/ 336431 w 3031520"/>
                <a:gd name="connsiteY30" fmla="*/ 743652 h 1160647"/>
                <a:gd name="connsiteX31" fmla="*/ 338457 w 3031520"/>
                <a:gd name="connsiteY31" fmla="*/ 743652 h 1160647"/>
                <a:gd name="connsiteX32" fmla="*/ 352644 w 3031520"/>
                <a:gd name="connsiteY32" fmla="*/ 743652 h 1160647"/>
                <a:gd name="connsiteX33" fmla="*/ 352644 w 3031520"/>
                <a:gd name="connsiteY33" fmla="*/ 713387 h 1160647"/>
                <a:gd name="connsiteX34" fmla="*/ 397231 w 3031520"/>
                <a:gd name="connsiteY34" fmla="*/ 713387 h 1160647"/>
                <a:gd name="connsiteX35" fmla="*/ 397231 w 3031520"/>
                <a:gd name="connsiteY35" fmla="*/ 712036 h 1160647"/>
                <a:gd name="connsiteX36" fmla="*/ 397231 w 3031520"/>
                <a:gd name="connsiteY36" fmla="*/ 702578 h 1160647"/>
                <a:gd name="connsiteX37" fmla="*/ 398245 w 3031520"/>
                <a:gd name="connsiteY37" fmla="*/ 702578 h 1160647"/>
                <a:gd name="connsiteX38" fmla="*/ 405338 w 3031520"/>
                <a:gd name="connsiteY38" fmla="*/ 702578 h 1160647"/>
                <a:gd name="connsiteX39" fmla="*/ 405338 w 3031520"/>
                <a:gd name="connsiteY39" fmla="*/ 700687 h 1160647"/>
                <a:gd name="connsiteX40" fmla="*/ 405338 w 3031520"/>
                <a:gd name="connsiteY40" fmla="*/ 687446 h 1160647"/>
                <a:gd name="connsiteX41" fmla="*/ 406098 w 3031520"/>
                <a:gd name="connsiteY41" fmla="*/ 687446 h 1160647"/>
                <a:gd name="connsiteX42" fmla="*/ 411418 w 3031520"/>
                <a:gd name="connsiteY42" fmla="*/ 687446 h 1160647"/>
                <a:gd name="connsiteX43" fmla="*/ 411418 w 3031520"/>
                <a:gd name="connsiteY43" fmla="*/ 686365 h 1160647"/>
                <a:gd name="connsiteX44" fmla="*/ 411418 w 3031520"/>
                <a:gd name="connsiteY44" fmla="*/ 678798 h 1160647"/>
                <a:gd name="connsiteX45" fmla="*/ 413445 w 3031520"/>
                <a:gd name="connsiteY45" fmla="*/ 678798 h 1160647"/>
                <a:gd name="connsiteX46" fmla="*/ 427632 w 3031520"/>
                <a:gd name="connsiteY46" fmla="*/ 678798 h 1160647"/>
                <a:gd name="connsiteX47" fmla="*/ 427632 w 3031520"/>
                <a:gd name="connsiteY47" fmla="*/ 679879 h 1160647"/>
                <a:gd name="connsiteX48" fmla="*/ 427632 w 3031520"/>
                <a:gd name="connsiteY48" fmla="*/ 687446 h 1160647"/>
                <a:gd name="connsiteX49" fmla="*/ 449925 w 3031520"/>
                <a:gd name="connsiteY49" fmla="*/ 687446 h 1160647"/>
                <a:gd name="connsiteX50" fmla="*/ 449925 w 3031520"/>
                <a:gd name="connsiteY50" fmla="*/ 685554 h 1160647"/>
                <a:gd name="connsiteX51" fmla="*/ 449925 w 3031520"/>
                <a:gd name="connsiteY51" fmla="*/ 672313 h 1160647"/>
                <a:gd name="connsiteX52" fmla="*/ 451699 w 3031520"/>
                <a:gd name="connsiteY52" fmla="*/ 672313 h 1160647"/>
                <a:gd name="connsiteX53" fmla="*/ 464112 w 3031520"/>
                <a:gd name="connsiteY53" fmla="*/ 672313 h 1160647"/>
                <a:gd name="connsiteX54" fmla="*/ 464112 w 3031520"/>
                <a:gd name="connsiteY54" fmla="*/ 696093 h 1160647"/>
                <a:gd name="connsiteX55" fmla="*/ 465126 w 3031520"/>
                <a:gd name="connsiteY55" fmla="*/ 696093 h 1160647"/>
                <a:gd name="connsiteX56" fmla="*/ 472219 w 3031520"/>
                <a:gd name="connsiteY56" fmla="*/ 696093 h 1160647"/>
                <a:gd name="connsiteX57" fmla="*/ 472219 w 3031520"/>
                <a:gd name="connsiteY57" fmla="*/ 695012 h 1160647"/>
                <a:gd name="connsiteX58" fmla="*/ 472219 w 3031520"/>
                <a:gd name="connsiteY58" fmla="*/ 687446 h 1160647"/>
                <a:gd name="connsiteX59" fmla="*/ 473992 w 3031520"/>
                <a:gd name="connsiteY59" fmla="*/ 687446 h 1160647"/>
                <a:gd name="connsiteX60" fmla="*/ 486406 w 3031520"/>
                <a:gd name="connsiteY60" fmla="*/ 687446 h 1160647"/>
                <a:gd name="connsiteX61" fmla="*/ 486406 w 3031520"/>
                <a:gd name="connsiteY61" fmla="*/ 713387 h 1160647"/>
                <a:gd name="connsiteX62" fmla="*/ 488433 w 3031520"/>
                <a:gd name="connsiteY62" fmla="*/ 713387 h 1160647"/>
                <a:gd name="connsiteX63" fmla="*/ 502619 w 3031520"/>
                <a:gd name="connsiteY63" fmla="*/ 713387 h 1160647"/>
                <a:gd name="connsiteX64" fmla="*/ 502619 w 3031520"/>
                <a:gd name="connsiteY64" fmla="*/ 715008 h 1160647"/>
                <a:gd name="connsiteX65" fmla="*/ 502619 w 3031520"/>
                <a:gd name="connsiteY65" fmla="*/ 726358 h 1160647"/>
                <a:gd name="connsiteX66" fmla="*/ 503379 w 3031520"/>
                <a:gd name="connsiteY66" fmla="*/ 726358 h 1160647"/>
                <a:gd name="connsiteX67" fmla="*/ 508700 w 3031520"/>
                <a:gd name="connsiteY67" fmla="*/ 726358 h 1160647"/>
                <a:gd name="connsiteX68" fmla="*/ 508700 w 3031520"/>
                <a:gd name="connsiteY68" fmla="*/ 725547 h 1160647"/>
                <a:gd name="connsiteX69" fmla="*/ 508700 w 3031520"/>
                <a:gd name="connsiteY69" fmla="*/ 719872 h 1160647"/>
                <a:gd name="connsiteX70" fmla="*/ 539100 w 3031520"/>
                <a:gd name="connsiteY70" fmla="*/ 719872 h 1160647"/>
                <a:gd name="connsiteX71" fmla="*/ 539100 w 3031520"/>
                <a:gd name="connsiteY71" fmla="*/ 743652 h 1160647"/>
                <a:gd name="connsiteX72" fmla="*/ 540113 w 3031520"/>
                <a:gd name="connsiteY72" fmla="*/ 743652 h 1160647"/>
                <a:gd name="connsiteX73" fmla="*/ 547207 w 3031520"/>
                <a:gd name="connsiteY73" fmla="*/ 743652 h 1160647"/>
                <a:gd name="connsiteX74" fmla="*/ 547207 w 3031520"/>
                <a:gd name="connsiteY74" fmla="*/ 744733 h 1160647"/>
                <a:gd name="connsiteX75" fmla="*/ 547207 w 3031520"/>
                <a:gd name="connsiteY75" fmla="*/ 752299 h 1160647"/>
                <a:gd name="connsiteX76" fmla="*/ 547967 w 3031520"/>
                <a:gd name="connsiteY76" fmla="*/ 752299 h 1160647"/>
                <a:gd name="connsiteX77" fmla="*/ 553287 w 3031520"/>
                <a:gd name="connsiteY77" fmla="*/ 752299 h 1160647"/>
                <a:gd name="connsiteX78" fmla="*/ 553287 w 3031520"/>
                <a:gd name="connsiteY78" fmla="*/ 750137 h 1160647"/>
                <a:gd name="connsiteX79" fmla="*/ 553287 w 3031520"/>
                <a:gd name="connsiteY79" fmla="*/ 735005 h 1160647"/>
                <a:gd name="connsiteX80" fmla="*/ 554300 w 3031520"/>
                <a:gd name="connsiteY80" fmla="*/ 735005 h 1160647"/>
                <a:gd name="connsiteX81" fmla="*/ 561394 w 3031520"/>
                <a:gd name="connsiteY81" fmla="*/ 735005 h 1160647"/>
                <a:gd name="connsiteX82" fmla="*/ 561394 w 3031520"/>
                <a:gd name="connsiteY82" fmla="*/ 736086 h 1160647"/>
                <a:gd name="connsiteX83" fmla="*/ 561394 w 3031520"/>
                <a:gd name="connsiteY83" fmla="*/ 743652 h 1160647"/>
                <a:gd name="connsiteX84" fmla="*/ 566714 w 3031520"/>
                <a:gd name="connsiteY84" fmla="*/ 741659 h 1160647"/>
                <a:gd name="connsiteX85" fmla="*/ 567474 w 3031520"/>
                <a:gd name="connsiteY85" fmla="*/ 740679 h 1160647"/>
                <a:gd name="connsiteX86" fmla="*/ 567474 w 3031520"/>
                <a:gd name="connsiteY86" fmla="*/ 735005 h 1160647"/>
                <a:gd name="connsiteX87" fmla="*/ 605981 w 3031520"/>
                <a:gd name="connsiteY87" fmla="*/ 735005 h 1160647"/>
                <a:gd name="connsiteX88" fmla="*/ 605981 w 3031520"/>
                <a:gd name="connsiteY88" fmla="*/ 758784 h 1160647"/>
                <a:gd name="connsiteX89" fmla="*/ 608007 w 3031520"/>
                <a:gd name="connsiteY89" fmla="*/ 758784 h 1160647"/>
                <a:gd name="connsiteX90" fmla="*/ 622194 w 3031520"/>
                <a:gd name="connsiteY90" fmla="*/ 758784 h 1160647"/>
                <a:gd name="connsiteX91" fmla="*/ 622194 w 3031520"/>
                <a:gd name="connsiteY91" fmla="*/ 759865 h 1160647"/>
                <a:gd name="connsiteX92" fmla="*/ 622194 w 3031520"/>
                <a:gd name="connsiteY92" fmla="*/ 767431 h 1160647"/>
                <a:gd name="connsiteX93" fmla="*/ 623968 w 3031520"/>
                <a:gd name="connsiteY93" fmla="*/ 767431 h 1160647"/>
                <a:gd name="connsiteX94" fmla="*/ 636381 w 3031520"/>
                <a:gd name="connsiteY94" fmla="*/ 767431 h 1160647"/>
                <a:gd name="connsiteX95" fmla="*/ 636381 w 3031520"/>
                <a:gd name="connsiteY95" fmla="*/ 743652 h 1160647"/>
                <a:gd name="connsiteX96" fmla="*/ 637394 w 3031520"/>
                <a:gd name="connsiteY96" fmla="*/ 743652 h 1160647"/>
                <a:gd name="connsiteX97" fmla="*/ 644488 w 3031520"/>
                <a:gd name="connsiteY97" fmla="*/ 743652 h 1160647"/>
                <a:gd name="connsiteX98" fmla="*/ 644488 w 3031520"/>
                <a:gd name="connsiteY98" fmla="*/ 711225 h 1160647"/>
                <a:gd name="connsiteX99" fmla="*/ 645501 w 3031520"/>
                <a:gd name="connsiteY99" fmla="*/ 711225 h 1160647"/>
                <a:gd name="connsiteX100" fmla="*/ 652595 w 3031520"/>
                <a:gd name="connsiteY100" fmla="*/ 711225 h 1160647"/>
                <a:gd name="connsiteX101" fmla="*/ 652595 w 3031520"/>
                <a:gd name="connsiteY101" fmla="*/ 709334 h 1160647"/>
                <a:gd name="connsiteX102" fmla="*/ 652595 w 3031520"/>
                <a:gd name="connsiteY102" fmla="*/ 696093 h 1160647"/>
                <a:gd name="connsiteX103" fmla="*/ 651328 w 3031520"/>
                <a:gd name="connsiteY103" fmla="*/ 694471 h 1160647"/>
                <a:gd name="connsiteX104" fmla="*/ 656648 w 3031520"/>
                <a:gd name="connsiteY104" fmla="*/ 683122 h 1160647"/>
                <a:gd name="connsiteX105" fmla="*/ 664755 w 3031520"/>
                <a:gd name="connsiteY105" fmla="*/ 711225 h 1160647"/>
                <a:gd name="connsiteX106" fmla="*/ 665515 w 3031520"/>
                <a:gd name="connsiteY106" fmla="*/ 711225 h 1160647"/>
                <a:gd name="connsiteX107" fmla="*/ 670835 w 3031520"/>
                <a:gd name="connsiteY107" fmla="*/ 711225 h 1160647"/>
                <a:gd name="connsiteX108" fmla="*/ 670835 w 3031520"/>
                <a:gd name="connsiteY108" fmla="*/ 605298 h 1160647"/>
                <a:gd name="connsiteX109" fmla="*/ 672355 w 3031520"/>
                <a:gd name="connsiteY109" fmla="*/ 605298 h 1160647"/>
                <a:gd name="connsiteX110" fmla="*/ 682995 w 3031520"/>
                <a:gd name="connsiteY110" fmla="*/ 605298 h 1160647"/>
                <a:gd name="connsiteX111" fmla="*/ 682995 w 3031520"/>
                <a:gd name="connsiteY111" fmla="*/ 557739 h 1160647"/>
                <a:gd name="connsiteX112" fmla="*/ 709342 w 3031520"/>
                <a:gd name="connsiteY112" fmla="*/ 557739 h 1160647"/>
                <a:gd name="connsiteX113" fmla="*/ 709342 w 3031520"/>
                <a:gd name="connsiteY113" fmla="*/ 536121 h 1160647"/>
                <a:gd name="connsiteX114" fmla="*/ 743796 w 3031520"/>
                <a:gd name="connsiteY114" fmla="*/ 536121 h 1160647"/>
                <a:gd name="connsiteX115" fmla="*/ 743796 w 3031520"/>
                <a:gd name="connsiteY115" fmla="*/ 538553 h 1160647"/>
                <a:gd name="connsiteX116" fmla="*/ 743796 w 3031520"/>
                <a:gd name="connsiteY116" fmla="*/ 555577 h 1160647"/>
                <a:gd name="connsiteX117" fmla="*/ 746076 w 3031520"/>
                <a:gd name="connsiteY117" fmla="*/ 555577 h 1160647"/>
                <a:gd name="connsiteX118" fmla="*/ 762036 w 3031520"/>
                <a:gd name="connsiteY118" fmla="*/ 555577 h 1160647"/>
                <a:gd name="connsiteX119" fmla="*/ 762036 w 3031520"/>
                <a:gd name="connsiteY119" fmla="*/ 603136 h 1160647"/>
                <a:gd name="connsiteX120" fmla="*/ 763049 w 3031520"/>
                <a:gd name="connsiteY120" fmla="*/ 603136 h 1160647"/>
                <a:gd name="connsiteX121" fmla="*/ 770143 w 3031520"/>
                <a:gd name="connsiteY121" fmla="*/ 603136 h 1160647"/>
                <a:gd name="connsiteX122" fmla="*/ 784330 w 3031520"/>
                <a:gd name="connsiteY122" fmla="*/ 607460 h 1160647"/>
                <a:gd name="connsiteX123" fmla="*/ 784330 w 3031520"/>
                <a:gd name="connsiteY123" fmla="*/ 646372 h 1160647"/>
                <a:gd name="connsiteX124" fmla="*/ 785343 w 3031520"/>
                <a:gd name="connsiteY124" fmla="*/ 646372 h 1160647"/>
                <a:gd name="connsiteX125" fmla="*/ 792436 w 3031520"/>
                <a:gd name="connsiteY125" fmla="*/ 646372 h 1160647"/>
                <a:gd name="connsiteX126" fmla="*/ 792436 w 3031520"/>
                <a:gd name="connsiteY126" fmla="*/ 647993 h 1160647"/>
                <a:gd name="connsiteX127" fmla="*/ 792436 w 3031520"/>
                <a:gd name="connsiteY127" fmla="*/ 659342 h 1160647"/>
                <a:gd name="connsiteX128" fmla="*/ 794463 w 3031520"/>
                <a:gd name="connsiteY128" fmla="*/ 659342 h 1160647"/>
                <a:gd name="connsiteX129" fmla="*/ 808650 w 3031520"/>
                <a:gd name="connsiteY129" fmla="*/ 659342 h 1160647"/>
                <a:gd name="connsiteX130" fmla="*/ 814730 w 3031520"/>
                <a:gd name="connsiteY130" fmla="*/ 665828 h 1160647"/>
                <a:gd name="connsiteX131" fmla="*/ 814730 w 3031520"/>
                <a:gd name="connsiteY131" fmla="*/ 687446 h 1160647"/>
                <a:gd name="connsiteX132" fmla="*/ 817010 w 3031520"/>
                <a:gd name="connsiteY132" fmla="*/ 687446 h 1160647"/>
                <a:gd name="connsiteX133" fmla="*/ 832970 w 3031520"/>
                <a:gd name="connsiteY133" fmla="*/ 687446 h 1160647"/>
                <a:gd name="connsiteX134" fmla="*/ 832970 w 3031520"/>
                <a:gd name="connsiteY134" fmla="*/ 688526 h 1160647"/>
                <a:gd name="connsiteX135" fmla="*/ 832970 w 3031520"/>
                <a:gd name="connsiteY135" fmla="*/ 696093 h 1160647"/>
                <a:gd name="connsiteX136" fmla="*/ 834237 w 3031520"/>
                <a:gd name="connsiteY136" fmla="*/ 696093 h 1160647"/>
                <a:gd name="connsiteX137" fmla="*/ 843104 w 3031520"/>
                <a:gd name="connsiteY137" fmla="*/ 696093 h 1160647"/>
                <a:gd name="connsiteX138" fmla="*/ 843104 w 3031520"/>
                <a:gd name="connsiteY138" fmla="*/ 698254 h 1160647"/>
                <a:gd name="connsiteX139" fmla="*/ 843104 w 3031520"/>
                <a:gd name="connsiteY139" fmla="*/ 713387 h 1160647"/>
                <a:gd name="connsiteX140" fmla="*/ 847157 w 3031520"/>
                <a:gd name="connsiteY140" fmla="*/ 711495 h 1160647"/>
                <a:gd name="connsiteX141" fmla="*/ 847157 w 3031520"/>
                <a:gd name="connsiteY141" fmla="*/ 698254 h 1160647"/>
                <a:gd name="connsiteX142" fmla="*/ 848170 w 3031520"/>
                <a:gd name="connsiteY142" fmla="*/ 698254 h 1160647"/>
                <a:gd name="connsiteX143" fmla="*/ 855264 w 3031520"/>
                <a:gd name="connsiteY143" fmla="*/ 698254 h 1160647"/>
                <a:gd name="connsiteX144" fmla="*/ 855264 w 3031520"/>
                <a:gd name="connsiteY144" fmla="*/ 699876 h 1160647"/>
                <a:gd name="connsiteX145" fmla="*/ 855264 w 3031520"/>
                <a:gd name="connsiteY145" fmla="*/ 711225 h 1160647"/>
                <a:gd name="connsiteX146" fmla="*/ 856024 w 3031520"/>
                <a:gd name="connsiteY146" fmla="*/ 711225 h 1160647"/>
                <a:gd name="connsiteX147" fmla="*/ 861344 w 3031520"/>
                <a:gd name="connsiteY147" fmla="*/ 711225 h 1160647"/>
                <a:gd name="connsiteX148" fmla="*/ 909984 w 3031520"/>
                <a:gd name="connsiteY148" fmla="*/ 706902 h 1160647"/>
                <a:gd name="connsiteX149" fmla="*/ 909984 w 3031520"/>
                <a:gd name="connsiteY149" fmla="*/ 708253 h 1160647"/>
                <a:gd name="connsiteX150" fmla="*/ 909984 w 3031520"/>
                <a:gd name="connsiteY150" fmla="*/ 717710 h 1160647"/>
                <a:gd name="connsiteX151" fmla="*/ 910744 w 3031520"/>
                <a:gd name="connsiteY151" fmla="*/ 717710 h 1160647"/>
                <a:gd name="connsiteX152" fmla="*/ 916065 w 3031520"/>
                <a:gd name="connsiteY152" fmla="*/ 717710 h 1160647"/>
                <a:gd name="connsiteX153" fmla="*/ 916065 w 3031520"/>
                <a:gd name="connsiteY153" fmla="*/ 719872 h 1160647"/>
                <a:gd name="connsiteX154" fmla="*/ 916065 w 3031520"/>
                <a:gd name="connsiteY154" fmla="*/ 735005 h 1160647"/>
                <a:gd name="connsiteX155" fmla="*/ 918091 w 3031520"/>
                <a:gd name="connsiteY155" fmla="*/ 733654 h 1160647"/>
                <a:gd name="connsiteX156" fmla="*/ 932278 w 3031520"/>
                <a:gd name="connsiteY156" fmla="*/ 724196 h 1160647"/>
                <a:gd name="connsiteX157" fmla="*/ 938358 w 3031520"/>
                <a:gd name="connsiteY157" fmla="*/ 683122 h 1160647"/>
                <a:gd name="connsiteX158" fmla="*/ 939118 w 3031520"/>
                <a:gd name="connsiteY158" fmla="*/ 682852 h 1160647"/>
                <a:gd name="connsiteX159" fmla="*/ 944438 w 3031520"/>
                <a:gd name="connsiteY159" fmla="*/ 680960 h 1160647"/>
                <a:gd name="connsiteX160" fmla="*/ 946465 w 3031520"/>
                <a:gd name="connsiteY160" fmla="*/ 611783 h 1160647"/>
                <a:gd name="connsiteX161" fmla="*/ 948492 w 3031520"/>
                <a:gd name="connsiteY161" fmla="*/ 680960 h 1160647"/>
                <a:gd name="connsiteX162" fmla="*/ 949252 w 3031520"/>
                <a:gd name="connsiteY162" fmla="*/ 681230 h 1160647"/>
                <a:gd name="connsiteX163" fmla="*/ 954572 w 3031520"/>
                <a:gd name="connsiteY163" fmla="*/ 683122 h 1160647"/>
                <a:gd name="connsiteX164" fmla="*/ 954572 w 3031520"/>
                <a:gd name="connsiteY164" fmla="*/ 596651 h 1160647"/>
                <a:gd name="connsiteX165" fmla="*/ 958625 w 3031520"/>
                <a:gd name="connsiteY165" fmla="*/ 564224 h 1160647"/>
                <a:gd name="connsiteX166" fmla="*/ 997132 w 3031520"/>
                <a:gd name="connsiteY166" fmla="*/ 564224 h 1160647"/>
                <a:gd name="connsiteX167" fmla="*/ 997132 w 3031520"/>
                <a:gd name="connsiteY167" fmla="*/ 596651 h 1160647"/>
                <a:gd name="connsiteX168" fmla="*/ 997892 w 3031520"/>
                <a:gd name="connsiteY168" fmla="*/ 596651 h 1160647"/>
                <a:gd name="connsiteX169" fmla="*/ 1003212 w 3031520"/>
                <a:gd name="connsiteY169" fmla="*/ 596651 h 1160647"/>
                <a:gd name="connsiteX170" fmla="*/ 1003212 w 3031520"/>
                <a:gd name="connsiteY170" fmla="*/ 514503 h 1160647"/>
                <a:gd name="connsiteX171" fmla="*/ 1004986 w 3031520"/>
                <a:gd name="connsiteY171" fmla="*/ 514503 h 1160647"/>
                <a:gd name="connsiteX172" fmla="*/ 1017399 w 3031520"/>
                <a:gd name="connsiteY172" fmla="*/ 514503 h 1160647"/>
                <a:gd name="connsiteX173" fmla="*/ 1017399 w 3031520"/>
                <a:gd name="connsiteY173" fmla="*/ 512612 h 1160647"/>
                <a:gd name="connsiteX174" fmla="*/ 1017399 w 3031520"/>
                <a:gd name="connsiteY174" fmla="*/ 499371 h 1160647"/>
                <a:gd name="connsiteX175" fmla="*/ 1039693 w 3031520"/>
                <a:gd name="connsiteY175" fmla="*/ 499371 h 1160647"/>
                <a:gd name="connsiteX176" fmla="*/ 1039693 w 3031520"/>
                <a:gd name="connsiteY176" fmla="*/ 498290 h 1160647"/>
                <a:gd name="connsiteX177" fmla="*/ 1039693 w 3031520"/>
                <a:gd name="connsiteY177" fmla="*/ 490724 h 1160647"/>
                <a:gd name="connsiteX178" fmla="*/ 1041466 w 3031520"/>
                <a:gd name="connsiteY178" fmla="*/ 490724 h 1160647"/>
                <a:gd name="connsiteX179" fmla="*/ 1053880 w 3031520"/>
                <a:gd name="connsiteY179" fmla="*/ 490724 h 1160647"/>
                <a:gd name="connsiteX180" fmla="*/ 1053880 w 3031520"/>
                <a:gd name="connsiteY180" fmla="*/ 491805 h 1160647"/>
                <a:gd name="connsiteX181" fmla="*/ 1053880 w 3031520"/>
                <a:gd name="connsiteY181" fmla="*/ 499371 h 1160647"/>
                <a:gd name="connsiteX182" fmla="*/ 1054640 w 3031520"/>
                <a:gd name="connsiteY182" fmla="*/ 499371 h 1160647"/>
                <a:gd name="connsiteX183" fmla="*/ 1059960 w 3031520"/>
                <a:gd name="connsiteY183" fmla="*/ 499371 h 1160647"/>
                <a:gd name="connsiteX184" fmla="*/ 1070093 w 3031520"/>
                <a:gd name="connsiteY184" fmla="*/ 495047 h 1160647"/>
                <a:gd name="connsiteX185" fmla="*/ 1074146 w 3031520"/>
                <a:gd name="connsiteY185" fmla="*/ 498290 h 1160647"/>
                <a:gd name="connsiteX186" fmla="*/ 1074146 w 3031520"/>
                <a:gd name="connsiteY186" fmla="*/ 490724 h 1160647"/>
                <a:gd name="connsiteX187" fmla="*/ 1076426 w 3031520"/>
                <a:gd name="connsiteY187" fmla="*/ 490724 h 1160647"/>
                <a:gd name="connsiteX188" fmla="*/ 1092387 w 3031520"/>
                <a:gd name="connsiteY188" fmla="*/ 490724 h 1160647"/>
                <a:gd name="connsiteX189" fmla="*/ 1092387 w 3031520"/>
                <a:gd name="connsiteY189" fmla="*/ 491805 h 1160647"/>
                <a:gd name="connsiteX190" fmla="*/ 1092387 w 3031520"/>
                <a:gd name="connsiteY190" fmla="*/ 499371 h 1160647"/>
                <a:gd name="connsiteX191" fmla="*/ 1122787 w 3031520"/>
                <a:gd name="connsiteY191" fmla="*/ 499371 h 1160647"/>
                <a:gd name="connsiteX192" fmla="*/ 1122787 w 3031520"/>
                <a:gd name="connsiteY192" fmla="*/ 500992 h 1160647"/>
                <a:gd name="connsiteX193" fmla="*/ 1122787 w 3031520"/>
                <a:gd name="connsiteY193" fmla="*/ 512342 h 1160647"/>
                <a:gd name="connsiteX194" fmla="*/ 1149134 w 3031520"/>
                <a:gd name="connsiteY194" fmla="*/ 512342 h 1160647"/>
                <a:gd name="connsiteX195" fmla="*/ 1149134 w 3031520"/>
                <a:gd name="connsiteY195" fmla="*/ 542606 h 1160647"/>
                <a:gd name="connsiteX196" fmla="*/ 1149894 w 3031520"/>
                <a:gd name="connsiteY196" fmla="*/ 542606 h 1160647"/>
                <a:gd name="connsiteX197" fmla="*/ 1155214 w 3031520"/>
                <a:gd name="connsiteY197" fmla="*/ 542606 h 1160647"/>
                <a:gd name="connsiteX198" fmla="*/ 1155214 w 3031520"/>
                <a:gd name="connsiteY198" fmla="*/ 543687 h 1160647"/>
                <a:gd name="connsiteX199" fmla="*/ 1155214 w 3031520"/>
                <a:gd name="connsiteY199" fmla="*/ 551254 h 1160647"/>
                <a:gd name="connsiteX200" fmla="*/ 1159268 w 3031520"/>
                <a:gd name="connsiteY200" fmla="*/ 581518 h 1160647"/>
                <a:gd name="connsiteX201" fmla="*/ 1160028 w 3031520"/>
                <a:gd name="connsiteY201" fmla="*/ 581518 h 1160647"/>
                <a:gd name="connsiteX202" fmla="*/ 1165348 w 3031520"/>
                <a:gd name="connsiteY202" fmla="*/ 581518 h 1160647"/>
                <a:gd name="connsiteX203" fmla="*/ 1165348 w 3031520"/>
                <a:gd name="connsiteY203" fmla="*/ 582329 h 1160647"/>
                <a:gd name="connsiteX204" fmla="*/ 1165348 w 3031520"/>
                <a:gd name="connsiteY204" fmla="*/ 588004 h 1160647"/>
                <a:gd name="connsiteX205" fmla="*/ 1166361 w 3031520"/>
                <a:gd name="connsiteY205" fmla="*/ 588004 h 1160647"/>
                <a:gd name="connsiteX206" fmla="*/ 1173454 w 3031520"/>
                <a:gd name="connsiteY206" fmla="*/ 588004 h 1160647"/>
                <a:gd name="connsiteX207" fmla="*/ 1173454 w 3031520"/>
                <a:gd name="connsiteY207" fmla="*/ 618269 h 1160647"/>
                <a:gd name="connsiteX208" fmla="*/ 1175481 w 3031520"/>
                <a:gd name="connsiteY208" fmla="*/ 618269 h 1160647"/>
                <a:gd name="connsiteX209" fmla="*/ 1189668 w 3031520"/>
                <a:gd name="connsiteY209" fmla="*/ 618269 h 1160647"/>
                <a:gd name="connsiteX210" fmla="*/ 1189668 w 3031520"/>
                <a:gd name="connsiteY210" fmla="*/ 642048 h 1160647"/>
                <a:gd name="connsiteX211" fmla="*/ 1191695 w 3031520"/>
                <a:gd name="connsiteY211" fmla="*/ 643669 h 1160647"/>
                <a:gd name="connsiteX212" fmla="*/ 1191695 w 3031520"/>
                <a:gd name="connsiteY212" fmla="*/ 655019 h 1160647"/>
                <a:gd name="connsiteX213" fmla="*/ 1192455 w 3031520"/>
                <a:gd name="connsiteY213" fmla="*/ 655019 h 1160647"/>
                <a:gd name="connsiteX214" fmla="*/ 1197775 w 3031520"/>
                <a:gd name="connsiteY214" fmla="*/ 655019 h 1160647"/>
                <a:gd name="connsiteX215" fmla="*/ 1197775 w 3031520"/>
                <a:gd name="connsiteY215" fmla="*/ 678798 h 1160647"/>
                <a:gd name="connsiteX216" fmla="*/ 1199041 w 3031520"/>
                <a:gd name="connsiteY216" fmla="*/ 678798 h 1160647"/>
                <a:gd name="connsiteX217" fmla="*/ 1207908 w 3031520"/>
                <a:gd name="connsiteY217" fmla="*/ 678798 h 1160647"/>
                <a:gd name="connsiteX218" fmla="*/ 1209935 w 3031520"/>
                <a:gd name="connsiteY218" fmla="*/ 682852 h 1160647"/>
                <a:gd name="connsiteX219" fmla="*/ 1209935 w 3031520"/>
                <a:gd name="connsiteY219" fmla="*/ 696093 h 1160647"/>
                <a:gd name="connsiteX220" fmla="*/ 1211455 w 3031520"/>
                <a:gd name="connsiteY220" fmla="*/ 694201 h 1160647"/>
                <a:gd name="connsiteX221" fmla="*/ 1222095 w 3031520"/>
                <a:gd name="connsiteY221" fmla="*/ 680960 h 1160647"/>
                <a:gd name="connsiteX222" fmla="*/ 1250469 w 3031520"/>
                <a:gd name="connsiteY222" fmla="*/ 680960 h 1160647"/>
                <a:gd name="connsiteX223" fmla="*/ 1250469 w 3031520"/>
                <a:gd name="connsiteY223" fmla="*/ 767431 h 1160647"/>
                <a:gd name="connsiteX224" fmla="*/ 1251229 w 3031520"/>
                <a:gd name="connsiteY224" fmla="*/ 767431 h 1160647"/>
                <a:gd name="connsiteX225" fmla="*/ 1256549 w 3031520"/>
                <a:gd name="connsiteY225" fmla="*/ 767431 h 1160647"/>
                <a:gd name="connsiteX226" fmla="*/ 1257309 w 3031520"/>
                <a:gd name="connsiteY226" fmla="*/ 766080 h 1160647"/>
                <a:gd name="connsiteX227" fmla="*/ 1262629 w 3031520"/>
                <a:gd name="connsiteY227" fmla="*/ 756622 h 1160647"/>
                <a:gd name="connsiteX228" fmla="*/ 1262629 w 3031520"/>
                <a:gd name="connsiteY228" fmla="*/ 758514 h 1160647"/>
                <a:gd name="connsiteX229" fmla="*/ 1262629 w 3031520"/>
                <a:gd name="connsiteY229" fmla="*/ 771755 h 1160647"/>
                <a:gd name="connsiteX230" fmla="*/ 1266682 w 3031520"/>
                <a:gd name="connsiteY230" fmla="*/ 726358 h 1160647"/>
                <a:gd name="connsiteX231" fmla="*/ 1267442 w 3031520"/>
                <a:gd name="connsiteY231" fmla="*/ 726358 h 1160647"/>
                <a:gd name="connsiteX232" fmla="*/ 1272762 w 3031520"/>
                <a:gd name="connsiteY232" fmla="*/ 726358 h 1160647"/>
                <a:gd name="connsiteX233" fmla="*/ 1272762 w 3031520"/>
                <a:gd name="connsiteY233" fmla="*/ 661504 h 1160647"/>
                <a:gd name="connsiteX234" fmla="*/ 1273776 w 3031520"/>
                <a:gd name="connsiteY234" fmla="*/ 661504 h 1160647"/>
                <a:gd name="connsiteX235" fmla="*/ 1280869 w 3031520"/>
                <a:gd name="connsiteY235" fmla="*/ 661504 h 1160647"/>
                <a:gd name="connsiteX236" fmla="*/ 1293029 w 3031520"/>
                <a:gd name="connsiteY236" fmla="*/ 618269 h 1160647"/>
                <a:gd name="connsiteX237" fmla="*/ 1294296 w 3031520"/>
                <a:gd name="connsiteY237" fmla="*/ 618269 h 1160647"/>
                <a:gd name="connsiteX238" fmla="*/ 1303163 w 3031520"/>
                <a:gd name="connsiteY238" fmla="*/ 618269 h 1160647"/>
                <a:gd name="connsiteX239" fmla="*/ 1313296 w 3031520"/>
                <a:gd name="connsiteY239" fmla="*/ 661504 h 1160647"/>
                <a:gd name="connsiteX240" fmla="*/ 1314309 w 3031520"/>
                <a:gd name="connsiteY240" fmla="*/ 661504 h 1160647"/>
                <a:gd name="connsiteX241" fmla="*/ 1321403 w 3031520"/>
                <a:gd name="connsiteY241" fmla="*/ 661504 h 1160647"/>
                <a:gd name="connsiteX242" fmla="*/ 1321403 w 3031520"/>
                <a:gd name="connsiteY242" fmla="*/ 700416 h 1160647"/>
                <a:gd name="connsiteX243" fmla="*/ 1323176 w 3031520"/>
                <a:gd name="connsiteY243" fmla="*/ 700416 h 1160647"/>
                <a:gd name="connsiteX244" fmla="*/ 1335590 w 3031520"/>
                <a:gd name="connsiteY244" fmla="*/ 700416 h 1160647"/>
                <a:gd name="connsiteX245" fmla="*/ 1335590 w 3031520"/>
                <a:gd name="connsiteY245" fmla="*/ 702578 h 1160647"/>
                <a:gd name="connsiteX246" fmla="*/ 1335590 w 3031520"/>
                <a:gd name="connsiteY246" fmla="*/ 717710 h 1160647"/>
                <a:gd name="connsiteX247" fmla="*/ 1339643 w 3031520"/>
                <a:gd name="connsiteY247" fmla="*/ 715549 h 1160647"/>
                <a:gd name="connsiteX248" fmla="*/ 1339643 w 3031520"/>
                <a:gd name="connsiteY248" fmla="*/ 700416 h 1160647"/>
                <a:gd name="connsiteX249" fmla="*/ 1341163 w 3031520"/>
                <a:gd name="connsiteY249" fmla="*/ 700416 h 1160647"/>
                <a:gd name="connsiteX250" fmla="*/ 1351803 w 3031520"/>
                <a:gd name="connsiteY250" fmla="*/ 700416 h 1160647"/>
                <a:gd name="connsiteX251" fmla="*/ 1351803 w 3031520"/>
                <a:gd name="connsiteY251" fmla="*/ 702037 h 1160647"/>
                <a:gd name="connsiteX252" fmla="*/ 1351803 w 3031520"/>
                <a:gd name="connsiteY252" fmla="*/ 713387 h 1160647"/>
                <a:gd name="connsiteX253" fmla="*/ 1382204 w 3031520"/>
                <a:gd name="connsiteY253" fmla="*/ 713387 h 1160647"/>
                <a:gd name="connsiteX254" fmla="*/ 1382204 w 3031520"/>
                <a:gd name="connsiteY254" fmla="*/ 676637 h 1160647"/>
                <a:gd name="connsiteX255" fmla="*/ 1383470 w 3031520"/>
                <a:gd name="connsiteY255" fmla="*/ 676637 h 1160647"/>
                <a:gd name="connsiteX256" fmla="*/ 1392337 w 3031520"/>
                <a:gd name="connsiteY256" fmla="*/ 676637 h 1160647"/>
                <a:gd name="connsiteX257" fmla="*/ 1392337 w 3031520"/>
                <a:gd name="connsiteY257" fmla="*/ 698254 h 1160647"/>
                <a:gd name="connsiteX258" fmla="*/ 1394364 w 3031520"/>
                <a:gd name="connsiteY258" fmla="*/ 665828 h 1160647"/>
                <a:gd name="connsiteX259" fmla="*/ 1416657 w 3031520"/>
                <a:gd name="connsiteY259" fmla="*/ 665828 h 1160647"/>
                <a:gd name="connsiteX260" fmla="*/ 1416657 w 3031520"/>
                <a:gd name="connsiteY260" fmla="*/ 664206 h 1160647"/>
                <a:gd name="connsiteX261" fmla="*/ 1416657 w 3031520"/>
                <a:gd name="connsiteY261" fmla="*/ 652857 h 1160647"/>
                <a:gd name="connsiteX262" fmla="*/ 1417417 w 3031520"/>
                <a:gd name="connsiteY262" fmla="*/ 652857 h 1160647"/>
                <a:gd name="connsiteX263" fmla="*/ 1422737 w 3031520"/>
                <a:gd name="connsiteY263" fmla="*/ 652857 h 1160647"/>
                <a:gd name="connsiteX264" fmla="*/ 1422737 w 3031520"/>
                <a:gd name="connsiteY264" fmla="*/ 650966 h 1160647"/>
                <a:gd name="connsiteX265" fmla="*/ 1422737 w 3031520"/>
                <a:gd name="connsiteY265" fmla="*/ 637725 h 1160647"/>
                <a:gd name="connsiteX266" fmla="*/ 1426791 w 3031520"/>
                <a:gd name="connsiteY266" fmla="*/ 644210 h 1160647"/>
                <a:gd name="connsiteX267" fmla="*/ 1429071 w 3031520"/>
                <a:gd name="connsiteY267" fmla="*/ 644210 h 1160647"/>
                <a:gd name="connsiteX268" fmla="*/ 1445031 w 3031520"/>
                <a:gd name="connsiteY268" fmla="*/ 644210 h 1160647"/>
                <a:gd name="connsiteX269" fmla="*/ 1445031 w 3031520"/>
                <a:gd name="connsiteY269" fmla="*/ 643399 h 1160647"/>
                <a:gd name="connsiteX270" fmla="*/ 1445031 w 3031520"/>
                <a:gd name="connsiteY270" fmla="*/ 637725 h 1160647"/>
                <a:gd name="connsiteX271" fmla="*/ 1445791 w 3031520"/>
                <a:gd name="connsiteY271" fmla="*/ 637725 h 1160647"/>
                <a:gd name="connsiteX272" fmla="*/ 1451111 w 3031520"/>
                <a:gd name="connsiteY272" fmla="*/ 637725 h 1160647"/>
                <a:gd name="connsiteX273" fmla="*/ 1451111 w 3031520"/>
                <a:gd name="connsiteY273" fmla="*/ 639076 h 1160647"/>
                <a:gd name="connsiteX274" fmla="*/ 1451111 w 3031520"/>
                <a:gd name="connsiteY274" fmla="*/ 648534 h 1160647"/>
                <a:gd name="connsiteX275" fmla="*/ 1489618 w 3031520"/>
                <a:gd name="connsiteY275" fmla="*/ 648534 h 1160647"/>
                <a:gd name="connsiteX276" fmla="*/ 1489618 w 3031520"/>
                <a:gd name="connsiteY276" fmla="*/ 786887 h 1160647"/>
                <a:gd name="connsiteX277" fmla="*/ 1491138 w 3031520"/>
                <a:gd name="connsiteY277" fmla="*/ 786887 h 1160647"/>
                <a:gd name="connsiteX278" fmla="*/ 1501778 w 3031520"/>
                <a:gd name="connsiteY278" fmla="*/ 786887 h 1160647"/>
                <a:gd name="connsiteX279" fmla="*/ 1501778 w 3031520"/>
                <a:gd name="connsiteY279" fmla="*/ 773917 h 1160647"/>
                <a:gd name="connsiteX280" fmla="*/ 1505832 w 3031520"/>
                <a:gd name="connsiteY280" fmla="*/ 773917 h 1160647"/>
                <a:gd name="connsiteX281" fmla="*/ 1505832 w 3031520"/>
                <a:gd name="connsiteY281" fmla="*/ 786887 h 1160647"/>
                <a:gd name="connsiteX282" fmla="*/ 1536232 w 3031520"/>
                <a:gd name="connsiteY282" fmla="*/ 786887 h 1160647"/>
                <a:gd name="connsiteX283" fmla="*/ 1536232 w 3031520"/>
                <a:gd name="connsiteY283" fmla="*/ 756622 h 1160647"/>
                <a:gd name="connsiteX284" fmla="*/ 1548392 w 3031520"/>
                <a:gd name="connsiteY284" fmla="*/ 756622 h 1160647"/>
                <a:gd name="connsiteX285" fmla="*/ 1560552 w 3031520"/>
                <a:gd name="connsiteY285" fmla="*/ 754461 h 1160647"/>
                <a:gd name="connsiteX286" fmla="*/ 1564606 w 3031520"/>
                <a:gd name="connsiteY286" fmla="*/ 756622 h 1160647"/>
                <a:gd name="connsiteX287" fmla="*/ 1574739 w 3031520"/>
                <a:gd name="connsiteY287" fmla="*/ 756622 h 1160647"/>
                <a:gd name="connsiteX288" fmla="*/ 1574739 w 3031520"/>
                <a:gd name="connsiteY288" fmla="*/ 786887 h 1160647"/>
                <a:gd name="connsiteX289" fmla="*/ 1582846 w 3031520"/>
                <a:gd name="connsiteY289" fmla="*/ 786887 h 1160647"/>
                <a:gd name="connsiteX290" fmla="*/ 1582846 w 3031520"/>
                <a:gd name="connsiteY290" fmla="*/ 804182 h 1160647"/>
                <a:gd name="connsiteX291" fmla="*/ 1592182 w 3031520"/>
                <a:gd name="connsiteY291" fmla="*/ 805087 h 1160647"/>
                <a:gd name="connsiteX292" fmla="*/ 1605140 w 3031520"/>
                <a:gd name="connsiteY292" fmla="*/ 805087 h 1160647"/>
                <a:gd name="connsiteX293" fmla="*/ 1605140 w 3031520"/>
                <a:gd name="connsiteY293" fmla="*/ 789049 h 1160647"/>
                <a:gd name="connsiteX294" fmla="*/ 1673096 w 3031520"/>
                <a:gd name="connsiteY294" fmla="*/ 789049 h 1160647"/>
                <a:gd name="connsiteX295" fmla="*/ 1673096 w 3031520"/>
                <a:gd name="connsiteY295" fmla="*/ 703796 h 1160647"/>
                <a:gd name="connsiteX296" fmla="*/ 1745104 w 3031520"/>
                <a:gd name="connsiteY296" fmla="*/ 703796 h 1160647"/>
                <a:gd name="connsiteX297" fmla="*/ 1745104 w 3031520"/>
                <a:gd name="connsiteY297" fmla="*/ 782564 h 1160647"/>
                <a:gd name="connsiteX298" fmla="*/ 1747008 w 3031520"/>
                <a:gd name="connsiteY298" fmla="*/ 782564 h 1160647"/>
                <a:gd name="connsiteX299" fmla="*/ 1748250 w 3031520"/>
                <a:gd name="connsiteY299" fmla="*/ 805087 h 1160647"/>
                <a:gd name="connsiteX300" fmla="*/ 1757926 w 3031520"/>
                <a:gd name="connsiteY300" fmla="*/ 805087 h 1160647"/>
                <a:gd name="connsiteX301" fmla="*/ 1759168 w 3031520"/>
                <a:gd name="connsiteY301" fmla="*/ 782564 h 1160647"/>
                <a:gd name="connsiteX302" fmla="*/ 1765248 w 3031520"/>
                <a:gd name="connsiteY302" fmla="*/ 782564 h 1160647"/>
                <a:gd name="connsiteX303" fmla="*/ 1766490 w 3031520"/>
                <a:gd name="connsiteY303" fmla="*/ 805087 h 1160647"/>
                <a:gd name="connsiteX304" fmla="*/ 1817112 w 3031520"/>
                <a:gd name="connsiteY304" fmla="*/ 805087 h 1160647"/>
                <a:gd name="connsiteX305" fmla="*/ 1817112 w 3031520"/>
                <a:gd name="connsiteY305" fmla="*/ 642059 h 1160647"/>
                <a:gd name="connsiteX306" fmla="*/ 2014439 w 3031520"/>
                <a:gd name="connsiteY306" fmla="*/ 642059 h 1160647"/>
                <a:gd name="connsiteX307" fmla="*/ 2014439 w 3031520"/>
                <a:gd name="connsiteY307" fmla="*/ 805087 h 1160647"/>
                <a:gd name="connsiteX308" fmla="*/ 2033136 w 3031520"/>
                <a:gd name="connsiteY308" fmla="*/ 805087 h 1160647"/>
                <a:gd name="connsiteX309" fmla="*/ 2033136 w 3031520"/>
                <a:gd name="connsiteY309" fmla="*/ 722394 h 1160647"/>
                <a:gd name="connsiteX310" fmla="*/ 2128256 w 3031520"/>
                <a:gd name="connsiteY310" fmla="*/ 722394 h 1160647"/>
                <a:gd name="connsiteX311" fmla="*/ 2140186 w 3031520"/>
                <a:gd name="connsiteY311" fmla="*/ 404253 h 1160647"/>
                <a:gd name="connsiteX312" fmla="*/ 2128026 w 3031520"/>
                <a:gd name="connsiteY312" fmla="*/ 382635 h 1160647"/>
                <a:gd name="connsiteX313" fmla="*/ 2121946 w 3031520"/>
                <a:gd name="connsiteY313" fmla="*/ 378311 h 1160647"/>
                <a:gd name="connsiteX314" fmla="*/ 2130053 w 3031520"/>
                <a:gd name="connsiteY314" fmla="*/ 354532 h 1160647"/>
                <a:gd name="connsiteX315" fmla="*/ 2130053 w 3031520"/>
                <a:gd name="connsiteY315" fmla="*/ 337238 h 1160647"/>
                <a:gd name="connsiteX316" fmla="*/ 2144240 w 3031520"/>
                <a:gd name="connsiteY316" fmla="*/ 337238 h 1160647"/>
                <a:gd name="connsiteX317" fmla="*/ 2144240 w 3031520"/>
                <a:gd name="connsiteY317" fmla="*/ 315620 h 1160647"/>
                <a:gd name="connsiteX318" fmla="*/ 2146266 w 3031520"/>
                <a:gd name="connsiteY318" fmla="*/ 311296 h 1160647"/>
                <a:gd name="connsiteX319" fmla="*/ 2146266 w 3031520"/>
                <a:gd name="connsiteY319" fmla="*/ 233472 h 1160647"/>
                <a:gd name="connsiteX320" fmla="*/ 2144240 w 3031520"/>
                <a:gd name="connsiteY320" fmla="*/ 226987 h 1160647"/>
                <a:gd name="connsiteX321" fmla="*/ 2150320 w 3031520"/>
                <a:gd name="connsiteY321" fmla="*/ 220501 h 1160647"/>
                <a:gd name="connsiteX322" fmla="*/ 2150320 w 3031520"/>
                <a:gd name="connsiteY322" fmla="*/ 162133 h 1160647"/>
                <a:gd name="connsiteX323" fmla="*/ 2152346 w 3031520"/>
                <a:gd name="connsiteY323" fmla="*/ 157810 h 1160647"/>
                <a:gd name="connsiteX324" fmla="*/ 2152346 w 3031520"/>
                <a:gd name="connsiteY324" fmla="*/ 101604 h 1160647"/>
                <a:gd name="connsiteX325" fmla="*/ 2154373 w 3031520"/>
                <a:gd name="connsiteY325" fmla="*/ 82148 h 1160647"/>
                <a:gd name="connsiteX326" fmla="*/ 2158427 w 3031520"/>
                <a:gd name="connsiteY326" fmla="*/ 99442 h 1160647"/>
                <a:gd name="connsiteX327" fmla="*/ 2160453 w 3031520"/>
                <a:gd name="connsiteY327" fmla="*/ 157810 h 1160647"/>
                <a:gd name="connsiteX328" fmla="*/ 2162480 w 3031520"/>
                <a:gd name="connsiteY328" fmla="*/ 220501 h 1160647"/>
                <a:gd name="connsiteX329" fmla="*/ 2168560 w 3031520"/>
                <a:gd name="connsiteY329" fmla="*/ 226987 h 1160647"/>
                <a:gd name="connsiteX330" fmla="*/ 2166533 w 3031520"/>
                <a:gd name="connsiteY330" fmla="*/ 233472 h 1160647"/>
                <a:gd name="connsiteX331" fmla="*/ 2166533 w 3031520"/>
                <a:gd name="connsiteY331" fmla="*/ 311296 h 1160647"/>
                <a:gd name="connsiteX332" fmla="*/ 2168560 w 3031520"/>
                <a:gd name="connsiteY332" fmla="*/ 315620 h 1160647"/>
                <a:gd name="connsiteX333" fmla="*/ 2168560 w 3031520"/>
                <a:gd name="connsiteY333" fmla="*/ 337238 h 1160647"/>
                <a:gd name="connsiteX334" fmla="*/ 2182747 w 3031520"/>
                <a:gd name="connsiteY334" fmla="*/ 337238 h 1160647"/>
                <a:gd name="connsiteX335" fmla="*/ 2182747 w 3031520"/>
                <a:gd name="connsiteY335" fmla="*/ 354532 h 1160647"/>
                <a:gd name="connsiteX336" fmla="*/ 2190854 w 3031520"/>
                <a:gd name="connsiteY336" fmla="*/ 378311 h 1160647"/>
                <a:gd name="connsiteX337" fmla="*/ 2184774 w 3031520"/>
                <a:gd name="connsiteY337" fmla="*/ 382635 h 1160647"/>
                <a:gd name="connsiteX338" fmla="*/ 2172613 w 3031520"/>
                <a:gd name="connsiteY338" fmla="*/ 404253 h 1160647"/>
                <a:gd name="connsiteX339" fmla="*/ 2180720 w 3031520"/>
                <a:gd name="connsiteY339" fmla="*/ 657181 h 1160647"/>
                <a:gd name="connsiteX340" fmla="*/ 2245574 w 3031520"/>
                <a:gd name="connsiteY340" fmla="*/ 657181 h 1160647"/>
                <a:gd name="connsiteX341" fmla="*/ 2245574 w 3031520"/>
                <a:gd name="connsiteY341" fmla="*/ 732843 h 1160647"/>
                <a:gd name="connsiteX342" fmla="*/ 2253681 w 3031520"/>
                <a:gd name="connsiteY342" fmla="*/ 732843 h 1160647"/>
                <a:gd name="connsiteX343" fmla="*/ 2255708 w 3031520"/>
                <a:gd name="connsiteY343" fmla="*/ 726358 h 1160647"/>
                <a:gd name="connsiteX344" fmla="*/ 2261788 w 3031520"/>
                <a:gd name="connsiteY344" fmla="*/ 726358 h 1160647"/>
                <a:gd name="connsiteX345" fmla="*/ 2263815 w 3031520"/>
                <a:gd name="connsiteY345" fmla="*/ 735005 h 1160647"/>
                <a:gd name="connsiteX346" fmla="*/ 2275975 w 3031520"/>
                <a:gd name="connsiteY346" fmla="*/ 735005 h 1160647"/>
                <a:gd name="connsiteX347" fmla="*/ 2275975 w 3031520"/>
                <a:gd name="connsiteY347" fmla="*/ 728519 h 1160647"/>
                <a:gd name="connsiteX348" fmla="*/ 2298268 w 3031520"/>
                <a:gd name="connsiteY348" fmla="*/ 728519 h 1160647"/>
                <a:gd name="connsiteX349" fmla="*/ 2298268 w 3031520"/>
                <a:gd name="connsiteY349" fmla="*/ 735005 h 1160647"/>
                <a:gd name="connsiteX350" fmla="*/ 2318535 w 3031520"/>
                <a:gd name="connsiteY350" fmla="*/ 735005 h 1160647"/>
                <a:gd name="connsiteX351" fmla="*/ 2318535 w 3031520"/>
                <a:gd name="connsiteY351" fmla="*/ 780402 h 1160647"/>
                <a:gd name="connsiteX352" fmla="*/ 2332722 w 3031520"/>
                <a:gd name="connsiteY352" fmla="*/ 780402 h 1160647"/>
                <a:gd name="connsiteX353" fmla="*/ 2332722 w 3031520"/>
                <a:gd name="connsiteY353" fmla="*/ 767431 h 1160647"/>
                <a:gd name="connsiteX354" fmla="*/ 2348936 w 3031520"/>
                <a:gd name="connsiteY354" fmla="*/ 767431 h 1160647"/>
                <a:gd name="connsiteX355" fmla="*/ 2348936 w 3031520"/>
                <a:gd name="connsiteY355" fmla="*/ 588004 h 1160647"/>
                <a:gd name="connsiteX356" fmla="*/ 2355016 w 3031520"/>
                <a:gd name="connsiteY356" fmla="*/ 581518 h 1160647"/>
                <a:gd name="connsiteX357" fmla="*/ 2427977 w 3031520"/>
                <a:gd name="connsiteY357" fmla="*/ 581518 h 1160647"/>
                <a:gd name="connsiteX358" fmla="*/ 2427977 w 3031520"/>
                <a:gd name="connsiteY358" fmla="*/ 590166 h 1160647"/>
                <a:gd name="connsiteX359" fmla="*/ 2438110 w 3031520"/>
                <a:gd name="connsiteY359" fmla="*/ 590166 h 1160647"/>
                <a:gd name="connsiteX360" fmla="*/ 2438110 w 3031520"/>
                <a:gd name="connsiteY360" fmla="*/ 704740 h 1160647"/>
                <a:gd name="connsiteX361" fmla="*/ 2460404 w 3031520"/>
                <a:gd name="connsiteY361" fmla="*/ 704740 h 1160647"/>
                <a:gd name="connsiteX362" fmla="*/ 2460404 w 3031520"/>
                <a:gd name="connsiteY362" fmla="*/ 637725 h 1160647"/>
                <a:gd name="connsiteX363" fmla="*/ 2486751 w 3031520"/>
                <a:gd name="connsiteY363" fmla="*/ 637725 h 1160647"/>
                <a:gd name="connsiteX364" fmla="*/ 2490804 w 3031520"/>
                <a:gd name="connsiteY364" fmla="*/ 633401 h 1160647"/>
                <a:gd name="connsiteX365" fmla="*/ 2498911 w 3031520"/>
                <a:gd name="connsiteY365" fmla="*/ 633401 h 1160647"/>
                <a:gd name="connsiteX366" fmla="*/ 2502964 w 3031520"/>
                <a:gd name="connsiteY366" fmla="*/ 637725 h 1160647"/>
                <a:gd name="connsiteX367" fmla="*/ 2525258 w 3031520"/>
                <a:gd name="connsiteY367" fmla="*/ 637725 h 1160647"/>
                <a:gd name="connsiteX368" fmla="*/ 2525258 w 3031520"/>
                <a:gd name="connsiteY368" fmla="*/ 520989 h 1160647"/>
                <a:gd name="connsiteX369" fmla="*/ 2582005 w 3031520"/>
                <a:gd name="connsiteY369" fmla="*/ 510180 h 1160647"/>
                <a:gd name="connsiteX370" fmla="*/ 2582005 w 3031520"/>
                <a:gd name="connsiteY370" fmla="*/ 511261 h 1160647"/>
                <a:gd name="connsiteX371" fmla="*/ 2582005 w 3031520"/>
                <a:gd name="connsiteY371" fmla="*/ 518827 h 1160647"/>
                <a:gd name="connsiteX372" fmla="*/ 2608352 w 3031520"/>
                <a:gd name="connsiteY372" fmla="*/ 518827 h 1160647"/>
                <a:gd name="connsiteX373" fmla="*/ 2608352 w 3031520"/>
                <a:gd name="connsiteY373" fmla="*/ 773917 h 1160647"/>
                <a:gd name="connsiteX374" fmla="*/ 2630646 w 3031520"/>
                <a:gd name="connsiteY374" fmla="*/ 773917 h 1160647"/>
                <a:gd name="connsiteX375" fmla="*/ 2630646 w 3031520"/>
                <a:gd name="connsiteY375" fmla="*/ 769593 h 1160647"/>
                <a:gd name="connsiteX376" fmla="*/ 2642806 w 3031520"/>
                <a:gd name="connsiteY376" fmla="*/ 769593 h 1160647"/>
                <a:gd name="connsiteX377" fmla="*/ 2642806 w 3031520"/>
                <a:gd name="connsiteY377" fmla="*/ 773917 h 1160647"/>
                <a:gd name="connsiteX378" fmla="*/ 2667126 w 3031520"/>
                <a:gd name="connsiteY378" fmla="*/ 773917 h 1160647"/>
                <a:gd name="connsiteX379" fmla="*/ 2667126 w 3031520"/>
                <a:gd name="connsiteY379" fmla="*/ 760946 h 1160647"/>
                <a:gd name="connsiteX380" fmla="*/ 2695500 w 3031520"/>
                <a:gd name="connsiteY380" fmla="*/ 760946 h 1160647"/>
                <a:gd name="connsiteX381" fmla="*/ 2707660 w 3031520"/>
                <a:gd name="connsiteY381" fmla="*/ 756622 h 1160647"/>
                <a:gd name="connsiteX382" fmla="*/ 2727927 w 3031520"/>
                <a:gd name="connsiteY382" fmla="*/ 760946 h 1160647"/>
                <a:gd name="connsiteX383" fmla="*/ 2727927 w 3031520"/>
                <a:gd name="connsiteY383" fmla="*/ 743652 h 1160647"/>
                <a:gd name="connsiteX384" fmla="*/ 2736034 w 3031520"/>
                <a:gd name="connsiteY384" fmla="*/ 743652 h 1160647"/>
                <a:gd name="connsiteX385" fmla="*/ 2736034 w 3031520"/>
                <a:gd name="connsiteY385" fmla="*/ 730681 h 1160647"/>
                <a:gd name="connsiteX386" fmla="*/ 2792781 w 3031520"/>
                <a:gd name="connsiteY386" fmla="*/ 730681 h 1160647"/>
                <a:gd name="connsiteX387" fmla="*/ 2792781 w 3031520"/>
                <a:gd name="connsiteY387" fmla="*/ 700416 h 1160647"/>
                <a:gd name="connsiteX388" fmla="*/ 2811021 w 3031520"/>
                <a:gd name="connsiteY388" fmla="*/ 700416 h 1160647"/>
                <a:gd name="connsiteX389" fmla="*/ 2811021 w 3031520"/>
                <a:gd name="connsiteY389" fmla="*/ 693931 h 1160647"/>
                <a:gd name="connsiteX390" fmla="*/ 2823181 w 3031520"/>
                <a:gd name="connsiteY390" fmla="*/ 693931 h 1160647"/>
                <a:gd name="connsiteX391" fmla="*/ 2823181 w 3031520"/>
                <a:gd name="connsiteY391" fmla="*/ 700416 h 1160647"/>
                <a:gd name="connsiteX392" fmla="*/ 2839395 w 3031520"/>
                <a:gd name="connsiteY392" fmla="*/ 700416 h 1160647"/>
                <a:gd name="connsiteX393" fmla="*/ 2839395 w 3031520"/>
                <a:gd name="connsiteY393" fmla="*/ 750137 h 1160647"/>
                <a:gd name="connsiteX394" fmla="*/ 2871822 w 3031520"/>
                <a:gd name="connsiteY394" fmla="*/ 750137 h 1160647"/>
                <a:gd name="connsiteX395" fmla="*/ 2871822 w 3031520"/>
                <a:gd name="connsiteY395" fmla="*/ 724196 h 1160647"/>
                <a:gd name="connsiteX396" fmla="*/ 2910329 w 3031520"/>
                <a:gd name="connsiteY396" fmla="*/ 724196 h 1160647"/>
                <a:gd name="connsiteX397" fmla="*/ 2910329 w 3031520"/>
                <a:gd name="connsiteY397" fmla="*/ 693931 h 1160647"/>
                <a:gd name="connsiteX398" fmla="*/ 2958970 w 3031520"/>
                <a:gd name="connsiteY398" fmla="*/ 693931 h 1160647"/>
                <a:gd name="connsiteX399" fmla="*/ 2958970 w 3031520"/>
                <a:gd name="connsiteY399" fmla="*/ 805087 h 1160647"/>
                <a:gd name="connsiteX400" fmla="*/ 2958970 w 3031520"/>
                <a:gd name="connsiteY400" fmla="*/ 818866 h 1160647"/>
                <a:gd name="connsiteX401" fmla="*/ 3031519 w 3031520"/>
                <a:gd name="connsiteY401" fmla="*/ 818866 h 1160647"/>
                <a:gd name="connsiteX402" fmla="*/ 3031520 w 3031520"/>
                <a:gd name="connsiteY402" fmla="*/ 1160647 h 1160647"/>
                <a:gd name="connsiteX403" fmla="*/ 2054 w 3031520"/>
                <a:gd name="connsiteY403" fmla="*/ 1158314 h 1160647"/>
                <a:gd name="connsiteX404" fmla="*/ 0 w 3031520"/>
                <a:gd name="connsiteY404" fmla="*/ 724196 h 1160647"/>
                <a:gd name="connsiteX405" fmla="*/ 20267 w 3031520"/>
                <a:gd name="connsiteY405" fmla="*/ 724196 h 1160647"/>
                <a:gd name="connsiteX406" fmla="*/ 20774 w 3031520"/>
                <a:gd name="connsiteY406" fmla="*/ 723115 h 1160647"/>
                <a:gd name="connsiteX407" fmla="*/ 24320 w 3031520"/>
                <a:gd name="connsiteY407" fmla="*/ 715549 h 1160647"/>
                <a:gd name="connsiteX408" fmla="*/ 26094 w 3031520"/>
                <a:gd name="connsiteY408" fmla="*/ 715819 h 1160647"/>
                <a:gd name="connsiteX409" fmla="*/ 38507 w 3031520"/>
                <a:gd name="connsiteY409" fmla="*/ 717710 h 1160647"/>
                <a:gd name="connsiteX410" fmla="*/ 39014 w 3031520"/>
                <a:gd name="connsiteY410" fmla="*/ 719062 h 1160647"/>
                <a:gd name="connsiteX411" fmla="*/ 42560 w 3031520"/>
                <a:gd name="connsiteY411" fmla="*/ 728519 h 1160647"/>
                <a:gd name="connsiteX412" fmla="*/ 68907 w 3031520"/>
                <a:gd name="connsiteY412" fmla="*/ 730681 h 1160647"/>
                <a:gd name="connsiteX413" fmla="*/ 68907 w 3031520"/>
                <a:gd name="connsiteY413" fmla="*/ 607460 h 1160647"/>
                <a:gd name="connsiteX414" fmla="*/ 70934 w 3031520"/>
                <a:gd name="connsiteY414" fmla="*/ 607460 h 1160647"/>
                <a:gd name="connsiteX415" fmla="*/ 85121 w 3031520"/>
                <a:gd name="connsiteY415" fmla="*/ 607460 h 1160647"/>
                <a:gd name="connsiteX416" fmla="*/ 85121 w 3031520"/>
                <a:gd name="connsiteY416" fmla="*/ 471268 h 1160647"/>
                <a:gd name="connsiteX417" fmla="*/ 86894 w 3031520"/>
                <a:gd name="connsiteY417" fmla="*/ 471268 h 1160647"/>
                <a:gd name="connsiteX418" fmla="*/ 99308 w 3031520"/>
                <a:gd name="connsiteY418" fmla="*/ 471268 h 1160647"/>
                <a:gd name="connsiteX419" fmla="*/ 99308 w 3031520"/>
                <a:gd name="connsiteY419" fmla="*/ 356694 h 1160647"/>
                <a:gd name="connsiteX420" fmla="*/ 103361 w 3031520"/>
                <a:gd name="connsiteY420" fmla="*/ 328590 h 1160647"/>
                <a:gd name="connsiteX421" fmla="*/ 105388 w 3031520"/>
                <a:gd name="connsiteY421" fmla="*/ 328590 h 1160647"/>
                <a:gd name="connsiteX422" fmla="*/ 119575 w 3031520"/>
                <a:gd name="connsiteY422" fmla="*/ 328590 h 1160647"/>
                <a:gd name="connsiteX423" fmla="*/ 156055 w 3031520"/>
                <a:gd name="connsiteY423" fmla="*/ 246443 h 1160647"/>
                <a:gd name="connsiteX424" fmla="*/ 160109 w 3031520"/>
                <a:gd name="connsiteY424" fmla="*/ 0 h 1160647"/>
                <a:gd name="connsiteX0" fmla="*/ 160109 w 3032161"/>
                <a:gd name="connsiteY0" fmla="*/ 0 h 1160647"/>
                <a:gd name="connsiteX1" fmla="*/ 162135 w 3032161"/>
                <a:gd name="connsiteY1" fmla="*/ 246443 h 1160647"/>
                <a:gd name="connsiteX2" fmla="*/ 200642 w 3032161"/>
                <a:gd name="connsiteY2" fmla="*/ 326429 h 1160647"/>
                <a:gd name="connsiteX3" fmla="*/ 202669 w 3032161"/>
                <a:gd name="connsiteY3" fmla="*/ 326429 h 1160647"/>
                <a:gd name="connsiteX4" fmla="*/ 216856 w 3032161"/>
                <a:gd name="connsiteY4" fmla="*/ 326429 h 1160647"/>
                <a:gd name="connsiteX5" fmla="*/ 216856 w 3032161"/>
                <a:gd name="connsiteY5" fmla="*/ 350208 h 1160647"/>
                <a:gd name="connsiteX6" fmla="*/ 217363 w 3032161"/>
                <a:gd name="connsiteY6" fmla="*/ 351019 h 1160647"/>
                <a:gd name="connsiteX7" fmla="*/ 220909 w 3032161"/>
                <a:gd name="connsiteY7" fmla="*/ 356694 h 1160647"/>
                <a:gd name="connsiteX8" fmla="*/ 220909 w 3032161"/>
                <a:gd name="connsiteY8" fmla="*/ 471268 h 1160647"/>
                <a:gd name="connsiteX9" fmla="*/ 223189 w 3032161"/>
                <a:gd name="connsiteY9" fmla="*/ 471268 h 1160647"/>
                <a:gd name="connsiteX10" fmla="*/ 239150 w 3032161"/>
                <a:gd name="connsiteY10" fmla="*/ 471268 h 1160647"/>
                <a:gd name="connsiteX11" fmla="*/ 239150 w 3032161"/>
                <a:gd name="connsiteY11" fmla="*/ 611783 h 1160647"/>
                <a:gd name="connsiteX12" fmla="*/ 240670 w 3032161"/>
                <a:gd name="connsiteY12" fmla="*/ 611513 h 1160647"/>
                <a:gd name="connsiteX13" fmla="*/ 251310 w 3032161"/>
                <a:gd name="connsiteY13" fmla="*/ 609622 h 1160647"/>
                <a:gd name="connsiteX14" fmla="*/ 249283 w 3032161"/>
                <a:gd name="connsiteY14" fmla="*/ 698254 h 1160647"/>
                <a:gd name="connsiteX15" fmla="*/ 250803 w 3032161"/>
                <a:gd name="connsiteY15" fmla="*/ 698525 h 1160647"/>
                <a:gd name="connsiteX16" fmla="*/ 261443 w 3032161"/>
                <a:gd name="connsiteY16" fmla="*/ 700416 h 1160647"/>
                <a:gd name="connsiteX17" fmla="*/ 261696 w 3032161"/>
                <a:gd name="connsiteY17" fmla="*/ 701227 h 1160647"/>
                <a:gd name="connsiteX18" fmla="*/ 263470 w 3032161"/>
                <a:gd name="connsiteY18" fmla="*/ 706902 h 1160647"/>
                <a:gd name="connsiteX19" fmla="*/ 264230 w 3032161"/>
                <a:gd name="connsiteY19" fmla="*/ 704470 h 1160647"/>
                <a:gd name="connsiteX20" fmla="*/ 269550 w 3032161"/>
                <a:gd name="connsiteY20" fmla="*/ 687446 h 1160647"/>
                <a:gd name="connsiteX21" fmla="*/ 271323 w 3032161"/>
                <a:gd name="connsiteY21" fmla="*/ 687446 h 1160647"/>
                <a:gd name="connsiteX22" fmla="*/ 283737 w 3032161"/>
                <a:gd name="connsiteY22" fmla="*/ 687446 h 1160647"/>
                <a:gd name="connsiteX23" fmla="*/ 283737 w 3032161"/>
                <a:gd name="connsiteY23" fmla="*/ 719872 h 1160647"/>
                <a:gd name="connsiteX24" fmla="*/ 284750 w 3032161"/>
                <a:gd name="connsiteY24" fmla="*/ 720413 h 1160647"/>
                <a:gd name="connsiteX25" fmla="*/ 291844 w 3032161"/>
                <a:gd name="connsiteY25" fmla="*/ 724196 h 1160647"/>
                <a:gd name="connsiteX26" fmla="*/ 291844 w 3032161"/>
                <a:gd name="connsiteY26" fmla="*/ 725547 h 1160647"/>
                <a:gd name="connsiteX27" fmla="*/ 291844 w 3032161"/>
                <a:gd name="connsiteY27" fmla="*/ 735005 h 1160647"/>
                <a:gd name="connsiteX28" fmla="*/ 336431 w 3032161"/>
                <a:gd name="connsiteY28" fmla="*/ 735005 h 1160647"/>
                <a:gd name="connsiteX29" fmla="*/ 336431 w 3032161"/>
                <a:gd name="connsiteY29" fmla="*/ 736086 h 1160647"/>
                <a:gd name="connsiteX30" fmla="*/ 336431 w 3032161"/>
                <a:gd name="connsiteY30" fmla="*/ 743652 h 1160647"/>
                <a:gd name="connsiteX31" fmla="*/ 338457 w 3032161"/>
                <a:gd name="connsiteY31" fmla="*/ 743652 h 1160647"/>
                <a:gd name="connsiteX32" fmla="*/ 352644 w 3032161"/>
                <a:gd name="connsiteY32" fmla="*/ 743652 h 1160647"/>
                <a:gd name="connsiteX33" fmla="*/ 352644 w 3032161"/>
                <a:gd name="connsiteY33" fmla="*/ 713387 h 1160647"/>
                <a:gd name="connsiteX34" fmla="*/ 397231 w 3032161"/>
                <a:gd name="connsiteY34" fmla="*/ 713387 h 1160647"/>
                <a:gd name="connsiteX35" fmla="*/ 397231 w 3032161"/>
                <a:gd name="connsiteY35" fmla="*/ 712036 h 1160647"/>
                <a:gd name="connsiteX36" fmla="*/ 397231 w 3032161"/>
                <a:gd name="connsiteY36" fmla="*/ 702578 h 1160647"/>
                <a:gd name="connsiteX37" fmla="*/ 398245 w 3032161"/>
                <a:gd name="connsiteY37" fmla="*/ 702578 h 1160647"/>
                <a:gd name="connsiteX38" fmla="*/ 405338 w 3032161"/>
                <a:gd name="connsiteY38" fmla="*/ 702578 h 1160647"/>
                <a:gd name="connsiteX39" fmla="*/ 405338 w 3032161"/>
                <a:gd name="connsiteY39" fmla="*/ 700687 h 1160647"/>
                <a:gd name="connsiteX40" fmla="*/ 405338 w 3032161"/>
                <a:gd name="connsiteY40" fmla="*/ 687446 h 1160647"/>
                <a:gd name="connsiteX41" fmla="*/ 406098 w 3032161"/>
                <a:gd name="connsiteY41" fmla="*/ 687446 h 1160647"/>
                <a:gd name="connsiteX42" fmla="*/ 411418 w 3032161"/>
                <a:gd name="connsiteY42" fmla="*/ 687446 h 1160647"/>
                <a:gd name="connsiteX43" fmla="*/ 411418 w 3032161"/>
                <a:gd name="connsiteY43" fmla="*/ 686365 h 1160647"/>
                <a:gd name="connsiteX44" fmla="*/ 411418 w 3032161"/>
                <a:gd name="connsiteY44" fmla="*/ 678798 h 1160647"/>
                <a:gd name="connsiteX45" fmla="*/ 413445 w 3032161"/>
                <a:gd name="connsiteY45" fmla="*/ 678798 h 1160647"/>
                <a:gd name="connsiteX46" fmla="*/ 427632 w 3032161"/>
                <a:gd name="connsiteY46" fmla="*/ 678798 h 1160647"/>
                <a:gd name="connsiteX47" fmla="*/ 427632 w 3032161"/>
                <a:gd name="connsiteY47" fmla="*/ 679879 h 1160647"/>
                <a:gd name="connsiteX48" fmla="*/ 427632 w 3032161"/>
                <a:gd name="connsiteY48" fmla="*/ 687446 h 1160647"/>
                <a:gd name="connsiteX49" fmla="*/ 449925 w 3032161"/>
                <a:gd name="connsiteY49" fmla="*/ 687446 h 1160647"/>
                <a:gd name="connsiteX50" fmla="*/ 449925 w 3032161"/>
                <a:gd name="connsiteY50" fmla="*/ 685554 h 1160647"/>
                <a:gd name="connsiteX51" fmla="*/ 449925 w 3032161"/>
                <a:gd name="connsiteY51" fmla="*/ 672313 h 1160647"/>
                <a:gd name="connsiteX52" fmla="*/ 451699 w 3032161"/>
                <a:gd name="connsiteY52" fmla="*/ 672313 h 1160647"/>
                <a:gd name="connsiteX53" fmla="*/ 464112 w 3032161"/>
                <a:gd name="connsiteY53" fmla="*/ 672313 h 1160647"/>
                <a:gd name="connsiteX54" fmla="*/ 464112 w 3032161"/>
                <a:gd name="connsiteY54" fmla="*/ 696093 h 1160647"/>
                <a:gd name="connsiteX55" fmla="*/ 465126 w 3032161"/>
                <a:gd name="connsiteY55" fmla="*/ 696093 h 1160647"/>
                <a:gd name="connsiteX56" fmla="*/ 472219 w 3032161"/>
                <a:gd name="connsiteY56" fmla="*/ 696093 h 1160647"/>
                <a:gd name="connsiteX57" fmla="*/ 472219 w 3032161"/>
                <a:gd name="connsiteY57" fmla="*/ 695012 h 1160647"/>
                <a:gd name="connsiteX58" fmla="*/ 472219 w 3032161"/>
                <a:gd name="connsiteY58" fmla="*/ 687446 h 1160647"/>
                <a:gd name="connsiteX59" fmla="*/ 473992 w 3032161"/>
                <a:gd name="connsiteY59" fmla="*/ 687446 h 1160647"/>
                <a:gd name="connsiteX60" fmla="*/ 486406 w 3032161"/>
                <a:gd name="connsiteY60" fmla="*/ 687446 h 1160647"/>
                <a:gd name="connsiteX61" fmla="*/ 486406 w 3032161"/>
                <a:gd name="connsiteY61" fmla="*/ 713387 h 1160647"/>
                <a:gd name="connsiteX62" fmla="*/ 488433 w 3032161"/>
                <a:gd name="connsiteY62" fmla="*/ 713387 h 1160647"/>
                <a:gd name="connsiteX63" fmla="*/ 502619 w 3032161"/>
                <a:gd name="connsiteY63" fmla="*/ 713387 h 1160647"/>
                <a:gd name="connsiteX64" fmla="*/ 502619 w 3032161"/>
                <a:gd name="connsiteY64" fmla="*/ 715008 h 1160647"/>
                <a:gd name="connsiteX65" fmla="*/ 502619 w 3032161"/>
                <a:gd name="connsiteY65" fmla="*/ 726358 h 1160647"/>
                <a:gd name="connsiteX66" fmla="*/ 503379 w 3032161"/>
                <a:gd name="connsiteY66" fmla="*/ 726358 h 1160647"/>
                <a:gd name="connsiteX67" fmla="*/ 508700 w 3032161"/>
                <a:gd name="connsiteY67" fmla="*/ 726358 h 1160647"/>
                <a:gd name="connsiteX68" fmla="*/ 508700 w 3032161"/>
                <a:gd name="connsiteY68" fmla="*/ 725547 h 1160647"/>
                <a:gd name="connsiteX69" fmla="*/ 508700 w 3032161"/>
                <a:gd name="connsiteY69" fmla="*/ 719872 h 1160647"/>
                <a:gd name="connsiteX70" fmla="*/ 539100 w 3032161"/>
                <a:gd name="connsiteY70" fmla="*/ 719872 h 1160647"/>
                <a:gd name="connsiteX71" fmla="*/ 539100 w 3032161"/>
                <a:gd name="connsiteY71" fmla="*/ 743652 h 1160647"/>
                <a:gd name="connsiteX72" fmla="*/ 540113 w 3032161"/>
                <a:gd name="connsiteY72" fmla="*/ 743652 h 1160647"/>
                <a:gd name="connsiteX73" fmla="*/ 547207 w 3032161"/>
                <a:gd name="connsiteY73" fmla="*/ 743652 h 1160647"/>
                <a:gd name="connsiteX74" fmla="*/ 547207 w 3032161"/>
                <a:gd name="connsiteY74" fmla="*/ 744733 h 1160647"/>
                <a:gd name="connsiteX75" fmla="*/ 547207 w 3032161"/>
                <a:gd name="connsiteY75" fmla="*/ 752299 h 1160647"/>
                <a:gd name="connsiteX76" fmla="*/ 547967 w 3032161"/>
                <a:gd name="connsiteY76" fmla="*/ 752299 h 1160647"/>
                <a:gd name="connsiteX77" fmla="*/ 553287 w 3032161"/>
                <a:gd name="connsiteY77" fmla="*/ 752299 h 1160647"/>
                <a:gd name="connsiteX78" fmla="*/ 553287 w 3032161"/>
                <a:gd name="connsiteY78" fmla="*/ 750137 h 1160647"/>
                <a:gd name="connsiteX79" fmla="*/ 553287 w 3032161"/>
                <a:gd name="connsiteY79" fmla="*/ 735005 h 1160647"/>
                <a:gd name="connsiteX80" fmla="*/ 554300 w 3032161"/>
                <a:gd name="connsiteY80" fmla="*/ 735005 h 1160647"/>
                <a:gd name="connsiteX81" fmla="*/ 561394 w 3032161"/>
                <a:gd name="connsiteY81" fmla="*/ 735005 h 1160647"/>
                <a:gd name="connsiteX82" fmla="*/ 561394 w 3032161"/>
                <a:gd name="connsiteY82" fmla="*/ 736086 h 1160647"/>
                <a:gd name="connsiteX83" fmla="*/ 561394 w 3032161"/>
                <a:gd name="connsiteY83" fmla="*/ 743652 h 1160647"/>
                <a:gd name="connsiteX84" fmla="*/ 566714 w 3032161"/>
                <a:gd name="connsiteY84" fmla="*/ 741659 h 1160647"/>
                <a:gd name="connsiteX85" fmla="*/ 567474 w 3032161"/>
                <a:gd name="connsiteY85" fmla="*/ 740679 h 1160647"/>
                <a:gd name="connsiteX86" fmla="*/ 567474 w 3032161"/>
                <a:gd name="connsiteY86" fmla="*/ 735005 h 1160647"/>
                <a:gd name="connsiteX87" fmla="*/ 605981 w 3032161"/>
                <a:gd name="connsiteY87" fmla="*/ 735005 h 1160647"/>
                <a:gd name="connsiteX88" fmla="*/ 605981 w 3032161"/>
                <a:gd name="connsiteY88" fmla="*/ 758784 h 1160647"/>
                <a:gd name="connsiteX89" fmla="*/ 608007 w 3032161"/>
                <a:gd name="connsiteY89" fmla="*/ 758784 h 1160647"/>
                <a:gd name="connsiteX90" fmla="*/ 622194 w 3032161"/>
                <a:gd name="connsiteY90" fmla="*/ 758784 h 1160647"/>
                <a:gd name="connsiteX91" fmla="*/ 622194 w 3032161"/>
                <a:gd name="connsiteY91" fmla="*/ 759865 h 1160647"/>
                <a:gd name="connsiteX92" fmla="*/ 622194 w 3032161"/>
                <a:gd name="connsiteY92" fmla="*/ 767431 h 1160647"/>
                <a:gd name="connsiteX93" fmla="*/ 623968 w 3032161"/>
                <a:gd name="connsiteY93" fmla="*/ 767431 h 1160647"/>
                <a:gd name="connsiteX94" fmla="*/ 636381 w 3032161"/>
                <a:gd name="connsiteY94" fmla="*/ 767431 h 1160647"/>
                <a:gd name="connsiteX95" fmla="*/ 636381 w 3032161"/>
                <a:gd name="connsiteY95" fmla="*/ 743652 h 1160647"/>
                <a:gd name="connsiteX96" fmla="*/ 637394 w 3032161"/>
                <a:gd name="connsiteY96" fmla="*/ 743652 h 1160647"/>
                <a:gd name="connsiteX97" fmla="*/ 644488 w 3032161"/>
                <a:gd name="connsiteY97" fmla="*/ 743652 h 1160647"/>
                <a:gd name="connsiteX98" fmla="*/ 644488 w 3032161"/>
                <a:gd name="connsiteY98" fmla="*/ 711225 h 1160647"/>
                <a:gd name="connsiteX99" fmla="*/ 645501 w 3032161"/>
                <a:gd name="connsiteY99" fmla="*/ 711225 h 1160647"/>
                <a:gd name="connsiteX100" fmla="*/ 652595 w 3032161"/>
                <a:gd name="connsiteY100" fmla="*/ 711225 h 1160647"/>
                <a:gd name="connsiteX101" fmla="*/ 652595 w 3032161"/>
                <a:gd name="connsiteY101" fmla="*/ 709334 h 1160647"/>
                <a:gd name="connsiteX102" fmla="*/ 652595 w 3032161"/>
                <a:gd name="connsiteY102" fmla="*/ 696093 h 1160647"/>
                <a:gd name="connsiteX103" fmla="*/ 651328 w 3032161"/>
                <a:gd name="connsiteY103" fmla="*/ 694471 h 1160647"/>
                <a:gd name="connsiteX104" fmla="*/ 656648 w 3032161"/>
                <a:gd name="connsiteY104" fmla="*/ 683122 h 1160647"/>
                <a:gd name="connsiteX105" fmla="*/ 664755 w 3032161"/>
                <a:gd name="connsiteY105" fmla="*/ 711225 h 1160647"/>
                <a:gd name="connsiteX106" fmla="*/ 665515 w 3032161"/>
                <a:gd name="connsiteY106" fmla="*/ 711225 h 1160647"/>
                <a:gd name="connsiteX107" fmla="*/ 670835 w 3032161"/>
                <a:gd name="connsiteY107" fmla="*/ 711225 h 1160647"/>
                <a:gd name="connsiteX108" fmla="*/ 670835 w 3032161"/>
                <a:gd name="connsiteY108" fmla="*/ 605298 h 1160647"/>
                <a:gd name="connsiteX109" fmla="*/ 672355 w 3032161"/>
                <a:gd name="connsiteY109" fmla="*/ 605298 h 1160647"/>
                <a:gd name="connsiteX110" fmla="*/ 682995 w 3032161"/>
                <a:gd name="connsiteY110" fmla="*/ 605298 h 1160647"/>
                <a:gd name="connsiteX111" fmla="*/ 682995 w 3032161"/>
                <a:gd name="connsiteY111" fmla="*/ 557739 h 1160647"/>
                <a:gd name="connsiteX112" fmla="*/ 709342 w 3032161"/>
                <a:gd name="connsiteY112" fmla="*/ 557739 h 1160647"/>
                <a:gd name="connsiteX113" fmla="*/ 709342 w 3032161"/>
                <a:gd name="connsiteY113" fmla="*/ 536121 h 1160647"/>
                <a:gd name="connsiteX114" fmla="*/ 743796 w 3032161"/>
                <a:gd name="connsiteY114" fmla="*/ 536121 h 1160647"/>
                <a:gd name="connsiteX115" fmla="*/ 743796 w 3032161"/>
                <a:gd name="connsiteY115" fmla="*/ 538553 h 1160647"/>
                <a:gd name="connsiteX116" fmla="*/ 743796 w 3032161"/>
                <a:gd name="connsiteY116" fmla="*/ 555577 h 1160647"/>
                <a:gd name="connsiteX117" fmla="*/ 746076 w 3032161"/>
                <a:gd name="connsiteY117" fmla="*/ 555577 h 1160647"/>
                <a:gd name="connsiteX118" fmla="*/ 762036 w 3032161"/>
                <a:gd name="connsiteY118" fmla="*/ 555577 h 1160647"/>
                <a:gd name="connsiteX119" fmla="*/ 762036 w 3032161"/>
                <a:gd name="connsiteY119" fmla="*/ 603136 h 1160647"/>
                <a:gd name="connsiteX120" fmla="*/ 763049 w 3032161"/>
                <a:gd name="connsiteY120" fmla="*/ 603136 h 1160647"/>
                <a:gd name="connsiteX121" fmla="*/ 770143 w 3032161"/>
                <a:gd name="connsiteY121" fmla="*/ 603136 h 1160647"/>
                <a:gd name="connsiteX122" fmla="*/ 784330 w 3032161"/>
                <a:gd name="connsiteY122" fmla="*/ 607460 h 1160647"/>
                <a:gd name="connsiteX123" fmla="*/ 784330 w 3032161"/>
                <a:gd name="connsiteY123" fmla="*/ 646372 h 1160647"/>
                <a:gd name="connsiteX124" fmla="*/ 785343 w 3032161"/>
                <a:gd name="connsiteY124" fmla="*/ 646372 h 1160647"/>
                <a:gd name="connsiteX125" fmla="*/ 792436 w 3032161"/>
                <a:gd name="connsiteY125" fmla="*/ 646372 h 1160647"/>
                <a:gd name="connsiteX126" fmla="*/ 792436 w 3032161"/>
                <a:gd name="connsiteY126" fmla="*/ 647993 h 1160647"/>
                <a:gd name="connsiteX127" fmla="*/ 792436 w 3032161"/>
                <a:gd name="connsiteY127" fmla="*/ 659342 h 1160647"/>
                <a:gd name="connsiteX128" fmla="*/ 794463 w 3032161"/>
                <a:gd name="connsiteY128" fmla="*/ 659342 h 1160647"/>
                <a:gd name="connsiteX129" fmla="*/ 808650 w 3032161"/>
                <a:gd name="connsiteY129" fmla="*/ 659342 h 1160647"/>
                <a:gd name="connsiteX130" fmla="*/ 814730 w 3032161"/>
                <a:gd name="connsiteY130" fmla="*/ 665828 h 1160647"/>
                <a:gd name="connsiteX131" fmla="*/ 814730 w 3032161"/>
                <a:gd name="connsiteY131" fmla="*/ 687446 h 1160647"/>
                <a:gd name="connsiteX132" fmla="*/ 817010 w 3032161"/>
                <a:gd name="connsiteY132" fmla="*/ 687446 h 1160647"/>
                <a:gd name="connsiteX133" fmla="*/ 832970 w 3032161"/>
                <a:gd name="connsiteY133" fmla="*/ 687446 h 1160647"/>
                <a:gd name="connsiteX134" fmla="*/ 832970 w 3032161"/>
                <a:gd name="connsiteY134" fmla="*/ 688526 h 1160647"/>
                <a:gd name="connsiteX135" fmla="*/ 832970 w 3032161"/>
                <a:gd name="connsiteY135" fmla="*/ 696093 h 1160647"/>
                <a:gd name="connsiteX136" fmla="*/ 834237 w 3032161"/>
                <a:gd name="connsiteY136" fmla="*/ 696093 h 1160647"/>
                <a:gd name="connsiteX137" fmla="*/ 843104 w 3032161"/>
                <a:gd name="connsiteY137" fmla="*/ 696093 h 1160647"/>
                <a:gd name="connsiteX138" fmla="*/ 843104 w 3032161"/>
                <a:gd name="connsiteY138" fmla="*/ 698254 h 1160647"/>
                <a:gd name="connsiteX139" fmla="*/ 843104 w 3032161"/>
                <a:gd name="connsiteY139" fmla="*/ 713387 h 1160647"/>
                <a:gd name="connsiteX140" fmla="*/ 847157 w 3032161"/>
                <a:gd name="connsiteY140" fmla="*/ 711495 h 1160647"/>
                <a:gd name="connsiteX141" fmla="*/ 847157 w 3032161"/>
                <a:gd name="connsiteY141" fmla="*/ 698254 h 1160647"/>
                <a:gd name="connsiteX142" fmla="*/ 848170 w 3032161"/>
                <a:gd name="connsiteY142" fmla="*/ 698254 h 1160647"/>
                <a:gd name="connsiteX143" fmla="*/ 855264 w 3032161"/>
                <a:gd name="connsiteY143" fmla="*/ 698254 h 1160647"/>
                <a:gd name="connsiteX144" fmla="*/ 855264 w 3032161"/>
                <a:gd name="connsiteY144" fmla="*/ 699876 h 1160647"/>
                <a:gd name="connsiteX145" fmla="*/ 855264 w 3032161"/>
                <a:gd name="connsiteY145" fmla="*/ 711225 h 1160647"/>
                <a:gd name="connsiteX146" fmla="*/ 856024 w 3032161"/>
                <a:gd name="connsiteY146" fmla="*/ 711225 h 1160647"/>
                <a:gd name="connsiteX147" fmla="*/ 861344 w 3032161"/>
                <a:gd name="connsiteY147" fmla="*/ 711225 h 1160647"/>
                <a:gd name="connsiteX148" fmla="*/ 909984 w 3032161"/>
                <a:gd name="connsiteY148" fmla="*/ 706902 h 1160647"/>
                <a:gd name="connsiteX149" fmla="*/ 909984 w 3032161"/>
                <a:gd name="connsiteY149" fmla="*/ 708253 h 1160647"/>
                <a:gd name="connsiteX150" fmla="*/ 909984 w 3032161"/>
                <a:gd name="connsiteY150" fmla="*/ 717710 h 1160647"/>
                <a:gd name="connsiteX151" fmla="*/ 910744 w 3032161"/>
                <a:gd name="connsiteY151" fmla="*/ 717710 h 1160647"/>
                <a:gd name="connsiteX152" fmla="*/ 916065 w 3032161"/>
                <a:gd name="connsiteY152" fmla="*/ 717710 h 1160647"/>
                <a:gd name="connsiteX153" fmla="*/ 916065 w 3032161"/>
                <a:gd name="connsiteY153" fmla="*/ 719872 h 1160647"/>
                <a:gd name="connsiteX154" fmla="*/ 916065 w 3032161"/>
                <a:gd name="connsiteY154" fmla="*/ 735005 h 1160647"/>
                <a:gd name="connsiteX155" fmla="*/ 918091 w 3032161"/>
                <a:gd name="connsiteY155" fmla="*/ 733654 h 1160647"/>
                <a:gd name="connsiteX156" fmla="*/ 932278 w 3032161"/>
                <a:gd name="connsiteY156" fmla="*/ 724196 h 1160647"/>
                <a:gd name="connsiteX157" fmla="*/ 938358 w 3032161"/>
                <a:gd name="connsiteY157" fmla="*/ 683122 h 1160647"/>
                <a:gd name="connsiteX158" fmla="*/ 939118 w 3032161"/>
                <a:gd name="connsiteY158" fmla="*/ 682852 h 1160647"/>
                <a:gd name="connsiteX159" fmla="*/ 944438 w 3032161"/>
                <a:gd name="connsiteY159" fmla="*/ 680960 h 1160647"/>
                <a:gd name="connsiteX160" fmla="*/ 946465 w 3032161"/>
                <a:gd name="connsiteY160" fmla="*/ 611783 h 1160647"/>
                <a:gd name="connsiteX161" fmla="*/ 948492 w 3032161"/>
                <a:gd name="connsiteY161" fmla="*/ 680960 h 1160647"/>
                <a:gd name="connsiteX162" fmla="*/ 949252 w 3032161"/>
                <a:gd name="connsiteY162" fmla="*/ 681230 h 1160647"/>
                <a:gd name="connsiteX163" fmla="*/ 954572 w 3032161"/>
                <a:gd name="connsiteY163" fmla="*/ 683122 h 1160647"/>
                <a:gd name="connsiteX164" fmla="*/ 954572 w 3032161"/>
                <a:gd name="connsiteY164" fmla="*/ 596651 h 1160647"/>
                <a:gd name="connsiteX165" fmla="*/ 958625 w 3032161"/>
                <a:gd name="connsiteY165" fmla="*/ 564224 h 1160647"/>
                <a:gd name="connsiteX166" fmla="*/ 997132 w 3032161"/>
                <a:gd name="connsiteY166" fmla="*/ 564224 h 1160647"/>
                <a:gd name="connsiteX167" fmla="*/ 997132 w 3032161"/>
                <a:gd name="connsiteY167" fmla="*/ 596651 h 1160647"/>
                <a:gd name="connsiteX168" fmla="*/ 997892 w 3032161"/>
                <a:gd name="connsiteY168" fmla="*/ 596651 h 1160647"/>
                <a:gd name="connsiteX169" fmla="*/ 1003212 w 3032161"/>
                <a:gd name="connsiteY169" fmla="*/ 596651 h 1160647"/>
                <a:gd name="connsiteX170" fmla="*/ 1003212 w 3032161"/>
                <a:gd name="connsiteY170" fmla="*/ 514503 h 1160647"/>
                <a:gd name="connsiteX171" fmla="*/ 1004986 w 3032161"/>
                <a:gd name="connsiteY171" fmla="*/ 514503 h 1160647"/>
                <a:gd name="connsiteX172" fmla="*/ 1017399 w 3032161"/>
                <a:gd name="connsiteY172" fmla="*/ 514503 h 1160647"/>
                <a:gd name="connsiteX173" fmla="*/ 1017399 w 3032161"/>
                <a:gd name="connsiteY173" fmla="*/ 512612 h 1160647"/>
                <a:gd name="connsiteX174" fmla="*/ 1017399 w 3032161"/>
                <a:gd name="connsiteY174" fmla="*/ 499371 h 1160647"/>
                <a:gd name="connsiteX175" fmla="*/ 1039693 w 3032161"/>
                <a:gd name="connsiteY175" fmla="*/ 499371 h 1160647"/>
                <a:gd name="connsiteX176" fmla="*/ 1039693 w 3032161"/>
                <a:gd name="connsiteY176" fmla="*/ 498290 h 1160647"/>
                <a:gd name="connsiteX177" fmla="*/ 1039693 w 3032161"/>
                <a:gd name="connsiteY177" fmla="*/ 490724 h 1160647"/>
                <a:gd name="connsiteX178" fmla="*/ 1041466 w 3032161"/>
                <a:gd name="connsiteY178" fmla="*/ 490724 h 1160647"/>
                <a:gd name="connsiteX179" fmla="*/ 1053880 w 3032161"/>
                <a:gd name="connsiteY179" fmla="*/ 490724 h 1160647"/>
                <a:gd name="connsiteX180" fmla="*/ 1053880 w 3032161"/>
                <a:gd name="connsiteY180" fmla="*/ 491805 h 1160647"/>
                <a:gd name="connsiteX181" fmla="*/ 1053880 w 3032161"/>
                <a:gd name="connsiteY181" fmla="*/ 499371 h 1160647"/>
                <a:gd name="connsiteX182" fmla="*/ 1054640 w 3032161"/>
                <a:gd name="connsiteY182" fmla="*/ 499371 h 1160647"/>
                <a:gd name="connsiteX183" fmla="*/ 1059960 w 3032161"/>
                <a:gd name="connsiteY183" fmla="*/ 499371 h 1160647"/>
                <a:gd name="connsiteX184" fmla="*/ 1070093 w 3032161"/>
                <a:gd name="connsiteY184" fmla="*/ 495047 h 1160647"/>
                <a:gd name="connsiteX185" fmla="*/ 1074146 w 3032161"/>
                <a:gd name="connsiteY185" fmla="*/ 498290 h 1160647"/>
                <a:gd name="connsiteX186" fmla="*/ 1074146 w 3032161"/>
                <a:gd name="connsiteY186" fmla="*/ 490724 h 1160647"/>
                <a:gd name="connsiteX187" fmla="*/ 1076426 w 3032161"/>
                <a:gd name="connsiteY187" fmla="*/ 490724 h 1160647"/>
                <a:gd name="connsiteX188" fmla="*/ 1092387 w 3032161"/>
                <a:gd name="connsiteY188" fmla="*/ 490724 h 1160647"/>
                <a:gd name="connsiteX189" fmla="*/ 1092387 w 3032161"/>
                <a:gd name="connsiteY189" fmla="*/ 491805 h 1160647"/>
                <a:gd name="connsiteX190" fmla="*/ 1092387 w 3032161"/>
                <a:gd name="connsiteY190" fmla="*/ 499371 h 1160647"/>
                <a:gd name="connsiteX191" fmla="*/ 1122787 w 3032161"/>
                <a:gd name="connsiteY191" fmla="*/ 499371 h 1160647"/>
                <a:gd name="connsiteX192" fmla="*/ 1122787 w 3032161"/>
                <a:gd name="connsiteY192" fmla="*/ 500992 h 1160647"/>
                <a:gd name="connsiteX193" fmla="*/ 1122787 w 3032161"/>
                <a:gd name="connsiteY193" fmla="*/ 512342 h 1160647"/>
                <a:gd name="connsiteX194" fmla="*/ 1149134 w 3032161"/>
                <a:gd name="connsiteY194" fmla="*/ 512342 h 1160647"/>
                <a:gd name="connsiteX195" fmla="*/ 1149134 w 3032161"/>
                <a:gd name="connsiteY195" fmla="*/ 542606 h 1160647"/>
                <a:gd name="connsiteX196" fmla="*/ 1149894 w 3032161"/>
                <a:gd name="connsiteY196" fmla="*/ 542606 h 1160647"/>
                <a:gd name="connsiteX197" fmla="*/ 1155214 w 3032161"/>
                <a:gd name="connsiteY197" fmla="*/ 542606 h 1160647"/>
                <a:gd name="connsiteX198" fmla="*/ 1155214 w 3032161"/>
                <a:gd name="connsiteY198" fmla="*/ 543687 h 1160647"/>
                <a:gd name="connsiteX199" fmla="*/ 1155214 w 3032161"/>
                <a:gd name="connsiteY199" fmla="*/ 551254 h 1160647"/>
                <a:gd name="connsiteX200" fmla="*/ 1159268 w 3032161"/>
                <a:gd name="connsiteY200" fmla="*/ 581518 h 1160647"/>
                <a:gd name="connsiteX201" fmla="*/ 1160028 w 3032161"/>
                <a:gd name="connsiteY201" fmla="*/ 581518 h 1160647"/>
                <a:gd name="connsiteX202" fmla="*/ 1165348 w 3032161"/>
                <a:gd name="connsiteY202" fmla="*/ 581518 h 1160647"/>
                <a:gd name="connsiteX203" fmla="*/ 1165348 w 3032161"/>
                <a:gd name="connsiteY203" fmla="*/ 582329 h 1160647"/>
                <a:gd name="connsiteX204" fmla="*/ 1165348 w 3032161"/>
                <a:gd name="connsiteY204" fmla="*/ 588004 h 1160647"/>
                <a:gd name="connsiteX205" fmla="*/ 1166361 w 3032161"/>
                <a:gd name="connsiteY205" fmla="*/ 588004 h 1160647"/>
                <a:gd name="connsiteX206" fmla="*/ 1173454 w 3032161"/>
                <a:gd name="connsiteY206" fmla="*/ 588004 h 1160647"/>
                <a:gd name="connsiteX207" fmla="*/ 1173454 w 3032161"/>
                <a:gd name="connsiteY207" fmla="*/ 618269 h 1160647"/>
                <a:gd name="connsiteX208" fmla="*/ 1175481 w 3032161"/>
                <a:gd name="connsiteY208" fmla="*/ 618269 h 1160647"/>
                <a:gd name="connsiteX209" fmla="*/ 1189668 w 3032161"/>
                <a:gd name="connsiteY209" fmla="*/ 618269 h 1160647"/>
                <a:gd name="connsiteX210" fmla="*/ 1189668 w 3032161"/>
                <a:gd name="connsiteY210" fmla="*/ 642048 h 1160647"/>
                <a:gd name="connsiteX211" fmla="*/ 1191695 w 3032161"/>
                <a:gd name="connsiteY211" fmla="*/ 643669 h 1160647"/>
                <a:gd name="connsiteX212" fmla="*/ 1191695 w 3032161"/>
                <a:gd name="connsiteY212" fmla="*/ 655019 h 1160647"/>
                <a:gd name="connsiteX213" fmla="*/ 1192455 w 3032161"/>
                <a:gd name="connsiteY213" fmla="*/ 655019 h 1160647"/>
                <a:gd name="connsiteX214" fmla="*/ 1197775 w 3032161"/>
                <a:gd name="connsiteY214" fmla="*/ 655019 h 1160647"/>
                <a:gd name="connsiteX215" fmla="*/ 1197775 w 3032161"/>
                <a:gd name="connsiteY215" fmla="*/ 678798 h 1160647"/>
                <a:gd name="connsiteX216" fmla="*/ 1199041 w 3032161"/>
                <a:gd name="connsiteY216" fmla="*/ 678798 h 1160647"/>
                <a:gd name="connsiteX217" fmla="*/ 1207908 w 3032161"/>
                <a:gd name="connsiteY217" fmla="*/ 678798 h 1160647"/>
                <a:gd name="connsiteX218" fmla="*/ 1209935 w 3032161"/>
                <a:gd name="connsiteY218" fmla="*/ 682852 h 1160647"/>
                <a:gd name="connsiteX219" fmla="*/ 1209935 w 3032161"/>
                <a:gd name="connsiteY219" fmla="*/ 696093 h 1160647"/>
                <a:gd name="connsiteX220" fmla="*/ 1211455 w 3032161"/>
                <a:gd name="connsiteY220" fmla="*/ 694201 h 1160647"/>
                <a:gd name="connsiteX221" fmla="*/ 1222095 w 3032161"/>
                <a:gd name="connsiteY221" fmla="*/ 680960 h 1160647"/>
                <a:gd name="connsiteX222" fmla="*/ 1250469 w 3032161"/>
                <a:gd name="connsiteY222" fmla="*/ 680960 h 1160647"/>
                <a:gd name="connsiteX223" fmla="*/ 1250469 w 3032161"/>
                <a:gd name="connsiteY223" fmla="*/ 767431 h 1160647"/>
                <a:gd name="connsiteX224" fmla="*/ 1251229 w 3032161"/>
                <a:gd name="connsiteY224" fmla="*/ 767431 h 1160647"/>
                <a:gd name="connsiteX225" fmla="*/ 1256549 w 3032161"/>
                <a:gd name="connsiteY225" fmla="*/ 767431 h 1160647"/>
                <a:gd name="connsiteX226" fmla="*/ 1257309 w 3032161"/>
                <a:gd name="connsiteY226" fmla="*/ 766080 h 1160647"/>
                <a:gd name="connsiteX227" fmla="*/ 1262629 w 3032161"/>
                <a:gd name="connsiteY227" fmla="*/ 756622 h 1160647"/>
                <a:gd name="connsiteX228" fmla="*/ 1262629 w 3032161"/>
                <a:gd name="connsiteY228" fmla="*/ 758514 h 1160647"/>
                <a:gd name="connsiteX229" fmla="*/ 1262629 w 3032161"/>
                <a:gd name="connsiteY229" fmla="*/ 771755 h 1160647"/>
                <a:gd name="connsiteX230" fmla="*/ 1266682 w 3032161"/>
                <a:gd name="connsiteY230" fmla="*/ 726358 h 1160647"/>
                <a:gd name="connsiteX231" fmla="*/ 1267442 w 3032161"/>
                <a:gd name="connsiteY231" fmla="*/ 726358 h 1160647"/>
                <a:gd name="connsiteX232" fmla="*/ 1272762 w 3032161"/>
                <a:gd name="connsiteY232" fmla="*/ 726358 h 1160647"/>
                <a:gd name="connsiteX233" fmla="*/ 1272762 w 3032161"/>
                <a:gd name="connsiteY233" fmla="*/ 661504 h 1160647"/>
                <a:gd name="connsiteX234" fmla="*/ 1273776 w 3032161"/>
                <a:gd name="connsiteY234" fmla="*/ 661504 h 1160647"/>
                <a:gd name="connsiteX235" fmla="*/ 1280869 w 3032161"/>
                <a:gd name="connsiteY235" fmla="*/ 661504 h 1160647"/>
                <a:gd name="connsiteX236" fmla="*/ 1293029 w 3032161"/>
                <a:gd name="connsiteY236" fmla="*/ 618269 h 1160647"/>
                <a:gd name="connsiteX237" fmla="*/ 1294296 w 3032161"/>
                <a:gd name="connsiteY237" fmla="*/ 618269 h 1160647"/>
                <a:gd name="connsiteX238" fmla="*/ 1303163 w 3032161"/>
                <a:gd name="connsiteY238" fmla="*/ 618269 h 1160647"/>
                <a:gd name="connsiteX239" fmla="*/ 1313296 w 3032161"/>
                <a:gd name="connsiteY239" fmla="*/ 661504 h 1160647"/>
                <a:gd name="connsiteX240" fmla="*/ 1314309 w 3032161"/>
                <a:gd name="connsiteY240" fmla="*/ 661504 h 1160647"/>
                <a:gd name="connsiteX241" fmla="*/ 1321403 w 3032161"/>
                <a:gd name="connsiteY241" fmla="*/ 661504 h 1160647"/>
                <a:gd name="connsiteX242" fmla="*/ 1321403 w 3032161"/>
                <a:gd name="connsiteY242" fmla="*/ 700416 h 1160647"/>
                <a:gd name="connsiteX243" fmla="*/ 1323176 w 3032161"/>
                <a:gd name="connsiteY243" fmla="*/ 700416 h 1160647"/>
                <a:gd name="connsiteX244" fmla="*/ 1335590 w 3032161"/>
                <a:gd name="connsiteY244" fmla="*/ 700416 h 1160647"/>
                <a:gd name="connsiteX245" fmla="*/ 1335590 w 3032161"/>
                <a:gd name="connsiteY245" fmla="*/ 702578 h 1160647"/>
                <a:gd name="connsiteX246" fmla="*/ 1335590 w 3032161"/>
                <a:gd name="connsiteY246" fmla="*/ 717710 h 1160647"/>
                <a:gd name="connsiteX247" fmla="*/ 1339643 w 3032161"/>
                <a:gd name="connsiteY247" fmla="*/ 715549 h 1160647"/>
                <a:gd name="connsiteX248" fmla="*/ 1339643 w 3032161"/>
                <a:gd name="connsiteY248" fmla="*/ 700416 h 1160647"/>
                <a:gd name="connsiteX249" fmla="*/ 1341163 w 3032161"/>
                <a:gd name="connsiteY249" fmla="*/ 700416 h 1160647"/>
                <a:gd name="connsiteX250" fmla="*/ 1351803 w 3032161"/>
                <a:gd name="connsiteY250" fmla="*/ 700416 h 1160647"/>
                <a:gd name="connsiteX251" fmla="*/ 1351803 w 3032161"/>
                <a:gd name="connsiteY251" fmla="*/ 702037 h 1160647"/>
                <a:gd name="connsiteX252" fmla="*/ 1351803 w 3032161"/>
                <a:gd name="connsiteY252" fmla="*/ 713387 h 1160647"/>
                <a:gd name="connsiteX253" fmla="*/ 1382204 w 3032161"/>
                <a:gd name="connsiteY253" fmla="*/ 713387 h 1160647"/>
                <a:gd name="connsiteX254" fmla="*/ 1382204 w 3032161"/>
                <a:gd name="connsiteY254" fmla="*/ 676637 h 1160647"/>
                <a:gd name="connsiteX255" fmla="*/ 1383470 w 3032161"/>
                <a:gd name="connsiteY255" fmla="*/ 676637 h 1160647"/>
                <a:gd name="connsiteX256" fmla="*/ 1392337 w 3032161"/>
                <a:gd name="connsiteY256" fmla="*/ 676637 h 1160647"/>
                <a:gd name="connsiteX257" fmla="*/ 1392337 w 3032161"/>
                <a:gd name="connsiteY257" fmla="*/ 698254 h 1160647"/>
                <a:gd name="connsiteX258" fmla="*/ 1394364 w 3032161"/>
                <a:gd name="connsiteY258" fmla="*/ 665828 h 1160647"/>
                <a:gd name="connsiteX259" fmla="*/ 1416657 w 3032161"/>
                <a:gd name="connsiteY259" fmla="*/ 665828 h 1160647"/>
                <a:gd name="connsiteX260" fmla="*/ 1416657 w 3032161"/>
                <a:gd name="connsiteY260" fmla="*/ 664206 h 1160647"/>
                <a:gd name="connsiteX261" fmla="*/ 1416657 w 3032161"/>
                <a:gd name="connsiteY261" fmla="*/ 652857 h 1160647"/>
                <a:gd name="connsiteX262" fmla="*/ 1417417 w 3032161"/>
                <a:gd name="connsiteY262" fmla="*/ 652857 h 1160647"/>
                <a:gd name="connsiteX263" fmla="*/ 1422737 w 3032161"/>
                <a:gd name="connsiteY263" fmla="*/ 652857 h 1160647"/>
                <a:gd name="connsiteX264" fmla="*/ 1422737 w 3032161"/>
                <a:gd name="connsiteY264" fmla="*/ 650966 h 1160647"/>
                <a:gd name="connsiteX265" fmla="*/ 1422737 w 3032161"/>
                <a:gd name="connsiteY265" fmla="*/ 637725 h 1160647"/>
                <a:gd name="connsiteX266" fmla="*/ 1426791 w 3032161"/>
                <a:gd name="connsiteY266" fmla="*/ 644210 h 1160647"/>
                <a:gd name="connsiteX267" fmla="*/ 1429071 w 3032161"/>
                <a:gd name="connsiteY267" fmla="*/ 644210 h 1160647"/>
                <a:gd name="connsiteX268" fmla="*/ 1445031 w 3032161"/>
                <a:gd name="connsiteY268" fmla="*/ 644210 h 1160647"/>
                <a:gd name="connsiteX269" fmla="*/ 1445031 w 3032161"/>
                <a:gd name="connsiteY269" fmla="*/ 643399 h 1160647"/>
                <a:gd name="connsiteX270" fmla="*/ 1445031 w 3032161"/>
                <a:gd name="connsiteY270" fmla="*/ 637725 h 1160647"/>
                <a:gd name="connsiteX271" fmla="*/ 1445791 w 3032161"/>
                <a:gd name="connsiteY271" fmla="*/ 637725 h 1160647"/>
                <a:gd name="connsiteX272" fmla="*/ 1451111 w 3032161"/>
                <a:gd name="connsiteY272" fmla="*/ 637725 h 1160647"/>
                <a:gd name="connsiteX273" fmla="*/ 1451111 w 3032161"/>
                <a:gd name="connsiteY273" fmla="*/ 639076 h 1160647"/>
                <a:gd name="connsiteX274" fmla="*/ 1451111 w 3032161"/>
                <a:gd name="connsiteY274" fmla="*/ 648534 h 1160647"/>
                <a:gd name="connsiteX275" fmla="*/ 1489618 w 3032161"/>
                <a:gd name="connsiteY275" fmla="*/ 648534 h 1160647"/>
                <a:gd name="connsiteX276" fmla="*/ 1489618 w 3032161"/>
                <a:gd name="connsiteY276" fmla="*/ 786887 h 1160647"/>
                <a:gd name="connsiteX277" fmla="*/ 1491138 w 3032161"/>
                <a:gd name="connsiteY277" fmla="*/ 786887 h 1160647"/>
                <a:gd name="connsiteX278" fmla="*/ 1501778 w 3032161"/>
                <a:gd name="connsiteY278" fmla="*/ 786887 h 1160647"/>
                <a:gd name="connsiteX279" fmla="*/ 1501778 w 3032161"/>
                <a:gd name="connsiteY279" fmla="*/ 773917 h 1160647"/>
                <a:gd name="connsiteX280" fmla="*/ 1505832 w 3032161"/>
                <a:gd name="connsiteY280" fmla="*/ 773917 h 1160647"/>
                <a:gd name="connsiteX281" fmla="*/ 1505832 w 3032161"/>
                <a:gd name="connsiteY281" fmla="*/ 786887 h 1160647"/>
                <a:gd name="connsiteX282" fmla="*/ 1536232 w 3032161"/>
                <a:gd name="connsiteY282" fmla="*/ 786887 h 1160647"/>
                <a:gd name="connsiteX283" fmla="*/ 1536232 w 3032161"/>
                <a:gd name="connsiteY283" fmla="*/ 756622 h 1160647"/>
                <a:gd name="connsiteX284" fmla="*/ 1548392 w 3032161"/>
                <a:gd name="connsiteY284" fmla="*/ 756622 h 1160647"/>
                <a:gd name="connsiteX285" fmla="*/ 1560552 w 3032161"/>
                <a:gd name="connsiteY285" fmla="*/ 754461 h 1160647"/>
                <a:gd name="connsiteX286" fmla="*/ 1564606 w 3032161"/>
                <a:gd name="connsiteY286" fmla="*/ 756622 h 1160647"/>
                <a:gd name="connsiteX287" fmla="*/ 1574739 w 3032161"/>
                <a:gd name="connsiteY287" fmla="*/ 756622 h 1160647"/>
                <a:gd name="connsiteX288" fmla="*/ 1574739 w 3032161"/>
                <a:gd name="connsiteY288" fmla="*/ 786887 h 1160647"/>
                <a:gd name="connsiteX289" fmla="*/ 1582846 w 3032161"/>
                <a:gd name="connsiteY289" fmla="*/ 786887 h 1160647"/>
                <a:gd name="connsiteX290" fmla="*/ 1582846 w 3032161"/>
                <a:gd name="connsiteY290" fmla="*/ 804182 h 1160647"/>
                <a:gd name="connsiteX291" fmla="*/ 1592182 w 3032161"/>
                <a:gd name="connsiteY291" fmla="*/ 805087 h 1160647"/>
                <a:gd name="connsiteX292" fmla="*/ 1605140 w 3032161"/>
                <a:gd name="connsiteY292" fmla="*/ 805087 h 1160647"/>
                <a:gd name="connsiteX293" fmla="*/ 1605140 w 3032161"/>
                <a:gd name="connsiteY293" fmla="*/ 789049 h 1160647"/>
                <a:gd name="connsiteX294" fmla="*/ 1673096 w 3032161"/>
                <a:gd name="connsiteY294" fmla="*/ 789049 h 1160647"/>
                <a:gd name="connsiteX295" fmla="*/ 1673096 w 3032161"/>
                <a:gd name="connsiteY295" fmla="*/ 703796 h 1160647"/>
                <a:gd name="connsiteX296" fmla="*/ 1745104 w 3032161"/>
                <a:gd name="connsiteY296" fmla="*/ 703796 h 1160647"/>
                <a:gd name="connsiteX297" fmla="*/ 1745104 w 3032161"/>
                <a:gd name="connsiteY297" fmla="*/ 782564 h 1160647"/>
                <a:gd name="connsiteX298" fmla="*/ 1747008 w 3032161"/>
                <a:gd name="connsiteY298" fmla="*/ 782564 h 1160647"/>
                <a:gd name="connsiteX299" fmla="*/ 1748250 w 3032161"/>
                <a:gd name="connsiteY299" fmla="*/ 805087 h 1160647"/>
                <a:gd name="connsiteX300" fmla="*/ 1757926 w 3032161"/>
                <a:gd name="connsiteY300" fmla="*/ 805087 h 1160647"/>
                <a:gd name="connsiteX301" fmla="*/ 1759168 w 3032161"/>
                <a:gd name="connsiteY301" fmla="*/ 782564 h 1160647"/>
                <a:gd name="connsiteX302" fmla="*/ 1765248 w 3032161"/>
                <a:gd name="connsiteY302" fmla="*/ 782564 h 1160647"/>
                <a:gd name="connsiteX303" fmla="*/ 1766490 w 3032161"/>
                <a:gd name="connsiteY303" fmla="*/ 805087 h 1160647"/>
                <a:gd name="connsiteX304" fmla="*/ 1817112 w 3032161"/>
                <a:gd name="connsiteY304" fmla="*/ 805087 h 1160647"/>
                <a:gd name="connsiteX305" fmla="*/ 1817112 w 3032161"/>
                <a:gd name="connsiteY305" fmla="*/ 642059 h 1160647"/>
                <a:gd name="connsiteX306" fmla="*/ 2014439 w 3032161"/>
                <a:gd name="connsiteY306" fmla="*/ 642059 h 1160647"/>
                <a:gd name="connsiteX307" fmla="*/ 2014439 w 3032161"/>
                <a:gd name="connsiteY307" fmla="*/ 805087 h 1160647"/>
                <a:gd name="connsiteX308" fmla="*/ 2033136 w 3032161"/>
                <a:gd name="connsiteY308" fmla="*/ 805087 h 1160647"/>
                <a:gd name="connsiteX309" fmla="*/ 2033136 w 3032161"/>
                <a:gd name="connsiteY309" fmla="*/ 722394 h 1160647"/>
                <a:gd name="connsiteX310" fmla="*/ 2128256 w 3032161"/>
                <a:gd name="connsiteY310" fmla="*/ 722394 h 1160647"/>
                <a:gd name="connsiteX311" fmla="*/ 2140186 w 3032161"/>
                <a:gd name="connsiteY311" fmla="*/ 404253 h 1160647"/>
                <a:gd name="connsiteX312" fmla="*/ 2128026 w 3032161"/>
                <a:gd name="connsiteY312" fmla="*/ 382635 h 1160647"/>
                <a:gd name="connsiteX313" fmla="*/ 2121946 w 3032161"/>
                <a:gd name="connsiteY313" fmla="*/ 378311 h 1160647"/>
                <a:gd name="connsiteX314" fmla="*/ 2130053 w 3032161"/>
                <a:gd name="connsiteY314" fmla="*/ 354532 h 1160647"/>
                <a:gd name="connsiteX315" fmla="*/ 2130053 w 3032161"/>
                <a:gd name="connsiteY315" fmla="*/ 337238 h 1160647"/>
                <a:gd name="connsiteX316" fmla="*/ 2144240 w 3032161"/>
                <a:gd name="connsiteY316" fmla="*/ 337238 h 1160647"/>
                <a:gd name="connsiteX317" fmla="*/ 2144240 w 3032161"/>
                <a:gd name="connsiteY317" fmla="*/ 315620 h 1160647"/>
                <a:gd name="connsiteX318" fmla="*/ 2146266 w 3032161"/>
                <a:gd name="connsiteY318" fmla="*/ 311296 h 1160647"/>
                <a:gd name="connsiteX319" fmla="*/ 2146266 w 3032161"/>
                <a:gd name="connsiteY319" fmla="*/ 233472 h 1160647"/>
                <a:gd name="connsiteX320" fmla="*/ 2144240 w 3032161"/>
                <a:gd name="connsiteY320" fmla="*/ 226987 h 1160647"/>
                <a:gd name="connsiteX321" fmla="*/ 2150320 w 3032161"/>
                <a:gd name="connsiteY321" fmla="*/ 220501 h 1160647"/>
                <a:gd name="connsiteX322" fmla="*/ 2150320 w 3032161"/>
                <a:gd name="connsiteY322" fmla="*/ 162133 h 1160647"/>
                <a:gd name="connsiteX323" fmla="*/ 2152346 w 3032161"/>
                <a:gd name="connsiteY323" fmla="*/ 157810 h 1160647"/>
                <a:gd name="connsiteX324" fmla="*/ 2152346 w 3032161"/>
                <a:gd name="connsiteY324" fmla="*/ 101604 h 1160647"/>
                <a:gd name="connsiteX325" fmla="*/ 2154373 w 3032161"/>
                <a:gd name="connsiteY325" fmla="*/ 82148 h 1160647"/>
                <a:gd name="connsiteX326" fmla="*/ 2158427 w 3032161"/>
                <a:gd name="connsiteY326" fmla="*/ 99442 h 1160647"/>
                <a:gd name="connsiteX327" fmla="*/ 2160453 w 3032161"/>
                <a:gd name="connsiteY327" fmla="*/ 157810 h 1160647"/>
                <a:gd name="connsiteX328" fmla="*/ 2162480 w 3032161"/>
                <a:gd name="connsiteY328" fmla="*/ 220501 h 1160647"/>
                <a:gd name="connsiteX329" fmla="*/ 2168560 w 3032161"/>
                <a:gd name="connsiteY329" fmla="*/ 226987 h 1160647"/>
                <a:gd name="connsiteX330" fmla="*/ 2166533 w 3032161"/>
                <a:gd name="connsiteY330" fmla="*/ 233472 h 1160647"/>
                <a:gd name="connsiteX331" fmla="*/ 2166533 w 3032161"/>
                <a:gd name="connsiteY331" fmla="*/ 311296 h 1160647"/>
                <a:gd name="connsiteX332" fmla="*/ 2168560 w 3032161"/>
                <a:gd name="connsiteY332" fmla="*/ 315620 h 1160647"/>
                <a:gd name="connsiteX333" fmla="*/ 2168560 w 3032161"/>
                <a:gd name="connsiteY333" fmla="*/ 337238 h 1160647"/>
                <a:gd name="connsiteX334" fmla="*/ 2182747 w 3032161"/>
                <a:gd name="connsiteY334" fmla="*/ 337238 h 1160647"/>
                <a:gd name="connsiteX335" fmla="*/ 2182747 w 3032161"/>
                <a:gd name="connsiteY335" fmla="*/ 354532 h 1160647"/>
                <a:gd name="connsiteX336" fmla="*/ 2190854 w 3032161"/>
                <a:gd name="connsiteY336" fmla="*/ 378311 h 1160647"/>
                <a:gd name="connsiteX337" fmla="*/ 2184774 w 3032161"/>
                <a:gd name="connsiteY337" fmla="*/ 382635 h 1160647"/>
                <a:gd name="connsiteX338" fmla="*/ 2172613 w 3032161"/>
                <a:gd name="connsiteY338" fmla="*/ 404253 h 1160647"/>
                <a:gd name="connsiteX339" fmla="*/ 2180720 w 3032161"/>
                <a:gd name="connsiteY339" fmla="*/ 657181 h 1160647"/>
                <a:gd name="connsiteX340" fmla="*/ 2245574 w 3032161"/>
                <a:gd name="connsiteY340" fmla="*/ 657181 h 1160647"/>
                <a:gd name="connsiteX341" fmla="*/ 2245574 w 3032161"/>
                <a:gd name="connsiteY341" fmla="*/ 732843 h 1160647"/>
                <a:gd name="connsiteX342" fmla="*/ 2253681 w 3032161"/>
                <a:gd name="connsiteY342" fmla="*/ 732843 h 1160647"/>
                <a:gd name="connsiteX343" fmla="*/ 2255708 w 3032161"/>
                <a:gd name="connsiteY343" fmla="*/ 726358 h 1160647"/>
                <a:gd name="connsiteX344" fmla="*/ 2261788 w 3032161"/>
                <a:gd name="connsiteY344" fmla="*/ 726358 h 1160647"/>
                <a:gd name="connsiteX345" fmla="*/ 2263815 w 3032161"/>
                <a:gd name="connsiteY345" fmla="*/ 735005 h 1160647"/>
                <a:gd name="connsiteX346" fmla="*/ 2275975 w 3032161"/>
                <a:gd name="connsiteY346" fmla="*/ 735005 h 1160647"/>
                <a:gd name="connsiteX347" fmla="*/ 2275975 w 3032161"/>
                <a:gd name="connsiteY347" fmla="*/ 728519 h 1160647"/>
                <a:gd name="connsiteX348" fmla="*/ 2298268 w 3032161"/>
                <a:gd name="connsiteY348" fmla="*/ 728519 h 1160647"/>
                <a:gd name="connsiteX349" fmla="*/ 2298268 w 3032161"/>
                <a:gd name="connsiteY349" fmla="*/ 735005 h 1160647"/>
                <a:gd name="connsiteX350" fmla="*/ 2318535 w 3032161"/>
                <a:gd name="connsiteY350" fmla="*/ 735005 h 1160647"/>
                <a:gd name="connsiteX351" fmla="*/ 2318535 w 3032161"/>
                <a:gd name="connsiteY351" fmla="*/ 780402 h 1160647"/>
                <a:gd name="connsiteX352" fmla="*/ 2332722 w 3032161"/>
                <a:gd name="connsiteY352" fmla="*/ 780402 h 1160647"/>
                <a:gd name="connsiteX353" fmla="*/ 2332722 w 3032161"/>
                <a:gd name="connsiteY353" fmla="*/ 767431 h 1160647"/>
                <a:gd name="connsiteX354" fmla="*/ 2348936 w 3032161"/>
                <a:gd name="connsiteY354" fmla="*/ 767431 h 1160647"/>
                <a:gd name="connsiteX355" fmla="*/ 2348936 w 3032161"/>
                <a:gd name="connsiteY355" fmla="*/ 588004 h 1160647"/>
                <a:gd name="connsiteX356" fmla="*/ 2355016 w 3032161"/>
                <a:gd name="connsiteY356" fmla="*/ 581518 h 1160647"/>
                <a:gd name="connsiteX357" fmla="*/ 2427977 w 3032161"/>
                <a:gd name="connsiteY357" fmla="*/ 581518 h 1160647"/>
                <a:gd name="connsiteX358" fmla="*/ 2427977 w 3032161"/>
                <a:gd name="connsiteY358" fmla="*/ 590166 h 1160647"/>
                <a:gd name="connsiteX359" fmla="*/ 2438110 w 3032161"/>
                <a:gd name="connsiteY359" fmla="*/ 590166 h 1160647"/>
                <a:gd name="connsiteX360" fmla="*/ 2438110 w 3032161"/>
                <a:gd name="connsiteY360" fmla="*/ 704740 h 1160647"/>
                <a:gd name="connsiteX361" fmla="*/ 2460404 w 3032161"/>
                <a:gd name="connsiteY361" fmla="*/ 704740 h 1160647"/>
                <a:gd name="connsiteX362" fmla="*/ 2460404 w 3032161"/>
                <a:gd name="connsiteY362" fmla="*/ 637725 h 1160647"/>
                <a:gd name="connsiteX363" fmla="*/ 2486751 w 3032161"/>
                <a:gd name="connsiteY363" fmla="*/ 637725 h 1160647"/>
                <a:gd name="connsiteX364" fmla="*/ 2490804 w 3032161"/>
                <a:gd name="connsiteY364" fmla="*/ 633401 h 1160647"/>
                <a:gd name="connsiteX365" fmla="*/ 2498911 w 3032161"/>
                <a:gd name="connsiteY365" fmla="*/ 633401 h 1160647"/>
                <a:gd name="connsiteX366" fmla="*/ 2502964 w 3032161"/>
                <a:gd name="connsiteY366" fmla="*/ 637725 h 1160647"/>
                <a:gd name="connsiteX367" fmla="*/ 2525258 w 3032161"/>
                <a:gd name="connsiteY367" fmla="*/ 637725 h 1160647"/>
                <a:gd name="connsiteX368" fmla="*/ 2525258 w 3032161"/>
                <a:gd name="connsiteY368" fmla="*/ 520989 h 1160647"/>
                <a:gd name="connsiteX369" fmla="*/ 2582005 w 3032161"/>
                <a:gd name="connsiteY369" fmla="*/ 510180 h 1160647"/>
                <a:gd name="connsiteX370" fmla="*/ 2582005 w 3032161"/>
                <a:gd name="connsiteY370" fmla="*/ 511261 h 1160647"/>
                <a:gd name="connsiteX371" fmla="*/ 2582005 w 3032161"/>
                <a:gd name="connsiteY371" fmla="*/ 518827 h 1160647"/>
                <a:gd name="connsiteX372" fmla="*/ 2608352 w 3032161"/>
                <a:gd name="connsiteY372" fmla="*/ 518827 h 1160647"/>
                <a:gd name="connsiteX373" fmla="*/ 2608352 w 3032161"/>
                <a:gd name="connsiteY373" fmla="*/ 773917 h 1160647"/>
                <a:gd name="connsiteX374" fmla="*/ 2630646 w 3032161"/>
                <a:gd name="connsiteY374" fmla="*/ 773917 h 1160647"/>
                <a:gd name="connsiteX375" fmla="*/ 2630646 w 3032161"/>
                <a:gd name="connsiteY375" fmla="*/ 769593 h 1160647"/>
                <a:gd name="connsiteX376" fmla="*/ 2642806 w 3032161"/>
                <a:gd name="connsiteY376" fmla="*/ 769593 h 1160647"/>
                <a:gd name="connsiteX377" fmla="*/ 2642806 w 3032161"/>
                <a:gd name="connsiteY377" fmla="*/ 773917 h 1160647"/>
                <a:gd name="connsiteX378" fmla="*/ 2667126 w 3032161"/>
                <a:gd name="connsiteY378" fmla="*/ 773917 h 1160647"/>
                <a:gd name="connsiteX379" fmla="*/ 2667126 w 3032161"/>
                <a:gd name="connsiteY379" fmla="*/ 760946 h 1160647"/>
                <a:gd name="connsiteX380" fmla="*/ 2695500 w 3032161"/>
                <a:gd name="connsiteY380" fmla="*/ 760946 h 1160647"/>
                <a:gd name="connsiteX381" fmla="*/ 2707660 w 3032161"/>
                <a:gd name="connsiteY381" fmla="*/ 756622 h 1160647"/>
                <a:gd name="connsiteX382" fmla="*/ 2727927 w 3032161"/>
                <a:gd name="connsiteY382" fmla="*/ 760946 h 1160647"/>
                <a:gd name="connsiteX383" fmla="*/ 2727927 w 3032161"/>
                <a:gd name="connsiteY383" fmla="*/ 743652 h 1160647"/>
                <a:gd name="connsiteX384" fmla="*/ 2736034 w 3032161"/>
                <a:gd name="connsiteY384" fmla="*/ 743652 h 1160647"/>
                <a:gd name="connsiteX385" fmla="*/ 2736034 w 3032161"/>
                <a:gd name="connsiteY385" fmla="*/ 730681 h 1160647"/>
                <a:gd name="connsiteX386" fmla="*/ 2792781 w 3032161"/>
                <a:gd name="connsiteY386" fmla="*/ 730681 h 1160647"/>
                <a:gd name="connsiteX387" fmla="*/ 2792781 w 3032161"/>
                <a:gd name="connsiteY387" fmla="*/ 700416 h 1160647"/>
                <a:gd name="connsiteX388" fmla="*/ 2811021 w 3032161"/>
                <a:gd name="connsiteY388" fmla="*/ 700416 h 1160647"/>
                <a:gd name="connsiteX389" fmla="*/ 2811021 w 3032161"/>
                <a:gd name="connsiteY389" fmla="*/ 693931 h 1160647"/>
                <a:gd name="connsiteX390" fmla="*/ 2823181 w 3032161"/>
                <a:gd name="connsiteY390" fmla="*/ 693931 h 1160647"/>
                <a:gd name="connsiteX391" fmla="*/ 2823181 w 3032161"/>
                <a:gd name="connsiteY391" fmla="*/ 700416 h 1160647"/>
                <a:gd name="connsiteX392" fmla="*/ 2839395 w 3032161"/>
                <a:gd name="connsiteY392" fmla="*/ 700416 h 1160647"/>
                <a:gd name="connsiteX393" fmla="*/ 2839395 w 3032161"/>
                <a:gd name="connsiteY393" fmla="*/ 750137 h 1160647"/>
                <a:gd name="connsiteX394" fmla="*/ 2871822 w 3032161"/>
                <a:gd name="connsiteY394" fmla="*/ 750137 h 1160647"/>
                <a:gd name="connsiteX395" fmla="*/ 2871822 w 3032161"/>
                <a:gd name="connsiteY395" fmla="*/ 724196 h 1160647"/>
                <a:gd name="connsiteX396" fmla="*/ 2910329 w 3032161"/>
                <a:gd name="connsiteY396" fmla="*/ 724196 h 1160647"/>
                <a:gd name="connsiteX397" fmla="*/ 2910329 w 3032161"/>
                <a:gd name="connsiteY397" fmla="*/ 693931 h 1160647"/>
                <a:gd name="connsiteX398" fmla="*/ 2958970 w 3032161"/>
                <a:gd name="connsiteY398" fmla="*/ 693931 h 1160647"/>
                <a:gd name="connsiteX399" fmla="*/ 2958970 w 3032161"/>
                <a:gd name="connsiteY399" fmla="*/ 805087 h 1160647"/>
                <a:gd name="connsiteX400" fmla="*/ 2958970 w 3032161"/>
                <a:gd name="connsiteY400" fmla="*/ 818866 h 1160647"/>
                <a:gd name="connsiteX401" fmla="*/ 3031519 w 3032161"/>
                <a:gd name="connsiteY401" fmla="*/ 818866 h 1160647"/>
                <a:gd name="connsiteX402" fmla="*/ 3031520 w 3032161"/>
                <a:gd name="connsiteY402" fmla="*/ 1160647 h 1160647"/>
                <a:gd name="connsiteX403" fmla="*/ 2054 w 3032161"/>
                <a:gd name="connsiteY403" fmla="*/ 1158314 h 1160647"/>
                <a:gd name="connsiteX404" fmla="*/ 0 w 3032161"/>
                <a:gd name="connsiteY404" fmla="*/ 724196 h 1160647"/>
                <a:gd name="connsiteX405" fmla="*/ 20267 w 3032161"/>
                <a:gd name="connsiteY405" fmla="*/ 724196 h 1160647"/>
                <a:gd name="connsiteX406" fmla="*/ 20774 w 3032161"/>
                <a:gd name="connsiteY406" fmla="*/ 723115 h 1160647"/>
                <a:gd name="connsiteX407" fmla="*/ 24320 w 3032161"/>
                <a:gd name="connsiteY407" fmla="*/ 715549 h 1160647"/>
                <a:gd name="connsiteX408" fmla="*/ 26094 w 3032161"/>
                <a:gd name="connsiteY408" fmla="*/ 715819 h 1160647"/>
                <a:gd name="connsiteX409" fmla="*/ 38507 w 3032161"/>
                <a:gd name="connsiteY409" fmla="*/ 717710 h 1160647"/>
                <a:gd name="connsiteX410" fmla="*/ 39014 w 3032161"/>
                <a:gd name="connsiteY410" fmla="*/ 719062 h 1160647"/>
                <a:gd name="connsiteX411" fmla="*/ 42560 w 3032161"/>
                <a:gd name="connsiteY411" fmla="*/ 728519 h 1160647"/>
                <a:gd name="connsiteX412" fmla="*/ 68907 w 3032161"/>
                <a:gd name="connsiteY412" fmla="*/ 730681 h 1160647"/>
                <a:gd name="connsiteX413" fmla="*/ 68907 w 3032161"/>
                <a:gd name="connsiteY413" fmla="*/ 607460 h 1160647"/>
                <a:gd name="connsiteX414" fmla="*/ 70934 w 3032161"/>
                <a:gd name="connsiteY414" fmla="*/ 607460 h 1160647"/>
                <a:gd name="connsiteX415" fmla="*/ 85121 w 3032161"/>
                <a:gd name="connsiteY415" fmla="*/ 607460 h 1160647"/>
                <a:gd name="connsiteX416" fmla="*/ 85121 w 3032161"/>
                <a:gd name="connsiteY416" fmla="*/ 471268 h 1160647"/>
                <a:gd name="connsiteX417" fmla="*/ 86894 w 3032161"/>
                <a:gd name="connsiteY417" fmla="*/ 471268 h 1160647"/>
                <a:gd name="connsiteX418" fmla="*/ 99308 w 3032161"/>
                <a:gd name="connsiteY418" fmla="*/ 471268 h 1160647"/>
                <a:gd name="connsiteX419" fmla="*/ 99308 w 3032161"/>
                <a:gd name="connsiteY419" fmla="*/ 356694 h 1160647"/>
                <a:gd name="connsiteX420" fmla="*/ 103361 w 3032161"/>
                <a:gd name="connsiteY420" fmla="*/ 328590 h 1160647"/>
                <a:gd name="connsiteX421" fmla="*/ 105388 w 3032161"/>
                <a:gd name="connsiteY421" fmla="*/ 328590 h 1160647"/>
                <a:gd name="connsiteX422" fmla="*/ 119575 w 3032161"/>
                <a:gd name="connsiteY422" fmla="*/ 328590 h 1160647"/>
                <a:gd name="connsiteX423" fmla="*/ 156055 w 3032161"/>
                <a:gd name="connsiteY423" fmla="*/ 246443 h 1160647"/>
                <a:gd name="connsiteX424" fmla="*/ 160109 w 3032161"/>
                <a:gd name="connsiteY424" fmla="*/ 0 h 11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Lst>
              <a:rect l="l" t="t" r="r" b="b"/>
              <a:pathLst>
                <a:path w="3032161" h="1160647">
                  <a:moveTo>
                    <a:pt x="160109" y="0"/>
                  </a:moveTo>
                  <a:cubicBezTo>
                    <a:pt x="160109" y="18"/>
                    <a:pt x="160125" y="2040"/>
                    <a:pt x="162135" y="246443"/>
                  </a:cubicBezTo>
                  <a:cubicBezTo>
                    <a:pt x="162147" y="246467"/>
                    <a:pt x="162792" y="247808"/>
                    <a:pt x="200642" y="326429"/>
                  </a:cubicBezTo>
                  <a:lnTo>
                    <a:pt x="202669" y="326429"/>
                  </a:lnTo>
                  <a:lnTo>
                    <a:pt x="216856" y="326429"/>
                  </a:lnTo>
                  <a:lnTo>
                    <a:pt x="216856" y="350208"/>
                  </a:lnTo>
                  <a:cubicBezTo>
                    <a:pt x="216858" y="350214"/>
                    <a:pt x="216896" y="350272"/>
                    <a:pt x="217363" y="351019"/>
                  </a:cubicBezTo>
                  <a:lnTo>
                    <a:pt x="220909" y="356694"/>
                  </a:lnTo>
                  <a:lnTo>
                    <a:pt x="220909" y="471268"/>
                  </a:lnTo>
                  <a:lnTo>
                    <a:pt x="223189" y="471268"/>
                  </a:lnTo>
                  <a:lnTo>
                    <a:pt x="239150" y="471268"/>
                  </a:lnTo>
                  <a:lnTo>
                    <a:pt x="239150" y="611783"/>
                  </a:lnTo>
                  <a:cubicBezTo>
                    <a:pt x="239160" y="611782"/>
                    <a:pt x="239272" y="611761"/>
                    <a:pt x="240670" y="611513"/>
                  </a:cubicBezTo>
                  <a:lnTo>
                    <a:pt x="251310" y="609622"/>
                  </a:lnTo>
                  <a:cubicBezTo>
                    <a:pt x="251310" y="609644"/>
                    <a:pt x="251280" y="610978"/>
                    <a:pt x="249283" y="698254"/>
                  </a:cubicBezTo>
                  <a:cubicBezTo>
                    <a:pt x="249293" y="698256"/>
                    <a:pt x="249404" y="698276"/>
                    <a:pt x="250803" y="698525"/>
                  </a:cubicBezTo>
                  <a:lnTo>
                    <a:pt x="261443" y="700416"/>
                  </a:lnTo>
                  <a:cubicBezTo>
                    <a:pt x="261445" y="700423"/>
                    <a:pt x="261465" y="700487"/>
                    <a:pt x="261696" y="701227"/>
                  </a:cubicBezTo>
                  <a:lnTo>
                    <a:pt x="263470" y="706902"/>
                  </a:lnTo>
                  <a:cubicBezTo>
                    <a:pt x="263472" y="706893"/>
                    <a:pt x="263517" y="706750"/>
                    <a:pt x="264230" y="704470"/>
                  </a:cubicBezTo>
                  <a:lnTo>
                    <a:pt x="269550" y="687446"/>
                  </a:lnTo>
                  <a:lnTo>
                    <a:pt x="271323" y="687446"/>
                  </a:lnTo>
                  <a:lnTo>
                    <a:pt x="283737" y="687446"/>
                  </a:lnTo>
                  <a:lnTo>
                    <a:pt x="283737" y="719872"/>
                  </a:lnTo>
                  <a:cubicBezTo>
                    <a:pt x="283743" y="719877"/>
                    <a:pt x="283820" y="719917"/>
                    <a:pt x="284750" y="720413"/>
                  </a:cubicBezTo>
                  <a:lnTo>
                    <a:pt x="291844" y="724196"/>
                  </a:lnTo>
                  <a:lnTo>
                    <a:pt x="291844" y="725547"/>
                  </a:lnTo>
                  <a:lnTo>
                    <a:pt x="291844" y="735005"/>
                  </a:lnTo>
                  <a:lnTo>
                    <a:pt x="336431" y="735005"/>
                  </a:lnTo>
                  <a:lnTo>
                    <a:pt x="336431" y="736086"/>
                  </a:lnTo>
                  <a:lnTo>
                    <a:pt x="336431" y="743652"/>
                  </a:lnTo>
                  <a:lnTo>
                    <a:pt x="338457" y="743652"/>
                  </a:lnTo>
                  <a:lnTo>
                    <a:pt x="352644" y="743652"/>
                  </a:lnTo>
                  <a:lnTo>
                    <a:pt x="352644" y="713387"/>
                  </a:lnTo>
                  <a:lnTo>
                    <a:pt x="397231" y="713387"/>
                  </a:lnTo>
                  <a:lnTo>
                    <a:pt x="397231" y="712036"/>
                  </a:lnTo>
                  <a:lnTo>
                    <a:pt x="397231" y="702578"/>
                  </a:lnTo>
                  <a:lnTo>
                    <a:pt x="398245" y="702578"/>
                  </a:lnTo>
                  <a:lnTo>
                    <a:pt x="405338" y="702578"/>
                  </a:lnTo>
                  <a:lnTo>
                    <a:pt x="405338" y="700687"/>
                  </a:lnTo>
                  <a:lnTo>
                    <a:pt x="405338" y="687446"/>
                  </a:lnTo>
                  <a:lnTo>
                    <a:pt x="406098" y="687446"/>
                  </a:lnTo>
                  <a:lnTo>
                    <a:pt x="411418" y="687446"/>
                  </a:lnTo>
                  <a:lnTo>
                    <a:pt x="411418" y="686365"/>
                  </a:lnTo>
                  <a:lnTo>
                    <a:pt x="411418" y="678798"/>
                  </a:lnTo>
                  <a:lnTo>
                    <a:pt x="413445" y="678798"/>
                  </a:lnTo>
                  <a:lnTo>
                    <a:pt x="427632" y="678798"/>
                  </a:lnTo>
                  <a:lnTo>
                    <a:pt x="427632" y="679879"/>
                  </a:lnTo>
                  <a:lnTo>
                    <a:pt x="427632" y="687446"/>
                  </a:lnTo>
                  <a:lnTo>
                    <a:pt x="449925" y="687446"/>
                  </a:lnTo>
                  <a:lnTo>
                    <a:pt x="449925" y="685554"/>
                  </a:lnTo>
                  <a:lnTo>
                    <a:pt x="449925" y="672313"/>
                  </a:lnTo>
                  <a:lnTo>
                    <a:pt x="451699" y="672313"/>
                  </a:lnTo>
                  <a:lnTo>
                    <a:pt x="464112" y="672313"/>
                  </a:lnTo>
                  <a:lnTo>
                    <a:pt x="464112" y="696093"/>
                  </a:lnTo>
                  <a:lnTo>
                    <a:pt x="465126" y="696093"/>
                  </a:lnTo>
                  <a:lnTo>
                    <a:pt x="472219" y="696093"/>
                  </a:lnTo>
                  <a:lnTo>
                    <a:pt x="472219" y="695012"/>
                  </a:lnTo>
                  <a:lnTo>
                    <a:pt x="472219" y="687446"/>
                  </a:lnTo>
                  <a:lnTo>
                    <a:pt x="473992" y="687446"/>
                  </a:lnTo>
                  <a:lnTo>
                    <a:pt x="486406" y="687446"/>
                  </a:lnTo>
                  <a:lnTo>
                    <a:pt x="486406" y="713387"/>
                  </a:lnTo>
                  <a:lnTo>
                    <a:pt x="488433" y="713387"/>
                  </a:lnTo>
                  <a:lnTo>
                    <a:pt x="502619" y="713387"/>
                  </a:lnTo>
                  <a:lnTo>
                    <a:pt x="502619" y="715008"/>
                  </a:lnTo>
                  <a:lnTo>
                    <a:pt x="502619" y="726358"/>
                  </a:lnTo>
                  <a:lnTo>
                    <a:pt x="503379" y="726358"/>
                  </a:lnTo>
                  <a:lnTo>
                    <a:pt x="508700" y="726358"/>
                  </a:lnTo>
                  <a:lnTo>
                    <a:pt x="508700" y="725547"/>
                  </a:lnTo>
                  <a:lnTo>
                    <a:pt x="508700" y="719872"/>
                  </a:lnTo>
                  <a:lnTo>
                    <a:pt x="539100" y="719872"/>
                  </a:lnTo>
                  <a:lnTo>
                    <a:pt x="539100" y="743652"/>
                  </a:lnTo>
                  <a:lnTo>
                    <a:pt x="540113" y="743652"/>
                  </a:lnTo>
                  <a:lnTo>
                    <a:pt x="547207" y="743652"/>
                  </a:lnTo>
                  <a:lnTo>
                    <a:pt x="547207" y="744733"/>
                  </a:lnTo>
                  <a:lnTo>
                    <a:pt x="547207" y="752299"/>
                  </a:lnTo>
                  <a:lnTo>
                    <a:pt x="547967" y="752299"/>
                  </a:lnTo>
                  <a:lnTo>
                    <a:pt x="553287" y="752299"/>
                  </a:lnTo>
                  <a:lnTo>
                    <a:pt x="553287" y="750137"/>
                  </a:lnTo>
                  <a:lnTo>
                    <a:pt x="553287" y="735005"/>
                  </a:lnTo>
                  <a:lnTo>
                    <a:pt x="554300" y="735005"/>
                  </a:lnTo>
                  <a:lnTo>
                    <a:pt x="561394" y="735005"/>
                  </a:lnTo>
                  <a:lnTo>
                    <a:pt x="561394" y="736086"/>
                  </a:lnTo>
                  <a:lnTo>
                    <a:pt x="561394" y="743652"/>
                  </a:lnTo>
                  <a:lnTo>
                    <a:pt x="566714" y="741659"/>
                  </a:lnTo>
                  <a:cubicBezTo>
                    <a:pt x="567474" y="741287"/>
                    <a:pt x="567474" y="741085"/>
                    <a:pt x="567474" y="740679"/>
                  </a:cubicBezTo>
                  <a:lnTo>
                    <a:pt x="567474" y="735005"/>
                  </a:lnTo>
                  <a:lnTo>
                    <a:pt x="605981" y="735005"/>
                  </a:lnTo>
                  <a:lnTo>
                    <a:pt x="605981" y="758784"/>
                  </a:lnTo>
                  <a:lnTo>
                    <a:pt x="608007" y="758784"/>
                  </a:lnTo>
                  <a:lnTo>
                    <a:pt x="622194" y="758784"/>
                  </a:lnTo>
                  <a:lnTo>
                    <a:pt x="622194" y="759865"/>
                  </a:lnTo>
                  <a:lnTo>
                    <a:pt x="622194" y="767431"/>
                  </a:lnTo>
                  <a:lnTo>
                    <a:pt x="623968" y="767431"/>
                  </a:lnTo>
                  <a:lnTo>
                    <a:pt x="636381" y="767431"/>
                  </a:lnTo>
                  <a:lnTo>
                    <a:pt x="636381" y="743652"/>
                  </a:lnTo>
                  <a:lnTo>
                    <a:pt x="637394" y="743652"/>
                  </a:lnTo>
                  <a:lnTo>
                    <a:pt x="644488" y="743652"/>
                  </a:lnTo>
                  <a:lnTo>
                    <a:pt x="644488" y="711225"/>
                  </a:lnTo>
                  <a:lnTo>
                    <a:pt x="645501" y="711225"/>
                  </a:lnTo>
                  <a:lnTo>
                    <a:pt x="652595" y="711225"/>
                  </a:lnTo>
                  <a:lnTo>
                    <a:pt x="652595" y="709334"/>
                  </a:lnTo>
                  <a:lnTo>
                    <a:pt x="652595" y="696093"/>
                  </a:lnTo>
                  <a:cubicBezTo>
                    <a:pt x="650568" y="696093"/>
                    <a:pt x="650568" y="696093"/>
                    <a:pt x="651328" y="694471"/>
                  </a:cubicBezTo>
                  <a:lnTo>
                    <a:pt x="656648" y="683122"/>
                  </a:lnTo>
                  <a:cubicBezTo>
                    <a:pt x="656653" y="683139"/>
                    <a:pt x="656848" y="683813"/>
                    <a:pt x="664755" y="711225"/>
                  </a:cubicBezTo>
                  <a:lnTo>
                    <a:pt x="665515" y="711225"/>
                  </a:lnTo>
                  <a:lnTo>
                    <a:pt x="670835" y="711225"/>
                  </a:lnTo>
                  <a:lnTo>
                    <a:pt x="670835" y="605298"/>
                  </a:lnTo>
                  <a:lnTo>
                    <a:pt x="672355" y="605298"/>
                  </a:lnTo>
                  <a:lnTo>
                    <a:pt x="682995" y="605298"/>
                  </a:lnTo>
                  <a:lnTo>
                    <a:pt x="682995" y="557739"/>
                  </a:lnTo>
                  <a:lnTo>
                    <a:pt x="709342" y="557739"/>
                  </a:lnTo>
                  <a:lnTo>
                    <a:pt x="709342" y="536121"/>
                  </a:lnTo>
                  <a:lnTo>
                    <a:pt x="743796" y="536121"/>
                  </a:lnTo>
                  <a:lnTo>
                    <a:pt x="743796" y="538553"/>
                  </a:lnTo>
                  <a:lnTo>
                    <a:pt x="743796" y="555577"/>
                  </a:lnTo>
                  <a:lnTo>
                    <a:pt x="746076" y="555577"/>
                  </a:lnTo>
                  <a:lnTo>
                    <a:pt x="762036" y="555577"/>
                  </a:lnTo>
                  <a:lnTo>
                    <a:pt x="762036" y="603136"/>
                  </a:lnTo>
                  <a:lnTo>
                    <a:pt x="763049" y="603136"/>
                  </a:lnTo>
                  <a:lnTo>
                    <a:pt x="770143" y="603136"/>
                  </a:lnTo>
                  <a:lnTo>
                    <a:pt x="784330" y="607460"/>
                  </a:lnTo>
                  <a:lnTo>
                    <a:pt x="784330" y="646372"/>
                  </a:lnTo>
                  <a:lnTo>
                    <a:pt x="785343" y="646372"/>
                  </a:lnTo>
                  <a:lnTo>
                    <a:pt x="792436" y="646372"/>
                  </a:lnTo>
                  <a:lnTo>
                    <a:pt x="792436" y="647993"/>
                  </a:lnTo>
                  <a:lnTo>
                    <a:pt x="792436" y="659342"/>
                  </a:lnTo>
                  <a:lnTo>
                    <a:pt x="794463" y="659342"/>
                  </a:lnTo>
                  <a:lnTo>
                    <a:pt x="808650" y="659342"/>
                  </a:lnTo>
                  <a:lnTo>
                    <a:pt x="814730" y="665828"/>
                  </a:lnTo>
                  <a:lnTo>
                    <a:pt x="814730" y="687446"/>
                  </a:lnTo>
                  <a:lnTo>
                    <a:pt x="817010" y="687446"/>
                  </a:lnTo>
                  <a:lnTo>
                    <a:pt x="832970" y="687446"/>
                  </a:lnTo>
                  <a:lnTo>
                    <a:pt x="832970" y="688526"/>
                  </a:lnTo>
                  <a:lnTo>
                    <a:pt x="832970" y="696093"/>
                  </a:lnTo>
                  <a:lnTo>
                    <a:pt x="834237" y="696093"/>
                  </a:lnTo>
                  <a:lnTo>
                    <a:pt x="843104" y="696093"/>
                  </a:lnTo>
                  <a:lnTo>
                    <a:pt x="843104" y="698254"/>
                  </a:lnTo>
                  <a:lnTo>
                    <a:pt x="843104" y="713387"/>
                  </a:lnTo>
                  <a:cubicBezTo>
                    <a:pt x="847157" y="713387"/>
                    <a:pt x="847157" y="713387"/>
                    <a:pt x="847157" y="711495"/>
                  </a:cubicBezTo>
                  <a:lnTo>
                    <a:pt x="847157" y="698254"/>
                  </a:lnTo>
                  <a:lnTo>
                    <a:pt x="848170" y="698254"/>
                  </a:lnTo>
                  <a:lnTo>
                    <a:pt x="855264" y="698254"/>
                  </a:lnTo>
                  <a:lnTo>
                    <a:pt x="855264" y="699876"/>
                  </a:lnTo>
                  <a:lnTo>
                    <a:pt x="855264" y="711225"/>
                  </a:lnTo>
                  <a:lnTo>
                    <a:pt x="856024" y="711225"/>
                  </a:lnTo>
                  <a:lnTo>
                    <a:pt x="861344" y="711225"/>
                  </a:lnTo>
                  <a:cubicBezTo>
                    <a:pt x="861344" y="706902"/>
                    <a:pt x="861344" y="706902"/>
                    <a:pt x="909984" y="706902"/>
                  </a:cubicBezTo>
                  <a:lnTo>
                    <a:pt x="909984" y="708253"/>
                  </a:lnTo>
                  <a:lnTo>
                    <a:pt x="909984" y="717710"/>
                  </a:lnTo>
                  <a:lnTo>
                    <a:pt x="910744" y="717710"/>
                  </a:lnTo>
                  <a:lnTo>
                    <a:pt x="916065" y="717710"/>
                  </a:lnTo>
                  <a:lnTo>
                    <a:pt x="916065" y="719872"/>
                  </a:lnTo>
                  <a:lnTo>
                    <a:pt x="916065" y="735005"/>
                  </a:lnTo>
                  <a:cubicBezTo>
                    <a:pt x="916073" y="735001"/>
                    <a:pt x="916189" y="734923"/>
                    <a:pt x="918091" y="733654"/>
                  </a:cubicBezTo>
                  <a:lnTo>
                    <a:pt x="932278" y="724196"/>
                  </a:lnTo>
                  <a:cubicBezTo>
                    <a:pt x="932280" y="724177"/>
                    <a:pt x="932411" y="723302"/>
                    <a:pt x="938358" y="683122"/>
                  </a:cubicBezTo>
                  <a:cubicBezTo>
                    <a:pt x="938367" y="683120"/>
                    <a:pt x="938436" y="683094"/>
                    <a:pt x="939118" y="682852"/>
                  </a:cubicBezTo>
                  <a:lnTo>
                    <a:pt x="944438" y="680960"/>
                  </a:lnTo>
                  <a:cubicBezTo>
                    <a:pt x="944438" y="680944"/>
                    <a:pt x="944471" y="679883"/>
                    <a:pt x="946465" y="611783"/>
                  </a:cubicBezTo>
                  <a:cubicBezTo>
                    <a:pt x="946465" y="611801"/>
                    <a:pt x="946498" y="612892"/>
                    <a:pt x="948492" y="680960"/>
                  </a:cubicBezTo>
                  <a:cubicBezTo>
                    <a:pt x="948501" y="680963"/>
                    <a:pt x="948572" y="680988"/>
                    <a:pt x="949252" y="681230"/>
                  </a:cubicBezTo>
                  <a:lnTo>
                    <a:pt x="954572" y="683122"/>
                  </a:lnTo>
                  <a:lnTo>
                    <a:pt x="954572" y="596651"/>
                  </a:lnTo>
                  <a:cubicBezTo>
                    <a:pt x="958625" y="596651"/>
                    <a:pt x="958625" y="596651"/>
                    <a:pt x="958625" y="564224"/>
                  </a:cubicBezTo>
                  <a:lnTo>
                    <a:pt x="997132" y="564224"/>
                  </a:lnTo>
                  <a:lnTo>
                    <a:pt x="997132" y="596651"/>
                  </a:lnTo>
                  <a:lnTo>
                    <a:pt x="997892" y="596651"/>
                  </a:lnTo>
                  <a:lnTo>
                    <a:pt x="1003212" y="596651"/>
                  </a:lnTo>
                  <a:lnTo>
                    <a:pt x="1003212" y="514503"/>
                  </a:lnTo>
                  <a:lnTo>
                    <a:pt x="1004986" y="514503"/>
                  </a:lnTo>
                  <a:lnTo>
                    <a:pt x="1017399" y="514503"/>
                  </a:lnTo>
                  <a:lnTo>
                    <a:pt x="1017399" y="512612"/>
                  </a:lnTo>
                  <a:lnTo>
                    <a:pt x="1017399" y="499371"/>
                  </a:lnTo>
                  <a:lnTo>
                    <a:pt x="1039693" y="499371"/>
                  </a:lnTo>
                  <a:lnTo>
                    <a:pt x="1039693" y="498290"/>
                  </a:lnTo>
                  <a:lnTo>
                    <a:pt x="1039693" y="490724"/>
                  </a:lnTo>
                  <a:lnTo>
                    <a:pt x="1041466" y="490724"/>
                  </a:lnTo>
                  <a:lnTo>
                    <a:pt x="1053880" y="490724"/>
                  </a:lnTo>
                  <a:lnTo>
                    <a:pt x="1053880" y="491805"/>
                  </a:lnTo>
                  <a:lnTo>
                    <a:pt x="1053880" y="499371"/>
                  </a:lnTo>
                  <a:lnTo>
                    <a:pt x="1054640" y="499371"/>
                  </a:lnTo>
                  <a:lnTo>
                    <a:pt x="1059960" y="499371"/>
                  </a:lnTo>
                  <a:lnTo>
                    <a:pt x="1070093" y="495047"/>
                  </a:lnTo>
                  <a:lnTo>
                    <a:pt x="1074146" y="498290"/>
                  </a:lnTo>
                  <a:lnTo>
                    <a:pt x="1074146" y="490724"/>
                  </a:lnTo>
                  <a:lnTo>
                    <a:pt x="1076426" y="490724"/>
                  </a:lnTo>
                  <a:lnTo>
                    <a:pt x="1092387" y="490724"/>
                  </a:lnTo>
                  <a:lnTo>
                    <a:pt x="1092387" y="491805"/>
                  </a:lnTo>
                  <a:lnTo>
                    <a:pt x="1092387" y="499371"/>
                  </a:lnTo>
                  <a:lnTo>
                    <a:pt x="1122787" y="499371"/>
                  </a:lnTo>
                  <a:lnTo>
                    <a:pt x="1122787" y="500992"/>
                  </a:lnTo>
                  <a:lnTo>
                    <a:pt x="1122787" y="512342"/>
                  </a:lnTo>
                  <a:lnTo>
                    <a:pt x="1149134" y="512342"/>
                  </a:lnTo>
                  <a:lnTo>
                    <a:pt x="1149134" y="542606"/>
                  </a:lnTo>
                  <a:lnTo>
                    <a:pt x="1149894" y="542606"/>
                  </a:lnTo>
                  <a:lnTo>
                    <a:pt x="1155214" y="542606"/>
                  </a:lnTo>
                  <a:lnTo>
                    <a:pt x="1155214" y="543687"/>
                  </a:lnTo>
                  <a:lnTo>
                    <a:pt x="1155214" y="551254"/>
                  </a:lnTo>
                  <a:cubicBezTo>
                    <a:pt x="1159268" y="551254"/>
                    <a:pt x="1159268" y="551254"/>
                    <a:pt x="1159268" y="581518"/>
                  </a:cubicBezTo>
                  <a:lnTo>
                    <a:pt x="1160028" y="581518"/>
                  </a:lnTo>
                  <a:lnTo>
                    <a:pt x="1165348" y="581518"/>
                  </a:lnTo>
                  <a:lnTo>
                    <a:pt x="1165348" y="582329"/>
                  </a:lnTo>
                  <a:lnTo>
                    <a:pt x="1165348" y="588004"/>
                  </a:lnTo>
                  <a:lnTo>
                    <a:pt x="1166361" y="588004"/>
                  </a:lnTo>
                  <a:lnTo>
                    <a:pt x="1173454" y="588004"/>
                  </a:lnTo>
                  <a:lnTo>
                    <a:pt x="1173454" y="618269"/>
                  </a:lnTo>
                  <a:lnTo>
                    <a:pt x="1175481" y="618269"/>
                  </a:lnTo>
                  <a:lnTo>
                    <a:pt x="1189668" y="618269"/>
                  </a:lnTo>
                  <a:lnTo>
                    <a:pt x="1189668" y="642048"/>
                  </a:lnTo>
                  <a:cubicBezTo>
                    <a:pt x="1191695" y="642048"/>
                    <a:pt x="1191695" y="642048"/>
                    <a:pt x="1191695" y="643669"/>
                  </a:cubicBezTo>
                  <a:lnTo>
                    <a:pt x="1191695" y="655019"/>
                  </a:lnTo>
                  <a:lnTo>
                    <a:pt x="1192455" y="655019"/>
                  </a:lnTo>
                  <a:lnTo>
                    <a:pt x="1197775" y="655019"/>
                  </a:lnTo>
                  <a:lnTo>
                    <a:pt x="1197775" y="678798"/>
                  </a:lnTo>
                  <a:lnTo>
                    <a:pt x="1199041" y="678798"/>
                  </a:lnTo>
                  <a:lnTo>
                    <a:pt x="1207908" y="678798"/>
                  </a:lnTo>
                  <a:cubicBezTo>
                    <a:pt x="1209935" y="680960"/>
                    <a:pt x="1209935" y="680960"/>
                    <a:pt x="1209935" y="682852"/>
                  </a:cubicBezTo>
                  <a:lnTo>
                    <a:pt x="1209935" y="696093"/>
                  </a:lnTo>
                  <a:cubicBezTo>
                    <a:pt x="1209940" y="696086"/>
                    <a:pt x="1210027" y="695979"/>
                    <a:pt x="1211455" y="694201"/>
                  </a:cubicBezTo>
                  <a:lnTo>
                    <a:pt x="1222095" y="680960"/>
                  </a:lnTo>
                  <a:lnTo>
                    <a:pt x="1250469" y="680960"/>
                  </a:lnTo>
                  <a:lnTo>
                    <a:pt x="1250469" y="767431"/>
                  </a:lnTo>
                  <a:lnTo>
                    <a:pt x="1251229" y="767431"/>
                  </a:lnTo>
                  <a:lnTo>
                    <a:pt x="1256549" y="767431"/>
                  </a:lnTo>
                  <a:cubicBezTo>
                    <a:pt x="1256553" y="767423"/>
                    <a:pt x="1256612" y="767323"/>
                    <a:pt x="1257309" y="766080"/>
                  </a:cubicBezTo>
                  <a:lnTo>
                    <a:pt x="1262629" y="756622"/>
                  </a:lnTo>
                  <a:lnTo>
                    <a:pt x="1262629" y="758514"/>
                  </a:lnTo>
                  <a:lnTo>
                    <a:pt x="1262629" y="771755"/>
                  </a:lnTo>
                  <a:cubicBezTo>
                    <a:pt x="1266682" y="771755"/>
                    <a:pt x="1266682" y="771755"/>
                    <a:pt x="1266682" y="726358"/>
                  </a:cubicBezTo>
                  <a:lnTo>
                    <a:pt x="1267442" y="726358"/>
                  </a:lnTo>
                  <a:lnTo>
                    <a:pt x="1272762" y="726358"/>
                  </a:lnTo>
                  <a:lnTo>
                    <a:pt x="1272762" y="661504"/>
                  </a:lnTo>
                  <a:lnTo>
                    <a:pt x="1273776" y="661504"/>
                  </a:lnTo>
                  <a:lnTo>
                    <a:pt x="1280869" y="661504"/>
                  </a:lnTo>
                  <a:cubicBezTo>
                    <a:pt x="1280875" y="661483"/>
                    <a:pt x="1281139" y="660543"/>
                    <a:pt x="1293029" y="618269"/>
                  </a:cubicBezTo>
                  <a:lnTo>
                    <a:pt x="1294296" y="618269"/>
                  </a:lnTo>
                  <a:lnTo>
                    <a:pt x="1303163" y="618269"/>
                  </a:lnTo>
                  <a:cubicBezTo>
                    <a:pt x="1303168" y="618292"/>
                    <a:pt x="1303394" y="619258"/>
                    <a:pt x="1313296" y="661504"/>
                  </a:cubicBezTo>
                  <a:lnTo>
                    <a:pt x="1314309" y="661504"/>
                  </a:lnTo>
                  <a:lnTo>
                    <a:pt x="1321403" y="661504"/>
                  </a:lnTo>
                  <a:lnTo>
                    <a:pt x="1321403" y="700416"/>
                  </a:lnTo>
                  <a:lnTo>
                    <a:pt x="1323176" y="700416"/>
                  </a:lnTo>
                  <a:lnTo>
                    <a:pt x="1335590" y="700416"/>
                  </a:lnTo>
                  <a:lnTo>
                    <a:pt x="1335590" y="702578"/>
                  </a:lnTo>
                  <a:lnTo>
                    <a:pt x="1335590" y="717710"/>
                  </a:lnTo>
                  <a:cubicBezTo>
                    <a:pt x="1339643" y="717710"/>
                    <a:pt x="1339643" y="717710"/>
                    <a:pt x="1339643" y="715549"/>
                  </a:cubicBezTo>
                  <a:lnTo>
                    <a:pt x="1339643" y="700416"/>
                  </a:lnTo>
                  <a:lnTo>
                    <a:pt x="1341163" y="700416"/>
                  </a:lnTo>
                  <a:lnTo>
                    <a:pt x="1351803" y="700416"/>
                  </a:lnTo>
                  <a:lnTo>
                    <a:pt x="1351803" y="702037"/>
                  </a:lnTo>
                  <a:lnTo>
                    <a:pt x="1351803" y="713387"/>
                  </a:lnTo>
                  <a:lnTo>
                    <a:pt x="1382204" y="713387"/>
                  </a:lnTo>
                  <a:lnTo>
                    <a:pt x="1382204" y="676637"/>
                  </a:lnTo>
                  <a:lnTo>
                    <a:pt x="1383470" y="676637"/>
                  </a:lnTo>
                  <a:lnTo>
                    <a:pt x="1392337" y="676637"/>
                  </a:lnTo>
                  <a:lnTo>
                    <a:pt x="1392337" y="698254"/>
                  </a:lnTo>
                  <a:cubicBezTo>
                    <a:pt x="1394364" y="698254"/>
                    <a:pt x="1394364" y="698254"/>
                    <a:pt x="1394364" y="665828"/>
                  </a:cubicBezTo>
                  <a:lnTo>
                    <a:pt x="1416657" y="665828"/>
                  </a:lnTo>
                  <a:lnTo>
                    <a:pt x="1416657" y="664206"/>
                  </a:lnTo>
                  <a:lnTo>
                    <a:pt x="1416657" y="652857"/>
                  </a:lnTo>
                  <a:lnTo>
                    <a:pt x="1417417" y="652857"/>
                  </a:lnTo>
                  <a:lnTo>
                    <a:pt x="1422737" y="652857"/>
                  </a:lnTo>
                  <a:lnTo>
                    <a:pt x="1422737" y="650966"/>
                  </a:lnTo>
                  <a:lnTo>
                    <a:pt x="1422737" y="637725"/>
                  </a:lnTo>
                  <a:lnTo>
                    <a:pt x="1426791" y="644210"/>
                  </a:lnTo>
                  <a:lnTo>
                    <a:pt x="1429071" y="644210"/>
                  </a:lnTo>
                  <a:lnTo>
                    <a:pt x="1445031" y="644210"/>
                  </a:lnTo>
                  <a:lnTo>
                    <a:pt x="1445031" y="643399"/>
                  </a:lnTo>
                  <a:lnTo>
                    <a:pt x="1445031" y="637725"/>
                  </a:lnTo>
                  <a:lnTo>
                    <a:pt x="1445791" y="637725"/>
                  </a:lnTo>
                  <a:lnTo>
                    <a:pt x="1451111" y="637725"/>
                  </a:lnTo>
                  <a:lnTo>
                    <a:pt x="1451111" y="639076"/>
                  </a:lnTo>
                  <a:lnTo>
                    <a:pt x="1451111" y="648534"/>
                  </a:lnTo>
                  <a:lnTo>
                    <a:pt x="1489618" y="648534"/>
                  </a:lnTo>
                  <a:lnTo>
                    <a:pt x="1489618" y="786887"/>
                  </a:lnTo>
                  <a:lnTo>
                    <a:pt x="1491138" y="786887"/>
                  </a:lnTo>
                  <a:lnTo>
                    <a:pt x="1501778" y="786887"/>
                  </a:lnTo>
                  <a:lnTo>
                    <a:pt x="1501778" y="773917"/>
                  </a:lnTo>
                  <a:lnTo>
                    <a:pt x="1505832" y="773917"/>
                  </a:lnTo>
                  <a:lnTo>
                    <a:pt x="1505832" y="786887"/>
                  </a:lnTo>
                  <a:lnTo>
                    <a:pt x="1536232" y="786887"/>
                  </a:lnTo>
                  <a:lnTo>
                    <a:pt x="1536232" y="756622"/>
                  </a:lnTo>
                  <a:lnTo>
                    <a:pt x="1548392" y="756622"/>
                  </a:lnTo>
                  <a:lnTo>
                    <a:pt x="1560552" y="754461"/>
                  </a:lnTo>
                  <a:cubicBezTo>
                    <a:pt x="1562579" y="754461"/>
                    <a:pt x="1562579" y="756622"/>
                    <a:pt x="1564606" y="756622"/>
                  </a:cubicBezTo>
                  <a:lnTo>
                    <a:pt x="1574739" y="756622"/>
                  </a:lnTo>
                  <a:lnTo>
                    <a:pt x="1574739" y="786887"/>
                  </a:lnTo>
                  <a:lnTo>
                    <a:pt x="1582846" y="786887"/>
                  </a:lnTo>
                  <a:lnTo>
                    <a:pt x="1582846" y="804182"/>
                  </a:lnTo>
                  <a:lnTo>
                    <a:pt x="1592182" y="805087"/>
                  </a:lnTo>
                  <a:lnTo>
                    <a:pt x="1605140" y="805087"/>
                  </a:lnTo>
                  <a:lnTo>
                    <a:pt x="1605140" y="789049"/>
                  </a:lnTo>
                  <a:lnTo>
                    <a:pt x="1673096" y="789049"/>
                  </a:lnTo>
                  <a:lnTo>
                    <a:pt x="1673096" y="703796"/>
                  </a:lnTo>
                  <a:lnTo>
                    <a:pt x="1745104" y="703796"/>
                  </a:lnTo>
                  <a:lnTo>
                    <a:pt x="1745104" y="782564"/>
                  </a:lnTo>
                  <a:lnTo>
                    <a:pt x="1747008" y="782564"/>
                  </a:lnTo>
                  <a:lnTo>
                    <a:pt x="1748250" y="805087"/>
                  </a:lnTo>
                  <a:lnTo>
                    <a:pt x="1757926" y="805087"/>
                  </a:lnTo>
                  <a:cubicBezTo>
                    <a:pt x="1758462" y="797873"/>
                    <a:pt x="1759168" y="790219"/>
                    <a:pt x="1759168" y="782564"/>
                  </a:cubicBezTo>
                  <a:lnTo>
                    <a:pt x="1765248" y="782564"/>
                  </a:lnTo>
                  <a:lnTo>
                    <a:pt x="1766490" y="805087"/>
                  </a:lnTo>
                  <a:lnTo>
                    <a:pt x="1817112" y="805087"/>
                  </a:lnTo>
                  <a:lnTo>
                    <a:pt x="1817112" y="642059"/>
                  </a:lnTo>
                  <a:lnTo>
                    <a:pt x="2014439" y="642059"/>
                  </a:lnTo>
                  <a:lnTo>
                    <a:pt x="2014439" y="805087"/>
                  </a:lnTo>
                  <a:lnTo>
                    <a:pt x="2033136" y="805087"/>
                  </a:lnTo>
                  <a:lnTo>
                    <a:pt x="2033136" y="722394"/>
                  </a:lnTo>
                  <a:lnTo>
                    <a:pt x="2128256" y="722394"/>
                  </a:lnTo>
                  <a:cubicBezTo>
                    <a:pt x="2132331" y="616373"/>
                    <a:pt x="2135709" y="510899"/>
                    <a:pt x="2140186" y="404253"/>
                  </a:cubicBezTo>
                  <a:cubicBezTo>
                    <a:pt x="2130053" y="404253"/>
                    <a:pt x="2105733" y="391282"/>
                    <a:pt x="2128026" y="382635"/>
                  </a:cubicBezTo>
                  <a:cubicBezTo>
                    <a:pt x="2125999" y="380473"/>
                    <a:pt x="2123973" y="378311"/>
                    <a:pt x="2121946" y="378311"/>
                  </a:cubicBezTo>
                  <a:cubicBezTo>
                    <a:pt x="2121946" y="365341"/>
                    <a:pt x="2119919" y="363179"/>
                    <a:pt x="2130053" y="354532"/>
                  </a:cubicBezTo>
                  <a:lnTo>
                    <a:pt x="2130053" y="337238"/>
                  </a:lnTo>
                  <a:lnTo>
                    <a:pt x="2144240" y="337238"/>
                  </a:lnTo>
                  <a:lnTo>
                    <a:pt x="2144240" y="315620"/>
                  </a:lnTo>
                  <a:cubicBezTo>
                    <a:pt x="2144240" y="313458"/>
                    <a:pt x="2146266" y="313458"/>
                    <a:pt x="2146266" y="311296"/>
                  </a:cubicBezTo>
                  <a:lnTo>
                    <a:pt x="2146266" y="233472"/>
                  </a:lnTo>
                  <a:cubicBezTo>
                    <a:pt x="2146266" y="231310"/>
                    <a:pt x="2144240" y="229149"/>
                    <a:pt x="2144240" y="226987"/>
                  </a:cubicBezTo>
                  <a:lnTo>
                    <a:pt x="2150320" y="220501"/>
                  </a:lnTo>
                  <a:lnTo>
                    <a:pt x="2150320" y="162133"/>
                  </a:lnTo>
                  <a:cubicBezTo>
                    <a:pt x="2150320" y="159972"/>
                    <a:pt x="2150320" y="159972"/>
                    <a:pt x="2152346" y="157810"/>
                  </a:cubicBezTo>
                  <a:lnTo>
                    <a:pt x="2152346" y="101604"/>
                  </a:lnTo>
                  <a:cubicBezTo>
                    <a:pt x="2154373" y="92957"/>
                    <a:pt x="2154373" y="88633"/>
                    <a:pt x="2154373" y="82148"/>
                  </a:cubicBezTo>
                  <a:cubicBezTo>
                    <a:pt x="2158427" y="88633"/>
                    <a:pt x="2158427" y="92957"/>
                    <a:pt x="2158427" y="99442"/>
                  </a:cubicBezTo>
                  <a:cubicBezTo>
                    <a:pt x="2160453" y="121060"/>
                    <a:pt x="2160453" y="140516"/>
                    <a:pt x="2160453" y="157810"/>
                  </a:cubicBezTo>
                  <a:cubicBezTo>
                    <a:pt x="2162480" y="181589"/>
                    <a:pt x="2162480" y="201045"/>
                    <a:pt x="2162480" y="220501"/>
                  </a:cubicBezTo>
                  <a:lnTo>
                    <a:pt x="2168560" y="226987"/>
                  </a:lnTo>
                  <a:cubicBezTo>
                    <a:pt x="2168560" y="229149"/>
                    <a:pt x="2166533" y="231310"/>
                    <a:pt x="2166533" y="233472"/>
                  </a:cubicBezTo>
                  <a:lnTo>
                    <a:pt x="2166533" y="311296"/>
                  </a:lnTo>
                  <a:cubicBezTo>
                    <a:pt x="2166533" y="313458"/>
                    <a:pt x="2168560" y="313458"/>
                    <a:pt x="2168560" y="315620"/>
                  </a:cubicBezTo>
                  <a:lnTo>
                    <a:pt x="2168560" y="337238"/>
                  </a:lnTo>
                  <a:lnTo>
                    <a:pt x="2182747" y="337238"/>
                  </a:lnTo>
                  <a:lnTo>
                    <a:pt x="2182747" y="354532"/>
                  </a:lnTo>
                  <a:cubicBezTo>
                    <a:pt x="2190854" y="363179"/>
                    <a:pt x="2190854" y="363179"/>
                    <a:pt x="2190854" y="378311"/>
                  </a:cubicBezTo>
                  <a:cubicBezTo>
                    <a:pt x="2188827" y="378311"/>
                    <a:pt x="2186800" y="380473"/>
                    <a:pt x="2184774" y="382635"/>
                  </a:cubicBezTo>
                  <a:cubicBezTo>
                    <a:pt x="2205040" y="393444"/>
                    <a:pt x="2180720" y="402091"/>
                    <a:pt x="2172613" y="404253"/>
                  </a:cubicBezTo>
                  <a:cubicBezTo>
                    <a:pt x="2174640" y="488562"/>
                    <a:pt x="2178693" y="572871"/>
                    <a:pt x="2180720" y="657181"/>
                  </a:cubicBezTo>
                  <a:lnTo>
                    <a:pt x="2245574" y="657181"/>
                  </a:lnTo>
                  <a:lnTo>
                    <a:pt x="2245574" y="732843"/>
                  </a:lnTo>
                  <a:lnTo>
                    <a:pt x="2253681" y="732843"/>
                  </a:lnTo>
                  <a:cubicBezTo>
                    <a:pt x="2253681" y="730681"/>
                    <a:pt x="2255708" y="728519"/>
                    <a:pt x="2255708" y="726358"/>
                  </a:cubicBezTo>
                  <a:lnTo>
                    <a:pt x="2261788" y="726358"/>
                  </a:lnTo>
                  <a:cubicBezTo>
                    <a:pt x="2261788" y="728519"/>
                    <a:pt x="2261788" y="730681"/>
                    <a:pt x="2263815" y="735005"/>
                  </a:cubicBezTo>
                  <a:lnTo>
                    <a:pt x="2275975" y="735005"/>
                  </a:lnTo>
                  <a:lnTo>
                    <a:pt x="2275975" y="728519"/>
                  </a:lnTo>
                  <a:lnTo>
                    <a:pt x="2298268" y="728519"/>
                  </a:lnTo>
                  <a:lnTo>
                    <a:pt x="2298268" y="735005"/>
                  </a:lnTo>
                  <a:lnTo>
                    <a:pt x="2318535" y="735005"/>
                  </a:lnTo>
                  <a:lnTo>
                    <a:pt x="2318535" y="780402"/>
                  </a:lnTo>
                  <a:lnTo>
                    <a:pt x="2332722" y="780402"/>
                  </a:lnTo>
                  <a:lnTo>
                    <a:pt x="2332722" y="767431"/>
                  </a:lnTo>
                  <a:lnTo>
                    <a:pt x="2348936" y="767431"/>
                  </a:lnTo>
                  <a:lnTo>
                    <a:pt x="2348936" y="588004"/>
                  </a:lnTo>
                  <a:lnTo>
                    <a:pt x="2355016" y="581518"/>
                  </a:lnTo>
                  <a:lnTo>
                    <a:pt x="2427977" y="581518"/>
                  </a:lnTo>
                  <a:lnTo>
                    <a:pt x="2427977" y="590166"/>
                  </a:lnTo>
                  <a:lnTo>
                    <a:pt x="2438110" y="590166"/>
                  </a:lnTo>
                  <a:lnTo>
                    <a:pt x="2438110" y="704740"/>
                  </a:lnTo>
                  <a:lnTo>
                    <a:pt x="2460404" y="704740"/>
                  </a:lnTo>
                  <a:lnTo>
                    <a:pt x="2460404" y="637725"/>
                  </a:lnTo>
                  <a:lnTo>
                    <a:pt x="2486751" y="637725"/>
                  </a:lnTo>
                  <a:cubicBezTo>
                    <a:pt x="2488777" y="637725"/>
                    <a:pt x="2488777" y="635563"/>
                    <a:pt x="2490804" y="633401"/>
                  </a:cubicBezTo>
                  <a:lnTo>
                    <a:pt x="2498911" y="633401"/>
                  </a:lnTo>
                  <a:cubicBezTo>
                    <a:pt x="2500937" y="635563"/>
                    <a:pt x="2500937" y="637725"/>
                    <a:pt x="2502964" y="637725"/>
                  </a:cubicBezTo>
                  <a:lnTo>
                    <a:pt x="2525258" y="637725"/>
                  </a:lnTo>
                  <a:lnTo>
                    <a:pt x="2525258" y="520989"/>
                  </a:lnTo>
                  <a:cubicBezTo>
                    <a:pt x="2525272" y="520986"/>
                    <a:pt x="2526139" y="520822"/>
                    <a:pt x="2582005" y="510180"/>
                  </a:cubicBezTo>
                  <a:lnTo>
                    <a:pt x="2582005" y="511261"/>
                  </a:lnTo>
                  <a:lnTo>
                    <a:pt x="2582005" y="518827"/>
                  </a:lnTo>
                  <a:lnTo>
                    <a:pt x="2608352" y="518827"/>
                  </a:lnTo>
                  <a:lnTo>
                    <a:pt x="2608352" y="773917"/>
                  </a:lnTo>
                  <a:lnTo>
                    <a:pt x="2630646" y="773917"/>
                  </a:lnTo>
                  <a:lnTo>
                    <a:pt x="2630646" y="769593"/>
                  </a:lnTo>
                  <a:lnTo>
                    <a:pt x="2642806" y="769593"/>
                  </a:lnTo>
                  <a:lnTo>
                    <a:pt x="2642806" y="773917"/>
                  </a:lnTo>
                  <a:lnTo>
                    <a:pt x="2667126" y="773917"/>
                  </a:lnTo>
                  <a:lnTo>
                    <a:pt x="2667126" y="760946"/>
                  </a:lnTo>
                  <a:lnTo>
                    <a:pt x="2695500" y="760946"/>
                  </a:lnTo>
                  <a:cubicBezTo>
                    <a:pt x="2699553" y="756622"/>
                    <a:pt x="2703607" y="756622"/>
                    <a:pt x="2707660" y="756622"/>
                  </a:cubicBezTo>
                  <a:cubicBezTo>
                    <a:pt x="2713740" y="760946"/>
                    <a:pt x="2721847" y="760946"/>
                    <a:pt x="2727927" y="760946"/>
                  </a:cubicBezTo>
                  <a:lnTo>
                    <a:pt x="2727927" y="743652"/>
                  </a:lnTo>
                  <a:lnTo>
                    <a:pt x="2736034" y="743652"/>
                  </a:lnTo>
                  <a:lnTo>
                    <a:pt x="2736034" y="730681"/>
                  </a:lnTo>
                  <a:lnTo>
                    <a:pt x="2792781" y="730681"/>
                  </a:lnTo>
                  <a:lnTo>
                    <a:pt x="2792781" y="700416"/>
                  </a:lnTo>
                  <a:lnTo>
                    <a:pt x="2811021" y="700416"/>
                  </a:lnTo>
                  <a:lnTo>
                    <a:pt x="2811021" y="693931"/>
                  </a:lnTo>
                  <a:lnTo>
                    <a:pt x="2823181" y="693931"/>
                  </a:lnTo>
                  <a:lnTo>
                    <a:pt x="2823181" y="700416"/>
                  </a:lnTo>
                  <a:lnTo>
                    <a:pt x="2839395" y="700416"/>
                  </a:lnTo>
                  <a:lnTo>
                    <a:pt x="2839395" y="750137"/>
                  </a:lnTo>
                  <a:lnTo>
                    <a:pt x="2871822" y="750137"/>
                  </a:lnTo>
                  <a:lnTo>
                    <a:pt x="2871822" y="724196"/>
                  </a:lnTo>
                  <a:lnTo>
                    <a:pt x="2910329" y="724196"/>
                  </a:lnTo>
                  <a:lnTo>
                    <a:pt x="2910329" y="693931"/>
                  </a:lnTo>
                  <a:lnTo>
                    <a:pt x="2958970" y="693931"/>
                  </a:lnTo>
                  <a:lnTo>
                    <a:pt x="2958970" y="805087"/>
                  </a:lnTo>
                  <a:lnTo>
                    <a:pt x="2958970" y="818866"/>
                  </a:lnTo>
                  <a:lnTo>
                    <a:pt x="3031519" y="818866"/>
                  </a:lnTo>
                  <a:cubicBezTo>
                    <a:pt x="3029295" y="939467"/>
                    <a:pt x="3033744" y="999999"/>
                    <a:pt x="3031520" y="1160647"/>
                  </a:cubicBezTo>
                  <a:lnTo>
                    <a:pt x="2054" y="1158314"/>
                  </a:lnTo>
                  <a:cubicBezTo>
                    <a:pt x="1369" y="1010750"/>
                    <a:pt x="685" y="871760"/>
                    <a:pt x="0" y="724196"/>
                  </a:cubicBezTo>
                  <a:lnTo>
                    <a:pt x="20267" y="724196"/>
                  </a:lnTo>
                  <a:cubicBezTo>
                    <a:pt x="20271" y="724190"/>
                    <a:pt x="20308" y="724108"/>
                    <a:pt x="20774" y="723115"/>
                  </a:cubicBezTo>
                  <a:lnTo>
                    <a:pt x="24320" y="715549"/>
                  </a:lnTo>
                  <a:cubicBezTo>
                    <a:pt x="24329" y="715550"/>
                    <a:pt x="24442" y="715568"/>
                    <a:pt x="26094" y="715819"/>
                  </a:cubicBezTo>
                  <a:lnTo>
                    <a:pt x="38507" y="717710"/>
                  </a:lnTo>
                  <a:cubicBezTo>
                    <a:pt x="38510" y="717720"/>
                    <a:pt x="38548" y="717821"/>
                    <a:pt x="39014" y="719062"/>
                  </a:cubicBezTo>
                  <a:lnTo>
                    <a:pt x="42560" y="728519"/>
                  </a:lnTo>
                  <a:cubicBezTo>
                    <a:pt x="42574" y="728520"/>
                    <a:pt x="43170" y="728570"/>
                    <a:pt x="68907" y="730681"/>
                  </a:cubicBezTo>
                  <a:lnTo>
                    <a:pt x="68907" y="607460"/>
                  </a:lnTo>
                  <a:lnTo>
                    <a:pt x="70934" y="607460"/>
                  </a:lnTo>
                  <a:lnTo>
                    <a:pt x="85121" y="607460"/>
                  </a:lnTo>
                  <a:lnTo>
                    <a:pt x="85121" y="471268"/>
                  </a:lnTo>
                  <a:lnTo>
                    <a:pt x="86894" y="471268"/>
                  </a:lnTo>
                  <a:lnTo>
                    <a:pt x="99308" y="471268"/>
                  </a:lnTo>
                  <a:lnTo>
                    <a:pt x="99308" y="356694"/>
                  </a:lnTo>
                  <a:cubicBezTo>
                    <a:pt x="103361" y="354532"/>
                    <a:pt x="103361" y="354532"/>
                    <a:pt x="103361" y="328590"/>
                  </a:cubicBezTo>
                  <a:lnTo>
                    <a:pt x="105388" y="328590"/>
                  </a:lnTo>
                  <a:lnTo>
                    <a:pt x="119575" y="328590"/>
                  </a:lnTo>
                  <a:cubicBezTo>
                    <a:pt x="119586" y="328567"/>
                    <a:pt x="120192" y="327200"/>
                    <a:pt x="156055" y="246443"/>
                  </a:cubicBezTo>
                  <a:cubicBezTo>
                    <a:pt x="156055" y="246429"/>
                    <a:pt x="156089" y="244478"/>
                    <a:pt x="160109"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 name="Rectangle 35">
              <a:extLst>
                <a:ext uri="{FF2B5EF4-FFF2-40B4-BE49-F238E27FC236}">
                  <a16:creationId xmlns:a16="http://schemas.microsoft.com/office/drawing/2014/main" id="{B65F7B9E-6549-6C33-06E3-993935142F5F}"/>
                </a:ext>
              </a:extLst>
            </p:cNvPr>
            <p:cNvSpPr/>
            <p:nvPr/>
          </p:nvSpPr>
          <p:spPr>
            <a:xfrm>
              <a:off x="3024845" y="1883798"/>
              <a:ext cx="3024845" cy="689379"/>
            </a:xfrm>
            <a:custGeom>
              <a:avLst/>
              <a:gdLst>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842946 w 3079941"/>
                <a:gd name="connsiteY405" fmla="*/ 1160647 h 1160647"/>
                <a:gd name="connsiteX406" fmla="*/ 200958 w 3079941"/>
                <a:gd name="connsiteY406" fmla="*/ 1160647 h 1160647"/>
                <a:gd name="connsiteX407" fmla="*/ 200958 w 3079941"/>
                <a:gd name="connsiteY407" fmla="*/ 1126882 h 1160647"/>
                <a:gd name="connsiteX408" fmla="*/ 0 w 3079941"/>
                <a:gd name="connsiteY408" fmla="*/ 1126882 h 1160647"/>
                <a:gd name="connsiteX409" fmla="*/ 0 w 3079941"/>
                <a:gd name="connsiteY409" fmla="*/ 915339 h 1160647"/>
                <a:gd name="connsiteX410" fmla="*/ 103377 w 3079941"/>
                <a:gd name="connsiteY410" fmla="*/ 915339 h 1160647"/>
                <a:gd name="connsiteX411" fmla="*/ 103377 w 3079941"/>
                <a:gd name="connsiteY411" fmla="*/ 886329 h 1160647"/>
                <a:gd name="connsiteX412" fmla="*/ 55096 w 3079941"/>
                <a:gd name="connsiteY412" fmla="*/ 886329 h 1160647"/>
                <a:gd name="connsiteX413" fmla="*/ 55096 w 3079941"/>
                <a:gd name="connsiteY413" fmla="*/ 724196 h 1160647"/>
                <a:gd name="connsiteX414" fmla="*/ 75363 w 3079941"/>
                <a:gd name="connsiteY414" fmla="*/ 724196 h 1160647"/>
                <a:gd name="connsiteX415" fmla="*/ 75870 w 3079941"/>
                <a:gd name="connsiteY415" fmla="*/ 723115 h 1160647"/>
                <a:gd name="connsiteX416" fmla="*/ 79416 w 3079941"/>
                <a:gd name="connsiteY416" fmla="*/ 715549 h 1160647"/>
                <a:gd name="connsiteX417" fmla="*/ 81190 w 3079941"/>
                <a:gd name="connsiteY417" fmla="*/ 715819 h 1160647"/>
                <a:gd name="connsiteX418" fmla="*/ 93603 w 3079941"/>
                <a:gd name="connsiteY418" fmla="*/ 717710 h 1160647"/>
                <a:gd name="connsiteX419" fmla="*/ 94110 w 3079941"/>
                <a:gd name="connsiteY419" fmla="*/ 719062 h 1160647"/>
                <a:gd name="connsiteX420" fmla="*/ 97656 w 3079941"/>
                <a:gd name="connsiteY420" fmla="*/ 728519 h 1160647"/>
                <a:gd name="connsiteX421" fmla="*/ 124003 w 3079941"/>
                <a:gd name="connsiteY421" fmla="*/ 730681 h 1160647"/>
                <a:gd name="connsiteX422" fmla="*/ 124003 w 3079941"/>
                <a:gd name="connsiteY422" fmla="*/ 607460 h 1160647"/>
                <a:gd name="connsiteX423" fmla="*/ 126030 w 3079941"/>
                <a:gd name="connsiteY423" fmla="*/ 607460 h 1160647"/>
                <a:gd name="connsiteX424" fmla="*/ 140217 w 3079941"/>
                <a:gd name="connsiteY424" fmla="*/ 607460 h 1160647"/>
                <a:gd name="connsiteX425" fmla="*/ 140217 w 3079941"/>
                <a:gd name="connsiteY425" fmla="*/ 471268 h 1160647"/>
                <a:gd name="connsiteX426" fmla="*/ 141990 w 3079941"/>
                <a:gd name="connsiteY426" fmla="*/ 471268 h 1160647"/>
                <a:gd name="connsiteX427" fmla="*/ 154404 w 3079941"/>
                <a:gd name="connsiteY427" fmla="*/ 471268 h 1160647"/>
                <a:gd name="connsiteX428" fmla="*/ 154404 w 3079941"/>
                <a:gd name="connsiteY428" fmla="*/ 356694 h 1160647"/>
                <a:gd name="connsiteX429" fmla="*/ 158457 w 3079941"/>
                <a:gd name="connsiteY429" fmla="*/ 328590 h 1160647"/>
                <a:gd name="connsiteX430" fmla="*/ 160484 w 3079941"/>
                <a:gd name="connsiteY430" fmla="*/ 328590 h 1160647"/>
                <a:gd name="connsiteX431" fmla="*/ 174671 w 3079941"/>
                <a:gd name="connsiteY431" fmla="*/ 328590 h 1160647"/>
                <a:gd name="connsiteX432" fmla="*/ 211151 w 3079941"/>
                <a:gd name="connsiteY432" fmla="*/ 246443 h 1160647"/>
                <a:gd name="connsiteX433" fmla="*/ 215205 w 3079941"/>
                <a:gd name="connsiteY433"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00958 w 3079941"/>
                <a:gd name="connsiteY405" fmla="*/ 1160647 h 1160647"/>
                <a:gd name="connsiteX406" fmla="*/ 200958 w 3079941"/>
                <a:gd name="connsiteY406" fmla="*/ 1126882 h 1160647"/>
                <a:gd name="connsiteX407" fmla="*/ 0 w 3079941"/>
                <a:gd name="connsiteY407" fmla="*/ 1126882 h 1160647"/>
                <a:gd name="connsiteX408" fmla="*/ 0 w 3079941"/>
                <a:gd name="connsiteY408" fmla="*/ 915339 h 1160647"/>
                <a:gd name="connsiteX409" fmla="*/ 103377 w 3079941"/>
                <a:gd name="connsiteY409" fmla="*/ 915339 h 1160647"/>
                <a:gd name="connsiteX410" fmla="*/ 103377 w 3079941"/>
                <a:gd name="connsiteY410" fmla="*/ 886329 h 1160647"/>
                <a:gd name="connsiteX411" fmla="*/ 55096 w 3079941"/>
                <a:gd name="connsiteY411" fmla="*/ 886329 h 1160647"/>
                <a:gd name="connsiteX412" fmla="*/ 55096 w 3079941"/>
                <a:gd name="connsiteY412" fmla="*/ 724196 h 1160647"/>
                <a:gd name="connsiteX413" fmla="*/ 75363 w 3079941"/>
                <a:gd name="connsiteY413" fmla="*/ 724196 h 1160647"/>
                <a:gd name="connsiteX414" fmla="*/ 75870 w 3079941"/>
                <a:gd name="connsiteY414" fmla="*/ 723115 h 1160647"/>
                <a:gd name="connsiteX415" fmla="*/ 79416 w 3079941"/>
                <a:gd name="connsiteY415" fmla="*/ 715549 h 1160647"/>
                <a:gd name="connsiteX416" fmla="*/ 81190 w 3079941"/>
                <a:gd name="connsiteY416" fmla="*/ 715819 h 1160647"/>
                <a:gd name="connsiteX417" fmla="*/ 93603 w 3079941"/>
                <a:gd name="connsiteY417" fmla="*/ 717710 h 1160647"/>
                <a:gd name="connsiteX418" fmla="*/ 94110 w 3079941"/>
                <a:gd name="connsiteY418" fmla="*/ 719062 h 1160647"/>
                <a:gd name="connsiteX419" fmla="*/ 97656 w 3079941"/>
                <a:gd name="connsiteY419" fmla="*/ 728519 h 1160647"/>
                <a:gd name="connsiteX420" fmla="*/ 124003 w 3079941"/>
                <a:gd name="connsiteY420" fmla="*/ 730681 h 1160647"/>
                <a:gd name="connsiteX421" fmla="*/ 124003 w 3079941"/>
                <a:gd name="connsiteY421" fmla="*/ 607460 h 1160647"/>
                <a:gd name="connsiteX422" fmla="*/ 126030 w 3079941"/>
                <a:gd name="connsiteY422" fmla="*/ 607460 h 1160647"/>
                <a:gd name="connsiteX423" fmla="*/ 140217 w 3079941"/>
                <a:gd name="connsiteY423" fmla="*/ 607460 h 1160647"/>
                <a:gd name="connsiteX424" fmla="*/ 140217 w 3079941"/>
                <a:gd name="connsiteY424" fmla="*/ 471268 h 1160647"/>
                <a:gd name="connsiteX425" fmla="*/ 141990 w 3079941"/>
                <a:gd name="connsiteY425" fmla="*/ 471268 h 1160647"/>
                <a:gd name="connsiteX426" fmla="*/ 154404 w 3079941"/>
                <a:gd name="connsiteY426" fmla="*/ 471268 h 1160647"/>
                <a:gd name="connsiteX427" fmla="*/ 154404 w 3079941"/>
                <a:gd name="connsiteY427" fmla="*/ 356694 h 1160647"/>
                <a:gd name="connsiteX428" fmla="*/ 158457 w 3079941"/>
                <a:gd name="connsiteY428" fmla="*/ 328590 h 1160647"/>
                <a:gd name="connsiteX429" fmla="*/ 160484 w 3079941"/>
                <a:gd name="connsiteY429" fmla="*/ 328590 h 1160647"/>
                <a:gd name="connsiteX430" fmla="*/ 174671 w 3079941"/>
                <a:gd name="connsiteY430" fmla="*/ 328590 h 1160647"/>
                <a:gd name="connsiteX431" fmla="*/ 211151 w 3079941"/>
                <a:gd name="connsiteY431" fmla="*/ 246443 h 1160647"/>
                <a:gd name="connsiteX432" fmla="*/ 215205 w 3079941"/>
                <a:gd name="connsiteY432"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030409 h 1160647"/>
                <a:gd name="connsiteX403" fmla="*/ 3079941 w 3079941"/>
                <a:gd name="connsiteY403" fmla="*/ 1160647 h 1160647"/>
                <a:gd name="connsiteX404" fmla="*/ 200958 w 3079941"/>
                <a:gd name="connsiteY404" fmla="*/ 1160647 h 1160647"/>
                <a:gd name="connsiteX405" fmla="*/ 200958 w 3079941"/>
                <a:gd name="connsiteY405" fmla="*/ 1126882 h 1160647"/>
                <a:gd name="connsiteX406" fmla="*/ 0 w 3079941"/>
                <a:gd name="connsiteY406" fmla="*/ 1126882 h 1160647"/>
                <a:gd name="connsiteX407" fmla="*/ 0 w 3079941"/>
                <a:gd name="connsiteY407" fmla="*/ 915339 h 1160647"/>
                <a:gd name="connsiteX408" fmla="*/ 103377 w 3079941"/>
                <a:gd name="connsiteY408" fmla="*/ 915339 h 1160647"/>
                <a:gd name="connsiteX409" fmla="*/ 103377 w 3079941"/>
                <a:gd name="connsiteY409" fmla="*/ 886329 h 1160647"/>
                <a:gd name="connsiteX410" fmla="*/ 55096 w 3079941"/>
                <a:gd name="connsiteY410" fmla="*/ 886329 h 1160647"/>
                <a:gd name="connsiteX411" fmla="*/ 55096 w 3079941"/>
                <a:gd name="connsiteY411" fmla="*/ 724196 h 1160647"/>
                <a:gd name="connsiteX412" fmla="*/ 75363 w 3079941"/>
                <a:gd name="connsiteY412" fmla="*/ 724196 h 1160647"/>
                <a:gd name="connsiteX413" fmla="*/ 75870 w 3079941"/>
                <a:gd name="connsiteY413" fmla="*/ 723115 h 1160647"/>
                <a:gd name="connsiteX414" fmla="*/ 79416 w 3079941"/>
                <a:gd name="connsiteY414" fmla="*/ 715549 h 1160647"/>
                <a:gd name="connsiteX415" fmla="*/ 81190 w 3079941"/>
                <a:gd name="connsiteY415" fmla="*/ 715819 h 1160647"/>
                <a:gd name="connsiteX416" fmla="*/ 93603 w 3079941"/>
                <a:gd name="connsiteY416" fmla="*/ 717710 h 1160647"/>
                <a:gd name="connsiteX417" fmla="*/ 94110 w 3079941"/>
                <a:gd name="connsiteY417" fmla="*/ 719062 h 1160647"/>
                <a:gd name="connsiteX418" fmla="*/ 97656 w 3079941"/>
                <a:gd name="connsiteY418" fmla="*/ 728519 h 1160647"/>
                <a:gd name="connsiteX419" fmla="*/ 124003 w 3079941"/>
                <a:gd name="connsiteY419" fmla="*/ 730681 h 1160647"/>
                <a:gd name="connsiteX420" fmla="*/ 124003 w 3079941"/>
                <a:gd name="connsiteY420" fmla="*/ 607460 h 1160647"/>
                <a:gd name="connsiteX421" fmla="*/ 126030 w 3079941"/>
                <a:gd name="connsiteY421" fmla="*/ 607460 h 1160647"/>
                <a:gd name="connsiteX422" fmla="*/ 140217 w 3079941"/>
                <a:gd name="connsiteY422" fmla="*/ 607460 h 1160647"/>
                <a:gd name="connsiteX423" fmla="*/ 140217 w 3079941"/>
                <a:gd name="connsiteY423" fmla="*/ 471268 h 1160647"/>
                <a:gd name="connsiteX424" fmla="*/ 141990 w 3079941"/>
                <a:gd name="connsiteY424" fmla="*/ 471268 h 1160647"/>
                <a:gd name="connsiteX425" fmla="*/ 154404 w 3079941"/>
                <a:gd name="connsiteY425" fmla="*/ 471268 h 1160647"/>
                <a:gd name="connsiteX426" fmla="*/ 154404 w 3079941"/>
                <a:gd name="connsiteY426" fmla="*/ 356694 h 1160647"/>
                <a:gd name="connsiteX427" fmla="*/ 158457 w 3079941"/>
                <a:gd name="connsiteY427" fmla="*/ 328590 h 1160647"/>
                <a:gd name="connsiteX428" fmla="*/ 160484 w 3079941"/>
                <a:gd name="connsiteY428" fmla="*/ 328590 h 1160647"/>
                <a:gd name="connsiteX429" fmla="*/ 174671 w 3079941"/>
                <a:gd name="connsiteY429" fmla="*/ 328590 h 1160647"/>
                <a:gd name="connsiteX430" fmla="*/ 211151 w 3079941"/>
                <a:gd name="connsiteY430" fmla="*/ 246443 h 1160647"/>
                <a:gd name="connsiteX431" fmla="*/ 215205 w 3079941"/>
                <a:gd name="connsiteY431"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200958 w 3079941"/>
                <a:gd name="connsiteY404" fmla="*/ 1126882 h 1160647"/>
                <a:gd name="connsiteX405" fmla="*/ 0 w 3079941"/>
                <a:gd name="connsiteY405" fmla="*/ 1126882 h 1160647"/>
                <a:gd name="connsiteX406" fmla="*/ 0 w 3079941"/>
                <a:gd name="connsiteY406" fmla="*/ 915339 h 1160647"/>
                <a:gd name="connsiteX407" fmla="*/ 103377 w 3079941"/>
                <a:gd name="connsiteY407" fmla="*/ 915339 h 1160647"/>
                <a:gd name="connsiteX408" fmla="*/ 103377 w 3079941"/>
                <a:gd name="connsiteY408" fmla="*/ 886329 h 1160647"/>
                <a:gd name="connsiteX409" fmla="*/ 55096 w 3079941"/>
                <a:gd name="connsiteY409" fmla="*/ 886329 h 1160647"/>
                <a:gd name="connsiteX410" fmla="*/ 55096 w 3079941"/>
                <a:gd name="connsiteY410" fmla="*/ 724196 h 1160647"/>
                <a:gd name="connsiteX411" fmla="*/ 75363 w 3079941"/>
                <a:gd name="connsiteY411" fmla="*/ 724196 h 1160647"/>
                <a:gd name="connsiteX412" fmla="*/ 75870 w 3079941"/>
                <a:gd name="connsiteY412" fmla="*/ 723115 h 1160647"/>
                <a:gd name="connsiteX413" fmla="*/ 79416 w 3079941"/>
                <a:gd name="connsiteY413" fmla="*/ 715549 h 1160647"/>
                <a:gd name="connsiteX414" fmla="*/ 81190 w 3079941"/>
                <a:gd name="connsiteY414" fmla="*/ 715819 h 1160647"/>
                <a:gd name="connsiteX415" fmla="*/ 93603 w 3079941"/>
                <a:gd name="connsiteY415" fmla="*/ 717710 h 1160647"/>
                <a:gd name="connsiteX416" fmla="*/ 94110 w 3079941"/>
                <a:gd name="connsiteY416" fmla="*/ 719062 h 1160647"/>
                <a:gd name="connsiteX417" fmla="*/ 97656 w 3079941"/>
                <a:gd name="connsiteY417" fmla="*/ 728519 h 1160647"/>
                <a:gd name="connsiteX418" fmla="*/ 124003 w 3079941"/>
                <a:gd name="connsiteY418" fmla="*/ 730681 h 1160647"/>
                <a:gd name="connsiteX419" fmla="*/ 124003 w 3079941"/>
                <a:gd name="connsiteY419" fmla="*/ 607460 h 1160647"/>
                <a:gd name="connsiteX420" fmla="*/ 126030 w 3079941"/>
                <a:gd name="connsiteY420" fmla="*/ 607460 h 1160647"/>
                <a:gd name="connsiteX421" fmla="*/ 140217 w 3079941"/>
                <a:gd name="connsiteY421" fmla="*/ 607460 h 1160647"/>
                <a:gd name="connsiteX422" fmla="*/ 140217 w 3079941"/>
                <a:gd name="connsiteY422" fmla="*/ 471268 h 1160647"/>
                <a:gd name="connsiteX423" fmla="*/ 141990 w 3079941"/>
                <a:gd name="connsiteY423" fmla="*/ 471268 h 1160647"/>
                <a:gd name="connsiteX424" fmla="*/ 154404 w 3079941"/>
                <a:gd name="connsiteY424" fmla="*/ 471268 h 1160647"/>
                <a:gd name="connsiteX425" fmla="*/ 154404 w 3079941"/>
                <a:gd name="connsiteY425" fmla="*/ 356694 h 1160647"/>
                <a:gd name="connsiteX426" fmla="*/ 158457 w 3079941"/>
                <a:gd name="connsiteY426" fmla="*/ 328590 h 1160647"/>
                <a:gd name="connsiteX427" fmla="*/ 160484 w 3079941"/>
                <a:gd name="connsiteY427" fmla="*/ 328590 h 1160647"/>
                <a:gd name="connsiteX428" fmla="*/ 174671 w 3079941"/>
                <a:gd name="connsiteY428" fmla="*/ 328590 h 1160647"/>
                <a:gd name="connsiteX429" fmla="*/ 211151 w 3079941"/>
                <a:gd name="connsiteY429" fmla="*/ 246443 h 1160647"/>
                <a:gd name="connsiteX430" fmla="*/ 215205 w 3079941"/>
                <a:gd name="connsiteY430"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103377 w 3079941"/>
                <a:gd name="connsiteY407" fmla="*/ 886329 h 1160647"/>
                <a:gd name="connsiteX408" fmla="*/ 55096 w 3079941"/>
                <a:gd name="connsiteY408" fmla="*/ 886329 h 1160647"/>
                <a:gd name="connsiteX409" fmla="*/ 55096 w 3079941"/>
                <a:gd name="connsiteY409" fmla="*/ 724196 h 1160647"/>
                <a:gd name="connsiteX410" fmla="*/ 75363 w 3079941"/>
                <a:gd name="connsiteY410" fmla="*/ 724196 h 1160647"/>
                <a:gd name="connsiteX411" fmla="*/ 75870 w 3079941"/>
                <a:gd name="connsiteY411" fmla="*/ 723115 h 1160647"/>
                <a:gd name="connsiteX412" fmla="*/ 79416 w 3079941"/>
                <a:gd name="connsiteY412" fmla="*/ 715549 h 1160647"/>
                <a:gd name="connsiteX413" fmla="*/ 81190 w 3079941"/>
                <a:gd name="connsiteY413" fmla="*/ 715819 h 1160647"/>
                <a:gd name="connsiteX414" fmla="*/ 93603 w 3079941"/>
                <a:gd name="connsiteY414" fmla="*/ 717710 h 1160647"/>
                <a:gd name="connsiteX415" fmla="*/ 94110 w 3079941"/>
                <a:gd name="connsiteY415" fmla="*/ 719062 h 1160647"/>
                <a:gd name="connsiteX416" fmla="*/ 97656 w 3079941"/>
                <a:gd name="connsiteY416" fmla="*/ 728519 h 1160647"/>
                <a:gd name="connsiteX417" fmla="*/ 124003 w 3079941"/>
                <a:gd name="connsiteY417" fmla="*/ 730681 h 1160647"/>
                <a:gd name="connsiteX418" fmla="*/ 124003 w 3079941"/>
                <a:gd name="connsiteY418" fmla="*/ 607460 h 1160647"/>
                <a:gd name="connsiteX419" fmla="*/ 126030 w 3079941"/>
                <a:gd name="connsiteY419" fmla="*/ 607460 h 1160647"/>
                <a:gd name="connsiteX420" fmla="*/ 140217 w 3079941"/>
                <a:gd name="connsiteY420" fmla="*/ 607460 h 1160647"/>
                <a:gd name="connsiteX421" fmla="*/ 140217 w 3079941"/>
                <a:gd name="connsiteY421" fmla="*/ 471268 h 1160647"/>
                <a:gd name="connsiteX422" fmla="*/ 141990 w 3079941"/>
                <a:gd name="connsiteY422" fmla="*/ 471268 h 1160647"/>
                <a:gd name="connsiteX423" fmla="*/ 154404 w 3079941"/>
                <a:gd name="connsiteY423" fmla="*/ 471268 h 1160647"/>
                <a:gd name="connsiteX424" fmla="*/ 154404 w 3079941"/>
                <a:gd name="connsiteY424" fmla="*/ 356694 h 1160647"/>
                <a:gd name="connsiteX425" fmla="*/ 158457 w 3079941"/>
                <a:gd name="connsiteY425" fmla="*/ 328590 h 1160647"/>
                <a:gd name="connsiteX426" fmla="*/ 160484 w 3079941"/>
                <a:gd name="connsiteY426" fmla="*/ 328590 h 1160647"/>
                <a:gd name="connsiteX427" fmla="*/ 174671 w 3079941"/>
                <a:gd name="connsiteY427" fmla="*/ 328590 h 1160647"/>
                <a:gd name="connsiteX428" fmla="*/ 211151 w 3079941"/>
                <a:gd name="connsiteY428" fmla="*/ 246443 h 1160647"/>
                <a:gd name="connsiteX429" fmla="*/ 215205 w 3079941"/>
                <a:gd name="connsiteY429"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55096 w 3079941"/>
                <a:gd name="connsiteY407" fmla="*/ 886329 h 1160647"/>
                <a:gd name="connsiteX408" fmla="*/ 55096 w 3079941"/>
                <a:gd name="connsiteY408" fmla="*/ 724196 h 1160647"/>
                <a:gd name="connsiteX409" fmla="*/ 75363 w 3079941"/>
                <a:gd name="connsiteY409" fmla="*/ 724196 h 1160647"/>
                <a:gd name="connsiteX410" fmla="*/ 75870 w 3079941"/>
                <a:gd name="connsiteY410" fmla="*/ 723115 h 1160647"/>
                <a:gd name="connsiteX411" fmla="*/ 79416 w 3079941"/>
                <a:gd name="connsiteY411" fmla="*/ 715549 h 1160647"/>
                <a:gd name="connsiteX412" fmla="*/ 81190 w 3079941"/>
                <a:gd name="connsiteY412" fmla="*/ 715819 h 1160647"/>
                <a:gd name="connsiteX413" fmla="*/ 93603 w 3079941"/>
                <a:gd name="connsiteY413" fmla="*/ 717710 h 1160647"/>
                <a:gd name="connsiteX414" fmla="*/ 94110 w 3079941"/>
                <a:gd name="connsiteY414" fmla="*/ 719062 h 1160647"/>
                <a:gd name="connsiteX415" fmla="*/ 97656 w 3079941"/>
                <a:gd name="connsiteY415" fmla="*/ 728519 h 1160647"/>
                <a:gd name="connsiteX416" fmla="*/ 124003 w 3079941"/>
                <a:gd name="connsiteY416" fmla="*/ 730681 h 1160647"/>
                <a:gd name="connsiteX417" fmla="*/ 124003 w 3079941"/>
                <a:gd name="connsiteY417" fmla="*/ 607460 h 1160647"/>
                <a:gd name="connsiteX418" fmla="*/ 126030 w 3079941"/>
                <a:gd name="connsiteY418" fmla="*/ 607460 h 1160647"/>
                <a:gd name="connsiteX419" fmla="*/ 140217 w 3079941"/>
                <a:gd name="connsiteY419" fmla="*/ 607460 h 1160647"/>
                <a:gd name="connsiteX420" fmla="*/ 140217 w 3079941"/>
                <a:gd name="connsiteY420" fmla="*/ 471268 h 1160647"/>
                <a:gd name="connsiteX421" fmla="*/ 141990 w 3079941"/>
                <a:gd name="connsiteY421" fmla="*/ 471268 h 1160647"/>
                <a:gd name="connsiteX422" fmla="*/ 154404 w 3079941"/>
                <a:gd name="connsiteY422" fmla="*/ 471268 h 1160647"/>
                <a:gd name="connsiteX423" fmla="*/ 154404 w 3079941"/>
                <a:gd name="connsiteY423" fmla="*/ 356694 h 1160647"/>
                <a:gd name="connsiteX424" fmla="*/ 158457 w 3079941"/>
                <a:gd name="connsiteY424" fmla="*/ 328590 h 1160647"/>
                <a:gd name="connsiteX425" fmla="*/ 160484 w 3079941"/>
                <a:gd name="connsiteY425" fmla="*/ 328590 h 1160647"/>
                <a:gd name="connsiteX426" fmla="*/ 174671 w 3079941"/>
                <a:gd name="connsiteY426" fmla="*/ 328590 h 1160647"/>
                <a:gd name="connsiteX427" fmla="*/ 211151 w 3079941"/>
                <a:gd name="connsiteY427" fmla="*/ 246443 h 1160647"/>
                <a:gd name="connsiteX428" fmla="*/ 215205 w 3079941"/>
                <a:gd name="connsiteY428"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55096 w 3079941"/>
                <a:gd name="connsiteY406" fmla="*/ 886329 h 1160647"/>
                <a:gd name="connsiteX407" fmla="*/ 55096 w 3079941"/>
                <a:gd name="connsiteY407" fmla="*/ 724196 h 1160647"/>
                <a:gd name="connsiteX408" fmla="*/ 75363 w 3079941"/>
                <a:gd name="connsiteY408" fmla="*/ 724196 h 1160647"/>
                <a:gd name="connsiteX409" fmla="*/ 75870 w 3079941"/>
                <a:gd name="connsiteY409" fmla="*/ 723115 h 1160647"/>
                <a:gd name="connsiteX410" fmla="*/ 79416 w 3079941"/>
                <a:gd name="connsiteY410" fmla="*/ 715549 h 1160647"/>
                <a:gd name="connsiteX411" fmla="*/ 81190 w 3079941"/>
                <a:gd name="connsiteY411" fmla="*/ 715819 h 1160647"/>
                <a:gd name="connsiteX412" fmla="*/ 93603 w 3079941"/>
                <a:gd name="connsiteY412" fmla="*/ 717710 h 1160647"/>
                <a:gd name="connsiteX413" fmla="*/ 94110 w 3079941"/>
                <a:gd name="connsiteY413" fmla="*/ 719062 h 1160647"/>
                <a:gd name="connsiteX414" fmla="*/ 97656 w 3079941"/>
                <a:gd name="connsiteY414" fmla="*/ 728519 h 1160647"/>
                <a:gd name="connsiteX415" fmla="*/ 124003 w 3079941"/>
                <a:gd name="connsiteY415" fmla="*/ 730681 h 1160647"/>
                <a:gd name="connsiteX416" fmla="*/ 124003 w 3079941"/>
                <a:gd name="connsiteY416" fmla="*/ 607460 h 1160647"/>
                <a:gd name="connsiteX417" fmla="*/ 126030 w 3079941"/>
                <a:gd name="connsiteY417" fmla="*/ 607460 h 1160647"/>
                <a:gd name="connsiteX418" fmla="*/ 140217 w 3079941"/>
                <a:gd name="connsiteY418" fmla="*/ 607460 h 1160647"/>
                <a:gd name="connsiteX419" fmla="*/ 140217 w 3079941"/>
                <a:gd name="connsiteY419" fmla="*/ 471268 h 1160647"/>
                <a:gd name="connsiteX420" fmla="*/ 141990 w 3079941"/>
                <a:gd name="connsiteY420" fmla="*/ 471268 h 1160647"/>
                <a:gd name="connsiteX421" fmla="*/ 154404 w 3079941"/>
                <a:gd name="connsiteY421" fmla="*/ 471268 h 1160647"/>
                <a:gd name="connsiteX422" fmla="*/ 154404 w 3079941"/>
                <a:gd name="connsiteY422" fmla="*/ 356694 h 1160647"/>
                <a:gd name="connsiteX423" fmla="*/ 158457 w 3079941"/>
                <a:gd name="connsiteY423" fmla="*/ 328590 h 1160647"/>
                <a:gd name="connsiteX424" fmla="*/ 160484 w 3079941"/>
                <a:gd name="connsiteY424" fmla="*/ 328590 h 1160647"/>
                <a:gd name="connsiteX425" fmla="*/ 174671 w 3079941"/>
                <a:gd name="connsiteY425" fmla="*/ 328590 h 1160647"/>
                <a:gd name="connsiteX426" fmla="*/ 211151 w 3079941"/>
                <a:gd name="connsiteY426" fmla="*/ 246443 h 1160647"/>
                <a:gd name="connsiteX427" fmla="*/ 215205 w 3079941"/>
                <a:gd name="connsiteY427"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886329 h 1160647"/>
                <a:gd name="connsiteX406" fmla="*/ 55096 w 3079941"/>
                <a:gd name="connsiteY406" fmla="*/ 724196 h 1160647"/>
                <a:gd name="connsiteX407" fmla="*/ 75363 w 3079941"/>
                <a:gd name="connsiteY407" fmla="*/ 724196 h 1160647"/>
                <a:gd name="connsiteX408" fmla="*/ 75870 w 3079941"/>
                <a:gd name="connsiteY408" fmla="*/ 723115 h 1160647"/>
                <a:gd name="connsiteX409" fmla="*/ 79416 w 3079941"/>
                <a:gd name="connsiteY409" fmla="*/ 715549 h 1160647"/>
                <a:gd name="connsiteX410" fmla="*/ 81190 w 3079941"/>
                <a:gd name="connsiteY410" fmla="*/ 715819 h 1160647"/>
                <a:gd name="connsiteX411" fmla="*/ 93603 w 3079941"/>
                <a:gd name="connsiteY411" fmla="*/ 717710 h 1160647"/>
                <a:gd name="connsiteX412" fmla="*/ 94110 w 3079941"/>
                <a:gd name="connsiteY412" fmla="*/ 719062 h 1160647"/>
                <a:gd name="connsiteX413" fmla="*/ 97656 w 3079941"/>
                <a:gd name="connsiteY413" fmla="*/ 728519 h 1160647"/>
                <a:gd name="connsiteX414" fmla="*/ 124003 w 3079941"/>
                <a:gd name="connsiteY414" fmla="*/ 730681 h 1160647"/>
                <a:gd name="connsiteX415" fmla="*/ 124003 w 3079941"/>
                <a:gd name="connsiteY415" fmla="*/ 607460 h 1160647"/>
                <a:gd name="connsiteX416" fmla="*/ 126030 w 3079941"/>
                <a:gd name="connsiteY416" fmla="*/ 607460 h 1160647"/>
                <a:gd name="connsiteX417" fmla="*/ 140217 w 3079941"/>
                <a:gd name="connsiteY417" fmla="*/ 607460 h 1160647"/>
                <a:gd name="connsiteX418" fmla="*/ 140217 w 3079941"/>
                <a:gd name="connsiteY418" fmla="*/ 471268 h 1160647"/>
                <a:gd name="connsiteX419" fmla="*/ 141990 w 3079941"/>
                <a:gd name="connsiteY419" fmla="*/ 471268 h 1160647"/>
                <a:gd name="connsiteX420" fmla="*/ 154404 w 3079941"/>
                <a:gd name="connsiteY420" fmla="*/ 471268 h 1160647"/>
                <a:gd name="connsiteX421" fmla="*/ 154404 w 3079941"/>
                <a:gd name="connsiteY421" fmla="*/ 356694 h 1160647"/>
                <a:gd name="connsiteX422" fmla="*/ 158457 w 3079941"/>
                <a:gd name="connsiteY422" fmla="*/ 328590 h 1160647"/>
                <a:gd name="connsiteX423" fmla="*/ 160484 w 3079941"/>
                <a:gd name="connsiteY423" fmla="*/ 328590 h 1160647"/>
                <a:gd name="connsiteX424" fmla="*/ 174671 w 3079941"/>
                <a:gd name="connsiteY424" fmla="*/ 328590 h 1160647"/>
                <a:gd name="connsiteX425" fmla="*/ 211151 w 3079941"/>
                <a:gd name="connsiteY425" fmla="*/ 246443 h 1160647"/>
                <a:gd name="connsiteX426" fmla="*/ 215205 w 3079941"/>
                <a:gd name="connsiteY426"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724196 h 1160647"/>
                <a:gd name="connsiteX406" fmla="*/ 75363 w 3079941"/>
                <a:gd name="connsiteY406" fmla="*/ 724196 h 1160647"/>
                <a:gd name="connsiteX407" fmla="*/ 75870 w 3079941"/>
                <a:gd name="connsiteY407" fmla="*/ 723115 h 1160647"/>
                <a:gd name="connsiteX408" fmla="*/ 79416 w 3079941"/>
                <a:gd name="connsiteY408" fmla="*/ 715549 h 1160647"/>
                <a:gd name="connsiteX409" fmla="*/ 81190 w 3079941"/>
                <a:gd name="connsiteY409" fmla="*/ 715819 h 1160647"/>
                <a:gd name="connsiteX410" fmla="*/ 93603 w 3079941"/>
                <a:gd name="connsiteY410" fmla="*/ 717710 h 1160647"/>
                <a:gd name="connsiteX411" fmla="*/ 94110 w 3079941"/>
                <a:gd name="connsiteY411" fmla="*/ 719062 h 1160647"/>
                <a:gd name="connsiteX412" fmla="*/ 97656 w 3079941"/>
                <a:gd name="connsiteY412" fmla="*/ 728519 h 1160647"/>
                <a:gd name="connsiteX413" fmla="*/ 124003 w 3079941"/>
                <a:gd name="connsiteY413" fmla="*/ 730681 h 1160647"/>
                <a:gd name="connsiteX414" fmla="*/ 124003 w 3079941"/>
                <a:gd name="connsiteY414" fmla="*/ 607460 h 1160647"/>
                <a:gd name="connsiteX415" fmla="*/ 126030 w 3079941"/>
                <a:gd name="connsiteY415" fmla="*/ 607460 h 1160647"/>
                <a:gd name="connsiteX416" fmla="*/ 140217 w 3079941"/>
                <a:gd name="connsiteY416" fmla="*/ 607460 h 1160647"/>
                <a:gd name="connsiteX417" fmla="*/ 140217 w 3079941"/>
                <a:gd name="connsiteY417" fmla="*/ 471268 h 1160647"/>
                <a:gd name="connsiteX418" fmla="*/ 141990 w 3079941"/>
                <a:gd name="connsiteY418" fmla="*/ 471268 h 1160647"/>
                <a:gd name="connsiteX419" fmla="*/ 154404 w 3079941"/>
                <a:gd name="connsiteY419" fmla="*/ 471268 h 1160647"/>
                <a:gd name="connsiteX420" fmla="*/ 154404 w 3079941"/>
                <a:gd name="connsiteY420" fmla="*/ 356694 h 1160647"/>
                <a:gd name="connsiteX421" fmla="*/ 158457 w 3079941"/>
                <a:gd name="connsiteY421" fmla="*/ 328590 h 1160647"/>
                <a:gd name="connsiteX422" fmla="*/ 160484 w 3079941"/>
                <a:gd name="connsiteY422" fmla="*/ 328590 h 1160647"/>
                <a:gd name="connsiteX423" fmla="*/ 174671 w 3079941"/>
                <a:gd name="connsiteY423" fmla="*/ 328590 h 1160647"/>
                <a:gd name="connsiteX424" fmla="*/ 211151 w 3079941"/>
                <a:gd name="connsiteY424" fmla="*/ 246443 h 1160647"/>
                <a:gd name="connsiteX425" fmla="*/ 215205 w 3079941"/>
                <a:gd name="connsiteY425" fmla="*/ 0 h 1160647"/>
                <a:gd name="connsiteX0" fmla="*/ 160109 w 3024845"/>
                <a:gd name="connsiteY0" fmla="*/ 0 h 1166887"/>
                <a:gd name="connsiteX1" fmla="*/ 162135 w 3024845"/>
                <a:gd name="connsiteY1" fmla="*/ 246443 h 1166887"/>
                <a:gd name="connsiteX2" fmla="*/ 200642 w 3024845"/>
                <a:gd name="connsiteY2" fmla="*/ 326429 h 1166887"/>
                <a:gd name="connsiteX3" fmla="*/ 202669 w 3024845"/>
                <a:gd name="connsiteY3" fmla="*/ 326429 h 1166887"/>
                <a:gd name="connsiteX4" fmla="*/ 216856 w 3024845"/>
                <a:gd name="connsiteY4" fmla="*/ 326429 h 1166887"/>
                <a:gd name="connsiteX5" fmla="*/ 216856 w 3024845"/>
                <a:gd name="connsiteY5" fmla="*/ 350208 h 1166887"/>
                <a:gd name="connsiteX6" fmla="*/ 217363 w 3024845"/>
                <a:gd name="connsiteY6" fmla="*/ 351019 h 1166887"/>
                <a:gd name="connsiteX7" fmla="*/ 220909 w 3024845"/>
                <a:gd name="connsiteY7" fmla="*/ 356694 h 1166887"/>
                <a:gd name="connsiteX8" fmla="*/ 220909 w 3024845"/>
                <a:gd name="connsiteY8" fmla="*/ 471268 h 1166887"/>
                <a:gd name="connsiteX9" fmla="*/ 223189 w 3024845"/>
                <a:gd name="connsiteY9" fmla="*/ 471268 h 1166887"/>
                <a:gd name="connsiteX10" fmla="*/ 239150 w 3024845"/>
                <a:gd name="connsiteY10" fmla="*/ 471268 h 1166887"/>
                <a:gd name="connsiteX11" fmla="*/ 239150 w 3024845"/>
                <a:gd name="connsiteY11" fmla="*/ 611783 h 1166887"/>
                <a:gd name="connsiteX12" fmla="*/ 240670 w 3024845"/>
                <a:gd name="connsiteY12" fmla="*/ 611513 h 1166887"/>
                <a:gd name="connsiteX13" fmla="*/ 251310 w 3024845"/>
                <a:gd name="connsiteY13" fmla="*/ 609622 h 1166887"/>
                <a:gd name="connsiteX14" fmla="*/ 249283 w 3024845"/>
                <a:gd name="connsiteY14" fmla="*/ 698254 h 1166887"/>
                <a:gd name="connsiteX15" fmla="*/ 250803 w 3024845"/>
                <a:gd name="connsiteY15" fmla="*/ 698525 h 1166887"/>
                <a:gd name="connsiteX16" fmla="*/ 261443 w 3024845"/>
                <a:gd name="connsiteY16" fmla="*/ 700416 h 1166887"/>
                <a:gd name="connsiteX17" fmla="*/ 261696 w 3024845"/>
                <a:gd name="connsiteY17" fmla="*/ 701227 h 1166887"/>
                <a:gd name="connsiteX18" fmla="*/ 263470 w 3024845"/>
                <a:gd name="connsiteY18" fmla="*/ 706902 h 1166887"/>
                <a:gd name="connsiteX19" fmla="*/ 264230 w 3024845"/>
                <a:gd name="connsiteY19" fmla="*/ 704470 h 1166887"/>
                <a:gd name="connsiteX20" fmla="*/ 269550 w 3024845"/>
                <a:gd name="connsiteY20" fmla="*/ 687446 h 1166887"/>
                <a:gd name="connsiteX21" fmla="*/ 271323 w 3024845"/>
                <a:gd name="connsiteY21" fmla="*/ 687446 h 1166887"/>
                <a:gd name="connsiteX22" fmla="*/ 283737 w 3024845"/>
                <a:gd name="connsiteY22" fmla="*/ 687446 h 1166887"/>
                <a:gd name="connsiteX23" fmla="*/ 283737 w 3024845"/>
                <a:gd name="connsiteY23" fmla="*/ 719872 h 1166887"/>
                <a:gd name="connsiteX24" fmla="*/ 284750 w 3024845"/>
                <a:gd name="connsiteY24" fmla="*/ 720413 h 1166887"/>
                <a:gd name="connsiteX25" fmla="*/ 291844 w 3024845"/>
                <a:gd name="connsiteY25" fmla="*/ 724196 h 1166887"/>
                <a:gd name="connsiteX26" fmla="*/ 291844 w 3024845"/>
                <a:gd name="connsiteY26" fmla="*/ 725547 h 1166887"/>
                <a:gd name="connsiteX27" fmla="*/ 291844 w 3024845"/>
                <a:gd name="connsiteY27" fmla="*/ 735005 h 1166887"/>
                <a:gd name="connsiteX28" fmla="*/ 336431 w 3024845"/>
                <a:gd name="connsiteY28" fmla="*/ 735005 h 1166887"/>
                <a:gd name="connsiteX29" fmla="*/ 336431 w 3024845"/>
                <a:gd name="connsiteY29" fmla="*/ 736086 h 1166887"/>
                <a:gd name="connsiteX30" fmla="*/ 336431 w 3024845"/>
                <a:gd name="connsiteY30" fmla="*/ 743652 h 1166887"/>
                <a:gd name="connsiteX31" fmla="*/ 338457 w 3024845"/>
                <a:gd name="connsiteY31" fmla="*/ 743652 h 1166887"/>
                <a:gd name="connsiteX32" fmla="*/ 352644 w 3024845"/>
                <a:gd name="connsiteY32" fmla="*/ 743652 h 1166887"/>
                <a:gd name="connsiteX33" fmla="*/ 352644 w 3024845"/>
                <a:gd name="connsiteY33" fmla="*/ 713387 h 1166887"/>
                <a:gd name="connsiteX34" fmla="*/ 397231 w 3024845"/>
                <a:gd name="connsiteY34" fmla="*/ 713387 h 1166887"/>
                <a:gd name="connsiteX35" fmla="*/ 397231 w 3024845"/>
                <a:gd name="connsiteY35" fmla="*/ 712036 h 1166887"/>
                <a:gd name="connsiteX36" fmla="*/ 397231 w 3024845"/>
                <a:gd name="connsiteY36" fmla="*/ 702578 h 1166887"/>
                <a:gd name="connsiteX37" fmla="*/ 398245 w 3024845"/>
                <a:gd name="connsiteY37" fmla="*/ 702578 h 1166887"/>
                <a:gd name="connsiteX38" fmla="*/ 405338 w 3024845"/>
                <a:gd name="connsiteY38" fmla="*/ 702578 h 1166887"/>
                <a:gd name="connsiteX39" fmla="*/ 405338 w 3024845"/>
                <a:gd name="connsiteY39" fmla="*/ 700687 h 1166887"/>
                <a:gd name="connsiteX40" fmla="*/ 405338 w 3024845"/>
                <a:gd name="connsiteY40" fmla="*/ 687446 h 1166887"/>
                <a:gd name="connsiteX41" fmla="*/ 406098 w 3024845"/>
                <a:gd name="connsiteY41" fmla="*/ 687446 h 1166887"/>
                <a:gd name="connsiteX42" fmla="*/ 411418 w 3024845"/>
                <a:gd name="connsiteY42" fmla="*/ 687446 h 1166887"/>
                <a:gd name="connsiteX43" fmla="*/ 411418 w 3024845"/>
                <a:gd name="connsiteY43" fmla="*/ 686365 h 1166887"/>
                <a:gd name="connsiteX44" fmla="*/ 411418 w 3024845"/>
                <a:gd name="connsiteY44" fmla="*/ 678798 h 1166887"/>
                <a:gd name="connsiteX45" fmla="*/ 413445 w 3024845"/>
                <a:gd name="connsiteY45" fmla="*/ 678798 h 1166887"/>
                <a:gd name="connsiteX46" fmla="*/ 427632 w 3024845"/>
                <a:gd name="connsiteY46" fmla="*/ 678798 h 1166887"/>
                <a:gd name="connsiteX47" fmla="*/ 427632 w 3024845"/>
                <a:gd name="connsiteY47" fmla="*/ 679879 h 1166887"/>
                <a:gd name="connsiteX48" fmla="*/ 427632 w 3024845"/>
                <a:gd name="connsiteY48" fmla="*/ 687446 h 1166887"/>
                <a:gd name="connsiteX49" fmla="*/ 449925 w 3024845"/>
                <a:gd name="connsiteY49" fmla="*/ 687446 h 1166887"/>
                <a:gd name="connsiteX50" fmla="*/ 449925 w 3024845"/>
                <a:gd name="connsiteY50" fmla="*/ 685554 h 1166887"/>
                <a:gd name="connsiteX51" fmla="*/ 449925 w 3024845"/>
                <a:gd name="connsiteY51" fmla="*/ 672313 h 1166887"/>
                <a:gd name="connsiteX52" fmla="*/ 451699 w 3024845"/>
                <a:gd name="connsiteY52" fmla="*/ 672313 h 1166887"/>
                <a:gd name="connsiteX53" fmla="*/ 464112 w 3024845"/>
                <a:gd name="connsiteY53" fmla="*/ 672313 h 1166887"/>
                <a:gd name="connsiteX54" fmla="*/ 464112 w 3024845"/>
                <a:gd name="connsiteY54" fmla="*/ 696093 h 1166887"/>
                <a:gd name="connsiteX55" fmla="*/ 465126 w 3024845"/>
                <a:gd name="connsiteY55" fmla="*/ 696093 h 1166887"/>
                <a:gd name="connsiteX56" fmla="*/ 472219 w 3024845"/>
                <a:gd name="connsiteY56" fmla="*/ 696093 h 1166887"/>
                <a:gd name="connsiteX57" fmla="*/ 472219 w 3024845"/>
                <a:gd name="connsiteY57" fmla="*/ 695012 h 1166887"/>
                <a:gd name="connsiteX58" fmla="*/ 472219 w 3024845"/>
                <a:gd name="connsiteY58" fmla="*/ 687446 h 1166887"/>
                <a:gd name="connsiteX59" fmla="*/ 473992 w 3024845"/>
                <a:gd name="connsiteY59" fmla="*/ 687446 h 1166887"/>
                <a:gd name="connsiteX60" fmla="*/ 486406 w 3024845"/>
                <a:gd name="connsiteY60" fmla="*/ 687446 h 1166887"/>
                <a:gd name="connsiteX61" fmla="*/ 486406 w 3024845"/>
                <a:gd name="connsiteY61" fmla="*/ 713387 h 1166887"/>
                <a:gd name="connsiteX62" fmla="*/ 488433 w 3024845"/>
                <a:gd name="connsiteY62" fmla="*/ 713387 h 1166887"/>
                <a:gd name="connsiteX63" fmla="*/ 502619 w 3024845"/>
                <a:gd name="connsiteY63" fmla="*/ 713387 h 1166887"/>
                <a:gd name="connsiteX64" fmla="*/ 502619 w 3024845"/>
                <a:gd name="connsiteY64" fmla="*/ 715008 h 1166887"/>
                <a:gd name="connsiteX65" fmla="*/ 502619 w 3024845"/>
                <a:gd name="connsiteY65" fmla="*/ 726358 h 1166887"/>
                <a:gd name="connsiteX66" fmla="*/ 503379 w 3024845"/>
                <a:gd name="connsiteY66" fmla="*/ 726358 h 1166887"/>
                <a:gd name="connsiteX67" fmla="*/ 508700 w 3024845"/>
                <a:gd name="connsiteY67" fmla="*/ 726358 h 1166887"/>
                <a:gd name="connsiteX68" fmla="*/ 508700 w 3024845"/>
                <a:gd name="connsiteY68" fmla="*/ 725547 h 1166887"/>
                <a:gd name="connsiteX69" fmla="*/ 508700 w 3024845"/>
                <a:gd name="connsiteY69" fmla="*/ 719872 h 1166887"/>
                <a:gd name="connsiteX70" fmla="*/ 539100 w 3024845"/>
                <a:gd name="connsiteY70" fmla="*/ 719872 h 1166887"/>
                <a:gd name="connsiteX71" fmla="*/ 539100 w 3024845"/>
                <a:gd name="connsiteY71" fmla="*/ 743652 h 1166887"/>
                <a:gd name="connsiteX72" fmla="*/ 540113 w 3024845"/>
                <a:gd name="connsiteY72" fmla="*/ 743652 h 1166887"/>
                <a:gd name="connsiteX73" fmla="*/ 547207 w 3024845"/>
                <a:gd name="connsiteY73" fmla="*/ 743652 h 1166887"/>
                <a:gd name="connsiteX74" fmla="*/ 547207 w 3024845"/>
                <a:gd name="connsiteY74" fmla="*/ 744733 h 1166887"/>
                <a:gd name="connsiteX75" fmla="*/ 547207 w 3024845"/>
                <a:gd name="connsiteY75" fmla="*/ 752299 h 1166887"/>
                <a:gd name="connsiteX76" fmla="*/ 547967 w 3024845"/>
                <a:gd name="connsiteY76" fmla="*/ 752299 h 1166887"/>
                <a:gd name="connsiteX77" fmla="*/ 553287 w 3024845"/>
                <a:gd name="connsiteY77" fmla="*/ 752299 h 1166887"/>
                <a:gd name="connsiteX78" fmla="*/ 553287 w 3024845"/>
                <a:gd name="connsiteY78" fmla="*/ 750137 h 1166887"/>
                <a:gd name="connsiteX79" fmla="*/ 553287 w 3024845"/>
                <a:gd name="connsiteY79" fmla="*/ 735005 h 1166887"/>
                <a:gd name="connsiteX80" fmla="*/ 554300 w 3024845"/>
                <a:gd name="connsiteY80" fmla="*/ 735005 h 1166887"/>
                <a:gd name="connsiteX81" fmla="*/ 561394 w 3024845"/>
                <a:gd name="connsiteY81" fmla="*/ 735005 h 1166887"/>
                <a:gd name="connsiteX82" fmla="*/ 561394 w 3024845"/>
                <a:gd name="connsiteY82" fmla="*/ 736086 h 1166887"/>
                <a:gd name="connsiteX83" fmla="*/ 561394 w 3024845"/>
                <a:gd name="connsiteY83" fmla="*/ 743652 h 1166887"/>
                <a:gd name="connsiteX84" fmla="*/ 566714 w 3024845"/>
                <a:gd name="connsiteY84" fmla="*/ 741659 h 1166887"/>
                <a:gd name="connsiteX85" fmla="*/ 567474 w 3024845"/>
                <a:gd name="connsiteY85" fmla="*/ 740679 h 1166887"/>
                <a:gd name="connsiteX86" fmla="*/ 567474 w 3024845"/>
                <a:gd name="connsiteY86" fmla="*/ 735005 h 1166887"/>
                <a:gd name="connsiteX87" fmla="*/ 605981 w 3024845"/>
                <a:gd name="connsiteY87" fmla="*/ 735005 h 1166887"/>
                <a:gd name="connsiteX88" fmla="*/ 605981 w 3024845"/>
                <a:gd name="connsiteY88" fmla="*/ 758784 h 1166887"/>
                <a:gd name="connsiteX89" fmla="*/ 608007 w 3024845"/>
                <a:gd name="connsiteY89" fmla="*/ 758784 h 1166887"/>
                <a:gd name="connsiteX90" fmla="*/ 622194 w 3024845"/>
                <a:gd name="connsiteY90" fmla="*/ 758784 h 1166887"/>
                <a:gd name="connsiteX91" fmla="*/ 622194 w 3024845"/>
                <a:gd name="connsiteY91" fmla="*/ 759865 h 1166887"/>
                <a:gd name="connsiteX92" fmla="*/ 622194 w 3024845"/>
                <a:gd name="connsiteY92" fmla="*/ 767431 h 1166887"/>
                <a:gd name="connsiteX93" fmla="*/ 623968 w 3024845"/>
                <a:gd name="connsiteY93" fmla="*/ 767431 h 1166887"/>
                <a:gd name="connsiteX94" fmla="*/ 636381 w 3024845"/>
                <a:gd name="connsiteY94" fmla="*/ 767431 h 1166887"/>
                <a:gd name="connsiteX95" fmla="*/ 636381 w 3024845"/>
                <a:gd name="connsiteY95" fmla="*/ 743652 h 1166887"/>
                <a:gd name="connsiteX96" fmla="*/ 637394 w 3024845"/>
                <a:gd name="connsiteY96" fmla="*/ 743652 h 1166887"/>
                <a:gd name="connsiteX97" fmla="*/ 644488 w 3024845"/>
                <a:gd name="connsiteY97" fmla="*/ 743652 h 1166887"/>
                <a:gd name="connsiteX98" fmla="*/ 644488 w 3024845"/>
                <a:gd name="connsiteY98" fmla="*/ 711225 h 1166887"/>
                <a:gd name="connsiteX99" fmla="*/ 645501 w 3024845"/>
                <a:gd name="connsiteY99" fmla="*/ 711225 h 1166887"/>
                <a:gd name="connsiteX100" fmla="*/ 652595 w 3024845"/>
                <a:gd name="connsiteY100" fmla="*/ 711225 h 1166887"/>
                <a:gd name="connsiteX101" fmla="*/ 652595 w 3024845"/>
                <a:gd name="connsiteY101" fmla="*/ 709334 h 1166887"/>
                <a:gd name="connsiteX102" fmla="*/ 652595 w 3024845"/>
                <a:gd name="connsiteY102" fmla="*/ 696093 h 1166887"/>
                <a:gd name="connsiteX103" fmla="*/ 651328 w 3024845"/>
                <a:gd name="connsiteY103" fmla="*/ 694471 h 1166887"/>
                <a:gd name="connsiteX104" fmla="*/ 656648 w 3024845"/>
                <a:gd name="connsiteY104" fmla="*/ 683122 h 1166887"/>
                <a:gd name="connsiteX105" fmla="*/ 664755 w 3024845"/>
                <a:gd name="connsiteY105" fmla="*/ 711225 h 1166887"/>
                <a:gd name="connsiteX106" fmla="*/ 665515 w 3024845"/>
                <a:gd name="connsiteY106" fmla="*/ 711225 h 1166887"/>
                <a:gd name="connsiteX107" fmla="*/ 670835 w 3024845"/>
                <a:gd name="connsiteY107" fmla="*/ 711225 h 1166887"/>
                <a:gd name="connsiteX108" fmla="*/ 670835 w 3024845"/>
                <a:gd name="connsiteY108" fmla="*/ 605298 h 1166887"/>
                <a:gd name="connsiteX109" fmla="*/ 672355 w 3024845"/>
                <a:gd name="connsiteY109" fmla="*/ 605298 h 1166887"/>
                <a:gd name="connsiteX110" fmla="*/ 682995 w 3024845"/>
                <a:gd name="connsiteY110" fmla="*/ 605298 h 1166887"/>
                <a:gd name="connsiteX111" fmla="*/ 682995 w 3024845"/>
                <a:gd name="connsiteY111" fmla="*/ 557739 h 1166887"/>
                <a:gd name="connsiteX112" fmla="*/ 709342 w 3024845"/>
                <a:gd name="connsiteY112" fmla="*/ 557739 h 1166887"/>
                <a:gd name="connsiteX113" fmla="*/ 709342 w 3024845"/>
                <a:gd name="connsiteY113" fmla="*/ 536121 h 1166887"/>
                <a:gd name="connsiteX114" fmla="*/ 743796 w 3024845"/>
                <a:gd name="connsiteY114" fmla="*/ 536121 h 1166887"/>
                <a:gd name="connsiteX115" fmla="*/ 743796 w 3024845"/>
                <a:gd name="connsiteY115" fmla="*/ 538553 h 1166887"/>
                <a:gd name="connsiteX116" fmla="*/ 743796 w 3024845"/>
                <a:gd name="connsiteY116" fmla="*/ 555577 h 1166887"/>
                <a:gd name="connsiteX117" fmla="*/ 746076 w 3024845"/>
                <a:gd name="connsiteY117" fmla="*/ 555577 h 1166887"/>
                <a:gd name="connsiteX118" fmla="*/ 762036 w 3024845"/>
                <a:gd name="connsiteY118" fmla="*/ 555577 h 1166887"/>
                <a:gd name="connsiteX119" fmla="*/ 762036 w 3024845"/>
                <a:gd name="connsiteY119" fmla="*/ 603136 h 1166887"/>
                <a:gd name="connsiteX120" fmla="*/ 763049 w 3024845"/>
                <a:gd name="connsiteY120" fmla="*/ 603136 h 1166887"/>
                <a:gd name="connsiteX121" fmla="*/ 770143 w 3024845"/>
                <a:gd name="connsiteY121" fmla="*/ 603136 h 1166887"/>
                <a:gd name="connsiteX122" fmla="*/ 784330 w 3024845"/>
                <a:gd name="connsiteY122" fmla="*/ 607460 h 1166887"/>
                <a:gd name="connsiteX123" fmla="*/ 784330 w 3024845"/>
                <a:gd name="connsiteY123" fmla="*/ 646372 h 1166887"/>
                <a:gd name="connsiteX124" fmla="*/ 785343 w 3024845"/>
                <a:gd name="connsiteY124" fmla="*/ 646372 h 1166887"/>
                <a:gd name="connsiteX125" fmla="*/ 792436 w 3024845"/>
                <a:gd name="connsiteY125" fmla="*/ 646372 h 1166887"/>
                <a:gd name="connsiteX126" fmla="*/ 792436 w 3024845"/>
                <a:gd name="connsiteY126" fmla="*/ 647993 h 1166887"/>
                <a:gd name="connsiteX127" fmla="*/ 792436 w 3024845"/>
                <a:gd name="connsiteY127" fmla="*/ 659342 h 1166887"/>
                <a:gd name="connsiteX128" fmla="*/ 794463 w 3024845"/>
                <a:gd name="connsiteY128" fmla="*/ 659342 h 1166887"/>
                <a:gd name="connsiteX129" fmla="*/ 808650 w 3024845"/>
                <a:gd name="connsiteY129" fmla="*/ 659342 h 1166887"/>
                <a:gd name="connsiteX130" fmla="*/ 814730 w 3024845"/>
                <a:gd name="connsiteY130" fmla="*/ 665828 h 1166887"/>
                <a:gd name="connsiteX131" fmla="*/ 814730 w 3024845"/>
                <a:gd name="connsiteY131" fmla="*/ 687446 h 1166887"/>
                <a:gd name="connsiteX132" fmla="*/ 817010 w 3024845"/>
                <a:gd name="connsiteY132" fmla="*/ 687446 h 1166887"/>
                <a:gd name="connsiteX133" fmla="*/ 832970 w 3024845"/>
                <a:gd name="connsiteY133" fmla="*/ 687446 h 1166887"/>
                <a:gd name="connsiteX134" fmla="*/ 832970 w 3024845"/>
                <a:gd name="connsiteY134" fmla="*/ 688526 h 1166887"/>
                <a:gd name="connsiteX135" fmla="*/ 832970 w 3024845"/>
                <a:gd name="connsiteY135" fmla="*/ 696093 h 1166887"/>
                <a:gd name="connsiteX136" fmla="*/ 834237 w 3024845"/>
                <a:gd name="connsiteY136" fmla="*/ 696093 h 1166887"/>
                <a:gd name="connsiteX137" fmla="*/ 843104 w 3024845"/>
                <a:gd name="connsiteY137" fmla="*/ 696093 h 1166887"/>
                <a:gd name="connsiteX138" fmla="*/ 843104 w 3024845"/>
                <a:gd name="connsiteY138" fmla="*/ 698254 h 1166887"/>
                <a:gd name="connsiteX139" fmla="*/ 843104 w 3024845"/>
                <a:gd name="connsiteY139" fmla="*/ 713387 h 1166887"/>
                <a:gd name="connsiteX140" fmla="*/ 847157 w 3024845"/>
                <a:gd name="connsiteY140" fmla="*/ 711495 h 1166887"/>
                <a:gd name="connsiteX141" fmla="*/ 847157 w 3024845"/>
                <a:gd name="connsiteY141" fmla="*/ 698254 h 1166887"/>
                <a:gd name="connsiteX142" fmla="*/ 848170 w 3024845"/>
                <a:gd name="connsiteY142" fmla="*/ 698254 h 1166887"/>
                <a:gd name="connsiteX143" fmla="*/ 855264 w 3024845"/>
                <a:gd name="connsiteY143" fmla="*/ 698254 h 1166887"/>
                <a:gd name="connsiteX144" fmla="*/ 855264 w 3024845"/>
                <a:gd name="connsiteY144" fmla="*/ 699876 h 1166887"/>
                <a:gd name="connsiteX145" fmla="*/ 855264 w 3024845"/>
                <a:gd name="connsiteY145" fmla="*/ 711225 h 1166887"/>
                <a:gd name="connsiteX146" fmla="*/ 856024 w 3024845"/>
                <a:gd name="connsiteY146" fmla="*/ 711225 h 1166887"/>
                <a:gd name="connsiteX147" fmla="*/ 861344 w 3024845"/>
                <a:gd name="connsiteY147" fmla="*/ 711225 h 1166887"/>
                <a:gd name="connsiteX148" fmla="*/ 909984 w 3024845"/>
                <a:gd name="connsiteY148" fmla="*/ 706902 h 1166887"/>
                <a:gd name="connsiteX149" fmla="*/ 909984 w 3024845"/>
                <a:gd name="connsiteY149" fmla="*/ 708253 h 1166887"/>
                <a:gd name="connsiteX150" fmla="*/ 909984 w 3024845"/>
                <a:gd name="connsiteY150" fmla="*/ 717710 h 1166887"/>
                <a:gd name="connsiteX151" fmla="*/ 910744 w 3024845"/>
                <a:gd name="connsiteY151" fmla="*/ 717710 h 1166887"/>
                <a:gd name="connsiteX152" fmla="*/ 916065 w 3024845"/>
                <a:gd name="connsiteY152" fmla="*/ 717710 h 1166887"/>
                <a:gd name="connsiteX153" fmla="*/ 916065 w 3024845"/>
                <a:gd name="connsiteY153" fmla="*/ 719872 h 1166887"/>
                <a:gd name="connsiteX154" fmla="*/ 916065 w 3024845"/>
                <a:gd name="connsiteY154" fmla="*/ 735005 h 1166887"/>
                <a:gd name="connsiteX155" fmla="*/ 918091 w 3024845"/>
                <a:gd name="connsiteY155" fmla="*/ 733654 h 1166887"/>
                <a:gd name="connsiteX156" fmla="*/ 932278 w 3024845"/>
                <a:gd name="connsiteY156" fmla="*/ 724196 h 1166887"/>
                <a:gd name="connsiteX157" fmla="*/ 938358 w 3024845"/>
                <a:gd name="connsiteY157" fmla="*/ 683122 h 1166887"/>
                <a:gd name="connsiteX158" fmla="*/ 939118 w 3024845"/>
                <a:gd name="connsiteY158" fmla="*/ 682852 h 1166887"/>
                <a:gd name="connsiteX159" fmla="*/ 944438 w 3024845"/>
                <a:gd name="connsiteY159" fmla="*/ 680960 h 1166887"/>
                <a:gd name="connsiteX160" fmla="*/ 946465 w 3024845"/>
                <a:gd name="connsiteY160" fmla="*/ 611783 h 1166887"/>
                <a:gd name="connsiteX161" fmla="*/ 948492 w 3024845"/>
                <a:gd name="connsiteY161" fmla="*/ 680960 h 1166887"/>
                <a:gd name="connsiteX162" fmla="*/ 949252 w 3024845"/>
                <a:gd name="connsiteY162" fmla="*/ 681230 h 1166887"/>
                <a:gd name="connsiteX163" fmla="*/ 954572 w 3024845"/>
                <a:gd name="connsiteY163" fmla="*/ 683122 h 1166887"/>
                <a:gd name="connsiteX164" fmla="*/ 954572 w 3024845"/>
                <a:gd name="connsiteY164" fmla="*/ 596651 h 1166887"/>
                <a:gd name="connsiteX165" fmla="*/ 958625 w 3024845"/>
                <a:gd name="connsiteY165" fmla="*/ 564224 h 1166887"/>
                <a:gd name="connsiteX166" fmla="*/ 997132 w 3024845"/>
                <a:gd name="connsiteY166" fmla="*/ 564224 h 1166887"/>
                <a:gd name="connsiteX167" fmla="*/ 997132 w 3024845"/>
                <a:gd name="connsiteY167" fmla="*/ 596651 h 1166887"/>
                <a:gd name="connsiteX168" fmla="*/ 997892 w 3024845"/>
                <a:gd name="connsiteY168" fmla="*/ 596651 h 1166887"/>
                <a:gd name="connsiteX169" fmla="*/ 1003212 w 3024845"/>
                <a:gd name="connsiteY169" fmla="*/ 596651 h 1166887"/>
                <a:gd name="connsiteX170" fmla="*/ 1003212 w 3024845"/>
                <a:gd name="connsiteY170" fmla="*/ 514503 h 1166887"/>
                <a:gd name="connsiteX171" fmla="*/ 1004986 w 3024845"/>
                <a:gd name="connsiteY171" fmla="*/ 514503 h 1166887"/>
                <a:gd name="connsiteX172" fmla="*/ 1017399 w 3024845"/>
                <a:gd name="connsiteY172" fmla="*/ 514503 h 1166887"/>
                <a:gd name="connsiteX173" fmla="*/ 1017399 w 3024845"/>
                <a:gd name="connsiteY173" fmla="*/ 512612 h 1166887"/>
                <a:gd name="connsiteX174" fmla="*/ 1017399 w 3024845"/>
                <a:gd name="connsiteY174" fmla="*/ 499371 h 1166887"/>
                <a:gd name="connsiteX175" fmla="*/ 1039693 w 3024845"/>
                <a:gd name="connsiteY175" fmla="*/ 499371 h 1166887"/>
                <a:gd name="connsiteX176" fmla="*/ 1039693 w 3024845"/>
                <a:gd name="connsiteY176" fmla="*/ 498290 h 1166887"/>
                <a:gd name="connsiteX177" fmla="*/ 1039693 w 3024845"/>
                <a:gd name="connsiteY177" fmla="*/ 490724 h 1166887"/>
                <a:gd name="connsiteX178" fmla="*/ 1041466 w 3024845"/>
                <a:gd name="connsiteY178" fmla="*/ 490724 h 1166887"/>
                <a:gd name="connsiteX179" fmla="*/ 1053880 w 3024845"/>
                <a:gd name="connsiteY179" fmla="*/ 490724 h 1166887"/>
                <a:gd name="connsiteX180" fmla="*/ 1053880 w 3024845"/>
                <a:gd name="connsiteY180" fmla="*/ 491805 h 1166887"/>
                <a:gd name="connsiteX181" fmla="*/ 1053880 w 3024845"/>
                <a:gd name="connsiteY181" fmla="*/ 499371 h 1166887"/>
                <a:gd name="connsiteX182" fmla="*/ 1054640 w 3024845"/>
                <a:gd name="connsiteY182" fmla="*/ 499371 h 1166887"/>
                <a:gd name="connsiteX183" fmla="*/ 1059960 w 3024845"/>
                <a:gd name="connsiteY183" fmla="*/ 499371 h 1166887"/>
                <a:gd name="connsiteX184" fmla="*/ 1070093 w 3024845"/>
                <a:gd name="connsiteY184" fmla="*/ 495047 h 1166887"/>
                <a:gd name="connsiteX185" fmla="*/ 1074146 w 3024845"/>
                <a:gd name="connsiteY185" fmla="*/ 498290 h 1166887"/>
                <a:gd name="connsiteX186" fmla="*/ 1074146 w 3024845"/>
                <a:gd name="connsiteY186" fmla="*/ 490724 h 1166887"/>
                <a:gd name="connsiteX187" fmla="*/ 1076426 w 3024845"/>
                <a:gd name="connsiteY187" fmla="*/ 490724 h 1166887"/>
                <a:gd name="connsiteX188" fmla="*/ 1092387 w 3024845"/>
                <a:gd name="connsiteY188" fmla="*/ 490724 h 1166887"/>
                <a:gd name="connsiteX189" fmla="*/ 1092387 w 3024845"/>
                <a:gd name="connsiteY189" fmla="*/ 491805 h 1166887"/>
                <a:gd name="connsiteX190" fmla="*/ 1092387 w 3024845"/>
                <a:gd name="connsiteY190" fmla="*/ 499371 h 1166887"/>
                <a:gd name="connsiteX191" fmla="*/ 1122787 w 3024845"/>
                <a:gd name="connsiteY191" fmla="*/ 499371 h 1166887"/>
                <a:gd name="connsiteX192" fmla="*/ 1122787 w 3024845"/>
                <a:gd name="connsiteY192" fmla="*/ 500992 h 1166887"/>
                <a:gd name="connsiteX193" fmla="*/ 1122787 w 3024845"/>
                <a:gd name="connsiteY193" fmla="*/ 512342 h 1166887"/>
                <a:gd name="connsiteX194" fmla="*/ 1149134 w 3024845"/>
                <a:gd name="connsiteY194" fmla="*/ 512342 h 1166887"/>
                <a:gd name="connsiteX195" fmla="*/ 1149134 w 3024845"/>
                <a:gd name="connsiteY195" fmla="*/ 542606 h 1166887"/>
                <a:gd name="connsiteX196" fmla="*/ 1149894 w 3024845"/>
                <a:gd name="connsiteY196" fmla="*/ 542606 h 1166887"/>
                <a:gd name="connsiteX197" fmla="*/ 1155214 w 3024845"/>
                <a:gd name="connsiteY197" fmla="*/ 542606 h 1166887"/>
                <a:gd name="connsiteX198" fmla="*/ 1155214 w 3024845"/>
                <a:gd name="connsiteY198" fmla="*/ 543687 h 1166887"/>
                <a:gd name="connsiteX199" fmla="*/ 1155214 w 3024845"/>
                <a:gd name="connsiteY199" fmla="*/ 551254 h 1166887"/>
                <a:gd name="connsiteX200" fmla="*/ 1159268 w 3024845"/>
                <a:gd name="connsiteY200" fmla="*/ 581518 h 1166887"/>
                <a:gd name="connsiteX201" fmla="*/ 1160028 w 3024845"/>
                <a:gd name="connsiteY201" fmla="*/ 581518 h 1166887"/>
                <a:gd name="connsiteX202" fmla="*/ 1165348 w 3024845"/>
                <a:gd name="connsiteY202" fmla="*/ 581518 h 1166887"/>
                <a:gd name="connsiteX203" fmla="*/ 1165348 w 3024845"/>
                <a:gd name="connsiteY203" fmla="*/ 582329 h 1166887"/>
                <a:gd name="connsiteX204" fmla="*/ 1165348 w 3024845"/>
                <a:gd name="connsiteY204" fmla="*/ 588004 h 1166887"/>
                <a:gd name="connsiteX205" fmla="*/ 1166361 w 3024845"/>
                <a:gd name="connsiteY205" fmla="*/ 588004 h 1166887"/>
                <a:gd name="connsiteX206" fmla="*/ 1173454 w 3024845"/>
                <a:gd name="connsiteY206" fmla="*/ 588004 h 1166887"/>
                <a:gd name="connsiteX207" fmla="*/ 1173454 w 3024845"/>
                <a:gd name="connsiteY207" fmla="*/ 618269 h 1166887"/>
                <a:gd name="connsiteX208" fmla="*/ 1175481 w 3024845"/>
                <a:gd name="connsiteY208" fmla="*/ 618269 h 1166887"/>
                <a:gd name="connsiteX209" fmla="*/ 1189668 w 3024845"/>
                <a:gd name="connsiteY209" fmla="*/ 618269 h 1166887"/>
                <a:gd name="connsiteX210" fmla="*/ 1189668 w 3024845"/>
                <a:gd name="connsiteY210" fmla="*/ 642048 h 1166887"/>
                <a:gd name="connsiteX211" fmla="*/ 1191695 w 3024845"/>
                <a:gd name="connsiteY211" fmla="*/ 643669 h 1166887"/>
                <a:gd name="connsiteX212" fmla="*/ 1191695 w 3024845"/>
                <a:gd name="connsiteY212" fmla="*/ 655019 h 1166887"/>
                <a:gd name="connsiteX213" fmla="*/ 1192455 w 3024845"/>
                <a:gd name="connsiteY213" fmla="*/ 655019 h 1166887"/>
                <a:gd name="connsiteX214" fmla="*/ 1197775 w 3024845"/>
                <a:gd name="connsiteY214" fmla="*/ 655019 h 1166887"/>
                <a:gd name="connsiteX215" fmla="*/ 1197775 w 3024845"/>
                <a:gd name="connsiteY215" fmla="*/ 678798 h 1166887"/>
                <a:gd name="connsiteX216" fmla="*/ 1199041 w 3024845"/>
                <a:gd name="connsiteY216" fmla="*/ 678798 h 1166887"/>
                <a:gd name="connsiteX217" fmla="*/ 1207908 w 3024845"/>
                <a:gd name="connsiteY217" fmla="*/ 678798 h 1166887"/>
                <a:gd name="connsiteX218" fmla="*/ 1209935 w 3024845"/>
                <a:gd name="connsiteY218" fmla="*/ 682852 h 1166887"/>
                <a:gd name="connsiteX219" fmla="*/ 1209935 w 3024845"/>
                <a:gd name="connsiteY219" fmla="*/ 696093 h 1166887"/>
                <a:gd name="connsiteX220" fmla="*/ 1211455 w 3024845"/>
                <a:gd name="connsiteY220" fmla="*/ 694201 h 1166887"/>
                <a:gd name="connsiteX221" fmla="*/ 1222095 w 3024845"/>
                <a:gd name="connsiteY221" fmla="*/ 680960 h 1166887"/>
                <a:gd name="connsiteX222" fmla="*/ 1250469 w 3024845"/>
                <a:gd name="connsiteY222" fmla="*/ 680960 h 1166887"/>
                <a:gd name="connsiteX223" fmla="*/ 1250469 w 3024845"/>
                <a:gd name="connsiteY223" fmla="*/ 767431 h 1166887"/>
                <a:gd name="connsiteX224" fmla="*/ 1251229 w 3024845"/>
                <a:gd name="connsiteY224" fmla="*/ 767431 h 1166887"/>
                <a:gd name="connsiteX225" fmla="*/ 1256549 w 3024845"/>
                <a:gd name="connsiteY225" fmla="*/ 767431 h 1166887"/>
                <a:gd name="connsiteX226" fmla="*/ 1257309 w 3024845"/>
                <a:gd name="connsiteY226" fmla="*/ 766080 h 1166887"/>
                <a:gd name="connsiteX227" fmla="*/ 1262629 w 3024845"/>
                <a:gd name="connsiteY227" fmla="*/ 756622 h 1166887"/>
                <a:gd name="connsiteX228" fmla="*/ 1262629 w 3024845"/>
                <a:gd name="connsiteY228" fmla="*/ 758514 h 1166887"/>
                <a:gd name="connsiteX229" fmla="*/ 1262629 w 3024845"/>
                <a:gd name="connsiteY229" fmla="*/ 771755 h 1166887"/>
                <a:gd name="connsiteX230" fmla="*/ 1266682 w 3024845"/>
                <a:gd name="connsiteY230" fmla="*/ 726358 h 1166887"/>
                <a:gd name="connsiteX231" fmla="*/ 1267442 w 3024845"/>
                <a:gd name="connsiteY231" fmla="*/ 726358 h 1166887"/>
                <a:gd name="connsiteX232" fmla="*/ 1272762 w 3024845"/>
                <a:gd name="connsiteY232" fmla="*/ 726358 h 1166887"/>
                <a:gd name="connsiteX233" fmla="*/ 1272762 w 3024845"/>
                <a:gd name="connsiteY233" fmla="*/ 661504 h 1166887"/>
                <a:gd name="connsiteX234" fmla="*/ 1273776 w 3024845"/>
                <a:gd name="connsiteY234" fmla="*/ 661504 h 1166887"/>
                <a:gd name="connsiteX235" fmla="*/ 1280869 w 3024845"/>
                <a:gd name="connsiteY235" fmla="*/ 661504 h 1166887"/>
                <a:gd name="connsiteX236" fmla="*/ 1293029 w 3024845"/>
                <a:gd name="connsiteY236" fmla="*/ 618269 h 1166887"/>
                <a:gd name="connsiteX237" fmla="*/ 1294296 w 3024845"/>
                <a:gd name="connsiteY237" fmla="*/ 618269 h 1166887"/>
                <a:gd name="connsiteX238" fmla="*/ 1303163 w 3024845"/>
                <a:gd name="connsiteY238" fmla="*/ 618269 h 1166887"/>
                <a:gd name="connsiteX239" fmla="*/ 1313296 w 3024845"/>
                <a:gd name="connsiteY239" fmla="*/ 661504 h 1166887"/>
                <a:gd name="connsiteX240" fmla="*/ 1314309 w 3024845"/>
                <a:gd name="connsiteY240" fmla="*/ 661504 h 1166887"/>
                <a:gd name="connsiteX241" fmla="*/ 1321403 w 3024845"/>
                <a:gd name="connsiteY241" fmla="*/ 661504 h 1166887"/>
                <a:gd name="connsiteX242" fmla="*/ 1321403 w 3024845"/>
                <a:gd name="connsiteY242" fmla="*/ 700416 h 1166887"/>
                <a:gd name="connsiteX243" fmla="*/ 1323176 w 3024845"/>
                <a:gd name="connsiteY243" fmla="*/ 700416 h 1166887"/>
                <a:gd name="connsiteX244" fmla="*/ 1335590 w 3024845"/>
                <a:gd name="connsiteY244" fmla="*/ 700416 h 1166887"/>
                <a:gd name="connsiteX245" fmla="*/ 1335590 w 3024845"/>
                <a:gd name="connsiteY245" fmla="*/ 702578 h 1166887"/>
                <a:gd name="connsiteX246" fmla="*/ 1335590 w 3024845"/>
                <a:gd name="connsiteY246" fmla="*/ 717710 h 1166887"/>
                <a:gd name="connsiteX247" fmla="*/ 1339643 w 3024845"/>
                <a:gd name="connsiteY247" fmla="*/ 715549 h 1166887"/>
                <a:gd name="connsiteX248" fmla="*/ 1339643 w 3024845"/>
                <a:gd name="connsiteY248" fmla="*/ 700416 h 1166887"/>
                <a:gd name="connsiteX249" fmla="*/ 1341163 w 3024845"/>
                <a:gd name="connsiteY249" fmla="*/ 700416 h 1166887"/>
                <a:gd name="connsiteX250" fmla="*/ 1351803 w 3024845"/>
                <a:gd name="connsiteY250" fmla="*/ 700416 h 1166887"/>
                <a:gd name="connsiteX251" fmla="*/ 1351803 w 3024845"/>
                <a:gd name="connsiteY251" fmla="*/ 702037 h 1166887"/>
                <a:gd name="connsiteX252" fmla="*/ 1351803 w 3024845"/>
                <a:gd name="connsiteY252" fmla="*/ 713387 h 1166887"/>
                <a:gd name="connsiteX253" fmla="*/ 1382204 w 3024845"/>
                <a:gd name="connsiteY253" fmla="*/ 713387 h 1166887"/>
                <a:gd name="connsiteX254" fmla="*/ 1382204 w 3024845"/>
                <a:gd name="connsiteY254" fmla="*/ 676637 h 1166887"/>
                <a:gd name="connsiteX255" fmla="*/ 1383470 w 3024845"/>
                <a:gd name="connsiteY255" fmla="*/ 676637 h 1166887"/>
                <a:gd name="connsiteX256" fmla="*/ 1392337 w 3024845"/>
                <a:gd name="connsiteY256" fmla="*/ 676637 h 1166887"/>
                <a:gd name="connsiteX257" fmla="*/ 1392337 w 3024845"/>
                <a:gd name="connsiteY257" fmla="*/ 698254 h 1166887"/>
                <a:gd name="connsiteX258" fmla="*/ 1394364 w 3024845"/>
                <a:gd name="connsiteY258" fmla="*/ 665828 h 1166887"/>
                <a:gd name="connsiteX259" fmla="*/ 1416657 w 3024845"/>
                <a:gd name="connsiteY259" fmla="*/ 665828 h 1166887"/>
                <a:gd name="connsiteX260" fmla="*/ 1416657 w 3024845"/>
                <a:gd name="connsiteY260" fmla="*/ 664206 h 1166887"/>
                <a:gd name="connsiteX261" fmla="*/ 1416657 w 3024845"/>
                <a:gd name="connsiteY261" fmla="*/ 652857 h 1166887"/>
                <a:gd name="connsiteX262" fmla="*/ 1417417 w 3024845"/>
                <a:gd name="connsiteY262" fmla="*/ 652857 h 1166887"/>
                <a:gd name="connsiteX263" fmla="*/ 1422737 w 3024845"/>
                <a:gd name="connsiteY263" fmla="*/ 652857 h 1166887"/>
                <a:gd name="connsiteX264" fmla="*/ 1422737 w 3024845"/>
                <a:gd name="connsiteY264" fmla="*/ 650966 h 1166887"/>
                <a:gd name="connsiteX265" fmla="*/ 1422737 w 3024845"/>
                <a:gd name="connsiteY265" fmla="*/ 637725 h 1166887"/>
                <a:gd name="connsiteX266" fmla="*/ 1426791 w 3024845"/>
                <a:gd name="connsiteY266" fmla="*/ 644210 h 1166887"/>
                <a:gd name="connsiteX267" fmla="*/ 1429071 w 3024845"/>
                <a:gd name="connsiteY267" fmla="*/ 644210 h 1166887"/>
                <a:gd name="connsiteX268" fmla="*/ 1445031 w 3024845"/>
                <a:gd name="connsiteY268" fmla="*/ 644210 h 1166887"/>
                <a:gd name="connsiteX269" fmla="*/ 1445031 w 3024845"/>
                <a:gd name="connsiteY269" fmla="*/ 643399 h 1166887"/>
                <a:gd name="connsiteX270" fmla="*/ 1445031 w 3024845"/>
                <a:gd name="connsiteY270" fmla="*/ 637725 h 1166887"/>
                <a:gd name="connsiteX271" fmla="*/ 1445791 w 3024845"/>
                <a:gd name="connsiteY271" fmla="*/ 637725 h 1166887"/>
                <a:gd name="connsiteX272" fmla="*/ 1451111 w 3024845"/>
                <a:gd name="connsiteY272" fmla="*/ 637725 h 1166887"/>
                <a:gd name="connsiteX273" fmla="*/ 1451111 w 3024845"/>
                <a:gd name="connsiteY273" fmla="*/ 639076 h 1166887"/>
                <a:gd name="connsiteX274" fmla="*/ 1451111 w 3024845"/>
                <a:gd name="connsiteY274" fmla="*/ 648534 h 1166887"/>
                <a:gd name="connsiteX275" fmla="*/ 1489618 w 3024845"/>
                <a:gd name="connsiteY275" fmla="*/ 648534 h 1166887"/>
                <a:gd name="connsiteX276" fmla="*/ 1489618 w 3024845"/>
                <a:gd name="connsiteY276" fmla="*/ 786887 h 1166887"/>
                <a:gd name="connsiteX277" fmla="*/ 1491138 w 3024845"/>
                <a:gd name="connsiteY277" fmla="*/ 786887 h 1166887"/>
                <a:gd name="connsiteX278" fmla="*/ 1501778 w 3024845"/>
                <a:gd name="connsiteY278" fmla="*/ 786887 h 1166887"/>
                <a:gd name="connsiteX279" fmla="*/ 1501778 w 3024845"/>
                <a:gd name="connsiteY279" fmla="*/ 773917 h 1166887"/>
                <a:gd name="connsiteX280" fmla="*/ 1505832 w 3024845"/>
                <a:gd name="connsiteY280" fmla="*/ 773917 h 1166887"/>
                <a:gd name="connsiteX281" fmla="*/ 1505832 w 3024845"/>
                <a:gd name="connsiteY281" fmla="*/ 786887 h 1166887"/>
                <a:gd name="connsiteX282" fmla="*/ 1536232 w 3024845"/>
                <a:gd name="connsiteY282" fmla="*/ 786887 h 1166887"/>
                <a:gd name="connsiteX283" fmla="*/ 1536232 w 3024845"/>
                <a:gd name="connsiteY283" fmla="*/ 756622 h 1166887"/>
                <a:gd name="connsiteX284" fmla="*/ 1548392 w 3024845"/>
                <a:gd name="connsiteY284" fmla="*/ 756622 h 1166887"/>
                <a:gd name="connsiteX285" fmla="*/ 1560552 w 3024845"/>
                <a:gd name="connsiteY285" fmla="*/ 754461 h 1166887"/>
                <a:gd name="connsiteX286" fmla="*/ 1564606 w 3024845"/>
                <a:gd name="connsiteY286" fmla="*/ 756622 h 1166887"/>
                <a:gd name="connsiteX287" fmla="*/ 1574739 w 3024845"/>
                <a:gd name="connsiteY287" fmla="*/ 756622 h 1166887"/>
                <a:gd name="connsiteX288" fmla="*/ 1574739 w 3024845"/>
                <a:gd name="connsiteY288" fmla="*/ 786887 h 1166887"/>
                <a:gd name="connsiteX289" fmla="*/ 1582846 w 3024845"/>
                <a:gd name="connsiteY289" fmla="*/ 786887 h 1166887"/>
                <a:gd name="connsiteX290" fmla="*/ 1582846 w 3024845"/>
                <a:gd name="connsiteY290" fmla="*/ 804182 h 1166887"/>
                <a:gd name="connsiteX291" fmla="*/ 1592182 w 3024845"/>
                <a:gd name="connsiteY291" fmla="*/ 805087 h 1166887"/>
                <a:gd name="connsiteX292" fmla="*/ 1605140 w 3024845"/>
                <a:gd name="connsiteY292" fmla="*/ 805087 h 1166887"/>
                <a:gd name="connsiteX293" fmla="*/ 1605140 w 3024845"/>
                <a:gd name="connsiteY293" fmla="*/ 789049 h 1166887"/>
                <a:gd name="connsiteX294" fmla="*/ 1673096 w 3024845"/>
                <a:gd name="connsiteY294" fmla="*/ 789049 h 1166887"/>
                <a:gd name="connsiteX295" fmla="*/ 1673096 w 3024845"/>
                <a:gd name="connsiteY295" fmla="*/ 703796 h 1166887"/>
                <a:gd name="connsiteX296" fmla="*/ 1745104 w 3024845"/>
                <a:gd name="connsiteY296" fmla="*/ 703796 h 1166887"/>
                <a:gd name="connsiteX297" fmla="*/ 1745104 w 3024845"/>
                <a:gd name="connsiteY297" fmla="*/ 782564 h 1166887"/>
                <a:gd name="connsiteX298" fmla="*/ 1747008 w 3024845"/>
                <a:gd name="connsiteY298" fmla="*/ 782564 h 1166887"/>
                <a:gd name="connsiteX299" fmla="*/ 1748250 w 3024845"/>
                <a:gd name="connsiteY299" fmla="*/ 805087 h 1166887"/>
                <a:gd name="connsiteX300" fmla="*/ 1757926 w 3024845"/>
                <a:gd name="connsiteY300" fmla="*/ 805087 h 1166887"/>
                <a:gd name="connsiteX301" fmla="*/ 1759168 w 3024845"/>
                <a:gd name="connsiteY301" fmla="*/ 782564 h 1166887"/>
                <a:gd name="connsiteX302" fmla="*/ 1765248 w 3024845"/>
                <a:gd name="connsiteY302" fmla="*/ 782564 h 1166887"/>
                <a:gd name="connsiteX303" fmla="*/ 1766490 w 3024845"/>
                <a:gd name="connsiteY303" fmla="*/ 805087 h 1166887"/>
                <a:gd name="connsiteX304" fmla="*/ 1817112 w 3024845"/>
                <a:gd name="connsiteY304" fmla="*/ 805087 h 1166887"/>
                <a:gd name="connsiteX305" fmla="*/ 1817112 w 3024845"/>
                <a:gd name="connsiteY305" fmla="*/ 642059 h 1166887"/>
                <a:gd name="connsiteX306" fmla="*/ 2014439 w 3024845"/>
                <a:gd name="connsiteY306" fmla="*/ 642059 h 1166887"/>
                <a:gd name="connsiteX307" fmla="*/ 2014439 w 3024845"/>
                <a:gd name="connsiteY307" fmla="*/ 805087 h 1166887"/>
                <a:gd name="connsiteX308" fmla="*/ 2033136 w 3024845"/>
                <a:gd name="connsiteY308" fmla="*/ 805087 h 1166887"/>
                <a:gd name="connsiteX309" fmla="*/ 2033136 w 3024845"/>
                <a:gd name="connsiteY309" fmla="*/ 722394 h 1166887"/>
                <a:gd name="connsiteX310" fmla="*/ 2128256 w 3024845"/>
                <a:gd name="connsiteY310" fmla="*/ 722394 h 1166887"/>
                <a:gd name="connsiteX311" fmla="*/ 2140186 w 3024845"/>
                <a:gd name="connsiteY311" fmla="*/ 404253 h 1166887"/>
                <a:gd name="connsiteX312" fmla="*/ 2128026 w 3024845"/>
                <a:gd name="connsiteY312" fmla="*/ 382635 h 1166887"/>
                <a:gd name="connsiteX313" fmla="*/ 2121946 w 3024845"/>
                <a:gd name="connsiteY313" fmla="*/ 378311 h 1166887"/>
                <a:gd name="connsiteX314" fmla="*/ 2130053 w 3024845"/>
                <a:gd name="connsiteY314" fmla="*/ 354532 h 1166887"/>
                <a:gd name="connsiteX315" fmla="*/ 2130053 w 3024845"/>
                <a:gd name="connsiteY315" fmla="*/ 337238 h 1166887"/>
                <a:gd name="connsiteX316" fmla="*/ 2144240 w 3024845"/>
                <a:gd name="connsiteY316" fmla="*/ 337238 h 1166887"/>
                <a:gd name="connsiteX317" fmla="*/ 2144240 w 3024845"/>
                <a:gd name="connsiteY317" fmla="*/ 315620 h 1166887"/>
                <a:gd name="connsiteX318" fmla="*/ 2146266 w 3024845"/>
                <a:gd name="connsiteY318" fmla="*/ 311296 h 1166887"/>
                <a:gd name="connsiteX319" fmla="*/ 2146266 w 3024845"/>
                <a:gd name="connsiteY319" fmla="*/ 233472 h 1166887"/>
                <a:gd name="connsiteX320" fmla="*/ 2144240 w 3024845"/>
                <a:gd name="connsiteY320" fmla="*/ 226987 h 1166887"/>
                <a:gd name="connsiteX321" fmla="*/ 2150320 w 3024845"/>
                <a:gd name="connsiteY321" fmla="*/ 220501 h 1166887"/>
                <a:gd name="connsiteX322" fmla="*/ 2150320 w 3024845"/>
                <a:gd name="connsiteY322" fmla="*/ 162133 h 1166887"/>
                <a:gd name="connsiteX323" fmla="*/ 2152346 w 3024845"/>
                <a:gd name="connsiteY323" fmla="*/ 157810 h 1166887"/>
                <a:gd name="connsiteX324" fmla="*/ 2152346 w 3024845"/>
                <a:gd name="connsiteY324" fmla="*/ 101604 h 1166887"/>
                <a:gd name="connsiteX325" fmla="*/ 2154373 w 3024845"/>
                <a:gd name="connsiteY325" fmla="*/ 82148 h 1166887"/>
                <a:gd name="connsiteX326" fmla="*/ 2158427 w 3024845"/>
                <a:gd name="connsiteY326" fmla="*/ 99442 h 1166887"/>
                <a:gd name="connsiteX327" fmla="*/ 2160453 w 3024845"/>
                <a:gd name="connsiteY327" fmla="*/ 157810 h 1166887"/>
                <a:gd name="connsiteX328" fmla="*/ 2162480 w 3024845"/>
                <a:gd name="connsiteY328" fmla="*/ 220501 h 1166887"/>
                <a:gd name="connsiteX329" fmla="*/ 2168560 w 3024845"/>
                <a:gd name="connsiteY329" fmla="*/ 226987 h 1166887"/>
                <a:gd name="connsiteX330" fmla="*/ 2166533 w 3024845"/>
                <a:gd name="connsiteY330" fmla="*/ 233472 h 1166887"/>
                <a:gd name="connsiteX331" fmla="*/ 2166533 w 3024845"/>
                <a:gd name="connsiteY331" fmla="*/ 311296 h 1166887"/>
                <a:gd name="connsiteX332" fmla="*/ 2168560 w 3024845"/>
                <a:gd name="connsiteY332" fmla="*/ 315620 h 1166887"/>
                <a:gd name="connsiteX333" fmla="*/ 2168560 w 3024845"/>
                <a:gd name="connsiteY333" fmla="*/ 337238 h 1166887"/>
                <a:gd name="connsiteX334" fmla="*/ 2182747 w 3024845"/>
                <a:gd name="connsiteY334" fmla="*/ 337238 h 1166887"/>
                <a:gd name="connsiteX335" fmla="*/ 2182747 w 3024845"/>
                <a:gd name="connsiteY335" fmla="*/ 354532 h 1166887"/>
                <a:gd name="connsiteX336" fmla="*/ 2190854 w 3024845"/>
                <a:gd name="connsiteY336" fmla="*/ 378311 h 1166887"/>
                <a:gd name="connsiteX337" fmla="*/ 2184774 w 3024845"/>
                <a:gd name="connsiteY337" fmla="*/ 382635 h 1166887"/>
                <a:gd name="connsiteX338" fmla="*/ 2172613 w 3024845"/>
                <a:gd name="connsiteY338" fmla="*/ 404253 h 1166887"/>
                <a:gd name="connsiteX339" fmla="*/ 2180720 w 3024845"/>
                <a:gd name="connsiteY339" fmla="*/ 657181 h 1166887"/>
                <a:gd name="connsiteX340" fmla="*/ 2245574 w 3024845"/>
                <a:gd name="connsiteY340" fmla="*/ 657181 h 1166887"/>
                <a:gd name="connsiteX341" fmla="*/ 2245574 w 3024845"/>
                <a:gd name="connsiteY341" fmla="*/ 732843 h 1166887"/>
                <a:gd name="connsiteX342" fmla="*/ 2253681 w 3024845"/>
                <a:gd name="connsiteY342" fmla="*/ 732843 h 1166887"/>
                <a:gd name="connsiteX343" fmla="*/ 2255708 w 3024845"/>
                <a:gd name="connsiteY343" fmla="*/ 726358 h 1166887"/>
                <a:gd name="connsiteX344" fmla="*/ 2261788 w 3024845"/>
                <a:gd name="connsiteY344" fmla="*/ 726358 h 1166887"/>
                <a:gd name="connsiteX345" fmla="*/ 2263815 w 3024845"/>
                <a:gd name="connsiteY345" fmla="*/ 735005 h 1166887"/>
                <a:gd name="connsiteX346" fmla="*/ 2275975 w 3024845"/>
                <a:gd name="connsiteY346" fmla="*/ 735005 h 1166887"/>
                <a:gd name="connsiteX347" fmla="*/ 2275975 w 3024845"/>
                <a:gd name="connsiteY347" fmla="*/ 728519 h 1166887"/>
                <a:gd name="connsiteX348" fmla="*/ 2298268 w 3024845"/>
                <a:gd name="connsiteY348" fmla="*/ 728519 h 1166887"/>
                <a:gd name="connsiteX349" fmla="*/ 2298268 w 3024845"/>
                <a:gd name="connsiteY349" fmla="*/ 735005 h 1166887"/>
                <a:gd name="connsiteX350" fmla="*/ 2318535 w 3024845"/>
                <a:gd name="connsiteY350" fmla="*/ 735005 h 1166887"/>
                <a:gd name="connsiteX351" fmla="*/ 2318535 w 3024845"/>
                <a:gd name="connsiteY351" fmla="*/ 780402 h 1166887"/>
                <a:gd name="connsiteX352" fmla="*/ 2332722 w 3024845"/>
                <a:gd name="connsiteY352" fmla="*/ 780402 h 1166887"/>
                <a:gd name="connsiteX353" fmla="*/ 2332722 w 3024845"/>
                <a:gd name="connsiteY353" fmla="*/ 767431 h 1166887"/>
                <a:gd name="connsiteX354" fmla="*/ 2348936 w 3024845"/>
                <a:gd name="connsiteY354" fmla="*/ 767431 h 1166887"/>
                <a:gd name="connsiteX355" fmla="*/ 2348936 w 3024845"/>
                <a:gd name="connsiteY355" fmla="*/ 588004 h 1166887"/>
                <a:gd name="connsiteX356" fmla="*/ 2355016 w 3024845"/>
                <a:gd name="connsiteY356" fmla="*/ 581518 h 1166887"/>
                <a:gd name="connsiteX357" fmla="*/ 2427977 w 3024845"/>
                <a:gd name="connsiteY357" fmla="*/ 581518 h 1166887"/>
                <a:gd name="connsiteX358" fmla="*/ 2427977 w 3024845"/>
                <a:gd name="connsiteY358" fmla="*/ 590166 h 1166887"/>
                <a:gd name="connsiteX359" fmla="*/ 2438110 w 3024845"/>
                <a:gd name="connsiteY359" fmla="*/ 590166 h 1166887"/>
                <a:gd name="connsiteX360" fmla="*/ 2438110 w 3024845"/>
                <a:gd name="connsiteY360" fmla="*/ 704740 h 1166887"/>
                <a:gd name="connsiteX361" fmla="*/ 2460404 w 3024845"/>
                <a:gd name="connsiteY361" fmla="*/ 704740 h 1166887"/>
                <a:gd name="connsiteX362" fmla="*/ 2460404 w 3024845"/>
                <a:gd name="connsiteY362" fmla="*/ 637725 h 1166887"/>
                <a:gd name="connsiteX363" fmla="*/ 2486751 w 3024845"/>
                <a:gd name="connsiteY363" fmla="*/ 637725 h 1166887"/>
                <a:gd name="connsiteX364" fmla="*/ 2490804 w 3024845"/>
                <a:gd name="connsiteY364" fmla="*/ 633401 h 1166887"/>
                <a:gd name="connsiteX365" fmla="*/ 2498911 w 3024845"/>
                <a:gd name="connsiteY365" fmla="*/ 633401 h 1166887"/>
                <a:gd name="connsiteX366" fmla="*/ 2502964 w 3024845"/>
                <a:gd name="connsiteY366" fmla="*/ 637725 h 1166887"/>
                <a:gd name="connsiteX367" fmla="*/ 2525258 w 3024845"/>
                <a:gd name="connsiteY367" fmla="*/ 637725 h 1166887"/>
                <a:gd name="connsiteX368" fmla="*/ 2525258 w 3024845"/>
                <a:gd name="connsiteY368" fmla="*/ 520989 h 1166887"/>
                <a:gd name="connsiteX369" fmla="*/ 2582005 w 3024845"/>
                <a:gd name="connsiteY369" fmla="*/ 510180 h 1166887"/>
                <a:gd name="connsiteX370" fmla="*/ 2582005 w 3024845"/>
                <a:gd name="connsiteY370" fmla="*/ 511261 h 1166887"/>
                <a:gd name="connsiteX371" fmla="*/ 2582005 w 3024845"/>
                <a:gd name="connsiteY371" fmla="*/ 518827 h 1166887"/>
                <a:gd name="connsiteX372" fmla="*/ 2608352 w 3024845"/>
                <a:gd name="connsiteY372" fmla="*/ 518827 h 1166887"/>
                <a:gd name="connsiteX373" fmla="*/ 2608352 w 3024845"/>
                <a:gd name="connsiteY373" fmla="*/ 773917 h 1166887"/>
                <a:gd name="connsiteX374" fmla="*/ 2630646 w 3024845"/>
                <a:gd name="connsiteY374" fmla="*/ 773917 h 1166887"/>
                <a:gd name="connsiteX375" fmla="*/ 2630646 w 3024845"/>
                <a:gd name="connsiteY375" fmla="*/ 769593 h 1166887"/>
                <a:gd name="connsiteX376" fmla="*/ 2642806 w 3024845"/>
                <a:gd name="connsiteY376" fmla="*/ 769593 h 1166887"/>
                <a:gd name="connsiteX377" fmla="*/ 2642806 w 3024845"/>
                <a:gd name="connsiteY377" fmla="*/ 773917 h 1166887"/>
                <a:gd name="connsiteX378" fmla="*/ 2667126 w 3024845"/>
                <a:gd name="connsiteY378" fmla="*/ 773917 h 1166887"/>
                <a:gd name="connsiteX379" fmla="*/ 2667126 w 3024845"/>
                <a:gd name="connsiteY379" fmla="*/ 760946 h 1166887"/>
                <a:gd name="connsiteX380" fmla="*/ 2695500 w 3024845"/>
                <a:gd name="connsiteY380" fmla="*/ 760946 h 1166887"/>
                <a:gd name="connsiteX381" fmla="*/ 2707660 w 3024845"/>
                <a:gd name="connsiteY381" fmla="*/ 756622 h 1166887"/>
                <a:gd name="connsiteX382" fmla="*/ 2727927 w 3024845"/>
                <a:gd name="connsiteY382" fmla="*/ 760946 h 1166887"/>
                <a:gd name="connsiteX383" fmla="*/ 2727927 w 3024845"/>
                <a:gd name="connsiteY383" fmla="*/ 743652 h 1166887"/>
                <a:gd name="connsiteX384" fmla="*/ 2736034 w 3024845"/>
                <a:gd name="connsiteY384" fmla="*/ 743652 h 1166887"/>
                <a:gd name="connsiteX385" fmla="*/ 2736034 w 3024845"/>
                <a:gd name="connsiteY385" fmla="*/ 730681 h 1166887"/>
                <a:gd name="connsiteX386" fmla="*/ 2792781 w 3024845"/>
                <a:gd name="connsiteY386" fmla="*/ 730681 h 1166887"/>
                <a:gd name="connsiteX387" fmla="*/ 2792781 w 3024845"/>
                <a:gd name="connsiteY387" fmla="*/ 700416 h 1166887"/>
                <a:gd name="connsiteX388" fmla="*/ 2811021 w 3024845"/>
                <a:gd name="connsiteY388" fmla="*/ 700416 h 1166887"/>
                <a:gd name="connsiteX389" fmla="*/ 2811021 w 3024845"/>
                <a:gd name="connsiteY389" fmla="*/ 693931 h 1166887"/>
                <a:gd name="connsiteX390" fmla="*/ 2823181 w 3024845"/>
                <a:gd name="connsiteY390" fmla="*/ 693931 h 1166887"/>
                <a:gd name="connsiteX391" fmla="*/ 2823181 w 3024845"/>
                <a:gd name="connsiteY391" fmla="*/ 700416 h 1166887"/>
                <a:gd name="connsiteX392" fmla="*/ 2839395 w 3024845"/>
                <a:gd name="connsiteY392" fmla="*/ 700416 h 1166887"/>
                <a:gd name="connsiteX393" fmla="*/ 2839395 w 3024845"/>
                <a:gd name="connsiteY393" fmla="*/ 750137 h 1166887"/>
                <a:gd name="connsiteX394" fmla="*/ 2871822 w 3024845"/>
                <a:gd name="connsiteY394" fmla="*/ 750137 h 1166887"/>
                <a:gd name="connsiteX395" fmla="*/ 2871822 w 3024845"/>
                <a:gd name="connsiteY395" fmla="*/ 724196 h 1166887"/>
                <a:gd name="connsiteX396" fmla="*/ 2910329 w 3024845"/>
                <a:gd name="connsiteY396" fmla="*/ 724196 h 1166887"/>
                <a:gd name="connsiteX397" fmla="*/ 2910329 w 3024845"/>
                <a:gd name="connsiteY397" fmla="*/ 693931 h 1166887"/>
                <a:gd name="connsiteX398" fmla="*/ 2958970 w 3024845"/>
                <a:gd name="connsiteY398" fmla="*/ 693931 h 1166887"/>
                <a:gd name="connsiteX399" fmla="*/ 2958970 w 3024845"/>
                <a:gd name="connsiteY399" fmla="*/ 805087 h 1166887"/>
                <a:gd name="connsiteX400" fmla="*/ 2958970 w 3024845"/>
                <a:gd name="connsiteY400" fmla="*/ 818866 h 1166887"/>
                <a:gd name="connsiteX401" fmla="*/ 3024845 w 3024845"/>
                <a:gd name="connsiteY401" fmla="*/ 818866 h 1166887"/>
                <a:gd name="connsiteX402" fmla="*/ 3024845 w 3024845"/>
                <a:gd name="connsiteY402" fmla="*/ 1160647 h 1166887"/>
                <a:gd name="connsiteX403" fmla="*/ 145862 w 3024845"/>
                <a:gd name="connsiteY403" fmla="*/ 1160647 h 1166887"/>
                <a:gd name="connsiteX404" fmla="*/ 2054 w 3024845"/>
                <a:gd name="connsiteY404" fmla="*/ 1166887 h 1166887"/>
                <a:gd name="connsiteX405" fmla="*/ 0 w 3024845"/>
                <a:gd name="connsiteY405" fmla="*/ 724196 h 1166887"/>
                <a:gd name="connsiteX406" fmla="*/ 20267 w 3024845"/>
                <a:gd name="connsiteY406" fmla="*/ 724196 h 1166887"/>
                <a:gd name="connsiteX407" fmla="*/ 20774 w 3024845"/>
                <a:gd name="connsiteY407" fmla="*/ 723115 h 1166887"/>
                <a:gd name="connsiteX408" fmla="*/ 24320 w 3024845"/>
                <a:gd name="connsiteY408" fmla="*/ 715549 h 1166887"/>
                <a:gd name="connsiteX409" fmla="*/ 26094 w 3024845"/>
                <a:gd name="connsiteY409" fmla="*/ 715819 h 1166887"/>
                <a:gd name="connsiteX410" fmla="*/ 38507 w 3024845"/>
                <a:gd name="connsiteY410" fmla="*/ 717710 h 1166887"/>
                <a:gd name="connsiteX411" fmla="*/ 39014 w 3024845"/>
                <a:gd name="connsiteY411" fmla="*/ 719062 h 1166887"/>
                <a:gd name="connsiteX412" fmla="*/ 42560 w 3024845"/>
                <a:gd name="connsiteY412" fmla="*/ 728519 h 1166887"/>
                <a:gd name="connsiteX413" fmla="*/ 68907 w 3024845"/>
                <a:gd name="connsiteY413" fmla="*/ 730681 h 1166887"/>
                <a:gd name="connsiteX414" fmla="*/ 68907 w 3024845"/>
                <a:gd name="connsiteY414" fmla="*/ 607460 h 1166887"/>
                <a:gd name="connsiteX415" fmla="*/ 70934 w 3024845"/>
                <a:gd name="connsiteY415" fmla="*/ 607460 h 1166887"/>
                <a:gd name="connsiteX416" fmla="*/ 85121 w 3024845"/>
                <a:gd name="connsiteY416" fmla="*/ 607460 h 1166887"/>
                <a:gd name="connsiteX417" fmla="*/ 85121 w 3024845"/>
                <a:gd name="connsiteY417" fmla="*/ 471268 h 1166887"/>
                <a:gd name="connsiteX418" fmla="*/ 86894 w 3024845"/>
                <a:gd name="connsiteY418" fmla="*/ 471268 h 1166887"/>
                <a:gd name="connsiteX419" fmla="*/ 99308 w 3024845"/>
                <a:gd name="connsiteY419" fmla="*/ 471268 h 1166887"/>
                <a:gd name="connsiteX420" fmla="*/ 99308 w 3024845"/>
                <a:gd name="connsiteY420" fmla="*/ 356694 h 1166887"/>
                <a:gd name="connsiteX421" fmla="*/ 103361 w 3024845"/>
                <a:gd name="connsiteY421" fmla="*/ 328590 h 1166887"/>
                <a:gd name="connsiteX422" fmla="*/ 105388 w 3024845"/>
                <a:gd name="connsiteY422" fmla="*/ 328590 h 1166887"/>
                <a:gd name="connsiteX423" fmla="*/ 119575 w 3024845"/>
                <a:gd name="connsiteY423" fmla="*/ 328590 h 1166887"/>
                <a:gd name="connsiteX424" fmla="*/ 156055 w 3024845"/>
                <a:gd name="connsiteY424" fmla="*/ 246443 h 1166887"/>
                <a:gd name="connsiteX425" fmla="*/ 160109 w 3024845"/>
                <a:gd name="connsiteY425" fmla="*/ 0 h 116688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56055 w 3024845"/>
                <a:gd name="connsiteY0" fmla="*/ 164295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423" fmla="*/ 156055 w 3024845"/>
                <a:gd name="connsiteY423" fmla="*/ 164295 h 1078499"/>
                <a:gd name="connsiteX0" fmla="*/ 119575 w 3024845"/>
                <a:gd name="connsiteY0" fmla="*/ 246442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58427 w 3024845"/>
                <a:gd name="connsiteY325" fmla="*/ 17294 h 1078499"/>
                <a:gd name="connsiteX326" fmla="*/ 2160453 w 3024845"/>
                <a:gd name="connsiteY326" fmla="*/ 75662 h 1078499"/>
                <a:gd name="connsiteX327" fmla="*/ 2162480 w 3024845"/>
                <a:gd name="connsiteY327" fmla="*/ 138353 h 1078499"/>
                <a:gd name="connsiteX328" fmla="*/ 2168560 w 3024845"/>
                <a:gd name="connsiteY328" fmla="*/ 144839 h 1078499"/>
                <a:gd name="connsiteX329" fmla="*/ 2166533 w 3024845"/>
                <a:gd name="connsiteY329" fmla="*/ 151324 h 1078499"/>
                <a:gd name="connsiteX330" fmla="*/ 2166533 w 3024845"/>
                <a:gd name="connsiteY330" fmla="*/ 229148 h 1078499"/>
                <a:gd name="connsiteX331" fmla="*/ 2168560 w 3024845"/>
                <a:gd name="connsiteY331" fmla="*/ 233472 h 1078499"/>
                <a:gd name="connsiteX332" fmla="*/ 2168560 w 3024845"/>
                <a:gd name="connsiteY332" fmla="*/ 255090 h 1078499"/>
                <a:gd name="connsiteX333" fmla="*/ 2182747 w 3024845"/>
                <a:gd name="connsiteY333" fmla="*/ 255090 h 1078499"/>
                <a:gd name="connsiteX334" fmla="*/ 2182747 w 3024845"/>
                <a:gd name="connsiteY334" fmla="*/ 272384 h 1078499"/>
                <a:gd name="connsiteX335" fmla="*/ 2190854 w 3024845"/>
                <a:gd name="connsiteY335" fmla="*/ 296163 h 1078499"/>
                <a:gd name="connsiteX336" fmla="*/ 2184774 w 3024845"/>
                <a:gd name="connsiteY336" fmla="*/ 300487 h 1078499"/>
                <a:gd name="connsiteX337" fmla="*/ 2172613 w 3024845"/>
                <a:gd name="connsiteY337" fmla="*/ 322105 h 1078499"/>
                <a:gd name="connsiteX338" fmla="*/ 2180720 w 3024845"/>
                <a:gd name="connsiteY338" fmla="*/ 575033 h 1078499"/>
                <a:gd name="connsiteX339" fmla="*/ 2245574 w 3024845"/>
                <a:gd name="connsiteY339" fmla="*/ 575033 h 1078499"/>
                <a:gd name="connsiteX340" fmla="*/ 2245574 w 3024845"/>
                <a:gd name="connsiteY340" fmla="*/ 650695 h 1078499"/>
                <a:gd name="connsiteX341" fmla="*/ 2253681 w 3024845"/>
                <a:gd name="connsiteY341" fmla="*/ 650695 h 1078499"/>
                <a:gd name="connsiteX342" fmla="*/ 2255708 w 3024845"/>
                <a:gd name="connsiteY342" fmla="*/ 644210 h 1078499"/>
                <a:gd name="connsiteX343" fmla="*/ 2261788 w 3024845"/>
                <a:gd name="connsiteY343" fmla="*/ 644210 h 1078499"/>
                <a:gd name="connsiteX344" fmla="*/ 2263815 w 3024845"/>
                <a:gd name="connsiteY344" fmla="*/ 652857 h 1078499"/>
                <a:gd name="connsiteX345" fmla="*/ 2275975 w 3024845"/>
                <a:gd name="connsiteY345" fmla="*/ 652857 h 1078499"/>
                <a:gd name="connsiteX346" fmla="*/ 2275975 w 3024845"/>
                <a:gd name="connsiteY346" fmla="*/ 646371 h 1078499"/>
                <a:gd name="connsiteX347" fmla="*/ 2298268 w 3024845"/>
                <a:gd name="connsiteY347" fmla="*/ 646371 h 1078499"/>
                <a:gd name="connsiteX348" fmla="*/ 2298268 w 3024845"/>
                <a:gd name="connsiteY348" fmla="*/ 652857 h 1078499"/>
                <a:gd name="connsiteX349" fmla="*/ 2318535 w 3024845"/>
                <a:gd name="connsiteY349" fmla="*/ 652857 h 1078499"/>
                <a:gd name="connsiteX350" fmla="*/ 2318535 w 3024845"/>
                <a:gd name="connsiteY350" fmla="*/ 698254 h 1078499"/>
                <a:gd name="connsiteX351" fmla="*/ 2332722 w 3024845"/>
                <a:gd name="connsiteY351" fmla="*/ 698254 h 1078499"/>
                <a:gd name="connsiteX352" fmla="*/ 2332722 w 3024845"/>
                <a:gd name="connsiteY352" fmla="*/ 685283 h 1078499"/>
                <a:gd name="connsiteX353" fmla="*/ 2348936 w 3024845"/>
                <a:gd name="connsiteY353" fmla="*/ 685283 h 1078499"/>
                <a:gd name="connsiteX354" fmla="*/ 2348936 w 3024845"/>
                <a:gd name="connsiteY354" fmla="*/ 505856 h 1078499"/>
                <a:gd name="connsiteX355" fmla="*/ 2355016 w 3024845"/>
                <a:gd name="connsiteY355" fmla="*/ 499370 h 1078499"/>
                <a:gd name="connsiteX356" fmla="*/ 2427977 w 3024845"/>
                <a:gd name="connsiteY356" fmla="*/ 499370 h 1078499"/>
                <a:gd name="connsiteX357" fmla="*/ 2427977 w 3024845"/>
                <a:gd name="connsiteY357" fmla="*/ 508018 h 1078499"/>
                <a:gd name="connsiteX358" fmla="*/ 2438110 w 3024845"/>
                <a:gd name="connsiteY358" fmla="*/ 508018 h 1078499"/>
                <a:gd name="connsiteX359" fmla="*/ 2438110 w 3024845"/>
                <a:gd name="connsiteY359" fmla="*/ 622592 h 1078499"/>
                <a:gd name="connsiteX360" fmla="*/ 2460404 w 3024845"/>
                <a:gd name="connsiteY360" fmla="*/ 622592 h 1078499"/>
                <a:gd name="connsiteX361" fmla="*/ 2460404 w 3024845"/>
                <a:gd name="connsiteY361" fmla="*/ 555577 h 1078499"/>
                <a:gd name="connsiteX362" fmla="*/ 2486751 w 3024845"/>
                <a:gd name="connsiteY362" fmla="*/ 555577 h 1078499"/>
                <a:gd name="connsiteX363" fmla="*/ 2490804 w 3024845"/>
                <a:gd name="connsiteY363" fmla="*/ 551253 h 1078499"/>
                <a:gd name="connsiteX364" fmla="*/ 2498911 w 3024845"/>
                <a:gd name="connsiteY364" fmla="*/ 551253 h 1078499"/>
                <a:gd name="connsiteX365" fmla="*/ 2502964 w 3024845"/>
                <a:gd name="connsiteY365" fmla="*/ 555577 h 1078499"/>
                <a:gd name="connsiteX366" fmla="*/ 2525258 w 3024845"/>
                <a:gd name="connsiteY366" fmla="*/ 555577 h 1078499"/>
                <a:gd name="connsiteX367" fmla="*/ 2525258 w 3024845"/>
                <a:gd name="connsiteY367" fmla="*/ 438841 h 1078499"/>
                <a:gd name="connsiteX368" fmla="*/ 2582005 w 3024845"/>
                <a:gd name="connsiteY368" fmla="*/ 428032 h 1078499"/>
                <a:gd name="connsiteX369" fmla="*/ 2582005 w 3024845"/>
                <a:gd name="connsiteY369" fmla="*/ 429113 h 1078499"/>
                <a:gd name="connsiteX370" fmla="*/ 2582005 w 3024845"/>
                <a:gd name="connsiteY370" fmla="*/ 436679 h 1078499"/>
                <a:gd name="connsiteX371" fmla="*/ 2608352 w 3024845"/>
                <a:gd name="connsiteY371" fmla="*/ 436679 h 1078499"/>
                <a:gd name="connsiteX372" fmla="*/ 2608352 w 3024845"/>
                <a:gd name="connsiteY372" fmla="*/ 691769 h 1078499"/>
                <a:gd name="connsiteX373" fmla="*/ 2630646 w 3024845"/>
                <a:gd name="connsiteY373" fmla="*/ 691769 h 1078499"/>
                <a:gd name="connsiteX374" fmla="*/ 2630646 w 3024845"/>
                <a:gd name="connsiteY374" fmla="*/ 687445 h 1078499"/>
                <a:gd name="connsiteX375" fmla="*/ 2642806 w 3024845"/>
                <a:gd name="connsiteY375" fmla="*/ 687445 h 1078499"/>
                <a:gd name="connsiteX376" fmla="*/ 2642806 w 3024845"/>
                <a:gd name="connsiteY376" fmla="*/ 691769 h 1078499"/>
                <a:gd name="connsiteX377" fmla="*/ 2667126 w 3024845"/>
                <a:gd name="connsiteY377" fmla="*/ 691769 h 1078499"/>
                <a:gd name="connsiteX378" fmla="*/ 2667126 w 3024845"/>
                <a:gd name="connsiteY378" fmla="*/ 678798 h 1078499"/>
                <a:gd name="connsiteX379" fmla="*/ 2695500 w 3024845"/>
                <a:gd name="connsiteY379" fmla="*/ 678798 h 1078499"/>
                <a:gd name="connsiteX380" fmla="*/ 2707660 w 3024845"/>
                <a:gd name="connsiteY380" fmla="*/ 674474 h 1078499"/>
                <a:gd name="connsiteX381" fmla="*/ 2727927 w 3024845"/>
                <a:gd name="connsiteY381" fmla="*/ 678798 h 1078499"/>
                <a:gd name="connsiteX382" fmla="*/ 2727927 w 3024845"/>
                <a:gd name="connsiteY382" fmla="*/ 661504 h 1078499"/>
                <a:gd name="connsiteX383" fmla="*/ 2736034 w 3024845"/>
                <a:gd name="connsiteY383" fmla="*/ 661504 h 1078499"/>
                <a:gd name="connsiteX384" fmla="*/ 2736034 w 3024845"/>
                <a:gd name="connsiteY384" fmla="*/ 648533 h 1078499"/>
                <a:gd name="connsiteX385" fmla="*/ 2792781 w 3024845"/>
                <a:gd name="connsiteY385" fmla="*/ 648533 h 1078499"/>
                <a:gd name="connsiteX386" fmla="*/ 2792781 w 3024845"/>
                <a:gd name="connsiteY386" fmla="*/ 618268 h 1078499"/>
                <a:gd name="connsiteX387" fmla="*/ 2811021 w 3024845"/>
                <a:gd name="connsiteY387" fmla="*/ 618268 h 1078499"/>
                <a:gd name="connsiteX388" fmla="*/ 2811021 w 3024845"/>
                <a:gd name="connsiteY388" fmla="*/ 611783 h 1078499"/>
                <a:gd name="connsiteX389" fmla="*/ 2823181 w 3024845"/>
                <a:gd name="connsiteY389" fmla="*/ 611783 h 1078499"/>
                <a:gd name="connsiteX390" fmla="*/ 2823181 w 3024845"/>
                <a:gd name="connsiteY390" fmla="*/ 618268 h 1078499"/>
                <a:gd name="connsiteX391" fmla="*/ 2839395 w 3024845"/>
                <a:gd name="connsiteY391" fmla="*/ 618268 h 1078499"/>
                <a:gd name="connsiteX392" fmla="*/ 2839395 w 3024845"/>
                <a:gd name="connsiteY392" fmla="*/ 667989 h 1078499"/>
                <a:gd name="connsiteX393" fmla="*/ 2871822 w 3024845"/>
                <a:gd name="connsiteY393" fmla="*/ 667989 h 1078499"/>
                <a:gd name="connsiteX394" fmla="*/ 2871822 w 3024845"/>
                <a:gd name="connsiteY394" fmla="*/ 642048 h 1078499"/>
                <a:gd name="connsiteX395" fmla="*/ 2910329 w 3024845"/>
                <a:gd name="connsiteY395" fmla="*/ 642048 h 1078499"/>
                <a:gd name="connsiteX396" fmla="*/ 2910329 w 3024845"/>
                <a:gd name="connsiteY396" fmla="*/ 611783 h 1078499"/>
                <a:gd name="connsiteX397" fmla="*/ 2958970 w 3024845"/>
                <a:gd name="connsiteY397" fmla="*/ 611783 h 1078499"/>
                <a:gd name="connsiteX398" fmla="*/ 2958970 w 3024845"/>
                <a:gd name="connsiteY398" fmla="*/ 722939 h 1078499"/>
                <a:gd name="connsiteX399" fmla="*/ 2958970 w 3024845"/>
                <a:gd name="connsiteY399" fmla="*/ 736718 h 1078499"/>
                <a:gd name="connsiteX400" fmla="*/ 3024845 w 3024845"/>
                <a:gd name="connsiteY400" fmla="*/ 736718 h 1078499"/>
                <a:gd name="connsiteX401" fmla="*/ 3024845 w 3024845"/>
                <a:gd name="connsiteY401" fmla="*/ 1078499 h 1078499"/>
                <a:gd name="connsiteX402" fmla="*/ 2054 w 3024845"/>
                <a:gd name="connsiteY402" fmla="*/ 1076166 h 1078499"/>
                <a:gd name="connsiteX403" fmla="*/ 0 w 3024845"/>
                <a:gd name="connsiteY403" fmla="*/ 642048 h 1078499"/>
                <a:gd name="connsiteX404" fmla="*/ 20267 w 3024845"/>
                <a:gd name="connsiteY404" fmla="*/ 642048 h 1078499"/>
                <a:gd name="connsiteX405" fmla="*/ 20774 w 3024845"/>
                <a:gd name="connsiteY405" fmla="*/ 640967 h 1078499"/>
                <a:gd name="connsiteX406" fmla="*/ 24320 w 3024845"/>
                <a:gd name="connsiteY406" fmla="*/ 633401 h 1078499"/>
                <a:gd name="connsiteX407" fmla="*/ 26094 w 3024845"/>
                <a:gd name="connsiteY407" fmla="*/ 633671 h 1078499"/>
                <a:gd name="connsiteX408" fmla="*/ 38507 w 3024845"/>
                <a:gd name="connsiteY408" fmla="*/ 635562 h 1078499"/>
                <a:gd name="connsiteX409" fmla="*/ 39014 w 3024845"/>
                <a:gd name="connsiteY409" fmla="*/ 636914 h 1078499"/>
                <a:gd name="connsiteX410" fmla="*/ 42560 w 3024845"/>
                <a:gd name="connsiteY410" fmla="*/ 646371 h 1078499"/>
                <a:gd name="connsiteX411" fmla="*/ 68907 w 3024845"/>
                <a:gd name="connsiteY411" fmla="*/ 648533 h 1078499"/>
                <a:gd name="connsiteX412" fmla="*/ 68907 w 3024845"/>
                <a:gd name="connsiteY412" fmla="*/ 525312 h 1078499"/>
                <a:gd name="connsiteX413" fmla="*/ 70934 w 3024845"/>
                <a:gd name="connsiteY413" fmla="*/ 525312 h 1078499"/>
                <a:gd name="connsiteX414" fmla="*/ 85121 w 3024845"/>
                <a:gd name="connsiteY414" fmla="*/ 525312 h 1078499"/>
                <a:gd name="connsiteX415" fmla="*/ 85121 w 3024845"/>
                <a:gd name="connsiteY415" fmla="*/ 389120 h 1078499"/>
                <a:gd name="connsiteX416" fmla="*/ 86894 w 3024845"/>
                <a:gd name="connsiteY416" fmla="*/ 389120 h 1078499"/>
                <a:gd name="connsiteX417" fmla="*/ 99308 w 3024845"/>
                <a:gd name="connsiteY417" fmla="*/ 389120 h 1078499"/>
                <a:gd name="connsiteX418" fmla="*/ 99308 w 3024845"/>
                <a:gd name="connsiteY418" fmla="*/ 274546 h 1078499"/>
                <a:gd name="connsiteX419" fmla="*/ 103361 w 3024845"/>
                <a:gd name="connsiteY419" fmla="*/ 246442 h 1078499"/>
                <a:gd name="connsiteX420" fmla="*/ 105388 w 3024845"/>
                <a:gd name="connsiteY420" fmla="*/ 246442 h 1078499"/>
                <a:gd name="connsiteX421" fmla="*/ 119575 w 3024845"/>
                <a:gd name="connsiteY421"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0453 w 3024845"/>
                <a:gd name="connsiteY325" fmla="*/ 75662 h 1078499"/>
                <a:gd name="connsiteX326" fmla="*/ 2162480 w 3024845"/>
                <a:gd name="connsiteY326" fmla="*/ 138353 h 1078499"/>
                <a:gd name="connsiteX327" fmla="*/ 2168560 w 3024845"/>
                <a:gd name="connsiteY327" fmla="*/ 144839 h 1078499"/>
                <a:gd name="connsiteX328" fmla="*/ 2166533 w 3024845"/>
                <a:gd name="connsiteY328" fmla="*/ 151324 h 1078499"/>
                <a:gd name="connsiteX329" fmla="*/ 2166533 w 3024845"/>
                <a:gd name="connsiteY329" fmla="*/ 229148 h 1078499"/>
                <a:gd name="connsiteX330" fmla="*/ 2168560 w 3024845"/>
                <a:gd name="connsiteY330" fmla="*/ 233472 h 1078499"/>
                <a:gd name="connsiteX331" fmla="*/ 2168560 w 3024845"/>
                <a:gd name="connsiteY331" fmla="*/ 255090 h 1078499"/>
                <a:gd name="connsiteX332" fmla="*/ 2182747 w 3024845"/>
                <a:gd name="connsiteY332" fmla="*/ 255090 h 1078499"/>
                <a:gd name="connsiteX333" fmla="*/ 2182747 w 3024845"/>
                <a:gd name="connsiteY333" fmla="*/ 272384 h 1078499"/>
                <a:gd name="connsiteX334" fmla="*/ 2190854 w 3024845"/>
                <a:gd name="connsiteY334" fmla="*/ 296163 h 1078499"/>
                <a:gd name="connsiteX335" fmla="*/ 2184774 w 3024845"/>
                <a:gd name="connsiteY335" fmla="*/ 300487 h 1078499"/>
                <a:gd name="connsiteX336" fmla="*/ 2172613 w 3024845"/>
                <a:gd name="connsiteY336" fmla="*/ 322105 h 1078499"/>
                <a:gd name="connsiteX337" fmla="*/ 2180720 w 3024845"/>
                <a:gd name="connsiteY337" fmla="*/ 575033 h 1078499"/>
                <a:gd name="connsiteX338" fmla="*/ 2245574 w 3024845"/>
                <a:gd name="connsiteY338" fmla="*/ 575033 h 1078499"/>
                <a:gd name="connsiteX339" fmla="*/ 2245574 w 3024845"/>
                <a:gd name="connsiteY339" fmla="*/ 650695 h 1078499"/>
                <a:gd name="connsiteX340" fmla="*/ 2253681 w 3024845"/>
                <a:gd name="connsiteY340" fmla="*/ 650695 h 1078499"/>
                <a:gd name="connsiteX341" fmla="*/ 2255708 w 3024845"/>
                <a:gd name="connsiteY341" fmla="*/ 644210 h 1078499"/>
                <a:gd name="connsiteX342" fmla="*/ 2261788 w 3024845"/>
                <a:gd name="connsiteY342" fmla="*/ 644210 h 1078499"/>
                <a:gd name="connsiteX343" fmla="*/ 2263815 w 3024845"/>
                <a:gd name="connsiteY343" fmla="*/ 652857 h 1078499"/>
                <a:gd name="connsiteX344" fmla="*/ 2275975 w 3024845"/>
                <a:gd name="connsiteY344" fmla="*/ 652857 h 1078499"/>
                <a:gd name="connsiteX345" fmla="*/ 2275975 w 3024845"/>
                <a:gd name="connsiteY345" fmla="*/ 646371 h 1078499"/>
                <a:gd name="connsiteX346" fmla="*/ 2298268 w 3024845"/>
                <a:gd name="connsiteY346" fmla="*/ 646371 h 1078499"/>
                <a:gd name="connsiteX347" fmla="*/ 2298268 w 3024845"/>
                <a:gd name="connsiteY347" fmla="*/ 652857 h 1078499"/>
                <a:gd name="connsiteX348" fmla="*/ 2318535 w 3024845"/>
                <a:gd name="connsiteY348" fmla="*/ 652857 h 1078499"/>
                <a:gd name="connsiteX349" fmla="*/ 2318535 w 3024845"/>
                <a:gd name="connsiteY349" fmla="*/ 698254 h 1078499"/>
                <a:gd name="connsiteX350" fmla="*/ 2332722 w 3024845"/>
                <a:gd name="connsiteY350" fmla="*/ 698254 h 1078499"/>
                <a:gd name="connsiteX351" fmla="*/ 2332722 w 3024845"/>
                <a:gd name="connsiteY351" fmla="*/ 685283 h 1078499"/>
                <a:gd name="connsiteX352" fmla="*/ 2348936 w 3024845"/>
                <a:gd name="connsiteY352" fmla="*/ 685283 h 1078499"/>
                <a:gd name="connsiteX353" fmla="*/ 2348936 w 3024845"/>
                <a:gd name="connsiteY353" fmla="*/ 505856 h 1078499"/>
                <a:gd name="connsiteX354" fmla="*/ 2355016 w 3024845"/>
                <a:gd name="connsiteY354" fmla="*/ 499370 h 1078499"/>
                <a:gd name="connsiteX355" fmla="*/ 2427977 w 3024845"/>
                <a:gd name="connsiteY355" fmla="*/ 499370 h 1078499"/>
                <a:gd name="connsiteX356" fmla="*/ 2427977 w 3024845"/>
                <a:gd name="connsiteY356" fmla="*/ 508018 h 1078499"/>
                <a:gd name="connsiteX357" fmla="*/ 2438110 w 3024845"/>
                <a:gd name="connsiteY357" fmla="*/ 508018 h 1078499"/>
                <a:gd name="connsiteX358" fmla="*/ 2438110 w 3024845"/>
                <a:gd name="connsiteY358" fmla="*/ 622592 h 1078499"/>
                <a:gd name="connsiteX359" fmla="*/ 2460404 w 3024845"/>
                <a:gd name="connsiteY359" fmla="*/ 622592 h 1078499"/>
                <a:gd name="connsiteX360" fmla="*/ 2460404 w 3024845"/>
                <a:gd name="connsiteY360" fmla="*/ 555577 h 1078499"/>
                <a:gd name="connsiteX361" fmla="*/ 2486751 w 3024845"/>
                <a:gd name="connsiteY361" fmla="*/ 555577 h 1078499"/>
                <a:gd name="connsiteX362" fmla="*/ 2490804 w 3024845"/>
                <a:gd name="connsiteY362" fmla="*/ 551253 h 1078499"/>
                <a:gd name="connsiteX363" fmla="*/ 2498911 w 3024845"/>
                <a:gd name="connsiteY363" fmla="*/ 551253 h 1078499"/>
                <a:gd name="connsiteX364" fmla="*/ 2502964 w 3024845"/>
                <a:gd name="connsiteY364" fmla="*/ 555577 h 1078499"/>
                <a:gd name="connsiteX365" fmla="*/ 2525258 w 3024845"/>
                <a:gd name="connsiteY365" fmla="*/ 555577 h 1078499"/>
                <a:gd name="connsiteX366" fmla="*/ 2525258 w 3024845"/>
                <a:gd name="connsiteY366" fmla="*/ 438841 h 1078499"/>
                <a:gd name="connsiteX367" fmla="*/ 2582005 w 3024845"/>
                <a:gd name="connsiteY367" fmla="*/ 428032 h 1078499"/>
                <a:gd name="connsiteX368" fmla="*/ 2582005 w 3024845"/>
                <a:gd name="connsiteY368" fmla="*/ 429113 h 1078499"/>
                <a:gd name="connsiteX369" fmla="*/ 2582005 w 3024845"/>
                <a:gd name="connsiteY369" fmla="*/ 436679 h 1078499"/>
                <a:gd name="connsiteX370" fmla="*/ 2608352 w 3024845"/>
                <a:gd name="connsiteY370" fmla="*/ 436679 h 1078499"/>
                <a:gd name="connsiteX371" fmla="*/ 2608352 w 3024845"/>
                <a:gd name="connsiteY371" fmla="*/ 691769 h 1078499"/>
                <a:gd name="connsiteX372" fmla="*/ 2630646 w 3024845"/>
                <a:gd name="connsiteY372" fmla="*/ 691769 h 1078499"/>
                <a:gd name="connsiteX373" fmla="*/ 2630646 w 3024845"/>
                <a:gd name="connsiteY373" fmla="*/ 687445 h 1078499"/>
                <a:gd name="connsiteX374" fmla="*/ 2642806 w 3024845"/>
                <a:gd name="connsiteY374" fmla="*/ 687445 h 1078499"/>
                <a:gd name="connsiteX375" fmla="*/ 2642806 w 3024845"/>
                <a:gd name="connsiteY375" fmla="*/ 691769 h 1078499"/>
                <a:gd name="connsiteX376" fmla="*/ 2667126 w 3024845"/>
                <a:gd name="connsiteY376" fmla="*/ 691769 h 1078499"/>
                <a:gd name="connsiteX377" fmla="*/ 2667126 w 3024845"/>
                <a:gd name="connsiteY377" fmla="*/ 678798 h 1078499"/>
                <a:gd name="connsiteX378" fmla="*/ 2695500 w 3024845"/>
                <a:gd name="connsiteY378" fmla="*/ 678798 h 1078499"/>
                <a:gd name="connsiteX379" fmla="*/ 2707660 w 3024845"/>
                <a:gd name="connsiteY379" fmla="*/ 674474 h 1078499"/>
                <a:gd name="connsiteX380" fmla="*/ 2727927 w 3024845"/>
                <a:gd name="connsiteY380" fmla="*/ 678798 h 1078499"/>
                <a:gd name="connsiteX381" fmla="*/ 2727927 w 3024845"/>
                <a:gd name="connsiteY381" fmla="*/ 661504 h 1078499"/>
                <a:gd name="connsiteX382" fmla="*/ 2736034 w 3024845"/>
                <a:gd name="connsiteY382" fmla="*/ 661504 h 1078499"/>
                <a:gd name="connsiteX383" fmla="*/ 2736034 w 3024845"/>
                <a:gd name="connsiteY383" fmla="*/ 648533 h 1078499"/>
                <a:gd name="connsiteX384" fmla="*/ 2792781 w 3024845"/>
                <a:gd name="connsiteY384" fmla="*/ 648533 h 1078499"/>
                <a:gd name="connsiteX385" fmla="*/ 2792781 w 3024845"/>
                <a:gd name="connsiteY385" fmla="*/ 618268 h 1078499"/>
                <a:gd name="connsiteX386" fmla="*/ 2811021 w 3024845"/>
                <a:gd name="connsiteY386" fmla="*/ 618268 h 1078499"/>
                <a:gd name="connsiteX387" fmla="*/ 2811021 w 3024845"/>
                <a:gd name="connsiteY387" fmla="*/ 611783 h 1078499"/>
                <a:gd name="connsiteX388" fmla="*/ 2823181 w 3024845"/>
                <a:gd name="connsiteY388" fmla="*/ 611783 h 1078499"/>
                <a:gd name="connsiteX389" fmla="*/ 2823181 w 3024845"/>
                <a:gd name="connsiteY389" fmla="*/ 618268 h 1078499"/>
                <a:gd name="connsiteX390" fmla="*/ 2839395 w 3024845"/>
                <a:gd name="connsiteY390" fmla="*/ 618268 h 1078499"/>
                <a:gd name="connsiteX391" fmla="*/ 2839395 w 3024845"/>
                <a:gd name="connsiteY391" fmla="*/ 667989 h 1078499"/>
                <a:gd name="connsiteX392" fmla="*/ 2871822 w 3024845"/>
                <a:gd name="connsiteY392" fmla="*/ 667989 h 1078499"/>
                <a:gd name="connsiteX393" fmla="*/ 2871822 w 3024845"/>
                <a:gd name="connsiteY393" fmla="*/ 642048 h 1078499"/>
                <a:gd name="connsiteX394" fmla="*/ 2910329 w 3024845"/>
                <a:gd name="connsiteY394" fmla="*/ 642048 h 1078499"/>
                <a:gd name="connsiteX395" fmla="*/ 2910329 w 3024845"/>
                <a:gd name="connsiteY395" fmla="*/ 611783 h 1078499"/>
                <a:gd name="connsiteX396" fmla="*/ 2958970 w 3024845"/>
                <a:gd name="connsiteY396" fmla="*/ 611783 h 1078499"/>
                <a:gd name="connsiteX397" fmla="*/ 2958970 w 3024845"/>
                <a:gd name="connsiteY397" fmla="*/ 722939 h 1078499"/>
                <a:gd name="connsiteX398" fmla="*/ 2958970 w 3024845"/>
                <a:gd name="connsiteY398" fmla="*/ 736718 h 1078499"/>
                <a:gd name="connsiteX399" fmla="*/ 3024845 w 3024845"/>
                <a:gd name="connsiteY399" fmla="*/ 736718 h 1078499"/>
                <a:gd name="connsiteX400" fmla="*/ 3024845 w 3024845"/>
                <a:gd name="connsiteY400" fmla="*/ 1078499 h 1078499"/>
                <a:gd name="connsiteX401" fmla="*/ 2054 w 3024845"/>
                <a:gd name="connsiteY401" fmla="*/ 1076166 h 1078499"/>
                <a:gd name="connsiteX402" fmla="*/ 0 w 3024845"/>
                <a:gd name="connsiteY402" fmla="*/ 642048 h 1078499"/>
                <a:gd name="connsiteX403" fmla="*/ 20267 w 3024845"/>
                <a:gd name="connsiteY403" fmla="*/ 642048 h 1078499"/>
                <a:gd name="connsiteX404" fmla="*/ 20774 w 3024845"/>
                <a:gd name="connsiteY404" fmla="*/ 640967 h 1078499"/>
                <a:gd name="connsiteX405" fmla="*/ 24320 w 3024845"/>
                <a:gd name="connsiteY405" fmla="*/ 633401 h 1078499"/>
                <a:gd name="connsiteX406" fmla="*/ 26094 w 3024845"/>
                <a:gd name="connsiteY406" fmla="*/ 633671 h 1078499"/>
                <a:gd name="connsiteX407" fmla="*/ 38507 w 3024845"/>
                <a:gd name="connsiteY407" fmla="*/ 635562 h 1078499"/>
                <a:gd name="connsiteX408" fmla="*/ 39014 w 3024845"/>
                <a:gd name="connsiteY408" fmla="*/ 636914 h 1078499"/>
                <a:gd name="connsiteX409" fmla="*/ 42560 w 3024845"/>
                <a:gd name="connsiteY409" fmla="*/ 646371 h 1078499"/>
                <a:gd name="connsiteX410" fmla="*/ 68907 w 3024845"/>
                <a:gd name="connsiteY410" fmla="*/ 648533 h 1078499"/>
                <a:gd name="connsiteX411" fmla="*/ 68907 w 3024845"/>
                <a:gd name="connsiteY411" fmla="*/ 525312 h 1078499"/>
                <a:gd name="connsiteX412" fmla="*/ 70934 w 3024845"/>
                <a:gd name="connsiteY412" fmla="*/ 525312 h 1078499"/>
                <a:gd name="connsiteX413" fmla="*/ 85121 w 3024845"/>
                <a:gd name="connsiteY413" fmla="*/ 525312 h 1078499"/>
                <a:gd name="connsiteX414" fmla="*/ 85121 w 3024845"/>
                <a:gd name="connsiteY414" fmla="*/ 389120 h 1078499"/>
                <a:gd name="connsiteX415" fmla="*/ 86894 w 3024845"/>
                <a:gd name="connsiteY415" fmla="*/ 389120 h 1078499"/>
                <a:gd name="connsiteX416" fmla="*/ 99308 w 3024845"/>
                <a:gd name="connsiteY416" fmla="*/ 389120 h 1078499"/>
                <a:gd name="connsiteX417" fmla="*/ 99308 w 3024845"/>
                <a:gd name="connsiteY417" fmla="*/ 274546 h 1078499"/>
                <a:gd name="connsiteX418" fmla="*/ 103361 w 3024845"/>
                <a:gd name="connsiteY418" fmla="*/ 246442 h 1078499"/>
                <a:gd name="connsiteX419" fmla="*/ 105388 w 3024845"/>
                <a:gd name="connsiteY419" fmla="*/ 246442 h 1078499"/>
                <a:gd name="connsiteX420" fmla="*/ 119575 w 3024845"/>
                <a:gd name="connsiteY420"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2480 w 3024845"/>
                <a:gd name="connsiteY325" fmla="*/ 138353 h 1078499"/>
                <a:gd name="connsiteX326" fmla="*/ 2168560 w 3024845"/>
                <a:gd name="connsiteY326" fmla="*/ 144839 h 1078499"/>
                <a:gd name="connsiteX327" fmla="*/ 2166533 w 3024845"/>
                <a:gd name="connsiteY327" fmla="*/ 151324 h 1078499"/>
                <a:gd name="connsiteX328" fmla="*/ 2166533 w 3024845"/>
                <a:gd name="connsiteY328" fmla="*/ 229148 h 1078499"/>
                <a:gd name="connsiteX329" fmla="*/ 2168560 w 3024845"/>
                <a:gd name="connsiteY329" fmla="*/ 233472 h 1078499"/>
                <a:gd name="connsiteX330" fmla="*/ 2168560 w 3024845"/>
                <a:gd name="connsiteY330" fmla="*/ 255090 h 1078499"/>
                <a:gd name="connsiteX331" fmla="*/ 2182747 w 3024845"/>
                <a:gd name="connsiteY331" fmla="*/ 255090 h 1078499"/>
                <a:gd name="connsiteX332" fmla="*/ 2182747 w 3024845"/>
                <a:gd name="connsiteY332" fmla="*/ 272384 h 1078499"/>
                <a:gd name="connsiteX333" fmla="*/ 2190854 w 3024845"/>
                <a:gd name="connsiteY333" fmla="*/ 296163 h 1078499"/>
                <a:gd name="connsiteX334" fmla="*/ 2184774 w 3024845"/>
                <a:gd name="connsiteY334" fmla="*/ 300487 h 1078499"/>
                <a:gd name="connsiteX335" fmla="*/ 2172613 w 3024845"/>
                <a:gd name="connsiteY335" fmla="*/ 322105 h 1078499"/>
                <a:gd name="connsiteX336" fmla="*/ 2180720 w 3024845"/>
                <a:gd name="connsiteY336" fmla="*/ 575033 h 1078499"/>
                <a:gd name="connsiteX337" fmla="*/ 2245574 w 3024845"/>
                <a:gd name="connsiteY337" fmla="*/ 575033 h 1078499"/>
                <a:gd name="connsiteX338" fmla="*/ 2245574 w 3024845"/>
                <a:gd name="connsiteY338" fmla="*/ 650695 h 1078499"/>
                <a:gd name="connsiteX339" fmla="*/ 2253681 w 3024845"/>
                <a:gd name="connsiteY339" fmla="*/ 650695 h 1078499"/>
                <a:gd name="connsiteX340" fmla="*/ 2255708 w 3024845"/>
                <a:gd name="connsiteY340" fmla="*/ 644210 h 1078499"/>
                <a:gd name="connsiteX341" fmla="*/ 2261788 w 3024845"/>
                <a:gd name="connsiteY341" fmla="*/ 644210 h 1078499"/>
                <a:gd name="connsiteX342" fmla="*/ 2263815 w 3024845"/>
                <a:gd name="connsiteY342" fmla="*/ 652857 h 1078499"/>
                <a:gd name="connsiteX343" fmla="*/ 2275975 w 3024845"/>
                <a:gd name="connsiteY343" fmla="*/ 652857 h 1078499"/>
                <a:gd name="connsiteX344" fmla="*/ 2275975 w 3024845"/>
                <a:gd name="connsiteY344" fmla="*/ 646371 h 1078499"/>
                <a:gd name="connsiteX345" fmla="*/ 2298268 w 3024845"/>
                <a:gd name="connsiteY345" fmla="*/ 646371 h 1078499"/>
                <a:gd name="connsiteX346" fmla="*/ 2298268 w 3024845"/>
                <a:gd name="connsiteY346" fmla="*/ 652857 h 1078499"/>
                <a:gd name="connsiteX347" fmla="*/ 2318535 w 3024845"/>
                <a:gd name="connsiteY347" fmla="*/ 652857 h 1078499"/>
                <a:gd name="connsiteX348" fmla="*/ 2318535 w 3024845"/>
                <a:gd name="connsiteY348" fmla="*/ 698254 h 1078499"/>
                <a:gd name="connsiteX349" fmla="*/ 2332722 w 3024845"/>
                <a:gd name="connsiteY349" fmla="*/ 698254 h 1078499"/>
                <a:gd name="connsiteX350" fmla="*/ 2332722 w 3024845"/>
                <a:gd name="connsiteY350" fmla="*/ 685283 h 1078499"/>
                <a:gd name="connsiteX351" fmla="*/ 2348936 w 3024845"/>
                <a:gd name="connsiteY351" fmla="*/ 685283 h 1078499"/>
                <a:gd name="connsiteX352" fmla="*/ 2348936 w 3024845"/>
                <a:gd name="connsiteY352" fmla="*/ 505856 h 1078499"/>
                <a:gd name="connsiteX353" fmla="*/ 2355016 w 3024845"/>
                <a:gd name="connsiteY353" fmla="*/ 499370 h 1078499"/>
                <a:gd name="connsiteX354" fmla="*/ 2427977 w 3024845"/>
                <a:gd name="connsiteY354" fmla="*/ 499370 h 1078499"/>
                <a:gd name="connsiteX355" fmla="*/ 2427977 w 3024845"/>
                <a:gd name="connsiteY355" fmla="*/ 508018 h 1078499"/>
                <a:gd name="connsiteX356" fmla="*/ 2438110 w 3024845"/>
                <a:gd name="connsiteY356" fmla="*/ 508018 h 1078499"/>
                <a:gd name="connsiteX357" fmla="*/ 2438110 w 3024845"/>
                <a:gd name="connsiteY357" fmla="*/ 622592 h 1078499"/>
                <a:gd name="connsiteX358" fmla="*/ 2460404 w 3024845"/>
                <a:gd name="connsiteY358" fmla="*/ 622592 h 1078499"/>
                <a:gd name="connsiteX359" fmla="*/ 2460404 w 3024845"/>
                <a:gd name="connsiteY359" fmla="*/ 555577 h 1078499"/>
                <a:gd name="connsiteX360" fmla="*/ 2486751 w 3024845"/>
                <a:gd name="connsiteY360" fmla="*/ 555577 h 1078499"/>
                <a:gd name="connsiteX361" fmla="*/ 2490804 w 3024845"/>
                <a:gd name="connsiteY361" fmla="*/ 551253 h 1078499"/>
                <a:gd name="connsiteX362" fmla="*/ 2498911 w 3024845"/>
                <a:gd name="connsiteY362" fmla="*/ 551253 h 1078499"/>
                <a:gd name="connsiteX363" fmla="*/ 2502964 w 3024845"/>
                <a:gd name="connsiteY363" fmla="*/ 555577 h 1078499"/>
                <a:gd name="connsiteX364" fmla="*/ 2525258 w 3024845"/>
                <a:gd name="connsiteY364" fmla="*/ 555577 h 1078499"/>
                <a:gd name="connsiteX365" fmla="*/ 2525258 w 3024845"/>
                <a:gd name="connsiteY365" fmla="*/ 438841 h 1078499"/>
                <a:gd name="connsiteX366" fmla="*/ 2582005 w 3024845"/>
                <a:gd name="connsiteY366" fmla="*/ 428032 h 1078499"/>
                <a:gd name="connsiteX367" fmla="*/ 2582005 w 3024845"/>
                <a:gd name="connsiteY367" fmla="*/ 429113 h 1078499"/>
                <a:gd name="connsiteX368" fmla="*/ 2582005 w 3024845"/>
                <a:gd name="connsiteY368" fmla="*/ 436679 h 1078499"/>
                <a:gd name="connsiteX369" fmla="*/ 2608352 w 3024845"/>
                <a:gd name="connsiteY369" fmla="*/ 436679 h 1078499"/>
                <a:gd name="connsiteX370" fmla="*/ 2608352 w 3024845"/>
                <a:gd name="connsiteY370" fmla="*/ 691769 h 1078499"/>
                <a:gd name="connsiteX371" fmla="*/ 2630646 w 3024845"/>
                <a:gd name="connsiteY371" fmla="*/ 691769 h 1078499"/>
                <a:gd name="connsiteX372" fmla="*/ 2630646 w 3024845"/>
                <a:gd name="connsiteY372" fmla="*/ 687445 h 1078499"/>
                <a:gd name="connsiteX373" fmla="*/ 2642806 w 3024845"/>
                <a:gd name="connsiteY373" fmla="*/ 687445 h 1078499"/>
                <a:gd name="connsiteX374" fmla="*/ 2642806 w 3024845"/>
                <a:gd name="connsiteY374" fmla="*/ 691769 h 1078499"/>
                <a:gd name="connsiteX375" fmla="*/ 2667126 w 3024845"/>
                <a:gd name="connsiteY375" fmla="*/ 691769 h 1078499"/>
                <a:gd name="connsiteX376" fmla="*/ 2667126 w 3024845"/>
                <a:gd name="connsiteY376" fmla="*/ 678798 h 1078499"/>
                <a:gd name="connsiteX377" fmla="*/ 2695500 w 3024845"/>
                <a:gd name="connsiteY377" fmla="*/ 678798 h 1078499"/>
                <a:gd name="connsiteX378" fmla="*/ 2707660 w 3024845"/>
                <a:gd name="connsiteY378" fmla="*/ 674474 h 1078499"/>
                <a:gd name="connsiteX379" fmla="*/ 2727927 w 3024845"/>
                <a:gd name="connsiteY379" fmla="*/ 678798 h 1078499"/>
                <a:gd name="connsiteX380" fmla="*/ 2727927 w 3024845"/>
                <a:gd name="connsiteY380" fmla="*/ 661504 h 1078499"/>
                <a:gd name="connsiteX381" fmla="*/ 2736034 w 3024845"/>
                <a:gd name="connsiteY381" fmla="*/ 661504 h 1078499"/>
                <a:gd name="connsiteX382" fmla="*/ 2736034 w 3024845"/>
                <a:gd name="connsiteY382" fmla="*/ 648533 h 1078499"/>
                <a:gd name="connsiteX383" fmla="*/ 2792781 w 3024845"/>
                <a:gd name="connsiteY383" fmla="*/ 648533 h 1078499"/>
                <a:gd name="connsiteX384" fmla="*/ 2792781 w 3024845"/>
                <a:gd name="connsiteY384" fmla="*/ 618268 h 1078499"/>
                <a:gd name="connsiteX385" fmla="*/ 2811021 w 3024845"/>
                <a:gd name="connsiteY385" fmla="*/ 618268 h 1078499"/>
                <a:gd name="connsiteX386" fmla="*/ 2811021 w 3024845"/>
                <a:gd name="connsiteY386" fmla="*/ 611783 h 1078499"/>
                <a:gd name="connsiteX387" fmla="*/ 2823181 w 3024845"/>
                <a:gd name="connsiteY387" fmla="*/ 611783 h 1078499"/>
                <a:gd name="connsiteX388" fmla="*/ 2823181 w 3024845"/>
                <a:gd name="connsiteY388" fmla="*/ 618268 h 1078499"/>
                <a:gd name="connsiteX389" fmla="*/ 2839395 w 3024845"/>
                <a:gd name="connsiteY389" fmla="*/ 618268 h 1078499"/>
                <a:gd name="connsiteX390" fmla="*/ 2839395 w 3024845"/>
                <a:gd name="connsiteY390" fmla="*/ 667989 h 1078499"/>
                <a:gd name="connsiteX391" fmla="*/ 2871822 w 3024845"/>
                <a:gd name="connsiteY391" fmla="*/ 667989 h 1078499"/>
                <a:gd name="connsiteX392" fmla="*/ 2871822 w 3024845"/>
                <a:gd name="connsiteY392" fmla="*/ 642048 h 1078499"/>
                <a:gd name="connsiteX393" fmla="*/ 2910329 w 3024845"/>
                <a:gd name="connsiteY393" fmla="*/ 642048 h 1078499"/>
                <a:gd name="connsiteX394" fmla="*/ 2910329 w 3024845"/>
                <a:gd name="connsiteY394" fmla="*/ 611783 h 1078499"/>
                <a:gd name="connsiteX395" fmla="*/ 2958970 w 3024845"/>
                <a:gd name="connsiteY395" fmla="*/ 611783 h 1078499"/>
                <a:gd name="connsiteX396" fmla="*/ 2958970 w 3024845"/>
                <a:gd name="connsiteY396" fmla="*/ 722939 h 1078499"/>
                <a:gd name="connsiteX397" fmla="*/ 2958970 w 3024845"/>
                <a:gd name="connsiteY397" fmla="*/ 736718 h 1078499"/>
                <a:gd name="connsiteX398" fmla="*/ 3024845 w 3024845"/>
                <a:gd name="connsiteY398" fmla="*/ 736718 h 1078499"/>
                <a:gd name="connsiteX399" fmla="*/ 3024845 w 3024845"/>
                <a:gd name="connsiteY399" fmla="*/ 1078499 h 1078499"/>
                <a:gd name="connsiteX400" fmla="*/ 2054 w 3024845"/>
                <a:gd name="connsiteY400" fmla="*/ 1076166 h 1078499"/>
                <a:gd name="connsiteX401" fmla="*/ 0 w 3024845"/>
                <a:gd name="connsiteY401" fmla="*/ 642048 h 1078499"/>
                <a:gd name="connsiteX402" fmla="*/ 20267 w 3024845"/>
                <a:gd name="connsiteY402" fmla="*/ 642048 h 1078499"/>
                <a:gd name="connsiteX403" fmla="*/ 20774 w 3024845"/>
                <a:gd name="connsiteY403" fmla="*/ 640967 h 1078499"/>
                <a:gd name="connsiteX404" fmla="*/ 24320 w 3024845"/>
                <a:gd name="connsiteY404" fmla="*/ 633401 h 1078499"/>
                <a:gd name="connsiteX405" fmla="*/ 26094 w 3024845"/>
                <a:gd name="connsiteY405" fmla="*/ 633671 h 1078499"/>
                <a:gd name="connsiteX406" fmla="*/ 38507 w 3024845"/>
                <a:gd name="connsiteY406" fmla="*/ 635562 h 1078499"/>
                <a:gd name="connsiteX407" fmla="*/ 39014 w 3024845"/>
                <a:gd name="connsiteY407" fmla="*/ 636914 h 1078499"/>
                <a:gd name="connsiteX408" fmla="*/ 42560 w 3024845"/>
                <a:gd name="connsiteY408" fmla="*/ 646371 h 1078499"/>
                <a:gd name="connsiteX409" fmla="*/ 68907 w 3024845"/>
                <a:gd name="connsiteY409" fmla="*/ 648533 h 1078499"/>
                <a:gd name="connsiteX410" fmla="*/ 68907 w 3024845"/>
                <a:gd name="connsiteY410" fmla="*/ 525312 h 1078499"/>
                <a:gd name="connsiteX411" fmla="*/ 70934 w 3024845"/>
                <a:gd name="connsiteY411" fmla="*/ 525312 h 1078499"/>
                <a:gd name="connsiteX412" fmla="*/ 85121 w 3024845"/>
                <a:gd name="connsiteY412" fmla="*/ 525312 h 1078499"/>
                <a:gd name="connsiteX413" fmla="*/ 85121 w 3024845"/>
                <a:gd name="connsiteY413" fmla="*/ 389120 h 1078499"/>
                <a:gd name="connsiteX414" fmla="*/ 86894 w 3024845"/>
                <a:gd name="connsiteY414" fmla="*/ 389120 h 1078499"/>
                <a:gd name="connsiteX415" fmla="*/ 99308 w 3024845"/>
                <a:gd name="connsiteY415" fmla="*/ 389120 h 1078499"/>
                <a:gd name="connsiteX416" fmla="*/ 99308 w 3024845"/>
                <a:gd name="connsiteY416" fmla="*/ 274546 h 1078499"/>
                <a:gd name="connsiteX417" fmla="*/ 103361 w 3024845"/>
                <a:gd name="connsiteY417" fmla="*/ 246442 h 1078499"/>
                <a:gd name="connsiteX418" fmla="*/ 105388 w 3024845"/>
                <a:gd name="connsiteY418" fmla="*/ 246442 h 1078499"/>
                <a:gd name="connsiteX419" fmla="*/ 119575 w 3024845"/>
                <a:gd name="connsiteY419" fmla="*/ 246442 h 1078499"/>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72613 w 3024845"/>
                <a:gd name="connsiteY334" fmla="*/ 302649 h 1059043"/>
                <a:gd name="connsiteX335" fmla="*/ 2180720 w 3024845"/>
                <a:gd name="connsiteY335" fmla="*/ 555577 h 1059043"/>
                <a:gd name="connsiteX336" fmla="*/ 2245574 w 3024845"/>
                <a:gd name="connsiteY336" fmla="*/ 555577 h 1059043"/>
                <a:gd name="connsiteX337" fmla="*/ 2245574 w 3024845"/>
                <a:gd name="connsiteY337" fmla="*/ 631239 h 1059043"/>
                <a:gd name="connsiteX338" fmla="*/ 2253681 w 3024845"/>
                <a:gd name="connsiteY338" fmla="*/ 631239 h 1059043"/>
                <a:gd name="connsiteX339" fmla="*/ 2255708 w 3024845"/>
                <a:gd name="connsiteY339" fmla="*/ 624754 h 1059043"/>
                <a:gd name="connsiteX340" fmla="*/ 2261788 w 3024845"/>
                <a:gd name="connsiteY340" fmla="*/ 624754 h 1059043"/>
                <a:gd name="connsiteX341" fmla="*/ 2263815 w 3024845"/>
                <a:gd name="connsiteY341" fmla="*/ 633401 h 1059043"/>
                <a:gd name="connsiteX342" fmla="*/ 2275975 w 3024845"/>
                <a:gd name="connsiteY342" fmla="*/ 633401 h 1059043"/>
                <a:gd name="connsiteX343" fmla="*/ 2275975 w 3024845"/>
                <a:gd name="connsiteY343" fmla="*/ 626915 h 1059043"/>
                <a:gd name="connsiteX344" fmla="*/ 2298268 w 3024845"/>
                <a:gd name="connsiteY344" fmla="*/ 626915 h 1059043"/>
                <a:gd name="connsiteX345" fmla="*/ 2298268 w 3024845"/>
                <a:gd name="connsiteY345" fmla="*/ 633401 h 1059043"/>
                <a:gd name="connsiteX346" fmla="*/ 2318535 w 3024845"/>
                <a:gd name="connsiteY346" fmla="*/ 633401 h 1059043"/>
                <a:gd name="connsiteX347" fmla="*/ 2318535 w 3024845"/>
                <a:gd name="connsiteY347" fmla="*/ 678798 h 1059043"/>
                <a:gd name="connsiteX348" fmla="*/ 2332722 w 3024845"/>
                <a:gd name="connsiteY348" fmla="*/ 678798 h 1059043"/>
                <a:gd name="connsiteX349" fmla="*/ 2332722 w 3024845"/>
                <a:gd name="connsiteY349" fmla="*/ 665827 h 1059043"/>
                <a:gd name="connsiteX350" fmla="*/ 2348936 w 3024845"/>
                <a:gd name="connsiteY350" fmla="*/ 665827 h 1059043"/>
                <a:gd name="connsiteX351" fmla="*/ 2348936 w 3024845"/>
                <a:gd name="connsiteY351" fmla="*/ 486400 h 1059043"/>
                <a:gd name="connsiteX352" fmla="*/ 2355016 w 3024845"/>
                <a:gd name="connsiteY352" fmla="*/ 479914 h 1059043"/>
                <a:gd name="connsiteX353" fmla="*/ 2427977 w 3024845"/>
                <a:gd name="connsiteY353" fmla="*/ 479914 h 1059043"/>
                <a:gd name="connsiteX354" fmla="*/ 2427977 w 3024845"/>
                <a:gd name="connsiteY354" fmla="*/ 488562 h 1059043"/>
                <a:gd name="connsiteX355" fmla="*/ 2438110 w 3024845"/>
                <a:gd name="connsiteY355" fmla="*/ 488562 h 1059043"/>
                <a:gd name="connsiteX356" fmla="*/ 2438110 w 3024845"/>
                <a:gd name="connsiteY356" fmla="*/ 603136 h 1059043"/>
                <a:gd name="connsiteX357" fmla="*/ 2460404 w 3024845"/>
                <a:gd name="connsiteY357" fmla="*/ 603136 h 1059043"/>
                <a:gd name="connsiteX358" fmla="*/ 2460404 w 3024845"/>
                <a:gd name="connsiteY358" fmla="*/ 536121 h 1059043"/>
                <a:gd name="connsiteX359" fmla="*/ 2486751 w 3024845"/>
                <a:gd name="connsiteY359" fmla="*/ 536121 h 1059043"/>
                <a:gd name="connsiteX360" fmla="*/ 2490804 w 3024845"/>
                <a:gd name="connsiteY360" fmla="*/ 531797 h 1059043"/>
                <a:gd name="connsiteX361" fmla="*/ 2498911 w 3024845"/>
                <a:gd name="connsiteY361" fmla="*/ 531797 h 1059043"/>
                <a:gd name="connsiteX362" fmla="*/ 2502964 w 3024845"/>
                <a:gd name="connsiteY362" fmla="*/ 536121 h 1059043"/>
                <a:gd name="connsiteX363" fmla="*/ 2525258 w 3024845"/>
                <a:gd name="connsiteY363" fmla="*/ 536121 h 1059043"/>
                <a:gd name="connsiteX364" fmla="*/ 2525258 w 3024845"/>
                <a:gd name="connsiteY364" fmla="*/ 419385 h 1059043"/>
                <a:gd name="connsiteX365" fmla="*/ 2582005 w 3024845"/>
                <a:gd name="connsiteY365" fmla="*/ 408576 h 1059043"/>
                <a:gd name="connsiteX366" fmla="*/ 2582005 w 3024845"/>
                <a:gd name="connsiteY366" fmla="*/ 409657 h 1059043"/>
                <a:gd name="connsiteX367" fmla="*/ 2582005 w 3024845"/>
                <a:gd name="connsiteY367" fmla="*/ 417223 h 1059043"/>
                <a:gd name="connsiteX368" fmla="*/ 2608352 w 3024845"/>
                <a:gd name="connsiteY368" fmla="*/ 417223 h 1059043"/>
                <a:gd name="connsiteX369" fmla="*/ 2608352 w 3024845"/>
                <a:gd name="connsiteY369" fmla="*/ 672313 h 1059043"/>
                <a:gd name="connsiteX370" fmla="*/ 2630646 w 3024845"/>
                <a:gd name="connsiteY370" fmla="*/ 672313 h 1059043"/>
                <a:gd name="connsiteX371" fmla="*/ 2630646 w 3024845"/>
                <a:gd name="connsiteY371" fmla="*/ 667989 h 1059043"/>
                <a:gd name="connsiteX372" fmla="*/ 2642806 w 3024845"/>
                <a:gd name="connsiteY372" fmla="*/ 667989 h 1059043"/>
                <a:gd name="connsiteX373" fmla="*/ 2642806 w 3024845"/>
                <a:gd name="connsiteY373" fmla="*/ 672313 h 1059043"/>
                <a:gd name="connsiteX374" fmla="*/ 2667126 w 3024845"/>
                <a:gd name="connsiteY374" fmla="*/ 672313 h 1059043"/>
                <a:gd name="connsiteX375" fmla="*/ 2667126 w 3024845"/>
                <a:gd name="connsiteY375" fmla="*/ 659342 h 1059043"/>
                <a:gd name="connsiteX376" fmla="*/ 2695500 w 3024845"/>
                <a:gd name="connsiteY376" fmla="*/ 659342 h 1059043"/>
                <a:gd name="connsiteX377" fmla="*/ 2707660 w 3024845"/>
                <a:gd name="connsiteY377" fmla="*/ 655018 h 1059043"/>
                <a:gd name="connsiteX378" fmla="*/ 2727927 w 3024845"/>
                <a:gd name="connsiteY378" fmla="*/ 659342 h 1059043"/>
                <a:gd name="connsiteX379" fmla="*/ 2727927 w 3024845"/>
                <a:gd name="connsiteY379" fmla="*/ 642048 h 1059043"/>
                <a:gd name="connsiteX380" fmla="*/ 2736034 w 3024845"/>
                <a:gd name="connsiteY380" fmla="*/ 642048 h 1059043"/>
                <a:gd name="connsiteX381" fmla="*/ 2736034 w 3024845"/>
                <a:gd name="connsiteY381" fmla="*/ 629077 h 1059043"/>
                <a:gd name="connsiteX382" fmla="*/ 2792781 w 3024845"/>
                <a:gd name="connsiteY382" fmla="*/ 629077 h 1059043"/>
                <a:gd name="connsiteX383" fmla="*/ 2792781 w 3024845"/>
                <a:gd name="connsiteY383" fmla="*/ 598812 h 1059043"/>
                <a:gd name="connsiteX384" fmla="*/ 2811021 w 3024845"/>
                <a:gd name="connsiteY384" fmla="*/ 598812 h 1059043"/>
                <a:gd name="connsiteX385" fmla="*/ 2811021 w 3024845"/>
                <a:gd name="connsiteY385" fmla="*/ 592327 h 1059043"/>
                <a:gd name="connsiteX386" fmla="*/ 2823181 w 3024845"/>
                <a:gd name="connsiteY386" fmla="*/ 592327 h 1059043"/>
                <a:gd name="connsiteX387" fmla="*/ 2823181 w 3024845"/>
                <a:gd name="connsiteY387" fmla="*/ 598812 h 1059043"/>
                <a:gd name="connsiteX388" fmla="*/ 2839395 w 3024845"/>
                <a:gd name="connsiteY388" fmla="*/ 598812 h 1059043"/>
                <a:gd name="connsiteX389" fmla="*/ 2839395 w 3024845"/>
                <a:gd name="connsiteY389" fmla="*/ 648533 h 1059043"/>
                <a:gd name="connsiteX390" fmla="*/ 2871822 w 3024845"/>
                <a:gd name="connsiteY390" fmla="*/ 648533 h 1059043"/>
                <a:gd name="connsiteX391" fmla="*/ 2871822 w 3024845"/>
                <a:gd name="connsiteY391" fmla="*/ 622592 h 1059043"/>
                <a:gd name="connsiteX392" fmla="*/ 2910329 w 3024845"/>
                <a:gd name="connsiteY392" fmla="*/ 622592 h 1059043"/>
                <a:gd name="connsiteX393" fmla="*/ 2910329 w 3024845"/>
                <a:gd name="connsiteY393" fmla="*/ 592327 h 1059043"/>
                <a:gd name="connsiteX394" fmla="*/ 2958970 w 3024845"/>
                <a:gd name="connsiteY394" fmla="*/ 592327 h 1059043"/>
                <a:gd name="connsiteX395" fmla="*/ 2958970 w 3024845"/>
                <a:gd name="connsiteY395" fmla="*/ 703483 h 1059043"/>
                <a:gd name="connsiteX396" fmla="*/ 2958970 w 3024845"/>
                <a:gd name="connsiteY396" fmla="*/ 717262 h 1059043"/>
                <a:gd name="connsiteX397" fmla="*/ 3024845 w 3024845"/>
                <a:gd name="connsiteY397" fmla="*/ 717262 h 1059043"/>
                <a:gd name="connsiteX398" fmla="*/ 3024845 w 3024845"/>
                <a:gd name="connsiteY398" fmla="*/ 1059043 h 1059043"/>
                <a:gd name="connsiteX399" fmla="*/ 2054 w 3024845"/>
                <a:gd name="connsiteY399" fmla="*/ 1056710 h 1059043"/>
                <a:gd name="connsiteX400" fmla="*/ 0 w 3024845"/>
                <a:gd name="connsiteY400" fmla="*/ 622592 h 1059043"/>
                <a:gd name="connsiteX401" fmla="*/ 20267 w 3024845"/>
                <a:gd name="connsiteY401" fmla="*/ 622592 h 1059043"/>
                <a:gd name="connsiteX402" fmla="*/ 20774 w 3024845"/>
                <a:gd name="connsiteY402" fmla="*/ 621511 h 1059043"/>
                <a:gd name="connsiteX403" fmla="*/ 24320 w 3024845"/>
                <a:gd name="connsiteY403" fmla="*/ 613945 h 1059043"/>
                <a:gd name="connsiteX404" fmla="*/ 26094 w 3024845"/>
                <a:gd name="connsiteY404" fmla="*/ 614215 h 1059043"/>
                <a:gd name="connsiteX405" fmla="*/ 38507 w 3024845"/>
                <a:gd name="connsiteY405" fmla="*/ 616106 h 1059043"/>
                <a:gd name="connsiteX406" fmla="*/ 39014 w 3024845"/>
                <a:gd name="connsiteY406" fmla="*/ 617458 h 1059043"/>
                <a:gd name="connsiteX407" fmla="*/ 42560 w 3024845"/>
                <a:gd name="connsiteY407" fmla="*/ 626915 h 1059043"/>
                <a:gd name="connsiteX408" fmla="*/ 68907 w 3024845"/>
                <a:gd name="connsiteY408" fmla="*/ 629077 h 1059043"/>
                <a:gd name="connsiteX409" fmla="*/ 68907 w 3024845"/>
                <a:gd name="connsiteY409" fmla="*/ 505856 h 1059043"/>
                <a:gd name="connsiteX410" fmla="*/ 70934 w 3024845"/>
                <a:gd name="connsiteY410" fmla="*/ 505856 h 1059043"/>
                <a:gd name="connsiteX411" fmla="*/ 85121 w 3024845"/>
                <a:gd name="connsiteY411" fmla="*/ 505856 h 1059043"/>
                <a:gd name="connsiteX412" fmla="*/ 85121 w 3024845"/>
                <a:gd name="connsiteY412" fmla="*/ 369664 h 1059043"/>
                <a:gd name="connsiteX413" fmla="*/ 86894 w 3024845"/>
                <a:gd name="connsiteY413" fmla="*/ 369664 h 1059043"/>
                <a:gd name="connsiteX414" fmla="*/ 99308 w 3024845"/>
                <a:gd name="connsiteY414" fmla="*/ 369664 h 1059043"/>
                <a:gd name="connsiteX415" fmla="*/ 99308 w 3024845"/>
                <a:gd name="connsiteY415" fmla="*/ 255090 h 1059043"/>
                <a:gd name="connsiteX416" fmla="*/ 103361 w 3024845"/>
                <a:gd name="connsiteY416" fmla="*/ 226986 h 1059043"/>
                <a:gd name="connsiteX417" fmla="*/ 105388 w 3024845"/>
                <a:gd name="connsiteY417" fmla="*/ 226986 h 1059043"/>
                <a:gd name="connsiteX418" fmla="*/ 119575 w 3024845"/>
                <a:gd name="connsiteY41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80720 w 3024845"/>
                <a:gd name="connsiteY334" fmla="*/ 555577 h 1059043"/>
                <a:gd name="connsiteX335" fmla="*/ 2245574 w 3024845"/>
                <a:gd name="connsiteY335" fmla="*/ 555577 h 1059043"/>
                <a:gd name="connsiteX336" fmla="*/ 2245574 w 3024845"/>
                <a:gd name="connsiteY336" fmla="*/ 631239 h 1059043"/>
                <a:gd name="connsiteX337" fmla="*/ 2253681 w 3024845"/>
                <a:gd name="connsiteY337" fmla="*/ 631239 h 1059043"/>
                <a:gd name="connsiteX338" fmla="*/ 2255708 w 3024845"/>
                <a:gd name="connsiteY338" fmla="*/ 624754 h 1059043"/>
                <a:gd name="connsiteX339" fmla="*/ 2261788 w 3024845"/>
                <a:gd name="connsiteY339" fmla="*/ 624754 h 1059043"/>
                <a:gd name="connsiteX340" fmla="*/ 2263815 w 3024845"/>
                <a:gd name="connsiteY340" fmla="*/ 633401 h 1059043"/>
                <a:gd name="connsiteX341" fmla="*/ 2275975 w 3024845"/>
                <a:gd name="connsiteY341" fmla="*/ 633401 h 1059043"/>
                <a:gd name="connsiteX342" fmla="*/ 2275975 w 3024845"/>
                <a:gd name="connsiteY342" fmla="*/ 626915 h 1059043"/>
                <a:gd name="connsiteX343" fmla="*/ 2298268 w 3024845"/>
                <a:gd name="connsiteY343" fmla="*/ 626915 h 1059043"/>
                <a:gd name="connsiteX344" fmla="*/ 2298268 w 3024845"/>
                <a:gd name="connsiteY344" fmla="*/ 633401 h 1059043"/>
                <a:gd name="connsiteX345" fmla="*/ 2318535 w 3024845"/>
                <a:gd name="connsiteY345" fmla="*/ 633401 h 1059043"/>
                <a:gd name="connsiteX346" fmla="*/ 2318535 w 3024845"/>
                <a:gd name="connsiteY346" fmla="*/ 678798 h 1059043"/>
                <a:gd name="connsiteX347" fmla="*/ 2332722 w 3024845"/>
                <a:gd name="connsiteY347" fmla="*/ 678798 h 1059043"/>
                <a:gd name="connsiteX348" fmla="*/ 2332722 w 3024845"/>
                <a:gd name="connsiteY348" fmla="*/ 665827 h 1059043"/>
                <a:gd name="connsiteX349" fmla="*/ 2348936 w 3024845"/>
                <a:gd name="connsiteY349" fmla="*/ 665827 h 1059043"/>
                <a:gd name="connsiteX350" fmla="*/ 2348936 w 3024845"/>
                <a:gd name="connsiteY350" fmla="*/ 486400 h 1059043"/>
                <a:gd name="connsiteX351" fmla="*/ 2355016 w 3024845"/>
                <a:gd name="connsiteY351" fmla="*/ 479914 h 1059043"/>
                <a:gd name="connsiteX352" fmla="*/ 2427977 w 3024845"/>
                <a:gd name="connsiteY352" fmla="*/ 479914 h 1059043"/>
                <a:gd name="connsiteX353" fmla="*/ 2427977 w 3024845"/>
                <a:gd name="connsiteY353" fmla="*/ 488562 h 1059043"/>
                <a:gd name="connsiteX354" fmla="*/ 2438110 w 3024845"/>
                <a:gd name="connsiteY354" fmla="*/ 488562 h 1059043"/>
                <a:gd name="connsiteX355" fmla="*/ 2438110 w 3024845"/>
                <a:gd name="connsiteY355" fmla="*/ 603136 h 1059043"/>
                <a:gd name="connsiteX356" fmla="*/ 2460404 w 3024845"/>
                <a:gd name="connsiteY356" fmla="*/ 603136 h 1059043"/>
                <a:gd name="connsiteX357" fmla="*/ 2460404 w 3024845"/>
                <a:gd name="connsiteY357" fmla="*/ 536121 h 1059043"/>
                <a:gd name="connsiteX358" fmla="*/ 2486751 w 3024845"/>
                <a:gd name="connsiteY358" fmla="*/ 536121 h 1059043"/>
                <a:gd name="connsiteX359" fmla="*/ 2490804 w 3024845"/>
                <a:gd name="connsiteY359" fmla="*/ 531797 h 1059043"/>
                <a:gd name="connsiteX360" fmla="*/ 2498911 w 3024845"/>
                <a:gd name="connsiteY360" fmla="*/ 531797 h 1059043"/>
                <a:gd name="connsiteX361" fmla="*/ 2502964 w 3024845"/>
                <a:gd name="connsiteY361" fmla="*/ 536121 h 1059043"/>
                <a:gd name="connsiteX362" fmla="*/ 2525258 w 3024845"/>
                <a:gd name="connsiteY362" fmla="*/ 536121 h 1059043"/>
                <a:gd name="connsiteX363" fmla="*/ 2525258 w 3024845"/>
                <a:gd name="connsiteY363" fmla="*/ 419385 h 1059043"/>
                <a:gd name="connsiteX364" fmla="*/ 2582005 w 3024845"/>
                <a:gd name="connsiteY364" fmla="*/ 408576 h 1059043"/>
                <a:gd name="connsiteX365" fmla="*/ 2582005 w 3024845"/>
                <a:gd name="connsiteY365" fmla="*/ 409657 h 1059043"/>
                <a:gd name="connsiteX366" fmla="*/ 2582005 w 3024845"/>
                <a:gd name="connsiteY366" fmla="*/ 417223 h 1059043"/>
                <a:gd name="connsiteX367" fmla="*/ 2608352 w 3024845"/>
                <a:gd name="connsiteY367" fmla="*/ 417223 h 1059043"/>
                <a:gd name="connsiteX368" fmla="*/ 2608352 w 3024845"/>
                <a:gd name="connsiteY368" fmla="*/ 672313 h 1059043"/>
                <a:gd name="connsiteX369" fmla="*/ 2630646 w 3024845"/>
                <a:gd name="connsiteY369" fmla="*/ 672313 h 1059043"/>
                <a:gd name="connsiteX370" fmla="*/ 2630646 w 3024845"/>
                <a:gd name="connsiteY370" fmla="*/ 667989 h 1059043"/>
                <a:gd name="connsiteX371" fmla="*/ 2642806 w 3024845"/>
                <a:gd name="connsiteY371" fmla="*/ 667989 h 1059043"/>
                <a:gd name="connsiteX372" fmla="*/ 2642806 w 3024845"/>
                <a:gd name="connsiteY372" fmla="*/ 672313 h 1059043"/>
                <a:gd name="connsiteX373" fmla="*/ 2667126 w 3024845"/>
                <a:gd name="connsiteY373" fmla="*/ 672313 h 1059043"/>
                <a:gd name="connsiteX374" fmla="*/ 2667126 w 3024845"/>
                <a:gd name="connsiteY374" fmla="*/ 659342 h 1059043"/>
                <a:gd name="connsiteX375" fmla="*/ 2695500 w 3024845"/>
                <a:gd name="connsiteY375" fmla="*/ 659342 h 1059043"/>
                <a:gd name="connsiteX376" fmla="*/ 2707660 w 3024845"/>
                <a:gd name="connsiteY376" fmla="*/ 655018 h 1059043"/>
                <a:gd name="connsiteX377" fmla="*/ 2727927 w 3024845"/>
                <a:gd name="connsiteY377" fmla="*/ 659342 h 1059043"/>
                <a:gd name="connsiteX378" fmla="*/ 2727927 w 3024845"/>
                <a:gd name="connsiteY378" fmla="*/ 642048 h 1059043"/>
                <a:gd name="connsiteX379" fmla="*/ 2736034 w 3024845"/>
                <a:gd name="connsiteY379" fmla="*/ 642048 h 1059043"/>
                <a:gd name="connsiteX380" fmla="*/ 2736034 w 3024845"/>
                <a:gd name="connsiteY380" fmla="*/ 629077 h 1059043"/>
                <a:gd name="connsiteX381" fmla="*/ 2792781 w 3024845"/>
                <a:gd name="connsiteY381" fmla="*/ 629077 h 1059043"/>
                <a:gd name="connsiteX382" fmla="*/ 2792781 w 3024845"/>
                <a:gd name="connsiteY382" fmla="*/ 598812 h 1059043"/>
                <a:gd name="connsiteX383" fmla="*/ 2811021 w 3024845"/>
                <a:gd name="connsiteY383" fmla="*/ 598812 h 1059043"/>
                <a:gd name="connsiteX384" fmla="*/ 2811021 w 3024845"/>
                <a:gd name="connsiteY384" fmla="*/ 592327 h 1059043"/>
                <a:gd name="connsiteX385" fmla="*/ 2823181 w 3024845"/>
                <a:gd name="connsiteY385" fmla="*/ 592327 h 1059043"/>
                <a:gd name="connsiteX386" fmla="*/ 2823181 w 3024845"/>
                <a:gd name="connsiteY386" fmla="*/ 598812 h 1059043"/>
                <a:gd name="connsiteX387" fmla="*/ 2839395 w 3024845"/>
                <a:gd name="connsiteY387" fmla="*/ 598812 h 1059043"/>
                <a:gd name="connsiteX388" fmla="*/ 2839395 w 3024845"/>
                <a:gd name="connsiteY388" fmla="*/ 648533 h 1059043"/>
                <a:gd name="connsiteX389" fmla="*/ 2871822 w 3024845"/>
                <a:gd name="connsiteY389" fmla="*/ 648533 h 1059043"/>
                <a:gd name="connsiteX390" fmla="*/ 2871822 w 3024845"/>
                <a:gd name="connsiteY390" fmla="*/ 622592 h 1059043"/>
                <a:gd name="connsiteX391" fmla="*/ 2910329 w 3024845"/>
                <a:gd name="connsiteY391" fmla="*/ 622592 h 1059043"/>
                <a:gd name="connsiteX392" fmla="*/ 2910329 w 3024845"/>
                <a:gd name="connsiteY392" fmla="*/ 592327 h 1059043"/>
                <a:gd name="connsiteX393" fmla="*/ 2958970 w 3024845"/>
                <a:gd name="connsiteY393" fmla="*/ 592327 h 1059043"/>
                <a:gd name="connsiteX394" fmla="*/ 2958970 w 3024845"/>
                <a:gd name="connsiteY394" fmla="*/ 703483 h 1059043"/>
                <a:gd name="connsiteX395" fmla="*/ 2958970 w 3024845"/>
                <a:gd name="connsiteY395" fmla="*/ 717262 h 1059043"/>
                <a:gd name="connsiteX396" fmla="*/ 3024845 w 3024845"/>
                <a:gd name="connsiteY396" fmla="*/ 717262 h 1059043"/>
                <a:gd name="connsiteX397" fmla="*/ 3024845 w 3024845"/>
                <a:gd name="connsiteY397" fmla="*/ 1059043 h 1059043"/>
                <a:gd name="connsiteX398" fmla="*/ 2054 w 3024845"/>
                <a:gd name="connsiteY398" fmla="*/ 1056710 h 1059043"/>
                <a:gd name="connsiteX399" fmla="*/ 0 w 3024845"/>
                <a:gd name="connsiteY399" fmla="*/ 622592 h 1059043"/>
                <a:gd name="connsiteX400" fmla="*/ 20267 w 3024845"/>
                <a:gd name="connsiteY400" fmla="*/ 622592 h 1059043"/>
                <a:gd name="connsiteX401" fmla="*/ 20774 w 3024845"/>
                <a:gd name="connsiteY401" fmla="*/ 621511 h 1059043"/>
                <a:gd name="connsiteX402" fmla="*/ 24320 w 3024845"/>
                <a:gd name="connsiteY402" fmla="*/ 613945 h 1059043"/>
                <a:gd name="connsiteX403" fmla="*/ 26094 w 3024845"/>
                <a:gd name="connsiteY403" fmla="*/ 614215 h 1059043"/>
                <a:gd name="connsiteX404" fmla="*/ 38507 w 3024845"/>
                <a:gd name="connsiteY404" fmla="*/ 616106 h 1059043"/>
                <a:gd name="connsiteX405" fmla="*/ 39014 w 3024845"/>
                <a:gd name="connsiteY405" fmla="*/ 617458 h 1059043"/>
                <a:gd name="connsiteX406" fmla="*/ 42560 w 3024845"/>
                <a:gd name="connsiteY406" fmla="*/ 626915 h 1059043"/>
                <a:gd name="connsiteX407" fmla="*/ 68907 w 3024845"/>
                <a:gd name="connsiteY407" fmla="*/ 629077 h 1059043"/>
                <a:gd name="connsiteX408" fmla="*/ 68907 w 3024845"/>
                <a:gd name="connsiteY408" fmla="*/ 505856 h 1059043"/>
                <a:gd name="connsiteX409" fmla="*/ 70934 w 3024845"/>
                <a:gd name="connsiteY409" fmla="*/ 505856 h 1059043"/>
                <a:gd name="connsiteX410" fmla="*/ 85121 w 3024845"/>
                <a:gd name="connsiteY410" fmla="*/ 505856 h 1059043"/>
                <a:gd name="connsiteX411" fmla="*/ 85121 w 3024845"/>
                <a:gd name="connsiteY411" fmla="*/ 369664 h 1059043"/>
                <a:gd name="connsiteX412" fmla="*/ 86894 w 3024845"/>
                <a:gd name="connsiteY412" fmla="*/ 369664 h 1059043"/>
                <a:gd name="connsiteX413" fmla="*/ 99308 w 3024845"/>
                <a:gd name="connsiteY413" fmla="*/ 369664 h 1059043"/>
                <a:gd name="connsiteX414" fmla="*/ 99308 w 3024845"/>
                <a:gd name="connsiteY414" fmla="*/ 255090 h 1059043"/>
                <a:gd name="connsiteX415" fmla="*/ 103361 w 3024845"/>
                <a:gd name="connsiteY415" fmla="*/ 226986 h 1059043"/>
                <a:gd name="connsiteX416" fmla="*/ 105388 w 3024845"/>
                <a:gd name="connsiteY416" fmla="*/ 226986 h 1059043"/>
                <a:gd name="connsiteX417" fmla="*/ 119575 w 3024845"/>
                <a:gd name="connsiteY41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0720 w 3024845"/>
                <a:gd name="connsiteY333" fmla="*/ 555577 h 1059043"/>
                <a:gd name="connsiteX334" fmla="*/ 2245574 w 3024845"/>
                <a:gd name="connsiteY334" fmla="*/ 555577 h 1059043"/>
                <a:gd name="connsiteX335" fmla="*/ 2245574 w 3024845"/>
                <a:gd name="connsiteY335" fmla="*/ 631239 h 1059043"/>
                <a:gd name="connsiteX336" fmla="*/ 2253681 w 3024845"/>
                <a:gd name="connsiteY336" fmla="*/ 631239 h 1059043"/>
                <a:gd name="connsiteX337" fmla="*/ 2255708 w 3024845"/>
                <a:gd name="connsiteY337" fmla="*/ 624754 h 1059043"/>
                <a:gd name="connsiteX338" fmla="*/ 2261788 w 3024845"/>
                <a:gd name="connsiteY338" fmla="*/ 624754 h 1059043"/>
                <a:gd name="connsiteX339" fmla="*/ 2263815 w 3024845"/>
                <a:gd name="connsiteY339" fmla="*/ 633401 h 1059043"/>
                <a:gd name="connsiteX340" fmla="*/ 2275975 w 3024845"/>
                <a:gd name="connsiteY340" fmla="*/ 633401 h 1059043"/>
                <a:gd name="connsiteX341" fmla="*/ 2275975 w 3024845"/>
                <a:gd name="connsiteY341" fmla="*/ 626915 h 1059043"/>
                <a:gd name="connsiteX342" fmla="*/ 2298268 w 3024845"/>
                <a:gd name="connsiteY342" fmla="*/ 626915 h 1059043"/>
                <a:gd name="connsiteX343" fmla="*/ 2298268 w 3024845"/>
                <a:gd name="connsiteY343" fmla="*/ 633401 h 1059043"/>
                <a:gd name="connsiteX344" fmla="*/ 2318535 w 3024845"/>
                <a:gd name="connsiteY344" fmla="*/ 633401 h 1059043"/>
                <a:gd name="connsiteX345" fmla="*/ 2318535 w 3024845"/>
                <a:gd name="connsiteY345" fmla="*/ 678798 h 1059043"/>
                <a:gd name="connsiteX346" fmla="*/ 2332722 w 3024845"/>
                <a:gd name="connsiteY346" fmla="*/ 678798 h 1059043"/>
                <a:gd name="connsiteX347" fmla="*/ 2332722 w 3024845"/>
                <a:gd name="connsiteY347" fmla="*/ 665827 h 1059043"/>
                <a:gd name="connsiteX348" fmla="*/ 2348936 w 3024845"/>
                <a:gd name="connsiteY348" fmla="*/ 665827 h 1059043"/>
                <a:gd name="connsiteX349" fmla="*/ 2348936 w 3024845"/>
                <a:gd name="connsiteY349" fmla="*/ 486400 h 1059043"/>
                <a:gd name="connsiteX350" fmla="*/ 2355016 w 3024845"/>
                <a:gd name="connsiteY350" fmla="*/ 479914 h 1059043"/>
                <a:gd name="connsiteX351" fmla="*/ 2427977 w 3024845"/>
                <a:gd name="connsiteY351" fmla="*/ 479914 h 1059043"/>
                <a:gd name="connsiteX352" fmla="*/ 2427977 w 3024845"/>
                <a:gd name="connsiteY352" fmla="*/ 488562 h 1059043"/>
                <a:gd name="connsiteX353" fmla="*/ 2438110 w 3024845"/>
                <a:gd name="connsiteY353" fmla="*/ 488562 h 1059043"/>
                <a:gd name="connsiteX354" fmla="*/ 2438110 w 3024845"/>
                <a:gd name="connsiteY354" fmla="*/ 603136 h 1059043"/>
                <a:gd name="connsiteX355" fmla="*/ 2460404 w 3024845"/>
                <a:gd name="connsiteY355" fmla="*/ 603136 h 1059043"/>
                <a:gd name="connsiteX356" fmla="*/ 2460404 w 3024845"/>
                <a:gd name="connsiteY356" fmla="*/ 536121 h 1059043"/>
                <a:gd name="connsiteX357" fmla="*/ 2486751 w 3024845"/>
                <a:gd name="connsiteY357" fmla="*/ 536121 h 1059043"/>
                <a:gd name="connsiteX358" fmla="*/ 2490804 w 3024845"/>
                <a:gd name="connsiteY358" fmla="*/ 531797 h 1059043"/>
                <a:gd name="connsiteX359" fmla="*/ 2498911 w 3024845"/>
                <a:gd name="connsiteY359" fmla="*/ 531797 h 1059043"/>
                <a:gd name="connsiteX360" fmla="*/ 2502964 w 3024845"/>
                <a:gd name="connsiteY360" fmla="*/ 536121 h 1059043"/>
                <a:gd name="connsiteX361" fmla="*/ 2525258 w 3024845"/>
                <a:gd name="connsiteY361" fmla="*/ 536121 h 1059043"/>
                <a:gd name="connsiteX362" fmla="*/ 2525258 w 3024845"/>
                <a:gd name="connsiteY362" fmla="*/ 419385 h 1059043"/>
                <a:gd name="connsiteX363" fmla="*/ 2582005 w 3024845"/>
                <a:gd name="connsiteY363" fmla="*/ 408576 h 1059043"/>
                <a:gd name="connsiteX364" fmla="*/ 2582005 w 3024845"/>
                <a:gd name="connsiteY364" fmla="*/ 409657 h 1059043"/>
                <a:gd name="connsiteX365" fmla="*/ 2582005 w 3024845"/>
                <a:gd name="connsiteY365" fmla="*/ 417223 h 1059043"/>
                <a:gd name="connsiteX366" fmla="*/ 2608352 w 3024845"/>
                <a:gd name="connsiteY366" fmla="*/ 417223 h 1059043"/>
                <a:gd name="connsiteX367" fmla="*/ 2608352 w 3024845"/>
                <a:gd name="connsiteY367" fmla="*/ 672313 h 1059043"/>
                <a:gd name="connsiteX368" fmla="*/ 2630646 w 3024845"/>
                <a:gd name="connsiteY368" fmla="*/ 672313 h 1059043"/>
                <a:gd name="connsiteX369" fmla="*/ 2630646 w 3024845"/>
                <a:gd name="connsiteY369" fmla="*/ 667989 h 1059043"/>
                <a:gd name="connsiteX370" fmla="*/ 2642806 w 3024845"/>
                <a:gd name="connsiteY370" fmla="*/ 667989 h 1059043"/>
                <a:gd name="connsiteX371" fmla="*/ 2642806 w 3024845"/>
                <a:gd name="connsiteY371" fmla="*/ 672313 h 1059043"/>
                <a:gd name="connsiteX372" fmla="*/ 2667126 w 3024845"/>
                <a:gd name="connsiteY372" fmla="*/ 672313 h 1059043"/>
                <a:gd name="connsiteX373" fmla="*/ 2667126 w 3024845"/>
                <a:gd name="connsiteY373" fmla="*/ 659342 h 1059043"/>
                <a:gd name="connsiteX374" fmla="*/ 2695500 w 3024845"/>
                <a:gd name="connsiteY374" fmla="*/ 659342 h 1059043"/>
                <a:gd name="connsiteX375" fmla="*/ 2707660 w 3024845"/>
                <a:gd name="connsiteY375" fmla="*/ 655018 h 1059043"/>
                <a:gd name="connsiteX376" fmla="*/ 2727927 w 3024845"/>
                <a:gd name="connsiteY376" fmla="*/ 659342 h 1059043"/>
                <a:gd name="connsiteX377" fmla="*/ 2727927 w 3024845"/>
                <a:gd name="connsiteY377" fmla="*/ 642048 h 1059043"/>
                <a:gd name="connsiteX378" fmla="*/ 2736034 w 3024845"/>
                <a:gd name="connsiteY378" fmla="*/ 642048 h 1059043"/>
                <a:gd name="connsiteX379" fmla="*/ 2736034 w 3024845"/>
                <a:gd name="connsiteY379" fmla="*/ 629077 h 1059043"/>
                <a:gd name="connsiteX380" fmla="*/ 2792781 w 3024845"/>
                <a:gd name="connsiteY380" fmla="*/ 629077 h 1059043"/>
                <a:gd name="connsiteX381" fmla="*/ 2792781 w 3024845"/>
                <a:gd name="connsiteY381" fmla="*/ 598812 h 1059043"/>
                <a:gd name="connsiteX382" fmla="*/ 2811021 w 3024845"/>
                <a:gd name="connsiteY382" fmla="*/ 598812 h 1059043"/>
                <a:gd name="connsiteX383" fmla="*/ 2811021 w 3024845"/>
                <a:gd name="connsiteY383" fmla="*/ 592327 h 1059043"/>
                <a:gd name="connsiteX384" fmla="*/ 2823181 w 3024845"/>
                <a:gd name="connsiteY384" fmla="*/ 592327 h 1059043"/>
                <a:gd name="connsiteX385" fmla="*/ 2823181 w 3024845"/>
                <a:gd name="connsiteY385" fmla="*/ 598812 h 1059043"/>
                <a:gd name="connsiteX386" fmla="*/ 2839395 w 3024845"/>
                <a:gd name="connsiteY386" fmla="*/ 598812 h 1059043"/>
                <a:gd name="connsiteX387" fmla="*/ 2839395 w 3024845"/>
                <a:gd name="connsiteY387" fmla="*/ 648533 h 1059043"/>
                <a:gd name="connsiteX388" fmla="*/ 2871822 w 3024845"/>
                <a:gd name="connsiteY388" fmla="*/ 648533 h 1059043"/>
                <a:gd name="connsiteX389" fmla="*/ 2871822 w 3024845"/>
                <a:gd name="connsiteY389" fmla="*/ 622592 h 1059043"/>
                <a:gd name="connsiteX390" fmla="*/ 2910329 w 3024845"/>
                <a:gd name="connsiteY390" fmla="*/ 622592 h 1059043"/>
                <a:gd name="connsiteX391" fmla="*/ 2910329 w 3024845"/>
                <a:gd name="connsiteY391" fmla="*/ 592327 h 1059043"/>
                <a:gd name="connsiteX392" fmla="*/ 2958970 w 3024845"/>
                <a:gd name="connsiteY392" fmla="*/ 592327 h 1059043"/>
                <a:gd name="connsiteX393" fmla="*/ 2958970 w 3024845"/>
                <a:gd name="connsiteY393" fmla="*/ 703483 h 1059043"/>
                <a:gd name="connsiteX394" fmla="*/ 2958970 w 3024845"/>
                <a:gd name="connsiteY394" fmla="*/ 717262 h 1059043"/>
                <a:gd name="connsiteX395" fmla="*/ 3024845 w 3024845"/>
                <a:gd name="connsiteY395" fmla="*/ 717262 h 1059043"/>
                <a:gd name="connsiteX396" fmla="*/ 3024845 w 3024845"/>
                <a:gd name="connsiteY396" fmla="*/ 1059043 h 1059043"/>
                <a:gd name="connsiteX397" fmla="*/ 2054 w 3024845"/>
                <a:gd name="connsiteY397" fmla="*/ 1056710 h 1059043"/>
                <a:gd name="connsiteX398" fmla="*/ 0 w 3024845"/>
                <a:gd name="connsiteY398" fmla="*/ 622592 h 1059043"/>
                <a:gd name="connsiteX399" fmla="*/ 20267 w 3024845"/>
                <a:gd name="connsiteY399" fmla="*/ 622592 h 1059043"/>
                <a:gd name="connsiteX400" fmla="*/ 20774 w 3024845"/>
                <a:gd name="connsiteY400" fmla="*/ 621511 h 1059043"/>
                <a:gd name="connsiteX401" fmla="*/ 24320 w 3024845"/>
                <a:gd name="connsiteY401" fmla="*/ 613945 h 1059043"/>
                <a:gd name="connsiteX402" fmla="*/ 26094 w 3024845"/>
                <a:gd name="connsiteY402" fmla="*/ 614215 h 1059043"/>
                <a:gd name="connsiteX403" fmla="*/ 38507 w 3024845"/>
                <a:gd name="connsiteY403" fmla="*/ 616106 h 1059043"/>
                <a:gd name="connsiteX404" fmla="*/ 39014 w 3024845"/>
                <a:gd name="connsiteY404" fmla="*/ 617458 h 1059043"/>
                <a:gd name="connsiteX405" fmla="*/ 42560 w 3024845"/>
                <a:gd name="connsiteY405" fmla="*/ 626915 h 1059043"/>
                <a:gd name="connsiteX406" fmla="*/ 68907 w 3024845"/>
                <a:gd name="connsiteY406" fmla="*/ 629077 h 1059043"/>
                <a:gd name="connsiteX407" fmla="*/ 68907 w 3024845"/>
                <a:gd name="connsiteY407" fmla="*/ 505856 h 1059043"/>
                <a:gd name="connsiteX408" fmla="*/ 70934 w 3024845"/>
                <a:gd name="connsiteY408" fmla="*/ 505856 h 1059043"/>
                <a:gd name="connsiteX409" fmla="*/ 85121 w 3024845"/>
                <a:gd name="connsiteY409" fmla="*/ 505856 h 1059043"/>
                <a:gd name="connsiteX410" fmla="*/ 85121 w 3024845"/>
                <a:gd name="connsiteY410" fmla="*/ 369664 h 1059043"/>
                <a:gd name="connsiteX411" fmla="*/ 86894 w 3024845"/>
                <a:gd name="connsiteY411" fmla="*/ 369664 h 1059043"/>
                <a:gd name="connsiteX412" fmla="*/ 99308 w 3024845"/>
                <a:gd name="connsiteY412" fmla="*/ 369664 h 1059043"/>
                <a:gd name="connsiteX413" fmla="*/ 99308 w 3024845"/>
                <a:gd name="connsiteY413" fmla="*/ 255090 h 1059043"/>
                <a:gd name="connsiteX414" fmla="*/ 103361 w 3024845"/>
                <a:gd name="connsiteY414" fmla="*/ 226986 h 1059043"/>
                <a:gd name="connsiteX415" fmla="*/ 105388 w 3024845"/>
                <a:gd name="connsiteY415" fmla="*/ 226986 h 1059043"/>
                <a:gd name="connsiteX416" fmla="*/ 119575 w 3024845"/>
                <a:gd name="connsiteY41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35634 h 1059043"/>
                <a:gd name="connsiteX330" fmla="*/ 2182747 w 3024845"/>
                <a:gd name="connsiteY330" fmla="*/ 252928 h 1059043"/>
                <a:gd name="connsiteX331" fmla="*/ 2190854 w 3024845"/>
                <a:gd name="connsiteY331" fmla="*/ 276707 h 1059043"/>
                <a:gd name="connsiteX332" fmla="*/ 2180720 w 3024845"/>
                <a:gd name="connsiteY332" fmla="*/ 555577 h 1059043"/>
                <a:gd name="connsiteX333" fmla="*/ 2245574 w 3024845"/>
                <a:gd name="connsiteY333" fmla="*/ 555577 h 1059043"/>
                <a:gd name="connsiteX334" fmla="*/ 2245574 w 3024845"/>
                <a:gd name="connsiteY334" fmla="*/ 631239 h 1059043"/>
                <a:gd name="connsiteX335" fmla="*/ 2253681 w 3024845"/>
                <a:gd name="connsiteY335" fmla="*/ 631239 h 1059043"/>
                <a:gd name="connsiteX336" fmla="*/ 2255708 w 3024845"/>
                <a:gd name="connsiteY336" fmla="*/ 624754 h 1059043"/>
                <a:gd name="connsiteX337" fmla="*/ 2261788 w 3024845"/>
                <a:gd name="connsiteY337" fmla="*/ 624754 h 1059043"/>
                <a:gd name="connsiteX338" fmla="*/ 2263815 w 3024845"/>
                <a:gd name="connsiteY338" fmla="*/ 633401 h 1059043"/>
                <a:gd name="connsiteX339" fmla="*/ 2275975 w 3024845"/>
                <a:gd name="connsiteY339" fmla="*/ 633401 h 1059043"/>
                <a:gd name="connsiteX340" fmla="*/ 2275975 w 3024845"/>
                <a:gd name="connsiteY340" fmla="*/ 626915 h 1059043"/>
                <a:gd name="connsiteX341" fmla="*/ 2298268 w 3024845"/>
                <a:gd name="connsiteY341" fmla="*/ 626915 h 1059043"/>
                <a:gd name="connsiteX342" fmla="*/ 2298268 w 3024845"/>
                <a:gd name="connsiteY342" fmla="*/ 633401 h 1059043"/>
                <a:gd name="connsiteX343" fmla="*/ 2318535 w 3024845"/>
                <a:gd name="connsiteY343" fmla="*/ 633401 h 1059043"/>
                <a:gd name="connsiteX344" fmla="*/ 2318535 w 3024845"/>
                <a:gd name="connsiteY344" fmla="*/ 678798 h 1059043"/>
                <a:gd name="connsiteX345" fmla="*/ 2332722 w 3024845"/>
                <a:gd name="connsiteY345" fmla="*/ 678798 h 1059043"/>
                <a:gd name="connsiteX346" fmla="*/ 2332722 w 3024845"/>
                <a:gd name="connsiteY346" fmla="*/ 665827 h 1059043"/>
                <a:gd name="connsiteX347" fmla="*/ 2348936 w 3024845"/>
                <a:gd name="connsiteY347" fmla="*/ 665827 h 1059043"/>
                <a:gd name="connsiteX348" fmla="*/ 2348936 w 3024845"/>
                <a:gd name="connsiteY348" fmla="*/ 486400 h 1059043"/>
                <a:gd name="connsiteX349" fmla="*/ 2355016 w 3024845"/>
                <a:gd name="connsiteY349" fmla="*/ 479914 h 1059043"/>
                <a:gd name="connsiteX350" fmla="*/ 2427977 w 3024845"/>
                <a:gd name="connsiteY350" fmla="*/ 479914 h 1059043"/>
                <a:gd name="connsiteX351" fmla="*/ 2427977 w 3024845"/>
                <a:gd name="connsiteY351" fmla="*/ 488562 h 1059043"/>
                <a:gd name="connsiteX352" fmla="*/ 2438110 w 3024845"/>
                <a:gd name="connsiteY352" fmla="*/ 488562 h 1059043"/>
                <a:gd name="connsiteX353" fmla="*/ 2438110 w 3024845"/>
                <a:gd name="connsiteY353" fmla="*/ 603136 h 1059043"/>
                <a:gd name="connsiteX354" fmla="*/ 2460404 w 3024845"/>
                <a:gd name="connsiteY354" fmla="*/ 603136 h 1059043"/>
                <a:gd name="connsiteX355" fmla="*/ 2460404 w 3024845"/>
                <a:gd name="connsiteY355" fmla="*/ 536121 h 1059043"/>
                <a:gd name="connsiteX356" fmla="*/ 2486751 w 3024845"/>
                <a:gd name="connsiteY356" fmla="*/ 536121 h 1059043"/>
                <a:gd name="connsiteX357" fmla="*/ 2490804 w 3024845"/>
                <a:gd name="connsiteY357" fmla="*/ 531797 h 1059043"/>
                <a:gd name="connsiteX358" fmla="*/ 2498911 w 3024845"/>
                <a:gd name="connsiteY358" fmla="*/ 531797 h 1059043"/>
                <a:gd name="connsiteX359" fmla="*/ 2502964 w 3024845"/>
                <a:gd name="connsiteY359" fmla="*/ 536121 h 1059043"/>
                <a:gd name="connsiteX360" fmla="*/ 2525258 w 3024845"/>
                <a:gd name="connsiteY360" fmla="*/ 536121 h 1059043"/>
                <a:gd name="connsiteX361" fmla="*/ 2525258 w 3024845"/>
                <a:gd name="connsiteY361" fmla="*/ 419385 h 1059043"/>
                <a:gd name="connsiteX362" fmla="*/ 2582005 w 3024845"/>
                <a:gd name="connsiteY362" fmla="*/ 408576 h 1059043"/>
                <a:gd name="connsiteX363" fmla="*/ 2582005 w 3024845"/>
                <a:gd name="connsiteY363" fmla="*/ 409657 h 1059043"/>
                <a:gd name="connsiteX364" fmla="*/ 2582005 w 3024845"/>
                <a:gd name="connsiteY364" fmla="*/ 417223 h 1059043"/>
                <a:gd name="connsiteX365" fmla="*/ 2608352 w 3024845"/>
                <a:gd name="connsiteY365" fmla="*/ 417223 h 1059043"/>
                <a:gd name="connsiteX366" fmla="*/ 2608352 w 3024845"/>
                <a:gd name="connsiteY366" fmla="*/ 672313 h 1059043"/>
                <a:gd name="connsiteX367" fmla="*/ 2630646 w 3024845"/>
                <a:gd name="connsiteY367" fmla="*/ 672313 h 1059043"/>
                <a:gd name="connsiteX368" fmla="*/ 2630646 w 3024845"/>
                <a:gd name="connsiteY368" fmla="*/ 667989 h 1059043"/>
                <a:gd name="connsiteX369" fmla="*/ 2642806 w 3024845"/>
                <a:gd name="connsiteY369" fmla="*/ 667989 h 1059043"/>
                <a:gd name="connsiteX370" fmla="*/ 2642806 w 3024845"/>
                <a:gd name="connsiteY370" fmla="*/ 672313 h 1059043"/>
                <a:gd name="connsiteX371" fmla="*/ 2667126 w 3024845"/>
                <a:gd name="connsiteY371" fmla="*/ 672313 h 1059043"/>
                <a:gd name="connsiteX372" fmla="*/ 2667126 w 3024845"/>
                <a:gd name="connsiteY372" fmla="*/ 659342 h 1059043"/>
                <a:gd name="connsiteX373" fmla="*/ 2695500 w 3024845"/>
                <a:gd name="connsiteY373" fmla="*/ 659342 h 1059043"/>
                <a:gd name="connsiteX374" fmla="*/ 2707660 w 3024845"/>
                <a:gd name="connsiteY374" fmla="*/ 655018 h 1059043"/>
                <a:gd name="connsiteX375" fmla="*/ 2727927 w 3024845"/>
                <a:gd name="connsiteY375" fmla="*/ 659342 h 1059043"/>
                <a:gd name="connsiteX376" fmla="*/ 2727927 w 3024845"/>
                <a:gd name="connsiteY376" fmla="*/ 642048 h 1059043"/>
                <a:gd name="connsiteX377" fmla="*/ 2736034 w 3024845"/>
                <a:gd name="connsiteY377" fmla="*/ 642048 h 1059043"/>
                <a:gd name="connsiteX378" fmla="*/ 2736034 w 3024845"/>
                <a:gd name="connsiteY378" fmla="*/ 629077 h 1059043"/>
                <a:gd name="connsiteX379" fmla="*/ 2792781 w 3024845"/>
                <a:gd name="connsiteY379" fmla="*/ 629077 h 1059043"/>
                <a:gd name="connsiteX380" fmla="*/ 2792781 w 3024845"/>
                <a:gd name="connsiteY380" fmla="*/ 598812 h 1059043"/>
                <a:gd name="connsiteX381" fmla="*/ 2811021 w 3024845"/>
                <a:gd name="connsiteY381" fmla="*/ 598812 h 1059043"/>
                <a:gd name="connsiteX382" fmla="*/ 2811021 w 3024845"/>
                <a:gd name="connsiteY382" fmla="*/ 592327 h 1059043"/>
                <a:gd name="connsiteX383" fmla="*/ 2823181 w 3024845"/>
                <a:gd name="connsiteY383" fmla="*/ 592327 h 1059043"/>
                <a:gd name="connsiteX384" fmla="*/ 2823181 w 3024845"/>
                <a:gd name="connsiteY384" fmla="*/ 598812 h 1059043"/>
                <a:gd name="connsiteX385" fmla="*/ 2839395 w 3024845"/>
                <a:gd name="connsiteY385" fmla="*/ 598812 h 1059043"/>
                <a:gd name="connsiteX386" fmla="*/ 2839395 w 3024845"/>
                <a:gd name="connsiteY386" fmla="*/ 648533 h 1059043"/>
                <a:gd name="connsiteX387" fmla="*/ 2871822 w 3024845"/>
                <a:gd name="connsiteY387" fmla="*/ 648533 h 1059043"/>
                <a:gd name="connsiteX388" fmla="*/ 2871822 w 3024845"/>
                <a:gd name="connsiteY388" fmla="*/ 622592 h 1059043"/>
                <a:gd name="connsiteX389" fmla="*/ 2910329 w 3024845"/>
                <a:gd name="connsiteY389" fmla="*/ 622592 h 1059043"/>
                <a:gd name="connsiteX390" fmla="*/ 2910329 w 3024845"/>
                <a:gd name="connsiteY390" fmla="*/ 592327 h 1059043"/>
                <a:gd name="connsiteX391" fmla="*/ 2958970 w 3024845"/>
                <a:gd name="connsiteY391" fmla="*/ 592327 h 1059043"/>
                <a:gd name="connsiteX392" fmla="*/ 2958970 w 3024845"/>
                <a:gd name="connsiteY392" fmla="*/ 703483 h 1059043"/>
                <a:gd name="connsiteX393" fmla="*/ 2958970 w 3024845"/>
                <a:gd name="connsiteY393" fmla="*/ 717262 h 1059043"/>
                <a:gd name="connsiteX394" fmla="*/ 3024845 w 3024845"/>
                <a:gd name="connsiteY394" fmla="*/ 717262 h 1059043"/>
                <a:gd name="connsiteX395" fmla="*/ 3024845 w 3024845"/>
                <a:gd name="connsiteY395" fmla="*/ 1059043 h 1059043"/>
                <a:gd name="connsiteX396" fmla="*/ 2054 w 3024845"/>
                <a:gd name="connsiteY396" fmla="*/ 1056710 h 1059043"/>
                <a:gd name="connsiteX397" fmla="*/ 0 w 3024845"/>
                <a:gd name="connsiteY397" fmla="*/ 622592 h 1059043"/>
                <a:gd name="connsiteX398" fmla="*/ 20267 w 3024845"/>
                <a:gd name="connsiteY398" fmla="*/ 622592 h 1059043"/>
                <a:gd name="connsiteX399" fmla="*/ 20774 w 3024845"/>
                <a:gd name="connsiteY399" fmla="*/ 621511 h 1059043"/>
                <a:gd name="connsiteX400" fmla="*/ 24320 w 3024845"/>
                <a:gd name="connsiteY400" fmla="*/ 613945 h 1059043"/>
                <a:gd name="connsiteX401" fmla="*/ 26094 w 3024845"/>
                <a:gd name="connsiteY401" fmla="*/ 614215 h 1059043"/>
                <a:gd name="connsiteX402" fmla="*/ 38507 w 3024845"/>
                <a:gd name="connsiteY402" fmla="*/ 616106 h 1059043"/>
                <a:gd name="connsiteX403" fmla="*/ 39014 w 3024845"/>
                <a:gd name="connsiteY403" fmla="*/ 617458 h 1059043"/>
                <a:gd name="connsiteX404" fmla="*/ 42560 w 3024845"/>
                <a:gd name="connsiteY404" fmla="*/ 626915 h 1059043"/>
                <a:gd name="connsiteX405" fmla="*/ 68907 w 3024845"/>
                <a:gd name="connsiteY405" fmla="*/ 629077 h 1059043"/>
                <a:gd name="connsiteX406" fmla="*/ 68907 w 3024845"/>
                <a:gd name="connsiteY406" fmla="*/ 505856 h 1059043"/>
                <a:gd name="connsiteX407" fmla="*/ 70934 w 3024845"/>
                <a:gd name="connsiteY407" fmla="*/ 505856 h 1059043"/>
                <a:gd name="connsiteX408" fmla="*/ 85121 w 3024845"/>
                <a:gd name="connsiteY408" fmla="*/ 505856 h 1059043"/>
                <a:gd name="connsiteX409" fmla="*/ 85121 w 3024845"/>
                <a:gd name="connsiteY409" fmla="*/ 369664 h 1059043"/>
                <a:gd name="connsiteX410" fmla="*/ 86894 w 3024845"/>
                <a:gd name="connsiteY410" fmla="*/ 369664 h 1059043"/>
                <a:gd name="connsiteX411" fmla="*/ 99308 w 3024845"/>
                <a:gd name="connsiteY411" fmla="*/ 369664 h 1059043"/>
                <a:gd name="connsiteX412" fmla="*/ 99308 w 3024845"/>
                <a:gd name="connsiteY412" fmla="*/ 255090 h 1059043"/>
                <a:gd name="connsiteX413" fmla="*/ 103361 w 3024845"/>
                <a:gd name="connsiteY413" fmla="*/ 226986 h 1059043"/>
                <a:gd name="connsiteX414" fmla="*/ 105388 w 3024845"/>
                <a:gd name="connsiteY414" fmla="*/ 226986 h 1059043"/>
                <a:gd name="connsiteX415" fmla="*/ 119575 w 3024845"/>
                <a:gd name="connsiteY41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90854 w 3024845"/>
                <a:gd name="connsiteY330" fmla="*/ 276707 h 1059043"/>
                <a:gd name="connsiteX331" fmla="*/ 2180720 w 3024845"/>
                <a:gd name="connsiteY331" fmla="*/ 555577 h 1059043"/>
                <a:gd name="connsiteX332" fmla="*/ 2245574 w 3024845"/>
                <a:gd name="connsiteY332" fmla="*/ 555577 h 1059043"/>
                <a:gd name="connsiteX333" fmla="*/ 2245574 w 3024845"/>
                <a:gd name="connsiteY333" fmla="*/ 631239 h 1059043"/>
                <a:gd name="connsiteX334" fmla="*/ 2253681 w 3024845"/>
                <a:gd name="connsiteY334" fmla="*/ 631239 h 1059043"/>
                <a:gd name="connsiteX335" fmla="*/ 2255708 w 3024845"/>
                <a:gd name="connsiteY335" fmla="*/ 624754 h 1059043"/>
                <a:gd name="connsiteX336" fmla="*/ 2261788 w 3024845"/>
                <a:gd name="connsiteY336" fmla="*/ 624754 h 1059043"/>
                <a:gd name="connsiteX337" fmla="*/ 2263815 w 3024845"/>
                <a:gd name="connsiteY337" fmla="*/ 633401 h 1059043"/>
                <a:gd name="connsiteX338" fmla="*/ 2275975 w 3024845"/>
                <a:gd name="connsiteY338" fmla="*/ 633401 h 1059043"/>
                <a:gd name="connsiteX339" fmla="*/ 2275975 w 3024845"/>
                <a:gd name="connsiteY339" fmla="*/ 626915 h 1059043"/>
                <a:gd name="connsiteX340" fmla="*/ 2298268 w 3024845"/>
                <a:gd name="connsiteY340" fmla="*/ 626915 h 1059043"/>
                <a:gd name="connsiteX341" fmla="*/ 2298268 w 3024845"/>
                <a:gd name="connsiteY341" fmla="*/ 633401 h 1059043"/>
                <a:gd name="connsiteX342" fmla="*/ 2318535 w 3024845"/>
                <a:gd name="connsiteY342" fmla="*/ 633401 h 1059043"/>
                <a:gd name="connsiteX343" fmla="*/ 2318535 w 3024845"/>
                <a:gd name="connsiteY343" fmla="*/ 678798 h 1059043"/>
                <a:gd name="connsiteX344" fmla="*/ 2332722 w 3024845"/>
                <a:gd name="connsiteY344" fmla="*/ 678798 h 1059043"/>
                <a:gd name="connsiteX345" fmla="*/ 2332722 w 3024845"/>
                <a:gd name="connsiteY345" fmla="*/ 665827 h 1059043"/>
                <a:gd name="connsiteX346" fmla="*/ 2348936 w 3024845"/>
                <a:gd name="connsiteY346" fmla="*/ 665827 h 1059043"/>
                <a:gd name="connsiteX347" fmla="*/ 2348936 w 3024845"/>
                <a:gd name="connsiteY347" fmla="*/ 486400 h 1059043"/>
                <a:gd name="connsiteX348" fmla="*/ 2355016 w 3024845"/>
                <a:gd name="connsiteY348" fmla="*/ 479914 h 1059043"/>
                <a:gd name="connsiteX349" fmla="*/ 2427977 w 3024845"/>
                <a:gd name="connsiteY349" fmla="*/ 479914 h 1059043"/>
                <a:gd name="connsiteX350" fmla="*/ 2427977 w 3024845"/>
                <a:gd name="connsiteY350" fmla="*/ 488562 h 1059043"/>
                <a:gd name="connsiteX351" fmla="*/ 2438110 w 3024845"/>
                <a:gd name="connsiteY351" fmla="*/ 488562 h 1059043"/>
                <a:gd name="connsiteX352" fmla="*/ 2438110 w 3024845"/>
                <a:gd name="connsiteY352" fmla="*/ 603136 h 1059043"/>
                <a:gd name="connsiteX353" fmla="*/ 2460404 w 3024845"/>
                <a:gd name="connsiteY353" fmla="*/ 603136 h 1059043"/>
                <a:gd name="connsiteX354" fmla="*/ 2460404 w 3024845"/>
                <a:gd name="connsiteY354" fmla="*/ 536121 h 1059043"/>
                <a:gd name="connsiteX355" fmla="*/ 2486751 w 3024845"/>
                <a:gd name="connsiteY355" fmla="*/ 536121 h 1059043"/>
                <a:gd name="connsiteX356" fmla="*/ 2490804 w 3024845"/>
                <a:gd name="connsiteY356" fmla="*/ 531797 h 1059043"/>
                <a:gd name="connsiteX357" fmla="*/ 2498911 w 3024845"/>
                <a:gd name="connsiteY357" fmla="*/ 531797 h 1059043"/>
                <a:gd name="connsiteX358" fmla="*/ 2502964 w 3024845"/>
                <a:gd name="connsiteY358" fmla="*/ 536121 h 1059043"/>
                <a:gd name="connsiteX359" fmla="*/ 2525258 w 3024845"/>
                <a:gd name="connsiteY359" fmla="*/ 536121 h 1059043"/>
                <a:gd name="connsiteX360" fmla="*/ 2525258 w 3024845"/>
                <a:gd name="connsiteY360" fmla="*/ 419385 h 1059043"/>
                <a:gd name="connsiteX361" fmla="*/ 2582005 w 3024845"/>
                <a:gd name="connsiteY361" fmla="*/ 408576 h 1059043"/>
                <a:gd name="connsiteX362" fmla="*/ 2582005 w 3024845"/>
                <a:gd name="connsiteY362" fmla="*/ 409657 h 1059043"/>
                <a:gd name="connsiteX363" fmla="*/ 2582005 w 3024845"/>
                <a:gd name="connsiteY363" fmla="*/ 417223 h 1059043"/>
                <a:gd name="connsiteX364" fmla="*/ 2608352 w 3024845"/>
                <a:gd name="connsiteY364" fmla="*/ 417223 h 1059043"/>
                <a:gd name="connsiteX365" fmla="*/ 2608352 w 3024845"/>
                <a:gd name="connsiteY365" fmla="*/ 672313 h 1059043"/>
                <a:gd name="connsiteX366" fmla="*/ 2630646 w 3024845"/>
                <a:gd name="connsiteY366" fmla="*/ 672313 h 1059043"/>
                <a:gd name="connsiteX367" fmla="*/ 2630646 w 3024845"/>
                <a:gd name="connsiteY367" fmla="*/ 667989 h 1059043"/>
                <a:gd name="connsiteX368" fmla="*/ 2642806 w 3024845"/>
                <a:gd name="connsiteY368" fmla="*/ 667989 h 1059043"/>
                <a:gd name="connsiteX369" fmla="*/ 2642806 w 3024845"/>
                <a:gd name="connsiteY369" fmla="*/ 672313 h 1059043"/>
                <a:gd name="connsiteX370" fmla="*/ 2667126 w 3024845"/>
                <a:gd name="connsiteY370" fmla="*/ 672313 h 1059043"/>
                <a:gd name="connsiteX371" fmla="*/ 2667126 w 3024845"/>
                <a:gd name="connsiteY371" fmla="*/ 659342 h 1059043"/>
                <a:gd name="connsiteX372" fmla="*/ 2695500 w 3024845"/>
                <a:gd name="connsiteY372" fmla="*/ 659342 h 1059043"/>
                <a:gd name="connsiteX373" fmla="*/ 2707660 w 3024845"/>
                <a:gd name="connsiteY373" fmla="*/ 655018 h 1059043"/>
                <a:gd name="connsiteX374" fmla="*/ 2727927 w 3024845"/>
                <a:gd name="connsiteY374" fmla="*/ 659342 h 1059043"/>
                <a:gd name="connsiteX375" fmla="*/ 2727927 w 3024845"/>
                <a:gd name="connsiteY375" fmla="*/ 642048 h 1059043"/>
                <a:gd name="connsiteX376" fmla="*/ 2736034 w 3024845"/>
                <a:gd name="connsiteY376" fmla="*/ 642048 h 1059043"/>
                <a:gd name="connsiteX377" fmla="*/ 2736034 w 3024845"/>
                <a:gd name="connsiteY377" fmla="*/ 629077 h 1059043"/>
                <a:gd name="connsiteX378" fmla="*/ 2792781 w 3024845"/>
                <a:gd name="connsiteY378" fmla="*/ 629077 h 1059043"/>
                <a:gd name="connsiteX379" fmla="*/ 2792781 w 3024845"/>
                <a:gd name="connsiteY379" fmla="*/ 598812 h 1059043"/>
                <a:gd name="connsiteX380" fmla="*/ 2811021 w 3024845"/>
                <a:gd name="connsiteY380" fmla="*/ 598812 h 1059043"/>
                <a:gd name="connsiteX381" fmla="*/ 2811021 w 3024845"/>
                <a:gd name="connsiteY381" fmla="*/ 592327 h 1059043"/>
                <a:gd name="connsiteX382" fmla="*/ 2823181 w 3024845"/>
                <a:gd name="connsiteY382" fmla="*/ 592327 h 1059043"/>
                <a:gd name="connsiteX383" fmla="*/ 2823181 w 3024845"/>
                <a:gd name="connsiteY383" fmla="*/ 598812 h 1059043"/>
                <a:gd name="connsiteX384" fmla="*/ 2839395 w 3024845"/>
                <a:gd name="connsiteY384" fmla="*/ 598812 h 1059043"/>
                <a:gd name="connsiteX385" fmla="*/ 2839395 w 3024845"/>
                <a:gd name="connsiteY385" fmla="*/ 648533 h 1059043"/>
                <a:gd name="connsiteX386" fmla="*/ 2871822 w 3024845"/>
                <a:gd name="connsiteY386" fmla="*/ 648533 h 1059043"/>
                <a:gd name="connsiteX387" fmla="*/ 2871822 w 3024845"/>
                <a:gd name="connsiteY387" fmla="*/ 622592 h 1059043"/>
                <a:gd name="connsiteX388" fmla="*/ 2910329 w 3024845"/>
                <a:gd name="connsiteY388" fmla="*/ 622592 h 1059043"/>
                <a:gd name="connsiteX389" fmla="*/ 2910329 w 3024845"/>
                <a:gd name="connsiteY389" fmla="*/ 592327 h 1059043"/>
                <a:gd name="connsiteX390" fmla="*/ 2958970 w 3024845"/>
                <a:gd name="connsiteY390" fmla="*/ 592327 h 1059043"/>
                <a:gd name="connsiteX391" fmla="*/ 2958970 w 3024845"/>
                <a:gd name="connsiteY391" fmla="*/ 703483 h 1059043"/>
                <a:gd name="connsiteX392" fmla="*/ 2958970 w 3024845"/>
                <a:gd name="connsiteY392" fmla="*/ 717262 h 1059043"/>
                <a:gd name="connsiteX393" fmla="*/ 3024845 w 3024845"/>
                <a:gd name="connsiteY393" fmla="*/ 717262 h 1059043"/>
                <a:gd name="connsiteX394" fmla="*/ 3024845 w 3024845"/>
                <a:gd name="connsiteY394" fmla="*/ 1059043 h 1059043"/>
                <a:gd name="connsiteX395" fmla="*/ 2054 w 3024845"/>
                <a:gd name="connsiteY395" fmla="*/ 1056710 h 1059043"/>
                <a:gd name="connsiteX396" fmla="*/ 0 w 3024845"/>
                <a:gd name="connsiteY396" fmla="*/ 622592 h 1059043"/>
                <a:gd name="connsiteX397" fmla="*/ 20267 w 3024845"/>
                <a:gd name="connsiteY397" fmla="*/ 622592 h 1059043"/>
                <a:gd name="connsiteX398" fmla="*/ 20774 w 3024845"/>
                <a:gd name="connsiteY398" fmla="*/ 621511 h 1059043"/>
                <a:gd name="connsiteX399" fmla="*/ 24320 w 3024845"/>
                <a:gd name="connsiteY399" fmla="*/ 613945 h 1059043"/>
                <a:gd name="connsiteX400" fmla="*/ 26094 w 3024845"/>
                <a:gd name="connsiteY400" fmla="*/ 614215 h 1059043"/>
                <a:gd name="connsiteX401" fmla="*/ 38507 w 3024845"/>
                <a:gd name="connsiteY401" fmla="*/ 616106 h 1059043"/>
                <a:gd name="connsiteX402" fmla="*/ 39014 w 3024845"/>
                <a:gd name="connsiteY402" fmla="*/ 617458 h 1059043"/>
                <a:gd name="connsiteX403" fmla="*/ 42560 w 3024845"/>
                <a:gd name="connsiteY403" fmla="*/ 626915 h 1059043"/>
                <a:gd name="connsiteX404" fmla="*/ 68907 w 3024845"/>
                <a:gd name="connsiteY404" fmla="*/ 629077 h 1059043"/>
                <a:gd name="connsiteX405" fmla="*/ 68907 w 3024845"/>
                <a:gd name="connsiteY405" fmla="*/ 505856 h 1059043"/>
                <a:gd name="connsiteX406" fmla="*/ 70934 w 3024845"/>
                <a:gd name="connsiteY406" fmla="*/ 505856 h 1059043"/>
                <a:gd name="connsiteX407" fmla="*/ 85121 w 3024845"/>
                <a:gd name="connsiteY407" fmla="*/ 505856 h 1059043"/>
                <a:gd name="connsiteX408" fmla="*/ 85121 w 3024845"/>
                <a:gd name="connsiteY408" fmla="*/ 369664 h 1059043"/>
                <a:gd name="connsiteX409" fmla="*/ 86894 w 3024845"/>
                <a:gd name="connsiteY409" fmla="*/ 369664 h 1059043"/>
                <a:gd name="connsiteX410" fmla="*/ 99308 w 3024845"/>
                <a:gd name="connsiteY410" fmla="*/ 369664 h 1059043"/>
                <a:gd name="connsiteX411" fmla="*/ 99308 w 3024845"/>
                <a:gd name="connsiteY411" fmla="*/ 255090 h 1059043"/>
                <a:gd name="connsiteX412" fmla="*/ 103361 w 3024845"/>
                <a:gd name="connsiteY412" fmla="*/ 226986 h 1059043"/>
                <a:gd name="connsiteX413" fmla="*/ 105388 w 3024845"/>
                <a:gd name="connsiteY413" fmla="*/ 226986 h 1059043"/>
                <a:gd name="connsiteX414" fmla="*/ 119575 w 3024845"/>
                <a:gd name="connsiteY41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80720 w 3024845"/>
                <a:gd name="connsiteY330" fmla="*/ 555577 h 1059043"/>
                <a:gd name="connsiteX331" fmla="*/ 2245574 w 3024845"/>
                <a:gd name="connsiteY331" fmla="*/ 555577 h 1059043"/>
                <a:gd name="connsiteX332" fmla="*/ 2245574 w 3024845"/>
                <a:gd name="connsiteY332" fmla="*/ 631239 h 1059043"/>
                <a:gd name="connsiteX333" fmla="*/ 2253681 w 3024845"/>
                <a:gd name="connsiteY333" fmla="*/ 631239 h 1059043"/>
                <a:gd name="connsiteX334" fmla="*/ 2255708 w 3024845"/>
                <a:gd name="connsiteY334" fmla="*/ 624754 h 1059043"/>
                <a:gd name="connsiteX335" fmla="*/ 2261788 w 3024845"/>
                <a:gd name="connsiteY335" fmla="*/ 624754 h 1059043"/>
                <a:gd name="connsiteX336" fmla="*/ 2263815 w 3024845"/>
                <a:gd name="connsiteY336" fmla="*/ 633401 h 1059043"/>
                <a:gd name="connsiteX337" fmla="*/ 2275975 w 3024845"/>
                <a:gd name="connsiteY337" fmla="*/ 633401 h 1059043"/>
                <a:gd name="connsiteX338" fmla="*/ 2275975 w 3024845"/>
                <a:gd name="connsiteY338" fmla="*/ 626915 h 1059043"/>
                <a:gd name="connsiteX339" fmla="*/ 2298268 w 3024845"/>
                <a:gd name="connsiteY339" fmla="*/ 626915 h 1059043"/>
                <a:gd name="connsiteX340" fmla="*/ 2298268 w 3024845"/>
                <a:gd name="connsiteY340" fmla="*/ 633401 h 1059043"/>
                <a:gd name="connsiteX341" fmla="*/ 2318535 w 3024845"/>
                <a:gd name="connsiteY341" fmla="*/ 633401 h 1059043"/>
                <a:gd name="connsiteX342" fmla="*/ 2318535 w 3024845"/>
                <a:gd name="connsiteY342" fmla="*/ 678798 h 1059043"/>
                <a:gd name="connsiteX343" fmla="*/ 2332722 w 3024845"/>
                <a:gd name="connsiteY343" fmla="*/ 678798 h 1059043"/>
                <a:gd name="connsiteX344" fmla="*/ 2332722 w 3024845"/>
                <a:gd name="connsiteY344" fmla="*/ 665827 h 1059043"/>
                <a:gd name="connsiteX345" fmla="*/ 2348936 w 3024845"/>
                <a:gd name="connsiteY345" fmla="*/ 665827 h 1059043"/>
                <a:gd name="connsiteX346" fmla="*/ 2348936 w 3024845"/>
                <a:gd name="connsiteY346" fmla="*/ 486400 h 1059043"/>
                <a:gd name="connsiteX347" fmla="*/ 2355016 w 3024845"/>
                <a:gd name="connsiteY347" fmla="*/ 479914 h 1059043"/>
                <a:gd name="connsiteX348" fmla="*/ 2427977 w 3024845"/>
                <a:gd name="connsiteY348" fmla="*/ 479914 h 1059043"/>
                <a:gd name="connsiteX349" fmla="*/ 2427977 w 3024845"/>
                <a:gd name="connsiteY349" fmla="*/ 488562 h 1059043"/>
                <a:gd name="connsiteX350" fmla="*/ 2438110 w 3024845"/>
                <a:gd name="connsiteY350" fmla="*/ 488562 h 1059043"/>
                <a:gd name="connsiteX351" fmla="*/ 2438110 w 3024845"/>
                <a:gd name="connsiteY351" fmla="*/ 603136 h 1059043"/>
                <a:gd name="connsiteX352" fmla="*/ 2460404 w 3024845"/>
                <a:gd name="connsiteY352" fmla="*/ 603136 h 1059043"/>
                <a:gd name="connsiteX353" fmla="*/ 2460404 w 3024845"/>
                <a:gd name="connsiteY353" fmla="*/ 536121 h 1059043"/>
                <a:gd name="connsiteX354" fmla="*/ 2486751 w 3024845"/>
                <a:gd name="connsiteY354" fmla="*/ 536121 h 1059043"/>
                <a:gd name="connsiteX355" fmla="*/ 2490804 w 3024845"/>
                <a:gd name="connsiteY355" fmla="*/ 531797 h 1059043"/>
                <a:gd name="connsiteX356" fmla="*/ 2498911 w 3024845"/>
                <a:gd name="connsiteY356" fmla="*/ 531797 h 1059043"/>
                <a:gd name="connsiteX357" fmla="*/ 2502964 w 3024845"/>
                <a:gd name="connsiteY357" fmla="*/ 536121 h 1059043"/>
                <a:gd name="connsiteX358" fmla="*/ 2525258 w 3024845"/>
                <a:gd name="connsiteY358" fmla="*/ 536121 h 1059043"/>
                <a:gd name="connsiteX359" fmla="*/ 2525258 w 3024845"/>
                <a:gd name="connsiteY359" fmla="*/ 419385 h 1059043"/>
                <a:gd name="connsiteX360" fmla="*/ 2582005 w 3024845"/>
                <a:gd name="connsiteY360" fmla="*/ 408576 h 1059043"/>
                <a:gd name="connsiteX361" fmla="*/ 2582005 w 3024845"/>
                <a:gd name="connsiteY361" fmla="*/ 409657 h 1059043"/>
                <a:gd name="connsiteX362" fmla="*/ 2582005 w 3024845"/>
                <a:gd name="connsiteY362" fmla="*/ 417223 h 1059043"/>
                <a:gd name="connsiteX363" fmla="*/ 2608352 w 3024845"/>
                <a:gd name="connsiteY363" fmla="*/ 417223 h 1059043"/>
                <a:gd name="connsiteX364" fmla="*/ 2608352 w 3024845"/>
                <a:gd name="connsiteY364" fmla="*/ 672313 h 1059043"/>
                <a:gd name="connsiteX365" fmla="*/ 2630646 w 3024845"/>
                <a:gd name="connsiteY365" fmla="*/ 672313 h 1059043"/>
                <a:gd name="connsiteX366" fmla="*/ 2630646 w 3024845"/>
                <a:gd name="connsiteY366" fmla="*/ 667989 h 1059043"/>
                <a:gd name="connsiteX367" fmla="*/ 2642806 w 3024845"/>
                <a:gd name="connsiteY367" fmla="*/ 667989 h 1059043"/>
                <a:gd name="connsiteX368" fmla="*/ 2642806 w 3024845"/>
                <a:gd name="connsiteY368" fmla="*/ 672313 h 1059043"/>
                <a:gd name="connsiteX369" fmla="*/ 2667126 w 3024845"/>
                <a:gd name="connsiteY369" fmla="*/ 672313 h 1059043"/>
                <a:gd name="connsiteX370" fmla="*/ 2667126 w 3024845"/>
                <a:gd name="connsiteY370" fmla="*/ 659342 h 1059043"/>
                <a:gd name="connsiteX371" fmla="*/ 2695500 w 3024845"/>
                <a:gd name="connsiteY371" fmla="*/ 659342 h 1059043"/>
                <a:gd name="connsiteX372" fmla="*/ 2707660 w 3024845"/>
                <a:gd name="connsiteY372" fmla="*/ 655018 h 1059043"/>
                <a:gd name="connsiteX373" fmla="*/ 2727927 w 3024845"/>
                <a:gd name="connsiteY373" fmla="*/ 659342 h 1059043"/>
                <a:gd name="connsiteX374" fmla="*/ 2727927 w 3024845"/>
                <a:gd name="connsiteY374" fmla="*/ 642048 h 1059043"/>
                <a:gd name="connsiteX375" fmla="*/ 2736034 w 3024845"/>
                <a:gd name="connsiteY375" fmla="*/ 642048 h 1059043"/>
                <a:gd name="connsiteX376" fmla="*/ 2736034 w 3024845"/>
                <a:gd name="connsiteY376" fmla="*/ 629077 h 1059043"/>
                <a:gd name="connsiteX377" fmla="*/ 2792781 w 3024845"/>
                <a:gd name="connsiteY377" fmla="*/ 629077 h 1059043"/>
                <a:gd name="connsiteX378" fmla="*/ 2792781 w 3024845"/>
                <a:gd name="connsiteY378" fmla="*/ 598812 h 1059043"/>
                <a:gd name="connsiteX379" fmla="*/ 2811021 w 3024845"/>
                <a:gd name="connsiteY379" fmla="*/ 598812 h 1059043"/>
                <a:gd name="connsiteX380" fmla="*/ 2811021 w 3024845"/>
                <a:gd name="connsiteY380" fmla="*/ 592327 h 1059043"/>
                <a:gd name="connsiteX381" fmla="*/ 2823181 w 3024845"/>
                <a:gd name="connsiteY381" fmla="*/ 592327 h 1059043"/>
                <a:gd name="connsiteX382" fmla="*/ 2823181 w 3024845"/>
                <a:gd name="connsiteY382" fmla="*/ 598812 h 1059043"/>
                <a:gd name="connsiteX383" fmla="*/ 2839395 w 3024845"/>
                <a:gd name="connsiteY383" fmla="*/ 598812 h 1059043"/>
                <a:gd name="connsiteX384" fmla="*/ 2839395 w 3024845"/>
                <a:gd name="connsiteY384" fmla="*/ 648533 h 1059043"/>
                <a:gd name="connsiteX385" fmla="*/ 2871822 w 3024845"/>
                <a:gd name="connsiteY385" fmla="*/ 648533 h 1059043"/>
                <a:gd name="connsiteX386" fmla="*/ 2871822 w 3024845"/>
                <a:gd name="connsiteY386" fmla="*/ 622592 h 1059043"/>
                <a:gd name="connsiteX387" fmla="*/ 2910329 w 3024845"/>
                <a:gd name="connsiteY387" fmla="*/ 622592 h 1059043"/>
                <a:gd name="connsiteX388" fmla="*/ 2910329 w 3024845"/>
                <a:gd name="connsiteY388" fmla="*/ 592327 h 1059043"/>
                <a:gd name="connsiteX389" fmla="*/ 2958970 w 3024845"/>
                <a:gd name="connsiteY389" fmla="*/ 592327 h 1059043"/>
                <a:gd name="connsiteX390" fmla="*/ 2958970 w 3024845"/>
                <a:gd name="connsiteY390" fmla="*/ 703483 h 1059043"/>
                <a:gd name="connsiteX391" fmla="*/ 2958970 w 3024845"/>
                <a:gd name="connsiteY391" fmla="*/ 717262 h 1059043"/>
                <a:gd name="connsiteX392" fmla="*/ 3024845 w 3024845"/>
                <a:gd name="connsiteY392" fmla="*/ 717262 h 1059043"/>
                <a:gd name="connsiteX393" fmla="*/ 3024845 w 3024845"/>
                <a:gd name="connsiteY393" fmla="*/ 1059043 h 1059043"/>
                <a:gd name="connsiteX394" fmla="*/ 2054 w 3024845"/>
                <a:gd name="connsiteY394" fmla="*/ 1056710 h 1059043"/>
                <a:gd name="connsiteX395" fmla="*/ 0 w 3024845"/>
                <a:gd name="connsiteY395" fmla="*/ 622592 h 1059043"/>
                <a:gd name="connsiteX396" fmla="*/ 20267 w 3024845"/>
                <a:gd name="connsiteY396" fmla="*/ 622592 h 1059043"/>
                <a:gd name="connsiteX397" fmla="*/ 20774 w 3024845"/>
                <a:gd name="connsiteY397" fmla="*/ 621511 h 1059043"/>
                <a:gd name="connsiteX398" fmla="*/ 24320 w 3024845"/>
                <a:gd name="connsiteY398" fmla="*/ 613945 h 1059043"/>
                <a:gd name="connsiteX399" fmla="*/ 26094 w 3024845"/>
                <a:gd name="connsiteY399" fmla="*/ 614215 h 1059043"/>
                <a:gd name="connsiteX400" fmla="*/ 38507 w 3024845"/>
                <a:gd name="connsiteY400" fmla="*/ 616106 h 1059043"/>
                <a:gd name="connsiteX401" fmla="*/ 39014 w 3024845"/>
                <a:gd name="connsiteY401" fmla="*/ 617458 h 1059043"/>
                <a:gd name="connsiteX402" fmla="*/ 42560 w 3024845"/>
                <a:gd name="connsiteY402" fmla="*/ 626915 h 1059043"/>
                <a:gd name="connsiteX403" fmla="*/ 68907 w 3024845"/>
                <a:gd name="connsiteY403" fmla="*/ 629077 h 1059043"/>
                <a:gd name="connsiteX404" fmla="*/ 68907 w 3024845"/>
                <a:gd name="connsiteY404" fmla="*/ 505856 h 1059043"/>
                <a:gd name="connsiteX405" fmla="*/ 70934 w 3024845"/>
                <a:gd name="connsiteY405" fmla="*/ 505856 h 1059043"/>
                <a:gd name="connsiteX406" fmla="*/ 85121 w 3024845"/>
                <a:gd name="connsiteY406" fmla="*/ 505856 h 1059043"/>
                <a:gd name="connsiteX407" fmla="*/ 85121 w 3024845"/>
                <a:gd name="connsiteY407" fmla="*/ 369664 h 1059043"/>
                <a:gd name="connsiteX408" fmla="*/ 86894 w 3024845"/>
                <a:gd name="connsiteY408" fmla="*/ 369664 h 1059043"/>
                <a:gd name="connsiteX409" fmla="*/ 99308 w 3024845"/>
                <a:gd name="connsiteY409" fmla="*/ 369664 h 1059043"/>
                <a:gd name="connsiteX410" fmla="*/ 99308 w 3024845"/>
                <a:gd name="connsiteY410" fmla="*/ 255090 h 1059043"/>
                <a:gd name="connsiteX411" fmla="*/ 103361 w 3024845"/>
                <a:gd name="connsiteY411" fmla="*/ 226986 h 1059043"/>
                <a:gd name="connsiteX412" fmla="*/ 105388 w 3024845"/>
                <a:gd name="connsiteY412" fmla="*/ 226986 h 1059043"/>
                <a:gd name="connsiteX413" fmla="*/ 119575 w 3024845"/>
                <a:gd name="connsiteY41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0720 w 3024845"/>
                <a:gd name="connsiteY329" fmla="*/ 555577 h 1059043"/>
                <a:gd name="connsiteX330" fmla="*/ 2245574 w 3024845"/>
                <a:gd name="connsiteY330" fmla="*/ 555577 h 1059043"/>
                <a:gd name="connsiteX331" fmla="*/ 2245574 w 3024845"/>
                <a:gd name="connsiteY331" fmla="*/ 631239 h 1059043"/>
                <a:gd name="connsiteX332" fmla="*/ 2253681 w 3024845"/>
                <a:gd name="connsiteY332" fmla="*/ 631239 h 1059043"/>
                <a:gd name="connsiteX333" fmla="*/ 2255708 w 3024845"/>
                <a:gd name="connsiteY333" fmla="*/ 624754 h 1059043"/>
                <a:gd name="connsiteX334" fmla="*/ 2261788 w 3024845"/>
                <a:gd name="connsiteY334" fmla="*/ 624754 h 1059043"/>
                <a:gd name="connsiteX335" fmla="*/ 2263815 w 3024845"/>
                <a:gd name="connsiteY335" fmla="*/ 633401 h 1059043"/>
                <a:gd name="connsiteX336" fmla="*/ 2275975 w 3024845"/>
                <a:gd name="connsiteY336" fmla="*/ 633401 h 1059043"/>
                <a:gd name="connsiteX337" fmla="*/ 2275975 w 3024845"/>
                <a:gd name="connsiteY337" fmla="*/ 626915 h 1059043"/>
                <a:gd name="connsiteX338" fmla="*/ 2298268 w 3024845"/>
                <a:gd name="connsiteY338" fmla="*/ 626915 h 1059043"/>
                <a:gd name="connsiteX339" fmla="*/ 2298268 w 3024845"/>
                <a:gd name="connsiteY339" fmla="*/ 633401 h 1059043"/>
                <a:gd name="connsiteX340" fmla="*/ 2318535 w 3024845"/>
                <a:gd name="connsiteY340" fmla="*/ 633401 h 1059043"/>
                <a:gd name="connsiteX341" fmla="*/ 2318535 w 3024845"/>
                <a:gd name="connsiteY341" fmla="*/ 678798 h 1059043"/>
                <a:gd name="connsiteX342" fmla="*/ 2332722 w 3024845"/>
                <a:gd name="connsiteY342" fmla="*/ 678798 h 1059043"/>
                <a:gd name="connsiteX343" fmla="*/ 2332722 w 3024845"/>
                <a:gd name="connsiteY343" fmla="*/ 665827 h 1059043"/>
                <a:gd name="connsiteX344" fmla="*/ 2348936 w 3024845"/>
                <a:gd name="connsiteY344" fmla="*/ 665827 h 1059043"/>
                <a:gd name="connsiteX345" fmla="*/ 2348936 w 3024845"/>
                <a:gd name="connsiteY345" fmla="*/ 486400 h 1059043"/>
                <a:gd name="connsiteX346" fmla="*/ 2355016 w 3024845"/>
                <a:gd name="connsiteY346" fmla="*/ 479914 h 1059043"/>
                <a:gd name="connsiteX347" fmla="*/ 2427977 w 3024845"/>
                <a:gd name="connsiteY347" fmla="*/ 479914 h 1059043"/>
                <a:gd name="connsiteX348" fmla="*/ 2427977 w 3024845"/>
                <a:gd name="connsiteY348" fmla="*/ 488562 h 1059043"/>
                <a:gd name="connsiteX349" fmla="*/ 2438110 w 3024845"/>
                <a:gd name="connsiteY349" fmla="*/ 488562 h 1059043"/>
                <a:gd name="connsiteX350" fmla="*/ 2438110 w 3024845"/>
                <a:gd name="connsiteY350" fmla="*/ 603136 h 1059043"/>
                <a:gd name="connsiteX351" fmla="*/ 2460404 w 3024845"/>
                <a:gd name="connsiteY351" fmla="*/ 603136 h 1059043"/>
                <a:gd name="connsiteX352" fmla="*/ 2460404 w 3024845"/>
                <a:gd name="connsiteY352" fmla="*/ 536121 h 1059043"/>
                <a:gd name="connsiteX353" fmla="*/ 2486751 w 3024845"/>
                <a:gd name="connsiteY353" fmla="*/ 536121 h 1059043"/>
                <a:gd name="connsiteX354" fmla="*/ 2490804 w 3024845"/>
                <a:gd name="connsiteY354" fmla="*/ 531797 h 1059043"/>
                <a:gd name="connsiteX355" fmla="*/ 2498911 w 3024845"/>
                <a:gd name="connsiteY355" fmla="*/ 531797 h 1059043"/>
                <a:gd name="connsiteX356" fmla="*/ 2502964 w 3024845"/>
                <a:gd name="connsiteY356" fmla="*/ 536121 h 1059043"/>
                <a:gd name="connsiteX357" fmla="*/ 2525258 w 3024845"/>
                <a:gd name="connsiteY357" fmla="*/ 536121 h 1059043"/>
                <a:gd name="connsiteX358" fmla="*/ 2525258 w 3024845"/>
                <a:gd name="connsiteY358" fmla="*/ 419385 h 1059043"/>
                <a:gd name="connsiteX359" fmla="*/ 2582005 w 3024845"/>
                <a:gd name="connsiteY359" fmla="*/ 408576 h 1059043"/>
                <a:gd name="connsiteX360" fmla="*/ 2582005 w 3024845"/>
                <a:gd name="connsiteY360" fmla="*/ 409657 h 1059043"/>
                <a:gd name="connsiteX361" fmla="*/ 2582005 w 3024845"/>
                <a:gd name="connsiteY361" fmla="*/ 417223 h 1059043"/>
                <a:gd name="connsiteX362" fmla="*/ 2608352 w 3024845"/>
                <a:gd name="connsiteY362" fmla="*/ 417223 h 1059043"/>
                <a:gd name="connsiteX363" fmla="*/ 2608352 w 3024845"/>
                <a:gd name="connsiteY363" fmla="*/ 672313 h 1059043"/>
                <a:gd name="connsiteX364" fmla="*/ 2630646 w 3024845"/>
                <a:gd name="connsiteY364" fmla="*/ 672313 h 1059043"/>
                <a:gd name="connsiteX365" fmla="*/ 2630646 w 3024845"/>
                <a:gd name="connsiteY365" fmla="*/ 667989 h 1059043"/>
                <a:gd name="connsiteX366" fmla="*/ 2642806 w 3024845"/>
                <a:gd name="connsiteY366" fmla="*/ 667989 h 1059043"/>
                <a:gd name="connsiteX367" fmla="*/ 2642806 w 3024845"/>
                <a:gd name="connsiteY367" fmla="*/ 672313 h 1059043"/>
                <a:gd name="connsiteX368" fmla="*/ 2667126 w 3024845"/>
                <a:gd name="connsiteY368" fmla="*/ 672313 h 1059043"/>
                <a:gd name="connsiteX369" fmla="*/ 2667126 w 3024845"/>
                <a:gd name="connsiteY369" fmla="*/ 659342 h 1059043"/>
                <a:gd name="connsiteX370" fmla="*/ 2695500 w 3024845"/>
                <a:gd name="connsiteY370" fmla="*/ 659342 h 1059043"/>
                <a:gd name="connsiteX371" fmla="*/ 2707660 w 3024845"/>
                <a:gd name="connsiteY371" fmla="*/ 655018 h 1059043"/>
                <a:gd name="connsiteX372" fmla="*/ 2727927 w 3024845"/>
                <a:gd name="connsiteY372" fmla="*/ 659342 h 1059043"/>
                <a:gd name="connsiteX373" fmla="*/ 2727927 w 3024845"/>
                <a:gd name="connsiteY373" fmla="*/ 642048 h 1059043"/>
                <a:gd name="connsiteX374" fmla="*/ 2736034 w 3024845"/>
                <a:gd name="connsiteY374" fmla="*/ 642048 h 1059043"/>
                <a:gd name="connsiteX375" fmla="*/ 2736034 w 3024845"/>
                <a:gd name="connsiteY375" fmla="*/ 629077 h 1059043"/>
                <a:gd name="connsiteX376" fmla="*/ 2792781 w 3024845"/>
                <a:gd name="connsiteY376" fmla="*/ 629077 h 1059043"/>
                <a:gd name="connsiteX377" fmla="*/ 2792781 w 3024845"/>
                <a:gd name="connsiteY377" fmla="*/ 598812 h 1059043"/>
                <a:gd name="connsiteX378" fmla="*/ 2811021 w 3024845"/>
                <a:gd name="connsiteY378" fmla="*/ 598812 h 1059043"/>
                <a:gd name="connsiteX379" fmla="*/ 2811021 w 3024845"/>
                <a:gd name="connsiteY379" fmla="*/ 592327 h 1059043"/>
                <a:gd name="connsiteX380" fmla="*/ 2823181 w 3024845"/>
                <a:gd name="connsiteY380" fmla="*/ 592327 h 1059043"/>
                <a:gd name="connsiteX381" fmla="*/ 2823181 w 3024845"/>
                <a:gd name="connsiteY381" fmla="*/ 598812 h 1059043"/>
                <a:gd name="connsiteX382" fmla="*/ 2839395 w 3024845"/>
                <a:gd name="connsiteY382" fmla="*/ 598812 h 1059043"/>
                <a:gd name="connsiteX383" fmla="*/ 2839395 w 3024845"/>
                <a:gd name="connsiteY383" fmla="*/ 648533 h 1059043"/>
                <a:gd name="connsiteX384" fmla="*/ 2871822 w 3024845"/>
                <a:gd name="connsiteY384" fmla="*/ 648533 h 1059043"/>
                <a:gd name="connsiteX385" fmla="*/ 2871822 w 3024845"/>
                <a:gd name="connsiteY385" fmla="*/ 622592 h 1059043"/>
                <a:gd name="connsiteX386" fmla="*/ 2910329 w 3024845"/>
                <a:gd name="connsiteY386" fmla="*/ 622592 h 1059043"/>
                <a:gd name="connsiteX387" fmla="*/ 2910329 w 3024845"/>
                <a:gd name="connsiteY387" fmla="*/ 592327 h 1059043"/>
                <a:gd name="connsiteX388" fmla="*/ 2958970 w 3024845"/>
                <a:gd name="connsiteY388" fmla="*/ 592327 h 1059043"/>
                <a:gd name="connsiteX389" fmla="*/ 2958970 w 3024845"/>
                <a:gd name="connsiteY389" fmla="*/ 703483 h 1059043"/>
                <a:gd name="connsiteX390" fmla="*/ 2958970 w 3024845"/>
                <a:gd name="connsiteY390" fmla="*/ 717262 h 1059043"/>
                <a:gd name="connsiteX391" fmla="*/ 3024845 w 3024845"/>
                <a:gd name="connsiteY391" fmla="*/ 717262 h 1059043"/>
                <a:gd name="connsiteX392" fmla="*/ 3024845 w 3024845"/>
                <a:gd name="connsiteY392" fmla="*/ 1059043 h 1059043"/>
                <a:gd name="connsiteX393" fmla="*/ 2054 w 3024845"/>
                <a:gd name="connsiteY393" fmla="*/ 1056710 h 1059043"/>
                <a:gd name="connsiteX394" fmla="*/ 0 w 3024845"/>
                <a:gd name="connsiteY394" fmla="*/ 622592 h 1059043"/>
                <a:gd name="connsiteX395" fmla="*/ 20267 w 3024845"/>
                <a:gd name="connsiteY395" fmla="*/ 622592 h 1059043"/>
                <a:gd name="connsiteX396" fmla="*/ 20774 w 3024845"/>
                <a:gd name="connsiteY396" fmla="*/ 621511 h 1059043"/>
                <a:gd name="connsiteX397" fmla="*/ 24320 w 3024845"/>
                <a:gd name="connsiteY397" fmla="*/ 613945 h 1059043"/>
                <a:gd name="connsiteX398" fmla="*/ 26094 w 3024845"/>
                <a:gd name="connsiteY398" fmla="*/ 614215 h 1059043"/>
                <a:gd name="connsiteX399" fmla="*/ 38507 w 3024845"/>
                <a:gd name="connsiteY399" fmla="*/ 616106 h 1059043"/>
                <a:gd name="connsiteX400" fmla="*/ 39014 w 3024845"/>
                <a:gd name="connsiteY400" fmla="*/ 617458 h 1059043"/>
                <a:gd name="connsiteX401" fmla="*/ 42560 w 3024845"/>
                <a:gd name="connsiteY401" fmla="*/ 626915 h 1059043"/>
                <a:gd name="connsiteX402" fmla="*/ 68907 w 3024845"/>
                <a:gd name="connsiteY402" fmla="*/ 629077 h 1059043"/>
                <a:gd name="connsiteX403" fmla="*/ 68907 w 3024845"/>
                <a:gd name="connsiteY403" fmla="*/ 505856 h 1059043"/>
                <a:gd name="connsiteX404" fmla="*/ 70934 w 3024845"/>
                <a:gd name="connsiteY404" fmla="*/ 505856 h 1059043"/>
                <a:gd name="connsiteX405" fmla="*/ 85121 w 3024845"/>
                <a:gd name="connsiteY405" fmla="*/ 505856 h 1059043"/>
                <a:gd name="connsiteX406" fmla="*/ 85121 w 3024845"/>
                <a:gd name="connsiteY406" fmla="*/ 369664 h 1059043"/>
                <a:gd name="connsiteX407" fmla="*/ 86894 w 3024845"/>
                <a:gd name="connsiteY407" fmla="*/ 369664 h 1059043"/>
                <a:gd name="connsiteX408" fmla="*/ 99308 w 3024845"/>
                <a:gd name="connsiteY408" fmla="*/ 369664 h 1059043"/>
                <a:gd name="connsiteX409" fmla="*/ 99308 w 3024845"/>
                <a:gd name="connsiteY409" fmla="*/ 255090 h 1059043"/>
                <a:gd name="connsiteX410" fmla="*/ 103361 w 3024845"/>
                <a:gd name="connsiteY410" fmla="*/ 226986 h 1059043"/>
                <a:gd name="connsiteX411" fmla="*/ 105388 w 3024845"/>
                <a:gd name="connsiteY411" fmla="*/ 226986 h 1059043"/>
                <a:gd name="connsiteX412" fmla="*/ 119575 w 3024845"/>
                <a:gd name="connsiteY41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35634 h 1059043"/>
                <a:gd name="connsiteX328" fmla="*/ 2180720 w 3024845"/>
                <a:gd name="connsiteY328" fmla="*/ 555577 h 1059043"/>
                <a:gd name="connsiteX329" fmla="*/ 2245574 w 3024845"/>
                <a:gd name="connsiteY329" fmla="*/ 555577 h 1059043"/>
                <a:gd name="connsiteX330" fmla="*/ 2245574 w 3024845"/>
                <a:gd name="connsiteY330" fmla="*/ 631239 h 1059043"/>
                <a:gd name="connsiteX331" fmla="*/ 2253681 w 3024845"/>
                <a:gd name="connsiteY331" fmla="*/ 631239 h 1059043"/>
                <a:gd name="connsiteX332" fmla="*/ 2255708 w 3024845"/>
                <a:gd name="connsiteY332" fmla="*/ 624754 h 1059043"/>
                <a:gd name="connsiteX333" fmla="*/ 2261788 w 3024845"/>
                <a:gd name="connsiteY333" fmla="*/ 624754 h 1059043"/>
                <a:gd name="connsiteX334" fmla="*/ 2263815 w 3024845"/>
                <a:gd name="connsiteY334" fmla="*/ 633401 h 1059043"/>
                <a:gd name="connsiteX335" fmla="*/ 2275975 w 3024845"/>
                <a:gd name="connsiteY335" fmla="*/ 633401 h 1059043"/>
                <a:gd name="connsiteX336" fmla="*/ 2275975 w 3024845"/>
                <a:gd name="connsiteY336" fmla="*/ 626915 h 1059043"/>
                <a:gd name="connsiteX337" fmla="*/ 2298268 w 3024845"/>
                <a:gd name="connsiteY337" fmla="*/ 626915 h 1059043"/>
                <a:gd name="connsiteX338" fmla="*/ 2298268 w 3024845"/>
                <a:gd name="connsiteY338" fmla="*/ 633401 h 1059043"/>
                <a:gd name="connsiteX339" fmla="*/ 2318535 w 3024845"/>
                <a:gd name="connsiteY339" fmla="*/ 633401 h 1059043"/>
                <a:gd name="connsiteX340" fmla="*/ 2318535 w 3024845"/>
                <a:gd name="connsiteY340" fmla="*/ 678798 h 1059043"/>
                <a:gd name="connsiteX341" fmla="*/ 2332722 w 3024845"/>
                <a:gd name="connsiteY341" fmla="*/ 678798 h 1059043"/>
                <a:gd name="connsiteX342" fmla="*/ 2332722 w 3024845"/>
                <a:gd name="connsiteY342" fmla="*/ 665827 h 1059043"/>
                <a:gd name="connsiteX343" fmla="*/ 2348936 w 3024845"/>
                <a:gd name="connsiteY343" fmla="*/ 665827 h 1059043"/>
                <a:gd name="connsiteX344" fmla="*/ 2348936 w 3024845"/>
                <a:gd name="connsiteY344" fmla="*/ 486400 h 1059043"/>
                <a:gd name="connsiteX345" fmla="*/ 2355016 w 3024845"/>
                <a:gd name="connsiteY345" fmla="*/ 479914 h 1059043"/>
                <a:gd name="connsiteX346" fmla="*/ 2427977 w 3024845"/>
                <a:gd name="connsiteY346" fmla="*/ 479914 h 1059043"/>
                <a:gd name="connsiteX347" fmla="*/ 2427977 w 3024845"/>
                <a:gd name="connsiteY347" fmla="*/ 488562 h 1059043"/>
                <a:gd name="connsiteX348" fmla="*/ 2438110 w 3024845"/>
                <a:gd name="connsiteY348" fmla="*/ 488562 h 1059043"/>
                <a:gd name="connsiteX349" fmla="*/ 2438110 w 3024845"/>
                <a:gd name="connsiteY349" fmla="*/ 603136 h 1059043"/>
                <a:gd name="connsiteX350" fmla="*/ 2460404 w 3024845"/>
                <a:gd name="connsiteY350" fmla="*/ 603136 h 1059043"/>
                <a:gd name="connsiteX351" fmla="*/ 2460404 w 3024845"/>
                <a:gd name="connsiteY351" fmla="*/ 536121 h 1059043"/>
                <a:gd name="connsiteX352" fmla="*/ 2486751 w 3024845"/>
                <a:gd name="connsiteY352" fmla="*/ 536121 h 1059043"/>
                <a:gd name="connsiteX353" fmla="*/ 2490804 w 3024845"/>
                <a:gd name="connsiteY353" fmla="*/ 531797 h 1059043"/>
                <a:gd name="connsiteX354" fmla="*/ 2498911 w 3024845"/>
                <a:gd name="connsiteY354" fmla="*/ 531797 h 1059043"/>
                <a:gd name="connsiteX355" fmla="*/ 2502964 w 3024845"/>
                <a:gd name="connsiteY355" fmla="*/ 536121 h 1059043"/>
                <a:gd name="connsiteX356" fmla="*/ 2525258 w 3024845"/>
                <a:gd name="connsiteY356" fmla="*/ 536121 h 1059043"/>
                <a:gd name="connsiteX357" fmla="*/ 2525258 w 3024845"/>
                <a:gd name="connsiteY357" fmla="*/ 419385 h 1059043"/>
                <a:gd name="connsiteX358" fmla="*/ 2582005 w 3024845"/>
                <a:gd name="connsiteY358" fmla="*/ 408576 h 1059043"/>
                <a:gd name="connsiteX359" fmla="*/ 2582005 w 3024845"/>
                <a:gd name="connsiteY359" fmla="*/ 409657 h 1059043"/>
                <a:gd name="connsiteX360" fmla="*/ 2582005 w 3024845"/>
                <a:gd name="connsiteY360" fmla="*/ 417223 h 1059043"/>
                <a:gd name="connsiteX361" fmla="*/ 2608352 w 3024845"/>
                <a:gd name="connsiteY361" fmla="*/ 417223 h 1059043"/>
                <a:gd name="connsiteX362" fmla="*/ 2608352 w 3024845"/>
                <a:gd name="connsiteY362" fmla="*/ 672313 h 1059043"/>
                <a:gd name="connsiteX363" fmla="*/ 2630646 w 3024845"/>
                <a:gd name="connsiteY363" fmla="*/ 672313 h 1059043"/>
                <a:gd name="connsiteX364" fmla="*/ 2630646 w 3024845"/>
                <a:gd name="connsiteY364" fmla="*/ 667989 h 1059043"/>
                <a:gd name="connsiteX365" fmla="*/ 2642806 w 3024845"/>
                <a:gd name="connsiteY365" fmla="*/ 667989 h 1059043"/>
                <a:gd name="connsiteX366" fmla="*/ 2642806 w 3024845"/>
                <a:gd name="connsiteY366" fmla="*/ 672313 h 1059043"/>
                <a:gd name="connsiteX367" fmla="*/ 2667126 w 3024845"/>
                <a:gd name="connsiteY367" fmla="*/ 672313 h 1059043"/>
                <a:gd name="connsiteX368" fmla="*/ 2667126 w 3024845"/>
                <a:gd name="connsiteY368" fmla="*/ 659342 h 1059043"/>
                <a:gd name="connsiteX369" fmla="*/ 2695500 w 3024845"/>
                <a:gd name="connsiteY369" fmla="*/ 659342 h 1059043"/>
                <a:gd name="connsiteX370" fmla="*/ 2707660 w 3024845"/>
                <a:gd name="connsiteY370" fmla="*/ 655018 h 1059043"/>
                <a:gd name="connsiteX371" fmla="*/ 2727927 w 3024845"/>
                <a:gd name="connsiteY371" fmla="*/ 659342 h 1059043"/>
                <a:gd name="connsiteX372" fmla="*/ 2727927 w 3024845"/>
                <a:gd name="connsiteY372" fmla="*/ 642048 h 1059043"/>
                <a:gd name="connsiteX373" fmla="*/ 2736034 w 3024845"/>
                <a:gd name="connsiteY373" fmla="*/ 642048 h 1059043"/>
                <a:gd name="connsiteX374" fmla="*/ 2736034 w 3024845"/>
                <a:gd name="connsiteY374" fmla="*/ 629077 h 1059043"/>
                <a:gd name="connsiteX375" fmla="*/ 2792781 w 3024845"/>
                <a:gd name="connsiteY375" fmla="*/ 629077 h 1059043"/>
                <a:gd name="connsiteX376" fmla="*/ 2792781 w 3024845"/>
                <a:gd name="connsiteY376" fmla="*/ 598812 h 1059043"/>
                <a:gd name="connsiteX377" fmla="*/ 2811021 w 3024845"/>
                <a:gd name="connsiteY377" fmla="*/ 598812 h 1059043"/>
                <a:gd name="connsiteX378" fmla="*/ 2811021 w 3024845"/>
                <a:gd name="connsiteY378" fmla="*/ 592327 h 1059043"/>
                <a:gd name="connsiteX379" fmla="*/ 2823181 w 3024845"/>
                <a:gd name="connsiteY379" fmla="*/ 592327 h 1059043"/>
                <a:gd name="connsiteX380" fmla="*/ 2823181 w 3024845"/>
                <a:gd name="connsiteY380" fmla="*/ 598812 h 1059043"/>
                <a:gd name="connsiteX381" fmla="*/ 2839395 w 3024845"/>
                <a:gd name="connsiteY381" fmla="*/ 598812 h 1059043"/>
                <a:gd name="connsiteX382" fmla="*/ 2839395 w 3024845"/>
                <a:gd name="connsiteY382" fmla="*/ 648533 h 1059043"/>
                <a:gd name="connsiteX383" fmla="*/ 2871822 w 3024845"/>
                <a:gd name="connsiteY383" fmla="*/ 648533 h 1059043"/>
                <a:gd name="connsiteX384" fmla="*/ 2871822 w 3024845"/>
                <a:gd name="connsiteY384" fmla="*/ 622592 h 1059043"/>
                <a:gd name="connsiteX385" fmla="*/ 2910329 w 3024845"/>
                <a:gd name="connsiteY385" fmla="*/ 622592 h 1059043"/>
                <a:gd name="connsiteX386" fmla="*/ 2910329 w 3024845"/>
                <a:gd name="connsiteY386" fmla="*/ 592327 h 1059043"/>
                <a:gd name="connsiteX387" fmla="*/ 2958970 w 3024845"/>
                <a:gd name="connsiteY387" fmla="*/ 592327 h 1059043"/>
                <a:gd name="connsiteX388" fmla="*/ 2958970 w 3024845"/>
                <a:gd name="connsiteY388" fmla="*/ 703483 h 1059043"/>
                <a:gd name="connsiteX389" fmla="*/ 2958970 w 3024845"/>
                <a:gd name="connsiteY389" fmla="*/ 717262 h 1059043"/>
                <a:gd name="connsiteX390" fmla="*/ 3024845 w 3024845"/>
                <a:gd name="connsiteY390" fmla="*/ 717262 h 1059043"/>
                <a:gd name="connsiteX391" fmla="*/ 3024845 w 3024845"/>
                <a:gd name="connsiteY391" fmla="*/ 1059043 h 1059043"/>
                <a:gd name="connsiteX392" fmla="*/ 2054 w 3024845"/>
                <a:gd name="connsiteY392" fmla="*/ 1056710 h 1059043"/>
                <a:gd name="connsiteX393" fmla="*/ 0 w 3024845"/>
                <a:gd name="connsiteY393" fmla="*/ 622592 h 1059043"/>
                <a:gd name="connsiteX394" fmla="*/ 20267 w 3024845"/>
                <a:gd name="connsiteY394" fmla="*/ 622592 h 1059043"/>
                <a:gd name="connsiteX395" fmla="*/ 20774 w 3024845"/>
                <a:gd name="connsiteY395" fmla="*/ 621511 h 1059043"/>
                <a:gd name="connsiteX396" fmla="*/ 24320 w 3024845"/>
                <a:gd name="connsiteY396" fmla="*/ 613945 h 1059043"/>
                <a:gd name="connsiteX397" fmla="*/ 26094 w 3024845"/>
                <a:gd name="connsiteY397" fmla="*/ 614215 h 1059043"/>
                <a:gd name="connsiteX398" fmla="*/ 38507 w 3024845"/>
                <a:gd name="connsiteY398" fmla="*/ 616106 h 1059043"/>
                <a:gd name="connsiteX399" fmla="*/ 39014 w 3024845"/>
                <a:gd name="connsiteY399" fmla="*/ 617458 h 1059043"/>
                <a:gd name="connsiteX400" fmla="*/ 42560 w 3024845"/>
                <a:gd name="connsiteY400" fmla="*/ 626915 h 1059043"/>
                <a:gd name="connsiteX401" fmla="*/ 68907 w 3024845"/>
                <a:gd name="connsiteY401" fmla="*/ 629077 h 1059043"/>
                <a:gd name="connsiteX402" fmla="*/ 68907 w 3024845"/>
                <a:gd name="connsiteY402" fmla="*/ 505856 h 1059043"/>
                <a:gd name="connsiteX403" fmla="*/ 70934 w 3024845"/>
                <a:gd name="connsiteY403" fmla="*/ 505856 h 1059043"/>
                <a:gd name="connsiteX404" fmla="*/ 85121 w 3024845"/>
                <a:gd name="connsiteY404" fmla="*/ 505856 h 1059043"/>
                <a:gd name="connsiteX405" fmla="*/ 85121 w 3024845"/>
                <a:gd name="connsiteY405" fmla="*/ 369664 h 1059043"/>
                <a:gd name="connsiteX406" fmla="*/ 86894 w 3024845"/>
                <a:gd name="connsiteY406" fmla="*/ 369664 h 1059043"/>
                <a:gd name="connsiteX407" fmla="*/ 99308 w 3024845"/>
                <a:gd name="connsiteY407" fmla="*/ 369664 h 1059043"/>
                <a:gd name="connsiteX408" fmla="*/ 99308 w 3024845"/>
                <a:gd name="connsiteY408" fmla="*/ 255090 h 1059043"/>
                <a:gd name="connsiteX409" fmla="*/ 103361 w 3024845"/>
                <a:gd name="connsiteY409" fmla="*/ 226986 h 1059043"/>
                <a:gd name="connsiteX410" fmla="*/ 105388 w 3024845"/>
                <a:gd name="connsiteY410" fmla="*/ 226986 h 1059043"/>
                <a:gd name="connsiteX411" fmla="*/ 119575 w 3024845"/>
                <a:gd name="connsiteY41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80720 w 3024845"/>
                <a:gd name="connsiteY327" fmla="*/ 555577 h 1059043"/>
                <a:gd name="connsiteX328" fmla="*/ 2245574 w 3024845"/>
                <a:gd name="connsiteY328" fmla="*/ 555577 h 1059043"/>
                <a:gd name="connsiteX329" fmla="*/ 2245574 w 3024845"/>
                <a:gd name="connsiteY329" fmla="*/ 631239 h 1059043"/>
                <a:gd name="connsiteX330" fmla="*/ 2253681 w 3024845"/>
                <a:gd name="connsiteY330" fmla="*/ 631239 h 1059043"/>
                <a:gd name="connsiteX331" fmla="*/ 2255708 w 3024845"/>
                <a:gd name="connsiteY331" fmla="*/ 624754 h 1059043"/>
                <a:gd name="connsiteX332" fmla="*/ 2261788 w 3024845"/>
                <a:gd name="connsiteY332" fmla="*/ 624754 h 1059043"/>
                <a:gd name="connsiteX333" fmla="*/ 2263815 w 3024845"/>
                <a:gd name="connsiteY333" fmla="*/ 633401 h 1059043"/>
                <a:gd name="connsiteX334" fmla="*/ 2275975 w 3024845"/>
                <a:gd name="connsiteY334" fmla="*/ 633401 h 1059043"/>
                <a:gd name="connsiteX335" fmla="*/ 2275975 w 3024845"/>
                <a:gd name="connsiteY335" fmla="*/ 626915 h 1059043"/>
                <a:gd name="connsiteX336" fmla="*/ 2298268 w 3024845"/>
                <a:gd name="connsiteY336" fmla="*/ 626915 h 1059043"/>
                <a:gd name="connsiteX337" fmla="*/ 2298268 w 3024845"/>
                <a:gd name="connsiteY337" fmla="*/ 633401 h 1059043"/>
                <a:gd name="connsiteX338" fmla="*/ 2318535 w 3024845"/>
                <a:gd name="connsiteY338" fmla="*/ 633401 h 1059043"/>
                <a:gd name="connsiteX339" fmla="*/ 2318535 w 3024845"/>
                <a:gd name="connsiteY339" fmla="*/ 678798 h 1059043"/>
                <a:gd name="connsiteX340" fmla="*/ 2332722 w 3024845"/>
                <a:gd name="connsiteY340" fmla="*/ 678798 h 1059043"/>
                <a:gd name="connsiteX341" fmla="*/ 2332722 w 3024845"/>
                <a:gd name="connsiteY341" fmla="*/ 665827 h 1059043"/>
                <a:gd name="connsiteX342" fmla="*/ 2348936 w 3024845"/>
                <a:gd name="connsiteY342" fmla="*/ 665827 h 1059043"/>
                <a:gd name="connsiteX343" fmla="*/ 2348936 w 3024845"/>
                <a:gd name="connsiteY343" fmla="*/ 486400 h 1059043"/>
                <a:gd name="connsiteX344" fmla="*/ 2355016 w 3024845"/>
                <a:gd name="connsiteY344" fmla="*/ 479914 h 1059043"/>
                <a:gd name="connsiteX345" fmla="*/ 2427977 w 3024845"/>
                <a:gd name="connsiteY345" fmla="*/ 479914 h 1059043"/>
                <a:gd name="connsiteX346" fmla="*/ 2427977 w 3024845"/>
                <a:gd name="connsiteY346" fmla="*/ 488562 h 1059043"/>
                <a:gd name="connsiteX347" fmla="*/ 2438110 w 3024845"/>
                <a:gd name="connsiteY347" fmla="*/ 488562 h 1059043"/>
                <a:gd name="connsiteX348" fmla="*/ 2438110 w 3024845"/>
                <a:gd name="connsiteY348" fmla="*/ 603136 h 1059043"/>
                <a:gd name="connsiteX349" fmla="*/ 2460404 w 3024845"/>
                <a:gd name="connsiteY349" fmla="*/ 603136 h 1059043"/>
                <a:gd name="connsiteX350" fmla="*/ 2460404 w 3024845"/>
                <a:gd name="connsiteY350" fmla="*/ 536121 h 1059043"/>
                <a:gd name="connsiteX351" fmla="*/ 2486751 w 3024845"/>
                <a:gd name="connsiteY351" fmla="*/ 536121 h 1059043"/>
                <a:gd name="connsiteX352" fmla="*/ 2490804 w 3024845"/>
                <a:gd name="connsiteY352" fmla="*/ 531797 h 1059043"/>
                <a:gd name="connsiteX353" fmla="*/ 2498911 w 3024845"/>
                <a:gd name="connsiteY353" fmla="*/ 531797 h 1059043"/>
                <a:gd name="connsiteX354" fmla="*/ 2502964 w 3024845"/>
                <a:gd name="connsiteY354" fmla="*/ 536121 h 1059043"/>
                <a:gd name="connsiteX355" fmla="*/ 2525258 w 3024845"/>
                <a:gd name="connsiteY355" fmla="*/ 536121 h 1059043"/>
                <a:gd name="connsiteX356" fmla="*/ 2525258 w 3024845"/>
                <a:gd name="connsiteY356" fmla="*/ 419385 h 1059043"/>
                <a:gd name="connsiteX357" fmla="*/ 2582005 w 3024845"/>
                <a:gd name="connsiteY357" fmla="*/ 408576 h 1059043"/>
                <a:gd name="connsiteX358" fmla="*/ 2582005 w 3024845"/>
                <a:gd name="connsiteY358" fmla="*/ 409657 h 1059043"/>
                <a:gd name="connsiteX359" fmla="*/ 2582005 w 3024845"/>
                <a:gd name="connsiteY359" fmla="*/ 417223 h 1059043"/>
                <a:gd name="connsiteX360" fmla="*/ 2608352 w 3024845"/>
                <a:gd name="connsiteY360" fmla="*/ 417223 h 1059043"/>
                <a:gd name="connsiteX361" fmla="*/ 2608352 w 3024845"/>
                <a:gd name="connsiteY361" fmla="*/ 672313 h 1059043"/>
                <a:gd name="connsiteX362" fmla="*/ 2630646 w 3024845"/>
                <a:gd name="connsiteY362" fmla="*/ 672313 h 1059043"/>
                <a:gd name="connsiteX363" fmla="*/ 2630646 w 3024845"/>
                <a:gd name="connsiteY363" fmla="*/ 667989 h 1059043"/>
                <a:gd name="connsiteX364" fmla="*/ 2642806 w 3024845"/>
                <a:gd name="connsiteY364" fmla="*/ 667989 h 1059043"/>
                <a:gd name="connsiteX365" fmla="*/ 2642806 w 3024845"/>
                <a:gd name="connsiteY365" fmla="*/ 672313 h 1059043"/>
                <a:gd name="connsiteX366" fmla="*/ 2667126 w 3024845"/>
                <a:gd name="connsiteY366" fmla="*/ 672313 h 1059043"/>
                <a:gd name="connsiteX367" fmla="*/ 2667126 w 3024845"/>
                <a:gd name="connsiteY367" fmla="*/ 659342 h 1059043"/>
                <a:gd name="connsiteX368" fmla="*/ 2695500 w 3024845"/>
                <a:gd name="connsiteY368" fmla="*/ 659342 h 1059043"/>
                <a:gd name="connsiteX369" fmla="*/ 2707660 w 3024845"/>
                <a:gd name="connsiteY369" fmla="*/ 655018 h 1059043"/>
                <a:gd name="connsiteX370" fmla="*/ 2727927 w 3024845"/>
                <a:gd name="connsiteY370" fmla="*/ 659342 h 1059043"/>
                <a:gd name="connsiteX371" fmla="*/ 2727927 w 3024845"/>
                <a:gd name="connsiteY371" fmla="*/ 642048 h 1059043"/>
                <a:gd name="connsiteX372" fmla="*/ 2736034 w 3024845"/>
                <a:gd name="connsiteY372" fmla="*/ 642048 h 1059043"/>
                <a:gd name="connsiteX373" fmla="*/ 2736034 w 3024845"/>
                <a:gd name="connsiteY373" fmla="*/ 629077 h 1059043"/>
                <a:gd name="connsiteX374" fmla="*/ 2792781 w 3024845"/>
                <a:gd name="connsiteY374" fmla="*/ 629077 h 1059043"/>
                <a:gd name="connsiteX375" fmla="*/ 2792781 w 3024845"/>
                <a:gd name="connsiteY375" fmla="*/ 598812 h 1059043"/>
                <a:gd name="connsiteX376" fmla="*/ 2811021 w 3024845"/>
                <a:gd name="connsiteY376" fmla="*/ 598812 h 1059043"/>
                <a:gd name="connsiteX377" fmla="*/ 2811021 w 3024845"/>
                <a:gd name="connsiteY377" fmla="*/ 592327 h 1059043"/>
                <a:gd name="connsiteX378" fmla="*/ 2823181 w 3024845"/>
                <a:gd name="connsiteY378" fmla="*/ 592327 h 1059043"/>
                <a:gd name="connsiteX379" fmla="*/ 2823181 w 3024845"/>
                <a:gd name="connsiteY379" fmla="*/ 598812 h 1059043"/>
                <a:gd name="connsiteX380" fmla="*/ 2839395 w 3024845"/>
                <a:gd name="connsiteY380" fmla="*/ 598812 h 1059043"/>
                <a:gd name="connsiteX381" fmla="*/ 2839395 w 3024845"/>
                <a:gd name="connsiteY381" fmla="*/ 648533 h 1059043"/>
                <a:gd name="connsiteX382" fmla="*/ 2871822 w 3024845"/>
                <a:gd name="connsiteY382" fmla="*/ 648533 h 1059043"/>
                <a:gd name="connsiteX383" fmla="*/ 2871822 w 3024845"/>
                <a:gd name="connsiteY383" fmla="*/ 622592 h 1059043"/>
                <a:gd name="connsiteX384" fmla="*/ 2910329 w 3024845"/>
                <a:gd name="connsiteY384" fmla="*/ 622592 h 1059043"/>
                <a:gd name="connsiteX385" fmla="*/ 2910329 w 3024845"/>
                <a:gd name="connsiteY385" fmla="*/ 592327 h 1059043"/>
                <a:gd name="connsiteX386" fmla="*/ 2958970 w 3024845"/>
                <a:gd name="connsiteY386" fmla="*/ 592327 h 1059043"/>
                <a:gd name="connsiteX387" fmla="*/ 2958970 w 3024845"/>
                <a:gd name="connsiteY387" fmla="*/ 703483 h 1059043"/>
                <a:gd name="connsiteX388" fmla="*/ 2958970 w 3024845"/>
                <a:gd name="connsiteY388" fmla="*/ 717262 h 1059043"/>
                <a:gd name="connsiteX389" fmla="*/ 3024845 w 3024845"/>
                <a:gd name="connsiteY389" fmla="*/ 717262 h 1059043"/>
                <a:gd name="connsiteX390" fmla="*/ 3024845 w 3024845"/>
                <a:gd name="connsiteY390" fmla="*/ 1059043 h 1059043"/>
                <a:gd name="connsiteX391" fmla="*/ 2054 w 3024845"/>
                <a:gd name="connsiteY391" fmla="*/ 1056710 h 1059043"/>
                <a:gd name="connsiteX392" fmla="*/ 0 w 3024845"/>
                <a:gd name="connsiteY392" fmla="*/ 622592 h 1059043"/>
                <a:gd name="connsiteX393" fmla="*/ 20267 w 3024845"/>
                <a:gd name="connsiteY393" fmla="*/ 622592 h 1059043"/>
                <a:gd name="connsiteX394" fmla="*/ 20774 w 3024845"/>
                <a:gd name="connsiteY394" fmla="*/ 621511 h 1059043"/>
                <a:gd name="connsiteX395" fmla="*/ 24320 w 3024845"/>
                <a:gd name="connsiteY395" fmla="*/ 613945 h 1059043"/>
                <a:gd name="connsiteX396" fmla="*/ 26094 w 3024845"/>
                <a:gd name="connsiteY396" fmla="*/ 614215 h 1059043"/>
                <a:gd name="connsiteX397" fmla="*/ 38507 w 3024845"/>
                <a:gd name="connsiteY397" fmla="*/ 616106 h 1059043"/>
                <a:gd name="connsiteX398" fmla="*/ 39014 w 3024845"/>
                <a:gd name="connsiteY398" fmla="*/ 617458 h 1059043"/>
                <a:gd name="connsiteX399" fmla="*/ 42560 w 3024845"/>
                <a:gd name="connsiteY399" fmla="*/ 626915 h 1059043"/>
                <a:gd name="connsiteX400" fmla="*/ 68907 w 3024845"/>
                <a:gd name="connsiteY400" fmla="*/ 629077 h 1059043"/>
                <a:gd name="connsiteX401" fmla="*/ 68907 w 3024845"/>
                <a:gd name="connsiteY401" fmla="*/ 505856 h 1059043"/>
                <a:gd name="connsiteX402" fmla="*/ 70934 w 3024845"/>
                <a:gd name="connsiteY402" fmla="*/ 505856 h 1059043"/>
                <a:gd name="connsiteX403" fmla="*/ 85121 w 3024845"/>
                <a:gd name="connsiteY403" fmla="*/ 505856 h 1059043"/>
                <a:gd name="connsiteX404" fmla="*/ 85121 w 3024845"/>
                <a:gd name="connsiteY404" fmla="*/ 369664 h 1059043"/>
                <a:gd name="connsiteX405" fmla="*/ 86894 w 3024845"/>
                <a:gd name="connsiteY405" fmla="*/ 369664 h 1059043"/>
                <a:gd name="connsiteX406" fmla="*/ 99308 w 3024845"/>
                <a:gd name="connsiteY406" fmla="*/ 369664 h 1059043"/>
                <a:gd name="connsiteX407" fmla="*/ 99308 w 3024845"/>
                <a:gd name="connsiteY407" fmla="*/ 255090 h 1059043"/>
                <a:gd name="connsiteX408" fmla="*/ 103361 w 3024845"/>
                <a:gd name="connsiteY408" fmla="*/ 226986 h 1059043"/>
                <a:gd name="connsiteX409" fmla="*/ 105388 w 3024845"/>
                <a:gd name="connsiteY409" fmla="*/ 226986 h 1059043"/>
                <a:gd name="connsiteX410" fmla="*/ 119575 w 3024845"/>
                <a:gd name="connsiteY41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80720 w 3024845"/>
                <a:gd name="connsiteY326" fmla="*/ 555577 h 1059043"/>
                <a:gd name="connsiteX327" fmla="*/ 2245574 w 3024845"/>
                <a:gd name="connsiteY327" fmla="*/ 555577 h 1059043"/>
                <a:gd name="connsiteX328" fmla="*/ 2245574 w 3024845"/>
                <a:gd name="connsiteY328" fmla="*/ 631239 h 1059043"/>
                <a:gd name="connsiteX329" fmla="*/ 2253681 w 3024845"/>
                <a:gd name="connsiteY329" fmla="*/ 631239 h 1059043"/>
                <a:gd name="connsiteX330" fmla="*/ 2255708 w 3024845"/>
                <a:gd name="connsiteY330" fmla="*/ 624754 h 1059043"/>
                <a:gd name="connsiteX331" fmla="*/ 2261788 w 3024845"/>
                <a:gd name="connsiteY331" fmla="*/ 624754 h 1059043"/>
                <a:gd name="connsiteX332" fmla="*/ 2263815 w 3024845"/>
                <a:gd name="connsiteY332" fmla="*/ 633401 h 1059043"/>
                <a:gd name="connsiteX333" fmla="*/ 2275975 w 3024845"/>
                <a:gd name="connsiteY333" fmla="*/ 633401 h 1059043"/>
                <a:gd name="connsiteX334" fmla="*/ 2275975 w 3024845"/>
                <a:gd name="connsiteY334" fmla="*/ 626915 h 1059043"/>
                <a:gd name="connsiteX335" fmla="*/ 2298268 w 3024845"/>
                <a:gd name="connsiteY335" fmla="*/ 626915 h 1059043"/>
                <a:gd name="connsiteX336" fmla="*/ 2298268 w 3024845"/>
                <a:gd name="connsiteY336" fmla="*/ 633401 h 1059043"/>
                <a:gd name="connsiteX337" fmla="*/ 2318535 w 3024845"/>
                <a:gd name="connsiteY337" fmla="*/ 633401 h 1059043"/>
                <a:gd name="connsiteX338" fmla="*/ 2318535 w 3024845"/>
                <a:gd name="connsiteY338" fmla="*/ 678798 h 1059043"/>
                <a:gd name="connsiteX339" fmla="*/ 2332722 w 3024845"/>
                <a:gd name="connsiteY339" fmla="*/ 678798 h 1059043"/>
                <a:gd name="connsiteX340" fmla="*/ 2332722 w 3024845"/>
                <a:gd name="connsiteY340" fmla="*/ 665827 h 1059043"/>
                <a:gd name="connsiteX341" fmla="*/ 2348936 w 3024845"/>
                <a:gd name="connsiteY341" fmla="*/ 665827 h 1059043"/>
                <a:gd name="connsiteX342" fmla="*/ 2348936 w 3024845"/>
                <a:gd name="connsiteY342" fmla="*/ 486400 h 1059043"/>
                <a:gd name="connsiteX343" fmla="*/ 2355016 w 3024845"/>
                <a:gd name="connsiteY343" fmla="*/ 479914 h 1059043"/>
                <a:gd name="connsiteX344" fmla="*/ 2427977 w 3024845"/>
                <a:gd name="connsiteY344" fmla="*/ 479914 h 1059043"/>
                <a:gd name="connsiteX345" fmla="*/ 2427977 w 3024845"/>
                <a:gd name="connsiteY345" fmla="*/ 488562 h 1059043"/>
                <a:gd name="connsiteX346" fmla="*/ 2438110 w 3024845"/>
                <a:gd name="connsiteY346" fmla="*/ 488562 h 1059043"/>
                <a:gd name="connsiteX347" fmla="*/ 2438110 w 3024845"/>
                <a:gd name="connsiteY347" fmla="*/ 603136 h 1059043"/>
                <a:gd name="connsiteX348" fmla="*/ 2460404 w 3024845"/>
                <a:gd name="connsiteY348" fmla="*/ 603136 h 1059043"/>
                <a:gd name="connsiteX349" fmla="*/ 2460404 w 3024845"/>
                <a:gd name="connsiteY349" fmla="*/ 536121 h 1059043"/>
                <a:gd name="connsiteX350" fmla="*/ 2486751 w 3024845"/>
                <a:gd name="connsiteY350" fmla="*/ 536121 h 1059043"/>
                <a:gd name="connsiteX351" fmla="*/ 2490804 w 3024845"/>
                <a:gd name="connsiteY351" fmla="*/ 531797 h 1059043"/>
                <a:gd name="connsiteX352" fmla="*/ 2498911 w 3024845"/>
                <a:gd name="connsiteY352" fmla="*/ 531797 h 1059043"/>
                <a:gd name="connsiteX353" fmla="*/ 2502964 w 3024845"/>
                <a:gd name="connsiteY353" fmla="*/ 536121 h 1059043"/>
                <a:gd name="connsiteX354" fmla="*/ 2525258 w 3024845"/>
                <a:gd name="connsiteY354" fmla="*/ 536121 h 1059043"/>
                <a:gd name="connsiteX355" fmla="*/ 2525258 w 3024845"/>
                <a:gd name="connsiteY355" fmla="*/ 419385 h 1059043"/>
                <a:gd name="connsiteX356" fmla="*/ 2582005 w 3024845"/>
                <a:gd name="connsiteY356" fmla="*/ 408576 h 1059043"/>
                <a:gd name="connsiteX357" fmla="*/ 2582005 w 3024845"/>
                <a:gd name="connsiteY357" fmla="*/ 409657 h 1059043"/>
                <a:gd name="connsiteX358" fmla="*/ 2582005 w 3024845"/>
                <a:gd name="connsiteY358" fmla="*/ 417223 h 1059043"/>
                <a:gd name="connsiteX359" fmla="*/ 2608352 w 3024845"/>
                <a:gd name="connsiteY359" fmla="*/ 417223 h 1059043"/>
                <a:gd name="connsiteX360" fmla="*/ 2608352 w 3024845"/>
                <a:gd name="connsiteY360" fmla="*/ 672313 h 1059043"/>
                <a:gd name="connsiteX361" fmla="*/ 2630646 w 3024845"/>
                <a:gd name="connsiteY361" fmla="*/ 672313 h 1059043"/>
                <a:gd name="connsiteX362" fmla="*/ 2630646 w 3024845"/>
                <a:gd name="connsiteY362" fmla="*/ 667989 h 1059043"/>
                <a:gd name="connsiteX363" fmla="*/ 2642806 w 3024845"/>
                <a:gd name="connsiteY363" fmla="*/ 667989 h 1059043"/>
                <a:gd name="connsiteX364" fmla="*/ 2642806 w 3024845"/>
                <a:gd name="connsiteY364" fmla="*/ 672313 h 1059043"/>
                <a:gd name="connsiteX365" fmla="*/ 2667126 w 3024845"/>
                <a:gd name="connsiteY365" fmla="*/ 672313 h 1059043"/>
                <a:gd name="connsiteX366" fmla="*/ 2667126 w 3024845"/>
                <a:gd name="connsiteY366" fmla="*/ 659342 h 1059043"/>
                <a:gd name="connsiteX367" fmla="*/ 2695500 w 3024845"/>
                <a:gd name="connsiteY367" fmla="*/ 659342 h 1059043"/>
                <a:gd name="connsiteX368" fmla="*/ 2707660 w 3024845"/>
                <a:gd name="connsiteY368" fmla="*/ 655018 h 1059043"/>
                <a:gd name="connsiteX369" fmla="*/ 2727927 w 3024845"/>
                <a:gd name="connsiteY369" fmla="*/ 659342 h 1059043"/>
                <a:gd name="connsiteX370" fmla="*/ 2727927 w 3024845"/>
                <a:gd name="connsiteY370" fmla="*/ 642048 h 1059043"/>
                <a:gd name="connsiteX371" fmla="*/ 2736034 w 3024845"/>
                <a:gd name="connsiteY371" fmla="*/ 642048 h 1059043"/>
                <a:gd name="connsiteX372" fmla="*/ 2736034 w 3024845"/>
                <a:gd name="connsiteY372" fmla="*/ 629077 h 1059043"/>
                <a:gd name="connsiteX373" fmla="*/ 2792781 w 3024845"/>
                <a:gd name="connsiteY373" fmla="*/ 629077 h 1059043"/>
                <a:gd name="connsiteX374" fmla="*/ 2792781 w 3024845"/>
                <a:gd name="connsiteY374" fmla="*/ 598812 h 1059043"/>
                <a:gd name="connsiteX375" fmla="*/ 2811021 w 3024845"/>
                <a:gd name="connsiteY375" fmla="*/ 598812 h 1059043"/>
                <a:gd name="connsiteX376" fmla="*/ 2811021 w 3024845"/>
                <a:gd name="connsiteY376" fmla="*/ 592327 h 1059043"/>
                <a:gd name="connsiteX377" fmla="*/ 2823181 w 3024845"/>
                <a:gd name="connsiteY377" fmla="*/ 592327 h 1059043"/>
                <a:gd name="connsiteX378" fmla="*/ 2823181 w 3024845"/>
                <a:gd name="connsiteY378" fmla="*/ 598812 h 1059043"/>
                <a:gd name="connsiteX379" fmla="*/ 2839395 w 3024845"/>
                <a:gd name="connsiteY379" fmla="*/ 598812 h 1059043"/>
                <a:gd name="connsiteX380" fmla="*/ 2839395 w 3024845"/>
                <a:gd name="connsiteY380" fmla="*/ 648533 h 1059043"/>
                <a:gd name="connsiteX381" fmla="*/ 2871822 w 3024845"/>
                <a:gd name="connsiteY381" fmla="*/ 648533 h 1059043"/>
                <a:gd name="connsiteX382" fmla="*/ 2871822 w 3024845"/>
                <a:gd name="connsiteY382" fmla="*/ 622592 h 1059043"/>
                <a:gd name="connsiteX383" fmla="*/ 2910329 w 3024845"/>
                <a:gd name="connsiteY383" fmla="*/ 622592 h 1059043"/>
                <a:gd name="connsiteX384" fmla="*/ 2910329 w 3024845"/>
                <a:gd name="connsiteY384" fmla="*/ 592327 h 1059043"/>
                <a:gd name="connsiteX385" fmla="*/ 2958970 w 3024845"/>
                <a:gd name="connsiteY385" fmla="*/ 592327 h 1059043"/>
                <a:gd name="connsiteX386" fmla="*/ 2958970 w 3024845"/>
                <a:gd name="connsiteY386" fmla="*/ 703483 h 1059043"/>
                <a:gd name="connsiteX387" fmla="*/ 2958970 w 3024845"/>
                <a:gd name="connsiteY387" fmla="*/ 717262 h 1059043"/>
                <a:gd name="connsiteX388" fmla="*/ 3024845 w 3024845"/>
                <a:gd name="connsiteY388" fmla="*/ 717262 h 1059043"/>
                <a:gd name="connsiteX389" fmla="*/ 3024845 w 3024845"/>
                <a:gd name="connsiteY389" fmla="*/ 1059043 h 1059043"/>
                <a:gd name="connsiteX390" fmla="*/ 2054 w 3024845"/>
                <a:gd name="connsiteY390" fmla="*/ 1056710 h 1059043"/>
                <a:gd name="connsiteX391" fmla="*/ 0 w 3024845"/>
                <a:gd name="connsiteY391" fmla="*/ 622592 h 1059043"/>
                <a:gd name="connsiteX392" fmla="*/ 20267 w 3024845"/>
                <a:gd name="connsiteY392" fmla="*/ 622592 h 1059043"/>
                <a:gd name="connsiteX393" fmla="*/ 20774 w 3024845"/>
                <a:gd name="connsiteY393" fmla="*/ 621511 h 1059043"/>
                <a:gd name="connsiteX394" fmla="*/ 24320 w 3024845"/>
                <a:gd name="connsiteY394" fmla="*/ 613945 h 1059043"/>
                <a:gd name="connsiteX395" fmla="*/ 26094 w 3024845"/>
                <a:gd name="connsiteY395" fmla="*/ 614215 h 1059043"/>
                <a:gd name="connsiteX396" fmla="*/ 38507 w 3024845"/>
                <a:gd name="connsiteY396" fmla="*/ 616106 h 1059043"/>
                <a:gd name="connsiteX397" fmla="*/ 39014 w 3024845"/>
                <a:gd name="connsiteY397" fmla="*/ 617458 h 1059043"/>
                <a:gd name="connsiteX398" fmla="*/ 42560 w 3024845"/>
                <a:gd name="connsiteY398" fmla="*/ 626915 h 1059043"/>
                <a:gd name="connsiteX399" fmla="*/ 68907 w 3024845"/>
                <a:gd name="connsiteY399" fmla="*/ 629077 h 1059043"/>
                <a:gd name="connsiteX400" fmla="*/ 68907 w 3024845"/>
                <a:gd name="connsiteY400" fmla="*/ 505856 h 1059043"/>
                <a:gd name="connsiteX401" fmla="*/ 70934 w 3024845"/>
                <a:gd name="connsiteY401" fmla="*/ 505856 h 1059043"/>
                <a:gd name="connsiteX402" fmla="*/ 85121 w 3024845"/>
                <a:gd name="connsiteY402" fmla="*/ 505856 h 1059043"/>
                <a:gd name="connsiteX403" fmla="*/ 85121 w 3024845"/>
                <a:gd name="connsiteY403" fmla="*/ 369664 h 1059043"/>
                <a:gd name="connsiteX404" fmla="*/ 86894 w 3024845"/>
                <a:gd name="connsiteY404" fmla="*/ 369664 h 1059043"/>
                <a:gd name="connsiteX405" fmla="*/ 99308 w 3024845"/>
                <a:gd name="connsiteY405" fmla="*/ 369664 h 1059043"/>
                <a:gd name="connsiteX406" fmla="*/ 99308 w 3024845"/>
                <a:gd name="connsiteY406" fmla="*/ 255090 h 1059043"/>
                <a:gd name="connsiteX407" fmla="*/ 103361 w 3024845"/>
                <a:gd name="connsiteY407" fmla="*/ 226986 h 1059043"/>
                <a:gd name="connsiteX408" fmla="*/ 105388 w 3024845"/>
                <a:gd name="connsiteY408" fmla="*/ 226986 h 1059043"/>
                <a:gd name="connsiteX409" fmla="*/ 119575 w 3024845"/>
                <a:gd name="connsiteY40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131868 h 1059043"/>
                <a:gd name="connsiteX317" fmla="*/ 2144240 w 3024845"/>
                <a:gd name="connsiteY317" fmla="*/ 125383 h 1059043"/>
                <a:gd name="connsiteX318" fmla="*/ 2150320 w 3024845"/>
                <a:gd name="connsiteY318" fmla="*/ 118897 h 1059043"/>
                <a:gd name="connsiteX319" fmla="*/ 2150320 w 3024845"/>
                <a:gd name="connsiteY319" fmla="*/ 60529 h 1059043"/>
                <a:gd name="connsiteX320" fmla="*/ 2152346 w 3024845"/>
                <a:gd name="connsiteY320" fmla="*/ 56206 h 1059043"/>
                <a:gd name="connsiteX321" fmla="*/ 2152346 w 3024845"/>
                <a:gd name="connsiteY321" fmla="*/ 0 h 1059043"/>
                <a:gd name="connsiteX322" fmla="*/ 2162480 w 3024845"/>
                <a:gd name="connsiteY322" fmla="*/ 118897 h 1059043"/>
                <a:gd name="connsiteX323" fmla="*/ 2168560 w 3024845"/>
                <a:gd name="connsiteY323" fmla="*/ 125383 h 1059043"/>
                <a:gd name="connsiteX324" fmla="*/ 2166533 w 3024845"/>
                <a:gd name="connsiteY324" fmla="*/ 131868 h 1059043"/>
                <a:gd name="connsiteX325" fmla="*/ 2180720 w 3024845"/>
                <a:gd name="connsiteY325" fmla="*/ 555577 h 1059043"/>
                <a:gd name="connsiteX326" fmla="*/ 2245574 w 3024845"/>
                <a:gd name="connsiteY326" fmla="*/ 555577 h 1059043"/>
                <a:gd name="connsiteX327" fmla="*/ 2245574 w 3024845"/>
                <a:gd name="connsiteY327" fmla="*/ 631239 h 1059043"/>
                <a:gd name="connsiteX328" fmla="*/ 2253681 w 3024845"/>
                <a:gd name="connsiteY328" fmla="*/ 631239 h 1059043"/>
                <a:gd name="connsiteX329" fmla="*/ 2255708 w 3024845"/>
                <a:gd name="connsiteY329" fmla="*/ 624754 h 1059043"/>
                <a:gd name="connsiteX330" fmla="*/ 2261788 w 3024845"/>
                <a:gd name="connsiteY330" fmla="*/ 624754 h 1059043"/>
                <a:gd name="connsiteX331" fmla="*/ 2263815 w 3024845"/>
                <a:gd name="connsiteY331" fmla="*/ 633401 h 1059043"/>
                <a:gd name="connsiteX332" fmla="*/ 2275975 w 3024845"/>
                <a:gd name="connsiteY332" fmla="*/ 633401 h 1059043"/>
                <a:gd name="connsiteX333" fmla="*/ 2275975 w 3024845"/>
                <a:gd name="connsiteY333" fmla="*/ 626915 h 1059043"/>
                <a:gd name="connsiteX334" fmla="*/ 2298268 w 3024845"/>
                <a:gd name="connsiteY334" fmla="*/ 626915 h 1059043"/>
                <a:gd name="connsiteX335" fmla="*/ 2298268 w 3024845"/>
                <a:gd name="connsiteY335" fmla="*/ 633401 h 1059043"/>
                <a:gd name="connsiteX336" fmla="*/ 2318535 w 3024845"/>
                <a:gd name="connsiteY336" fmla="*/ 633401 h 1059043"/>
                <a:gd name="connsiteX337" fmla="*/ 2318535 w 3024845"/>
                <a:gd name="connsiteY337" fmla="*/ 678798 h 1059043"/>
                <a:gd name="connsiteX338" fmla="*/ 2332722 w 3024845"/>
                <a:gd name="connsiteY338" fmla="*/ 678798 h 1059043"/>
                <a:gd name="connsiteX339" fmla="*/ 2332722 w 3024845"/>
                <a:gd name="connsiteY339" fmla="*/ 665827 h 1059043"/>
                <a:gd name="connsiteX340" fmla="*/ 2348936 w 3024845"/>
                <a:gd name="connsiteY340" fmla="*/ 665827 h 1059043"/>
                <a:gd name="connsiteX341" fmla="*/ 2348936 w 3024845"/>
                <a:gd name="connsiteY341" fmla="*/ 486400 h 1059043"/>
                <a:gd name="connsiteX342" fmla="*/ 2355016 w 3024845"/>
                <a:gd name="connsiteY342" fmla="*/ 479914 h 1059043"/>
                <a:gd name="connsiteX343" fmla="*/ 2427977 w 3024845"/>
                <a:gd name="connsiteY343" fmla="*/ 479914 h 1059043"/>
                <a:gd name="connsiteX344" fmla="*/ 2427977 w 3024845"/>
                <a:gd name="connsiteY344" fmla="*/ 488562 h 1059043"/>
                <a:gd name="connsiteX345" fmla="*/ 2438110 w 3024845"/>
                <a:gd name="connsiteY345" fmla="*/ 488562 h 1059043"/>
                <a:gd name="connsiteX346" fmla="*/ 2438110 w 3024845"/>
                <a:gd name="connsiteY346" fmla="*/ 603136 h 1059043"/>
                <a:gd name="connsiteX347" fmla="*/ 2460404 w 3024845"/>
                <a:gd name="connsiteY347" fmla="*/ 603136 h 1059043"/>
                <a:gd name="connsiteX348" fmla="*/ 2460404 w 3024845"/>
                <a:gd name="connsiteY348" fmla="*/ 536121 h 1059043"/>
                <a:gd name="connsiteX349" fmla="*/ 2486751 w 3024845"/>
                <a:gd name="connsiteY349" fmla="*/ 536121 h 1059043"/>
                <a:gd name="connsiteX350" fmla="*/ 2490804 w 3024845"/>
                <a:gd name="connsiteY350" fmla="*/ 531797 h 1059043"/>
                <a:gd name="connsiteX351" fmla="*/ 2498911 w 3024845"/>
                <a:gd name="connsiteY351" fmla="*/ 531797 h 1059043"/>
                <a:gd name="connsiteX352" fmla="*/ 2502964 w 3024845"/>
                <a:gd name="connsiteY352" fmla="*/ 536121 h 1059043"/>
                <a:gd name="connsiteX353" fmla="*/ 2525258 w 3024845"/>
                <a:gd name="connsiteY353" fmla="*/ 536121 h 1059043"/>
                <a:gd name="connsiteX354" fmla="*/ 2525258 w 3024845"/>
                <a:gd name="connsiteY354" fmla="*/ 419385 h 1059043"/>
                <a:gd name="connsiteX355" fmla="*/ 2582005 w 3024845"/>
                <a:gd name="connsiteY355" fmla="*/ 408576 h 1059043"/>
                <a:gd name="connsiteX356" fmla="*/ 2582005 w 3024845"/>
                <a:gd name="connsiteY356" fmla="*/ 409657 h 1059043"/>
                <a:gd name="connsiteX357" fmla="*/ 2582005 w 3024845"/>
                <a:gd name="connsiteY357" fmla="*/ 417223 h 1059043"/>
                <a:gd name="connsiteX358" fmla="*/ 2608352 w 3024845"/>
                <a:gd name="connsiteY358" fmla="*/ 417223 h 1059043"/>
                <a:gd name="connsiteX359" fmla="*/ 2608352 w 3024845"/>
                <a:gd name="connsiteY359" fmla="*/ 672313 h 1059043"/>
                <a:gd name="connsiteX360" fmla="*/ 2630646 w 3024845"/>
                <a:gd name="connsiteY360" fmla="*/ 672313 h 1059043"/>
                <a:gd name="connsiteX361" fmla="*/ 2630646 w 3024845"/>
                <a:gd name="connsiteY361" fmla="*/ 667989 h 1059043"/>
                <a:gd name="connsiteX362" fmla="*/ 2642806 w 3024845"/>
                <a:gd name="connsiteY362" fmla="*/ 667989 h 1059043"/>
                <a:gd name="connsiteX363" fmla="*/ 2642806 w 3024845"/>
                <a:gd name="connsiteY363" fmla="*/ 672313 h 1059043"/>
                <a:gd name="connsiteX364" fmla="*/ 2667126 w 3024845"/>
                <a:gd name="connsiteY364" fmla="*/ 672313 h 1059043"/>
                <a:gd name="connsiteX365" fmla="*/ 2667126 w 3024845"/>
                <a:gd name="connsiteY365" fmla="*/ 659342 h 1059043"/>
                <a:gd name="connsiteX366" fmla="*/ 2695500 w 3024845"/>
                <a:gd name="connsiteY366" fmla="*/ 659342 h 1059043"/>
                <a:gd name="connsiteX367" fmla="*/ 2707660 w 3024845"/>
                <a:gd name="connsiteY367" fmla="*/ 655018 h 1059043"/>
                <a:gd name="connsiteX368" fmla="*/ 2727927 w 3024845"/>
                <a:gd name="connsiteY368" fmla="*/ 659342 h 1059043"/>
                <a:gd name="connsiteX369" fmla="*/ 2727927 w 3024845"/>
                <a:gd name="connsiteY369" fmla="*/ 642048 h 1059043"/>
                <a:gd name="connsiteX370" fmla="*/ 2736034 w 3024845"/>
                <a:gd name="connsiteY370" fmla="*/ 642048 h 1059043"/>
                <a:gd name="connsiteX371" fmla="*/ 2736034 w 3024845"/>
                <a:gd name="connsiteY371" fmla="*/ 629077 h 1059043"/>
                <a:gd name="connsiteX372" fmla="*/ 2792781 w 3024845"/>
                <a:gd name="connsiteY372" fmla="*/ 629077 h 1059043"/>
                <a:gd name="connsiteX373" fmla="*/ 2792781 w 3024845"/>
                <a:gd name="connsiteY373" fmla="*/ 598812 h 1059043"/>
                <a:gd name="connsiteX374" fmla="*/ 2811021 w 3024845"/>
                <a:gd name="connsiteY374" fmla="*/ 598812 h 1059043"/>
                <a:gd name="connsiteX375" fmla="*/ 2811021 w 3024845"/>
                <a:gd name="connsiteY375" fmla="*/ 592327 h 1059043"/>
                <a:gd name="connsiteX376" fmla="*/ 2823181 w 3024845"/>
                <a:gd name="connsiteY376" fmla="*/ 592327 h 1059043"/>
                <a:gd name="connsiteX377" fmla="*/ 2823181 w 3024845"/>
                <a:gd name="connsiteY377" fmla="*/ 598812 h 1059043"/>
                <a:gd name="connsiteX378" fmla="*/ 2839395 w 3024845"/>
                <a:gd name="connsiteY378" fmla="*/ 598812 h 1059043"/>
                <a:gd name="connsiteX379" fmla="*/ 2839395 w 3024845"/>
                <a:gd name="connsiteY379" fmla="*/ 648533 h 1059043"/>
                <a:gd name="connsiteX380" fmla="*/ 2871822 w 3024845"/>
                <a:gd name="connsiteY380" fmla="*/ 648533 h 1059043"/>
                <a:gd name="connsiteX381" fmla="*/ 2871822 w 3024845"/>
                <a:gd name="connsiteY381" fmla="*/ 622592 h 1059043"/>
                <a:gd name="connsiteX382" fmla="*/ 2910329 w 3024845"/>
                <a:gd name="connsiteY382" fmla="*/ 622592 h 1059043"/>
                <a:gd name="connsiteX383" fmla="*/ 2910329 w 3024845"/>
                <a:gd name="connsiteY383" fmla="*/ 592327 h 1059043"/>
                <a:gd name="connsiteX384" fmla="*/ 2958970 w 3024845"/>
                <a:gd name="connsiteY384" fmla="*/ 592327 h 1059043"/>
                <a:gd name="connsiteX385" fmla="*/ 2958970 w 3024845"/>
                <a:gd name="connsiteY385" fmla="*/ 703483 h 1059043"/>
                <a:gd name="connsiteX386" fmla="*/ 2958970 w 3024845"/>
                <a:gd name="connsiteY386" fmla="*/ 717262 h 1059043"/>
                <a:gd name="connsiteX387" fmla="*/ 3024845 w 3024845"/>
                <a:gd name="connsiteY387" fmla="*/ 717262 h 1059043"/>
                <a:gd name="connsiteX388" fmla="*/ 3024845 w 3024845"/>
                <a:gd name="connsiteY388" fmla="*/ 1059043 h 1059043"/>
                <a:gd name="connsiteX389" fmla="*/ 2054 w 3024845"/>
                <a:gd name="connsiteY389" fmla="*/ 1056710 h 1059043"/>
                <a:gd name="connsiteX390" fmla="*/ 0 w 3024845"/>
                <a:gd name="connsiteY390" fmla="*/ 622592 h 1059043"/>
                <a:gd name="connsiteX391" fmla="*/ 20267 w 3024845"/>
                <a:gd name="connsiteY391" fmla="*/ 622592 h 1059043"/>
                <a:gd name="connsiteX392" fmla="*/ 20774 w 3024845"/>
                <a:gd name="connsiteY392" fmla="*/ 621511 h 1059043"/>
                <a:gd name="connsiteX393" fmla="*/ 24320 w 3024845"/>
                <a:gd name="connsiteY393" fmla="*/ 613945 h 1059043"/>
                <a:gd name="connsiteX394" fmla="*/ 26094 w 3024845"/>
                <a:gd name="connsiteY394" fmla="*/ 614215 h 1059043"/>
                <a:gd name="connsiteX395" fmla="*/ 38507 w 3024845"/>
                <a:gd name="connsiteY395" fmla="*/ 616106 h 1059043"/>
                <a:gd name="connsiteX396" fmla="*/ 39014 w 3024845"/>
                <a:gd name="connsiteY396" fmla="*/ 617458 h 1059043"/>
                <a:gd name="connsiteX397" fmla="*/ 42560 w 3024845"/>
                <a:gd name="connsiteY397" fmla="*/ 626915 h 1059043"/>
                <a:gd name="connsiteX398" fmla="*/ 68907 w 3024845"/>
                <a:gd name="connsiteY398" fmla="*/ 629077 h 1059043"/>
                <a:gd name="connsiteX399" fmla="*/ 68907 w 3024845"/>
                <a:gd name="connsiteY399" fmla="*/ 505856 h 1059043"/>
                <a:gd name="connsiteX400" fmla="*/ 70934 w 3024845"/>
                <a:gd name="connsiteY400" fmla="*/ 505856 h 1059043"/>
                <a:gd name="connsiteX401" fmla="*/ 85121 w 3024845"/>
                <a:gd name="connsiteY401" fmla="*/ 505856 h 1059043"/>
                <a:gd name="connsiteX402" fmla="*/ 85121 w 3024845"/>
                <a:gd name="connsiteY402" fmla="*/ 369664 h 1059043"/>
                <a:gd name="connsiteX403" fmla="*/ 86894 w 3024845"/>
                <a:gd name="connsiteY403" fmla="*/ 369664 h 1059043"/>
                <a:gd name="connsiteX404" fmla="*/ 99308 w 3024845"/>
                <a:gd name="connsiteY404" fmla="*/ 369664 h 1059043"/>
                <a:gd name="connsiteX405" fmla="*/ 99308 w 3024845"/>
                <a:gd name="connsiteY405" fmla="*/ 255090 h 1059043"/>
                <a:gd name="connsiteX406" fmla="*/ 103361 w 3024845"/>
                <a:gd name="connsiteY406" fmla="*/ 226986 h 1059043"/>
                <a:gd name="connsiteX407" fmla="*/ 105388 w 3024845"/>
                <a:gd name="connsiteY407" fmla="*/ 226986 h 1059043"/>
                <a:gd name="connsiteX408" fmla="*/ 119575 w 3024845"/>
                <a:gd name="connsiteY40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14016 h 1059043"/>
                <a:gd name="connsiteX315" fmla="*/ 2146266 w 3024845"/>
                <a:gd name="connsiteY315" fmla="*/ 131868 h 1059043"/>
                <a:gd name="connsiteX316" fmla="*/ 2144240 w 3024845"/>
                <a:gd name="connsiteY316" fmla="*/ 125383 h 1059043"/>
                <a:gd name="connsiteX317" fmla="*/ 2150320 w 3024845"/>
                <a:gd name="connsiteY317" fmla="*/ 118897 h 1059043"/>
                <a:gd name="connsiteX318" fmla="*/ 2150320 w 3024845"/>
                <a:gd name="connsiteY318" fmla="*/ 60529 h 1059043"/>
                <a:gd name="connsiteX319" fmla="*/ 2152346 w 3024845"/>
                <a:gd name="connsiteY319" fmla="*/ 56206 h 1059043"/>
                <a:gd name="connsiteX320" fmla="*/ 2152346 w 3024845"/>
                <a:gd name="connsiteY320" fmla="*/ 0 h 1059043"/>
                <a:gd name="connsiteX321" fmla="*/ 2162480 w 3024845"/>
                <a:gd name="connsiteY321" fmla="*/ 118897 h 1059043"/>
                <a:gd name="connsiteX322" fmla="*/ 2168560 w 3024845"/>
                <a:gd name="connsiteY322" fmla="*/ 125383 h 1059043"/>
                <a:gd name="connsiteX323" fmla="*/ 2166533 w 3024845"/>
                <a:gd name="connsiteY323" fmla="*/ 131868 h 1059043"/>
                <a:gd name="connsiteX324" fmla="*/ 2180720 w 3024845"/>
                <a:gd name="connsiteY324" fmla="*/ 555577 h 1059043"/>
                <a:gd name="connsiteX325" fmla="*/ 2245574 w 3024845"/>
                <a:gd name="connsiteY325" fmla="*/ 555577 h 1059043"/>
                <a:gd name="connsiteX326" fmla="*/ 2245574 w 3024845"/>
                <a:gd name="connsiteY326" fmla="*/ 631239 h 1059043"/>
                <a:gd name="connsiteX327" fmla="*/ 2253681 w 3024845"/>
                <a:gd name="connsiteY327" fmla="*/ 631239 h 1059043"/>
                <a:gd name="connsiteX328" fmla="*/ 2255708 w 3024845"/>
                <a:gd name="connsiteY328" fmla="*/ 624754 h 1059043"/>
                <a:gd name="connsiteX329" fmla="*/ 2261788 w 3024845"/>
                <a:gd name="connsiteY329" fmla="*/ 624754 h 1059043"/>
                <a:gd name="connsiteX330" fmla="*/ 2263815 w 3024845"/>
                <a:gd name="connsiteY330" fmla="*/ 633401 h 1059043"/>
                <a:gd name="connsiteX331" fmla="*/ 2275975 w 3024845"/>
                <a:gd name="connsiteY331" fmla="*/ 633401 h 1059043"/>
                <a:gd name="connsiteX332" fmla="*/ 2275975 w 3024845"/>
                <a:gd name="connsiteY332" fmla="*/ 626915 h 1059043"/>
                <a:gd name="connsiteX333" fmla="*/ 2298268 w 3024845"/>
                <a:gd name="connsiteY333" fmla="*/ 626915 h 1059043"/>
                <a:gd name="connsiteX334" fmla="*/ 2298268 w 3024845"/>
                <a:gd name="connsiteY334" fmla="*/ 633401 h 1059043"/>
                <a:gd name="connsiteX335" fmla="*/ 2318535 w 3024845"/>
                <a:gd name="connsiteY335" fmla="*/ 633401 h 1059043"/>
                <a:gd name="connsiteX336" fmla="*/ 2318535 w 3024845"/>
                <a:gd name="connsiteY336" fmla="*/ 678798 h 1059043"/>
                <a:gd name="connsiteX337" fmla="*/ 2332722 w 3024845"/>
                <a:gd name="connsiteY337" fmla="*/ 678798 h 1059043"/>
                <a:gd name="connsiteX338" fmla="*/ 2332722 w 3024845"/>
                <a:gd name="connsiteY338" fmla="*/ 665827 h 1059043"/>
                <a:gd name="connsiteX339" fmla="*/ 2348936 w 3024845"/>
                <a:gd name="connsiteY339" fmla="*/ 665827 h 1059043"/>
                <a:gd name="connsiteX340" fmla="*/ 2348936 w 3024845"/>
                <a:gd name="connsiteY340" fmla="*/ 486400 h 1059043"/>
                <a:gd name="connsiteX341" fmla="*/ 2355016 w 3024845"/>
                <a:gd name="connsiteY341" fmla="*/ 479914 h 1059043"/>
                <a:gd name="connsiteX342" fmla="*/ 2427977 w 3024845"/>
                <a:gd name="connsiteY342" fmla="*/ 479914 h 1059043"/>
                <a:gd name="connsiteX343" fmla="*/ 2427977 w 3024845"/>
                <a:gd name="connsiteY343" fmla="*/ 488562 h 1059043"/>
                <a:gd name="connsiteX344" fmla="*/ 2438110 w 3024845"/>
                <a:gd name="connsiteY344" fmla="*/ 488562 h 1059043"/>
                <a:gd name="connsiteX345" fmla="*/ 2438110 w 3024845"/>
                <a:gd name="connsiteY345" fmla="*/ 603136 h 1059043"/>
                <a:gd name="connsiteX346" fmla="*/ 2460404 w 3024845"/>
                <a:gd name="connsiteY346" fmla="*/ 603136 h 1059043"/>
                <a:gd name="connsiteX347" fmla="*/ 2460404 w 3024845"/>
                <a:gd name="connsiteY347" fmla="*/ 536121 h 1059043"/>
                <a:gd name="connsiteX348" fmla="*/ 2486751 w 3024845"/>
                <a:gd name="connsiteY348" fmla="*/ 536121 h 1059043"/>
                <a:gd name="connsiteX349" fmla="*/ 2490804 w 3024845"/>
                <a:gd name="connsiteY349" fmla="*/ 531797 h 1059043"/>
                <a:gd name="connsiteX350" fmla="*/ 2498911 w 3024845"/>
                <a:gd name="connsiteY350" fmla="*/ 531797 h 1059043"/>
                <a:gd name="connsiteX351" fmla="*/ 2502964 w 3024845"/>
                <a:gd name="connsiteY351" fmla="*/ 536121 h 1059043"/>
                <a:gd name="connsiteX352" fmla="*/ 2525258 w 3024845"/>
                <a:gd name="connsiteY352" fmla="*/ 536121 h 1059043"/>
                <a:gd name="connsiteX353" fmla="*/ 2525258 w 3024845"/>
                <a:gd name="connsiteY353" fmla="*/ 419385 h 1059043"/>
                <a:gd name="connsiteX354" fmla="*/ 2582005 w 3024845"/>
                <a:gd name="connsiteY354" fmla="*/ 408576 h 1059043"/>
                <a:gd name="connsiteX355" fmla="*/ 2582005 w 3024845"/>
                <a:gd name="connsiteY355" fmla="*/ 409657 h 1059043"/>
                <a:gd name="connsiteX356" fmla="*/ 2582005 w 3024845"/>
                <a:gd name="connsiteY356" fmla="*/ 417223 h 1059043"/>
                <a:gd name="connsiteX357" fmla="*/ 2608352 w 3024845"/>
                <a:gd name="connsiteY357" fmla="*/ 417223 h 1059043"/>
                <a:gd name="connsiteX358" fmla="*/ 2608352 w 3024845"/>
                <a:gd name="connsiteY358" fmla="*/ 672313 h 1059043"/>
                <a:gd name="connsiteX359" fmla="*/ 2630646 w 3024845"/>
                <a:gd name="connsiteY359" fmla="*/ 672313 h 1059043"/>
                <a:gd name="connsiteX360" fmla="*/ 2630646 w 3024845"/>
                <a:gd name="connsiteY360" fmla="*/ 667989 h 1059043"/>
                <a:gd name="connsiteX361" fmla="*/ 2642806 w 3024845"/>
                <a:gd name="connsiteY361" fmla="*/ 667989 h 1059043"/>
                <a:gd name="connsiteX362" fmla="*/ 2642806 w 3024845"/>
                <a:gd name="connsiteY362" fmla="*/ 672313 h 1059043"/>
                <a:gd name="connsiteX363" fmla="*/ 2667126 w 3024845"/>
                <a:gd name="connsiteY363" fmla="*/ 672313 h 1059043"/>
                <a:gd name="connsiteX364" fmla="*/ 2667126 w 3024845"/>
                <a:gd name="connsiteY364" fmla="*/ 659342 h 1059043"/>
                <a:gd name="connsiteX365" fmla="*/ 2695500 w 3024845"/>
                <a:gd name="connsiteY365" fmla="*/ 659342 h 1059043"/>
                <a:gd name="connsiteX366" fmla="*/ 2707660 w 3024845"/>
                <a:gd name="connsiteY366" fmla="*/ 655018 h 1059043"/>
                <a:gd name="connsiteX367" fmla="*/ 2727927 w 3024845"/>
                <a:gd name="connsiteY367" fmla="*/ 659342 h 1059043"/>
                <a:gd name="connsiteX368" fmla="*/ 2727927 w 3024845"/>
                <a:gd name="connsiteY368" fmla="*/ 642048 h 1059043"/>
                <a:gd name="connsiteX369" fmla="*/ 2736034 w 3024845"/>
                <a:gd name="connsiteY369" fmla="*/ 642048 h 1059043"/>
                <a:gd name="connsiteX370" fmla="*/ 2736034 w 3024845"/>
                <a:gd name="connsiteY370" fmla="*/ 629077 h 1059043"/>
                <a:gd name="connsiteX371" fmla="*/ 2792781 w 3024845"/>
                <a:gd name="connsiteY371" fmla="*/ 629077 h 1059043"/>
                <a:gd name="connsiteX372" fmla="*/ 2792781 w 3024845"/>
                <a:gd name="connsiteY372" fmla="*/ 598812 h 1059043"/>
                <a:gd name="connsiteX373" fmla="*/ 2811021 w 3024845"/>
                <a:gd name="connsiteY373" fmla="*/ 598812 h 1059043"/>
                <a:gd name="connsiteX374" fmla="*/ 2811021 w 3024845"/>
                <a:gd name="connsiteY374" fmla="*/ 592327 h 1059043"/>
                <a:gd name="connsiteX375" fmla="*/ 2823181 w 3024845"/>
                <a:gd name="connsiteY375" fmla="*/ 592327 h 1059043"/>
                <a:gd name="connsiteX376" fmla="*/ 2823181 w 3024845"/>
                <a:gd name="connsiteY376" fmla="*/ 598812 h 1059043"/>
                <a:gd name="connsiteX377" fmla="*/ 2839395 w 3024845"/>
                <a:gd name="connsiteY377" fmla="*/ 598812 h 1059043"/>
                <a:gd name="connsiteX378" fmla="*/ 2839395 w 3024845"/>
                <a:gd name="connsiteY378" fmla="*/ 648533 h 1059043"/>
                <a:gd name="connsiteX379" fmla="*/ 2871822 w 3024845"/>
                <a:gd name="connsiteY379" fmla="*/ 648533 h 1059043"/>
                <a:gd name="connsiteX380" fmla="*/ 2871822 w 3024845"/>
                <a:gd name="connsiteY380" fmla="*/ 622592 h 1059043"/>
                <a:gd name="connsiteX381" fmla="*/ 2910329 w 3024845"/>
                <a:gd name="connsiteY381" fmla="*/ 622592 h 1059043"/>
                <a:gd name="connsiteX382" fmla="*/ 2910329 w 3024845"/>
                <a:gd name="connsiteY382" fmla="*/ 592327 h 1059043"/>
                <a:gd name="connsiteX383" fmla="*/ 2958970 w 3024845"/>
                <a:gd name="connsiteY383" fmla="*/ 592327 h 1059043"/>
                <a:gd name="connsiteX384" fmla="*/ 2958970 w 3024845"/>
                <a:gd name="connsiteY384" fmla="*/ 703483 h 1059043"/>
                <a:gd name="connsiteX385" fmla="*/ 2958970 w 3024845"/>
                <a:gd name="connsiteY385" fmla="*/ 717262 h 1059043"/>
                <a:gd name="connsiteX386" fmla="*/ 3024845 w 3024845"/>
                <a:gd name="connsiteY386" fmla="*/ 717262 h 1059043"/>
                <a:gd name="connsiteX387" fmla="*/ 3024845 w 3024845"/>
                <a:gd name="connsiteY387" fmla="*/ 1059043 h 1059043"/>
                <a:gd name="connsiteX388" fmla="*/ 2054 w 3024845"/>
                <a:gd name="connsiteY388" fmla="*/ 1056710 h 1059043"/>
                <a:gd name="connsiteX389" fmla="*/ 0 w 3024845"/>
                <a:gd name="connsiteY389" fmla="*/ 622592 h 1059043"/>
                <a:gd name="connsiteX390" fmla="*/ 20267 w 3024845"/>
                <a:gd name="connsiteY390" fmla="*/ 622592 h 1059043"/>
                <a:gd name="connsiteX391" fmla="*/ 20774 w 3024845"/>
                <a:gd name="connsiteY391" fmla="*/ 621511 h 1059043"/>
                <a:gd name="connsiteX392" fmla="*/ 24320 w 3024845"/>
                <a:gd name="connsiteY392" fmla="*/ 613945 h 1059043"/>
                <a:gd name="connsiteX393" fmla="*/ 26094 w 3024845"/>
                <a:gd name="connsiteY393" fmla="*/ 614215 h 1059043"/>
                <a:gd name="connsiteX394" fmla="*/ 38507 w 3024845"/>
                <a:gd name="connsiteY394" fmla="*/ 616106 h 1059043"/>
                <a:gd name="connsiteX395" fmla="*/ 39014 w 3024845"/>
                <a:gd name="connsiteY395" fmla="*/ 617458 h 1059043"/>
                <a:gd name="connsiteX396" fmla="*/ 42560 w 3024845"/>
                <a:gd name="connsiteY396" fmla="*/ 626915 h 1059043"/>
                <a:gd name="connsiteX397" fmla="*/ 68907 w 3024845"/>
                <a:gd name="connsiteY397" fmla="*/ 629077 h 1059043"/>
                <a:gd name="connsiteX398" fmla="*/ 68907 w 3024845"/>
                <a:gd name="connsiteY398" fmla="*/ 505856 h 1059043"/>
                <a:gd name="connsiteX399" fmla="*/ 70934 w 3024845"/>
                <a:gd name="connsiteY399" fmla="*/ 505856 h 1059043"/>
                <a:gd name="connsiteX400" fmla="*/ 85121 w 3024845"/>
                <a:gd name="connsiteY400" fmla="*/ 505856 h 1059043"/>
                <a:gd name="connsiteX401" fmla="*/ 85121 w 3024845"/>
                <a:gd name="connsiteY401" fmla="*/ 369664 h 1059043"/>
                <a:gd name="connsiteX402" fmla="*/ 86894 w 3024845"/>
                <a:gd name="connsiteY402" fmla="*/ 369664 h 1059043"/>
                <a:gd name="connsiteX403" fmla="*/ 99308 w 3024845"/>
                <a:gd name="connsiteY403" fmla="*/ 369664 h 1059043"/>
                <a:gd name="connsiteX404" fmla="*/ 99308 w 3024845"/>
                <a:gd name="connsiteY404" fmla="*/ 255090 h 1059043"/>
                <a:gd name="connsiteX405" fmla="*/ 103361 w 3024845"/>
                <a:gd name="connsiteY405" fmla="*/ 226986 h 1059043"/>
                <a:gd name="connsiteX406" fmla="*/ 105388 w 3024845"/>
                <a:gd name="connsiteY406" fmla="*/ 226986 h 1059043"/>
                <a:gd name="connsiteX407" fmla="*/ 119575 w 3024845"/>
                <a:gd name="connsiteY40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44240 w 3024845"/>
                <a:gd name="connsiteY313" fmla="*/ 214016 h 1059043"/>
                <a:gd name="connsiteX314" fmla="*/ 2146266 w 3024845"/>
                <a:gd name="connsiteY314" fmla="*/ 131868 h 1059043"/>
                <a:gd name="connsiteX315" fmla="*/ 2144240 w 3024845"/>
                <a:gd name="connsiteY315" fmla="*/ 125383 h 1059043"/>
                <a:gd name="connsiteX316" fmla="*/ 2150320 w 3024845"/>
                <a:gd name="connsiteY316" fmla="*/ 118897 h 1059043"/>
                <a:gd name="connsiteX317" fmla="*/ 2150320 w 3024845"/>
                <a:gd name="connsiteY317" fmla="*/ 60529 h 1059043"/>
                <a:gd name="connsiteX318" fmla="*/ 2152346 w 3024845"/>
                <a:gd name="connsiteY318" fmla="*/ 56206 h 1059043"/>
                <a:gd name="connsiteX319" fmla="*/ 2152346 w 3024845"/>
                <a:gd name="connsiteY319" fmla="*/ 0 h 1059043"/>
                <a:gd name="connsiteX320" fmla="*/ 2162480 w 3024845"/>
                <a:gd name="connsiteY320" fmla="*/ 118897 h 1059043"/>
                <a:gd name="connsiteX321" fmla="*/ 2168560 w 3024845"/>
                <a:gd name="connsiteY321" fmla="*/ 125383 h 1059043"/>
                <a:gd name="connsiteX322" fmla="*/ 2166533 w 3024845"/>
                <a:gd name="connsiteY322" fmla="*/ 131868 h 1059043"/>
                <a:gd name="connsiteX323" fmla="*/ 2180720 w 3024845"/>
                <a:gd name="connsiteY323" fmla="*/ 555577 h 1059043"/>
                <a:gd name="connsiteX324" fmla="*/ 2245574 w 3024845"/>
                <a:gd name="connsiteY324" fmla="*/ 555577 h 1059043"/>
                <a:gd name="connsiteX325" fmla="*/ 2245574 w 3024845"/>
                <a:gd name="connsiteY325" fmla="*/ 631239 h 1059043"/>
                <a:gd name="connsiteX326" fmla="*/ 2253681 w 3024845"/>
                <a:gd name="connsiteY326" fmla="*/ 631239 h 1059043"/>
                <a:gd name="connsiteX327" fmla="*/ 2255708 w 3024845"/>
                <a:gd name="connsiteY327" fmla="*/ 624754 h 1059043"/>
                <a:gd name="connsiteX328" fmla="*/ 2261788 w 3024845"/>
                <a:gd name="connsiteY328" fmla="*/ 624754 h 1059043"/>
                <a:gd name="connsiteX329" fmla="*/ 2263815 w 3024845"/>
                <a:gd name="connsiteY329" fmla="*/ 633401 h 1059043"/>
                <a:gd name="connsiteX330" fmla="*/ 2275975 w 3024845"/>
                <a:gd name="connsiteY330" fmla="*/ 633401 h 1059043"/>
                <a:gd name="connsiteX331" fmla="*/ 2275975 w 3024845"/>
                <a:gd name="connsiteY331" fmla="*/ 626915 h 1059043"/>
                <a:gd name="connsiteX332" fmla="*/ 2298268 w 3024845"/>
                <a:gd name="connsiteY332" fmla="*/ 626915 h 1059043"/>
                <a:gd name="connsiteX333" fmla="*/ 2298268 w 3024845"/>
                <a:gd name="connsiteY333" fmla="*/ 633401 h 1059043"/>
                <a:gd name="connsiteX334" fmla="*/ 2318535 w 3024845"/>
                <a:gd name="connsiteY334" fmla="*/ 633401 h 1059043"/>
                <a:gd name="connsiteX335" fmla="*/ 2318535 w 3024845"/>
                <a:gd name="connsiteY335" fmla="*/ 678798 h 1059043"/>
                <a:gd name="connsiteX336" fmla="*/ 2332722 w 3024845"/>
                <a:gd name="connsiteY336" fmla="*/ 678798 h 1059043"/>
                <a:gd name="connsiteX337" fmla="*/ 2332722 w 3024845"/>
                <a:gd name="connsiteY337" fmla="*/ 665827 h 1059043"/>
                <a:gd name="connsiteX338" fmla="*/ 2348936 w 3024845"/>
                <a:gd name="connsiteY338" fmla="*/ 665827 h 1059043"/>
                <a:gd name="connsiteX339" fmla="*/ 2348936 w 3024845"/>
                <a:gd name="connsiteY339" fmla="*/ 486400 h 1059043"/>
                <a:gd name="connsiteX340" fmla="*/ 2355016 w 3024845"/>
                <a:gd name="connsiteY340" fmla="*/ 479914 h 1059043"/>
                <a:gd name="connsiteX341" fmla="*/ 2427977 w 3024845"/>
                <a:gd name="connsiteY341" fmla="*/ 479914 h 1059043"/>
                <a:gd name="connsiteX342" fmla="*/ 2427977 w 3024845"/>
                <a:gd name="connsiteY342" fmla="*/ 488562 h 1059043"/>
                <a:gd name="connsiteX343" fmla="*/ 2438110 w 3024845"/>
                <a:gd name="connsiteY343" fmla="*/ 488562 h 1059043"/>
                <a:gd name="connsiteX344" fmla="*/ 2438110 w 3024845"/>
                <a:gd name="connsiteY344" fmla="*/ 603136 h 1059043"/>
                <a:gd name="connsiteX345" fmla="*/ 2460404 w 3024845"/>
                <a:gd name="connsiteY345" fmla="*/ 603136 h 1059043"/>
                <a:gd name="connsiteX346" fmla="*/ 2460404 w 3024845"/>
                <a:gd name="connsiteY346" fmla="*/ 536121 h 1059043"/>
                <a:gd name="connsiteX347" fmla="*/ 2486751 w 3024845"/>
                <a:gd name="connsiteY347" fmla="*/ 536121 h 1059043"/>
                <a:gd name="connsiteX348" fmla="*/ 2490804 w 3024845"/>
                <a:gd name="connsiteY348" fmla="*/ 531797 h 1059043"/>
                <a:gd name="connsiteX349" fmla="*/ 2498911 w 3024845"/>
                <a:gd name="connsiteY349" fmla="*/ 531797 h 1059043"/>
                <a:gd name="connsiteX350" fmla="*/ 2502964 w 3024845"/>
                <a:gd name="connsiteY350" fmla="*/ 536121 h 1059043"/>
                <a:gd name="connsiteX351" fmla="*/ 2525258 w 3024845"/>
                <a:gd name="connsiteY351" fmla="*/ 536121 h 1059043"/>
                <a:gd name="connsiteX352" fmla="*/ 2525258 w 3024845"/>
                <a:gd name="connsiteY352" fmla="*/ 419385 h 1059043"/>
                <a:gd name="connsiteX353" fmla="*/ 2582005 w 3024845"/>
                <a:gd name="connsiteY353" fmla="*/ 408576 h 1059043"/>
                <a:gd name="connsiteX354" fmla="*/ 2582005 w 3024845"/>
                <a:gd name="connsiteY354" fmla="*/ 409657 h 1059043"/>
                <a:gd name="connsiteX355" fmla="*/ 2582005 w 3024845"/>
                <a:gd name="connsiteY355" fmla="*/ 417223 h 1059043"/>
                <a:gd name="connsiteX356" fmla="*/ 2608352 w 3024845"/>
                <a:gd name="connsiteY356" fmla="*/ 417223 h 1059043"/>
                <a:gd name="connsiteX357" fmla="*/ 2608352 w 3024845"/>
                <a:gd name="connsiteY357" fmla="*/ 672313 h 1059043"/>
                <a:gd name="connsiteX358" fmla="*/ 2630646 w 3024845"/>
                <a:gd name="connsiteY358" fmla="*/ 672313 h 1059043"/>
                <a:gd name="connsiteX359" fmla="*/ 2630646 w 3024845"/>
                <a:gd name="connsiteY359" fmla="*/ 667989 h 1059043"/>
                <a:gd name="connsiteX360" fmla="*/ 2642806 w 3024845"/>
                <a:gd name="connsiteY360" fmla="*/ 667989 h 1059043"/>
                <a:gd name="connsiteX361" fmla="*/ 2642806 w 3024845"/>
                <a:gd name="connsiteY361" fmla="*/ 672313 h 1059043"/>
                <a:gd name="connsiteX362" fmla="*/ 2667126 w 3024845"/>
                <a:gd name="connsiteY362" fmla="*/ 672313 h 1059043"/>
                <a:gd name="connsiteX363" fmla="*/ 2667126 w 3024845"/>
                <a:gd name="connsiteY363" fmla="*/ 659342 h 1059043"/>
                <a:gd name="connsiteX364" fmla="*/ 2695500 w 3024845"/>
                <a:gd name="connsiteY364" fmla="*/ 659342 h 1059043"/>
                <a:gd name="connsiteX365" fmla="*/ 2707660 w 3024845"/>
                <a:gd name="connsiteY365" fmla="*/ 655018 h 1059043"/>
                <a:gd name="connsiteX366" fmla="*/ 2727927 w 3024845"/>
                <a:gd name="connsiteY366" fmla="*/ 659342 h 1059043"/>
                <a:gd name="connsiteX367" fmla="*/ 2727927 w 3024845"/>
                <a:gd name="connsiteY367" fmla="*/ 642048 h 1059043"/>
                <a:gd name="connsiteX368" fmla="*/ 2736034 w 3024845"/>
                <a:gd name="connsiteY368" fmla="*/ 642048 h 1059043"/>
                <a:gd name="connsiteX369" fmla="*/ 2736034 w 3024845"/>
                <a:gd name="connsiteY369" fmla="*/ 629077 h 1059043"/>
                <a:gd name="connsiteX370" fmla="*/ 2792781 w 3024845"/>
                <a:gd name="connsiteY370" fmla="*/ 629077 h 1059043"/>
                <a:gd name="connsiteX371" fmla="*/ 2792781 w 3024845"/>
                <a:gd name="connsiteY371" fmla="*/ 598812 h 1059043"/>
                <a:gd name="connsiteX372" fmla="*/ 2811021 w 3024845"/>
                <a:gd name="connsiteY372" fmla="*/ 598812 h 1059043"/>
                <a:gd name="connsiteX373" fmla="*/ 2811021 w 3024845"/>
                <a:gd name="connsiteY373" fmla="*/ 592327 h 1059043"/>
                <a:gd name="connsiteX374" fmla="*/ 2823181 w 3024845"/>
                <a:gd name="connsiteY374" fmla="*/ 592327 h 1059043"/>
                <a:gd name="connsiteX375" fmla="*/ 2823181 w 3024845"/>
                <a:gd name="connsiteY375" fmla="*/ 598812 h 1059043"/>
                <a:gd name="connsiteX376" fmla="*/ 2839395 w 3024845"/>
                <a:gd name="connsiteY376" fmla="*/ 598812 h 1059043"/>
                <a:gd name="connsiteX377" fmla="*/ 2839395 w 3024845"/>
                <a:gd name="connsiteY377" fmla="*/ 648533 h 1059043"/>
                <a:gd name="connsiteX378" fmla="*/ 2871822 w 3024845"/>
                <a:gd name="connsiteY378" fmla="*/ 648533 h 1059043"/>
                <a:gd name="connsiteX379" fmla="*/ 2871822 w 3024845"/>
                <a:gd name="connsiteY379" fmla="*/ 622592 h 1059043"/>
                <a:gd name="connsiteX380" fmla="*/ 2910329 w 3024845"/>
                <a:gd name="connsiteY380" fmla="*/ 622592 h 1059043"/>
                <a:gd name="connsiteX381" fmla="*/ 2910329 w 3024845"/>
                <a:gd name="connsiteY381" fmla="*/ 592327 h 1059043"/>
                <a:gd name="connsiteX382" fmla="*/ 2958970 w 3024845"/>
                <a:gd name="connsiteY382" fmla="*/ 592327 h 1059043"/>
                <a:gd name="connsiteX383" fmla="*/ 2958970 w 3024845"/>
                <a:gd name="connsiteY383" fmla="*/ 703483 h 1059043"/>
                <a:gd name="connsiteX384" fmla="*/ 2958970 w 3024845"/>
                <a:gd name="connsiteY384" fmla="*/ 717262 h 1059043"/>
                <a:gd name="connsiteX385" fmla="*/ 3024845 w 3024845"/>
                <a:gd name="connsiteY385" fmla="*/ 717262 h 1059043"/>
                <a:gd name="connsiteX386" fmla="*/ 3024845 w 3024845"/>
                <a:gd name="connsiteY386" fmla="*/ 1059043 h 1059043"/>
                <a:gd name="connsiteX387" fmla="*/ 2054 w 3024845"/>
                <a:gd name="connsiteY387" fmla="*/ 1056710 h 1059043"/>
                <a:gd name="connsiteX388" fmla="*/ 0 w 3024845"/>
                <a:gd name="connsiteY388" fmla="*/ 622592 h 1059043"/>
                <a:gd name="connsiteX389" fmla="*/ 20267 w 3024845"/>
                <a:gd name="connsiteY389" fmla="*/ 622592 h 1059043"/>
                <a:gd name="connsiteX390" fmla="*/ 20774 w 3024845"/>
                <a:gd name="connsiteY390" fmla="*/ 621511 h 1059043"/>
                <a:gd name="connsiteX391" fmla="*/ 24320 w 3024845"/>
                <a:gd name="connsiteY391" fmla="*/ 613945 h 1059043"/>
                <a:gd name="connsiteX392" fmla="*/ 26094 w 3024845"/>
                <a:gd name="connsiteY392" fmla="*/ 614215 h 1059043"/>
                <a:gd name="connsiteX393" fmla="*/ 38507 w 3024845"/>
                <a:gd name="connsiteY393" fmla="*/ 616106 h 1059043"/>
                <a:gd name="connsiteX394" fmla="*/ 39014 w 3024845"/>
                <a:gd name="connsiteY394" fmla="*/ 617458 h 1059043"/>
                <a:gd name="connsiteX395" fmla="*/ 42560 w 3024845"/>
                <a:gd name="connsiteY395" fmla="*/ 626915 h 1059043"/>
                <a:gd name="connsiteX396" fmla="*/ 68907 w 3024845"/>
                <a:gd name="connsiteY396" fmla="*/ 629077 h 1059043"/>
                <a:gd name="connsiteX397" fmla="*/ 68907 w 3024845"/>
                <a:gd name="connsiteY397" fmla="*/ 505856 h 1059043"/>
                <a:gd name="connsiteX398" fmla="*/ 70934 w 3024845"/>
                <a:gd name="connsiteY398" fmla="*/ 505856 h 1059043"/>
                <a:gd name="connsiteX399" fmla="*/ 85121 w 3024845"/>
                <a:gd name="connsiteY399" fmla="*/ 505856 h 1059043"/>
                <a:gd name="connsiteX400" fmla="*/ 85121 w 3024845"/>
                <a:gd name="connsiteY400" fmla="*/ 369664 h 1059043"/>
                <a:gd name="connsiteX401" fmla="*/ 86894 w 3024845"/>
                <a:gd name="connsiteY401" fmla="*/ 369664 h 1059043"/>
                <a:gd name="connsiteX402" fmla="*/ 99308 w 3024845"/>
                <a:gd name="connsiteY402" fmla="*/ 369664 h 1059043"/>
                <a:gd name="connsiteX403" fmla="*/ 99308 w 3024845"/>
                <a:gd name="connsiteY403" fmla="*/ 255090 h 1059043"/>
                <a:gd name="connsiteX404" fmla="*/ 103361 w 3024845"/>
                <a:gd name="connsiteY404" fmla="*/ 226986 h 1059043"/>
                <a:gd name="connsiteX405" fmla="*/ 105388 w 3024845"/>
                <a:gd name="connsiteY405" fmla="*/ 226986 h 1059043"/>
                <a:gd name="connsiteX406" fmla="*/ 119575 w 3024845"/>
                <a:gd name="connsiteY40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44240 w 3024845"/>
                <a:gd name="connsiteY312" fmla="*/ 214016 h 1059043"/>
                <a:gd name="connsiteX313" fmla="*/ 2146266 w 3024845"/>
                <a:gd name="connsiteY313" fmla="*/ 131868 h 1059043"/>
                <a:gd name="connsiteX314" fmla="*/ 2144240 w 3024845"/>
                <a:gd name="connsiteY314" fmla="*/ 125383 h 1059043"/>
                <a:gd name="connsiteX315" fmla="*/ 2150320 w 3024845"/>
                <a:gd name="connsiteY315" fmla="*/ 118897 h 1059043"/>
                <a:gd name="connsiteX316" fmla="*/ 2150320 w 3024845"/>
                <a:gd name="connsiteY316" fmla="*/ 60529 h 1059043"/>
                <a:gd name="connsiteX317" fmla="*/ 2152346 w 3024845"/>
                <a:gd name="connsiteY317" fmla="*/ 56206 h 1059043"/>
                <a:gd name="connsiteX318" fmla="*/ 2152346 w 3024845"/>
                <a:gd name="connsiteY318" fmla="*/ 0 h 1059043"/>
                <a:gd name="connsiteX319" fmla="*/ 2162480 w 3024845"/>
                <a:gd name="connsiteY319" fmla="*/ 118897 h 1059043"/>
                <a:gd name="connsiteX320" fmla="*/ 2168560 w 3024845"/>
                <a:gd name="connsiteY320" fmla="*/ 125383 h 1059043"/>
                <a:gd name="connsiteX321" fmla="*/ 2166533 w 3024845"/>
                <a:gd name="connsiteY321" fmla="*/ 131868 h 1059043"/>
                <a:gd name="connsiteX322" fmla="*/ 2180720 w 3024845"/>
                <a:gd name="connsiteY322" fmla="*/ 555577 h 1059043"/>
                <a:gd name="connsiteX323" fmla="*/ 2245574 w 3024845"/>
                <a:gd name="connsiteY323" fmla="*/ 555577 h 1059043"/>
                <a:gd name="connsiteX324" fmla="*/ 2245574 w 3024845"/>
                <a:gd name="connsiteY324" fmla="*/ 631239 h 1059043"/>
                <a:gd name="connsiteX325" fmla="*/ 2253681 w 3024845"/>
                <a:gd name="connsiteY325" fmla="*/ 631239 h 1059043"/>
                <a:gd name="connsiteX326" fmla="*/ 2255708 w 3024845"/>
                <a:gd name="connsiteY326" fmla="*/ 624754 h 1059043"/>
                <a:gd name="connsiteX327" fmla="*/ 2261788 w 3024845"/>
                <a:gd name="connsiteY327" fmla="*/ 624754 h 1059043"/>
                <a:gd name="connsiteX328" fmla="*/ 2263815 w 3024845"/>
                <a:gd name="connsiteY328" fmla="*/ 633401 h 1059043"/>
                <a:gd name="connsiteX329" fmla="*/ 2275975 w 3024845"/>
                <a:gd name="connsiteY329" fmla="*/ 633401 h 1059043"/>
                <a:gd name="connsiteX330" fmla="*/ 2275975 w 3024845"/>
                <a:gd name="connsiteY330" fmla="*/ 626915 h 1059043"/>
                <a:gd name="connsiteX331" fmla="*/ 2298268 w 3024845"/>
                <a:gd name="connsiteY331" fmla="*/ 626915 h 1059043"/>
                <a:gd name="connsiteX332" fmla="*/ 2298268 w 3024845"/>
                <a:gd name="connsiteY332" fmla="*/ 633401 h 1059043"/>
                <a:gd name="connsiteX333" fmla="*/ 2318535 w 3024845"/>
                <a:gd name="connsiteY333" fmla="*/ 633401 h 1059043"/>
                <a:gd name="connsiteX334" fmla="*/ 2318535 w 3024845"/>
                <a:gd name="connsiteY334" fmla="*/ 678798 h 1059043"/>
                <a:gd name="connsiteX335" fmla="*/ 2332722 w 3024845"/>
                <a:gd name="connsiteY335" fmla="*/ 678798 h 1059043"/>
                <a:gd name="connsiteX336" fmla="*/ 2332722 w 3024845"/>
                <a:gd name="connsiteY336" fmla="*/ 665827 h 1059043"/>
                <a:gd name="connsiteX337" fmla="*/ 2348936 w 3024845"/>
                <a:gd name="connsiteY337" fmla="*/ 665827 h 1059043"/>
                <a:gd name="connsiteX338" fmla="*/ 2348936 w 3024845"/>
                <a:gd name="connsiteY338" fmla="*/ 486400 h 1059043"/>
                <a:gd name="connsiteX339" fmla="*/ 2355016 w 3024845"/>
                <a:gd name="connsiteY339" fmla="*/ 479914 h 1059043"/>
                <a:gd name="connsiteX340" fmla="*/ 2427977 w 3024845"/>
                <a:gd name="connsiteY340" fmla="*/ 479914 h 1059043"/>
                <a:gd name="connsiteX341" fmla="*/ 2427977 w 3024845"/>
                <a:gd name="connsiteY341" fmla="*/ 488562 h 1059043"/>
                <a:gd name="connsiteX342" fmla="*/ 2438110 w 3024845"/>
                <a:gd name="connsiteY342" fmla="*/ 488562 h 1059043"/>
                <a:gd name="connsiteX343" fmla="*/ 2438110 w 3024845"/>
                <a:gd name="connsiteY343" fmla="*/ 603136 h 1059043"/>
                <a:gd name="connsiteX344" fmla="*/ 2460404 w 3024845"/>
                <a:gd name="connsiteY344" fmla="*/ 603136 h 1059043"/>
                <a:gd name="connsiteX345" fmla="*/ 2460404 w 3024845"/>
                <a:gd name="connsiteY345" fmla="*/ 536121 h 1059043"/>
                <a:gd name="connsiteX346" fmla="*/ 2486751 w 3024845"/>
                <a:gd name="connsiteY346" fmla="*/ 536121 h 1059043"/>
                <a:gd name="connsiteX347" fmla="*/ 2490804 w 3024845"/>
                <a:gd name="connsiteY347" fmla="*/ 531797 h 1059043"/>
                <a:gd name="connsiteX348" fmla="*/ 2498911 w 3024845"/>
                <a:gd name="connsiteY348" fmla="*/ 531797 h 1059043"/>
                <a:gd name="connsiteX349" fmla="*/ 2502964 w 3024845"/>
                <a:gd name="connsiteY349" fmla="*/ 536121 h 1059043"/>
                <a:gd name="connsiteX350" fmla="*/ 2525258 w 3024845"/>
                <a:gd name="connsiteY350" fmla="*/ 536121 h 1059043"/>
                <a:gd name="connsiteX351" fmla="*/ 2525258 w 3024845"/>
                <a:gd name="connsiteY351" fmla="*/ 419385 h 1059043"/>
                <a:gd name="connsiteX352" fmla="*/ 2582005 w 3024845"/>
                <a:gd name="connsiteY352" fmla="*/ 408576 h 1059043"/>
                <a:gd name="connsiteX353" fmla="*/ 2582005 w 3024845"/>
                <a:gd name="connsiteY353" fmla="*/ 409657 h 1059043"/>
                <a:gd name="connsiteX354" fmla="*/ 2582005 w 3024845"/>
                <a:gd name="connsiteY354" fmla="*/ 417223 h 1059043"/>
                <a:gd name="connsiteX355" fmla="*/ 2608352 w 3024845"/>
                <a:gd name="connsiteY355" fmla="*/ 417223 h 1059043"/>
                <a:gd name="connsiteX356" fmla="*/ 2608352 w 3024845"/>
                <a:gd name="connsiteY356" fmla="*/ 672313 h 1059043"/>
                <a:gd name="connsiteX357" fmla="*/ 2630646 w 3024845"/>
                <a:gd name="connsiteY357" fmla="*/ 672313 h 1059043"/>
                <a:gd name="connsiteX358" fmla="*/ 2630646 w 3024845"/>
                <a:gd name="connsiteY358" fmla="*/ 667989 h 1059043"/>
                <a:gd name="connsiteX359" fmla="*/ 2642806 w 3024845"/>
                <a:gd name="connsiteY359" fmla="*/ 667989 h 1059043"/>
                <a:gd name="connsiteX360" fmla="*/ 2642806 w 3024845"/>
                <a:gd name="connsiteY360" fmla="*/ 672313 h 1059043"/>
                <a:gd name="connsiteX361" fmla="*/ 2667126 w 3024845"/>
                <a:gd name="connsiteY361" fmla="*/ 672313 h 1059043"/>
                <a:gd name="connsiteX362" fmla="*/ 2667126 w 3024845"/>
                <a:gd name="connsiteY362" fmla="*/ 659342 h 1059043"/>
                <a:gd name="connsiteX363" fmla="*/ 2695500 w 3024845"/>
                <a:gd name="connsiteY363" fmla="*/ 659342 h 1059043"/>
                <a:gd name="connsiteX364" fmla="*/ 2707660 w 3024845"/>
                <a:gd name="connsiteY364" fmla="*/ 655018 h 1059043"/>
                <a:gd name="connsiteX365" fmla="*/ 2727927 w 3024845"/>
                <a:gd name="connsiteY365" fmla="*/ 659342 h 1059043"/>
                <a:gd name="connsiteX366" fmla="*/ 2727927 w 3024845"/>
                <a:gd name="connsiteY366" fmla="*/ 642048 h 1059043"/>
                <a:gd name="connsiteX367" fmla="*/ 2736034 w 3024845"/>
                <a:gd name="connsiteY367" fmla="*/ 642048 h 1059043"/>
                <a:gd name="connsiteX368" fmla="*/ 2736034 w 3024845"/>
                <a:gd name="connsiteY368" fmla="*/ 629077 h 1059043"/>
                <a:gd name="connsiteX369" fmla="*/ 2792781 w 3024845"/>
                <a:gd name="connsiteY369" fmla="*/ 629077 h 1059043"/>
                <a:gd name="connsiteX370" fmla="*/ 2792781 w 3024845"/>
                <a:gd name="connsiteY370" fmla="*/ 598812 h 1059043"/>
                <a:gd name="connsiteX371" fmla="*/ 2811021 w 3024845"/>
                <a:gd name="connsiteY371" fmla="*/ 598812 h 1059043"/>
                <a:gd name="connsiteX372" fmla="*/ 2811021 w 3024845"/>
                <a:gd name="connsiteY372" fmla="*/ 592327 h 1059043"/>
                <a:gd name="connsiteX373" fmla="*/ 2823181 w 3024845"/>
                <a:gd name="connsiteY373" fmla="*/ 592327 h 1059043"/>
                <a:gd name="connsiteX374" fmla="*/ 2823181 w 3024845"/>
                <a:gd name="connsiteY374" fmla="*/ 598812 h 1059043"/>
                <a:gd name="connsiteX375" fmla="*/ 2839395 w 3024845"/>
                <a:gd name="connsiteY375" fmla="*/ 598812 h 1059043"/>
                <a:gd name="connsiteX376" fmla="*/ 2839395 w 3024845"/>
                <a:gd name="connsiteY376" fmla="*/ 648533 h 1059043"/>
                <a:gd name="connsiteX377" fmla="*/ 2871822 w 3024845"/>
                <a:gd name="connsiteY377" fmla="*/ 648533 h 1059043"/>
                <a:gd name="connsiteX378" fmla="*/ 2871822 w 3024845"/>
                <a:gd name="connsiteY378" fmla="*/ 622592 h 1059043"/>
                <a:gd name="connsiteX379" fmla="*/ 2910329 w 3024845"/>
                <a:gd name="connsiteY379" fmla="*/ 622592 h 1059043"/>
                <a:gd name="connsiteX380" fmla="*/ 2910329 w 3024845"/>
                <a:gd name="connsiteY380" fmla="*/ 592327 h 1059043"/>
                <a:gd name="connsiteX381" fmla="*/ 2958970 w 3024845"/>
                <a:gd name="connsiteY381" fmla="*/ 592327 h 1059043"/>
                <a:gd name="connsiteX382" fmla="*/ 2958970 w 3024845"/>
                <a:gd name="connsiteY382" fmla="*/ 703483 h 1059043"/>
                <a:gd name="connsiteX383" fmla="*/ 2958970 w 3024845"/>
                <a:gd name="connsiteY383" fmla="*/ 717262 h 1059043"/>
                <a:gd name="connsiteX384" fmla="*/ 3024845 w 3024845"/>
                <a:gd name="connsiteY384" fmla="*/ 717262 h 1059043"/>
                <a:gd name="connsiteX385" fmla="*/ 3024845 w 3024845"/>
                <a:gd name="connsiteY385" fmla="*/ 1059043 h 1059043"/>
                <a:gd name="connsiteX386" fmla="*/ 2054 w 3024845"/>
                <a:gd name="connsiteY386" fmla="*/ 1056710 h 1059043"/>
                <a:gd name="connsiteX387" fmla="*/ 0 w 3024845"/>
                <a:gd name="connsiteY387" fmla="*/ 622592 h 1059043"/>
                <a:gd name="connsiteX388" fmla="*/ 20267 w 3024845"/>
                <a:gd name="connsiteY388" fmla="*/ 622592 h 1059043"/>
                <a:gd name="connsiteX389" fmla="*/ 20774 w 3024845"/>
                <a:gd name="connsiteY389" fmla="*/ 621511 h 1059043"/>
                <a:gd name="connsiteX390" fmla="*/ 24320 w 3024845"/>
                <a:gd name="connsiteY390" fmla="*/ 613945 h 1059043"/>
                <a:gd name="connsiteX391" fmla="*/ 26094 w 3024845"/>
                <a:gd name="connsiteY391" fmla="*/ 614215 h 1059043"/>
                <a:gd name="connsiteX392" fmla="*/ 38507 w 3024845"/>
                <a:gd name="connsiteY392" fmla="*/ 616106 h 1059043"/>
                <a:gd name="connsiteX393" fmla="*/ 39014 w 3024845"/>
                <a:gd name="connsiteY393" fmla="*/ 617458 h 1059043"/>
                <a:gd name="connsiteX394" fmla="*/ 42560 w 3024845"/>
                <a:gd name="connsiteY394" fmla="*/ 626915 h 1059043"/>
                <a:gd name="connsiteX395" fmla="*/ 68907 w 3024845"/>
                <a:gd name="connsiteY395" fmla="*/ 629077 h 1059043"/>
                <a:gd name="connsiteX396" fmla="*/ 68907 w 3024845"/>
                <a:gd name="connsiteY396" fmla="*/ 505856 h 1059043"/>
                <a:gd name="connsiteX397" fmla="*/ 70934 w 3024845"/>
                <a:gd name="connsiteY397" fmla="*/ 505856 h 1059043"/>
                <a:gd name="connsiteX398" fmla="*/ 85121 w 3024845"/>
                <a:gd name="connsiteY398" fmla="*/ 505856 h 1059043"/>
                <a:gd name="connsiteX399" fmla="*/ 85121 w 3024845"/>
                <a:gd name="connsiteY399" fmla="*/ 369664 h 1059043"/>
                <a:gd name="connsiteX400" fmla="*/ 86894 w 3024845"/>
                <a:gd name="connsiteY400" fmla="*/ 369664 h 1059043"/>
                <a:gd name="connsiteX401" fmla="*/ 99308 w 3024845"/>
                <a:gd name="connsiteY401" fmla="*/ 369664 h 1059043"/>
                <a:gd name="connsiteX402" fmla="*/ 99308 w 3024845"/>
                <a:gd name="connsiteY402" fmla="*/ 255090 h 1059043"/>
                <a:gd name="connsiteX403" fmla="*/ 103361 w 3024845"/>
                <a:gd name="connsiteY403" fmla="*/ 226986 h 1059043"/>
                <a:gd name="connsiteX404" fmla="*/ 105388 w 3024845"/>
                <a:gd name="connsiteY404" fmla="*/ 226986 h 1059043"/>
                <a:gd name="connsiteX405" fmla="*/ 119575 w 3024845"/>
                <a:gd name="connsiteY40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44240 w 3024845"/>
                <a:gd name="connsiteY311" fmla="*/ 214016 h 1059043"/>
                <a:gd name="connsiteX312" fmla="*/ 2146266 w 3024845"/>
                <a:gd name="connsiteY312" fmla="*/ 131868 h 1059043"/>
                <a:gd name="connsiteX313" fmla="*/ 2144240 w 3024845"/>
                <a:gd name="connsiteY313" fmla="*/ 125383 h 1059043"/>
                <a:gd name="connsiteX314" fmla="*/ 2150320 w 3024845"/>
                <a:gd name="connsiteY314" fmla="*/ 118897 h 1059043"/>
                <a:gd name="connsiteX315" fmla="*/ 2150320 w 3024845"/>
                <a:gd name="connsiteY315" fmla="*/ 60529 h 1059043"/>
                <a:gd name="connsiteX316" fmla="*/ 2152346 w 3024845"/>
                <a:gd name="connsiteY316" fmla="*/ 56206 h 1059043"/>
                <a:gd name="connsiteX317" fmla="*/ 2152346 w 3024845"/>
                <a:gd name="connsiteY317" fmla="*/ 0 h 1059043"/>
                <a:gd name="connsiteX318" fmla="*/ 2162480 w 3024845"/>
                <a:gd name="connsiteY318" fmla="*/ 118897 h 1059043"/>
                <a:gd name="connsiteX319" fmla="*/ 2168560 w 3024845"/>
                <a:gd name="connsiteY319" fmla="*/ 125383 h 1059043"/>
                <a:gd name="connsiteX320" fmla="*/ 2166533 w 3024845"/>
                <a:gd name="connsiteY320" fmla="*/ 131868 h 1059043"/>
                <a:gd name="connsiteX321" fmla="*/ 2180720 w 3024845"/>
                <a:gd name="connsiteY321" fmla="*/ 555577 h 1059043"/>
                <a:gd name="connsiteX322" fmla="*/ 2245574 w 3024845"/>
                <a:gd name="connsiteY322" fmla="*/ 555577 h 1059043"/>
                <a:gd name="connsiteX323" fmla="*/ 2245574 w 3024845"/>
                <a:gd name="connsiteY323" fmla="*/ 631239 h 1059043"/>
                <a:gd name="connsiteX324" fmla="*/ 2253681 w 3024845"/>
                <a:gd name="connsiteY324" fmla="*/ 631239 h 1059043"/>
                <a:gd name="connsiteX325" fmla="*/ 2255708 w 3024845"/>
                <a:gd name="connsiteY325" fmla="*/ 624754 h 1059043"/>
                <a:gd name="connsiteX326" fmla="*/ 2261788 w 3024845"/>
                <a:gd name="connsiteY326" fmla="*/ 624754 h 1059043"/>
                <a:gd name="connsiteX327" fmla="*/ 2263815 w 3024845"/>
                <a:gd name="connsiteY327" fmla="*/ 633401 h 1059043"/>
                <a:gd name="connsiteX328" fmla="*/ 2275975 w 3024845"/>
                <a:gd name="connsiteY328" fmla="*/ 633401 h 1059043"/>
                <a:gd name="connsiteX329" fmla="*/ 2275975 w 3024845"/>
                <a:gd name="connsiteY329" fmla="*/ 626915 h 1059043"/>
                <a:gd name="connsiteX330" fmla="*/ 2298268 w 3024845"/>
                <a:gd name="connsiteY330" fmla="*/ 626915 h 1059043"/>
                <a:gd name="connsiteX331" fmla="*/ 2298268 w 3024845"/>
                <a:gd name="connsiteY331" fmla="*/ 633401 h 1059043"/>
                <a:gd name="connsiteX332" fmla="*/ 2318535 w 3024845"/>
                <a:gd name="connsiteY332" fmla="*/ 633401 h 1059043"/>
                <a:gd name="connsiteX333" fmla="*/ 2318535 w 3024845"/>
                <a:gd name="connsiteY333" fmla="*/ 678798 h 1059043"/>
                <a:gd name="connsiteX334" fmla="*/ 2332722 w 3024845"/>
                <a:gd name="connsiteY334" fmla="*/ 678798 h 1059043"/>
                <a:gd name="connsiteX335" fmla="*/ 2332722 w 3024845"/>
                <a:gd name="connsiteY335" fmla="*/ 665827 h 1059043"/>
                <a:gd name="connsiteX336" fmla="*/ 2348936 w 3024845"/>
                <a:gd name="connsiteY336" fmla="*/ 665827 h 1059043"/>
                <a:gd name="connsiteX337" fmla="*/ 2348936 w 3024845"/>
                <a:gd name="connsiteY337" fmla="*/ 486400 h 1059043"/>
                <a:gd name="connsiteX338" fmla="*/ 2355016 w 3024845"/>
                <a:gd name="connsiteY338" fmla="*/ 479914 h 1059043"/>
                <a:gd name="connsiteX339" fmla="*/ 2427977 w 3024845"/>
                <a:gd name="connsiteY339" fmla="*/ 479914 h 1059043"/>
                <a:gd name="connsiteX340" fmla="*/ 2427977 w 3024845"/>
                <a:gd name="connsiteY340" fmla="*/ 488562 h 1059043"/>
                <a:gd name="connsiteX341" fmla="*/ 2438110 w 3024845"/>
                <a:gd name="connsiteY341" fmla="*/ 488562 h 1059043"/>
                <a:gd name="connsiteX342" fmla="*/ 2438110 w 3024845"/>
                <a:gd name="connsiteY342" fmla="*/ 603136 h 1059043"/>
                <a:gd name="connsiteX343" fmla="*/ 2460404 w 3024845"/>
                <a:gd name="connsiteY343" fmla="*/ 603136 h 1059043"/>
                <a:gd name="connsiteX344" fmla="*/ 2460404 w 3024845"/>
                <a:gd name="connsiteY344" fmla="*/ 536121 h 1059043"/>
                <a:gd name="connsiteX345" fmla="*/ 2486751 w 3024845"/>
                <a:gd name="connsiteY345" fmla="*/ 536121 h 1059043"/>
                <a:gd name="connsiteX346" fmla="*/ 2490804 w 3024845"/>
                <a:gd name="connsiteY346" fmla="*/ 531797 h 1059043"/>
                <a:gd name="connsiteX347" fmla="*/ 2498911 w 3024845"/>
                <a:gd name="connsiteY347" fmla="*/ 531797 h 1059043"/>
                <a:gd name="connsiteX348" fmla="*/ 2502964 w 3024845"/>
                <a:gd name="connsiteY348" fmla="*/ 536121 h 1059043"/>
                <a:gd name="connsiteX349" fmla="*/ 2525258 w 3024845"/>
                <a:gd name="connsiteY349" fmla="*/ 536121 h 1059043"/>
                <a:gd name="connsiteX350" fmla="*/ 2525258 w 3024845"/>
                <a:gd name="connsiteY350" fmla="*/ 419385 h 1059043"/>
                <a:gd name="connsiteX351" fmla="*/ 2582005 w 3024845"/>
                <a:gd name="connsiteY351" fmla="*/ 408576 h 1059043"/>
                <a:gd name="connsiteX352" fmla="*/ 2582005 w 3024845"/>
                <a:gd name="connsiteY352" fmla="*/ 409657 h 1059043"/>
                <a:gd name="connsiteX353" fmla="*/ 2582005 w 3024845"/>
                <a:gd name="connsiteY353" fmla="*/ 417223 h 1059043"/>
                <a:gd name="connsiteX354" fmla="*/ 2608352 w 3024845"/>
                <a:gd name="connsiteY354" fmla="*/ 417223 h 1059043"/>
                <a:gd name="connsiteX355" fmla="*/ 2608352 w 3024845"/>
                <a:gd name="connsiteY355" fmla="*/ 672313 h 1059043"/>
                <a:gd name="connsiteX356" fmla="*/ 2630646 w 3024845"/>
                <a:gd name="connsiteY356" fmla="*/ 672313 h 1059043"/>
                <a:gd name="connsiteX357" fmla="*/ 2630646 w 3024845"/>
                <a:gd name="connsiteY357" fmla="*/ 667989 h 1059043"/>
                <a:gd name="connsiteX358" fmla="*/ 2642806 w 3024845"/>
                <a:gd name="connsiteY358" fmla="*/ 667989 h 1059043"/>
                <a:gd name="connsiteX359" fmla="*/ 2642806 w 3024845"/>
                <a:gd name="connsiteY359" fmla="*/ 672313 h 1059043"/>
                <a:gd name="connsiteX360" fmla="*/ 2667126 w 3024845"/>
                <a:gd name="connsiteY360" fmla="*/ 672313 h 1059043"/>
                <a:gd name="connsiteX361" fmla="*/ 2667126 w 3024845"/>
                <a:gd name="connsiteY361" fmla="*/ 659342 h 1059043"/>
                <a:gd name="connsiteX362" fmla="*/ 2695500 w 3024845"/>
                <a:gd name="connsiteY362" fmla="*/ 659342 h 1059043"/>
                <a:gd name="connsiteX363" fmla="*/ 2707660 w 3024845"/>
                <a:gd name="connsiteY363" fmla="*/ 655018 h 1059043"/>
                <a:gd name="connsiteX364" fmla="*/ 2727927 w 3024845"/>
                <a:gd name="connsiteY364" fmla="*/ 659342 h 1059043"/>
                <a:gd name="connsiteX365" fmla="*/ 2727927 w 3024845"/>
                <a:gd name="connsiteY365" fmla="*/ 642048 h 1059043"/>
                <a:gd name="connsiteX366" fmla="*/ 2736034 w 3024845"/>
                <a:gd name="connsiteY366" fmla="*/ 642048 h 1059043"/>
                <a:gd name="connsiteX367" fmla="*/ 2736034 w 3024845"/>
                <a:gd name="connsiteY367" fmla="*/ 629077 h 1059043"/>
                <a:gd name="connsiteX368" fmla="*/ 2792781 w 3024845"/>
                <a:gd name="connsiteY368" fmla="*/ 629077 h 1059043"/>
                <a:gd name="connsiteX369" fmla="*/ 2792781 w 3024845"/>
                <a:gd name="connsiteY369" fmla="*/ 598812 h 1059043"/>
                <a:gd name="connsiteX370" fmla="*/ 2811021 w 3024845"/>
                <a:gd name="connsiteY370" fmla="*/ 598812 h 1059043"/>
                <a:gd name="connsiteX371" fmla="*/ 2811021 w 3024845"/>
                <a:gd name="connsiteY371" fmla="*/ 592327 h 1059043"/>
                <a:gd name="connsiteX372" fmla="*/ 2823181 w 3024845"/>
                <a:gd name="connsiteY372" fmla="*/ 592327 h 1059043"/>
                <a:gd name="connsiteX373" fmla="*/ 2823181 w 3024845"/>
                <a:gd name="connsiteY373" fmla="*/ 598812 h 1059043"/>
                <a:gd name="connsiteX374" fmla="*/ 2839395 w 3024845"/>
                <a:gd name="connsiteY374" fmla="*/ 598812 h 1059043"/>
                <a:gd name="connsiteX375" fmla="*/ 2839395 w 3024845"/>
                <a:gd name="connsiteY375" fmla="*/ 648533 h 1059043"/>
                <a:gd name="connsiteX376" fmla="*/ 2871822 w 3024845"/>
                <a:gd name="connsiteY376" fmla="*/ 648533 h 1059043"/>
                <a:gd name="connsiteX377" fmla="*/ 2871822 w 3024845"/>
                <a:gd name="connsiteY377" fmla="*/ 622592 h 1059043"/>
                <a:gd name="connsiteX378" fmla="*/ 2910329 w 3024845"/>
                <a:gd name="connsiteY378" fmla="*/ 622592 h 1059043"/>
                <a:gd name="connsiteX379" fmla="*/ 2910329 w 3024845"/>
                <a:gd name="connsiteY379" fmla="*/ 592327 h 1059043"/>
                <a:gd name="connsiteX380" fmla="*/ 2958970 w 3024845"/>
                <a:gd name="connsiteY380" fmla="*/ 592327 h 1059043"/>
                <a:gd name="connsiteX381" fmla="*/ 2958970 w 3024845"/>
                <a:gd name="connsiteY381" fmla="*/ 703483 h 1059043"/>
                <a:gd name="connsiteX382" fmla="*/ 2958970 w 3024845"/>
                <a:gd name="connsiteY382" fmla="*/ 717262 h 1059043"/>
                <a:gd name="connsiteX383" fmla="*/ 3024845 w 3024845"/>
                <a:gd name="connsiteY383" fmla="*/ 717262 h 1059043"/>
                <a:gd name="connsiteX384" fmla="*/ 3024845 w 3024845"/>
                <a:gd name="connsiteY384" fmla="*/ 1059043 h 1059043"/>
                <a:gd name="connsiteX385" fmla="*/ 2054 w 3024845"/>
                <a:gd name="connsiteY385" fmla="*/ 1056710 h 1059043"/>
                <a:gd name="connsiteX386" fmla="*/ 0 w 3024845"/>
                <a:gd name="connsiteY386" fmla="*/ 622592 h 1059043"/>
                <a:gd name="connsiteX387" fmla="*/ 20267 w 3024845"/>
                <a:gd name="connsiteY387" fmla="*/ 622592 h 1059043"/>
                <a:gd name="connsiteX388" fmla="*/ 20774 w 3024845"/>
                <a:gd name="connsiteY388" fmla="*/ 621511 h 1059043"/>
                <a:gd name="connsiteX389" fmla="*/ 24320 w 3024845"/>
                <a:gd name="connsiteY389" fmla="*/ 613945 h 1059043"/>
                <a:gd name="connsiteX390" fmla="*/ 26094 w 3024845"/>
                <a:gd name="connsiteY390" fmla="*/ 614215 h 1059043"/>
                <a:gd name="connsiteX391" fmla="*/ 38507 w 3024845"/>
                <a:gd name="connsiteY391" fmla="*/ 616106 h 1059043"/>
                <a:gd name="connsiteX392" fmla="*/ 39014 w 3024845"/>
                <a:gd name="connsiteY392" fmla="*/ 617458 h 1059043"/>
                <a:gd name="connsiteX393" fmla="*/ 42560 w 3024845"/>
                <a:gd name="connsiteY393" fmla="*/ 626915 h 1059043"/>
                <a:gd name="connsiteX394" fmla="*/ 68907 w 3024845"/>
                <a:gd name="connsiteY394" fmla="*/ 629077 h 1059043"/>
                <a:gd name="connsiteX395" fmla="*/ 68907 w 3024845"/>
                <a:gd name="connsiteY395" fmla="*/ 505856 h 1059043"/>
                <a:gd name="connsiteX396" fmla="*/ 70934 w 3024845"/>
                <a:gd name="connsiteY396" fmla="*/ 505856 h 1059043"/>
                <a:gd name="connsiteX397" fmla="*/ 85121 w 3024845"/>
                <a:gd name="connsiteY397" fmla="*/ 505856 h 1059043"/>
                <a:gd name="connsiteX398" fmla="*/ 85121 w 3024845"/>
                <a:gd name="connsiteY398" fmla="*/ 369664 h 1059043"/>
                <a:gd name="connsiteX399" fmla="*/ 86894 w 3024845"/>
                <a:gd name="connsiteY399" fmla="*/ 369664 h 1059043"/>
                <a:gd name="connsiteX400" fmla="*/ 99308 w 3024845"/>
                <a:gd name="connsiteY400" fmla="*/ 369664 h 1059043"/>
                <a:gd name="connsiteX401" fmla="*/ 99308 w 3024845"/>
                <a:gd name="connsiteY401" fmla="*/ 255090 h 1059043"/>
                <a:gd name="connsiteX402" fmla="*/ 103361 w 3024845"/>
                <a:gd name="connsiteY402" fmla="*/ 226986 h 1059043"/>
                <a:gd name="connsiteX403" fmla="*/ 105388 w 3024845"/>
                <a:gd name="connsiteY403" fmla="*/ 226986 h 1059043"/>
                <a:gd name="connsiteX404" fmla="*/ 119575 w 3024845"/>
                <a:gd name="connsiteY40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4240 w 3024845"/>
                <a:gd name="connsiteY310" fmla="*/ 214016 h 1059043"/>
                <a:gd name="connsiteX311" fmla="*/ 2146266 w 3024845"/>
                <a:gd name="connsiteY311" fmla="*/ 131868 h 1059043"/>
                <a:gd name="connsiteX312" fmla="*/ 2144240 w 3024845"/>
                <a:gd name="connsiteY312" fmla="*/ 125383 h 1059043"/>
                <a:gd name="connsiteX313" fmla="*/ 2150320 w 3024845"/>
                <a:gd name="connsiteY313" fmla="*/ 118897 h 1059043"/>
                <a:gd name="connsiteX314" fmla="*/ 2150320 w 3024845"/>
                <a:gd name="connsiteY314" fmla="*/ 60529 h 1059043"/>
                <a:gd name="connsiteX315" fmla="*/ 2152346 w 3024845"/>
                <a:gd name="connsiteY315" fmla="*/ 56206 h 1059043"/>
                <a:gd name="connsiteX316" fmla="*/ 2152346 w 3024845"/>
                <a:gd name="connsiteY316" fmla="*/ 0 h 1059043"/>
                <a:gd name="connsiteX317" fmla="*/ 2162480 w 3024845"/>
                <a:gd name="connsiteY317" fmla="*/ 118897 h 1059043"/>
                <a:gd name="connsiteX318" fmla="*/ 2168560 w 3024845"/>
                <a:gd name="connsiteY318" fmla="*/ 125383 h 1059043"/>
                <a:gd name="connsiteX319" fmla="*/ 2166533 w 3024845"/>
                <a:gd name="connsiteY319" fmla="*/ 131868 h 1059043"/>
                <a:gd name="connsiteX320" fmla="*/ 2180720 w 3024845"/>
                <a:gd name="connsiteY320" fmla="*/ 555577 h 1059043"/>
                <a:gd name="connsiteX321" fmla="*/ 2245574 w 3024845"/>
                <a:gd name="connsiteY321" fmla="*/ 555577 h 1059043"/>
                <a:gd name="connsiteX322" fmla="*/ 2245574 w 3024845"/>
                <a:gd name="connsiteY322" fmla="*/ 631239 h 1059043"/>
                <a:gd name="connsiteX323" fmla="*/ 2253681 w 3024845"/>
                <a:gd name="connsiteY323" fmla="*/ 631239 h 1059043"/>
                <a:gd name="connsiteX324" fmla="*/ 2255708 w 3024845"/>
                <a:gd name="connsiteY324" fmla="*/ 624754 h 1059043"/>
                <a:gd name="connsiteX325" fmla="*/ 2261788 w 3024845"/>
                <a:gd name="connsiteY325" fmla="*/ 624754 h 1059043"/>
                <a:gd name="connsiteX326" fmla="*/ 2263815 w 3024845"/>
                <a:gd name="connsiteY326" fmla="*/ 633401 h 1059043"/>
                <a:gd name="connsiteX327" fmla="*/ 2275975 w 3024845"/>
                <a:gd name="connsiteY327" fmla="*/ 633401 h 1059043"/>
                <a:gd name="connsiteX328" fmla="*/ 2275975 w 3024845"/>
                <a:gd name="connsiteY328" fmla="*/ 626915 h 1059043"/>
                <a:gd name="connsiteX329" fmla="*/ 2298268 w 3024845"/>
                <a:gd name="connsiteY329" fmla="*/ 626915 h 1059043"/>
                <a:gd name="connsiteX330" fmla="*/ 2298268 w 3024845"/>
                <a:gd name="connsiteY330" fmla="*/ 633401 h 1059043"/>
                <a:gd name="connsiteX331" fmla="*/ 2318535 w 3024845"/>
                <a:gd name="connsiteY331" fmla="*/ 633401 h 1059043"/>
                <a:gd name="connsiteX332" fmla="*/ 2318535 w 3024845"/>
                <a:gd name="connsiteY332" fmla="*/ 678798 h 1059043"/>
                <a:gd name="connsiteX333" fmla="*/ 2332722 w 3024845"/>
                <a:gd name="connsiteY333" fmla="*/ 678798 h 1059043"/>
                <a:gd name="connsiteX334" fmla="*/ 2332722 w 3024845"/>
                <a:gd name="connsiteY334" fmla="*/ 665827 h 1059043"/>
                <a:gd name="connsiteX335" fmla="*/ 2348936 w 3024845"/>
                <a:gd name="connsiteY335" fmla="*/ 665827 h 1059043"/>
                <a:gd name="connsiteX336" fmla="*/ 2348936 w 3024845"/>
                <a:gd name="connsiteY336" fmla="*/ 486400 h 1059043"/>
                <a:gd name="connsiteX337" fmla="*/ 2355016 w 3024845"/>
                <a:gd name="connsiteY337" fmla="*/ 479914 h 1059043"/>
                <a:gd name="connsiteX338" fmla="*/ 2427977 w 3024845"/>
                <a:gd name="connsiteY338" fmla="*/ 479914 h 1059043"/>
                <a:gd name="connsiteX339" fmla="*/ 2427977 w 3024845"/>
                <a:gd name="connsiteY339" fmla="*/ 488562 h 1059043"/>
                <a:gd name="connsiteX340" fmla="*/ 2438110 w 3024845"/>
                <a:gd name="connsiteY340" fmla="*/ 488562 h 1059043"/>
                <a:gd name="connsiteX341" fmla="*/ 2438110 w 3024845"/>
                <a:gd name="connsiteY341" fmla="*/ 603136 h 1059043"/>
                <a:gd name="connsiteX342" fmla="*/ 2460404 w 3024845"/>
                <a:gd name="connsiteY342" fmla="*/ 603136 h 1059043"/>
                <a:gd name="connsiteX343" fmla="*/ 2460404 w 3024845"/>
                <a:gd name="connsiteY343" fmla="*/ 536121 h 1059043"/>
                <a:gd name="connsiteX344" fmla="*/ 2486751 w 3024845"/>
                <a:gd name="connsiteY344" fmla="*/ 536121 h 1059043"/>
                <a:gd name="connsiteX345" fmla="*/ 2490804 w 3024845"/>
                <a:gd name="connsiteY345" fmla="*/ 531797 h 1059043"/>
                <a:gd name="connsiteX346" fmla="*/ 2498911 w 3024845"/>
                <a:gd name="connsiteY346" fmla="*/ 531797 h 1059043"/>
                <a:gd name="connsiteX347" fmla="*/ 2502964 w 3024845"/>
                <a:gd name="connsiteY347" fmla="*/ 536121 h 1059043"/>
                <a:gd name="connsiteX348" fmla="*/ 2525258 w 3024845"/>
                <a:gd name="connsiteY348" fmla="*/ 536121 h 1059043"/>
                <a:gd name="connsiteX349" fmla="*/ 2525258 w 3024845"/>
                <a:gd name="connsiteY349" fmla="*/ 419385 h 1059043"/>
                <a:gd name="connsiteX350" fmla="*/ 2582005 w 3024845"/>
                <a:gd name="connsiteY350" fmla="*/ 408576 h 1059043"/>
                <a:gd name="connsiteX351" fmla="*/ 2582005 w 3024845"/>
                <a:gd name="connsiteY351" fmla="*/ 409657 h 1059043"/>
                <a:gd name="connsiteX352" fmla="*/ 2582005 w 3024845"/>
                <a:gd name="connsiteY352" fmla="*/ 417223 h 1059043"/>
                <a:gd name="connsiteX353" fmla="*/ 2608352 w 3024845"/>
                <a:gd name="connsiteY353" fmla="*/ 417223 h 1059043"/>
                <a:gd name="connsiteX354" fmla="*/ 2608352 w 3024845"/>
                <a:gd name="connsiteY354" fmla="*/ 672313 h 1059043"/>
                <a:gd name="connsiteX355" fmla="*/ 2630646 w 3024845"/>
                <a:gd name="connsiteY355" fmla="*/ 672313 h 1059043"/>
                <a:gd name="connsiteX356" fmla="*/ 2630646 w 3024845"/>
                <a:gd name="connsiteY356" fmla="*/ 667989 h 1059043"/>
                <a:gd name="connsiteX357" fmla="*/ 2642806 w 3024845"/>
                <a:gd name="connsiteY357" fmla="*/ 667989 h 1059043"/>
                <a:gd name="connsiteX358" fmla="*/ 2642806 w 3024845"/>
                <a:gd name="connsiteY358" fmla="*/ 672313 h 1059043"/>
                <a:gd name="connsiteX359" fmla="*/ 2667126 w 3024845"/>
                <a:gd name="connsiteY359" fmla="*/ 672313 h 1059043"/>
                <a:gd name="connsiteX360" fmla="*/ 2667126 w 3024845"/>
                <a:gd name="connsiteY360" fmla="*/ 659342 h 1059043"/>
                <a:gd name="connsiteX361" fmla="*/ 2695500 w 3024845"/>
                <a:gd name="connsiteY361" fmla="*/ 659342 h 1059043"/>
                <a:gd name="connsiteX362" fmla="*/ 2707660 w 3024845"/>
                <a:gd name="connsiteY362" fmla="*/ 655018 h 1059043"/>
                <a:gd name="connsiteX363" fmla="*/ 2727927 w 3024845"/>
                <a:gd name="connsiteY363" fmla="*/ 659342 h 1059043"/>
                <a:gd name="connsiteX364" fmla="*/ 2727927 w 3024845"/>
                <a:gd name="connsiteY364" fmla="*/ 642048 h 1059043"/>
                <a:gd name="connsiteX365" fmla="*/ 2736034 w 3024845"/>
                <a:gd name="connsiteY365" fmla="*/ 642048 h 1059043"/>
                <a:gd name="connsiteX366" fmla="*/ 2736034 w 3024845"/>
                <a:gd name="connsiteY366" fmla="*/ 629077 h 1059043"/>
                <a:gd name="connsiteX367" fmla="*/ 2792781 w 3024845"/>
                <a:gd name="connsiteY367" fmla="*/ 629077 h 1059043"/>
                <a:gd name="connsiteX368" fmla="*/ 2792781 w 3024845"/>
                <a:gd name="connsiteY368" fmla="*/ 598812 h 1059043"/>
                <a:gd name="connsiteX369" fmla="*/ 2811021 w 3024845"/>
                <a:gd name="connsiteY369" fmla="*/ 598812 h 1059043"/>
                <a:gd name="connsiteX370" fmla="*/ 2811021 w 3024845"/>
                <a:gd name="connsiteY370" fmla="*/ 592327 h 1059043"/>
                <a:gd name="connsiteX371" fmla="*/ 2823181 w 3024845"/>
                <a:gd name="connsiteY371" fmla="*/ 592327 h 1059043"/>
                <a:gd name="connsiteX372" fmla="*/ 2823181 w 3024845"/>
                <a:gd name="connsiteY372" fmla="*/ 598812 h 1059043"/>
                <a:gd name="connsiteX373" fmla="*/ 2839395 w 3024845"/>
                <a:gd name="connsiteY373" fmla="*/ 598812 h 1059043"/>
                <a:gd name="connsiteX374" fmla="*/ 2839395 w 3024845"/>
                <a:gd name="connsiteY374" fmla="*/ 648533 h 1059043"/>
                <a:gd name="connsiteX375" fmla="*/ 2871822 w 3024845"/>
                <a:gd name="connsiteY375" fmla="*/ 648533 h 1059043"/>
                <a:gd name="connsiteX376" fmla="*/ 2871822 w 3024845"/>
                <a:gd name="connsiteY376" fmla="*/ 622592 h 1059043"/>
                <a:gd name="connsiteX377" fmla="*/ 2910329 w 3024845"/>
                <a:gd name="connsiteY377" fmla="*/ 622592 h 1059043"/>
                <a:gd name="connsiteX378" fmla="*/ 2910329 w 3024845"/>
                <a:gd name="connsiteY378" fmla="*/ 592327 h 1059043"/>
                <a:gd name="connsiteX379" fmla="*/ 2958970 w 3024845"/>
                <a:gd name="connsiteY379" fmla="*/ 592327 h 1059043"/>
                <a:gd name="connsiteX380" fmla="*/ 2958970 w 3024845"/>
                <a:gd name="connsiteY380" fmla="*/ 703483 h 1059043"/>
                <a:gd name="connsiteX381" fmla="*/ 2958970 w 3024845"/>
                <a:gd name="connsiteY381" fmla="*/ 717262 h 1059043"/>
                <a:gd name="connsiteX382" fmla="*/ 3024845 w 3024845"/>
                <a:gd name="connsiteY382" fmla="*/ 717262 h 1059043"/>
                <a:gd name="connsiteX383" fmla="*/ 3024845 w 3024845"/>
                <a:gd name="connsiteY383" fmla="*/ 1059043 h 1059043"/>
                <a:gd name="connsiteX384" fmla="*/ 2054 w 3024845"/>
                <a:gd name="connsiteY384" fmla="*/ 1056710 h 1059043"/>
                <a:gd name="connsiteX385" fmla="*/ 0 w 3024845"/>
                <a:gd name="connsiteY385" fmla="*/ 622592 h 1059043"/>
                <a:gd name="connsiteX386" fmla="*/ 20267 w 3024845"/>
                <a:gd name="connsiteY386" fmla="*/ 622592 h 1059043"/>
                <a:gd name="connsiteX387" fmla="*/ 20774 w 3024845"/>
                <a:gd name="connsiteY387" fmla="*/ 621511 h 1059043"/>
                <a:gd name="connsiteX388" fmla="*/ 24320 w 3024845"/>
                <a:gd name="connsiteY388" fmla="*/ 613945 h 1059043"/>
                <a:gd name="connsiteX389" fmla="*/ 26094 w 3024845"/>
                <a:gd name="connsiteY389" fmla="*/ 614215 h 1059043"/>
                <a:gd name="connsiteX390" fmla="*/ 38507 w 3024845"/>
                <a:gd name="connsiteY390" fmla="*/ 616106 h 1059043"/>
                <a:gd name="connsiteX391" fmla="*/ 39014 w 3024845"/>
                <a:gd name="connsiteY391" fmla="*/ 617458 h 1059043"/>
                <a:gd name="connsiteX392" fmla="*/ 42560 w 3024845"/>
                <a:gd name="connsiteY392" fmla="*/ 626915 h 1059043"/>
                <a:gd name="connsiteX393" fmla="*/ 68907 w 3024845"/>
                <a:gd name="connsiteY393" fmla="*/ 629077 h 1059043"/>
                <a:gd name="connsiteX394" fmla="*/ 68907 w 3024845"/>
                <a:gd name="connsiteY394" fmla="*/ 505856 h 1059043"/>
                <a:gd name="connsiteX395" fmla="*/ 70934 w 3024845"/>
                <a:gd name="connsiteY395" fmla="*/ 505856 h 1059043"/>
                <a:gd name="connsiteX396" fmla="*/ 85121 w 3024845"/>
                <a:gd name="connsiteY396" fmla="*/ 505856 h 1059043"/>
                <a:gd name="connsiteX397" fmla="*/ 85121 w 3024845"/>
                <a:gd name="connsiteY397" fmla="*/ 369664 h 1059043"/>
                <a:gd name="connsiteX398" fmla="*/ 86894 w 3024845"/>
                <a:gd name="connsiteY398" fmla="*/ 369664 h 1059043"/>
                <a:gd name="connsiteX399" fmla="*/ 99308 w 3024845"/>
                <a:gd name="connsiteY399" fmla="*/ 369664 h 1059043"/>
                <a:gd name="connsiteX400" fmla="*/ 99308 w 3024845"/>
                <a:gd name="connsiteY400" fmla="*/ 255090 h 1059043"/>
                <a:gd name="connsiteX401" fmla="*/ 103361 w 3024845"/>
                <a:gd name="connsiteY401" fmla="*/ 226986 h 1059043"/>
                <a:gd name="connsiteX402" fmla="*/ 105388 w 3024845"/>
                <a:gd name="connsiteY402" fmla="*/ 226986 h 1059043"/>
                <a:gd name="connsiteX403" fmla="*/ 119575 w 3024845"/>
                <a:gd name="connsiteY40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66533 w 3024845"/>
                <a:gd name="connsiteY318" fmla="*/ 131868 h 1059043"/>
                <a:gd name="connsiteX319" fmla="*/ 2180720 w 3024845"/>
                <a:gd name="connsiteY319" fmla="*/ 555577 h 1059043"/>
                <a:gd name="connsiteX320" fmla="*/ 2245574 w 3024845"/>
                <a:gd name="connsiteY320" fmla="*/ 555577 h 1059043"/>
                <a:gd name="connsiteX321" fmla="*/ 2245574 w 3024845"/>
                <a:gd name="connsiteY321" fmla="*/ 631239 h 1059043"/>
                <a:gd name="connsiteX322" fmla="*/ 2253681 w 3024845"/>
                <a:gd name="connsiteY322" fmla="*/ 631239 h 1059043"/>
                <a:gd name="connsiteX323" fmla="*/ 2255708 w 3024845"/>
                <a:gd name="connsiteY323" fmla="*/ 624754 h 1059043"/>
                <a:gd name="connsiteX324" fmla="*/ 2261788 w 3024845"/>
                <a:gd name="connsiteY324" fmla="*/ 624754 h 1059043"/>
                <a:gd name="connsiteX325" fmla="*/ 2263815 w 3024845"/>
                <a:gd name="connsiteY325" fmla="*/ 633401 h 1059043"/>
                <a:gd name="connsiteX326" fmla="*/ 2275975 w 3024845"/>
                <a:gd name="connsiteY326" fmla="*/ 633401 h 1059043"/>
                <a:gd name="connsiteX327" fmla="*/ 2275975 w 3024845"/>
                <a:gd name="connsiteY327" fmla="*/ 626915 h 1059043"/>
                <a:gd name="connsiteX328" fmla="*/ 2298268 w 3024845"/>
                <a:gd name="connsiteY328" fmla="*/ 626915 h 1059043"/>
                <a:gd name="connsiteX329" fmla="*/ 2298268 w 3024845"/>
                <a:gd name="connsiteY329" fmla="*/ 633401 h 1059043"/>
                <a:gd name="connsiteX330" fmla="*/ 2318535 w 3024845"/>
                <a:gd name="connsiteY330" fmla="*/ 633401 h 1059043"/>
                <a:gd name="connsiteX331" fmla="*/ 2318535 w 3024845"/>
                <a:gd name="connsiteY331" fmla="*/ 678798 h 1059043"/>
                <a:gd name="connsiteX332" fmla="*/ 2332722 w 3024845"/>
                <a:gd name="connsiteY332" fmla="*/ 678798 h 1059043"/>
                <a:gd name="connsiteX333" fmla="*/ 2332722 w 3024845"/>
                <a:gd name="connsiteY333" fmla="*/ 665827 h 1059043"/>
                <a:gd name="connsiteX334" fmla="*/ 2348936 w 3024845"/>
                <a:gd name="connsiteY334" fmla="*/ 665827 h 1059043"/>
                <a:gd name="connsiteX335" fmla="*/ 2348936 w 3024845"/>
                <a:gd name="connsiteY335" fmla="*/ 486400 h 1059043"/>
                <a:gd name="connsiteX336" fmla="*/ 2355016 w 3024845"/>
                <a:gd name="connsiteY336" fmla="*/ 479914 h 1059043"/>
                <a:gd name="connsiteX337" fmla="*/ 2427977 w 3024845"/>
                <a:gd name="connsiteY337" fmla="*/ 479914 h 1059043"/>
                <a:gd name="connsiteX338" fmla="*/ 2427977 w 3024845"/>
                <a:gd name="connsiteY338" fmla="*/ 488562 h 1059043"/>
                <a:gd name="connsiteX339" fmla="*/ 2438110 w 3024845"/>
                <a:gd name="connsiteY339" fmla="*/ 488562 h 1059043"/>
                <a:gd name="connsiteX340" fmla="*/ 2438110 w 3024845"/>
                <a:gd name="connsiteY340" fmla="*/ 603136 h 1059043"/>
                <a:gd name="connsiteX341" fmla="*/ 2460404 w 3024845"/>
                <a:gd name="connsiteY341" fmla="*/ 603136 h 1059043"/>
                <a:gd name="connsiteX342" fmla="*/ 2460404 w 3024845"/>
                <a:gd name="connsiteY342" fmla="*/ 536121 h 1059043"/>
                <a:gd name="connsiteX343" fmla="*/ 2486751 w 3024845"/>
                <a:gd name="connsiteY343" fmla="*/ 536121 h 1059043"/>
                <a:gd name="connsiteX344" fmla="*/ 2490804 w 3024845"/>
                <a:gd name="connsiteY344" fmla="*/ 531797 h 1059043"/>
                <a:gd name="connsiteX345" fmla="*/ 2498911 w 3024845"/>
                <a:gd name="connsiteY345" fmla="*/ 531797 h 1059043"/>
                <a:gd name="connsiteX346" fmla="*/ 2502964 w 3024845"/>
                <a:gd name="connsiteY346" fmla="*/ 536121 h 1059043"/>
                <a:gd name="connsiteX347" fmla="*/ 2525258 w 3024845"/>
                <a:gd name="connsiteY347" fmla="*/ 536121 h 1059043"/>
                <a:gd name="connsiteX348" fmla="*/ 2525258 w 3024845"/>
                <a:gd name="connsiteY348" fmla="*/ 419385 h 1059043"/>
                <a:gd name="connsiteX349" fmla="*/ 2582005 w 3024845"/>
                <a:gd name="connsiteY349" fmla="*/ 408576 h 1059043"/>
                <a:gd name="connsiteX350" fmla="*/ 2582005 w 3024845"/>
                <a:gd name="connsiteY350" fmla="*/ 409657 h 1059043"/>
                <a:gd name="connsiteX351" fmla="*/ 2582005 w 3024845"/>
                <a:gd name="connsiteY351" fmla="*/ 417223 h 1059043"/>
                <a:gd name="connsiteX352" fmla="*/ 2608352 w 3024845"/>
                <a:gd name="connsiteY352" fmla="*/ 417223 h 1059043"/>
                <a:gd name="connsiteX353" fmla="*/ 2608352 w 3024845"/>
                <a:gd name="connsiteY353" fmla="*/ 672313 h 1059043"/>
                <a:gd name="connsiteX354" fmla="*/ 2630646 w 3024845"/>
                <a:gd name="connsiteY354" fmla="*/ 672313 h 1059043"/>
                <a:gd name="connsiteX355" fmla="*/ 2630646 w 3024845"/>
                <a:gd name="connsiteY355" fmla="*/ 667989 h 1059043"/>
                <a:gd name="connsiteX356" fmla="*/ 2642806 w 3024845"/>
                <a:gd name="connsiteY356" fmla="*/ 667989 h 1059043"/>
                <a:gd name="connsiteX357" fmla="*/ 2642806 w 3024845"/>
                <a:gd name="connsiteY357" fmla="*/ 672313 h 1059043"/>
                <a:gd name="connsiteX358" fmla="*/ 2667126 w 3024845"/>
                <a:gd name="connsiteY358" fmla="*/ 672313 h 1059043"/>
                <a:gd name="connsiteX359" fmla="*/ 2667126 w 3024845"/>
                <a:gd name="connsiteY359" fmla="*/ 659342 h 1059043"/>
                <a:gd name="connsiteX360" fmla="*/ 2695500 w 3024845"/>
                <a:gd name="connsiteY360" fmla="*/ 659342 h 1059043"/>
                <a:gd name="connsiteX361" fmla="*/ 2707660 w 3024845"/>
                <a:gd name="connsiteY361" fmla="*/ 655018 h 1059043"/>
                <a:gd name="connsiteX362" fmla="*/ 2727927 w 3024845"/>
                <a:gd name="connsiteY362" fmla="*/ 659342 h 1059043"/>
                <a:gd name="connsiteX363" fmla="*/ 2727927 w 3024845"/>
                <a:gd name="connsiteY363" fmla="*/ 642048 h 1059043"/>
                <a:gd name="connsiteX364" fmla="*/ 2736034 w 3024845"/>
                <a:gd name="connsiteY364" fmla="*/ 642048 h 1059043"/>
                <a:gd name="connsiteX365" fmla="*/ 2736034 w 3024845"/>
                <a:gd name="connsiteY365" fmla="*/ 629077 h 1059043"/>
                <a:gd name="connsiteX366" fmla="*/ 2792781 w 3024845"/>
                <a:gd name="connsiteY366" fmla="*/ 629077 h 1059043"/>
                <a:gd name="connsiteX367" fmla="*/ 2792781 w 3024845"/>
                <a:gd name="connsiteY367" fmla="*/ 598812 h 1059043"/>
                <a:gd name="connsiteX368" fmla="*/ 2811021 w 3024845"/>
                <a:gd name="connsiteY368" fmla="*/ 598812 h 1059043"/>
                <a:gd name="connsiteX369" fmla="*/ 2811021 w 3024845"/>
                <a:gd name="connsiteY369" fmla="*/ 592327 h 1059043"/>
                <a:gd name="connsiteX370" fmla="*/ 2823181 w 3024845"/>
                <a:gd name="connsiteY370" fmla="*/ 592327 h 1059043"/>
                <a:gd name="connsiteX371" fmla="*/ 2823181 w 3024845"/>
                <a:gd name="connsiteY371" fmla="*/ 598812 h 1059043"/>
                <a:gd name="connsiteX372" fmla="*/ 2839395 w 3024845"/>
                <a:gd name="connsiteY372" fmla="*/ 598812 h 1059043"/>
                <a:gd name="connsiteX373" fmla="*/ 2839395 w 3024845"/>
                <a:gd name="connsiteY373" fmla="*/ 648533 h 1059043"/>
                <a:gd name="connsiteX374" fmla="*/ 2871822 w 3024845"/>
                <a:gd name="connsiteY374" fmla="*/ 648533 h 1059043"/>
                <a:gd name="connsiteX375" fmla="*/ 2871822 w 3024845"/>
                <a:gd name="connsiteY375" fmla="*/ 622592 h 1059043"/>
                <a:gd name="connsiteX376" fmla="*/ 2910329 w 3024845"/>
                <a:gd name="connsiteY376" fmla="*/ 622592 h 1059043"/>
                <a:gd name="connsiteX377" fmla="*/ 2910329 w 3024845"/>
                <a:gd name="connsiteY377" fmla="*/ 592327 h 1059043"/>
                <a:gd name="connsiteX378" fmla="*/ 2958970 w 3024845"/>
                <a:gd name="connsiteY378" fmla="*/ 592327 h 1059043"/>
                <a:gd name="connsiteX379" fmla="*/ 2958970 w 3024845"/>
                <a:gd name="connsiteY379" fmla="*/ 703483 h 1059043"/>
                <a:gd name="connsiteX380" fmla="*/ 2958970 w 3024845"/>
                <a:gd name="connsiteY380" fmla="*/ 717262 h 1059043"/>
                <a:gd name="connsiteX381" fmla="*/ 3024845 w 3024845"/>
                <a:gd name="connsiteY381" fmla="*/ 717262 h 1059043"/>
                <a:gd name="connsiteX382" fmla="*/ 3024845 w 3024845"/>
                <a:gd name="connsiteY382" fmla="*/ 1059043 h 1059043"/>
                <a:gd name="connsiteX383" fmla="*/ 2054 w 3024845"/>
                <a:gd name="connsiteY383" fmla="*/ 1056710 h 1059043"/>
                <a:gd name="connsiteX384" fmla="*/ 0 w 3024845"/>
                <a:gd name="connsiteY384" fmla="*/ 622592 h 1059043"/>
                <a:gd name="connsiteX385" fmla="*/ 20267 w 3024845"/>
                <a:gd name="connsiteY385" fmla="*/ 622592 h 1059043"/>
                <a:gd name="connsiteX386" fmla="*/ 20774 w 3024845"/>
                <a:gd name="connsiteY386" fmla="*/ 621511 h 1059043"/>
                <a:gd name="connsiteX387" fmla="*/ 24320 w 3024845"/>
                <a:gd name="connsiteY387" fmla="*/ 613945 h 1059043"/>
                <a:gd name="connsiteX388" fmla="*/ 26094 w 3024845"/>
                <a:gd name="connsiteY388" fmla="*/ 614215 h 1059043"/>
                <a:gd name="connsiteX389" fmla="*/ 38507 w 3024845"/>
                <a:gd name="connsiteY389" fmla="*/ 616106 h 1059043"/>
                <a:gd name="connsiteX390" fmla="*/ 39014 w 3024845"/>
                <a:gd name="connsiteY390" fmla="*/ 617458 h 1059043"/>
                <a:gd name="connsiteX391" fmla="*/ 42560 w 3024845"/>
                <a:gd name="connsiteY391" fmla="*/ 626915 h 1059043"/>
                <a:gd name="connsiteX392" fmla="*/ 68907 w 3024845"/>
                <a:gd name="connsiteY392" fmla="*/ 629077 h 1059043"/>
                <a:gd name="connsiteX393" fmla="*/ 68907 w 3024845"/>
                <a:gd name="connsiteY393" fmla="*/ 505856 h 1059043"/>
                <a:gd name="connsiteX394" fmla="*/ 70934 w 3024845"/>
                <a:gd name="connsiteY394" fmla="*/ 505856 h 1059043"/>
                <a:gd name="connsiteX395" fmla="*/ 85121 w 3024845"/>
                <a:gd name="connsiteY395" fmla="*/ 505856 h 1059043"/>
                <a:gd name="connsiteX396" fmla="*/ 85121 w 3024845"/>
                <a:gd name="connsiteY396" fmla="*/ 369664 h 1059043"/>
                <a:gd name="connsiteX397" fmla="*/ 86894 w 3024845"/>
                <a:gd name="connsiteY397" fmla="*/ 369664 h 1059043"/>
                <a:gd name="connsiteX398" fmla="*/ 99308 w 3024845"/>
                <a:gd name="connsiteY398" fmla="*/ 369664 h 1059043"/>
                <a:gd name="connsiteX399" fmla="*/ 99308 w 3024845"/>
                <a:gd name="connsiteY399" fmla="*/ 255090 h 1059043"/>
                <a:gd name="connsiteX400" fmla="*/ 103361 w 3024845"/>
                <a:gd name="connsiteY400" fmla="*/ 226986 h 1059043"/>
                <a:gd name="connsiteX401" fmla="*/ 105388 w 3024845"/>
                <a:gd name="connsiteY401" fmla="*/ 226986 h 1059043"/>
                <a:gd name="connsiteX402" fmla="*/ 119575 w 3024845"/>
                <a:gd name="connsiteY40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80720 w 3024845"/>
                <a:gd name="connsiteY318" fmla="*/ 555577 h 1059043"/>
                <a:gd name="connsiteX319" fmla="*/ 2245574 w 3024845"/>
                <a:gd name="connsiteY319" fmla="*/ 555577 h 1059043"/>
                <a:gd name="connsiteX320" fmla="*/ 2245574 w 3024845"/>
                <a:gd name="connsiteY320" fmla="*/ 631239 h 1059043"/>
                <a:gd name="connsiteX321" fmla="*/ 2253681 w 3024845"/>
                <a:gd name="connsiteY321" fmla="*/ 631239 h 1059043"/>
                <a:gd name="connsiteX322" fmla="*/ 2255708 w 3024845"/>
                <a:gd name="connsiteY322" fmla="*/ 624754 h 1059043"/>
                <a:gd name="connsiteX323" fmla="*/ 2261788 w 3024845"/>
                <a:gd name="connsiteY323" fmla="*/ 624754 h 1059043"/>
                <a:gd name="connsiteX324" fmla="*/ 2263815 w 3024845"/>
                <a:gd name="connsiteY324" fmla="*/ 633401 h 1059043"/>
                <a:gd name="connsiteX325" fmla="*/ 2275975 w 3024845"/>
                <a:gd name="connsiteY325" fmla="*/ 633401 h 1059043"/>
                <a:gd name="connsiteX326" fmla="*/ 2275975 w 3024845"/>
                <a:gd name="connsiteY326" fmla="*/ 626915 h 1059043"/>
                <a:gd name="connsiteX327" fmla="*/ 2298268 w 3024845"/>
                <a:gd name="connsiteY327" fmla="*/ 626915 h 1059043"/>
                <a:gd name="connsiteX328" fmla="*/ 2298268 w 3024845"/>
                <a:gd name="connsiteY328" fmla="*/ 633401 h 1059043"/>
                <a:gd name="connsiteX329" fmla="*/ 2318535 w 3024845"/>
                <a:gd name="connsiteY329" fmla="*/ 633401 h 1059043"/>
                <a:gd name="connsiteX330" fmla="*/ 2318535 w 3024845"/>
                <a:gd name="connsiteY330" fmla="*/ 678798 h 1059043"/>
                <a:gd name="connsiteX331" fmla="*/ 2332722 w 3024845"/>
                <a:gd name="connsiteY331" fmla="*/ 678798 h 1059043"/>
                <a:gd name="connsiteX332" fmla="*/ 2332722 w 3024845"/>
                <a:gd name="connsiteY332" fmla="*/ 665827 h 1059043"/>
                <a:gd name="connsiteX333" fmla="*/ 2348936 w 3024845"/>
                <a:gd name="connsiteY333" fmla="*/ 665827 h 1059043"/>
                <a:gd name="connsiteX334" fmla="*/ 2348936 w 3024845"/>
                <a:gd name="connsiteY334" fmla="*/ 486400 h 1059043"/>
                <a:gd name="connsiteX335" fmla="*/ 2355016 w 3024845"/>
                <a:gd name="connsiteY335" fmla="*/ 479914 h 1059043"/>
                <a:gd name="connsiteX336" fmla="*/ 2427977 w 3024845"/>
                <a:gd name="connsiteY336" fmla="*/ 479914 h 1059043"/>
                <a:gd name="connsiteX337" fmla="*/ 2427977 w 3024845"/>
                <a:gd name="connsiteY337" fmla="*/ 488562 h 1059043"/>
                <a:gd name="connsiteX338" fmla="*/ 2438110 w 3024845"/>
                <a:gd name="connsiteY338" fmla="*/ 488562 h 1059043"/>
                <a:gd name="connsiteX339" fmla="*/ 2438110 w 3024845"/>
                <a:gd name="connsiteY339" fmla="*/ 603136 h 1059043"/>
                <a:gd name="connsiteX340" fmla="*/ 2460404 w 3024845"/>
                <a:gd name="connsiteY340" fmla="*/ 603136 h 1059043"/>
                <a:gd name="connsiteX341" fmla="*/ 2460404 w 3024845"/>
                <a:gd name="connsiteY341" fmla="*/ 536121 h 1059043"/>
                <a:gd name="connsiteX342" fmla="*/ 2486751 w 3024845"/>
                <a:gd name="connsiteY342" fmla="*/ 536121 h 1059043"/>
                <a:gd name="connsiteX343" fmla="*/ 2490804 w 3024845"/>
                <a:gd name="connsiteY343" fmla="*/ 531797 h 1059043"/>
                <a:gd name="connsiteX344" fmla="*/ 2498911 w 3024845"/>
                <a:gd name="connsiteY344" fmla="*/ 531797 h 1059043"/>
                <a:gd name="connsiteX345" fmla="*/ 2502964 w 3024845"/>
                <a:gd name="connsiteY345" fmla="*/ 536121 h 1059043"/>
                <a:gd name="connsiteX346" fmla="*/ 2525258 w 3024845"/>
                <a:gd name="connsiteY346" fmla="*/ 536121 h 1059043"/>
                <a:gd name="connsiteX347" fmla="*/ 2525258 w 3024845"/>
                <a:gd name="connsiteY347" fmla="*/ 419385 h 1059043"/>
                <a:gd name="connsiteX348" fmla="*/ 2582005 w 3024845"/>
                <a:gd name="connsiteY348" fmla="*/ 408576 h 1059043"/>
                <a:gd name="connsiteX349" fmla="*/ 2582005 w 3024845"/>
                <a:gd name="connsiteY349" fmla="*/ 409657 h 1059043"/>
                <a:gd name="connsiteX350" fmla="*/ 2582005 w 3024845"/>
                <a:gd name="connsiteY350" fmla="*/ 417223 h 1059043"/>
                <a:gd name="connsiteX351" fmla="*/ 2608352 w 3024845"/>
                <a:gd name="connsiteY351" fmla="*/ 417223 h 1059043"/>
                <a:gd name="connsiteX352" fmla="*/ 2608352 w 3024845"/>
                <a:gd name="connsiteY352" fmla="*/ 672313 h 1059043"/>
                <a:gd name="connsiteX353" fmla="*/ 2630646 w 3024845"/>
                <a:gd name="connsiteY353" fmla="*/ 672313 h 1059043"/>
                <a:gd name="connsiteX354" fmla="*/ 2630646 w 3024845"/>
                <a:gd name="connsiteY354" fmla="*/ 667989 h 1059043"/>
                <a:gd name="connsiteX355" fmla="*/ 2642806 w 3024845"/>
                <a:gd name="connsiteY355" fmla="*/ 667989 h 1059043"/>
                <a:gd name="connsiteX356" fmla="*/ 2642806 w 3024845"/>
                <a:gd name="connsiteY356" fmla="*/ 672313 h 1059043"/>
                <a:gd name="connsiteX357" fmla="*/ 2667126 w 3024845"/>
                <a:gd name="connsiteY357" fmla="*/ 672313 h 1059043"/>
                <a:gd name="connsiteX358" fmla="*/ 2667126 w 3024845"/>
                <a:gd name="connsiteY358" fmla="*/ 659342 h 1059043"/>
                <a:gd name="connsiteX359" fmla="*/ 2695500 w 3024845"/>
                <a:gd name="connsiteY359" fmla="*/ 659342 h 1059043"/>
                <a:gd name="connsiteX360" fmla="*/ 2707660 w 3024845"/>
                <a:gd name="connsiteY360" fmla="*/ 655018 h 1059043"/>
                <a:gd name="connsiteX361" fmla="*/ 2727927 w 3024845"/>
                <a:gd name="connsiteY361" fmla="*/ 659342 h 1059043"/>
                <a:gd name="connsiteX362" fmla="*/ 2727927 w 3024845"/>
                <a:gd name="connsiteY362" fmla="*/ 642048 h 1059043"/>
                <a:gd name="connsiteX363" fmla="*/ 2736034 w 3024845"/>
                <a:gd name="connsiteY363" fmla="*/ 642048 h 1059043"/>
                <a:gd name="connsiteX364" fmla="*/ 2736034 w 3024845"/>
                <a:gd name="connsiteY364" fmla="*/ 629077 h 1059043"/>
                <a:gd name="connsiteX365" fmla="*/ 2792781 w 3024845"/>
                <a:gd name="connsiteY365" fmla="*/ 629077 h 1059043"/>
                <a:gd name="connsiteX366" fmla="*/ 2792781 w 3024845"/>
                <a:gd name="connsiteY366" fmla="*/ 598812 h 1059043"/>
                <a:gd name="connsiteX367" fmla="*/ 2811021 w 3024845"/>
                <a:gd name="connsiteY367" fmla="*/ 598812 h 1059043"/>
                <a:gd name="connsiteX368" fmla="*/ 2811021 w 3024845"/>
                <a:gd name="connsiteY368" fmla="*/ 592327 h 1059043"/>
                <a:gd name="connsiteX369" fmla="*/ 2823181 w 3024845"/>
                <a:gd name="connsiteY369" fmla="*/ 592327 h 1059043"/>
                <a:gd name="connsiteX370" fmla="*/ 2823181 w 3024845"/>
                <a:gd name="connsiteY370" fmla="*/ 598812 h 1059043"/>
                <a:gd name="connsiteX371" fmla="*/ 2839395 w 3024845"/>
                <a:gd name="connsiteY371" fmla="*/ 598812 h 1059043"/>
                <a:gd name="connsiteX372" fmla="*/ 2839395 w 3024845"/>
                <a:gd name="connsiteY372" fmla="*/ 648533 h 1059043"/>
                <a:gd name="connsiteX373" fmla="*/ 2871822 w 3024845"/>
                <a:gd name="connsiteY373" fmla="*/ 648533 h 1059043"/>
                <a:gd name="connsiteX374" fmla="*/ 2871822 w 3024845"/>
                <a:gd name="connsiteY374" fmla="*/ 622592 h 1059043"/>
                <a:gd name="connsiteX375" fmla="*/ 2910329 w 3024845"/>
                <a:gd name="connsiteY375" fmla="*/ 622592 h 1059043"/>
                <a:gd name="connsiteX376" fmla="*/ 2910329 w 3024845"/>
                <a:gd name="connsiteY376" fmla="*/ 592327 h 1059043"/>
                <a:gd name="connsiteX377" fmla="*/ 2958970 w 3024845"/>
                <a:gd name="connsiteY377" fmla="*/ 592327 h 1059043"/>
                <a:gd name="connsiteX378" fmla="*/ 2958970 w 3024845"/>
                <a:gd name="connsiteY378" fmla="*/ 703483 h 1059043"/>
                <a:gd name="connsiteX379" fmla="*/ 2958970 w 3024845"/>
                <a:gd name="connsiteY379" fmla="*/ 717262 h 1059043"/>
                <a:gd name="connsiteX380" fmla="*/ 3024845 w 3024845"/>
                <a:gd name="connsiteY380" fmla="*/ 717262 h 1059043"/>
                <a:gd name="connsiteX381" fmla="*/ 3024845 w 3024845"/>
                <a:gd name="connsiteY381" fmla="*/ 1059043 h 1059043"/>
                <a:gd name="connsiteX382" fmla="*/ 2054 w 3024845"/>
                <a:gd name="connsiteY382" fmla="*/ 1056710 h 1059043"/>
                <a:gd name="connsiteX383" fmla="*/ 0 w 3024845"/>
                <a:gd name="connsiteY383" fmla="*/ 622592 h 1059043"/>
                <a:gd name="connsiteX384" fmla="*/ 20267 w 3024845"/>
                <a:gd name="connsiteY384" fmla="*/ 622592 h 1059043"/>
                <a:gd name="connsiteX385" fmla="*/ 20774 w 3024845"/>
                <a:gd name="connsiteY385" fmla="*/ 621511 h 1059043"/>
                <a:gd name="connsiteX386" fmla="*/ 24320 w 3024845"/>
                <a:gd name="connsiteY386" fmla="*/ 613945 h 1059043"/>
                <a:gd name="connsiteX387" fmla="*/ 26094 w 3024845"/>
                <a:gd name="connsiteY387" fmla="*/ 614215 h 1059043"/>
                <a:gd name="connsiteX388" fmla="*/ 38507 w 3024845"/>
                <a:gd name="connsiteY388" fmla="*/ 616106 h 1059043"/>
                <a:gd name="connsiteX389" fmla="*/ 39014 w 3024845"/>
                <a:gd name="connsiteY389" fmla="*/ 617458 h 1059043"/>
                <a:gd name="connsiteX390" fmla="*/ 42560 w 3024845"/>
                <a:gd name="connsiteY390" fmla="*/ 626915 h 1059043"/>
                <a:gd name="connsiteX391" fmla="*/ 68907 w 3024845"/>
                <a:gd name="connsiteY391" fmla="*/ 629077 h 1059043"/>
                <a:gd name="connsiteX392" fmla="*/ 68907 w 3024845"/>
                <a:gd name="connsiteY392" fmla="*/ 505856 h 1059043"/>
                <a:gd name="connsiteX393" fmla="*/ 70934 w 3024845"/>
                <a:gd name="connsiteY393" fmla="*/ 505856 h 1059043"/>
                <a:gd name="connsiteX394" fmla="*/ 85121 w 3024845"/>
                <a:gd name="connsiteY394" fmla="*/ 505856 h 1059043"/>
                <a:gd name="connsiteX395" fmla="*/ 85121 w 3024845"/>
                <a:gd name="connsiteY395" fmla="*/ 369664 h 1059043"/>
                <a:gd name="connsiteX396" fmla="*/ 86894 w 3024845"/>
                <a:gd name="connsiteY396" fmla="*/ 369664 h 1059043"/>
                <a:gd name="connsiteX397" fmla="*/ 99308 w 3024845"/>
                <a:gd name="connsiteY397" fmla="*/ 369664 h 1059043"/>
                <a:gd name="connsiteX398" fmla="*/ 99308 w 3024845"/>
                <a:gd name="connsiteY398" fmla="*/ 255090 h 1059043"/>
                <a:gd name="connsiteX399" fmla="*/ 103361 w 3024845"/>
                <a:gd name="connsiteY399" fmla="*/ 226986 h 1059043"/>
                <a:gd name="connsiteX400" fmla="*/ 105388 w 3024845"/>
                <a:gd name="connsiteY400" fmla="*/ 226986 h 1059043"/>
                <a:gd name="connsiteX401" fmla="*/ 119575 w 3024845"/>
                <a:gd name="connsiteY40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8560 w 3024845"/>
                <a:gd name="connsiteY316" fmla="*/ 125383 h 1059043"/>
                <a:gd name="connsiteX317" fmla="*/ 2180720 w 3024845"/>
                <a:gd name="connsiteY317" fmla="*/ 555577 h 1059043"/>
                <a:gd name="connsiteX318" fmla="*/ 2245574 w 3024845"/>
                <a:gd name="connsiteY318" fmla="*/ 555577 h 1059043"/>
                <a:gd name="connsiteX319" fmla="*/ 2245574 w 3024845"/>
                <a:gd name="connsiteY319" fmla="*/ 631239 h 1059043"/>
                <a:gd name="connsiteX320" fmla="*/ 2253681 w 3024845"/>
                <a:gd name="connsiteY320" fmla="*/ 631239 h 1059043"/>
                <a:gd name="connsiteX321" fmla="*/ 2255708 w 3024845"/>
                <a:gd name="connsiteY321" fmla="*/ 624754 h 1059043"/>
                <a:gd name="connsiteX322" fmla="*/ 2261788 w 3024845"/>
                <a:gd name="connsiteY322" fmla="*/ 624754 h 1059043"/>
                <a:gd name="connsiteX323" fmla="*/ 2263815 w 3024845"/>
                <a:gd name="connsiteY323" fmla="*/ 633401 h 1059043"/>
                <a:gd name="connsiteX324" fmla="*/ 2275975 w 3024845"/>
                <a:gd name="connsiteY324" fmla="*/ 633401 h 1059043"/>
                <a:gd name="connsiteX325" fmla="*/ 2275975 w 3024845"/>
                <a:gd name="connsiteY325" fmla="*/ 626915 h 1059043"/>
                <a:gd name="connsiteX326" fmla="*/ 2298268 w 3024845"/>
                <a:gd name="connsiteY326" fmla="*/ 626915 h 1059043"/>
                <a:gd name="connsiteX327" fmla="*/ 2298268 w 3024845"/>
                <a:gd name="connsiteY327" fmla="*/ 633401 h 1059043"/>
                <a:gd name="connsiteX328" fmla="*/ 2318535 w 3024845"/>
                <a:gd name="connsiteY328" fmla="*/ 633401 h 1059043"/>
                <a:gd name="connsiteX329" fmla="*/ 2318535 w 3024845"/>
                <a:gd name="connsiteY329" fmla="*/ 678798 h 1059043"/>
                <a:gd name="connsiteX330" fmla="*/ 2332722 w 3024845"/>
                <a:gd name="connsiteY330" fmla="*/ 678798 h 1059043"/>
                <a:gd name="connsiteX331" fmla="*/ 2332722 w 3024845"/>
                <a:gd name="connsiteY331" fmla="*/ 665827 h 1059043"/>
                <a:gd name="connsiteX332" fmla="*/ 2348936 w 3024845"/>
                <a:gd name="connsiteY332" fmla="*/ 665827 h 1059043"/>
                <a:gd name="connsiteX333" fmla="*/ 2348936 w 3024845"/>
                <a:gd name="connsiteY333" fmla="*/ 486400 h 1059043"/>
                <a:gd name="connsiteX334" fmla="*/ 2355016 w 3024845"/>
                <a:gd name="connsiteY334" fmla="*/ 479914 h 1059043"/>
                <a:gd name="connsiteX335" fmla="*/ 2427977 w 3024845"/>
                <a:gd name="connsiteY335" fmla="*/ 479914 h 1059043"/>
                <a:gd name="connsiteX336" fmla="*/ 2427977 w 3024845"/>
                <a:gd name="connsiteY336" fmla="*/ 488562 h 1059043"/>
                <a:gd name="connsiteX337" fmla="*/ 2438110 w 3024845"/>
                <a:gd name="connsiteY337" fmla="*/ 488562 h 1059043"/>
                <a:gd name="connsiteX338" fmla="*/ 2438110 w 3024845"/>
                <a:gd name="connsiteY338" fmla="*/ 603136 h 1059043"/>
                <a:gd name="connsiteX339" fmla="*/ 2460404 w 3024845"/>
                <a:gd name="connsiteY339" fmla="*/ 603136 h 1059043"/>
                <a:gd name="connsiteX340" fmla="*/ 2460404 w 3024845"/>
                <a:gd name="connsiteY340" fmla="*/ 536121 h 1059043"/>
                <a:gd name="connsiteX341" fmla="*/ 2486751 w 3024845"/>
                <a:gd name="connsiteY341" fmla="*/ 536121 h 1059043"/>
                <a:gd name="connsiteX342" fmla="*/ 2490804 w 3024845"/>
                <a:gd name="connsiteY342" fmla="*/ 531797 h 1059043"/>
                <a:gd name="connsiteX343" fmla="*/ 2498911 w 3024845"/>
                <a:gd name="connsiteY343" fmla="*/ 531797 h 1059043"/>
                <a:gd name="connsiteX344" fmla="*/ 2502964 w 3024845"/>
                <a:gd name="connsiteY344" fmla="*/ 536121 h 1059043"/>
                <a:gd name="connsiteX345" fmla="*/ 2525258 w 3024845"/>
                <a:gd name="connsiteY345" fmla="*/ 536121 h 1059043"/>
                <a:gd name="connsiteX346" fmla="*/ 2525258 w 3024845"/>
                <a:gd name="connsiteY346" fmla="*/ 419385 h 1059043"/>
                <a:gd name="connsiteX347" fmla="*/ 2582005 w 3024845"/>
                <a:gd name="connsiteY347" fmla="*/ 408576 h 1059043"/>
                <a:gd name="connsiteX348" fmla="*/ 2582005 w 3024845"/>
                <a:gd name="connsiteY348" fmla="*/ 409657 h 1059043"/>
                <a:gd name="connsiteX349" fmla="*/ 2582005 w 3024845"/>
                <a:gd name="connsiteY349" fmla="*/ 417223 h 1059043"/>
                <a:gd name="connsiteX350" fmla="*/ 2608352 w 3024845"/>
                <a:gd name="connsiteY350" fmla="*/ 417223 h 1059043"/>
                <a:gd name="connsiteX351" fmla="*/ 2608352 w 3024845"/>
                <a:gd name="connsiteY351" fmla="*/ 672313 h 1059043"/>
                <a:gd name="connsiteX352" fmla="*/ 2630646 w 3024845"/>
                <a:gd name="connsiteY352" fmla="*/ 672313 h 1059043"/>
                <a:gd name="connsiteX353" fmla="*/ 2630646 w 3024845"/>
                <a:gd name="connsiteY353" fmla="*/ 667989 h 1059043"/>
                <a:gd name="connsiteX354" fmla="*/ 2642806 w 3024845"/>
                <a:gd name="connsiteY354" fmla="*/ 667989 h 1059043"/>
                <a:gd name="connsiteX355" fmla="*/ 2642806 w 3024845"/>
                <a:gd name="connsiteY355" fmla="*/ 672313 h 1059043"/>
                <a:gd name="connsiteX356" fmla="*/ 2667126 w 3024845"/>
                <a:gd name="connsiteY356" fmla="*/ 672313 h 1059043"/>
                <a:gd name="connsiteX357" fmla="*/ 2667126 w 3024845"/>
                <a:gd name="connsiteY357" fmla="*/ 659342 h 1059043"/>
                <a:gd name="connsiteX358" fmla="*/ 2695500 w 3024845"/>
                <a:gd name="connsiteY358" fmla="*/ 659342 h 1059043"/>
                <a:gd name="connsiteX359" fmla="*/ 2707660 w 3024845"/>
                <a:gd name="connsiteY359" fmla="*/ 655018 h 1059043"/>
                <a:gd name="connsiteX360" fmla="*/ 2727927 w 3024845"/>
                <a:gd name="connsiteY360" fmla="*/ 659342 h 1059043"/>
                <a:gd name="connsiteX361" fmla="*/ 2727927 w 3024845"/>
                <a:gd name="connsiteY361" fmla="*/ 642048 h 1059043"/>
                <a:gd name="connsiteX362" fmla="*/ 2736034 w 3024845"/>
                <a:gd name="connsiteY362" fmla="*/ 642048 h 1059043"/>
                <a:gd name="connsiteX363" fmla="*/ 2736034 w 3024845"/>
                <a:gd name="connsiteY363" fmla="*/ 629077 h 1059043"/>
                <a:gd name="connsiteX364" fmla="*/ 2792781 w 3024845"/>
                <a:gd name="connsiteY364" fmla="*/ 629077 h 1059043"/>
                <a:gd name="connsiteX365" fmla="*/ 2792781 w 3024845"/>
                <a:gd name="connsiteY365" fmla="*/ 598812 h 1059043"/>
                <a:gd name="connsiteX366" fmla="*/ 2811021 w 3024845"/>
                <a:gd name="connsiteY366" fmla="*/ 598812 h 1059043"/>
                <a:gd name="connsiteX367" fmla="*/ 2811021 w 3024845"/>
                <a:gd name="connsiteY367" fmla="*/ 592327 h 1059043"/>
                <a:gd name="connsiteX368" fmla="*/ 2823181 w 3024845"/>
                <a:gd name="connsiteY368" fmla="*/ 592327 h 1059043"/>
                <a:gd name="connsiteX369" fmla="*/ 2823181 w 3024845"/>
                <a:gd name="connsiteY369" fmla="*/ 598812 h 1059043"/>
                <a:gd name="connsiteX370" fmla="*/ 2839395 w 3024845"/>
                <a:gd name="connsiteY370" fmla="*/ 598812 h 1059043"/>
                <a:gd name="connsiteX371" fmla="*/ 2839395 w 3024845"/>
                <a:gd name="connsiteY371" fmla="*/ 648533 h 1059043"/>
                <a:gd name="connsiteX372" fmla="*/ 2871822 w 3024845"/>
                <a:gd name="connsiteY372" fmla="*/ 648533 h 1059043"/>
                <a:gd name="connsiteX373" fmla="*/ 2871822 w 3024845"/>
                <a:gd name="connsiteY373" fmla="*/ 622592 h 1059043"/>
                <a:gd name="connsiteX374" fmla="*/ 2910329 w 3024845"/>
                <a:gd name="connsiteY374" fmla="*/ 622592 h 1059043"/>
                <a:gd name="connsiteX375" fmla="*/ 2910329 w 3024845"/>
                <a:gd name="connsiteY375" fmla="*/ 592327 h 1059043"/>
                <a:gd name="connsiteX376" fmla="*/ 2958970 w 3024845"/>
                <a:gd name="connsiteY376" fmla="*/ 592327 h 1059043"/>
                <a:gd name="connsiteX377" fmla="*/ 2958970 w 3024845"/>
                <a:gd name="connsiteY377" fmla="*/ 703483 h 1059043"/>
                <a:gd name="connsiteX378" fmla="*/ 2958970 w 3024845"/>
                <a:gd name="connsiteY378" fmla="*/ 717262 h 1059043"/>
                <a:gd name="connsiteX379" fmla="*/ 3024845 w 3024845"/>
                <a:gd name="connsiteY379" fmla="*/ 717262 h 1059043"/>
                <a:gd name="connsiteX380" fmla="*/ 3024845 w 3024845"/>
                <a:gd name="connsiteY380" fmla="*/ 1059043 h 1059043"/>
                <a:gd name="connsiteX381" fmla="*/ 2054 w 3024845"/>
                <a:gd name="connsiteY381" fmla="*/ 1056710 h 1059043"/>
                <a:gd name="connsiteX382" fmla="*/ 0 w 3024845"/>
                <a:gd name="connsiteY382" fmla="*/ 622592 h 1059043"/>
                <a:gd name="connsiteX383" fmla="*/ 20267 w 3024845"/>
                <a:gd name="connsiteY383" fmla="*/ 622592 h 1059043"/>
                <a:gd name="connsiteX384" fmla="*/ 20774 w 3024845"/>
                <a:gd name="connsiteY384" fmla="*/ 621511 h 1059043"/>
                <a:gd name="connsiteX385" fmla="*/ 24320 w 3024845"/>
                <a:gd name="connsiteY385" fmla="*/ 613945 h 1059043"/>
                <a:gd name="connsiteX386" fmla="*/ 26094 w 3024845"/>
                <a:gd name="connsiteY386" fmla="*/ 614215 h 1059043"/>
                <a:gd name="connsiteX387" fmla="*/ 38507 w 3024845"/>
                <a:gd name="connsiteY387" fmla="*/ 616106 h 1059043"/>
                <a:gd name="connsiteX388" fmla="*/ 39014 w 3024845"/>
                <a:gd name="connsiteY388" fmla="*/ 617458 h 1059043"/>
                <a:gd name="connsiteX389" fmla="*/ 42560 w 3024845"/>
                <a:gd name="connsiteY389" fmla="*/ 626915 h 1059043"/>
                <a:gd name="connsiteX390" fmla="*/ 68907 w 3024845"/>
                <a:gd name="connsiteY390" fmla="*/ 629077 h 1059043"/>
                <a:gd name="connsiteX391" fmla="*/ 68907 w 3024845"/>
                <a:gd name="connsiteY391" fmla="*/ 505856 h 1059043"/>
                <a:gd name="connsiteX392" fmla="*/ 70934 w 3024845"/>
                <a:gd name="connsiteY392" fmla="*/ 505856 h 1059043"/>
                <a:gd name="connsiteX393" fmla="*/ 85121 w 3024845"/>
                <a:gd name="connsiteY393" fmla="*/ 505856 h 1059043"/>
                <a:gd name="connsiteX394" fmla="*/ 85121 w 3024845"/>
                <a:gd name="connsiteY394" fmla="*/ 369664 h 1059043"/>
                <a:gd name="connsiteX395" fmla="*/ 86894 w 3024845"/>
                <a:gd name="connsiteY395" fmla="*/ 369664 h 1059043"/>
                <a:gd name="connsiteX396" fmla="*/ 99308 w 3024845"/>
                <a:gd name="connsiteY396" fmla="*/ 369664 h 1059043"/>
                <a:gd name="connsiteX397" fmla="*/ 99308 w 3024845"/>
                <a:gd name="connsiteY397" fmla="*/ 255090 h 1059043"/>
                <a:gd name="connsiteX398" fmla="*/ 103361 w 3024845"/>
                <a:gd name="connsiteY398" fmla="*/ 226986 h 1059043"/>
                <a:gd name="connsiteX399" fmla="*/ 105388 w 3024845"/>
                <a:gd name="connsiteY399" fmla="*/ 226986 h 1059043"/>
                <a:gd name="connsiteX400" fmla="*/ 119575 w 3024845"/>
                <a:gd name="connsiteY40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80720 w 3024845"/>
                <a:gd name="connsiteY316" fmla="*/ 555577 h 1059043"/>
                <a:gd name="connsiteX317" fmla="*/ 2245574 w 3024845"/>
                <a:gd name="connsiteY317" fmla="*/ 555577 h 1059043"/>
                <a:gd name="connsiteX318" fmla="*/ 2245574 w 3024845"/>
                <a:gd name="connsiteY318" fmla="*/ 631239 h 1059043"/>
                <a:gd name="connsiteX319" fmla="*/ 2253681 w 3024845"/>
                <a:gd name="connsiteY319" fmla="*/ 631239 h 1059043"/>
                <a:gd name="connsiteX320" fmla="*/ 2255708 w 3024845"/>
                <a:gd name="connsiteY320" fmla="*/ 624754 h 1059043"/>
                <a:gd name="connsiteX321" fmla="*/ 2261788 w 3024845"/>
                <a:gd name="connsiteY321" fmla="*/ 624754 h 1059043"/>
                <a:gd name="connsiteX322" fmla="*/ 2263815 w 3024845"/>
                <a:gd name="connsiteY322" fmla="*/ 633401 h 1059043"/>
                <a:gd name="connsiteX323" fmla="*/ 2275975 w 3024845"/>
                <a:gd name="connsiteY323" fmla="*/ 633401 h 1059043"/>
                <a:gd name="connsiteX324" fmla="*/ 2275975 w 3024845"/>
                <a:gd name="connsiteY324" fmla="*/ 626915 h 1059043"/>
                <a:gd name="connsiteX325" fmla="*/ 2298268 w 3024845"/>
                <a:gd name="connsiteY325" fmla="*/ 626915 h 1059043"/>
                <a:gd name="connsiteX326" fmla="*/ 2298268 w 3024845"/>
                <a:gd name="connsiteY326" fmla="*/ 633401 h 1059043"/>
                <a:gd name="connsiteX327" fmla="*/ 2318535 w 3024845"/>
                <a:gd name="connsiteY327" fmla="*/ 633401 h 1059043"/>
                <a:gd name="connsiteX328" fmla="*/ 2318535 w 3024845"/>
                <a:gd name="connsiteY328" fmla="*/ 678798 h 1059043"/>
                <a:gd name="connsiteX329" fmla="*/ 2332722 w 3024845"/>
                <a:gd name="connsiteY329" fmla="*/ 678798 h 1059043"/>
                <a:gd name="connsiteX330" fmla="*/ 2332722 w 3024845"/>
                <a:gd name="connsiteY330" fmla="*/ 665827 h 1059043"/>
                <a:gd name="connsiteX331" fmla="*/ 2348936 w 3024845"/>
                <a:gd name="connsiteY331" fmla="*/ 665827 h 1059043"/>
                <a:gd name="connsiteX332" fmla="*/ 2348936 w 3024845"/>
                <a:gd name="connsiteY332" fmla="*/ 486400 h 1059043"/>
                <a:gd name="connsiteX333" fmla="*/ 2355016 w 3024845"/>
                <a:gd name="connsiteY333" fmla="*/ 479914 h 1059043"/>
                <a:gd name="connsiteX334" fmla="*/ 2427977 w 3024845"/>
                <a:gd name="connsiteY334" fmla="*/ 479914 h 1059043"/>
                <a:gd name="connsiteX335" fmla="*/ 2427977 w 3024845"/>
                <a:gd name="connsiteY335" fmla="*/ 488562 h 1059043"/>
                <a:gd name="connsiteX336" fmla="*/ 2438110 w 3024845"/>
                <a:gd name="connsiteY336" fmla="*/ 488562 h 1059043"/>
                <a:gd name="connsiteX337" fmla="*/ 2438110 w 3024845"/>
                <a:gd name="connsiteY337" fmla="*/ 603136 h 1059043"/>
                <a:gd name="connsiteX338" fmla="*/ 2460404 w 3024845"/>
                <a:gd name="connsiteY338" fmla="*/ 603136 h 1059043"/>
                <a:gd name="connsiteX339" fmla="*/ 2460404 w 3024845"/>
                <a:gd name="connsiteY339" fmla="*/ 536121 h 1059043"/>
                <a:gd name="connsiteX340" fmla="*/ 2486751 w 3024845"/>
                <a:gd name="connsiteY340" fmla="*/ 536121 h 1059043"/>
                <a:gd name="connsiteX341" fmla="*/ 2490804 w 3024845"/>
                <a:gd name="connsiteY341" fmla="*/ 531797 h 1059043"/>
                <a:gd name="connsiteX342" fmla="*/ 2498911 w 3024845"/>
                <a:gd name="connsiteY342" fmla="*/ 531797 h 1059043"/>
                <a:gd name="connsiteX343" fmla="*/ 2502964 w 3024845"/>
                <a:gd name="connsiteY343" fmla="*/ 536121 h 1059043"/>
                <a:gd name="connsiteX344" fmla="*/ 2525258 w 3024845"/>
                <a:gd name="connsiteY344" fmla="*/ 536121 h 1059043"/>
                <a:gd name="connsiteX345" fmla="*/ 2525258 w 3024845"/>
                <a:gd name="connsiteY345" fmla="*/ 419385 h 1059043"/>
                <a:gd name="connsiteX346" fmla="*/ 2582005 w 3024845"/>
                <a:gd name="connsiteY346" fmla="*/ 408576 h 1059043"/>
                <a:gd name="connsiteX347" fmla="*/ 2582005 w 3024845"/>
                <a:gd name="connsiteY347" fmla="*/ 409657 h 1059043"/>
                <a:gd name="connsiteX348" fmla="*/ 2582005 w 3024845"/>
                <a:gd name="connsiteY348" fmla="*/ 417223 h 1059043"/>
                <a:gd name="connsiteX349" fmla="*/ 2608352 w 3024845"/>
                <a:gd name="connsiteY349" fmla="*/ 417223 h 1059043"/>
                <a:gd name="connsiteX350" fmla="*/ 2608352 w 3024845"/>
                <a:gd name="connsiteY350" fmla="*/ 672313 h 1059043"/>
                <a:gd name="connsiteX351" fmla="*/ 2630646 w 3024845"/>
                <a:gd name="connsiteY351" fmla="*/ 672313 h 1059043"/>
                <a:gd name="connsiteX352" fmla="*/ 2630646 w 3024845"/>
                <a:gd name="connsiteY352" fmla="*/ 667989 h 1059043"/>
                <a:gd name="connsiteX353" fmla="*/ 2642806 w 3024845"/>
                <a:gd name="connsiteY353" fmla="*/ 667989 h 1059043"/>
                <a:gd name="connsiteX354" fmla="*/ 2642806 w 3024845"/>
                <a:gd name="connsiteY354" fmla="*/ 672313 h 1059043"/>
                <a:gd name="connsiteX355" fmla="*/ 2667126 w 3024845"/>
                <a:gd name="connsiteY355" fmla="*/ 672313 h 1059043"/>
                <a:gd name="connsiteX356" fmla="*/ 2667126 w 3024845"/>
                <a:gd name="connsiteY356" fmla="*/ 659342 h 1059043"/>
                <a:gd name="connsiteX357" fmla="*/ 2695500 w 3024845"/>
                <a:gd name="connsiteY357" fmla="*/ 659342 h 1059043"/>
                <a:gd name="connsiteX358" fmla="*/ 2707660 w 3024845"/>
                <a:gd name="connsiteY358" fmla="*/ 655018 h 1059043"/>
                <a:gd name="connsiteX359" fmla="*/ 2727927 w 3024845"/>
                <a:gd name="connsiteY359" fmla="*/ 659342 h 1059043"/>
                <a:gd name="connsiteX360" fmla="*/ 2727927 w 3024845"/>
                <a:gd name="connsiteY360" fmla="*/ 642048 h 1059043"/>
                <a:gd name="connsiteX361" fmla="*/ 2736034 w 3024845"/>
                <a:gd name="connsiteY361" fmla="*/ 642048 h 1059043"/>
                <a:gd name="connsiteX362" fmla="*/ 2736034 w 3024845"/>
                <a:gd name="connsiteY362" fmla="*/ 629077 h 1059043"/>
                <a:gd name="connsiteX363" fmla="*/ 2792781 w 3024845"/>
                <a:gd name="connsiteY363" fmla="*/ 629077 h 1059043"/>
                <a:gd name="connsiteX364" fmla="*/ 2792781 w 3024845"/>
                <a:gd name="connsiteY364" fmla="*/ 598812 h 1059043"/>
                <a:gd name="connsiteX365" fmla="*/ 2811021 w 3024845"/>
                <a:gd name="connsiteY365" fmla="*/ 598812 h 1059043"/>
                <a:gd name="connsiteX366" fmla="*/ 2811021 w 3024845"/>
                <a:gd name="connsiteY366" fmla="*/ 592327 h 1059043"/>
                <a:gd name="connsiteX367" fmla="*/ 2823181 w 3024845"/>
                <a:gd name="connsiteY367" fmla="*/ 592327 h 1059043"/>
                <a:gd name="connsiteX368" fmla="*/ 2823181 w 3024845"/>
                <a:gd name="connsiteY368" fmla="*/ 598812 h 1059043"/>
                <a:gd name="connsiteX369" fmla="*/ 2839395 w 3024845"/>
                <a:gd name="connsiteY369" fmla="*/ 598812 h 1059043"/>
                <a:gd name="connsiteX370" fmla="*/ 2839395 w 3024845"/>
                <a:gd name="connsiteY370" fmla="*/ 648533 h 1059043"/>
                <a:gd name="connsiteX371" fmla="*/ 2871822 w 3024845"/>
                <a:gd name="connsiteY371" fmla="*/ 648533 h 1059043"/>
                <a:gd name="connsiteX372" fmla="*/ 2871822 w 3024845"/>
                <a:gd name="connsiteY372" fmla="*/ 622592 h 1059043"/>
                <a:gd name="connsiteX373" fmla="*/ 2910329 w 3024845"/>
                <a:gd name="connsiteY373" fmla="*/ 622592 h 1059043"/>
                <a:gd name="connsiteX374" fmla="*/ 2910329 w 3024845"/>
                <a:gd name="connsiteY374" fmla="*/ 592327 h 1059043"/>
                <a:gd name="connsiteX375" fmla="*/ 2958970 w 3024845"/>
                <a:gd name="connsiteY375" fmla="*/ 592327 h 1059043"/>
                <a:gd name="connsiteX376" fmla="*/ 2958970 w 3024845"/>
                <a:gd name="connsiteY376" fmla="*/ 703483 h 1059043"/>
                <a:gd name="connsiteX377" fmla="*/ 2958970 w 3024845"/>
                <a:gd name="connsiteY377" fmla="*/ 717262 h 1059043"/>
                <a:gd name="connsiteX378" fmla="*/ 3024845 w 3024845"/>
                <a:gd name="connsiteY378" fmla="*/ 717262 h 1059043"/>
                <a:gd name="connsiteX379" fmla="*/ 3024845 w 3024845"/>
                <a:gd name="connsiteY379" fmla="*/ 1059043 h 1059043"/>
                <a:gd name="connsiteX380" fmla="*/ 2054 w 3024845"/>
                <a:gd name="connsiteY380" fmla="*/ 1056710 h 1059043"/>
                <a:gd name="connsiteX381" fmla="*/ 0 w 3024845"/>
                <a:gd name="connsiteY381" fmla="*/ 622592 h 1059043"/>
                <a:gd name="connsiteX382" fmla="*/ 20267 w 3024845"/>
                <a:gd name="connsiteY382" fmla="*/ 622592 h 1059043"/>
                <a:gd name="connsiteX383" fmla="*/ 20774 w 3024845"/>
                <a:gd name="connsiteY383" fmla="*/ 621511 h 1059043"/>
                <a:gd name="connsiteX384" fmla="*/ 24320 w 3024845"/>
                <a:gd name="connsiteY384" fmla="*/ 613945 h 1059043"/>
                <a:gd name="connsiteX385" fmla="*/ 26094 w 3024845"/>
                <a:gd name="connsiteY385" fmla="*/ 614215 h 1059043"/>
                <a:gd name="connsiteX386" fmla="*/ 38507 w 3024845"/>
                <a:gd name="connsiteY386" fmla="*/ 616106 h 1059043"/>
                <a:gd name="connsiteX387" fmla="*/ 39014 w 3024845"/>
                <a:gd name="connsiteY387" fmla="*/ 617458 h 1059043"/>
                <a:gd name="connsiteX388" fmla="*/ 42560 w 3024845"/>
                <a:gd name="connsiteY388" fmla="*/ 626915 h 1059043"/>
                <a:gd name="connsiteX389" fmla="*/ 68907 w 3024845"/>
                <a:gd name="connsiteY389" fmla="*/ 629077 h 1059043"/>
                <a:gd name="connsiteX390" fmla="*/ 68907 w 3024845"/>
                <a:gd name="connsiteY390" fmla="*/ 505856 h 1059043"/>
                <a:gd name="connsiteX391" fmla="*/ 70934 w 3024845"/>
                <a:gd name="connsiteY391" fmla="*/ 505856 h 1059043"/>
                <a:gd name="connsiteX392" fmla="*/ 85121 w 3024845"/>
                <a:gd name="connsiteY392" fmla="*/ 505856 h 1059043"/>
                <a:gd name="connsiteX393" fmla="*/ 85121 w 3024845"/>
                <a:gd name="connsiteY393" fmla="*/ 369664 h 1059043"/>
                <a:gd name="connsiteX394" fmla="*/ 86894 w 3024845"/>
                <a:gd name="connsiteY394" fmla="*/ 369664 h 1059043"/>
                <a:gd name="connsiteX395" fmla="*/ 99308 w 3024845"/>
                <a:gd name="connsiteY395" fmla="*/ 369664 h 1059043"/>
                <a:gd name="connsiteX396" fmla="*/ 99308 w 3024845"/>
                <a:gd name="connsiteY396" fmla="*/ 255090 h 1059043"/>
                <a:gd name="connsiteX397" fmla="*/ 103361 w 3024845"/>
                <a:gd name="connsiteY397" fmla="*/ 226986 h 1059043"/>
                <a:gd name="connsiteX398" fmla="*/ 105388 w 3024845"/>
                <a:gd name="connsiteY398" fmla="*/ 226986 h 1059043"/>
                <a:gd name="connsiteX399" fmla="*/ 119575 w 3024845"/>
                <a:gd name="connsiteY39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60529 h 1059043"/>
                <a:gd name="connsiteX313" fmla="*/ 2152346 w 3024845"/>
                <a:gd name="connsiteY313" fmla="*/ 56206 h 1059043"/>
                <a:gd name="connsiteX314" fmla="*/ 2152346 w 3024845"/>
                <a:gd name="connsiteY314" fmla="*/ 0 h 1059043"/>
                <a:gd name="connsiteX315" fmla="*/ 2180720 w 3024845"/>
                <a:gd name="connsiteY315" fmla="*/ 555577 h 1059043"/>
                <a:gd name="connsiteX316" fmla="*/ 2245574 w 3024845"/>
                <a:gd name="connsiteY316" fmla="*/ 555577 h 1059043"/>
                <a:gd name="connsiteX317" fmla="*/ 2245574 w 3024845"/>
                <a:gd name="connsiteY317" fmla="*/ 631239 h 1059043"/>
                <a:gd name="connsiteX318" fmla="*/ 2253681 w 3024845"/>
                <a:gd name="connsiteY318" fmla="*/ 631239 h 1059043"/>
                <a:gd name="connsiteX319" fmla="*/ 2255708 w 3024845"/>
                <a:gd name="connsiteY319" fmla="*/ 624754 h 1059043"/>
                <a:gd name="connsiteX320" fmla="*/ 2261788 w 3024845"/>
                <a:gd name="connsiteY320" fmla="*/ 624754 h 1059043"/>
                <a:gd name="connsiteX321" fmla="*/ 2263815 w 3024845"/>
                <a:gd name="connsiteY321" fmla="*/ 633401 h 1059043"/>
                <a:gd name="connsiteX322" fmla="*/ 2275975 w 3024845"/>
                <a:gd name="connsiteY322" fmla="*/ 633401 h 1059043"/>
                <a:gd name="connsiteX323" fmla="*/ 2275975 w 3024845"/>
                <a:gd name="connsiteY323" fmla="*/ 626915 h 1059043"/>
                <a:gd name="connsiteX324" fmla="*/ 2298268 w 3024845"/>
                <a:gd name="connsiteY324" fmla="*/ 626915 h 1059043"/>
                <a:gd name="connsiteX325" fmla="*/ 2298268 w 3024845"/>
                <a:gd name="connsiteY325" fmla="*/ 633401 h 1059043"/>
                <a:gd name="connsiteX326" fmla="*/ 2318535 w 3024845"/>
                <a:gd name="connsiteY326" fmla="*/ 633401 h 1059043"/>
                <a:gd name="connsiteX327" fmla="*/ 2318535 w 3024845"/>
                <a:gd name="connsiteY327" fmla="*/ 678798 h 1059043"/>
                <a:gd name="connsiteX328" fmla="*/ 2332722 w 3024845"/>
                <a:gd name="connsiteY328" fmla="*/ 678798 h 1059043"/>
                <a:gd name="connsiteX329" fmla="*/ 2332722 w 3024845"/>
                <a:gd name="connsiteY329" fmla="*/ 665827 h 1059043"/>
                <a:gd name="connsiteX330" fmla="*/ 2348936 w 3024845"/>
                <a:gd name="connsiteY330" fmla="*/ 665827 h 1059043"/>
                <a:gd name="connsiteX331" fmla="*/ 2348936 w 3024845"/>
                <a:gd name="connsiteY331" fmla="*/ 486400 h 1059043"/>
                <a:gd name="connsiteX332" fmla="*/ 2355016 w 3024845"/>
                <a:gd name="connsiteY332" fmla="*/ 479914 h 1059043"/>
                <a:gd name="connsiteX333" fmla="*/ 2427977 w 3024845"/>
                <a:gd name="connsiteY333" fmla="*/ 479914 h 1059043"/>
                <a:gd name="connsiteX334" fmla="*/ 2427977 w 3024845"/>
                <a:gd name="connsiteY334" fmla="*/ 488562 h 1059043"/>
                <a:gd name="connsiteX335" fmla="*/ 2438110 w 3024845"/>
                <a:gd name="connsiteY335" fmla="*/ 488562 h 1059043"/>
                <a:gd name="connsiteX336" fmla="*/ 2438110 w 3024845"/>
                <a:gd name="connsiteY336" fmla="*/ 603136 h 1059043"/>
                <a:gd name="connsiteX337" fmla="*/ 2460404 w 3024845"/>
                <a:gd name="connsiteY337" fmla="*/ 603136 h 1059043"/>
                <a:gd name="connsiteX338" fmla="*/ 2460404 w 3024845"/>
                <a:gd name="connsiteY338" fmla="*/ 536121 h 1059043"/>
                <a:gd name="connsiteX339" fmla="*/ 2486751 w 3024845"/>
                <a:gd name="connsiteY339" fmla="*/ 536121 h 1059043"/>
                <a:gd name="connsiteX340" fmla="*/ 2490804 w 3024845"/>
                <a:gd name="connsiteY340" fmla="*/ 531797 h 1059043"/>
                <a:gd name="connsiteX341" fmla="*/ 2498911 w 3024845"/>
                <a:gd name="connsiteY341" fmla="*/ 531797 h 1059043"/>
                <a:gd name="connsiteX342" fmla="*/ 2502964 w 3024845"/>
                <a:gd name="connsiteY342" fmla="*/ 536121 h 1059043"/>
                <a:gd name="connsiteX343" fmla="*/ 2525258 w 3024845"/>
                <a:gd name="connsiteY343" fmla="*/ 536121 h 1059043"/>
                <a:gd name="connsiteX344" fmla="*/ 2525258 w 3024845"/>
                <a:gd name="connsiteY344" fmla="*/ 419385 h 1059043"/>
                <a:gd name="connsiteX345" fmla="*/ 2582005 w 3024845"/>
                <a:gd name="connsiteY345" fmla="*/ 408576 h 1059043"/>
                <a:gd name="connsiteX346" fmla="*/ 2582005 w 3024845"/>
                <a:gd name="connsiteY346" fmla="*/ 409657 h 1059043"/>
                <a:gd name="connsiteX347" fmla="*/ 2582005 w 3024845"/>
                <a:gd name="connsiteY347" fmla="*/ 417223 h 1059043"/>
                <a:gd name="connsiteX348" fmla="*/ 2608352 w 3024845"/>
                <a:gd name="connsiteY348" fmla="*/ 417223 h 1059043"/>
                <a:gd name="connsiteX349" fmla="*/ 2608352 w 3024845"/>
                <a:gd name="connsiteY349" fmla="*/ 672313 h 1059043"/>
                <a:gd name="connsiteX350" fmla="*/ 2630646 w 3024845"/>
                <a:gd name="connsiteY350" fmla="*/ 672313 h 1059043"/>
                <a:gd name="connsiteX351" fmla="*/ 2630646 w 3024845"/>
                <a:gd name="connsiteY351" fmla="*/ 667989 h 1059043"/>
                <a:gd name="connsiteX352" fmla="*/ 2642806 w 3024845"/>
                <a:gd name="connsiteY352" fmla="*/ 667989 h 1059043"/>
                <a:gd name="connsiteX353" fmla="*/ 2642806 w 3024845"/>
                <a:gd name="connsiteY353" fmla="*/ 672313 h 1059043"/>
                <a:gd name="connsiteX354" fmla="*/ 2667126 w 3024845"/>
                <a:gd name="connsiteY354" fmla="*/ 672313 h 1059043"/>
                <a:gd name="connsiteX355" fmla="*/ 2667126 w 3024845"/>
                <a:gd name="connsiteY355" fmla="*/ 659342 h 1059043"/>
                <a:gd name="connsiteX356" fmla="*/ 2695500 w 3024845"/>
                <a:gd name="connsiteY356" fmla="*/ 659342 h 1059043"/>
                <a:gd name="connsiteX357" fmla="*/ 2707660 w 3024845"/>
                <a:gd name="connsiteY357" fmla="*/ 655018 h 1059043"/>
                <a:gd name="connsiteX358" fmla="*/ 2727927 w 3024845"/>
                <a:gd name="connsiteY358" fmla="*/ 659342 h 1059043"/>
                <a:gd name="connsiteX359" fmla="*/ 2727927 w 3024845"/>
                <a:gd name="connsiteY359" fmla="*/ 642048 h 1059043"/>
                <a:gd name="connsiteX360" fmla="*/ 2736034 w 3024845"/>
                <a:gd name="connsiteY360" fmla="*/ 642048 h 1059043"/>
                <a:gd name="connsiteX361" fmla="*/ 2736034 w 3024845"/>
                <a:gd name="connsiteY361" fmla="*/ 629077 h 1059043"/>
                <a:gd name="connsiteX362" fmla="*/ 2792781 w 3024845"/>
                <a:gd name="connsiteY362" fmla="*/ 629077 h 1059043"/>
                <a:gd name="connsiteX363" fmla="*/ 2792781 w 3024845"/>
                <a:gd name="connsiteY363" fmla="*/ 598812 h 1059043"/>
                <a:gd name="connsiteX364" fmla="*/ 2811021 w 3024845"/>
                <a:gd name="connsiteY364" fmla="*/ 598812 h 1059043"/>
                <a:gd name="connsiteX365" fmla="*/ 2811021 w 3024845"/>
                <a:gd name="connsiteY365" fmla="*/ 592327 h 1059043"/>
                <a:gd name="connsiteX366" fmla="*/ 2823181 w 3024845"/>
                <a:gd name="connsiteY366" fmla="*/ 592327 h 1059043"/>
                <a:gd name="connsiteX367" fmla="*/ 2823181 w 3024845"/>
                <a:gd name="connsiteY367" fmla="*/ 598812 h 1059043"/>
                <a:gd name="connsiteX368" fmla="*/ 2839395 w 3024845"/>
                <a:gd name="connsiteY368" fmla="*/ 598812 h 1059043"/>
                <a:gd name="connsiteX369" fmla="*/ 2839395 w 3024845"/>
                <a:gd name="connsiteY369" fmla="*/ 648533 h 1059043"/>
                <a:gd name="connsiteX370" fmla="*/ 2871822 w 3024845"/>
                <a:gd name="connsiteY370" fmla="*/ 648533 h 1059043"/>
                <a:gd name="connsiteX371" fmla="*/ 2871822 w 3024845"/>
                <a:gd name="connsiteY371" fmla="*/ 622592 h 1059043"/>
                <a:gd name="connsiteX372" fmla="*/ 2910329 w 3024845"/>
                <a:gd name="connsiteY372" fmla="*/ 622592 h 1059043"/>
                <a:gd name="connsiteX373" fmla="*/ 2910329 w 3024845"/>
                <a:gd name="connsiteY373" fmla="*/ 592327 h 1059043"/>
                <a:gd name="connsiteX374" fmla="*/ 2958970 w 3024845"/>
                <a:gd name="connsiteY374" fmla="*/ 592327 h 1059043"/>
                <a:gd name="connsiteX375" fmla="*/ 2958970 w 3024845"/>
                <a:gd name="connsiteY375" fmla="*/ 703483 h 1059043"/>
                <a:gd name="connsiteX376" fmla="*/ 2958970 w 3024845"/>
                <a:gd name="connsiteY376" fmla="*/ 717262 h 1059043"/>
                <a:gd name="connsiteX377" fmla="*/ 3024845 w 3024845"/>
                <a:gd name="connsiteY377" fmla="*/ 717262 h 1059043"/>
                <a:gd name="connsiteX378" fmla="*/ 3024845 w 3024845"/>
                <a:gd name="connsiteY378" fmla="*/ 1059043 h 1059043"/>
                <a:gd name="connsiteX379" fmla="*/ 2054 w 3024845"/>
                <a:gd name="connsiteY379" fmla="*/ 1056710 h 1059043"/>
                <a:gd name="connsiteX380" fmla="*/ 0 w 3024845"/>
                <a:gd name="connsiteY380" fmla="*/ 622592 h 1059043"/>
                <a:gd name="connsiteX381" fmla="*/ 20267 w 3024845"/>
                <a:gd name="connsiteY381" fmla="*/ 622592 h 1059043"/>
                <a:gd name="connsiteX382" fmla="*/ 20774 w 3024845"/>
                <a:gd name="connsiteY382" fmla="*/ 621511 h 1059043"/>
                <a:gd name="connsiteX383" fmla="*/ 24320 w 3024845"/>
                <a:gd name="connsiteY383" fmla="*/ 613945 h 1059043"/>
                <a:gd name="connsiteX384" fmla="*/ 26094 w 3024845"/>
                <a:gd name="connsiteY384" fmla="*/ 614215 h 1059043"/>
                <a:gd name="connsiteX385" fmla="*/ 38507 w 3024845"/>
                <a:gd name="connsiteY385" fmla="*/ 616106 h 1059043"/>
                <a:gd name="connsiteX386" fmla="*/ 39014 w 3024845"/>
                <a:gd name="connsiteY386" fmla="*/ 617458 h 1059043"/>
                <a:gd name="connsiteX387" fmla="*/ 42560 w 3024845"/>
                <a:gd name="connsiteY387" fmla="*/ 626915 h 1059043"/>
                <a:gd name="connsiteX388" fmla="*/ 68907 w 3024845"/>
                <a:gd name="connsiteY388" fmla="*/ 629077 h 1059043"/>
                <a:gd name="connsiteX389" fmla="*/ 68907 w 3024845"/>
                <a:gd name="connsiteY389" fmla="*/ 505856 h 1059043"/>
                <a:gd name="connsiteX390" fmla="*/ 70934 w 3024845"/>
                <a:gd name="connsiteY390" fmla="*/ 505856 h 1059043"/>
                <a:gd name="connsiteX391" fmla="*/ 85121 w 3024845"/>
                <a:gd name="connsiteY391" fmla="*/ 505856 h 1059043"/>
                <a:gd name="connsiteX392" fmla="*/ 85121 w 3024845"/>
                <a:gd name="connsiteY392" fmla="*/ 369664 h 1059043"/>
                <a:gd name="connsiteX393" fmla="*/ 86894 w 3024845"/>
                <a:gd name="connsiteY393" fmla="*/ 369664 h 1059043"/>
                <a:gd name="connsiteX394" fmla="*/ 99308 w 3024845"/>
                <a:gd name="connsiteY394" fmla="*/ 369664 h 1059043"/>
                <a:gd name="connsiteX395" fmla="*/ 99308 w 3024845"/>
                <a:gd name="connsiteY395" fmla="*/ 255090 h 1059043"/>
                <a:gd name="connsiteX396" fmla="*/ 103361 w 3024845"/>
                <a:gd name="connsiteY396" fmla="*/ 226986 h 1059043"/>
                <a:gd name="connsiteX397" fmla="*/ 105388 w 3024845"/>
                <a:gd name="connsiteY397" fmla="*/ 226986 h 1059043"/>
                <a:gd name="connsiteX398" fmla="*/ 119575 w 3024845"/>
                <a:gd name="connsiteY39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50320 w 3024845"/>
                <a:gd name="connsiteY311" fmla="*/ 60529 h 1059043"/>
                <a:gd name="connsiteX312" fmla="*/ 2152346 w 3024845"/>
                <a:gd name="connsiteY312" fmla="*/ 56206 h 1059043"/>
                <a:gd name="connsiteX313" fmla="*/ 2152346 w 3024845"/>
                <a:gd name="connsiteY313" fmla="*/ 0 h 1059043"/>
                <a:gd name="connsiteX314" fmla="*/ 2180720 w 3024845"/>
                <a:gd name="connsiteY314" fmla="*/ 555577 h 1059043"/>
                <a:gd name="connsiteX315" fmla="*/ 2245574 w 3024845"/>
                <a:gd name="connsiteY315" fmla="*/ 555577 h 1059043"/>
                <a:gd name="connsiteX316" fmla="*/ 2245574 w 3024845"/>
                <a:gd name="connsiteY316" fmla="*/ 631239 h 1059043"/>
                <a:gd name="connsiteX317" fmla="*/ 2253681 w 3024845"/>
                <a:gd name="connsiteY317" fmla="*/ 631239 h 1059043"/>
                <a:gd name="connsiteX318" fmla="*/ 2255708 w 3024845"/>
                <a:gd name="connsiteY318" fmla="*/ 624754 h 1059043"/>
                <a:gd name="connsiteX319" fmla="*/ 2261788 w 3024845"/>
                <a:gd name="connsiteY319" fmla="*/ 624754 h 1059043"/>
                <a:gd name="connsiteX320" fmla="*/ 2263815 w 3024845"/>
                <a:gd name="connsiteY320" fmla="*/ 633401 h 1059043"/>
                <a:gd name="connsiteX321" fmla="*/ 2275975 w 3024845"/>
                <a:gd name="connsiteY321" fmla="*/ 633401 h 1059043"/>
                <a:gd name="connsiteX322" fmla="*/ 2275975 w 3024845"/>
                <a:gd name="connsiteY322" fmla="*/ 626915 h 1059043"/>
                <a:gd name="connsiteX323" fmla="*/ 2298268 w 3024845"/>
                <a:gd name="connsiteY323" fmla="*/ 626915 h 1059043"/>
                <a:gd name="connsiteX324" fmla="*/ 2298268 w 3024845"/>
                <a:gd name="connsiteY324" fmla="*/ 633401 h 1059043"/>
                <a:gd name="connsiteX325" fmla="*/ 2318535 w 3024845"/>
                <a:gd name="connsiteY325" fmla="*/ 633401 h 1059043"/>
                <a:gd name="connsiteX326" fmla="*/ 2318535 w 3024845"/>
                <a:gd name="connsiteY326" fmla="*/ 678798 h 1059043"/>
                <a:gd name="connsiteX327" fmla="*/ 2332722 w 3024845"/>
                <a:gd name="connsiteY327" fmla="*/ 678798 h 1059043"/>
                <a:gd name="connsiteX328" fmla="*/ 2332722 w 3024845"/>
                <a:gd name="connsiteY328" fmla="*/ 665827 h 1059043"/>
                <a:gd name="connsiteX329" fmla="*/ 2348936 w 3024845"/>
                <a:gd name="connsiteY329" fmla="*/ 665827 h 1059043"/>
                <a:gd name="connsiteX330" fmla="*/ 2348936 w 3024845"/>
                <a:gd name="connsiteY330" fmla="*/ 486400 h 1059043"/>
                <a:gd name="connsiteX331" fmla="*/ 2355016 w 3024845"/>
                <a:gd name="connsiteY331" fmla="*/ 479914 h 1059043"/>
                <a:gd name="connsiteX332" fmla="*/ 2427977 w 3024845"/>
                <a:gd name="connsiteY332" fmla="*/ 479914 h 1059043"/>
                <a:gd name="connsiteX333" fmla="*/ 2427977 w 3024845"/>
                <a:gd name="connsiteY333" fmla="*/ 488562 h 1059043"/>
                <a:gd name="connsiteX334" fmla="*/ 2438110 w 3024845"/>
                <a:gd name="connsiteY334" fmla="*/ 488562 h 1059043"/>
                <a:gd name="connsiteX335" fmla="*/ 2438110 w 3024845"/>
                <a:gd name="connsiteY335" fmla="*/ 603136 h 1059043"/>
                <a:gd name="connsiteX336" fmla="*/ 2460404 w 3024845"/>
                <a:gd name="connsiteY336" fmla="*/ 603136 h 1059043"/>
                <a:gd name="connsiteX337" fmla="*/ 2460404 w 3024845"/>
                <a:gd name="connsiteY337" fmla="*/ 536121 h 1059043"/>
                <a:gd name="connsiteX338" fmla="*/ 2486751 w 3024845"/>
                <a:gd name="connsiteY338" fmla="*/ 536121 h 1059043"/>
                <a:gd name="connsiteX339" fmla="*/ 2490804 w 3024845"/>
                <a:gd name="connsiteY339" fmla="*/ 531797 h 1059043"/>
                <a:gd name="connsiteX340" fmla="*/ 2498911 w 3024845"/>
                <a:gd name="connsiteY340" fmla="*/ 531797 h 1059043"/>
                <a:gd name="connsiteX341" fmla="*/ 2502964 w 3024845"/>
                <a:gd name="connsiteY341" fmla="*/ 536121 h 1059043"/>
                <a:gd name="connsiteX342" fmla="*/ 2525258 w 3024845"/>
                <a:gd name="connsiteY342" fmla="*/ 536121 h 1059043"/>
                <a:gd name="connsiteX343" fmla="*/ 2525258 w 3024845"/>
                <a:gd name="connsiteY343" fmla="*/ 419385 h 1059043"/>
                <a:gd name="connsiteX344" fmla="*/ 2582005 w 3024845"/>
                <a:gd name="connsiteY344" fmla="*/ 408576 h 1059043"/>
                <a:gd name="connsiteX345" fmla="*/ 2582005 w 3024845"/>
                <a:gd name="connsiteY345" fmla="*/ 409657 h 1059043"/>
                <a:gd name="connsiteX346" fmla="*/ 2582005 w 3024845"/>
                <a:gd name="connsiteY346" fmla="*/ 417223 h 1059043"/>
                <a:gd name="connsiteX347" fmla="*/ 2608352 w 3024845"/>
                <a:gd name="connsiteY347" fmla="*/ 417223 h 1059043"/>
                <a:gd name="connsiteX348" fmla="*/ 2608352 w 3024845"/>
                <a:gd name="connsiteY348" fmla="*/ 672313 h 1059043"/>
                <a:gd name="connsiteX349" fmla="*/ 2630646 w 3024845"/>
                <a:gd name="connsiteY349" fmla="*/ 672313 h 1059043"/>
                <a:gd name="connsiteX350" fmla="*/ 2630646 w 3024845"/>
                <a:gd name="connsiteY350" fmla="*/ 667989 h 1059043"/>
                <a:gd name="connsiteX351" fmla="*/ 2642806 w 3024845"/>
                <a:gd name="connsiteY351" fmla="*/ 667989 h 1059043"/>
                <a:gd name="connsiteX352" fmla="*/ 2642806 w 3024845"/>
                <a:gd name="connsiteY352" fmla="*/ 672313 h 1059043"/>
                <a:gd name="connsiteX353" fmla="*/ 2667126 w 3024845"/>
                <a:gd name="connsiteY353" fmla="*/ 672313 h 1059043"/>
                <a:gd name="connsiteX354" fmla="*/ 2667126 w 3024845"/>
                <a:gd name="connsiteY354" fmla="*/ 659342 h 1059043"/>
                <a:gd name="connsiteX355" fmla="*/ 2695500 w 3024845"/>
                <a:gd name="connsiteY355" fmla="*/ 659342 h 1059043"/>
                <a:gd name="connsiteX356" fmla="*/ 2707660 w 3024845"/>
                <a:gd name="connsiteY356" fmla="*/ 655018 h 1059043"/>
                <a:gd name="connsiteX357" fmla="*/ 2727927 w 3024845"/>
                <a:gd name="connsiteY357" fmla="*/ 659342 h 1059043"/>
                <a:gd name="connsiteX358" fmla="*/ 2727927 w 3024845"/>
                <a:gd name="connsiteY358" fmla="*/ 642048 h 1059043"/>
                <a:gd name="connsiteX359" fmla="*/ 2736034 w 3024845"/>
                <a:gd name="connsiteY359" fmla="*/ 642048 h 1059043"/>
                <a:gd name="connsiteX360" fmla="*/ 2736034 w 3024845"/>
                <a:gd name="connsiteY360" fmla="*/ 629077 h 1059043"/>
                <a:gd name="connsiteX361" fmla="*/ 2792781 w 3024845"/>
                <a:gd name="connsiteY361" fmla="*/ 629077 h 1059043"/>
                <a:gd name="connsiteX362" fmla="*/ 2792781 w 3024845"/>
                <a:gd name="connsiteY362" fmla="*/ 598812 h 1059043"/>
                <a:gd name="connsiteX363" fmla="*/ 2811021 w 3024845"/>
                <a:gd name="connsiteY363" fmla="*/ 598812 h 1059043"/>
                <a:gd name="connsiteX364" fmla="*/ 2811021 w 3024845"/>
                <a:gd name="connsiteY364" fmla="*/ 592327 h 1059043"/>
                <a:gd name="connsiteX365" fmla="*/ 2823181 w 3024845"/>
                <a:gd name="connsiteY365" fmla="*/ 592327 h 1059043"/>
                <a:gd name="connsiteX366" fmla="*/ 2823181 w 3024845"/>
                <a:gd name="connsiteY366" fmla="*/ 598812 h 1059043"/>
                <a:gd name="connsiteX367" fmla="*/ 2839395 w 3024845"/>
                <a:gd name="connsiteY367" fmla="*/ 598812 h 1059043"/>
                <a:gd name="connsiteX368" fmla="*/ 2839395 w 3024845"/>
                <a:gd name="connsiteY368" fmla="*/ 648533 h 1059043"/>
                <a:gd name="connsiteX369" fmla="*/ 2871822 w 3024845"/>
                <a:gd name="connsiteY369" fmla="*/ 648533 h 1059043"/>
                <a:gd name="connsiteX370" fmla="*/ 2871822 w 3024845"/>
                <a:gd name="connsiteY370" fmla="*/ 622592 h 1059043"/>
                <a:gd name="connsiteX371" fmla="*/ 2910329 w 3024845"/>
                <a:gd name="connsiteY371" fmla="*/ 622592 h 1059043"/>
                <a:gd name="connsiteX372" fmla="*/ 2910329 w 3024845"/>
                <a:gd name="connsiteY372" fmla="*/ 592327 h 1059043"/>
                <a:gd name="connsiteX373" fmla="*/ 2958970 w 3024845"/>
                <a:gd name="connsiteY373" fmla="*/ 592327 h 1059043"/>
                <a:gd name="connsiteX374" fmla="*/ 2958970 w 3024845"/>
                <a:gd name="connsiteY374" fmla="*/ 703483 h 1059043"/>
                <a:gd name="connsiteX375" fmla="*/ 2958970 w 3024845"/>
                <a:gd name="connsiteY375" fmla="*/ 717262 h 1059043"/>
                <a:gd name="connsiteX376" fmla="*/ 3024845 w 3024845"/>
                <a:gd name="connsiteY376" fmla="*/ 717262 h 1059043"/>
                <a:gd name="connsiteX377" fmla="*/ 3024845 w 3024845"/>
                <a:gd name="connsiteY377" fmla="*/ 1059043 h 1059043"/>
                <a:gd name="connsiteX378" fmla="*/ 2054 w 3024845"/>
                <a:gd name="connsiteY378" fmla="*/ 1056710 h 1059043"/>
                <a:gd name="connsiteX379" fmla="*/ 0 w 3024845"/>
                <a:gd name="connsiteY379" fmla="*/ 622592 h 1059043"/>
                <a:gd name="connsiteX380" fmla="*/ 20267 w 3024845"/>
                <a:gd name="connsiteY380" fmla="*/ 622592 h 1059043"/>
                <a:gd name="connsiteX381" fmla="*/ 20774 w 3024845"/>
                <a:gd name="connsiteY381" fmla="*/ 621511 h 1059043"/>
                <a:gd name="connsiteX382" fmla="*/ 24320 w 3024845"/>
                <a:gd name="connsiteY382" fmla="*/ 613945 h 1059043"/>
                <a:gd name="connsiteX383" fmla="*/ 26094 w 3024845"/>
                <a:gd name="connsiteY383" fmla="*/ 614215 h 1059043"/>
                <a:gd name="connsiteX384" fmla="*/ 38507 w 3024845"/>
                <a:gd name="connsiteY384" fmla="*/ 616106 h 1059043"/>
                <a:gd name="connsiteX385" fmla="*/ 39014 w 3024845"/>
                <a:gd name="connsiteY385" fmla="*/ 617458 h 1059043"/>
                <a:gd name="connsiteX386" fmla="*/ 42560 w 3024845"/>
                <a:gd name="connsiteY386" fmla="*/ 626915 h 1059043"/>
                <a:gd name="connsiteX387" fmla="*/ 68907 w 3024845"/>
                <a:gd name="connsiteY387" fmla="*/ 629077 h 1059043"/>
                <a:gd name="connsiteX388" fmla="*/ 68907 w 3024845"/>
                <a:gd name="connsiteY388" fmla="*/ 505856 h 1059043"/>
                <a:gd name="connsiteX389" fmla="*/ 70934 w 3024845"/>
                <a:gd name="connsiteY389" fmla="*/ 505856 h 1059043"/>
                <a:gd name="connsiteX390" fmla="*/ 85121 w 3024845"/>
                <a:gd name="connsiteY390" fmla="*/ 505856 h 1059043"/>
                <a:gd name="connsiteX391" fmla="*/ 85121 w 3024845"/>
                <a:gd name="connsiteY391" fmla="*/ 369664 h 1059043"/>
                <a:gd name="connsiteX392" fmla="*/ 86894 w 3024845"/>
                <a:gd name="connsiteY392" fmla="*/ 369664 h 1059043"/>
                <a:gd name="connsiteX393" fmla="*/ 99308 w 3024845"/>
                <a:gd name="connsiteY393" fmla="*/ 369664 h 1059043"/>
                <a:gd name="connsiteX394" fmla="*/ 99308 w 3024845"/>
                <a:gd name="connsiteY394" fmla="*/ 255090 h 1059043"/>
                <a:gd name="connsiteX395" fmla="*/ 103361 w 3024845"/>
                <a:gd name="connsiteY395" fmla="*/ 226986 h 1059043"/>
                <a:gd name="connsiteX396" fmla="*/ 105388 w 3024845"/>
                <a:gd name="connsiteY396" fmla="*/ 226986 h 1059043"/>
                <a:gd name="connsiteX397" fmla="*/ 119575 w 3024845"/>
                <a:gd name="connsiteY397" fmla="*/ 226986 h 1059043"/>
                <a:gd name="connsiteX0" fmla="*/ 119575 w 3024845"/>
                <a:gd name="connsiteY0" fmla="*/ 255427 h 1087484"/>
                <a:gd name="connsiteX1" fmla="*/ 200642 w 3024845"/>
                <a:gd name="connsiteY1" fmla="*/ 253266 h 1087484"/>
                <a:gd name="connsiteX2" fmla="*/ 202669 w 3024845"/>
                <a:gd name="connsiteY2" fmla="*/ 253266 h 1087484"/>
                <a:gd name="connsiteX3" fmla="*/ 216856 w 3024845"/>
                <a:gd name="connsiteY3" fmla="*/ 253266 h 1087484"/>
                <a:gd name="connsiteX4" fmla="*/ 216856 w 3024845"/>
                <a:gd name="connsiteY4" fmla="*/ 277045 h 1087484"/>
                <a:gd name="connsiteX5" fmla="*/ 217363 w 3024845"/>
                <a:gd name="connsiteY5" fmla="*/ 277856 h 1087484"/>
                <a:gd name="connsiteX6" fmla="*/ 220909 w 3024845"/>
                <a:gd name="connsiteY6" fmla="*/ 283531 h 1087484"/>
                <a:gd name="connsiteX7" fmla="*/ 220909 w 3024845"/>
                <a:gd name="connsiteY7" fmla="*/ 398105 h 1087484"/>
                <a:gd name="connsiteX8" fmla="*/ 223189 w 3024845"/>
                <a:gd name="connsiteY8" fmla="*/ 398105 h 1087484"/>
                <a:gd name="connsiteX9" fmla="*/ 239150 w 3024845"/>
                <a:gd name="connsiteY9" fmla="*/ 398105 h 1087484"/>
                <a:gd name="connsiteX10" fmla="*/ 239150 w 3024845"/>
                <a:gd name="connsiteY10" fmla="*/ 538620 h 1087484"/>
                <a:gd name="connsiteX11" fmla="*/ 240670 w 3024845"/>
                <a:gd name="connsiteY11" fmla="*/ 538350 h 1087484"/>
                <a:gd name="connsiteX12" fmla="*/ 251310 w 3024845"/>
                <a:gd name="connsiteY12" fmla="*/ 536459 h 1087484"/>
                <a:gd name="connsiteX13" fmla="*/ 249283 w 3024845"/>
                <a:gd name="connsiteY13" fmla="*/ 625091 h 1087484"/>
                <a:gd name="connsiteX14" fmla="*/ 250803 w 3024845"/>
                <a:gd name="connsiteY14" fmla="*/ 625362 h 1087484"/>
                <a:gd name="connsiteX15" fmla="*/ 261443 w 3024845"/>
                <a:gd name="connsiteY15" fmla="*/ 627253 h 1087484"/>
                <a:gd name="connsiteX16" fmla="*/ 261696 w 3024845"/>
                <a:gd name="connsiteY16" fmla="*/ 628064 h 1087484"/>
                <a:gd name="connsiteX17" fmla="*/ 263470 w 3024845"/>
                <a:gd name="connsiteY17" fmla="*/ 633739 h 1087484"/>
                <a:gd name="connsiteX18" fmla="*/ 264230 w 3024845"/>
                <a:gd name="connsiteY18" fmla="*/ 631307 h 1087484"/>
                <a:gd name="connsiteX19" fmla="*/ 269550 w 3024845"/>
                <a:gd name="connsiteY19" fmla="*/ 614283 h 1087484"/>
                <a:gd name="connsiteX20" fmla="*/ 271323 w 3024845"/>
                <a:gd name="connsiteY20" fmla="*/ 614283 h 1087484"/>
                <a:gd name="connsiteX21" fmla="*/ 283737 w 3024845"/>
                <a:gd name="connsiteY21" fmla="*/ 614283 h 1087484"/>
                <a:gd name="connsiteX22" fmla="*/ 283737 w 3024845"/>
                <a:gd name="connsiteY22" fmla="*/ 646709 h 1087484"/>
                <a:gd name="connsiteX23" fmla="*/ 284750 w 3024845"/>
                <a:gd name="connsiteY23" fmla="*/ 647250 h 1087484"/>
                <a:gd name="connsiteX24" fmla="*/ 291844 w 3024845"/>
                <a:gd name="connsiteY24" fmla="*/ 651033 h 1087484"/>
                <a:gd name="connsiteX25" fmla="*/ 291844 w 3024845"/>
                <a:gd name="connsiteY25" fmla="*/ 652384 h 1087484"/>
                <a:gd name="connsiteX26" fmla="*/ 291844 w 3024845"/>
                <a:gd name="connsiteY26" fmla="*/ 661842 h 1087484"/>
                <a:gd name="connsiteX27" fmla="*/ 336431 w 3024845"/>
                <a:gd name="connsiteY27" fmla="*/ 661842 h 1087484"/>
                <a:gd name="connsiteX28" fmla="*/ 336431 w 3024845"/>
                <a:gd name="connsiteY28" fmla="*/ 662923 h 1087484"/>
                <a:gd name="connsiteX29" fmla="*/ 336431 w 3024845"/>
                <a:gd name="connsiteY29" fmla="*/ 670489 h 1087484"/>
                <a:gd name="connsiteX30" fmla="*/ 338457 w 3024845"/>
                <a:gd name="connsiteY30" fmla="*/ 670489 h 1087484"/>
                <a:gd name="connsiteX31" fmla="*/ 352644 w 3024845"/>
                <a:gd name="connsiteY31" fmla="*/ 670489 h 1087484"/>
                <a:gd name="connsiteX32" fmla="*/ 352644 w 3024845"/>
                <a:gd name="connsiteY32" fmla="*/ 640224 h 1087484"/>
                <a:gd name="connsiteX33" fmla="*/ 397231 w 3024845"/>
                <a:gd name="connsiteY33" fmla="*/ 640224 h 1087484"/>
                <a:gd name="connsiteX34" fmla="*/ 397231 w 3024845"/>
                <a:gd name="connsiteY34" fmla="*/ 638873 h 1087484"/>
                <a:gd name="connsiteX35" fmla="*/ 397231 w 3024845"/>
                <a:gd name="connsiteY35" fmla="*/ 629415 h 1087484"/>
                <a:gd name="connsiteX36" fmla="*/ 398245 w 3024845"/>
                <a:gd name="connsiteY36" fmla="*/ 629415 h 1087484"/>
                <a:gd name="connsiteX37" fmla="*/ 405338 w 3024845"/>
                <a:gd name="connsiteY37" fmla="*/ 629415 h 1087484"/>
                <a:gd name="connsiteX38" fmla="*/ 405338 w 3024845"/>
                <a:gd name="connsiteY38" fmla="*/ 627524 h 1087484"/>
                <a:gd name="connsiteX39" fmla="*/ 405338 w 3024845"/>
                <a:gd name="connsiteY39" fmla="*/ 614283 h 1087484"/>
                <a:gd name="connsiteX40" fmla="*/ 406098 w 3024845"/>
                <a:gd name="connsiteY40" fmla="*/ 614283 h 1087484"/>
                <a:gd name="connsiteX41" fmla="*/ 411418 w 3024845"/>
                <a:gd name="connsiteY41" fmla="*/ 614283 h 1087484"/>
                <a:gd name="connsiteX42" fmla="*/ 411418 w 3024845"/>
                <a:gd name="connsiteY42" fmla="*/ 613202 h 1087484"/>
                <a:gd name="connsiteX43" fmla="*/ 411418 w 3024845"/>
                <a:gd name="connsiteY43" fmla="*/ 605635 h 1087484"/>
                <a:gd name="connsiteX44" fmla="*/ 413445 w 3024845"/>
                <a:gd name="connsiteY44" fmla="*/ 605635 h 1087484"/>
                <a:gd name="connsiteX45" fmla="*/ 427632 w 3024845"/>
                <a:gd name="connsiteY45" fmla="*/ 605635 h 1087484"/>
                <a:gd name="connsiteX46" fmla="*/ 427632 w 3024845"/>
                <a:gd name="connsiteY46" fmla="*/ 606716 h 1087484"/>
                <a:gd name="connsiteX47" fmla="*/ 427632 w 3024845"/>
                <a:gd name="connsiteY47" fmla="*/ 614283 h 1087484"/>
                <a:gd name="connsiteX48" fmla="*/ 449925 w 3024845"/>
                <a:gd name="connsiteY48" fmla="*/ 614283 h 1087484"/>
                <a:gd name="connsiteX49" fmla="*/ 449925 w 3024845"/>
                <a:gd name="connsiteY49" fmla="*/ 612391 h 1087484"/>
                <a:gd name="connsiteX50" fmla="*/ 449925 w 3024845"/>
                <a:gd name="connsiteY50" fmla="*/ 599150 h 1087484"/>
                <a:gd name="connsiteX51" fmla="*/ 451699 w 3024845"/>
                <a:gd name="connsiteY51" fmla="*/ 599150 h 1087484"/>
                <a:gd name="connsiteX52" fmla="*/ 464112 w 3024845"/>
                <a:gd name="connsiteY52" fmla="*/ 599150 h 1087484"/>
                <a:gd name="connsiteX53" fmla="*/ 464112 w 3024845"/>
                <a:gd name="connsiteY53" fmla="*/ 622930 h 1087484"/>
                <a:gd name="connsiteX54" fmla="*/ 465126 w 3024845"/>
                <a:gd name="connsiteY54" fmla="*/ 622930 h 1087484"/>
                <a:gd name="connsiteX55" fmla="*/ 472219 w 3024845"/>
                <a:gd name="connsiteY55" fmla="*/ 622930 h 1087484"/>
                <a:gd name="connsiteX56" fmla="*/ 472219 w 3024845"/>
                <a:gd name="connsiteY56" fmla="*/ 621849 h 1087484"/>
                <a:gd name="connsiteX57" fmla="*/ 472219 w 3024845"/>
                <a:gd name="connsiteY57" fmla="*/ 614283 h 1087484"/>
                <a:gd name="connsiteX58" fmla="*/ 473992 w 3024845"/>
                <a:gd name="connsiteY58" fmla="*/ 614283 h 1087484"/>
                <a:gd name="connsiteX59" fmla="*/ 486406 w 3024845"/>
                <a:gd name="connsiteY59" fmla="*/ 614283 h 1087484"/>
                <a:gd name="connsiteX60" fmla="*/ 486406 w 3024845"/>
                <a:gd name="connsiteY60" fmla="*/ 640224 h 1087484"/>
                <a:gd name="connsiteX61" fmla="*/ 488433 w 3024845"/>
                <a:gd name="connsiteY61" fmla="*/ 640224 h 1087484"/>
                <a:gd name="connsiteX62" fmla="*/ 502619 w 3024845"/>
                <a:gd name="connsiteY62" fmla="*/ 640224 h 1087484"/>
                <a:gd name="connsiteX63" fmla="*/ 502619 w 3024845"/>
                <a:gd name="connsiteY63" fmla="*/ 641845 h 1087484"/>
                <a:gd name="connsiteX64" fmla="*/ 502619 w 3024845"/>
                <a:gd name="connsiteY64" fmla="*/ 653195 h 1087484"/>
                <a:gd name="connsiteX65" fmla="*/ 503379 w 3024845"/>
                <a:gd name="connsiteY65" fmla="*/ 653195 h 1087484"/>
                <a:gd name="connsiteX66" fmla="*/ 508700 w 3024845"/>
                <a:gd name="connsiteY66" fmla="*/ 653195 h 1087484"/>
                <a:gd name="connsiteX67" fmla="*/ 508700 w 3024845"/>
                <a:gd name="connsiteY67" fmla="*/ 652384 h 1087484"/>
                <a:gd name="connsiteX68" fmla="*/ 508700 w 3024845"/>
                <a:gd name="connsiteY68" fmla="*/ 646709 h 1087484"/>
                <a:gd name="connsiteX69" fmla="*/ 539100 w 3024845"/>
                <a:gd name="connsiteY69" fmla="*/ 646709 h 1087484"/>
                <a:gd name="connsiteX70" fmla="*/ 539100 w 3024845"/>
                <a:gd name="connsiteY70" fmla="*/ 670489 h 1087484"/>
                <a:gd name="connsiteX71" fmla="*/ 540113 w 3024845"/>
                <a:gd name="connsiteY71" fmla="*/ 670489 h 1087484"/>
                <a:gd name="connsiteX72" fmla="*/ 547207 w 3024845"/>
                <a:gd name="connsiteY72" fmla="*/ 670489 h 1087484"/>
                <a:gd name="connsiteX73" fmla="*/ 547207 w 3024845"/>
                <a:gd name="connsiteY73" fmla="*/ 671570 h 1087484"/>
                <a:gd name="connsiteX74" fmla="*/ 547207 w 3024845"/>
                <a:gd name="connsiteY74" fmla="*/ 679136 h 1087484"/>
                <a:gd name="connsiteX75" fmla="*/ 547967 w 3024845"/>
                <a:gd name="connsiteY75" fmla="*/ 679136 h 1087484"/>
                <a:gd name="connsiteX76" fmla="*/ 553287 w 3024845"/>
                <a:gd name="connsiteY76" fmla="*/ 679136 h 1087484"/>
                <a:gd name="connsiteX77" fmla="*/ 553287 w 3024845"/>
                <a:gd name="connsiteY77" fmla="*/ 676974 h 1087484"/>
                <a:gd name="connsiteX78" fmla="*/ 553287 w 3024845"/>
                <a:gd name="connsiteY78" fmla="*/ 661842 h 1087484"/>
                <a:gd name="connsiteX79" fmla="*/ 554300 w 3024845"/>
                <a:gd name="connsiteY79" fmla="*/ 661842 h 1087484"/>
                <a:gd name="connsiteX80" fmla="*/ 561394 w 3024845"/>
                <a:gd name="connsiteY80" fmla="*/ 661842 h 1087484"/>
                <a:gd name="connsiteX81" fmla="*/ 561394 w 3024845"/>
                <a:gd name="connsiteY81" fmla="*/ 662923 h 1087484"/>
                <a:gd name="connsiteX82" fmla="*/ 561394 w 3024845"/>
                <a:gd name="connsiteY82" fmla="*/ 670489 h 1087484"/>
                <a:gd name="connsiteX83" fmla="*/ 566714 w 3024845"/>
                <a:gd name="connsiteY83" fmla="*/ 668496 h 1087484"/>
                <a:gd name="connsiteX84" fmla="*/ 567474 w 3024845"/>
                <a:gd name="connsiteY84" fmla="*/ 667516 h 1087484"/>
                <a:gd name="connsiteX85" fmla="*/ 567474 w 3024845"/>
                <a:gd name="connsiteY85" fmla="*/ 661842 h 1087484"/>
                <a:gd name="connsiteX86" fmla="*/ 605981 w 3024845"/>
                <a:gd name="connsiteY86" fmla="*/ 661842 h 1087484"/>
                <a:gd name="connsiteX87" fmla="*/ 605981 w 3024845"/>
                <a:gd name="connsiteY87" fmla="*/ 685621 h 1087484"/>
                <a:gd name="connsiteX88" fmla="*/ 608007 w 3024845"/>
                <a:gd name="connsiteY88" fmla="*/ 685621 h 1087484"/>
                <a:gd name="connsiteX89" fmla="*/ 622194 w 3024845"/>
                <a:gd name="connsiteY89" fmla="*/ 685621 h 1087484"/>
                <a:gd name="connsiteX90" fmla="*/ 622194 w 3024845"/>
                <a:gd name="connsiteY90" fmla="*/ 686702 h 1087484"/>
                <a:gd name="connsiteX91" fmla="*/ 622194 w 3024845"/>
                <a:gd name="connsiteY91" fmla="*/ 694268 h 1087484"/>
                <a:gd name="connsiteX92" fmla="*/ 623968 w 3024845"/>
                <a:gd name="connsiteY92" fmla="*/ 694268 h 1087484"/>
                <a:gd name="connsiteX93" fmla="*/ 636381 w 3024845"/>
                <a:gd name="connsiteY93" fmla="*/ 694268 h 1087484"/>
                <a:gd name="connsiteX94" fmla="*/ 636381 w 3024845"/>
                <a:gd name="connsiteY94" fmla="*/ 670489 h 1087484"/>
                <a:gd name="connsiteX95" fmla="*/ 637394 w 3024845"/>
                <a:gd name="connsiteY95" fmla="*/ 670489 h 1087484"/>
                <a:gd name="connsiteX96" fmla="*/ 644488 w 3024845"/>
                <a:gd name="connsiteY96" fmla="*/ 670489 h 1087484"/>
                <a:gd name="connsiteX97" fmla="*/ 644488 w 3024845"/>
                <a:gd name="connsiteY97" fmla="*/ 638062 h 1087484"/>
                <a:gd name="connsiteX98" fmla="*/ 645501 w 3024845"/>
                <a:gd name="connsiteY98" fmla="*/ 638062 h 1087484"/>
                <a:gd name="connsiteX99" fmla="*/ 652595 w 3024845"/>
                <a:gd name="connsiteY99" fmla="*/ 638062 h 1087484"/>
                <a:gd name="connsiteX100" fmla="*/ 652595 w 3024845"/>
                <a:gd name="connsiteY100" fmla="*/ 636171 h 1087484"/>
                <a:gd name="connsiteX101" fmla="*/ 652595 w 3024845"/>
                <a:gd name="connsiteY101" fmla="*/ 622930 h 1087484"/>
                <a:gd name="connsiteX102" fmla="*/ 651328 w 3024845"/>
                <a:gd name="connsiteY102" fmla="*/ 621308 h 1087484"/>
                <a:gd name="connsiteX103" fmla="*/ 656648 w 3024845"/>
                <a:gd name="connsiteY103" fmla="*/ 609959 h 1087484"/>
                <a:gd name="connsiteX104" fmla="*/ 664755 w 3024845"/>
                <a:gd name="connsiteY104" fmla="*/ 638062 h 1087484"/>
                <a:gd name="connsiteX105" fmla="*/ 665515 w 3024845"/>
                <a:gd name="connsiteY105" fmla="*/ 638062 h 1087484"/>
                <a:gd name="connsiteX106" fmla="*/ 670835 w 3024845"/>
                <a:gd name="connsiteY106" fmla="*/ 638062 h 1087484"/>
                <a:gd name="connsiteX107" fmla="*/ 670835 w 3024845"/>
                <a:gd name="connsiteY107" fmla="*/ 532135 h 1087484"/>
                <a:gd name="connsiteX108" fmla="*/ 672355 w 3024845"/>
                <a:gd name="connsiteY108" fmla="*/ 532135 h 1087484"/>
                <a:gd name="connsiteX109" fmla="*/ 682995 w 3024845"/>
                <a:gd name="connsiteY109" fmla="*/ 532135 h 1087484"/>
                <a:gd name="connsiteX110" fmla="*/ 682995 w 3024845"/>
                <a:gd name="connsiteY110" fmla="*/ 484576 h 1087484"/>
                <a:gd name="connsiteX111" fmla="*/ 709342 w 3024845"/>
                <a:gd name="connsiteY111" fmla="*/ 484576 h 1087484"/>
                <a:gd name="connsiteX112" fmla="*/ 709342 w 3024845"/>
                <a:gd name="connsiteY112" fmla="*/ 462958 h 1087484"/>
                <a:gd name="connsiteX113" fmla="*/ 743796 w 3024845"/>
                <a:gd name="connsiteY113" fmla="*/ 462958 h 1087484"/>
                <a:gd name="connsiteX114" fmla="*/ 743796 w 3024845"/>
                <a:gd name="connsiteY114" fmla="*/ 465390 h 1087484"/>
                <a:gd name="connsiteX115" fmla="*/ 743796 w 3024845"/>
                <a:gd name="connsiteY115" fmla="*/ 482414 h 1087484"/>
                <a:gd name="connsiteX116" fmla="*/ 746076 w 3024845"/>
                <a:gd name="connsiteY116" fmla="*/ 482414 h 1087484"/>
                <a:gd name="connsiteX117" fmla="*/ 762036 w 3024845"/>
                <a:gd name="connsiteY117" fmla="*/ 482414 h 1087484"/>
                <a:gd name="connsiteX118" fmla="*/ 762036 w 3024845"/>
                <a:gd name="connsiteY118" fmla="*/ 529973 h 1087484"/>
                <a:gd name="connsiteX119" fmla="*/ 763049 w 3024845"/>
                <a:gd name="connsiteY119" fmla="*/ 529973 h 1087484"/>
                <a:gd name="connsiteX120" fmla="*/ 770143 w 3024845"/>
                <a:gd name="connsiteY120" fmla="*/ 529973 h 1087484"/>
                <a:gd name="connsiteX121" fmla="*/ 784330 w 3024845"/>
                <a:gd name="connsiteY121" fmla="*/ 534297 h 1087484"/>
                <a:gd name="connsiteX122" fmla="*/ 784330 w 3024845"/>
                <a:gd name="connsiteY122" fmla="*/ 573209 h 1087484"/>
                <a:gd name="connsiteX123" fmla="*/ 785343 w 3024845"/>
                <a:gd name="connsiteY123" fmla="*/ 573209 h 1087484"/>
                <a:gd name="connsiteX124" fmla="*/ 792436 w 3024845"/>
                <a:gd name="connsiteY124" fmla="*/ 573209 h 1087484"/>
                <a:gd name="connsiteX125" fmla="*/ 792436 w 3024845"/>
                <a:gd name="connsiteY125" fmla="*/ 574830 h 1087484"/>
                <a:gd name="connsiteX126" fmla="*/ 792436 w 3024845"/>
                <a:gd name="connsiteY126" fmla="*/ 586179 h 1087484"/>
                <a:gd name="connsiteX127" fmla="*/ 794463 w 3024845"/>
                <a:gd name="connsiteY127" fmla="*/ 586179 h 1087484"/>
                <a:gd name="connsiteX128" fmla="*/ 808650 w 3024845"/>
                <a:gd name="connsiteY128" fmla="*/ 586179 h 1087484"/>
                <a:gd name="connsiteX129" fmla="*/ 814730 w 3024845"/>
                <a:gd name="connsiteY129" fmla="*/ 592665 h 1087484"/>
                <a:gd name="connsiteX130" fmla="*/ 814730 w 3024845"/>
                <a:gd name="connsiteY130" fmla="*/ 614283 h 1087484"/>
                <a:gd name="connsiteX131" fmla="*/ 817010 w 3024845"/>
                <a:gd name="connsiteY131" fmla="*/ 614283 h 1087484"/>
                <a:gd name="connsiteX132" fmla="*/ 832970 w 3024845"/>
                <a:gd name="connsiteY132" fmla="*/ 614283 h 1087484"/>
                <a:gd name="connsiteX133" fmla="*/ 832970 w 3024845"/>
                <a:gd name="connsiteY133" fmla="*/ 615363 h 1087484"/>
                <a:gd name="connsiteX134" fmla="*/ 832970 w 3024845"/>
                <a:gd name="connsiteY134" fmla="*/ 622930 h 1087484"/>
                <a:gd name="connsiteX135" fmla="*/ 834237 w 3024845"/>
                <a:gd name="connsiteY135" fmla="*/ 622930 h 1087484"/>
                <a:gd name="connsiteX136" fmla="*/ 843104 w 3024845"/>
                <a:gd name="connsiteY136" fmla="*/ 622930 h 1087484"/>
                <a:gd name="connsiteX137" fmla="*/ 843104 w 3024845"/>
                <a:gd name="connsiteY137" fmla="*/ 625091 h 1087484"/>
                <a:gd name="connsiteX138" fmla="*/ 843104 w 3024845"/>
                <a:gd name="connsiteY138" fmla="*/ 640224 h 1087484"/>
                <a:gd name="connsiteX139" fmla="*/ 847157 w 3024845"/>
                <a:gd name="connsiteY139" fmla="*/ 638332 h 1087484"/>
                <a:gd name="connsiteX140" fmla="*/ 847157 w 3024845"/>
                <a:gd name="connsiteY140" fmla="*/ 625091 h 1087484"/>
                <a:gd name="connsiteX141" fmla="*/ 848170 w 3024845"/>
                <a:gd name="connsiteY141" fmla="*/ 625091 h 1087484"/>
                <a:gd name="connsiteX142" fmla="*/ 855264 w 3024845"/>
                <a:gd name="connsiteY142" fmla="*/ 625091 h 1087484"/>
                <a:gd name="connsiteX143" fmla="*/ 855264 w 3024845"/>
                <a:gd name="connsiteY143" fmla="*/ 626713 h 1087484"/>
                <a:gd name="connsiteX144" fmla="*/ 855264 w 3024845"/>
                <a:gd name="connsiteY144" fmla="*/ 638062 h 1087484"/>
                <a:gd name="connsiteX145" fmla="*/ 856024 w 3024845"/>
                <a:gd name="connsiteY145" fmla="*/ 638062 h 1087484"/>
                <a:gd name="connsiteX146" fmla="*/ 861344 w 3024845"/>
                <a:gd name="connsiteY146" fmla="*/ 638062 h 1087484"/>
                <a:gd name="connsiteX147" fmla="*/ 909984 w 3024845"/>
                <a:gd name="connsiteY147" fmla="*/ 633739 h 1087484"/>
                <a:gd name="connsiteX148" fmla="*/ 909984 w 3024845"/>
                <a:gd name="connsiteY148" fmla="*/ 635090 h 1087484"/>
                <a:gd name="connsiteX149" fmla="*/ 909984 w 3024845"/>
                <a:gd name="connsiteY149" fmla="*/ 644547 h 1087484"/>
                <a:gd name="connsiteX150" fmla="*/ 910744 w 3024845"/>
                <a:gd name="connsiteY150" fmla="*/ 644547 h 1087484"/>
                <a:gd name="connsiteX151" fmla="*/ 916065 w 3024845"/>
                <a:gd name="connsiteY151" fmla="*/ 644547 h 1087484"/>
                <a:gd name="connsiteX152" fmla="*/ 916065 w 3024845"/>
                <a:gd name="connsiteY152" fmla="*/ 646709 h 1087484"/>
                <a:gd name="connsiteX153" fmla="*/ 916065 w 3024845"/>
                <a:gd name="connsiteY153" fmla="*/ 661842 h 1087484"/>
                <a:gd name="connsiteX154" fmla="*/ 918091 w 3024845"/>
                <a:gd name="connsiteY154" fmla="*/ 660491 h 1087484"/>
                <a:gd name="connsiteX155" fmla="*/ 932278 w 3024845"/>
                <a:gd name="connsiteY155" fmla="*/ 651033 h 1087484"/>
                <a:gd name="connsiteX156" fmla="*/ 938358 w 3024845"/>
                <a:gd name="connsiteY156" fmla="*/ 609959 h 1087484"/>
                <a:gd name="connsiteX157" fmla="*/ 939118 w 3024845"/>
                <a:gd name="connsiteY157" fmla="*/ 609689 h 1087484"/>
                <a:gd name="connsiteX158" fmla="*/ 944438 w 3024845"/>
                <a:gd name="connsiteY158" fmla="*/ 607797 h 1087484"/>
                <a:gd name="connsiteX159" fmla="*/ 946465 w 3024845"/>
                <a:gd name="connsiteY159" fmla="*/ 538620 h 1087484"/>
                <a:gd name="connsiteX160" fmla="*/ 948492 w 3024845"/>
                <a:gd name="connsiteY160" fmla="*/ 607797 h 1087484"/>
                <a:gd name="connsiteX161" fmla="*/ 949252 w 3024845"/>
                <a:gd name="connsiteY161" fmla="*/ 608067 h 1087484"/>
                <a:gd name="connsiteX162" fmla="*/ 954572 w 3024845"/>
                <a:gd name="connsiteY162" fmla="*/ 609959 h 1087484"/>
                <a:gd name="connsiteX163" fmla="*/ 954572 w 3024845"/>
                <a:gd name="connsiteY163" fmla="*/ 523488 h 1087484"/>
                <a:gd name="connsiteX164" fmla="*/ 958625 w 3024845"/>
                <a:gd name="connsiteY164" fmla="*/ 491061 h 1087484"/>
                <a:gd name="connsiteX165" fmla="*/ 997132 w 3024845"/>
                <a:gd name="connsiteY165" fmla="*/ 491061 h 1087484"/>
                <a:gd name="connsiteX166" fmla="*/ 997132 w 3024845"/>
                <a:gd name="connsiteY166" fmla="*/ 523488 h 1087484"/>
                <a:gd name="connsiteX167" fmla="*/ 997892 w 3024845"/>
                <a:gd name="connsiteY167" fmla="*/ 523488 h 1087484"/>
                <a:gd name="connsiteX168" fmla="*/ 1003212 w 3024845"/>
                <a:gd name="connsiteY168" fmla="*/ 523488 h 1087484"/>
                <a:gd name="connsiteX169" fmla="*/ 1003212 w 3024845"/>
                <a:gd name="connsiteY169" fmla="*/ 441340 h 1087484"/>
                <a:gd name="connsiteX170" fmla="*/ 1004986 w 3024845"/>
                <a:gd name="connsiteY170" fmla="*/ 441340 h 1087484"/>
                <a:gd name="connsiteX171" fmla="*/ 1017399 w 3024845"/>
                <a:gd name="connsiteY171" fmla="*/ 441340 h 1087484"/>
                <a:gd name="connsiteX172" fmla="*/ 1017399 w 3024845"/>
                <a:gd name="connsiteY172" fmla="*/ 439449 h 1087484"/>
                <a:gd name="connsiteX173" fmla="*/ 1017399 w 3024845"/>
                <a:gd name="connsiteY173" fmla="*/ 426208 h 1087484"/>
                <a:gd name="connsiteX174" fmla="*/ 1039693 w 3024845"/>
                <a:gd name="connsiteY174" fmla="*/ 426208 h 1087484"/>
                <a:gd name="connsiteX175" fmla="*/ 1039693 w 3024845"/>
                <a:gd name="connsiteY175" fmla="*/ 425127 h 1087484"/>
                <a:gd name="connsiteX176" fmla="*/ 1039693 w 3024845"/>
                <a:gd name="connsiteY176" fmla="*/ 417561 h 1087484"/>
                <a:gd name="connsiteX177" fmla="*/ 1041466 w 3024845"/>
                <a:gd name="connsiteY177" fmla="*/ 417561 h 1087484"/>
                <a:gd name="connsiteX178" fmla="*/ 1053880 w 3024845"/>
                <a:gd name="connsiteY178" fmla="*/ 417561 h 1087484"/>
                <a:gd name="connsiteX179" fmla="*/ 1053880 w 3024845"/>
                <a:gd name="connsiteY179" fmla="*/ 418642 h 1087484"/>
                <a:gd name="connsiteX180" fmla="*/ 1053880 w 3024845"/>
                <a:gd name="connsiteY180" fmla="*/ 426208 h 1087484"/>
                <a:gd name="connsiteX181" fmla="*/ 1054640 w 3024845"/>
                <a:gd name="connsiteY181" fmla="*/ 426208 h 1087484"/>
                <a:gd name="connsiteX182" fmla="*/ 1059960 w 3024845"/>
                <a:gd name="connsiteY182" fmla="*/ 426208 h 1087484"/>
                <a:gd name="connsiteX183" fmla="*/ 1070093 w 3024845"/>
                <a:gd name="connsiteY183" fmla="*/ 421884 h 1087484"/>
                <a:gd name="connsiteX184" fmla="*/ 1074146 w 3024845"/>
                <a:gd name="connsiteY184" fmla="*/ 425127 h 1087484"/>
                <a:gd name="connsiteX185" fmla="*/ 1074146 w 3024845"/>
                <a:gd name="connsiteY185" fmla="*/ 417561 h 1087484"/>
                <a:gd name="connsiteX186" fmla="*/ 1076426 w 3024845"/>
                <a:gd name="connsiteY186" fmla="*/ 417561 h 1087484"/>
                <a:gd name="connsiteX187" fmla="*/ 1092387 w 3024845"/>
                <a:gd name="connsiteY187" fmla="*/ 417561 h 1087484"/>
                <a:gd name="connsiteX188" fmla="*/ 1092387 w 3024845"/>
                <a:gd name="connsiteY188" fmla="*/ 418642 h 1087484"/>
                <a:gd name="connsiteX189" fmla="*/ 1092387 w 3024845"/>
                <a:gd name="connsiteY189" fmla="*/ 426208 h 1087484"/>
                <a:gd name="connsiteX190" fmla="*/ 1122787 w 3024845"/>
                <a:gd name="connsiteY190" fmla="*/ 426208 h 1087484"/>
                <a:gd name="connsiteX191" fmla="*/ 1122787 w 3024845"/>
                <a:gd name="connsiteY191" fmla="*/ 427829 h 1087484"/>
                <a:gd name="connsiteX192" fmla="*/ 1122787 w 3024845"/>
                <a:gd name="connsiteY192" fmla="*/ 439179 h 1087484"/>
                <a:gd name="connsiteX193" fmla="*/ 1149134 w 3024845"/>
                <a:gd name="connsiteY193" fmla="*/ 439179 h 1087484"/>
                <a:gd name="connsiteX194" fmla="*/ 1149134 w 3024845"/>
                <a:gd name="connsiteY194" fmla="*/ 469443 h 1087484"/>
                <a:gd name="connsiteX195" fmla="*/ 1149894 w 3024845"/>
                <a:gd name="connsiteY195" fmla="*/ 469443 h 1087484"/>
                <a:gd name="connsiteX196" fmla="*/ 1155214 w 3024845"/>
                <a:gd name="connsiteY196" fmla="*/ 469443 h 1087484"/>
                <a:gd name="connsiteX197" fmla="*/ 1155214 w 3024845"/>
                <a:gd name="connsiteY197" fmla="*/ 470524 h 1087484"/>
                <a:gd name="connsiteX198" fmla="*/ 1155214 w 3024845"/>
                <a:gd name="connsiteY198" fmla="*/ 478091 h 1087484"/>
                <a:gd name="connsiteX199" fmla="*/ 1159268 w 3024845"/>
                <a:gd name="connsiteY199" fmla="*/ 508355 h 1087484"/>
                <a:gd name="connsiteX200" fmla="*/ 1160028 w 3024845"/>
                <a:gd name="connsiteY200" fmla="*/ 508355 h 1087484"/>
                <a:gd name="connsiteX201" fmla="*/ 1165348 w 3024845"/>
                <a:gd name="connsiteY201" fmla="*/ 508355 h 1087484"/>
                <a:gd name="connsiteX202" fmla="*/ 1165348 w 3024845"/>
                <a:gd name="connsiteY202" fmla="*/ 509166 h 1087484"/>
                <a:gd name="connsiteX203" fmla="*/ 1165348 w 3024845"/>
                <a:gd name="connsiteY203" fmla="*/ 514841 h 1087484"/>
                <a:gd name="connsiteX204" fmla="*/ 1166361 w 3024845"/>
                <a:gd name="connsiteY204" fmla="*/ 514841 h 1087484"/>
                <a:gd name="connsiteX205" fmla="*/ 1173454 w 3024845"/>
                <a:gd name="connsiteY205" fmla="*/ 514841 h 1087484"/>
                <a:gd name="connsiteX206" fmla="*/ 1173454 w 3024845"/>
                <a:gd name="connsiteY206" fmla="*/ 545106 h 1087484"/>
                <a:gd name="connsiteX207" fmla="*/ 1175481 w 3024845"/>
                <a:gd name="connsiteY207" fmla="*/ 545106 h 1087484"/>
                <a:gd name="connsiteX208" fmla="*/ 1189668 w 3024845"/>
                <a:gd name="connsiteY208" fmla="*/ 545106 h 1087484"/>
                <a:gd name="connsiteX209" fmla="*/ 1189668 w 3024845"/>
                <a:gd name="connsiteY209" fmla="*/ 568885 h 1087484"/>
                <a:gd name="connsiteX210" fmla="*/ 1191695 w 3024845"/>
                <a:gd name="connsiteY210" fmla="*/ 570506 h 1087484"/>
                <a:gd name="connsiteX211" fmla="*/ 1191695 w 3024845"/>
                <a:gd name="connsiteY211" fmla="*/ 581856 h 1087484"/>
                <a:gd name="connsiteX212" fmla="*/ 1192455 w 3024845"/>
                <a:gd name="connsiteY212" fmla="*/ 581856 h 1087484"/>
                <a:gd name="connsiteX213" fmla="*/ 1197775 w 3024845"/>
                <a:gd name="connsiteY213" fmla="*/ 581856 h 1087484"/>
                <a:gd name="connsiteX214" fmla="*/ 1197775 w 3024845"/>
                <a:gd name="connsiteY214" fmla="*/ 605635 h 1087484"/>
                <a:gd name="connsiteX215" fmla="*/ 1199041 w 3024845"/>
                <a:gd name="connsiteY215" fmla="*/ 605635 h 1087484"/>
                <a:gd name="connsiteX216" fmla="*/ 1207908 w 3024845"/>
                <a:gd name="connsiteY216" fmla="*/ 605635 h 1087484"/>
                <a:gd name="connsiteX217" fmla="*/ 1209935 w 3024845"/>
                <a:gd name="connsiteY217" fmla="*/ 609689 h 1087484"/>
                <a:gd name="connsiteX218" fmla="*/ 1209935 w 3024845"/>
                <a:gd name="connsiteY218" fmla="*/ 622930 h 1087484"/>
                <a:gd name="connsiteX219" fmla="*/ 1211455 w 3024845"/>
                <a:gd name="connsiteY219" fmla="*/ 621038 h 1087484"/>
                <a:gd name="connsiteX220" fmla="*/ 1222095 w 3024845"/>
                <a:gd name="connsiteY220" fmla="*/ 607797 h 1087484"/>
                <a:gd name="connsiteX221" fmla="*/ 1250469 w 3024845"/>
                <a:gd name="connsiteY221" fmla="*/ 607797 h 1087484"/>
                <a:gd name="connsiteX222" fmla="*/ 1250469 w 3024845"/>
                <a:gd name="connsiteY222" fmla="*/ 694268 h 1087484"/>
                <a:gd name="connsiteX223" fmla="*/ 1251229 w 3024845"/>
                <a:gd name="connsiteY223" fmla="*/ 694268 h 1087484"/>
                <a:gd name="connsiteX224" fmla="*/ 1256549 w 3024845"/>
                <a:gd name="connsiteY224" fmla="*/ 694268 h 1087484"/>
                <a:gd name="connsiteX225" fmla="*/ 1257309 w 3024845"/>
                <a:gd name="connsiteY225" fmla="*/ 692917 h 1087484"/>
                <a:gd name="connsiteX226" fmla="*/ 1262629 w 3024845"/>
                <a:gd name="connsiteY226" fmla="*/ 683459 h 1087484"/>
                <a:gd name="connsiteX227" fmla="*/ 1262629 w 3024845"/>
                <a:gd name="connsiteY227" fmla="*/ 685351 h 1087484"/>
                <a:gd name="connsiteX228" fmla="*/ 1262629 w 3024845"/>
                <a:gd name="connsiteY228" fmla="*/ 698592 h 1087484"/>
                <a:gd name="connsiteX229" fmla="*/ 1266682 w 3024845"/>
                <a:gd name="connsiteY229" fmla="*/ 653195 h 1087484"/>
                <a:gd name="connsiteX230" fmla="*/ 1267442 w 3024845"/>
                <a:gd name="connsiteY230" fmla="*/ 653195 h 1087484"/>
                <a:gd name="connsiteX231" fmla="*/ 1272762 w 3024845"/>
                <a:gd name="connsiteY231" fmla="*/ 653195 h 1087484"/>
                <a:gd name="connsiteX232" fmla="*/ 1272762 w 3024845"/>
                <a:gd name="connsiteY232" fmla="*/ 588341 h 1087484"/>
                <a:gd name="connsiteX233" fmla="*/ 1273776 w 3024845"/>
                <a:gd name="connsiteY233" fmla="*/ 588341 h 1087484"/>
                <a:gd name="connsiteX234" fmla="*/ 1280869 w 3024845"/>
                <a:gd name="connsiteY234" fmla="*/ 588341 h 1087484"/>
                <a:gd name="connsiteX235" fmla="*/ 1293029 w 3024845"/>
                <a:gd name="connsiteY235" fmla="*/ 545106 h 1087484"/>
                <a:gd name="connsiteX236" fmla="*/ 1294296 w 3024845"/>
                <a:gd name="connsiteY236" fmla="*/ 545106 h 1087484"/>
                <a:gd name="connsiteX237" fmla="*/ 1303163 w 3024845"/>
                <a:gd name="connsiteY237" fmla="*/ 545106 h 1087484"/>
                <a:gd name="connsiteX238" fmla="*/ 1313296 w 3024845"/>
                <a:gd name="connsiteY238" fmla="*/ 588341 h 1087484"/>
                <a:gd name="connsiteX239" fmla="*/ 1314309 w 3024845"/>
                <a:gd name="connsiteY239" fmla="*/ 588341 h 1087484"/>
                <a:gd name="connsiteX240" fmla="*/ 1321403 w 3024845"/>
                <a:gd name="connsiteY240" fmla="*/ 588341 h 1087484"/>
                <a:gd name="connsiteX241" fmla="*/ 1321403 w 3024845"/>
                <a:gd name="connsiteY241" fmla="*/ 627253 h 1087484"/>
                <a:gd name="connsiteX242" fmla="*/ 1323176 w 3024845"/>
                <a:gd name="connsiteY242" fmla="*/ 627253 h 1087484"/>
                <a:gd name="connsiteX243" fmla="*/ 1335590 w 3024845"/>
                <a:gd name="connsiteY243" fmla="*/ 627253 h 1087484"/>
                <a:gd name="connsiteX244" fmla="*/ 1335590 w 3024845"/>
                <a:gd name="connsiteY244" fmla="*/ 629415 h 1087484"/>
                <a:gd name="connsiteX245" fmla="*/ 1335590 w 3024845"/>
                <a:gd name="connsiteY245" fmla="*/ 644547 h 1087484"/>
                <a:gd name="connsiteX246" fmla="*/ 1339643 w 3024845"/>
                <a:gd name="connsiteY246" fmla="*/ 642386 h 1087484"/>
                <a:gd name="connsiteX247" fmla="*/ 1339643 w 3024845"/>
                <a:gd name="connsiteY247" fmla="*/ 627253 h 1087484"/>
                <a:gd name="connsiteX248" fmla="*/ 1341163 w 3024845"/>
                <a:gd name="connsiteY248" fmla="*/ 627253 h 1087484"/>
                <a:gd name="connsiteX249" fmla="*/ 1351803 w 3024845"/>
                <a:gd name="connsiteY249" fmla="*/ 627253 h 1087484"/>
                <a:gd name="connsiteX250" fmla="*/ 1351803 w 3024845"/>
                <a:gd name="connsiteY250" fmla="*/ 628874 h 1087484"/>
                <a:gd name="connsiteX251" fmla="*/ 1351803 w 3024845"/>
                <a:gd name="connsiteY251" fmla="*/ 640224 h 1087484"/>
                <a:gd name="connsiteX252" fmla="*/ 1382204 w 3024845"/>
                <a:gd name="connsiteY252" fmla="*/ 640224 h 1087484"/>
                <a:gd name="connsiteX253" fmla="*/ 1382204 w 3024845"/>
                <a:gd name="connsiteY253" fmla="*/ 603474 h 1087484"/>
                <a:gd name="connsiteX254" fmla="*/ 1383470 w 3024845"/>
                <a:gd name="connsiteY254" fmla="*/ 603474 h 1087484"/>
                <a:gd name="connsiteX255" fmla="*/ 1392337 w 3024845"/>
                <a:gd name="connsiteY255" fmla="*/ 603474 h 1087484"/>
                <a:gd name="connsiteX256" fmla="*/ 1392337 w 3024845"/>
                <a:gd name="connsiteY256" fmla="*/ 625091 h 1087484"/>
                <a:gd name="connsiteX257" fmla="*/ 1394364 w 3024845"/>
                <a:gd name="connsiteY257" fmla="*/ 592665 h 1087484"/>
                <a:gd name="connsiteX258" fmla="*/ 1416657 w 3024845"/>
                <a:gd name="connsiteY258" fmla="*/ 592665 h 1087484"/>
                <a:gd name="connsiteX259" fmla="*/ 1416657 w 3024845"/>
                <a:gd name="connsiteY259" fmla="*/ 591043 h 1087484"/>
                <a:gd name="connsiteX260" fmla="*/ 1416657 w 3024845"/>
                <a:gd name="connsiteY260" fmla="*/ 579694 h 1087484"/>
                <a:gd name="connsiteX261" fmla="*/ 1417417 w 3024845"/>
                <a:gd name="connsiteY261" fmla="*/ 579694 h 1087484"/>
                <a:gd name="connsiteX262" fmla="*/ 1422737 w 3024845"/>
                <a:gd name="connsiteY262" fmla="*/ 579694 h 1087484"/>
                <a:gd name="connsiteX263" fmla="*/ 1422737 w 3024845"/>
                <a:gd name="connsiteY263" fmla="*/ 577803 h 1087484"/>
                <a:gd name="connsiteX264" fmla="*/ 1422737 w 3024845"/>
                <a:gd name="connsiteY264" fmla="*/ 564562 h 1087484"/>
                <a:gd name="connsiteX265" fmla="*/ 1426791 w 3024845"/>
                <a:gd name="connsiteY265" fmla="*/ 571047 h 1087484"/>
                <a:gd name="connsiteX266" fmla="*/ 1429071 w 3024845"/>
                <a:gd name="connsiteY266" fmla="*/ 571047 h 1087484"/>
                <a:gd name="connsiteX267" fmla="*/ 1445031 w 3024845"/>
                <a:gd name="connsiteY267" fmla="*/ 571047 h 1087484"/>
                <a:gd name="connsiteX268" fmla="*/ 1445031 w 3024845"/>
                <a:gd name="connsiteY268" fmla="*/ 570236 h 1087484"/>
                <a:gd name="connsiteX269" fmla="*/ 1445031 w 3024845"/>
                <a:gd name="connsiteY269" fmla="*/ 564562 h 1087484"/>
                <a:gd name="connsiteX270" fmla="*/ 1445791 w 3024845"/>
                <a:gd name="connsiteY270" fmla="*/ 564562 h 1087484"/>
                <a:gd name="connsiteX271" fmla="*/ 1451111 w 3024845"/>
                <a:gd name="connsiteY271" fmla="*/ 564562 h 1087484"/>
                <a:gd name="connsiteX272" fmla="*/ 1451111 w 3024845"/>
                <a:gd name="connsiteY272" fmla="*/ 565913 h 1087484"/>
                <a:gd name="connsiteX273" fmla="*/ 1451111 w 3024845"/>
                <a:gd name="connsiteY273" fmla="*/ 575371 h 1087484"/>
                <a:gd name="connsiteX274" fmla="*/ 1489618 w 3024845"/>
                <a:gd name="connsiteY274" fmla="*/ 575371 h 1087484"/>
                <a:gd name="connsiteX275" fmla="*/ 1489618 w 3024845"/>
                <a:gd name="connsiteY275" fmla="*/ 713724 h 1087484"/>
                <a:gd name="connsiteX276" fmla="*/ 1491138 w 3024845"/>
                <a:gd name="connsiteY276" fmla="*/ 713724 h 1087484"/>
                <a:gd name="connsiteX277" fmla="*/ 1501778 w 3024845"/>
                <a:gd name="connsiteY277" fmla="*/ 713724 h 1087484"/>
                <a:gd name="connsiteX278" fmla="*/ 1501778 w 3024845"/>
                <a:gd name="connsiteY278" fmla="*/ 700754 h 1087484"/>
                <a:gd name="connsiteX279" fmla="*/ 1505832 w 3024845"/>
                <a:gd name="connsiteY279" fmla="*/ 700754 h 1087484"/>
                <a:gd name="connsiteX280" fmla="*/ 1505832 w 3024845"/>
                <a:gd name="connsiteY280" fmla="*/ 713724 h 1087484"/>
                <a:gd name="connsiteX281" fmla="*/ 1536232 w 3024845"/>
                <a:gd name="connsiteY281" fmla="*/ 713724 h 1087484"/>
                <a:gd name="connsiteX282" fmla="*/ 1536232 w 3024845"/>
                <a:gd name="connsiteY282" fmla="*/ 683459 h 1087484"/>
                <a:gd name="connsiteX283" fmla="*/ 1548392 w 3024845"/>
                <a:gd name="connsiteY283" fmla="*/ 683459 h 1087484"/>
                <a:gd name="connsiteX284" fmla="*/ 1560552 w 3024845"/>
                <a:gd name="connsiteY284" fmla="*/ 681298 h 1087484"/>
                <a:gd name="connsiteX285" fmla="*/ 1564606 w 3024845"/>
                <a:gd name="connsiteY285" fmla="*/ 683459 h 1087484"/>
                <a:gd name="connsiteX286" fmla="*/ 1574739 w 3024845"/>
                <a:gd name="connsiteY286" fmla="*/ 683459 h 1087484"/>
                <a:gd name="connsiteX287" fmla="*/ 1574739 w 3024845"/>
                <a:gd name="connsiteY287" fmla="*/ 713724 h 1087484"/>
                <a:gd name="connsiteX288" fmla="*/ 1582846 w 3024845"/>
                <a:gd name="connsiteY288" fmla="*/ 713724 h 1087484"/>
                <a:gd name="connsiteX289" fmla="*/ 1582846 w 3024845"/>
                <a:gd name="connsiteY289" fmla="*/ 731019 h 1087484"/>
                <a:gd name="connsiteX290" fmla="*/ 1592182 w 3024845"/>
                <a:gd name="connsiteY290" fmla="*/ 731924 h 1087484"/>
                <a:gd name="connsiteX291" fmla="*/ 1605140 w 3024845"/>
                <a:gd name="connsiteY291" fmla="*/ 731924 h 1087484"/>
                <a:gd name="connsiteX292" fmla="*/ 1605140 w 3024845"/>
                <a:gd name="connsiteY292" fmla="*/ 715886 h 1087484"/>
                <a:gd name="connsiteX293" fmla="*/ 1673096 w 3024845"/>
                <a:gd name="connsiteY293" fmla="*/ 715886 h 1087484"/>
                <a:gd name="connsiteX294" fmla="*/ 1673096 w 3024845"/>
                <a:gd name="connsiteY294" fmla="*/ 630633 h 1087484"/>
                <a:gd name="connsiteX295" fmla="*/ 1745104 w 3024845"/>
                <a:gd name="connsiteY295" fmla="*/ 630633 h 1087484"/>
                <a:gd name="connsiteX296" fmla="*/ 1745104 w 3024845"/>
                <a:gd name="connsiteY296" fmla="*/ 709401 h 1087484"/>
                <a:gd name="connsiteX297" fmla="*/ 1747008 w 3024845"/>
                <a:gd name="connsiteY297" fmla="*/ 709401 h 1087484"/>
                <a:gd name="connsiteX298" fmla="*/ 1748250 w 3024845"/>
                <a:gd name="connsiteY298" fmla="*/ 731924 h 1087484"/>
                <a:gd name="connsiteX299" fmla="*/ 1757926 w 3024845"/>
                <a:gd name="connsiteY299" fmla="*/ 731924 h 1087484"/>
                <a:gd name="connsiteX300" fmla="*/ 1759168 w 3024845"/>
                <a:gd name="connsiteY300" fmla="*/ 709401 h 1087484"/>
                <a:gd name="connsiteX301" fmla="*/ 1765248 w 3024845"/>
                <a:gd name="connsiteY301" fmla="*/ 709401 h 1087484"/>
                <a:gd name="connsiteX302" fmla="*/ 1766490 w 3024845"/>
                <a:gd name="connsiteY302" fmla="*/ 731924 h 1087484"/>
                <a:gd name="connsiteX303" fmla="*/ 1817112 w 3024845"/>
                <a:gd name="connsiteY303" fmla="*/ 731924 h 1087484"/>
                <a:gd name="connsiteX304" fmla="*/ 1817112 w 3024845"/>
                <a:gd name="connsiteY304" fmla="*/ 568896 h 1087484"/>
                <a:gd name="connsiteX305" fmla="*/ 2014439 w 3024845"/>
                <a:gd name="connsiteY305" fmla="*/ 568896 h 1087484"/>
                <a:gd name="connsiteX306" fmla="*/ 2014439 w 3024845"/>
                <a:gd name="connsiteY306" fmla="*/ 731924 h 1087484"/>
                <a:gd name="connsiteX307" fmla="*/ 2033136 w 3024845"/>
                <a:gd name="connsiteY307" fmla="*/ 731924 h 1087484"/>
                <a:gd name="connsiteX308" fmla="*/ 2033136 w 3024845"/>
                <a:gd name="connsiteY308" fmla="*/ 649231 h 1087484"/>
                <a:gd name="connsiteX309" fmla="*/ 2128256 w 3024845"/>
                <a:gd name="connsiteY309" fmla="*/ 649231 h 1087484"/>
                <a:gd name="connsiteX310" fmla="*/ 2146266 w 3024845"/>
                <a:gd name="connsiteY310" fmla="*/ 160309 h 1087484"/>
                <a:gd name="connsiteX311" fmla="*/ 2150320 w 3024845"/>
                <a:gd name="connsiteY311" fmla="*/ 88970 h 1087484"/>
                <a:gd name="connsiteX312" fmla="*/ 2152346 w 3024845"/>
                <a:gd name="connsiteY312" fmla="*/ 28441 h 1087484"/>
                <a:gd name="connsiteX313" fmla="*/ 2180720 w 3024845"/>
                <a:gd name="connsiteY313" fmla="*/ 584018 h 1087484"/>
                <a:gd name="connsiteX314" fmla="*/ 2245574 w 3024845"/>
                <a:gd name="connsiteY314" fmla="*/ 584018 h 1087484"/>
                <a:gd name="connsiteX315" fmla="*/ 2245574 w 3024845"/>
                <a:gd name="connsiteY315" fmla="*/ 659680 h 1087484"/>
                <a:gd name="connsiteX316" fmla="*/ 2253681 w 3024845"/>
                <a:gd name="connsiteY316" fmla="*/ 659680 h 1087484"/>
                <a:gd name="connsiteX317" fmla="*/ 2255708 w 3024845"/>
                <a:gd name="connsiteY317" fmla="*/ 653195 h 1087484"/>
                <a:gd name="connsiteX318" fmla="*/ 2261788 w 3024845"/>
                <a:gd name="connsiteY318" fmla="*/ 653195 h 1087484"/>
                <a:gd name="connsiteX319" fmla="*/ 2263815 w 3024845"/>
                <a:gd name="connsiteY319" fmla="*/ 661842 h 1087484"/>
                <a:gd name="connsiteX320" fmla="*/ 2275975 w 3024845"/>
                <a:gd name="connsiteY320" fmla="*/ 661842 h 1087484"/>
                <a:gd name="connsiteX321" fmla="*/ 2275975 w 3024845"/>
                <a:gd name="connsiteY321" fmla="*/ 655356 h 1087484"/>
                <a:gd name="connsiteX322" fmla="*/ 2298268 w 3024845"/>
                <a:gd name="connsiteY322" fmla="*/ 655356 h 1087484"/>
                <a:gd name="connsiteX323" fmla="*/ 2298268 w 3024845"/>
                <a:gd name="connsiteY323" fmla="*/ 661842 h 1087484"/>
                <a:gd name="connsiteX324" fmla="*/ 2318535 w 3024845"/>
                <a:gd name="connsiteY324" fmla="*/ 661842 h 1087484"/>
                <a:gd name="connsiteX325" fmla="*/ 2318535 w 3024845"/>
                <a:gd name="connsiteY325" fmla="*/ 707239 h 1087484"/>
                <a:gd name="connsiteX326" fmla="*/ 2332722 w 3024845"/>
                <a:gd name="connsiteY326" fmla="*/ 707239 h 1087484"/>
                <a:gd name="connsiteX327" fmla="*/ 2332722 w 3024845"/>
                <a:gd name="connsiteY327" fmla="*/ 694268 h 1087484"/>
                <a:gd name="connsiteX328" fmla="*/ 2348936 w 3024845"/>
                <a:gd name="connsiteY328" fmla="*/ 694268 h 1087484"/>
                <a:gd name="connsiteX329" fmla="*/ 2348936 w 3024845"/>
                <a:gd name="connsiteY329" fmla="*/ 514841 h 1087484"/>
                <a:gd name="connsiteX330" fmla="*/ 2355016 w 3024845"/>
                <a:gd name="connsiteY330" fmla="*/ 508355 h 1087484"/>
                <a:gd name="connsiteX331" fmla="*/ 2427977 w 3024845"/>
                <a:gd name="connsiteY331" fmla="*/ 508355 h 1087484"/>
                <a:gd name="connsiteX332" fmla="*/ 2427977 w 3024845"/>
                <a:gd name="connsiteY332" fmla="*/ 517003 h 1087484"/>
                <a:gd name="connsiteX333" fmla="*/ 2438110 w 3024845"/>
                <a:gd name="connsiteY333" fmla="*/ 517003 h 1087484"/>
                <a:gd name="connsiteX334" fmla="*/ 2438110 w 3024845"/>
                <a:gd name="connsiteY334" fmla="*/ 631577 h 1087484"/>
                <a:gd name="connsiteX335" fmla="*/ 2460404 w 3024845"/>
                <a:gd name="connsiteY335" fmla="*/ 631577 h 1087484"/>
                <a:gd name="connsiteX336" fmla="*/ 2460404 w 3024845"/>
                <a:gd name="connsiteY336" fmla="*/ 564562 h 1087484"/>
                <a:gd name="connsiteX337" fmla="*/ 2486751 w 3024845"/>
                <a:gd name="connsiteY337" fmla="*/ 564562 h 1087484"/>
                <a:gd name="connsiteX338" fmla="*/ 2490804 w 3024845"/>
                <a:gd name="connsiteY338" fmla="*/ 560238 h 1087484"/>
                <a:gd name="connsiteX339" fmla="*/ 2498911 w 3024845"/>
                <a:gd name="connsiteY339" fmla="*/ 560238 h 1087484"/>
                <a:gd name="connsiteX340" fmla="*/ 2502964 w 3024845"/>
                <a:gd name="connsiteY340" fmla="*/ 564562 h 1087484"/>
                <a:gd name="connsiteX341" fmla="*/ 2525258 w 3024845"/>
                <a:gd name="connsiteY341" fmla="*/ 564562 h 1087484"/>
                <a:gd name="connsiteX342" fmla="*/ 2525258 w 3024845"/>
                <a:gd name="connsiteY342" fmla="*/ 447826 h 1087484"/>
                <a:gd name="connsiteX343" fmla="*/ 2582005 w 3024845"/>
                <a:gd name="connsiteY343" fmla="*/ 437017 h 1087484"/>
                <a:gd name="connsiteX344" fmla="*/ 2582005 w 3024845"/>
                <a:gd name="connsiteY344" fmla="*/ 438098 h 1087484"/>
                <a:gd name="connsiteX345" fmla="*/ 2582005 w 3024845"/>
                <a:gd name="connsiteY345" fmla="*/ 445664 h 1087484"/>
                <a:gd name="connsiteX346" fmla="*/ 2608352 w 3024845"/>
                <a:gd name="connsiteY346" fmla="*/ 445664 h 1087484"/>
                <a:gd name="connsiteX347" fmla="*/ 2608352 w 3024845"/>
                <a:gd name="connsiteY347" fmla="*/ 700754 h 1087484"/>
                <a:gd name="connsiteX348" fmla="*/ 2630646 w 3024845"/>
                <a:gd name="connsiteY348" fmla="*/ 700754 h 1087484"/>
                <a:gd name="connsiteX349" fmla="*/ 2630646 w 3024845"/>
                <a:gd name="connsiteY349" fmla="*/ 696430 h 1087484"/>
                <a:gd name="connsiteX350" fmla="*/ 2642806 w 3024845"/>
                <a:gd name="connsiteY350" fmla="*/ 696430 h 1087484"/>
                <a:gd name="connsiteX351" fmla="*/ 2642806 w 3024845"/>
                <a:gd name="connsiteY351" fmla="*/ 700754 h 1087484"/>
                <a:gd name="connsiteX352" fmla="*/ 2667126 w 3024845"/>
                <a:gd name="connsiteY352" fmla="*/ 700754 h 1087484"/>
                <a:gd name="connsiteX353" fmla="*/ 2667126 w 3024845"/>
                <a:gd name="connsiteY353" fmla="*/ 687783 h 1087484"/>
                <a:gd name="connsiteX354" fmla="*/ 2695500 w 3024845"/>
                <a:gd name="connsiteY354" fmla="*/ 687783 h 1087484"/>
                <a:gd name="connsiteX355" fmla="*/ 2707660 w 3024845"/>
                <a:gd name="connsiteY355" fmla="*/ 683459 h 1087484"/>
                <a:gd name="connsiteX356" fmla="*/ 2727927 w 3024845"/>
                <a:gd name="connsiteY356" fmla="*/ 687783 h 1087484"/>
                <a:gd name="connsiteX357" fmla="*/ 2727927 w 3024845"/>
                <a:gd name="connsiteY357" fmla="*/ 670489 h 1087484"/>
                <a:gd name="connsiteX358" fmla="*/ 2736034 w 3024845"/>
                <a:gd name="connsiteY358" fmla="*/ 670489 h 1087484"/>
                <a:gd name="connsiteX359" fmla="*/ 2736034 w 3024845"/>
                <a:gd name="connsiteY359" fmla="*/ 657518 h 1087484"/>
                <a:gd name="connsiteX360" fmla="*/ 2792781 w 3024845"/>
                <a:gd name="connsiteY360" fmla="*/ 657518 h 1087484"/>
                <a:gd name="connsiteX361" fmla="*/ 2792781 w 3024845"/>
                <a:gd name="connsiteY361" fmla="*/ 627253 h 1087484"/>
                <a:gd name="connsiteX362" fmla="*/ 2811021 w 3024845"/>
                <a:gd name="connsiteY362" fmla="*/ 627253 h 1087484"/>
                <a:gd name="connsiteX363" fmla="*/ 2811021 w 3024845"/>
                <a:gd name="connsiteY363" fmla="*/ 620768 h 1087484"/>
                <a:gd name="connsiteX364" fmla="*/ 2823181 w 3024845"/>
                <a:gd name="connsiteY364" fmla="*/ 620768 h 1087484"/>
                <a:gd name="connsiteX365" fmla="*/ 2823181 w 3024845"/>
                <a:gd name="connsiteY365" fmla="*/ 627253 h 1087484"/>
                <a:gd name="connsiteX366" fmla="*/ 2839395 w 3024845"/>
                <a:gd name="connsiteY366" fmla="*/ 627253 h 1087484"/>
                <a:gd name="connsiteX367" fmla="*/ 2839395 w 3024845"/>
                <a:gd name="connsiteY367" fmla="*/ 676974 h 1087484"/>
                <a:gd name="connsiteX368" fmla="*/ 2871822 w 3024845"/>
                <a:gd name="connsiteY368" fmla="*/ 676974 h 1087484"/>
                <a:gd name="connsiteX369" fmla="*/ 2871822 w 3024845"/>
                <a:gd name="connsiteY369" fmla="*/ 651033 h 1087484"/>
                <a:gd name="connsiteX370" fmla="*/ 2910329 w 3024845"/>
                <a:gd name="connsiteY370" fmla="*/ 651033 h 1087484"/>
                <a:gd name="connsiteX371" fmla="*/ 2910329 w 3024845"/>
                <a:gd name="connsiteY371" fmla="*/ 620768 h 1087484"/>
                <a:gd name="connsiteX372" fmla="*/ 2958970 w 3024845"/>
                <a:gd name="connsiteY372" fmla="*/ 620768 h 1087484"/>
                <a:gd name="connsiteX373" fmla="*/ 2958970 w 3024845"/>
                <a:gd name="connsiteY373" fmla="*/ 731924 h 1087484"/>
                <a:gd name="connsiteX374" fmla="*/ 2958970 w 3024845"/>
                <a:gd name="connsiteY374" fmla="*/ 745703 h 1087484"/>
                <a:gd name="connsiteX375" fmla="*/ 3024845 w 3024845"/>
                <a:gd name="connsiteY375" fmla="*/ 745703 h 1087484"/>
                <a:gd name="connsiteX376" fmla="*/ 3024845 w 3024845"/>
                <a:gd name="connsiteY376" fmla="*/ 1087484 h 1087484"/>
                <a:gd name="connsiteX377" fmla="*/ 2054 w 3024845"/>
                <a:gd name="connsiteY377" fmla="*/ 1085151 h 1087484"/>
                <a:gd name="connsiteX378" fmla="*/ 0 w 3024845"/>
                <a:gd name="connsiteY378" fmla="*/ 651033 h 1087484"/>
                <a:gd name="connsiteX379" fmla="*/ 20267 w 3024845"/>
                <a:gd name="connsiteY379" fmla="*/ 651033 h 1087484"/>
                <a:gd name="connsiteX380" fmla="*/ 20774 w 3024845"/>
                <a:gd name="connsiteY380" fmla="*/ 649952 h 1087484"/>
                <a:gd name="connsiteX381" fmla="*/ 24320 w 3024845"/>
                <a:gd name="connsiteY381" fmla="*/ 642386 h 1087484"/>
                <a:gd name="connsiteX382" fmla="*/ 26094 w 3024845"/>
                <a:gd name="connsiteY382" fmla="*/ 642656 h 1087484"/>
                <a:gd name="connsiteX383" fmla="*/ 38507 w 3024845"/>
                <a:gd name="connsiteY383" fmla="*/ 644547 h 1087484"/>
                <a:gd name="connsiteX384" fmla="*/ 39014 w 3024845"/>
                <a:gd name="connsiteY384" fmla="*/ 645899 h 1087484"/>
                <a:gd name="connsiteX385" fmla="*/ 42560 w 3024845"/>
                <a:gd name="connsiteY385" fmla="*/ 655356 h 1087484"/>
                <a:gd name="connsiteX386" fmla="*/ 68907 w 3024845"/>
                <a:gd name="connsiteY386" fmla="*/ 657518 h 1087484"/>
                <a:gd name="connsiteX387" fmla="*/ 68907 w 3024845"/>
                <a:gd name="connsiteY387" fmla="*/ 534297 h 1087484"/>
                <a:gd name="connsiteX388" fmla="*/ 70934 w 3024845"/>
                <a:gd name="connsiteY388" fmla="*/ 534297 h 1087484"/>
                <a:gd name="connsiteX389" fmla="*/ 85121 w 3024845"/>
                <a:gd name="connsiteY389" fmla="*/ 534297 h 1087484"/>
                <a:gd name="connsiteX390" fmla="*/ 85121 w 3024845"/>
                <a:gd name="connsiteY390" fmla="*/ 398105 h 1087484"/>
                <a:gd name="connsiteX391" fmla="*/ 86894 w 3024845"/>
                <a:gd name="connsiteY391" fmla="*/ 398105 h 1087484"/>
                <a:gd name="connsiteX392" fmla="*/ 99308 w 3024845"/>
                <a:gd name="connsiteY392" fmla="*/ 398105 h 1087484"/>
                <a:gd name="connsiteX393" fmla="*/ 99308 w 3024845"/>
                <a:gd name="connsiteY393" fmla="*/ 283531 h 1087484"/>
                <a:gd name="connsiteX394" fmla="*/ 103361 w 3024845"/>
                <a:gd name="connsiteY394" fmla="*/ 255427 h 1087484"/>
                <a:gd name="connsiteX395" fmla="*/ 105388 w 3024845"/>
                <a:gd name="connsiteY395" fmla="*/ 255427 h 1087484"/>
                <a:gd name="connsiteX396" fmla="*/ 119575 w 3024845"/>
                <a:gd name="connsiteY396" fmla="*/ 255427 h 1087484"/>
                <a:gd name="connsiteX0" fmla="*/ 119575 w 3024845"/>
                <a:gd name="connsiteY0" fmla="*/ 200101 h 1032158"/>
                <a:gd name="connsiteX1" fmla="*/ 200642 w 3024845"/>
                <a:gd name="connsiteY1" fmla="*/ 197940 h 1032158"/>
                <a:gd name="connsiteX2" fmla="*/ 202669 w 3024845"/>
                <a:gd name="connsiteY2" fmla="*/ 197940 h 1032158"/>
                <a:gd name="connsiteX3" fmla="*/ 216856 w 3024845"/>
                <a:gd name="connsiteY3" fmla="*/ 197940 h 1032158"/>
                <a:gd name="connsiteX4" fmla="*/ 216856 w 3024845"/>
                <a:gd name="connsiteY4" fmla="*/ 221719 h 1032158"/>
                <a:gd name="connsiteX5" fmla="*/ 217363 w 3024845"/>
                <a:gd name="connsiteY5" fmla="*/ 222530 h 1032158"/>
                <a:gd name="connsiteX6" fmla="*/ 220909 w 3024845"/>
                <a:gd name="connsiteY6" fmla="*/ 228205 h 1032158"/>
                <a:gd name="connsiteX7" fmla="*/ 220909 w 3024845"/>
                <a:gd name="connsiteY7" fmla="*/ 342779 h 1032158"/>
                <a:gd name="connsiteX8" fmla="*/ 223189 w 3024845"/>
                <a:gd name="connsiteY8" fmla="*/ 342779 h 1032158"/>
                <a:gd name="connsiteX9" fmla="*/ 239150 w 3024845"/>
                <a:gd name="connsiteY9" fmla="*/ 342779 h 1032158"/>
                <a:gd name="connsiteX10" fmla="*/ 239150 w 3024845"/>
                <a:gd name="connsiteY10" fmla="*/ 483294 h 1032158"/>
                <a:gd name="connsiteX11" fmla="*/ 240670 w 3024845"/>
                <a:gd name="connsiteY11" fmla="*/ 483024 h 1032158"/>
                <a:gd name="connsiteX12" fmla="*/ 251310 w 3024845"/>
                <a:gd name="connsiteY12" fmla="*/ 481133 h 1032158"/>
                <a:gd name="connsiteX13" fmla="*/ 249283 w 3024845"/>
                <a:gd name="connsiteY13" fmla="*/ 569765 h 1032158"/>
                <a:gd name="connsiteX14" fmla="*/ 250803 w 3024845"/>
                <a:gd name="connsiteY14" fmla="*/ 570036 h 1032158"/>
                <a:gd name="connsiteX15" fmla="*/ 261443 w 3024845"/>
                <a:gd name="connsiteY15" fmla="*/ 571927 h 1032158"/>
                <a:gd name="connsiteX16" fmla="*/ 261696 w 3024845"/>
                <a:gd name="connsiteY16" fmla="*/ 572738 h 1032158"/>
                <a:gd name="connsiteX17" fmla="*/ 263470 w 3024845"/>
                <a:gd name="connsiteY17" fmla="*/ 578413 h 1032158"/>
                <a:gd name="connsiteX18" fmla="*/ 264230 w 3024845"/>
                <a:gd name="connsiteY18" fmla="*/ 575981 h 1032158"/>
                <a:gd name="connsiteX19" fmla="*/ 269550 w 3024845"/>
                <a:gd name="connsiteY19" fmla="*/ 558957 h 1032158"/>
                <a:gd name="connsiteX20" fmla="*/ 271323 w 3024845"/>
                <a:gd name="connsiteY20" fmla="*/ 558957 h 1032158"/>
                <a:gd name="connsiteX21" fmla="*/ 283737 w 3024845"/>
                <a:gd name="connsiteY21" fmla="*/ 558957 h 1032158"/>
                <a:gd name="connsiteX22" fmla="*/ 283737 w 3024845"/>
                <a:gd name="connsiteY22" fmla="*/ 591383 h 1032158"/>
                <a:gd name="connsiteX23" fmla="*/ 284750 w 3024845"/>
                <a:gd name="connsiteY23" fmla="*/ 591924 h 1032158"/>
                <a:gd name="connsiteX24" fmla="*/ 291844 w 3024845"/>
                <a:gd name="connsiteY24" fmla="*/ 595707 h 1032158"/>
                <a:gd name="connsiteX25" fmla="*/ 291844 w 3024845"/>
                <a:gd name="connsiteY25" fmla="*/ 597058 h 1032158"/>
                <a:gd name="connsiteX26" fmla="*/ 291844 w 3024845"/>
                <a:gd name="connsiteY26" fmla="*/ 606516 h 1032158"/>
                <a:gd name="connsiteX27" fmla="*/ 336431 w 3024845"/>
                <a:gd name="connsiteY27" fmla="*/ 606516 h 1032158"/>
                <a:gd name="connsiteX28" fmla="*/ 336431 w 3024845"/>
                <a:gd name="connsiteY28" fmla="*/ 607597 h 1032158"/>
                <a:gd name="connsiteX29" fmla="*/ 336431 w 3024845"/>
                <a:gd name="connsiteY29" fmla="*/ 615163 h 1032158"/>
                <a:gd name="connsiteX30" fmla="*/ 338457 w 3024845"/>
                <a:gd name="connsiteY30" fmla="*/ 615163 h 1032158"/>
                <a:gd name="connsiteX31" fmla="*/ 352644 w 3024845"/>
                <a:gd name="connsiteY31" fmla="*/ 615163 h 1032158"/>
                <a:gd name="connsiteX32" fmla="*/ 352644 w 3024845"/>
                <a:gd name="connsiteY32" fmla="*/ 584898 h 1032158"/>
                <a:gd name="connsiteX33" fmla="*/ 397231 w 3024845"/>
                <a:gd name="connsiteY33" fmla="*/ 584898 h 1032158"/>
                <a:gd name="connsiteX34" fmla="*/ 397231 w 3024845"/>
                <a:gd name="connsiteY34" fmla="*/ 583547 h 1032158"/>
                <a:gd name="connsiteX35" fmla="*/ 397231 w 3024845"/>
                <a:gd name="connsiteY35" fmla="*/ 574089 h 1032158"/>
                <a:gd name="connsiteX36" fmla="*/ 398245 w 3024845"/>
                <a:gd name="connsiteY36" fmla="*/ 574089 h 1032158"/>
                <a:gd name="connsiteX37" fmla="*/ 405338 w 3024845"/>
                <a:gd name="connsiteY37" fmla="*/ 574089 h 1032158"/>
                <a:gd name="connsiteX38" fmla="*/ 405338 w 3024845"/>
                <a:gd name="connsiteY38" fmla="*/ 572198 h 1032158"/>
                <a:gd name="connsiteX39" fmla="*/ 405338 w 3024845"/>
                <a:gd name="connsiteY39" fmla="*/ 558957 h 1032158"/>
                <a:gd name="connsiteX40" fmla="*/ 406098 w 3024845"/>
                <a:gd name="connsiteY40" fmla="*/ 558957 h 1032158"/>
                <a:gd name="connsiteX41" fmla="*/ 411418 w 3024845"/>
                <a:gd name="connsiteY41" fmla="*/ 558957 h 1032158"/>
                <a:gd name="connsiteX42" fmla="*/ 411418 w 3024845"/>
                <a:gd name="connsiteY42" fmla="*/ 557876 h 1032158"/>
                <a:gd name="connsiteX43" fmla="*/ 411418 w 3024845"/>
                <a:gd name="connsiteY43" fmla="*/ 550309 h 1032158"/>
                <a:gd name="connsiteX44" fmla="*/ 413445 w 3024845"/>
                <a:gd name="connsiteY44" fmla="*/ 550309 h 1032158"/>
                <a:gd name="connsiteX45" fmla="*/ 427632 w 3024845"/>
                <a:gd name="connsiteY45" fmla="*/ 550309 h 1032158"/>
                <a:gd name="connsiteX46" fmla="*/ 427632 w 3024845"/>
                <a:gd name="connsiteY46" fmla="*/ 551390 h 1032158"/>
                <a:gd name="connsiteX47" fmla="*/ 427632 w 3024845"/>
                <a:gd name="connsiteY47" fmla="*/ 558957 h 1032158"/>
                <a:gd name="connsiteX48" fmla="*/ 449925 w 3024845"/>
                <a:gd name="connsiteY48" fmla="*/ 558957 h 1032158"/>
                <a:gd name="connsiteX49" fmla="*/ 449925 w 3024845"/>
                <a:gd name="connsiteY49" fmla="*/ 557065 h 1032158"/>
                <a:gd name="connsiteX50" fmla="*/ 449925 w 3024845"/>
                <a:gd name="connsiteY50" fmla="*/ 543824 h 1032158"/>
                <a:gd name="connsiteX51" fmla="*/ 451699 w 3024845"/>
                <a:gd name="connsiteY51" fmla="*/ 543824 h 1032158"/>
                <a:gd name="connsiteX52" fmla="*/ 464112 w 3024845"/>
                <a:gd name="connsiteY52" fmla="*/ 543824 h 1032158"/>
                <a:gd name="connsiteX53" fmla="*/ 464112 w 3024845"/>
                <a:gd name="connsiteY53" fmla="*/ 567604 h 1032158"/>
                <a:gd name="connsiteX54" fmla="*/ 465126 w 3024845"/>
                <a:gd name="connsiteY54" fmla="*/ 567604 h 1032158"/>
                <a:gd name="connsiteX55" fmla="*/ 472219 w 3024845"/>
                <a:gd name="connsiteY55" fmla="*/ 567604 h 1032158"/>
                <a:gd name="connsiteX56" fmla="*/ 472219 w 3024845"/>
                <a:gd name="connsiteY56" fmla="*/ 566523 h 1032158"/>
                <a:gd name="connsiteX57" fmla="*/ 472219 w 3024845"/>
                <a:gd name="connsiteY57" fmla="*/ 558957 h 1032158"/>
                <a:gd name="connsiteX58" fmla="*/ 473992 w 3024845"/>
                <a:gd name="connsiteY58" fmla="*/ 558957 h 1032158"/>
                <a:gd name="connsiteX59" fmla="*/ 486406 w 3024845"/>
                <a:gd name="connsiteY59" fmla="*/ 558957 h 1032158"/>
                <a:gd name="connsiteX60" fmla="*/ 486406 w 3024845"/>
                <a:gd name="connsiteY60" fmla="*/ 584898 h 1032158"/>
                <a:gd name="connsiteX61" fmla="*/ 488433 w 3024845"/>
                <a:gd name="connsiteY61" fmla="*/ 584898 h 1032158"/>
                <a:gd name="connsiteX62" fmla="*/ 502619 w 3024845"/>
                <a:gd name="connsiteY62" fmla="*/ 584898 h 1032158"/>
                <a:gd name="connsiteX63" fmla="*/ 502619 w 3024845"/>
                <a:gd name="connsiteY63" fmla="*/ 586519 h 1032158"/>
                <a:gd name="connsiteX64" fmla="*/ 502619 w 3024845"/>
                <a:gd name="connsiteY64" fmla="*/ 597869 h 1032158"/>
                <a:gd name="connsiteX65" fmla="*/ 503379 w 3024845"/>
                <a:gd name="connsiteY65" fmla="*/ 597869 h 1032158"/>
                <a:gd name="connsiteX66" fmla="*/ 508700 w 3024845"/>
                <a:gd name="connsiteY66" fmla="*/ 597869 h 1032158"/>
                <a:gd name="connsiteX67" fmla="*/ 508700 w 3024845"/>
                <a:gd name="connsiteY67" fmla="*/ 597058 h 1032158"/>
                <a:gd name="connsiteX68" fmla="*/ 508700 w 3024845"/>
                <a:gd name="connsiteY68" fmla="*/ 591383 h 1032158"/>
                <a:gd name="connsiteX69" fmla="*/ 539100 w 3024845"/>
                <a:gd name="connsiteY69" fmla="*/ 591383 h 1032158"/>
                <a:gd name="connsiteX70" fmla="*/ 539100 w 3024845"/>
                <a:gd name="connsiteY70" fmla="*/ 615163 h 1032158"/>
                <a:gd name="connsiteX71" fmla="*/ 540113 w 3024845"/>
                <a:gd name="connsiteY71" fmla="*/ 615163 h 1032158"/>
                <a:gd name="connsiteX72" fmla="*/ 547207 w 3024845"/>
                <a:gd name="connsiteY72" fmla="*/ 615163 h 1032158"/>
                <a:gd name="connsiteX73" fmla="*/ 547207 w 3024845"/>
                <a:gd name="connsiteY73" fmla="*/ 616244 h 1032158"/>
                <a:gd name="connsiteX74" fmla="*/ 547207 w 3024845"/>
                <a:gd name="connsiteY74" fmla="*/ 623810 h 1032158"/>
                <a:gd name="connsiteX75" fmla="*/ 547967 w 3024845"/>
                <a:gd name="connsiteY75" fmla="*/ 623810 h 1032158"/>
                <a:gd name="connsiteX76" fmla="*/ 553287 w 3024845"/>
                <a:gd name="connsiteY76" fmla="*/ 623810 h 1032158"/>
                <a:gd name="connsiteX77" fmla="*/ 553287 w 3024845"/>
                <a:gd name="connsiteY77" fmla="*/ 621648 h 1032158"/>
                <a:gd name="connsiteX78" fmla="*/ 553287 w 3024845"/>
                <a:gd name="connsiteY78" fmla="*/ 606516 h 1032158"/>
                <a:gd name="connsiteX79" fmla="*/ 554300 w 3024845"/>
                <a:gd name="connsiteY79" fmla="*/ 606516 h 1032158"/>
                <a:gd name="connsiteX80" fmla="*/ 561394 w 3024845"/>
                <a:gd name="connsiteY80" fmla="*/ 606516 h 1032158"/>
                <a:gd name="connsiteX81" fmla="*/ 561394 w 3024845"/>
                <a:gd name="connsiteY81" fmla="*/ 607597 h 1032158"/>
                <a:gd name="connsiteX82" fmla="*/ 561394 w 3024845"/>
                <a:gd name="connsiteY82" fmla="*/ 615163 h 1032158"/>
                <a:gd name="connsiteX83" fmla="*/ 566714 w 3024845"/>
                <a:gd name="connsiteY83" fmla="*/ 613170 h 1032158"/>
                <a:gd name="connsiteX84" fmla="*/ 567474 w 3024845"/>
                <a:gd name="connsiteY84" fmla="*/ 612190 h 1032158"/>
                <a:gd name="connsiteX85" fmla="*/ 567474 w 3024845"/>
                <a:gd name="connsiteY85" fmla="*/ 606516 h 1032158"/>
                <a:gd name="connsiteX86" fmla="*/ 605981 w 3024845"/>
                <a:gd name="connsiteY86" fmla="*/ 606516 h 1032158"/>
                <a:gd name="connsiteX87" fmla="*/ 605981 w 3024845"/>
                <a:gd name="connsiteY87" fmla="*/ 630295 h 1032158"/>
                <a:gd name="connsiteX88" fmla="*/ 608007 w 3024845"/>
                <a:gd name="connsiteY88" fmla="*/ 630295 h 1032158"/>
                <a:gd name="connsiteX89" fmla="*/ 622194 w 3024845"/>
                <a:gd name="connsiteY89" fmla="*/ 630295 h 1032158"/>
                <a:gd name="connsiteX90" fmla="*/ 622194 w 3024845"/>
                <a:gd name="connsiteY90" fmla="*/ 631376 h 1032158"/>
                <a:gd name="connsiteX91" fmla="*/ 622194 w 3024845"/>
                <a:gd name="connsiteY91" fmla="*/ 638942 h 1032158"/>
                <a:gd name="connsiteX92" fmla="*/ 623968 w 3024845"/>
                <a:gd name="connsiteY92" fmla="*/ 638942 h 1032158"/>
                <a:gd name="connsiteX93" fmla="*/ 636381 w 3024845"/>
                <a:gd name="connsiteY93" fmla="*/ 638942 h 1032158"/>
                <a:gd name="connsiteX94" fmla="*/ 636381 w 3024845"/>
                <a:gd name="connsiteY94" fmla="*/ 615163 h 1032158"/>
                <a:gd name="connsiteX95" fmla="*/ 637394 w 3024845"/>
                <a:gd name="connsiteY95" fmla="*/ 615163 h 1032158"/>
                <a:gd name="connsiteX96" fmla="*/ 644488 w 3024845"/>
                <a:gd name="connsiteY96" fmla="*/ 615163 h 1032158"/>
                <a:gd name="connsiteX97" fmla="*/ 644488 w 3024845"/>
                <a:gd name="connsiteY97" fmla="*/ 582736 h 1032158"/>
                <a:gd name="connsiteX98" fmla="*/ 645501 w 3024845"/>
                <a:gd name="connsiteY98" fmla="*/ 582736 h 1032158"/>
                <a:gd name="connsiteX99" fmla="*/ 652595 w 3024845"/>
                <a:gd name="connsiteY99" fmla="*/ 582736 h 1032158"/>
                <a:gd name="connsiteX100" fmla="*/ 652595 w 3024845"/>
                <a:gd name="connsiteY100" fmla="*/ 580845 h 1032158"/>
                <a:gd name="connsiteX101" fmla="*/ 652595 w 3024845"/>
                <a:gd name="connsiteY101" fmla="*/ 567604 h 1032158"/>
                <a:gd name="connsiteX102" fmla="*/ 651328 w 3024845"/>
                <a:gd name="connsiteY102" fmla="*/ 565982 h 1032158"/>
                <a:gd name="connsiteX103" fmla="*/ 656648 w 3024845"/>
                <a:gd name="connsiteY103" fmla="*/ 554633 h 1032158"/>
                <a:gd name="connsiteX104" fmla="*/ 664755 w 3024845"/>
                <a:gd name="connsiteY104" fmla="*/ 582736 h 1032158"/>
                <a:gd name="connsiteX105" fmla="*/ 665515 w 3024845"/>
                <a:gd name="connsiteY105" fmla="*/ 582736 h 1032158"/>
                <a:gd name="connsiteX106" fmla="*/ 670835 w 3024845"/>
                <a:gd name="connsiteY106" fmla="*/ 582736 h 1032158"/>
                <a:gd name="connsiteX107" fmla="*/ 670835 w 3024845"/>
                <a:gd name="connsiteY107" fmla="*/ 476809 h 1032158"/>
                <a:gd name="connsiteX108" fmla="*/ 672355 w 3024845"/>
                <a:gd name="connsiteY108" fmla="*/ 476809 h 1032158"/>
                <a:gd name="connsiteX109" fmla="*/ 682995 w 3024845"/>
                <a:gd name="connsiteY109" fmla="*/ 476809 h 1032158"/>
                <a:gd name="connsiteX110" fmla="*/ 682995 w 3024845"/>
                <a:gd name="connsiteY110" fmla="*/ 429250 h 1032158"/>
                <a:gd name="connsiteX111" fmla="*/ 709342 w 3024845"/>
                <a:gd name="connsiteY111" fmla="*/ 429250 h 1032158"/>
                <a:gd name="connsiteX112" fmla="*/ 709342 w 3024845"/>
                <a:gd name="connsiteY112" fmla="*/ 407632 h 1032158"/>
                <a:gd name="connsiteX113" fmla="*/ 743796 w 3024845"/>
                <a:gd name="connsiteY113" fmla="*/ 407632 h 1032158"/>
                <a:gd name="connsiteX114" fmla="*/ 743796 w 3024845"/>
                <a:gd name="connsiteY114" fmla="*/ 410064 h 1032158"/>
                <a:gd name="connsiteX115" fmla="*/ 743796 w 3024845"/>
                <a:gd name="connsiteY115" fmla="*/ 427088 h 1032158"/>
                <a:gd name="connsiteX116" fmla="*/ 746076 w 3024845"/>
                <a:gd name="connsiteY116" fmla="*/ 427088 h 1032158"/>
                <a:gd name="connsiteX117" fmla="*/ 762036 w 3024845"/>
                <a:gd name="connsiteY117" fmla="*/ 427088 h 1032158"/>
                <a:gd name="connsiteX118" fmla="*/ 762036 w 3024845"/>
                <a:gd name="connsiteY118" fmla="*/ 474647 h 1032158"/>
                <a:gd name="connsiteX119" fmla="*/ 763049 w 3024845"/>
                <a:gd name="connsiteY119" fmla="*/ 474647 h 1032158"/>
                <a:gd name="connsiteX120" fmla="*/ 770143 w 3024845"/>
                <a:gd name="connsiteY120" fmla="*/ 474647 h 1032158"/>
                <a:gd name="connsiteX121" fmla="*/ 784330 w 3024845"/>
                <a:gd name="connsiteY121" fmla="*/ 478971 h 1032158"/>
                <a:gd name="connsiteX122" fmla="*/ 784330 w 3024845"/>
                <a:gd name="connsiteY122" fmla="*/ 517883 h 1032158"/>
                <a:gd name="connsiteX123" fmla="*/ 785343 w 3024845"/>
                <a:gd name="connsiteY123" fmla="*/ 517883 h 1032158"/>
                <a:gd name="connsiteX124" fmla="*/ 792436 w 3024845"/>
                <a:gd name="connsiteY124" fmla="*/ 517883 h 1032158"/>
                <a:gd name="connsiteX125" fmla="*/ 792436 w 3024845"/>
                <a:gd name="connsiteY125" fmla="*/ 519504 h 1032158"/>
                <a:gd name="connsiteX126" fmla="*/ 792436 w 3024845"/>
                <a:gd name="connsiteY126" fmla="*/ 530853 h 1032158"/>
                <a:gd name="connsiteX127" fmla="*/ 794463 w 3024845"/>
                <a:gd name="connsiteY127" fmla="*/ 530853 h 1032158"/>
                <a:gd name="connsiteX128" fmla="*/ 808650 w 3024845"/>
                <a:gd name="connsiteY128" fmla="*/ 530853 h 1032158"/>
                <a:gd name="connsiteX129" fmla="*/ 814730 w 3024845"/>
                <a:gd name="connsiteY129" fmla="*/ 537339 h 1032158"/>
                <a:gd name="connsiteX130" fmla="*/ 814730 w 3024845"/>
                <a:gd name="connsiteY130" fmla="*/ 558957 h 1032158"/>
                <a:gd name="connsiteX131" fmla="*/ 817010 w 3024845"/>
                <a:gd name="connsiteY131" fmla="*/ 558957 h 1032158"/>
                <a:gd name="connsiteX132" fmla="*/ 832970 w 3024845"/>
                <a:gd name="connsiteY132" fmla="*/ 558957 h 1032158"/>
                <a:gd name="connsiteX133" fmla="*/ 832970 w 3024845"/>
                <a:gd name="connsiteY133" fmla="*/ 560037 h 1032158"/>
                <a:gd name="connsiteX134" fmla="*/ 832970 w 3024845"/>
                <a:gd name="connsiteY134" fmla="*/ 567604 h 1032158"/>
                <a:gd name="connsiteX135" fmla="*/ 834237 w 3024845"/>
                <a:gd name="connsiteY135" fmla="*/ 567604 h 1032158"/>
                <a:gd name="connsiteX136" fmla="*/ 843104 w 3024845"/>
                <a:gd name="connsiteY136" fmla="*/ 567604 h 1032158"/>
                <a:gd name="connsiteX137" fmla="*/ 843104 w 3024845"/>
                <a:gd name="connsiteY137" fmla="*/ 569765 h 1032158"/>
                <a:gd name="connsiteX138" fmla="*/ 843104 w 3024845"/>
                <a:gd name="connsiteY138" fmla="*/ 584898 h 1032158"/>
                <a:gd name="connsiteX139" fmla="*/ 847157 w 3024845"/>
                <a:gd name="connsiteY139" fmla="*/ 583006 h 1032158"/>
                <a:gd name="connsiteX140" fmla="*/ 847157 w 3024845"/>
                <a:gd name="connsiteY140" fmla="*/ 569765 h 1032158"/>
                <a:gd name="connsiteX141" fmla="*/ 848170 w 3024845"/>
                <a:gd name="connsiteY141" fmla="*/ 569765 h 1032158"/>
                <a:gd name="connsiteX142" fmla="*/ 855264 w 3024845"/>
                <a:gd name="connsiteY142" fmla="*/ 569765 h 1032158"/>
                <a:gd name="connsiteX143" fmla="*/ 855264 w 3024845"/>
                <a:gd name="connsiteY143" fmla="*/ 571387 h 1032158"/>
                <a:gd name="connsiteX144" fmla="*/ 855264 w 3024845"/>
                <a:gd name="connsiteY144" fmla="*/ 582736 h 1032158"/>
                <a:gd name="connsiteX145" fmla="*/ 856024 w 3024845"/>
                <a:gd name="connsiteY145" fmla="*/ 582736 h 1032158"/>
                <a:gd name="connsiteX146" fmla="*/ 861344 w 3024845"/>
                <a:gd name="connsiteY146" fmla="*/ 582736 h 1032158"/>
                <a:gd name="connsiteX147" fmla="*/ 909984 w 3024845"/>
                <a:gd name="connsiteY147" fmla="*/ 578413 h 1032158"/>
                <a:gd name="connsiteX148" fmla="*/ 909984 w 3024845"/>
                <a:gd name="connsiteY148" fmla="*/ 579764 h 1032158"/>
                <a:gd name="connsiteX149" fmla="*/ 909984 w 3024845"/>
                <a:gd name="connsiteY149" fmla="*/ 589221 h 1032158"/>
                <a:gd name="connsiteX150" fmla="*/ 910744 w 3024845"/>
                <a:gd name="connsiteY150" fmla="*/ 589221 h 1032158"/>
                <a:gd name="connsiteX151" fmla="*/ 916065 w 3024845"/>
                <a:gd name="connsiteY151" fmla="*/ 589221 h 1032158"/>
                <a:gd name="connsiteX152" fmla="*/ 916065 w 3024845"/>
                <a:gd name="connsiteY152" fmla="*/ 591383 h 1032158"/>
                <a:gd name="connsiteX153" fmla="*/ 916065 w 3024845"/>
                <a:gd name="connsiteY153" fmla="*/ 606516 h 1032158"/>
                <a:gd name="connsiteX154" fmla="*/ 918091 w 3024845"/>
                <a:gd name="connsiteY154" fmla="*/ 605165 h 1032158"/>
                <a:gd name="connsiteX155" fmla="*/ 932278 w 3024845"/>
                <a:gd name="connsiteY155" fmla="*/ 595707 h 1032158"/>
                <a:gd name="connsiteX156" fmla="*/ 938358 w 3024845"/>
                <a:gd name="connsiteY156" fmla="*/ 554633 h 1032158"/>
                <a:gd name="connsiteX157" fmla="*/ 939118 w 3024845"/>
                <a:gd name="connsiteY157" fmla="*/ 554363 h 1032158"/>
                <a:gd name="connsiteX158" fmla="*/ 944438 w 3024845"/>
                <a:gd name="connsiteY158" fmla="*/ 552471 h 1032158"/>
                <a:gd name="connsiteX159" fmla="*/ 946465 w 3024845"/>
                <a:gd name="connsiteY159" fmla="*/ 483294 h 1032158"/>
                <a:gd name="connsiteX160" fmla="*/ 948492 w 3024845"/>
                <a:gd name="connsiteY160" fmla="*/ 552471 h 1032158"/>
                <a:gd name="connsiteX161" fmla="*/ 949252 w 3024845"/>
                <a:gd name="connsiteY161" fmla="*/ 552741 h 1032158"/>
                <a:gd name="connsiteX162" fmla="*/ 954572 w 3024845"/>
                <a:gd name="connsiteY162" fmla="*/ 554633 h 1032158"/>
                <a:gd name="connsiteX163" fmla="*/ 954572 w 3024845"/>
                <a:gd name="connsiteY163" fmla="*/ 468162 h 1032158"/>
                <a:gd name="connsiteX164" fmla="*/ 958625 w 3024845"/>
                <a:gd name="connsiteY164" fmla="*/ 435735 h 1032158"/>
                <a:gd name="connsiteX165" fmla="*/ 997132 w 3024845"/>
                <a:gd name="connsiteY165" fmla="*/ 435735 h 1032158"/>
                <a:gd name="connsiteX166" fmla="*/ 997132 w 3024845"/>
                <a:gd name="connsiteY166" fmla="*/ 468162 h 1032158"/>
                <a:gd name="connsiteX167" fmla="*/ 997892 w 3024845"/>
                <a:gd name="connsiteY167" fmla="*/ 468162 h 1032158"/>
                <a:gd name="connsiteX168" fmla="*/ 1003212 w 3024845"/>
                <a:gd name="connsiteY168" fmla="*/ 468162 h 1032158"/>
                <a:gd name="connsiteX169" fmla="*/ 1003212 w 3024845"/>
                <a:gd name="connsiteY169" fmla="*/ 386014 h 1032158"/>
                <a:gd name="connsiteX170" fmla="*/ 1004986 w 3024845"/>
                <a:gd name="connsiteY170" fmla="*/ 386014 h 1032158"/>
                <a:gd name="connsiteX171" fmla="*/ 1017399 w 3024845"/>
                <a:gd name="connsiteY171" fmla="*/ 386014 h 1032158"/>
                <a:gd name="connsiteX172" fmla="*/ 1017399 w 3024845"/>
                <a:gd name="connsiteY172" fmla="*/ 384123 h 1032158"/>
                <a:gd name="connsiteX173" fmla="*/ 1017399 w 3024845"/>
                <a:gd name="connsiteY173" fmla="*/ 370882 h 1032158"/>
                <a:gd name="connsiteX174" fmla="*/ 1039693 w 3024845"/>
                <a:gd name="connsiteY174" fmla="*/ 370882 h 1032158"/>
                <a:gd name="connsiteX175" fmla="*/ 1039693 w 3024845"/>
                <a:gd name="connsiteY175" fmla="*/ 369801 h 1032158"/>
                <a:gd name="connsiteX176" fmla="*/ 1039693 w 3024845"/>
                <a:gd name="connsiteY176" fmla="*/ 362235 h 1032158"/>
                <a:gd name="connsiteX177" fmla="*/ 1041466 w 3024845"/>
                <a:gd name="connsiteY177" fmla="*/ 362235 h 1032158"/>
                <a:gd name="connsiteX178" fmla="*/ 1053880 w 3024845"/>
                <a:gd name="connsiteY178" fmla="*/ 362235 h 1032158"/>
                <a:gd name="connsiteX179" fmla="*/ 1053880 w 3024845"/>
                <a:gd name="connsiteY179" fmla="*/ 363316 h 1032158"/>
                <a:gd name="connsiteX180" fmla="*/ 1053880 w 3024845"/>
                <a:gd name="connsiteY180" fmla="*/ 370882 h 1032158"/>
                <a:gd name="connsiteX181" fmla="*/ 1054640 w 3024845"/>
                <a:gd name="connsiteY181" fmla="*/ 370882 h 1032158"/>
                <a:gd name="connsiteX182" fmla="*/ 1059960 w 3024845"/>
                <a:gd name="connsiteY182" fmla="*/ 370882 h 1032158"/>
                <a:gd name="connsiteX183" fmla="*/ 1070093 w 3024845"/>
                <a:gd name="connsiteY183" fmla="*/ 366558 h 1032158"/>
                <a:gd name="connsiteX184" fmla="*/ 1074146 w 3024845"/>
                <a:gd name="connsiteY184" fmla="*/ 369801 h 1032158"/>
                <a:gd name="connsiteX185" fmla="*/ 1074146 w 3024845"/>
                <a:gd name="connsiteY185" fmla="*/ 362235 h 1032158"/>
                <a:gd name="connsiteX186" fmla="*/ 1076426 w 3024845"/>
                <a:gd name="connsiteY186" fmla="*/ 362235 h 1032158"/>
                <a:gd name="connsiteX187" fmla="*/ 1092387 w 3024845"/>
                <a:gd name="connsiteY187" fmla="*/ 362235 h 1032158"/>
                <a:gd name="connsiteX188" fmla="*/ 1092387 w 3024845"/>
                <a:gd name="connsiteY188" fmla="*/ 363316 h 1032158"/>
                <a:gd name="connsiteX189" fmla="*/ 1092387 w 3024845"/>
                <a:gd name="connsiteY189" fmla="*/ 370882 h 1032158"/>
                <a:gd name="connsiteX190" fmla="*/ 1122787 w 3024845"/>
                <a:gd name="connsiteY190" fmla="*/ 370882 h 1032158"/>
                <a:gd name="connsiteX191" fmla="*/ 1122787 w 3024845"/>
                <a:gd name="connsiteY191" fmla="*/ 372503 h 1032158"/>
                <a:gd name="connsiteX192" fmla="*/ 1122787 w 3024845"/>
                <a:gd name="connsiteY192" fmla="*/ 383853 h 1032158"/>
                <a:gd name="connsiteX193" fmla="*/ 1149134 w 3024845"/>
                <a:gd name="connsiteY193" fmla="*/ 383853 h 1032158"/>
                <a:gd name="connsiteX194" fmla="*/ 1149134 w 3024845"/>
                <a:gd name="connsiteY194" fmla="*/ 414117 h 1032158"/>
                <a:gd name="connsiteX195" fmla="*/ 1149894 w 3024845"/>
                <a:gd name="connsiteY195" fmla="*/ 414117 h 1032158"/>
                <a:gd name="connsiteX196" fmla="*/ 1155214 w 3024845"/>
                <a:gd name="connsiteY196" fmla="*/ 414117 h 1032158"/>
                <a:gd name="connsiteX197" fmla="*/ 1155214 w 3024845"/>
                <a:gd name="connsiteY197" fmla="*/ 415198 h 1032158"/>
                <a:gd name="connsiteX198" fmla="*/ 1155214 w 3024845"/>
                <a:gd name="connsiteY198" fmla="*/ 422765 h 1032158"/>
                <a:gd name="connsiteX199" fmla="*/ 1159268 w 3024845"/>
                <a:gd name="connsiteY199" fmla="*/ 453029 h 1032158"/>
                <a:gd name="connsiteX200" fmla="*/ 1160028 w 3024845"/>
                <a:gd name="connsiteY200" fmla="*/ 453029 h 1032158"/>
                <a:gd name="connsiteX201" fmla="*/ 1165348 w 3024845"/>
                <a:gd name="connsiteY201" fmla="*/ 453029 h 1032158"/>
                <a:gd name="connsiteX202" fmla="*/ 1165348 w 3024845"/>
                <a:gd name="connsiteY202" fmla="*/ 453840 h 1032158"/>
                <a:gd name="connsiteX203" fmla="*/ 1165348 w 3024845"/>
                <a:gd name="connsiteY203" fmla="*/ 459515 h 1032158"/>
                <a:gd name="connsiteX204" fmla="*/ 1166361 w 3024845"/>
                <a:gd name="connsiteY204" fmla="*/ 459515 h 1032158"/>
                <a:gd name="connsiteX205" fmla="*/ 1173454 w 3024845"/>
                <a:gd name="connsiteY205" fmla="*/ 459515 h 1032158"/>
                <a:gd name="connsiteX206" fmla="*/ 1173454 w 3024845"/>
                <a:gd name="connsiteY206" fmla="*/ 489780 h 1032158"/>
                <a:gd name="connsiteX207" fmla="*/ 1175481 w 3024845"/>
                <a:gd name="connsiteY207" fmla="*/ 489780 h 1032158"/>
                <a:gd name="connsiteX208" fmla="*/ 1189668 w 3024845"/>
                <a:gd name="connsiteY208" fmla="*/ 489780 h 1032158"/>
                <a:gd name="connsiteX209" fmla="*/ 1189668 w 3024845"/>
                <a:gd name="connsiteY209" fmla="*/ 513559 h 1032158"/>
                <a:gd name="connsiteX210" fmla="*/ 1191695 w 3024845"/>
                <a:gd name="connsiteY210" fmla="*/ 515180 h 1032158"/>
                <a:gd name="connsiteX211" fmla="*/ 1191695 w 3024845"/>
                <a:gd name="connsiteY211" fmla="*/ 526530 h 1032158"/>
                <a:gd name="connsiteX212" fmla="*/ 1192455 w 3024845"/>
                <a:gd name="connsiteY212" fmla="*/ 526530 h 1032158"/>
                <a:gd name="connsiteX213" fmla="*/ 1197775 w 3024845"/>
                <a:gd name="connsiteY213" fmla="*/ 526530 h 1032158"/>
                <a:gd name="connsiteX214" fmla="*/ 1197775 w 3024845"/>
                <a:gd name="connsiteY214" fmla="*/ 550309 h 1032158"/>
                <a:gd name="connsiteX215" fmla="*/ 1199041 w 3024845"/>
                <a:gd name="connsiteY215" fmla="*/ 550309 h 1032158"/>
                <a:gd name="connsiteX216" fmla="*/ 1207908 w 3024845"/>
                <a:gd name="connsiteY216" fmla="*/ 550309 h 1032158"/>
                <a:gd name="connsiteX217" fmla="*/ 1209935 w 3024845"/>
                <a:gd name="connsiteY217" fmla="*/ 554363 h 1032158"/>
                <a:gd name="connsiteX218" fmla="*/ 1209935 w 3024845"/>
                <a:gd name="connsiteY218" fmla="*/ 567604 h 1032158"/>
                <a:gd name="connsiteX219" fmla="*/ 1211455 w 3024845"/>
                <a:gd name="connsiteY219" fmla="*/ 565712 h 1032158"/>
                <a:gd name="connsiteX220" fmla="*/ 1222095 w 3024845"/>
                <a:gd name="connsiteY220" fmla="*/ 552471 h 1032158"/>
                <a:gd name="connsiteX221" fmla="*/ 1250469 w 3024845"/>
                <a:gd name="connsiteY221" fmla="*/ 552471 h 1032158"/>
                <a:gd name="connsiteX222" fmla="*/ 1250469 w 3024845"/>
                <a:gd name="connsiteY222" fmla="*/ 638942 h 1032158"/>
                <a:gd name="connsiteX223" fmla="*/ 1251229 w 3024845"/>
                <a:gd name="connsiteY223" fmla="*/ 638942 h 1032158"/>
                <a:gd name="connsiteX224" fmla="*/ 1256549 w 3024845"/>
                <a:gd name="connsiteY224" fmla="*/ 638942 h 1032158"/>
                <a:gd name="connsiteX225" fmla="*/ 1257309 w 3024845"/>
                <a:gd name="connsiteY225" fmla="*/ 637591 h 1032158"/>
                <a:gd name="connsiteX226" fmla="*/ 1262629 w 3024845"/>
                <a:gd name="connsiteY226" fmla="*/ 628133 h 1032158"/>
                <a:gd name="connsiteX227" fmla="*/ 1262629 w 3024845"/>
                <a:gd name="connsiteY227" fmla="*/ 630025 h 1032158"/>
                <a:gd name="connsiteX228" fmla="*/ 1262629 w 3024845"/>
                <a:gd name="connsiteY228" fmla="*/ 643266 h 1032158"/>
                <a:gd name="connsiteX229" fmla="*/ 1266682 w 3024845"/>
                <a:gd name="connsiteY229" fmla="*/ 597869 h 1032158"/>
                <a:gd name="connsiteX230" fmla="*/ 1267442 w 3024845"/>
                <a:gd name="connsiteY230" fmla="*/ 597869 h 1032158"/>
                <a:gd name="connsiteX231" fmla="*/ 1272762 w 3024845"/>
                <a:gd name="connsiteY231" fmla="*/ 597869 h 1032158"/>
                <a:gd name="connsiteX232" fmla="*/ 1272762 w 3024845"/>
                <a:gd name="connsiteY232" fmla="*/ 533015 h 1032158"/>
                <a:gd name="connsiteX233" fmla="*/ 1273776 w 3024845"/>
                <a:gd name="connsiteY233" fmla="*/ 533015 h 1032158"/>
                <a:gd name="connsiteX234" fmla="*/ 1280869 w 3024845"/>
                <a:gd name="connsiteY234" fmla="*/ 533015 h 1032158"/>
                <a:gd name="connsiteX235" fmla="*/ 1293029 w 3024845"/>
                <a:gd name="connsiteY235" fmla="*/ 489780 h 1032158"/>
                <a:gd name="connsiteX236" fmla="*/ 1294296 w 3024845"/>
                <a:gd name="connsiteY236" fmla="*/ 489780 h 1032158"/>
                <a:gd name="connsiteX237" fmla="*/ 1303163 w 3024845"/>
                <a:gd name="connsiteY237" fmla="*/ 489780 h 1032158"/>
                <a:gd name="connsiteX238" fmla="*/ 1313296 w 3024845"/>
                <a:gd name="connsiteY238" fmla="*/ 533015 h 1032158"/>
                <a:gd name="connsiteX239" fmla="*/ 1314309 w 3024845"/>
                <a:gd name="connsiteY239" fmla="*/ 533015 h 1032158"/>
                <a:gd name="connsiteX240" fmla="*/ 1321403 w 3024845"/>
                <a:gd name="connsiteY240" fmla="*/ 533015 h 1032158"/>
                <a:gd name="connsiteX241" fmla="*/ 1321403 w 3024845"/>
                <a:gd name="connsiteY241" fmla="*/ 571927 h 1032158"/>
                <a:gd name="connsiteX242" fmla="*/ 1323176 w 3024845"/>
                <a:gd name="connsiteY242" fmla="*/ 571927 h 1032158"/>
                <a:gd name="connsiteX243" fmla="*/ 1335590 w 3024845"/>
                <a:gd name="connsiteY243" fmla="*/ 571927 h 1032158"/>
                <a:gd name="connsiteX244" fmla="*/ 1335590 w 3024845"/>
                <a:gd name="connsiteY244" fmla="*/ 574089 h 1032158"/>
                <a:gd name="connsiteX245" fmla="*/ 1335590 w 3024845"/>
                <a:gd name="connsiteY245" fmla="*/ 589221 h 1032158"/>
                <a:gd name="connsiteX246" fmla="*/ 1339643 w 3024845"/>
                <a:gd name="connsiteY246" fmla="*/ 587060 h 1032158"/>
                <a:gd name="connsiteX247" fmla="*/ 1339643 w 3024845"/>
                <a:gd name="connsiteY247" fmla="*/ 571927 h 1032158"/>
                <a:gd name="connsiteX248" fmla="*/ 1341163 w 3024845"/>
                <a:gd name="connsiteY248" fmla="*/ 571927 h 1032158"/>
                <a:gd name="connsiteX249" fmla="*/ 1351803 w 3024845"/>
                <a:gd name="connsiteY249" fmla="*/ 571927 h 1032158"/>
                <a:gd name="connsiteX250" fmla="*/ 1351803 w 3024845"/>
                <a:gd name="connsiteY250" fmla="*/ 573548 h 1032158"/>
                <a:gd name="connsiteX251" fmla="*/ 1351803 w 3024845"/>
                <a:gd name="connsiteY251" fmla="*/ 584898 h 1032158"/>
                <a:gd name="connsiteX252" fmla="*/ 1382204 w 3024845"/>
                <a:gd name="connsiteY252" fmla="*/ 584898 h 1032158"/>
                <a:gd name="connsiteX253" fmla="*/ 1382204 w 3024845"/>
                <a:gd name="connsiteY253" fmla="*/ 548148 h 1032158"/>
                <a:gd name="connsiteX254" fmla="*/ 1383470 w 3024845"/>
                <a:gd name="connsiteY254" fmla="*/ 548148 h 1032158"/>
                <a:gd name="connsiteX255" fmla="*/ 1392337 w 3024845"/>
                <a:gd name="connsiteY255" fmla="*/ 548148 h 1032158"/>
                <a:gd name="connsiteX256" fmla="*/ 1392337 w 3024845"/>
                <a:gd name="connsiteY256" fmla="*/ 569765 h 1032158"/>
                <a:gd name="connsiteX257" fmla="*/ 1394364 w 3024845"/>
                <a:gd name="connsiteY257" fmla="*/ 537339 h 1032158"/>
                <a:gd name="connsiteX258" fmla="*/ 1416657 w 3024845"/>
                <a:gd name="connsiteY258" fmla="*/ 537339 h 1032158"/>
                <a:gd name="connsiteX259" fmla="*/ 1416657 w 3024845"/>
                <a:gd name="connsiteY259" fmla="*/ 535717 h 1032158"/>
                <a:gd name="connsiteX260" fmla="*/ 1416657 w 3024845"/>
                <a:gd name="connsiteY260" fmla="*/ 524368 h 1032158"/>
                <a:gd name="connsiteX261" fmla="*/ 1417417 w 3024845"/>
                <a:gd name="connsiteY261" fmla="*/ 524368 h 1032158"/>
                <a:gd name="connsiteX262" fmla="*/ 1422737 w 3024845"/>
                <a:gd name="connsiteY262" fmla="*/ 524368 h 1032158"/>
                <a:gd name="connsiteX263" fmla="*/ 1422737 w 3024845"/>
                <a:gd name="connsiteY263" fmla="*/ 522477 h 1032158"/>
                <a:gd name="connsiteX264" fmla="*/ 1422737 w 3024845"/>
                <a:gd name="connsiteY264" fmla="*/ 509236 h 1032158"/>
                <a:gd name="connsiteX265" fmla="*/ 1426791 w 3024845"/>
                <a:gd name="connsiteY265" fmla="*/ 515721 h 1032158"/>
                <a:gd name="connsiteX266" fmla="*/ 1429071 w 3024845"/>
                <a:gd name="connsiteY266" fmla="*/ 515721 h 1032158"/>
                <a:gd name="connsiteX267" fmla="*/ 1445031 w 3024845"/>
                <a:gd name="connsiteY267" fmla="*/ 515721 h 1032158"/>
                <a:gd name="connsiteX268" fmla="*/ 1445031 w 3024845"/>
                <a:gd name="connsiteY268" fmla="*/ 514910 h 1032158"/>
                <a:gd name="connsiteX269" fmla="*/ 1445031 w 3024845"/>
                <a:gd name="connsiteY269" fmla="*/ 509236 h 1032158"/>
                <a:gd name="connsiteX270" fmla="*/ 1445791 w 3024845"/>
                <a:gd name="connsiteY270" fmla="*/ 509236 h 1032158"/>
                <a:gd name="connsiteX271" fmla="*/ 1451111 w 3024845"/>
                <a:gd name="connsiteY271" fmla="*/ 509236 h 1032158"/>
                <a:gd name="connsiteX272" fmla="*/ 1451111 w 3024845"/>
                <a:gd name="connsiteY272" fmla="*/ 510587 h 1032158"/>
                <a:gd name="connsiteX273" fmla="*/ 1451111 w 3024845"/>
                <a:gd name="connsiteY273" fmla="*/ 520045 h 1032158"/>
                <a:gd name="connsiteX274" fmla="*/ 1489618 w 3024845"/>
                <a:gd name="connsiteY274" fmla="*/ 520045 h 1032158"/>
                <a:gd name="connsiteX275" fmla="*/ 1489618 w 3024845"/>
                <a:gd name="connsiteY275" fmla="*/ 658398 h 1032158"/>
                <a:gd name="connsiteX276" fmla="*/ 1491138 w 3024845"/>
                <a:gd name="connsiteY276" fmla="*/ 658398 h 1032158"/>
                <a:gd name="connsiteX277" fmla="*/ 1501778 w 3024845"/>
                <a:gd name="connsiteY277" fmla="*/ 658398 h 1032158"/>
                <a:gd name="connsiteX278" fmla="*/ 1501778 w 3024845"/>
                <a:gd name="connsiteY278" fmla="*/ 645428 h 1032158"/>
                <a:gd name="connsiteX279" fmla="*/ 1505832 w 3024845"/>
                <a:gd name="connsiteY279" fmla="*/ 645428 h 1032158"/>
                <a:gd name="connsiteX280" fmla="*/ 1505832 w 3024845"/>
                <a:gd name="connsiteY280" fmla="*/ 658398 h 1032158"/>
                <a:gd name="connsiteX281" fmla="*/ 1536232 w 3024845"/>
                <a:gd name="connsiteY281" fmla="*/ 658398 h 1032158"/>
                <a:gd name="connsiteX282" fmla="*/ 1536232 w 3024845"/>
                <a:gd name="connsiteY282" fmla="*/ 628133 h 1032158"/>
                <a:gd name="connsiteX283" fmla="*/ 1548392 w 3024845"/>
                <a:gd name="connsiteY283" fmla="*/ 628133 h 1032158"/>
                <a:gd name="connsiteX284" fmla="*/ 1560552 w 3024845"/>
                <a:gd name="connsiteY284" fmla="*/ 625972 h 1032158"/>
                <a:gd name="connsiteX285" fmla="*/ 1564606 w 3024845"/>
                <a:gd name="connsiteY285" fmla="*/ 628133 h 1032158"/>
                <a:gd name="connsiteX286" fmla="*/ 1574739 w 3024845"/>
                <a:gd name="connsiteY286" fmla="*/ 628133 h 1032158"/>
                <a:gd name="connsiteX287" fmla="*/ 1574739 w 3024845"/>
                <a:gd name="connsiteY287" fmla="*/ 658398 h 1032158"/>
                <a:gd name="connsiteX288" fmla="*/ 1582846 w 3024845"/>
                <a:gd name="connsiteY288" fmla="*/ 658398 h 1032158"/>
                <a:gd name="connsiteX289" fmla="*/ 1582846 w 3024845"/>
                <a:gd name="connsiteY289" fmla="*/ 675693 h 1032158"/>
                <a:gd name="connsiteX290" fmla="*/ 1592182 w 3024845"/>
                <a:gd name="connsiteY290" fmla="*/ 676598 h 1032158"/>
                <a:gd name="connsiteX291" fmla="*/ 1605140 w 3024845"/>
                <a:gd name="connsiteY291" fmla="*/ 676598 h 1032158"/>
                <a:gd name="connsiteX292" fmla="*/ 1605140 w 3024845"/>
                <a:gd name="connsiteY292" fmla="*/ 660560 h 1032158"/>
                <a:gd name="connsiteX293" fmla="*/ 1673096 w 3024845"/>
                <a:gd name="connsiteY293" fmla="*/ 660560 h 1032158"/>
                <a:gd name="connsiteX294" fmla="*/ 1673096 w 3024845"/>
                <a:gd name="connsiteY294" fmla="*/ 575307 h 1032158"/>
                <a:gd name="connsiteX295" fmla="*/ 1745104 w 3024845"/>
                <a:gd name="connsiteY295" fmla="*/ 575307 h 1032158"/>
                <a:gd name="connsiteX296" fmla="*/ 1745104 w 3024845"/>
                <a:gd name="connsiteY296" fmla="*/ 654075 h 1032158"/>
                <a:gd name="connsiteX297" fmla="*/ 1747008 w 3024845"/>
                <a:gd name="connsiteY297" fmla="*/ 654075 h 1032158"/>
                <a:gd name="connsiteX298" fmla="*/ 1748250 w 3024845"/>
                <a:gd name="connsiteY298" fmla="*/ 676598 h 1032158"/>
                <a:gd name="connsiteX299" fmla="*/ 1757926 w 3024845"/>
                <a:gd name="connsiteY299" fmla="*/ 676598 h 1032158"/>
                <a:gd name="connsiteX300" fmla="*/ 1759168 w 3024845"/>
                <a:gd name="connsiteY300" fmla="*/ 654075 h 1032158"/>
                <a:gd name="connsiteX301" fmla="*/ 1765248 w 3024845"/>
                <a:gd name="connsiteY301" fmla="*/ 654075 h 1032158"/>
                <a:gd name="connsiteX302" fmla="*/ 1766490 w 3024845"/>
                <a:gd name="connsiteY302" fmla="*/ 676598 h 1032158"/>
                <a:gd name="connsiteX303" fmla="*/ 1817112 w 3024845"/>
                <a:gd name="connsiteY303" fmla="*/ 676598 h 1032158"/>
                <a:gd name="connsiteX304" fmla="*/ 1817112 w 3024845"/>
                <a:gd name="connsiteY304" fmla="*/ 513570 h 1032158"/>
                <a:gd name="connsiteX305" fmla="*/ 2014439 w 3024845"/>
                <a:gd name="connsiteY305" fmla="*/ 513570 h 1032158"/>
                <a:gd name="connsiteX306" fmla="*/ 2014439 w 3024845"/>
                <a:gd name="connsiteY306" fmla="*/ 676598 h 1032158"/>
                <a:gd name="connsiteX307" fmla="*/ 2033136 w 3024845"/>
                <a:gd name="connsiteY307" fmla="*/ 676598 h 1032158"/>
                <a:gd name="connsiteX308" fmla="*/ 2033136 w 3024845"/>
                <a:gd name="connsiteY308" fmla="*/ 593905 h 1032158"/>
                <a:gd name="connsiteX309" fmla="*/ 2128256 w 3024845"/>
                <a:gd name="connsiteY309" fmla="*/ 593905 h 1032158"/>
                <a:gd name="connsiteX310" fmla="*/ 2146266 w 3024845"/>
                <a:gd name="connsiteY310" fmla="*/ 104983 h 1032158"/>
                <a:gd name="connsiteX311" fmla="*/ 2150320 w 3024845"/>
                <a:gd name="connsiteY311" fmla="*/ 33644 h 1032158"/>
                <a:gd name="connsiteX312" fmla="*/ 2180720 w 3024845"/>
                <a:gd name="connsiteY312" fmla="*/ 528692 h 1032158"/>
                <a:gd name="connsiteX313" fmla="*/ 2245574 w 3024845"/>
                <a:gd name="connsiteY313" fmla="*/ 528692 h 1032158"/>
                <a:gd name="connsiteX314" fmla="*/ 2245574 w 3024845"/>
                <a:gd name="connsiteY314" fmla="*/ 604354 h 1032158"/>
                <a:gd name="connsiteX315" fmla="*/ 2253681 w 3024845"/>
                <a:gd name="connsiteY315" fmla="*/ 604354 h 1032158"/>
                <a:gd name="connsiteX316" fmla="*/ 2255708 w 3024845"/>
                <a:gd name="connsiteY316" fmla="*/ 597869 h 1032158"/>
                <a:gd name="connsiteX317" fmla="*/ 2261788 w 3024845"/>
                <a:gd name="connsiteY317" fmla="*/ 597869 h 1032158"/>
                <a:gd name="connsiteX318" fmla="*/ 2263815 w 3024845"/>
                <a:gd name="connsiteY318" fmla="*/ 606516 h 1032158"/>
                <a:gd name="connsiteX319" fmla="*/ 2275975 w 3024845"/>
                <a:gd name="connsiteY319" fmla="*/ 606516 h 1032158"/>
                <a:gd name="connsiteX320" fmla="*/ 2275975 w 3024845"/>
                <a:gd name="connsiteY320" fmla="*/ 600030 h 1032158"/>
                <a:gd name="connsiteX321" fmla="*/ 2298268 w 3024845"/>
                <a:gd name="connsiteY321" fmla="*/ 600030 h 1032158"/>
                <a:gd name="connsiteX322" fmla="*/ 2298268 w 3024845"/>
                <a:gd name="connsiteY322" fmla="*/ 606516 h 1032158"/>
                <a:gd name="connsiteX323" fmla="*/ 2318535 w 3024845"/>
                <a:gd name="connsiteY323" fmla="*/ 606516 h 1032158"/>
                <a:gd name="connsiteX324" fmla="*/ 2318535 w 3024845"/>
                <a:gd name="connsiteY324" fmla="*/ 651913 h 1032158"/>
                <a:gd name="connsiteX325" fmla="*/ 2332722 w 3024845"/>
                <a:gd name="connsiteY325" fmla="*/ 651913 h 1032158"/>
                <a:gd name="connsiteX326" fmla="*/ 2332722 w 3024845"/>
                <a:gd name="connsiteY326" fmla="*/ 638942 h 1032158"/>
                <a:gd name="connsiteX327" fmla="*/ 2348936 w 3024845"/>
                <a:gd name="connsiteY327" fmla="*/ 638942 h 1032158"/>
                <a:gd name="connsiteX328" fmla="*/ 2348936 w 3024845"/>
                <a:gd name="connsiteY328" fmla="*/ 459515 h 1032158"/>
                <a:gd name="connsiteX329" fmla="*/ 2355016 w 3024845"/>
                <a:gd name="connsiteY329" fmla="*/ 453029 h 1032158"/>
                <a:gd name="connsiteX330" fmla="*/ 2427977 w 3024845"/>
                <a:gd name="connsiteY330" fmla="*/ 453029 h 1032158"/>
                <a:gd name="connsiteX331" fmla="*/ 2427977 w 3024845"/>
                <a:gd name="connsiteY331" fmla="*/ 461677 h 1032158"/>
                <a:gd name="connsiteX332" fmla="*/ 2438110 w 3024845"/>
                <a:gd name="connsiteY332" fmla="*/ 461677 h 1032158"/>
                <a:gd name="connsiteX333" fmla="*/ 2438110 w 3024845"/>
                <a:gd name="connsiteY333" fmla="*/ 576251 h 1032158"/>
                <a:gd name="connsiteX334" fmla="*/ 2460404 w 3024845"/>
                <a:gd name="connsiteY334" fmla="*/ 576251 h 1032158"/>
                <a:gd name="connsiteX335" fmla="*/ 2460404 w 3024845"/>
                <a:gd name="connsiteY335" fmla="*/ 509236 h 1032158"/>
                <a:gd name="connsiteX336" fmla="*/ 2486751 w 3024845"/>
                <a:gd name="connsiteY336" fmla="*/ 509236 h 1032158"/>
                <a:gd name="connsiteX337" fmla="*/ 2490804 w 3024845"/>
                <a:gd name="connsiteY337" fmla="*/ 504912 h 1032158"/>
                <a:gd name="connsiteX338" fmla="*/ 2498911 w 3024845"/>
                <a:gd name="connsiteY338" fmla="*/ 504912 h 1032158"/>
                <a:gd name="connsiteX339" fmla="*/ 2502964 w 3024845"/>
                <a:gd name="connsiteY339" fmla="*/ 509236 h 1032158"/>
                <a:gd name="connsiteX340" fmla="*/ 2525258 w 3024845"/>
                <a:gd name="connsiteY340" fmla="*/ 509236 h 1032158"/>
                <a:gd name="connsiteX341" fmla="*/ 2525258 w 3024845"/>
                <a:gd name="connsiteY341" fmla="*/ 392500 h 1032158"/>
                <a:gd name="connsiteX342" fmla="*/ 2582005 w 3024845"/>
                <a:gd name="connsiteY342" fmla="*/ 381691 h 1032158"/>
                <a:gd name="connsiteX343" fmla="*/ 2582005 w 3024845"/>
                <a:gd name="connsiteY343" fmla="*/ 382772 h 1032158"/>
                <a:gd name="connsiteX344" fmla="*/ 2582005 w 3024845"/>
                <a:gd name="connsiteY344" fmla="*/ 390338 h 1032158"/>
                <a:gd name="connsiteX345" fmla="*/ 2608352 w 3024845"/>
                <a:gd name="connsiteY345" fmla="*/ 390338 h 1032158"/>
                <a:gd name="connsiteX346" fmla="*/ 2608352 w 3024845"/>
                <a:gd name="connsiteY346" fmla="*/ 645428 h 1032158"/>
                <a:gd name="connsiteX347" fmla="*/ 2630646 w 3024845"/>
                <a:gd name="connsiteY347" fmla="*/ 645428 h 1032158"/>
                <a:gd name="connsiteX348" fmla="*/ 2630646 w 3024845"/>
                <a:gd name="connsiteY348" fmla="*/ 641104 h 1032158"/>
                <a:gd name="connsiteX349" fmla="*/ 2642806 w 3024845"/>
                <a:gd name="connsiteY349" fmla="*/ 641104 h 1032158"/>
                <a:gd name="connsiteX350" fmla="*/ 2642806 w 3024845"/>
                <a:gd name="connsiteY350" fmla="*/ 645428 h 1032158"/>
                <a:gd name="connsiteX351" fmla="*/ 2667126 w 3024845"/>
                <a:gd name="connsiteY351" fmla="*/ 645428 h 1032158"/>
                <a:gd name="connsiteX352" fmla="*/ 2667126 w 3024845"/>
                <a:gd name="connsiteY352" fmla="*/ 632457 h 1032158"/>
                <a:gd name="connsiteX353" fmla="*/ 2695500 w 3024845"/>
                <a:gd name="connsiteY353" fmla="*/ 632457 h 1032158"/>
                <a:gd name="connsiteX354" fmla="*/ 2707660 w 3024845"/>
                <a:gd name="connsiteY354" fmla="*/ 628133 h 1032158"/>
                <a:gd name="connsiteX355" fmla="*/ 2727927 w 3024845"/>
                <a:gd name="connsiteY355" fmla="*/ 632457 h 1032158"/>
                <a:gd name="connsiteX356" fmla="*/ 2727927 w 3024845"/>
                <a:gd name="connsiteY356" fmla="*/ 615163 h 1032158"/>
                <a:gd name="connsiteX357" fmla="*/ 2736034 w 3024845"/>
                <a:gd name="connsiteY357" fmla="*/ 615163 h 1032158"/>
                <a:gd name="connsiteX358" fmla="*/ 2736034 w 3024845"/>
                <a:gd name="connsiteY358" fmla="*/ 602192 h 1032158"/>
                <a:gd name="connsiteX359" fmla="*/ 2792781 w 3024845"/>
                <a:gd name="connsiteY359" fmla="*/ 602192 h 1032158"/>
                <a:gd name="connsiteX360" fmla="*/ 2792781 w 3024845"/>
                <a:gd name="connsiteY360" fmla="*/ 571927 h 1032158"/>
                <a:gd name="connsiteX361" fmla="*/ 2811021 w 3024845"/>
                <a:gd name="connsiteY361" fmla="*/ 571927 h 1032158"/>
                <a:gd name="connsiteX362" fmla="*/ 2811021 w 3024845"/>
                <a:gd name="connsiteY362" fmla="*/ 565442 h 1032158"/>
                <a:gd name="connsiteX363" fmla="*/ 2823181 w 3024845"/>
                <a:gd name="connsiteY363" fmla="*/ 565442 h 1032158"/>
                <a:gd name="connsiteX364" fmla="*/ 2823181 w 3024845"/>
                <a:gd name="connsiteY364" fmla="*/ 571927 h 1032158"/>
                <a:gd name="connsiteX365" fmla="*/ 2839395 w 3024845"/>
                <a:gd name="connsiteY365" fmla="*/ 571927 h 1032158"/>
                <a:gd name="connsiteX366" fmla="*/ 2839395 w 3024845"/>
                <a:gd name="connsiteY366" fmla="*/ 621648 h 1032158"/>
                <a:gd name="connsiteX367" fmla="*/ 2871822 w 3024845"/>
                <a:gd name="connsiteY367" fmla="*/ 621648 h 1032158"/>
                <a:gd name="connsiteX368" fmla="*/ 2871822 w 3024845"/>
                <a:gd name="connsiteY368" fmla="*/ 595707 h 1032158"/>
                <a:gd name="connsiteX369" fmla="*/ 2910329 w 3024845"/>
                <a:gd name="connsiteY369" fmla="*/ 595707 h 1032158"/>
                <a:gd name="connsiteX370" fmla="*/ 2910329 w 3024845"/>
                <a:gd name="connsiteY370" fmla="*/ 565442 h 1032158"/>
                <a:gd name="connsiteX371" fmla="*/ 2958970 w 3024845"/>
                <a:gd name="connsiteY371" fmla="*/ 565442 h 1032158"/>
                <a:gd name="connsiteX372" fmla="*/ 2958970 w 3024845"/>
                <a:gd name="connsiteY372" fmla="*/ 676598 h 1032158"/>
                <a:gd name="connsiteX373" fmla="*/ 2958970 w 3024845"/>
                <a:gd name="connsiteY373" fmla="*/ 690377 h 1032158"/>
                <a:gd name="connsiteX374" fmla="*/ 3024845 w 3024845"/>
                <a:gd name="connsiteY374" fmla="*/ 690377 h 1032158"/>
                <a:gd name="connsiteX375" fmla="*/ 3024845 w 3024845"/>
                <a:gd name="connsiteY375" fmla="*/ 1032158 h 1032158"/>
                <a:gd name="connsiteX376" fmla="*/ 2054 w 3024845"/>
                <a:gd name="connsiteY376" fmla="*/ 1029825 h 1032158"/>
                <a:gd name="connsiteX377" fmla="*/ 0 w 3024845"/>
                <a:gd name="connsiteY377" fmla="*/ 595707 h 1032158"/>
                <a:gd name="connsiteX378" fmla="*/ 20267 w 3024845"/>
                <a:gd name="connsiteY378" fmla="*/ 595707 h 1032158"/>
                <a:gd name="connsiteX379" fmla="*/ 20774 w 3024845"/>
                <a:gd name="connsiteY379" fmla="*/ 594626 h 1032158"/>
                <a:gd name="connsiteX380" fmla="*/ 24320 w 3024845"/>
                <a:gd name="connsiteY380" fmla="*/ 587060 h 1032158"/>
                <a:gd name="connsiteX381" fmla="*/ 26094 w 3024845"/>
                <a:gd name="connsiteY381" fmla="*/ 587330 h 1032158"/>
                <a:gd name="connsiteX382" fmla="*/ 38507 w 3024845"/>
                <a:gd name="connsiteY382" fmla="*/ 589221 h 1032158"/>
                <a:gd name="connsiteX383" fmla="*/ 39014 w 3024845"/>
                <a:gd name="connsiteY383" fmla="*/ 590573 h 1032158"/>
                <a:gd name="connsiteX384" fmla="*/ 42560 w 3024845"/>
                <a:gd name="connsiteY384" fmla="*/ 600030 h 1032158"/>
                <a:gd name="connsiteX385" fmla="*/ 68907 w 3024845"/>
                <a:gd name="connsiteY385" fmla="*/ 602192 h 1032158"/>
                <a:gd name="connsiteX386" fmla="*/ 68907 w 3024845"/>
                <a:gd name="connsiteY386" fmla="*/ 478971 h 1032158"/>
                <a:gd name="connsiteX387" fmla="*/ 70934 w 3024845"/>
                <a:gd name="connsiteY387" fmla="*/ 478971 h 1032158"/>
                <a:gd name="connsiteX388" fmla="*/ 85121 w 3024845"/>
                <a:gd name="connsiteY388" fmla="*/ 478971 h 1032158"/>
                <a:gd name="connsiteX389" fmla="*/ 85121 w 3024845"/>
                <a:gd name="connsiteY389" fmla="*/ 342779 h 1032158"/>
                <a:gd name="connsiteX390" fmla="*/ 86894 w 3024845"/>
                <a:gd name="connsiteY390" fmla="*/ 342779 h 1032158"/>
                <a:gd name="connsiteX391" fmla="*/ 99308 w 3024845"/>
                <a:gd name="connsiteY391" fmla="*/ 342779 h 1032158"/>
                <a:gd name="connsiteX392" fmla="*/ 99308 w 3024845"/>
                <a:gd name="connsiteY392" fmla="*/ 228205 h 1032158"/>
                <a:gd name="connsiteX393" fmla="*/ 103361 w 3024845"/>
                <a:gd name="connsiteY393" fmla="*/ 200101 h 1032158"/>
                <a:gd name="connsiteX394" fmla="*/ 105388 w 3024845"/>
                <a:gd name="connsiteY394" fmla="*/ 200101 h 1032158"/>
                <a:gd name="connsiteX395" fmla="*/ 119575 w 3024845"/>
                <a:gd name="connsiteY395" fmla="*/ 200101 h 1032158"/>
                <a:gd name="connsiteX0" fmla="*/ 119575 w 3024845"/>
                <a:gd name="connsiteY0" fmla="*/ 95357 h 927414"/>
                <a:gd name="connsiteX1" fmla="*/ 200642 w 3024845"/>
                <a:gd name="connsiteY1" fmla="*/ 93196 h 927414"/>
                <a:gd name="connsiteX2" fmla="*/ 202669 w 3024845"/>
                <a:gd name="connsiteY2" fmla="*/ 93196 h 927414"/>
                <a:gd name="connsiteX3" fmla="*/ 216856 w 3024845"/>
                <a:gd name="connsiteY3" fmla="*/ 93196 h 927414"/>
                <a:gd name="connsiteX4" fmla="*/ 216856 w 3024845"/>
                <a:gd name="connsiteY4" fmla="*/ 116975 h 927414"/>
                <a:gd name="connsiteX5" fmla="*/ 217363 w 3024845"/>
                <a:gd name="connsiteY5" fmla="*/ 117786 h 927414"/>
                <a:gd name="connsiteX6" fmla="*/ 220909 w 3024845"/>
                <a:gd name="connsiteY6" fmla="*/ 123461 h 927414"/>
                <a:gd name="connsiteX7" fmla="*/ 220909 w 3024845"/>
                <a:gd name="connsiteY7" fmla="*/ 238035 h 927414"/>
                <a:gd name="connsiteX8" fmla="*/ 223189 w 3024845"/>
                <a:gd name="connsiteY8" fmla="*/ 238035 h 927414"/>
                <a:gd name="connsiteX9" fmla="*/ 239150 w 3024845"/>
                <a:gd name="connsiteY9" fmla="*/ 238035 h 927414"/>
                <a:gd name="connsiteX10" fmla="*/ 239150 w 3024845"/>
                <a:gd name="connsiteY10" fmla="*/ 378550 h 927414"/>
                <a:gd name="connsiteX11" fmla="*/ 240670 w 3024845"/>
                <a:gd name="connsiteY11" fmla="*/ 378280 h 927414"/>
                <a:gd name="connsiteX12" fmla="*/ 251310 w 3024845"/>
                <a:gd name="connsiteY12" fmla="*/ 376389 h 927414"/>
                <a:gd name="connsiteX13" fmla="*/ 249283 w 3024845"/>
                <a:gd name="connsiteY13" fmla="*/ 465021 h 927414"/>
                <a:gd name="connsiteX14" fmla="*/ 250803 w 3024845"/>
                <a:gd name="connsiteY14" fmla="*/ 465292 h 927414"/>
                <a:gd name="connsiteX15" fmla="*/ 261443 w 3024845"/>
                <a:gd name="connsiteY15" fmla="*/ 467183 h 927414"/>
                <a:gd name="connsiteX16" fmla="*/ 261696 w 3024845"/>
                <a:gd name="connsiteY16" fmla="*/ 467994 h 927414"/>
                <a:gd name="connsiteX17" fmla="*/ 263470 w 3024845"/>
                <a:gd name="connsiteY17" fmla="*/ 473669 h 927414"/>
                <a:gd name="connsiteX18" fmla="*/ 264230 w 3024845"/>
                <a:gd name="connsiteY18" fmla="*/ 471237 h 927414"/>
                <a:gd name="connsiteX19" fmla="*/ 269550 w 3024845"/>
                <a:gd name="connsiteY19" fmla="*/ 454213 h 927414"/>
                <a:gd name="connsiteX20" fmla="*/ 271323 w 3024845"/>
                <a:gd name="connsiteY20" fmla="*/ 454213 h 927414"/>
                <a:gd name="connsiteX21" fmla="*/ 283737 w 3024845"/>
                <a:gd name="connsiteY21" fmla="*/ 454213 h 927414"/>
                <a:gd name="connsiteX22" fmla="*/ 283737 w 3024845"/>
                <a:gd name="connsiteY22" fmla="*/ 486639 h 927414"/>
                <a:gd name="connsiteX23" fmla="*/ 284750 w 3024845"/>
                <a:gd name="connsiteY23" fmla="*/ 487180 h 927414"/>
                <a:gd name="connsiteX24" fmla="*/ 291844 w 3024845"/>
                <a:gd name="connsiteY24" fmla="*/ 490963 h 927414"/>
                <a:gd name="connsiteX25" fmla="*/ 291844 w 3024845"/>
                <a:gd name="connsiteY25" fmla="*/ 492314 h 927414"/>
                <a:gd name="connsiteX26" fmla="*/ 291844 w 3024845"/>
                <a:gd name="connsiteY26" fmla="*/ 501772 h 927414"/>
                <a:gd name="connsiteX27" fmla="*/ 336431 w 3024845"/>
                <a:gd name="connsiteY27" fmla="*/ 501772 h 927414"/>
                <a:gd name="connsiteX28" fmla="*/ 336431 w 3024845"/>
                <a:gd name="connsiteY28" fmla="*/ 502853 h 927414"/>
                <a:gd name="connsiteX29" fmla="*/ 336431 w 3024845"/>
                <a:gd name="connsiteY29" fmla="*/ 510419 h 927414"/>
                <a:gd name="connsiteX30" fmla="*/ 338457 w 3024845"/>
                <a:gd name="connsiteY30" fmla="*/ 510419 h 927414"/>
                <a:gd name="connsiteX31" fmla="*/ 352644 w 3024845"/>
                <a:gd name="connsiteY31" fmla="*/ 510419 h 927414"/>
                <a:gd name="connsiteX32" fmla="*/ 352644 w 3024845"/>
                <a:gd name="connsiteY32" fmla="*/ 480154 h 927414"/>
                <a:gd name="connsiteX33" fmla="*/ 397231 w 3024845"/>
                <a:gd name="connsiteY33" fmla="*/ 480154 h 927414"/>
                <a:gd name="connsiteX34" fmla="*/ 397231 w 3024845"/>
                <a:gd name="connsiteY34" fmla="*/ 478803 h 927414"/>
                <a:gd name="connsiteX35" fmla="*/ 397231 w 3024845"/>
                <a:gd name="connsiteY35" fmla="*/ 469345 h 927414"/>
                <a:gd name="connsiteX36" fmla="*/ 398245 w 3024845"/>
                <a:gd name="connsiteY36" fmla="*/ 469345 h 927414"/>
                <a:gd name="connsiteX37" fmla="*/ 405338 w 3024845"/>
                <a:gd name="connsiteY37" fmla="*/ 469345 h 927414"/>
                <a:gd name="connsiteX38" fmla="*/ 405338 w 3024845"/>
                <a:gd name="connsiteY38" fmla="*/ 467454 h 927414"/>
                <a:gd name="connsiteX39" fmla="*/ 405338 w 3024845"/>
                <a:gd name="connsiteY39" fmla="*/ 454213 h 927414"/>
                <a:gd name="connsiteX40" fmla="*/ 406098 w 3024845"/>
                <a:gd name="connsiteY40" fmla="*/ 454213 h 927414"/>
                <a:gd name="connsiteX41" fmla="*/ 411418 w 3024845"/>
                <a:gd name="connsiteY41" fmla="*/ 454213 h 927414"/>
                <a:gd name="connsiteX42" fmla="*/ 411418 w 3024845"/>
                <a:gd name="connsiteY42" fmla="*/ 453132 h 927414"/>
                <a:gd name="connsiteX43" fmla="*/ 411418 w 3024845"/>
                <a:gd name="connsiteY43" fmla="*/ 445565 h 927414"/>
                <a:gd name="connsiteX44" fmla="*/ 413445 w 3024845"/>
                <a:gd name="connsiteY44" fmla="*/ 445565 h 927414"/>
                <a:gd name="connsiteX45" fmla="*/ 427632 w 3024845"/>
                <a:gd name="connsiteY45" fmla="*/ 445565 h 927414"/>
                <a:gd name="connsiteX46" fmla="*/ 427632 w 3024845"/>
                <a:gd name="connsiteY46" fmla="*/ 446646 h 927414"/>
                <a:gd name="connsiteX47" fmla="*/ 427632 w 3024845"/>
                <a:gd name="connsiteY47" fmla="*/ 454213 h 927414"/>
                <a:gd name="connsiteX48" fmla="*/ 449925 w 3024845"/>
                <a:gd name="connsiteY48" fmla="*/ 454213 h 927414"/>
                <a:gd name="connsiteX49" fmla="*/ 449925 w 3024845"/>
                <a:gd name="connsiteY49" fmla="*/ 452321 h 927414"/>
                <a:gd name="connsiteX50" fmla="*/ 449925 w 3024845"/>
                <a:gd name="connsiteY50" fmla="*/ 439080 h 927414"/>
                <a:gd name="connsiteX51" fmla="*/ 451699 w 3024845"/>
                <a:gd name="connsiteY51" fmla="*/ 439080 h 927414"/>
                <a:gd name="connsiteX52" fmla="*/ 464112 w 3024845"/>
                <a:gd name="connsiteY52" fmla="*/ 439080 h 927414"/>
                <a:gd name="connsiteX53" fmla="*/ 464112 w 3024845"/>
                <a:gd name="connsiteY53" fmla="*/ 462860 h 927414"/>
                <a:gd name="connsiteX54" fmla="*/ 465126 w 3024845"/>
                <a:gd name="connsiteY54" fmla="*/ 462860 h 927414"/>
                <a:gd name="connsiteX55" fmla="*/ 472219 w 3024845"/>
                <a:gd name="connsiteY55" fmla="*/ 462860 h 927414"/>
                <a:gd name="connsiteX56" fmla="*/ 472219 w 3024845"/>
                <a:gd name="connsiteY56" fmla="*/ 461779 h 927414"/>
                <a:gd name="connsiteX57" fmla="*/ 472219 w 3024845"/>
                <a:gd name="connsiteY57" fmla="*/ 454213 h 927414"/>
                <a:gd name="connsiteX58" fmla="*/ 473992 w 3024845"/>
                <a:gd name="connsiteY58" fmla="*/ 454213 h 927414"/>
                <a:gd name="connsiteX59" fmla="*/ 486406 w 3024845"/>
                <a:gd name="connsiteY59" fmla="*/ 454213 h 927414"/>
                <a:gd name="connsiteX60" fmla="*/ 486406 w 3024845"/>
                <a:gd name="connsiteY60" fmla="*/ 480154 h 927414"/>
                <a:gd name="connsiteX61" fmla="*/ 488433 w 3024845"/>
                <a:gd name="connsiteY61" fmla="*/ 480154 h 927414"/>
                <a:gd name="connsiteX62" fmla="*/ 502619 w 3024845"/>
                <a:gd name="connsiteY62" fmla="*/ 480154 h 927414"/>
                <a:gd name="connsiteX63" fmla="*/ 502619 w 3024845"/>
                <a:gd name="connsiteY63" fmla="*/ 481775 h 927414"/>
                <a:gd name="connsiteX64" fmla="*/ 502619 w 3024845"/>
                <a:gd name="connsiteY64" fmla="*/ 493125 h 927414"/>
                <a:gd name="connsiteX65" fmla="*/ 503379 w 3024845"/>
                <a:gd name="connsiteY65" fmla="*/ 493125 h 927414"/>
                <a:gd name="connsiteX66" fmla="*/ 508700 w 3024845"/>
                <a:gd name="connsiteY66" fmla="*/ 493125 h 927414"/>
                <a:gd name="connsiteX67" fmla="*/ 508700 w 3024845"/>
                <a:gd name="connsiteY67" fmla="*/ 492314 h 927414"/>
                <a:gd name="connsiteX68" fmla="*/ 508700 w 3024845"/>
                <a:gd name="connsiteY68" fmla="*/ 486639 h 927414"/>
                <a:gd name="connsiteX69" fmla="*/ 539100 w 3024845"/>
                <a:gd name="connsiteY69" fmla="*/ 486639 h 927414"/>
                <a:gd name="connsiteX70" fmla="*/ 539100 w 3024845"/>
                <a:gd name="connsiteY70" fmla="*/ 510419 h 927414"/>
                <a:gd name="connsiteX71" fmla="*/ 540113 w 3024845"/>
                <a:gd name="connsiteY71" fmla="*/ 510419 h 927414"/>
                <a:gd name="connsiteX72" fmla="*/ 547207 w 3024845"/>
                <a:gd name="connsiteY72" fmla="*/ 510419 h 927414"/>
                <a:gd name="connsiteX73" fmla="*/ 547207 w 3024845"/>
                <a:gd name="connsiteY73" fmla="*/ 511500 h 927414"/>
                <a:gd name="connsiteX74" fmla="*/ 547207 w 3024845"/>
                <a:gd name="connsiteY74" fmla="*/ 519066 h 927414"/>
                <a:gd name="connsiteX75" fmla="*/ 547967 w 3024845"/>
                <a:gd name="connsiteY75" fmla="*/ 519066 h 927414"/>
                <a:gd name="connsiteX76" fmla="*/ 553287 w 3024845"/>
                <a:gd name="connsiteY76" fmla="*/ 519066 h 927414"/>
                <a:gd name="connsiteX77" fmla="*/ 553287 w 3024845"/>
                <a:gd name="connsiteY77" fmla="*/ 516904 h 927414"/>
                <a:gd name="connsiteX78" fmla="*/ 553287 w 3024845"/>
                <a:gd name="connsiteY78" fmla="*/ 501772 h 927414"/>
                <a:gd name="connsiteX79" fmla="*/ 554300 w 3024845"/>
                <a:gd name="connsiteY79" fmla="*/ 501772 h 927414"/>
                <a:gd name="connsiteX80" fmla="*/ 561394 w 3024845"/>
                <a:gd name="connsiteY80" fmla="*/ 501772 h 927414"/>
                <a:gd name="connsiteX81" fmla="*/ 561394 w 3024845"/>
                <a:gd name="connsiteY81" fmla="*/ 502853 h 927414"/>
                <a:gd name="connsiteX82" fmla="*/ 561394 w 3024845"/>
                <a:gd name="connsiteY82" fmla="*/ 510419 h 927414"/>
                <a:gd name="connsiteX83" fmla="*/ 566714 w 3024845"/>
                <a:gd name="connsiteY83" fmla="*/ 508426 h 927414"/>
                <a:gd name="connsiteX84" fmla="*/ 567474 w 3024845"/>
                <a:gd name="connsiteY84" fmla="*/ 507446 h 927414"/>
                <a:gd name="connsiteX85" fmla="*/ 567474 w 3024845"/>
                <a:gd name="connsiteY85" fmla="*/ 501772 h 927414"/>
                <a:gd name="connsiteX86" fmla="*/ 605981 w 3024845"/>
                <a:gd name="connsiteY86" fmla="*/ 501772 h 927414"/>
                <a:gd name="connsiteX87" fmla="*/ 605981 w 3024845"/>
                <a:gd name="connsiteY87" fmla="*/ 525551 h 927414"/>
                <a:gd name="connsiteX88" fmla="*/ 608007 w 3024845"/>
                <a:gd name="connsiteY88" fmla="*/ 525551 h 927414"/>
                <a:gd name="connsiteX89" fmla="*/ 622194 w 3024845"/>
                <a:gd name="connsiteY89" fmla="*/ 525551 h 927414"/>
                <a:gd name="connsiteX90" fmla="*/ 622194 w 3024845"/>
                <a:gd name="connsiteY90" fmla="*/ 526632 h 927414"/>
                <a:gd name="connsiteX91" fmla="*/ 622194 w 3024845"/>
                <a:gd name="connsiteY91" fmla="*/ 534198 h 927414"/>
                <a:gd name="connsiteX92" fmla="*/ 623968 w 3024845"/>
                <a:gd name="connsiteY92" fmla="*/ 534198 h 927414"/>
                <a:gd name="connsiteX93" fmla="*/ 636381 w 3024845"/>
                <a:gd name="connsiteY93" fmla="*/ 534198 h 927414"/>
                <a:gd name="connsiteX94" fmla="*/ 636381 w 3024845"/>
                <a:gd name="connsiteY94" fmla="*/ 510419 h 927414"/>
                <a:gd name="connsiteX95" fmla="*/ 637394 w 3024845"/>
                <a:gd name="connsiteY95" fmla="*/ 510419 h 927414"/>
                <a:gd name="connsiteX96" fmla="*/ 644488 w 3024845"/>
                <a:gd name="connsiteY96" fmla="*/ 510419 h 927414"/>
                <a:gd name="connsiteX97" fmla="*/ 644488 w 3024845"/>
                <a:gd name="connsiteY97" fmla="*/ 477992 h 927414"/>
                <a:gd name="connsiteX98" fmla="*/ 645501 w 3024845"/>
                <a:gd name="connsiteY98" fmla="*/ 477992 h 927414"/>
                <a:gd name="connsiteX99" fmla="*/ 652595 w 3024845"/>
                <a:gd name="connsiteY99" fmla="*/ 477992 h 927414"/>
                <a:gd name="connsiteX100" fmla="*/ 652595 w 3024845"/>
                <a:gd name="connsiteY100" fmla="*/ 476101 h 927414"/>
                <a:gd name="connsiteX101" fmla="*/ 652595 w 3024845"/>
                <a:gd name="connsiteY101" fmla="*/ 462860 h 927414"/>
                <a:gd name="connsiteX102" fmla="*/ 651328 w 3024845"/>
                <a:gd name="connsiteY102" fmla="*/ 461238 h 927414"/>
                <a:gd name="connsiteX103" fmla="*/ 656648 w 3024845"/>
                <a:gd name="connsiteY103" fmla="*/ 449889 h 927414"/>
                <a:gd name="connsiteX104" fmla="*/ 664755 w 3024845"/>
                <a:gd name="connsiteY104" fmla="*/ 477992 h 927414"/>
                <a:gd name="connsiteX105" fmla="*/ 665515 w 3024845"/>
                <a:gd name="connsiteY105" fmla="*/ 477992 h 927414"/>
                <a:gd name="connsiteX106" fmla="*/ 670835 w 3024845"/>
                <a:gd name="connsiteY106" fmla="*/ 477992 h 927414"/>
                <a:gd name="connsiteX107" fmla="*/ 670835 w 3024845"/>
                <a:gd name="connsiteY107" fmla="*/ 372065 h 927414"/>
                <a:gd name="connsiteX108" fmla="*/ 672355 w 3024845"/>
                <a:gd name="connsiteY108" fmla="*/ 372065 h 927414"/>
                <a:gd name="connsiteX109" fmla="*/ 682995 w 3024845"/>
                <a:gd name="connsiteY109" fmla="*/ 372065 h 927414"/>
                <a:gd name="connsiteX110" fmla="*/ 682995 w 3024845"/>
                <a:gd name="connsiteY110" fmla="*/ 324506 h 927414"/>
                <a:gd name="connsiteX111" fmla="*/ 709342 w 3024845"/>
                <a:gd name="connsiteY111" fmla="*/ 324506 h 927414"/>
                <a:gd name="connsiteX112" fmla="*/ 709342 w 3024845"/>
                <a:gd name="connsiteY112" fmla="*/ 302888 h 927414"/>
                <a:gd name="connsiteX113" fmla="*/ 743796 w 3024845"/>
                <a:gd name="connsiteY113" fmla="*/ 302888 h 927414"/>
                <a:gd name="connsiteX114" fmla="*/ 743796 w 3024845"/>
                <a:gd name="connsiteY114" fmla="*/ 305320 h 927414"/>
                <a:gd name="connsiteX115" fmla="*/ 743796 w 3024845"/>
                <a:gd name="connsiteY115" fmla="*/ 322344 h 927414"/>
                <a:gd name="connsiteX116" fmla="*/ 746076 w 3024845"/>
                <a:gd name="connsiteY116" fmla="*/ 322344 h 927414"/>
                <a:gd name="connsiteX117" fmla="*/ 762036 w 3024845"/>
                <a:gd name="connsiteY117" fmla="*/ 322344 h 927414"/>
                <a:gd name="connsiteX118" fmla="*/ 762036 w 3024845"/>
                <a:gd name="connsiteY118" fmla="*/ 369903 h 927414"/>
                <a:gd name="connsiteX119" fmla="*/ 763049 w 3024845"/>
                <a:gd name="connsiteY119" fmla="*/ 369903 h 927414"/>
                <a:gd name="connsiteX120" fmla="*/ 770143 w 3024845"/>
                <a:gd name="connsiteY120" fmla="*/ 369903 h 927414"/>
                <a:gd name="connsiteX121" fmla="*/ 784330 w 3024845"/>
                <a:gd name="connsiteY121" fmla="*/ 374227 h 927414"/>
                <a:gd name="connsiteX122" fmla="*/ 784330 w 3024845"/>
                <a:gd name="connsiteY122" fmla="*/ 413139 h 927414"/>
                <a:gd name="connsiteX123" fmla="*/ 785343 w 3024845"/>
                <a:gd name="connsiteY123" fmla="*/ 413139 h 927414"/>
                <a:gd name="connsiteX124" fmla="*/ 792436 w 3024845"/>
                <a:gd name="connsiteY124" fmla="*/ 413139 h 927414"/>
                <a:gd name="connsiteX125" fmla="*/ 792436 w 3024845"/>
                <a:gd name="connsiteY125" fmla="*/ 414760 h 927414"/>
                <a:gd name="connsiteX126" fmla="*/ 792436 w 3024845"/>
                <a:gd name="connsiteY126" fmla="*/ 426109 h 927414"/>
                <a:gd name="connsiteX127" fmla="*/ 794463 w 3024845"/>
                <a:gd name="connsiteY127" fmla="*/ 426109 h 927414"/>
                <a:gd name="connsiteX128" fmla="*/ 808650 w 3024845"/>
                <a:gd name="connsiteY128" fmla="*/ 426109 h 927414"/>
                <a:gd name="connsiteX129" fmla="*/ 814730 w 3024845"/>
                <a:gd name="connsiteY129" fmla="*/ 432595 h 927414"/>
                <a:gd name="connsiteX130" fmla="*/ 814730 w 3024845"/>
                <a:gd name="connsiteY130" fmla="*/ 454213 h 927414"/>
                <a:gd name="connsiteX131" fmla="*/ 817010 w 3024845"/>
                <a:gd name="connsiteY131" fmla="*/ 454213 h 927414"/>
                <a:gd name="connsiteX132" fmla="*/ 832970 w 3024845"/>
                <a:gd name="connsiteY132" fmla="*/ 454213 h 927414"/>
                <a:gd name="connsiteX133" fmla="*/ 832970 w 3024845"/>
                <a:gd name="connsiteY133" fmla="*/ 455293 h 927414"/>
                <a:gd name="connsiteX134" fmla="*/ 832970 w 3024845"/>
                <a:gd name="connsiteY134" fmla="*/ 462860 h 927414"/>
                <a:gd name="connsiteX135" fmla="*/ 834237 w 3024845"/>
                <a:gd name="connsiteY135" fmla="*/ 462860 h 927414"/>
                <a:gd name="connsiteX136" fmla="*/ 843104 w 3024845"/>
                <a:gd name="connsiteY136" fmla="*/ 462860 h 927414"/>
                <a:gd name="connsiteX137" fmla="*/ 843104 w 3024845"/>
                <a:gd name="connsiteY137" fmla="*/ 465021 h 927414"/>
                <a:gd name="connsiteX138" fmla="*/ 843104 w 3024845"/>
                <a:gd name="connsiteY138" fmla="*/ 480154 h 927414"/>
                <a:gd name="connsiteX139" fmla="*/ 847157 w 3024845"/>
                <a:gd name="connsiteY139" fmla="*/ 478262 h 927414"/>
                <a:gd name="connsiteX140" fmla="*/ 847157 w 3024845"/>
                <a:gd name="connsiteY140" fmla="*/ 465021 h 927414"/>
                <a:gd name="connsiteX141" fmla="*/ 848170 w 3024845"/>
                <a:gd name="connsiteY141" fmla="*/ 465021 h 927414"/>
                <a:gd name="connsiteX142" fmla="*/ 855264 w 3024845"/>
                <a:gd name="connsiteY142" fmla="*/ 465021 h 927414"/>
                <a:gd name="connsiteX143" fmla="*/ 855264 w 3024845"/>
                <a:gd name="connsiteY143" fmla="*/ 466643 h 927414"/>
                <a:gd name="connsiteX144" fmla="*/ 855264 w 3024845"/>
                <a:gd name="connsiteY144" fmla="*/ 477992 h 927414"/>
                <a:gd name="connsiteX145" fmla="*/ 856024 w 3024845"/>
                <a:gd name="connsiteY145" fmla="*/ 477992 h 927414"/>
                <a:gd name="connsiteX146" fmla="*/ 861344 w 3024845"/>
                <a:gd name="connsiteY146" fmla="*/ 477992 h 927414"/>
                <a:gd name="connsiteX147" fmla="*/ 909984 w 3024845"/>
                <a:gd name="connsiteY147" fmla="*/ 473669 h 927414"/>
                <a:gd name="connsiteX148" fmla="*/ 909984 w 3024845"/>
                <a:gd name="connsiteY148" fmla="*/ 475020 h 927414"/>
                <a:gd name="connsiteX149" fmla="*/ 909984 w 3024845"/>
                <a:gd name="connsiteY149" fmla="*/ 484477 h 927414"/>
                <a:gd name="connsiteX150" fmla="*/ 910744 w 3024845"/>
                <a:gd name="connsiteY150" fmla="*/ 484477 h 927414"/>
                <a:gd name="connsiteX151" fmla="*/ 916065 w 3024845"/>
                <a:gd name="connsiteY151" fmla="*/ 484477 h 927414"/>
                <a:gd name="connsiteX152" fmla="*/ 916065 w 3024845"/>
                <a:gd name="connsiteY152" fmla="*/ 486639 h 927414"/>
                <a:gd name="connsiteX153" fmla="*/ 916065 w 3024845"/>
                <a:gd name="connsiteY153" fmla="*/ 501772 h 927414"/>
                <a:gd name="connsiteX154" fmla="*/ 918091 w 3024845"/>
                <a:gd name="connsiteY154" fmla="*/ 500421 h 927414"/>
                <a:gd name="connsiteX155" fmla="*/ 932278 w 3024845"/>
                <a:gd name="connsiteY155" fmla="*/ 490963 h 927414"/>
                <a:gd name="connsiteX156" fmla="*/ 938358 w 3024845"/>
                <a:gd name="connsiteY156" fmla="*/ 449889 h 927414"/>
                <a:gd name="connsiteX157" fmla="*/ 939118 w 3024845"/>
                <a:gd name="connsiteY157" fmla="*/ 449619 h 927414"/>
                <a:gd name="connsiteX158" fmla="*/ 944438 w 3024845"/>
                <a:gd name="connsiteY158" fmla="*/ 447727 h 927414"/>
                <a:gd name="connsiteX159" fmla="*/ 946465 w 3024845"/>
                <a:gd name="connsiteY159" fmla="*/ 378550 h 927414"/>
                <a:gd name="connsiteX160" fmla="*/ 948492 w 3024845"/>
                <a:gd name="connsiteY160" fmla="*/ 447727 h 927414"/>
                <a:gd name="connsiteX161" fmla="*/ 949252 w 3024845"/>
                <a:gd name="connsiteY161" fmla="*/ 447997 h 927414"/>
                <a:gd name="connsiteX162" fmla="*/ 954572 w 3024845"/>
                <a:gd name="connsiteY162" fmla="*/ 449889 h 927414"/>
                <a:gd name="connsiteX163" fmla="*/ 954572 w 3024845"/>
                <a:gd name="connsiteY163" fmla="*/ 363418 h 927414"/>
                <a:gd name="connsiteX164" fmla="*/ 958625 w 3024845"/>
                <a:gd name="connsiteY164" fmla="*/ 330991 h 927414"/>
                <a:gd name="connsiteX165" fmla="*/ 997132 w 3024845"/>
                <a:gd name="connsiteY165" fmla="*/ 330991 h 927414"/>
                <a:gd name="connsiteX166" fmla="*/ 997132 w 3024845"/>
                <a:gd name="connsiteY166" fmla="*/ 363418 h 927414"/>
                <a:gd name="connsiteX167" fmla="*/ 997892 w 3024845"/>
                <a:gd name="connsiteY167" fmla="*/ 363418 h 927414"/>
                <a:gd name="connsiteX168" fmla="*/ 1003212 w 3024845"/>
                <a:gd name="connsiteY168" fmla="*/ 363418 h 927414"/>
                <a:gd name="connsiteX169" fmla="*/ 1003212 w 3024845"/>
                <a:gd name="connsiteY169" fmla="*/ 281270 h 927414"/>
                <a:gd name="connsiteX170" fmla="*/ 1004986 w 3024845"/>
                <a:gd name="connsiteY170" fmla="*/ 281270 h 927414"/>
                <a:gd name="connsiteX171" fmla="*/ 1017399 w 3024845"/>
                <a:gd name="connsiteY171" fmla="*/ 281270 h 927414"/>
                <a:gd name="connsiteX172" fmla="*/ 1017399 w 3024845"/>
                <a:gd name="connsiteY172" fmla="*/ 279379 h 927414"/>
                <a:gd name="connsiteX173" fmla="*/ 1017399 w 3024845"/>
                <a:gd name="connsiteY173" fmla="*/ 266138 h 927414"/>
                <a:gd name="connsiteX174" fmla="*/ 1039693 w 3024845"/>
                <a:gd name="connsiteY174" fmla="*/ 266138 h 927414"/>
                <a:gd name="connsiteX175" fmla="*/ 1039693 w 3024845"/>
                <a:gd name="connsiteY175" fmla="*/ 265057 h 927414"/>
                <a:gd name="connsiteX176" fmla="*/ 1039693 w 3024845"/>
                <a:gd name="connsiteY176" fmla="*/ 257491 h 927414"/>
                <a:gd name="connsiteX177" fmla="*/ 1041466 w 3024845"/>
                <a:gd name="connsiteY177" fmla="*/ 257491 h 927414"/>
                <a:gd name="connsiteX178" fmla="*/ 1053880 w 3024845"/>
                <a:gd name="connsiteY178" fmla="*/ 257491 h 927414"/>
                <a:gd name="connsiteX179" fmla="*/ 1053880 w 3024845"/>
                <a:gd name="connsiteY179" fmla="*/ 258572 h 927414"/>
                <a:gd name="connsiteX180" fmla="*/ 1053880 w 3024845"/>
                <a:gd name="connsiteY180" fmla="*/ 266138 h 927414"/>
                <a:gd name="connsiteX181" fmla="*/ 1054640 w 3024845"/>
                <a:gd name="connsiteY181" fmla="*/ 266138 h 927414"/>
                <a:gd name="connsiteX182" fmla="*/ 1059960 w 3024845"/>
                <a:gd name="connsiteY182" fmla="*/ 266138 h 927414"/>
                <a:gd name="connsiteX183" fmla="*/ 1070093 w 3024845"/>
                <a:gd name="connsiteY183" fmla="*/ 261814 h 927414"/>
                <a:gd name="connsiteX184" fmla="*/ 1074146 w 3024845"/>
                <a:gd name="connsiteY184" fmla="*/ 265057 h 927414"/>
                <a:gd name="connsiteX185" fmla="*/ 1074146 w 3024845"/>
                <a:gd name="connsiteY185" fmla="*/ 257491 h 927414"/>
                <a:gd name="connsiteX186" fmla="*/ 1076426 w 3024845"/>
                <a:gd name="connsiteY186" fmla="*/ 257491 h 927414"/>
                <a:gd name="connsiteX187" fmla="*/ 1092387 w 3024845"/>
                <a:gd name="connsiteY187" fmla="*/ 257491 h 927414"/>
                <a:gd name="connsiteX188" fmla="*/ 1092387 w 3024845"/>
                <a:gd name="connsiteY188" fmla="*/ 258572 h 927414"/>
                <a:gd name="connsiteX189" fmla="*/ 1092387 w 3024845"/>
                <a:gd name="connsiteY189" fmla="*/ 266138 h 927414"/>
                <a:gd name="connsiteX190" fmla="*/ 1122787 w 3024845"/>
                <a:gd name="connsiteY190" fmla="*/ 266138 h 927414"/>
                <a:gd name="connsiteX191" fmla="*/ 1122787 w 3024845"/>
                <a:gd name="connsiteY191" fmla="*/ 267759 h 927414"/>
                <a:gd name="connsiteX192" fmla="*/ 1122787 w 3024845"/>
                <a:gd name="connsiteY192" fmla="*/ 279109 h 927414"/>
                <a:gd name="connsiteX193" fmla="*/ 1149134 w 3024845"/>
                <a:gd name="connsiteY193" fmla="*/ 279109 h 927414"/>
                <a:gd name="connsiteX194" fmla="*/ 1149134 w 3024845"/>
                <a:gd name="connsiteY194" fmla="*/ 309373 h 927414"/>
                <a:gd name="connsiteX195" fmla="*/ 1149894 w 3024845"/>
                <a:gd name="connsiteY195" fmla="*/ 309373 h 927414"/>
                <a:gd name="connsiteX196" fmla="*/ 1155214 w 3024845"/>
                <a:gd name="connsiteY196" fmla="*/ 309373 h 927414"/>
                <a:gd name="connsiteX197" fmla="*/ 1155214 w 3024845"/>
                <a:gd name="connsiteY197" fmla="*/ 310454 h 927414"/>
                <a:gd name="connsiteX198" fmla="*/ 1155214 w 3024845"/>
                <a:gd name="connsiteY198" fmla="*/ 318021 h 927414"/>
                <a:gd name="connsiteX199" fmla="*/ 1159268 w 3024845"/>
                <a:gd name="connsiteY199" fmla="*/ 348285 h 927414"/>
                <a:gd name="connsiteX200" fmla="*/ 1160028 w 3024845"/>
                <a:gd name="connsiteY200" fmla="*/ 348285 h 927414"/>
                <a:gd name="connsiteX201" fmla="*/ 1165348 w 3024845"/>
                <a:gd name="connsiteY201" fmla="*/ 348285 h 927414"/>
                <a:gd name="connsiteX202" fmla="*/ 1165348 w 3024845"/>
                <a:gd name="connsiteY202" fmla="*/ 349096 h 927414"/>
                <a:gd name="connsiteX203" fmla="*/ 1165348 w 3024845"/>
                <a:gd name="connsiteY203" fmla="*/ 354771 h 927414"/>
                <a:gd name="connsiteX204" fmla="*/ 1166361 w 3024845"/>
                <a:gd name="connsiteY204" fmla="*/ 354771 h 927414"/>
                <a:gd name="connsiteX205" fmla="*/ 1173454 w 3024845"/>
                <a:gd name="connsiteY205" fmla="*/ 354771 h 927414"/>
                <a:gd name="connsiteX206" fmla="*/ 1173454 w 3024845"/>
                <a:gd name="connsiteY206" fmla="*/ 385036 h 927414"/>
                <a:gd name="connsiteX207" fmla="*/ 1175481 w 3024845"/>
                <a:gd name="connsiteY207" fmla="*/ 385036 h 927414"/>
                <a:gd name="connsiteX208" fmla="*/ 1189668 w 3024845"/>
                <a:gd name="connsiteY208" fmla="*/ 385036 h 927414"/>
                <a:gd name="connsiteX209" fmla="*/ 1189668 w 3024845"/>
                <a:gd name="connsiteY209" fmla="*/ 408815 h 927414"/>
                <a:gd name="connsiteX210" fmla="*/ 1191695 w 3024845"/>
                <a:gd name="connsiteY210" fmla="*/ 410436 h 927414"/>
                <a:gd name="connsiteX211" fmla="*/ 1191695 w 3024845"/>
                <a:gd name="connsiteY211" fmla="*/ 421786 h 927414"/>
                <a:gd name="connsiteX212" fmla="*/ 1192455 w 3024845"/>
                <a:gd name="connsiteY212" fmla="*/ 421786 h 927414"/>
                <a:gd name="connsiteX213" fmla="*/ 1197775 w 3024845"/>
                <a:gd name="connsiteY213" fmla="*/ 421786 h 927414"/>
                <a:gd name="connsiteX214" fmla="*/ 1197775 w 3024845"/>
                <a:gd name="connsiteY214" fmla="*/ 445565 h 927414"/>
                <a:gd name="connsiteX215" fmla="*/ 1199041 w 3024845"/>
                <a:gd name="connsiteY215" fmla="*/ 445565 h 927414"/>
                <a:gd name="connsiteX216" fmla="*/ 1207908 w 3024845"/>
                <a:gd name="connsiteY216" fmla="*/ 445565 h 927414"/>
                <a:gd name="connsiteX217" fmla="*/ 1209935 w 3024845"/>
                <a:gd name="connsiteY217" fmla="*/ 449619 h 927414"/>
                <a:gd name="connsiteX218" fmla="*/ 1209935 w 3024845"/>
                <a:gd name="connsiteY218" fmla="*/ 462860 h 927414"/>
                <a:gd name="connsiteX219" fmla="*/ 1211455 w 3024845"/>
                <a:gd name="connsiteY219" fmla="*/ 460968 h 927414"/>
                <a:gd name="connsiteX220" fmla="*/ 1222095 w 3024845"/>
                <a:gd name="connsiteY220" fmla="*/ 447727 h 927414"/>
                <a:gd name="connsiteX221" fmla="*/ 1250469 w 3024845"/>
                <a:gd name="connsiteY221" fmla="*/ 447727 h 927414"/>
                <a:gd name="connsiteX222" fmla="*/ 1250469 w 3024845"/>
                <a:gd name="connsiteY222" fmla="*/ 534198 h 927414"/>
                <a:gd name="connsiteX223" fmla="*/ 1251229 w 3024845"/>
                <a:gd name="connsiteY223" fmla="*/ 534198 h 927414"/>
                <a:gd name="connsiteX224" fmla="*/ 1256549 w 3024845"/>
                <a:gd name="connsiteY224" fmla="*/ 534198 h 927414"/>
                <a:gd name="connsiteX225" fmla="*/ 1257309 w 3024845"/>
                <a:gd name="connsiteY225" fmla="*/ 532847 h 927414"/>
                <a:gd name="connsiteX226" fmla="*/ 1262629 w 3024845"/>
                <a:gd name="connsiteY226" fmla="*/ 523389 h 927414"/>
                <a:gd name="connsiteX227" fmla="*/ 1262629 w 3024845"/>
                <a:gd name="connsiteY227" fmla="*/ 525281 h 927414"/>
                <a:gd name="connsiteX228" fmla="*/ 1262629 w 3024845"/>
                <a:gd name="connsiteY228" fmla="*/ 538522 h 927414"/>
                <a:gd name="connsiteX229" fmla="*/ 1266682 w 3024845"/>
                <a:gd name="connsiteY229" fmla="*/ 493125 h 927414"/>
                <a:gd name="connsiteX230" fmla="*/ 1267442 w 3024845"/>
                <a:gd name="connsiteY230" fmla="*/ 493125 h 927414"/>
                <a:gd name="connsiteX231" fmla="*/ 1272762 w 3024845"/>
                <a:gd name="connsiteY231" fmla="*/ 493125 h 927414"/>
                <a:gd name="connsiteX232" fmla="*/ 1272762 w 3024845"/>
                <a:gd name="connsiteY232" fmla="*/ 428271 h 927414"/>
                <a:gd name="connsiteX233" fmla="*/ 1273776 w 3024845"/>
                <a:gd name="connsiteY233" fmla="*/ 428271 h 927414"/>
                <a:gd name="connsiteX234" fmla="*/ 1280869 w 3024845"/>
                <a:gd name="connsiteY234" fmla="*/ 428271 h 927414"/>
                <a:gd name="connsiteX235" fmla="*/ 1293029 w 3024845"/>
                <a:gd name="connsiteY235" fmla="*/ 385036 h 927414"/>
                <a:gd name="connsiteX236" fmla="*/ 1294296 w 3024845"/>
                <a:gd name="connsiteY236" fmla="*/ 385036 h 927414"/>
                <a:gd name="connsiteX237" fmla="*/ 1303163 w 3024845"/>
                <a:gd name="connsiteY237" fmla="*/ 385036 h 927414"/>
                <a:gd name="connsiteX238" fmla="*/ 1313296 w 3024845"/>
                <a:gd name="connsiteY238" fmla="*/ 428271 h 927414"/>
                <a:gd name="connsiteX239" fmla="*/ 1314309 w 3024845"/>
                <a:gd name="connsiteY239" fmla="*/ 428271 h 927414"/>
                <a:gd name="connsiteX240" fmla="*/ 1321403 w 3024845"/>
                <a:gd name="connsiteY240" fmla="*/ 428271 h 927414"/>
                <a:gd name="connsiteX241" fmla="*/ 1321403 w 3024845"/>
                <a:gd name="connsiteY241" fmla="*/ 467183 h 927414"/>
                <a:gd name="connsiteX242" fmla="*/ 1323176 w 3024845"/>
                <a:gd name="connsiteY242" fmla="*/ 467183 h 927414"/>
                <a:gd name="connsiteX243" fmla="*/ 1335590 w 3024845"/>
                <a:gd name="connsiteY243" fmla="*/ 467183 h 927414"/>
                <a:gd name="connsiteX244" fmla="*/ 1335590 w 3024845"/>
                <a:gd name="connsiteY244" fmla="*/ 469345 h 927414"/>
                <a:gd name="connsiteX245" fmla="*/ 1335590 w 3024845"/>
                <a:gd name="connsiteY245" fmla="*/ 484477 h 927414"/>
                <a:gd name="connsiteX246" fmla="*/ 1339643 w 3024845"/>
                <a:gd name="connsiteY246" fmla="*/ 482316 h 927414"/>
                <a:gd name="connsiteX247" fmla="*/ 1339643 w 3024845"/>
                <a:gd name="connsiteY247" fmla="*/ 467183 h 927414"/>
                <a:gd name="connsiteX248" fmla="*/ 1341163 w 3024845"/>
                <a:gd name="connsiteY248" fmla="*/ 467183 h 927414"/>
                <a:gd name="connsiteX249" fmla="*/ 1351803 w 3024845"/>
                <a:gd name="connsiteY249" fmla="*/ 467183 h 927414"/>
                <a:gd name="connsiteX250" fmla="*/ 1351803 w 3024845"/>
                <a:gd name="connsiteY250" fmla="*/ 468804 h 927414"/>
                <a:gd name="connsiteX251" fmla="*/ 1351803 w 3024845"/>
                <a:gd name="connsiteY251" fmla="*/ 480154 h 927414"/>
                <a:gd name="connsiteX252" fmla="*/ 1382204 w 3024845"/>
                <a:gd name="connsiteY252" fmla="*/ 480154 h 927414"/>
                <a:gd name="connsiteX253" fmla="*/ 1382204 w 3024845"/>
                <a:gd name="connsiteY253" fmla="*/ 443404 h 927414"/>
                <a:gd name="connsiteX254" fmla="*/ 1383470 w 3024845"/>
                <a:gd name="connsiteY254" fmla="*/ 443404 h 927414"/>
                <a:gd name="connsiteX255" fmla="*/ 1392337 w 3024845"/>
                <a:gd name="connsiteY255" fmla="*/ 443404 h 927414"/>
                <a:gd name="connsiteX256" fmla="*/ 1392337 w 3024845"/>
                <a:gd name="connsiteY256" fmla="*/ 465021 h 927414"/>
                <a:gd name="connsiteX257" fmla="*/ 1394364 w 3024845"/>
                <a:gd name="connsiteY257" fmla="*/ 432595 h 927414"/>
                <a:gd name="connsiteX258" fmla="*/ 1416657 w 3024845"/>
                <a:gd name="connsiteY258" fmla="*/ 432595 h 927414"/>
                <a:gd name="connsiteX259" fmla="*/ 1416657 w 3024845"/>
                <a:gd name="connsiteY259" fmla="*/ 430973 h 927414"/>
                <a:gd name="connsiteX260" fmla="*/ 1416657 w 3024845"/>
                <a:gd name="connsiteY260" fmla="*/ 419624 h 927414"/>
                <a:gd name="connsiteX261" fmla="*/ 1417417 w 3024845"/>
                <a:gd name="connsiteY261" fmla="*/ 419624 h 927414"/>
                <a:gd name="connsiteX262" fmla="*/ 1422737 w 3024845"/>
                <a:gd name="connsiteY262" fmla="*/ 419624 h 927414"/>
                <a:gd name="connsiteX263" fmla="*/ 1422737 w 3024845"/>
                <a:gd name="connsiteY263" fmla="*/ 417733 h 927414"/>
                <a:gd name="connsiteX264" fmla="*/ 1422737 w 3024845"/>
                <a:gd name="connsiteY264" fmla="*/ 404492 h 927414"/>
                <a:gd name="connsiteX265" fmla="*/ 1426791 w 3024845"/>
                <a:gd name="connsiteY265" fmla="*/ 410977 h 927414"/>
                <a:gd name="connsiteX266" fmla="*/ 1429071 w 3024845"/>
                <a:gd name="connsiteY266" fmla="*/ 410977 h 927414"/>
                <a:gd name="connsiteX267" fmla="*/ 1445031 w 3024845"/>
                <a:gd name="connsiteY267" fmla="*/ 410977 h 927414"/>
                <a:gd name="connsiteX268" fmla="*/ 1445031 w 3024845"/>
                <a:gd name="connsiteY268" fmla="*/ 410166 h 927414"/>
                <a:gd name="connsiteX269" fmla="*/ 1445031 w 3024845"/>
                <a:gd name="connsiteY269" fmla="*/ 404492 h 927414"/>
                <a:gd name="connsiteX270" fmla="*/ 1445791 w 3024845"/>
                <a:gd name="connsiteY270" fmla="*/ 404492 h 927414"/>
                <a:gd name="connsiteX271" fmla="*/ 1451111 w 3024845"/>
                <a:gd name="connsiteY271" fmla="*/ 404492 h 927414"/>
                <a:gd name="connsiteX272" fmla="*/ 1451111 w 3024845"/>
                <a:gd name="connsiteY272" fmla="*/ 405843 h 927414"/>
                <a:gd name="connsiteX273" fmla="*/ 1451111 w 3024845"/>
                <a:gd name="connsiteY273" fmla="*/ 415301 h 927414"/>
                <a:gd name="connsiteX274" fmla="*/ 1489618 w 3024845"/>
                <a:gd name="connsiteY274" fmla="*/ 415301 h 927414"/>
                <a:gd name="connsiteX275" fmla="*/ 1489618 w 3024845"/>
                <a:gd name="connsiteY275" fmla="*/ 553654 h 927414"/>
                <a:gd name="connsiteX276" fmla="*/ 1491138 w 3024845"/>
                <a:gd name="connsiteY276" fmla="*/ 553654 h 927414"/>
                <a:gd name="connsiteX277" fmla="*/ 1501778 w 3024845"/>
                <a:gd name="connsiteY277" fmla="*/ 553654 h 927414"/>
                <a:gd name="connsiteX278" fmla="*/ 1501778 w 3024845"/>
                <a:gd name="connsiteY278" fmla="*/ 540684 h 927414"/>
                <a:gd name="connsiteX279" fmla="*/ 1505832 w 3024845"/>
                <a:gd name="connsiteY279" fmla="*/ 540684 h 927414"/>
                <a:gd name="connsiteX280" fmla="*/ 1505832 w 3024845"/>
                <a:gd name="connsiteY280" fmla="*/ 553654 h 927414"/>
                <a:gd name="connsiteX281" fmla="*/ 1536232 w 3024845"/>
                <a:gd name="connsiteY281" fmla="*/ 553654 h 927414"/>
                <a:gd name="connsiteX282" fmla="*/ 1536232 w 3024845"/>
                <a:gd name="connsiteY282" fmla="*/ 523389 h 927414"/>
                <a:gd name="connsiteX283" fmla="*/ 1548392 w 3024845"/>
                <a:gd name="connsiteY283" fmla="*/ 523389 h 927414"/>
                <a:gd name="connsiteX284" fmla="*/ 1560552 w 3024845"/>
                <a:gd name="connsiteY284" fmla="*/ 521228 h 927414"/>
                <a:gd name="connsiteX285" fmla="*/ 1564606 w 3024845"/>
                <a:gd name="connsiteY285" fmla="*/ 523389 h 927414"/>
                <a:gd name="connsiteX286" fmla="*/ 1574739 w 3024845"/>
                <a:gd name="connsiteY286" fmla="*/ 523389 h 927414"/>
                <a:gd name="connsiteX287" fmla="*/ 1574739 w 3024845"/>
                <a:gd name="connsiteY287" fmla="*/ 553654 h 927414"/>
                <a:gd name="connsiteX288" fmla="*/ 1582846 w 3024845"/>
                <a:gd name="connsiteY288" fmla="*/ 553654 h 927414"/>
                <a:gd name="connsiteX289" fmla="*/ 1582846 w 3024845"/>
                <a:gd name="connsiteY289" fmla="*/ 570949 h 927414"/>
                <a:gd name="connsiteX290" fmla="*/ 1592182 w 3024845"/>
                <a:gd name="connsiteY290" fmla="*/ 571854 h 927414"/>
                <a:gd name="connsiteX291" fmla="*/ 1605140 w 3024845"/>
                <a:gd name="connsiteY291" fmla="*/ 571854 h 927414"/>
                <a:gd name="connsiteX292" fmla="*/ 1605140 w 3024845"/>
                <a:gd name="connsiteY292" fmla="*/ 555816 h 927414"/>
                <a:gd name="connsiteX293" fmla="*/ 1673096 w 3024845"/>
                <a:gd name="connsiteY293" fmla="*/ 555816 h 927414"/>
                <a:gd name="connsiteX294" fmla="*/ 1673096 w 3024845"/>
                <a:gd name="connsiteY294" fmla="*/ 470563 h 927414"/>
                <a:gd name="connsiteX295" fmla="*/ 1745104 w 3024845"/>
                <a:gd name="connsiteY295" fmla="*/ 470563 h 927414"/>
                <a:gd name="connsiteX296" fmla="*/ 1745104 w 3024845"/>
                <a:gd name="connsiteY296" fmla="*/ 549331 h 927414"/>
                <a:gd name="connsiteX297" fmla="*/ 1747008 w 3024845"/>
                <a:gd name="connsiteY297" fmla="*/ 549331 h 927414"/>
                <a:gd name="connsiteX298" fmla="*/ 1748250 w 3024845"/>
                <a:gd name="connsiteY298" fmla="*/ 571854 h 927414"/>
                <a:gd name="connsiteX299" fmla="*/ 1757926 w 3024845"/>
                <a:gd name="connsiteY299" fmla="*/ 571854 h 927414"/>
                <a:gd name="connsiteX300" fmla="*/ 1759168 w 3024845"/>
                <a:gd name="connsiteY300" fmla="*/ 549331 h 927414"/>
                <a:gd name="connsiteX301" fmla="*/ 1765248 w 3024845"/>
                <a:gd name="connsiteY301" fmla="*/ 549331 h 927414"/>
                <a:gd name="connsiteX302" fmla="*/ 1766490 w 3024845"/>
                <a:gd name="connsiteY302" fmla="*/ 571854 h 927414"/>
                <a:gd name="connsiteX303" fmla="*/ 1817112 w 3024845"/>
                <a:gd name="connsiteY303" fmla="*/ 571854 h 927414"/>
                <a:gd name="connsiteX304" fmla="*/ 1817112 w 3024845"/>
                <a:gd name="connsiteY304" fmla="*/ 408826 h 927414"/>
                <a:gd name="connsiteX305" fmla="*/ 2014439 w 3024845"/>
                <a:gd name="connsiteY305" fmla="*/ 408826 h 927414"/>
                <a:gd name="connsiteX306" fmla="*/ 2014439 w 3024845"/>
                <a:gd name="connsiteY306" fmla="*/ 571854 h 927414"/>
                <a:gd name="connsiteX307" fmla="*/ 2033136 w 3024845"/>
                <a:gd name="connsiteY307" fmla="*/ 571854 h 927414"/>
                <a:gd name="connsiteX308" fmla="*/ 2033136 w 3024845"/>
                <a:gd name="connsiteY308" fmla="*/ 489161 h 927414"/>
                <a:gd name="connsiteX309" fmla="*/ 2128256 w 3024845"/>
                <a:gd name="connsiteY309" fmla="*/ 489161 h 927414"/>
                <a:gd name="connsiteX310" fmla="*/ 2146266 w 3024845"/>
                <a:gd name="connsiteY310" fmla="*/ 239 h 927414"/>
                <a:gd name="connsiteX311" fmla="*/ 2180720 w 3024845"/>
                <a:gd name="connsiteY311" fmla="*/ 423948 h 927414"/>
                <a:gd name="connsiteX312" fmla="*/ 2245574 w 3024845"/>
                <a:gd name="connsiteY312" fmla="*/ 423948 h 927414"/>
                <a:gd name="connsiteX313" fmla="*/ 2245574 w 3024845"/>
                <a:gd name="connsiteY313" fmla="*/ 499610 h 927414"/>
                <a:gd name="connsiteX314" fmla="*/ 2253681 w 3024845"/>
                <a:gd name="connsiteY314" fmla="*/ 499610 h 927414"/>
                <a:gd name="connsiteX315" fmla="*/ 2255708 w 3024845"/>
                <a:gd name="connsiteY315" fmla="*/ 493125 h 927414"/>
                <a:gd name="connsiteX316" fmla="*/ 2261788 w 3024845"/>
                <a:gd name="connsiteY316" fmla="*/ 493125 h 927414"/>
                <a:gd name="connsiteX317" fmla="*/ 2263815 w 3024845"/>
                <a:gd name="connsiteY317" fmla="*/ 501772 h 927414"/>
                <a:gd name="connsiteX318" fmla="*/ 2275975 w 3024845"/>
                <a:gd name="connsiteY318" fmla="*/ 501772 h 927414"/>
                <a:gd name="connsiteX319" fmla="*/ 2275975 w 3024845"/>
                <a:gd name="connsiteY319" fmla="*/ 495286 h 927414"/>
                <a:gd name="connsiteX320" fmla="*/ 2298268 w 3024845"/>
                <a:gd name="connsiteY320" fmla="*/ 495286 h 927414"/>
                <a:gd name="connsiteX321" fmla="*/ 2298268 w 3024845"/>
                <a:gd name="connsiteY321" fmla="*/ 501772 h 927414"/>
                <a:gd name="connsiteX322" fmla="*/ 2318535 w 3024845"/>
                <a:gd name="connsiteY322" fmla="*/ 501772 h 927414"/>
                <a:gd name="connsiteX323" fmla="*/ 2318535 w 3024845"/>
                <a:gd name="connsiteY323" fmla="*/ 547169 h 927414"/>
                <a:gd name="connsiteX324" fmla="*/ 2332722 w 3024845"/>
                <a:gd name="connsiteY324" fmla="*/ 547169 h 927414"/>
                <a:gd name="connsiteX325" fmla="*/ 2332722 w 3024845"/>
                <a:gd name="connsiteY325" fmla="*/ 534198 h 927414"/>
                <a:gd name="connsiteX326" fmla="*/ 2348936 w 3024845"/>
                <a:gd name="connsiteY326" fmla="*/ 534198 h 927414"/>
                <a:gd name="connsiteX327" fmla="*/ 2348936 w 3024845"/>
                <a:gd name="connsiteY327" fmla="*/ 354771 h 927414"/>
                <a:gd name="connsiteX328" fmla="*/ 2355016 w 3024845"/>
                <a:gd name="connsiteY328" fmla="*/ 348285 h 927414"/>
                <a:gd name="connsiteX329" fmla="*/ 2427977 w 3024845"/>
                <a:gd name="connsiteY329" fmla="*/ 348285 h 927414"/>
                <a:gd name="connsiteX330" fmla="*/ 2427977 w 3024845"/>
                <a:gd name="connsiteY330" fmla="*/ 356933 h 927414"/>
                <a:gd name="connsiteX331" fmla="*/ 2438110 w 3024845"/>
                <a:gd name="connsiteY331" fmla="*/ 356933 h 927414"/>
                <a:gd name="connsiteX332" fmla="*/ 2438110 w 3024845"/>
                <a:gd name="connsiteY332" fmla="*/ 471507 h 927414"/>
                <a:gd name="connsiteX333" fmla="*/ 2460404 w 3024845"/>
                <a:gd name="connsiteY333" fmla="*/ 471507 h 927414"/>
                <a:gd name="connsiteX334" fmla="*/ 2460404 w 3024845"/>
                <a:gd name="connsiteY334" fmla="*/ 404492 h 927414"/>
                <a:gd name="connsiteX335" fmla="*/ 2486751 w 3024845"/>
                <a:gd name="connsiteY335" fmla="*/ 404492 h 927414"/>
                <a:gd name="connsiteX336" fmla="*/ 2490804 w 3024845"/>
                <a:gd name="connsiteY336" fmla="*/ 400168 h 927414"/>
                <a:gd name="connsiteX337" fmla="*/ 2498911 w 3024845"/>
                <a:gd name="connsiteY337" fmla="*/ 400168 h 927414"/>
                <a:gd name="connsiteX338" fmla="*/ 2502964 w 3024845"/>
                <a:gd name="connsiteY338" fmla="*/ 404492 h 927414"/>
                <a:gd name="connsiteX339" fmla="*/ 2525258 w 3024845"/>
                <a:gd name="connsiteY339" fmla="*/ 404492 h 927414"/>
                <a:gd name="connsiteX340" fmla="*/ 2525258 w 3024845"/>
                <a:gd name="connsiteY340" fmla="*/ 287756 h 927414"/>
                <a:gd name="connsiteX341" fmla="*/ 2582005 w 3024845"/>
                <a:gd name="connsiteY341" fmla="*/ 276947 h 927414"/>
                <a:gd name="connsiteX342" fmla="*/ 2582005 w 3024845"/>
                <a:gd name="connsiteY342" fmla="*/ 278028 h 927414"/>
                <a:gd name="connsiteX343" fmla="*/ 2582005 w 3024845"/>
                <a:gd name="connsiteY343" fmla="*/ 285594 h 927414"/>
                <a:gd name="connsiteX344" fmla="*/ 2608352 w 3024845"/>
                <a:gd name="connsiteY344" fmla="*/ 285594 h 927414"/>
                <a:gd name="connsiteX345" fmla="*/ 2608352 w 3024845"/>
                <a:gd name="connsiteY345" fmla="*/ 540684 h 927414"/>
                <a:gd name="connsiteX346" fmla="*/ 2630646 w 3024845"/>
                <a:gd name="connsiteY346" fmla="*/ 540684 h 927414"/>
                <a:gd name="connsiteX347" fmla="*/ 2630646 w 3024845"/>
                <a:gd name="connsiteY347" fmla="*/ 536360 h 927414"/>
                <a:gd name="connsiteX348" fmla="*/ 2642806 w 3024845"/>
                <a:gd name="connsiteY348" fmla="*/ 536360 h 927414"/>
                <a:gd name="connsiteX349" fmla="*/ 2642806 w 3024845"/>
                <a:gd name="connsiteY349" fmla="*/ 540684 h 927414"/>
                <a:gd name="connsiteX350" fmla="*/ 2667126 w 3024845"/>
                <a:gd name="connsiteY350" fmla="*/ 540684 h 927414"/>
                <a:gd name="connsiteX351" fmla="*/ 2667126 w 3024845"/>
                <a:gd name="connsiteY351" fmla="*/ 527713 h 927414"/>
                <a:gd name="connsiteX352" fmla="*/ 2695500 w 3024845"/>
                <a:gd name="connsiteY352" fmla="*/ 527713 h 927414"/>
                <a:gd name="connsiteX353" fmla="*/ 2707660 w 3024845"/>
                <a:gd name="connsiteY353" fmla="*/ 523389 h 927414"/>
                <a:gd name="connsiteX354" fmla="*/ 2727927 w 3024845"/>
                <a:gd name="connsiteY354" fmla="*/ 527713 h 927414"/>
                <a:gd name="connsiteX355" fmla="*/ 2727927 w 3024845"/>
                <a:gd name="connsiteY355" fmla="*/ 510419 h 927414"/>
                <a:gd name="connsiteX356" fmla="*/ 2736034 w 3024845"/>
                <a:gd name="connsiteY356" fmla="*/ 510419 h 927414"/>
                <a:gd name="connsiteX357" fmla="*/ 2736034 w 3024845"/>
                <a:gd name="connsiteY357" fmla="*/ 497448 h 927414"/>
                <a:gd name="connsiteX358" fmla="*/ 2792781 w 3024845"/>
                <a:gd name="connsiteY358" fmla="*/ 497448 h 927414"/>
                <a:gd name="connsiteX359" fmla="*/ 2792781 w 3024845"/>
                <a:gd name="connsiteY359" fmla="*/ 467183 h 927414"/>
                <a:gd name="connsiteX360" fmla="*/ 2811021 w 3024845"/>
                <a:gd name="connsiteY360" fmla="*/ 467183 h 927414"/>
                <a:gd name="connsiteX361" fmla="*/ 2811021 w 3024845"/>
                <a:gd name="connsiteY361" fmla="*/ 460698 h 927414"/>
                <a:gd name="connsiteX362" fmla="*/ 2823181 w 3024845"/>
                <a:gd name="connsiteY362" fmla="*/ 460698 h 927414"/>
                <a:gd name="connsiteX363" fmla="*/ 2823181 w 3024845"/>
                <a:gd name="connsiteY363" fmla="*/ 467183 h 927414"/>
                <a:gd name="connsiteX364" fmla="*/ 2839395 w 3024845"/>
                <a:gd name="connsiteY364" fmla="*/ 467183 h 927414"/>
                <a:gd name="connsiteX365" fmla="*/ 2839395 w 3024845"/>
                <a:gd name="connsiteY365" fmla="*/ 516904 h 927414"/>
                <a:gd name="connsiteX366" fmla="*/ 2871822 w 3024845"/>
                <a:gd name="connsiteY366" fmla="*/ 516904 h 927414"/>
                <a:gd name="connsiteX367" fmla="*/ 2871822 w 3024845"/>
                <a:gd name="connsiteY367" fmla="*/ 490963 h 927414"/>
                <a:gd name="connsiteX368" fmla="*/ 2910329 w 3024845"/>
                <a:gd name="connsiteY368" fmla="*/ 490963 h 927414"/>
                <a:gd name="connsiteX369" fmla="*/ 2910329 w 3024845"/>
                <a:gd name="connsiteY369" fmla="*/ 460698 h 927414"/>
                <a:gd name="connsiteX370" fmla="*/ 2958970 w 3024845"/>
                <a:gd name="connsiteY370" fmla="*/ 460698 h 927414"/>
                <a:gd name="connsiteX371" fmla="*/ 2958970 w 3024845"/>
                <a:gd name="connsiteY371" fmla="*/ 571854 h 927414"/>
                <a:gd name="connsiteX372" fmla="*/ 2958970 w 3024845"/>
                <a:gd name="connsiteY372" fmla="*/ 585633 h 927414"/>
                <a:gd name="connsiteX373" fmla="*/ 3024845 w 3024845"/>
                <a:gd name="connsiteY373" fmla="*/ 585633 h 927414"/>
                <a:gd name="connsiteX374" fmla="*/ 3024845 w 3024845"/>
                <a:gd name="connsiteY374" fmla="*/ 927414 h 927414"/>
                <a:gd name="connsiteX375" fmla="*/ 2054 w 3024845"/>
                <a:gd name="connsiteY375" fmla="*/ 925081 h 927414"/>
                <a:gd name="connsiteX376" fmla="*/ 0 w 3024845"/>
                <a:gd name="connsiteY376" fmla="*/ 490963 h 927414"/>
                <a:gd name="connsiteX377" fmla="*/ 20267 w 3024845"/>
                <a:gd name="connsiteY377" fmla="*/ 490963 h 927414"/>
                <a:gd name="connsiteX378" fmla="*/ 20774 w 3024845"/>
                <a:gd name="connsiteY378" fmla="*/ 489882 h 927414"/>
                <a:gd name="connsiteX379" fmla="*/ 24320 w 3024845"/>
                <a:gd name="connsiteY379" fmla="*/ 482316 h 927414"/>
                <a:gd name="connsiteX380" fmla="*/ 26094 w 3024845"/>
                <a:gd name="connsiteY380" fmla="*/ 482586 h 927414"/>
                <a:gd name="connsiteX381" fmla="*/ 38507 w 3024845"/>
                <a:gd name="connsiteY381" fmla="*/ 484477 h 927414"/>
                <a:gd name="connsiteX382" fmla="*/ 39014 w 3024845"/>
                <a:gd name="connsiteY382" fmla="*/ 485829 h 927414"/>
                <a:gd name="connsiteX383" fmla="*/ 42560 w 3024845"/>
                <a:gd name="connsiteY383" fmla="*/ 495286 h 927414"/>
                <a:gd name="connsiteX384" fmla="*/ 68907 w 3024845"/>
                <a:gd name="connsiteY384" fmla="*/ 497448 h 927414"/>
                <a:gd name="connsiteX385" fmla="*/ 68907 w 3024845"/>
                <a:gd name="connsiteY385" fmla="*/ 374227 h 927414"/>
                <a:gd name="connsiteX386" fmla="*/ 70934 w 3024845"/>
                <a:gd name="connsiteY386" fmla="*/ 374227 h 927414"/>
                <a:gd name="connsiteX387" fmla="*/ 85121 w 3024845"/>
                <a:gd name="connsiteY387" fmla="*/ 374227 h 927414"/>
                <a:gd name="connsiteX388" fmla="*/ 85121 w 3024845"/>
                <a:gd name="connsiteY388" fmla="*/ 238035 h 927414"/>
                <a:gd name="connsiteX389" fmla="*/ 86894 w 3024845"/>
                <a:gd name="connsiteY389" fmla="*/ 238035 h 927414"/>
                <a:gd name="connsiteX390" fmla="*/ 99308 w 3024845"/>
                <a:gd name="connsiteY390" fmla="*/ 238035 h 927414"/>
                <a:gd name="connsiteX391" fmla="*/ 99308 w 3024845"/>
                <a:gd name="connsiteY391" fmla="*/ 123461 h 927414"/>
                <a:gd name="connsiteX392" fmla="*/ 103361 w 3024845"/>
                <a:gd name="connsiteY392" fmla="*/ 95357 h 927414"/>
                <a:gd name="connsiteX393" fmla="*/ 105388 w 3024845"/>
                <a:gd name="connsiteY393" fmla="*/ 95357 h 927414"/>
                <a:gd name="connsiteX394" fmla="*/ 119575 w 3024845"/>
                <a:gd name="connsiteY394" fmla="*/ 95357 h 927414"/>
                <a:gd name="connsiteX0" fmla="*/ 119575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393" fmla="*/ 119575 w 3024845"/>
                <a:gd name="connsiteY393" fmla="*/ 2161 h 834218"/>
                <a:gd name="connsiteX0" fmla="*/ 105388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20909 w 3024845"/>
                <a:gd name="connsiteY5" fmla="*/ 30265 h 834218"/>
                <a:gd name="connsiteX6" fmla="*/ 220909 w 3024845"/>
                <a:gd name="connsiteY6" fmla="*/ 144839 h 834218"/>
                <a:gd name="connsiteX7" fmla="*/ 223189 w 3024845"/>
                <a:gd name="connsiteY7" fmla="*/ 144839 h 834218"/>
                <a:gd name="connsiteX8" fmla="*/ 239150 w 3024845"/>
                <a:gd name="connsiteY8" fmla="*/ 144839 h 834218"/>
                <a:gd name="connsiteX9" fmla="*/ 239150 w 3024845"/>
                <a:gd name="connsiteY9" fmla="*/ 285354 h 834218"/>
                <a:gd name="connsiteX10" fmla="*/ 240670 w 3024845"/>
                <a:gd name="connsiteY10" fmla="*/ 285084 h 834218"/>
                <a:gd name="connsiteX11" fmla="*/ 251310 w 3024845"/>
                <a:gd name="connsiteY11" fmla="*/ 283193 h 834218"/>
                <a:gd name="connsiteX12" fmla="*/ 249283 w 3024845"/>
                <a:gd name="connsiteY12" fmla="*/ 371825 h 834218"/>
                <a:gd name="connsiteX13" fmla="*/ 250803 w 3024845"/>
                <a:gd name="connsiteY13" fmla="*/ 372096 h 834218"/>
                <a:gd name="connsiteX14" fmla="*/ 261443 w 3024845"/>
                <a:gd name="connsiteY14" fmla="*/ 373987 h 834218"/>
                <a:gd name="connsiteX15" fmla="*/ 261696 w 3024845"/>
                <a:gd name="connsiteY15" fmla="*/ 374798 h 834218"/>
                <a:gd name="connsiteX16" fmla="*/ 263470 w 3024845"/>
                <a:gd name="connsiteY16" fmla="*/ 380473 h 834218"/>
                <a:gd name="connsiteX17" fmla="*/ 264230 w 3024845"/>
                <a:gd name="connsiteY17" fmla="*/ 378041 h 834218"/>
                <a:gd name="connsiteX18" fmla="*/ 269550 w 3024845"/>
                <a:gd name="connsiteY18" fmla="*/ 361017 h 834218"/>
                <a:gd name="connsiteX19" fmla="*/ 271323 w 3024845"/>
                <a:gd name="connsiteY19" fmla="*/ 361017 h 834218"/>
                <a:gd name="connsiteX20" fmla="*/ 283737 w 3024845"/>
                <a:gd name="connsiteY20" fmla="*/ 361017 h 834218"/>
                <a:gd name="connsiteX21" fmla="*/ 283737 w 3024845"/>
                <a:gd name="connsiteY21" fmla="*/ 393443 h 834218"/>
                <a:gd name="connsiteX22" fmla="*/ 284750 w 3024845"/>
                <a:gd name="connsiteY22" fmla="*/ 393984 h 834218"/>
                <a:gd name="connsiteX23" fmla="*/ 291844 w 3024845"/>
                <a:gd name="connsiteY23" fmla="*/ 397767 h 834218"/>
                <a:gd name="connsiteX24" fmla="*/ 291844 w 3024845"/>
                <a:gd name="connsiteY24" fmla="*/ 399118 h 834218"/>
                <a:gd name="connsiteX25" fmla="*/ 291844 w 3024845"/>
                <a:gd name="connsiteY25" fmla="*/ 408576 h 834218"/>
                <a:gd name="connsiteX26" fmla="*/ 336431 w 3024845"/>
                <a:gd name="connsiteY26" fmla="*/ 408576 h 834218"/>
                <a:gd name="connsiteX27" fmla="*/ 336431 w 3024845"/>
                <a:gd name="connsiteY27" fmla="*/ 409657 h 834218"/>
                <a:gd name="connsiteX28" fmla="*/ 336431 w 3024845"/>
                <a:gd name="connsiteY28" fmla="*/ 417223 h 834218"/>
                <a:gd name="connsiteX29" fmla="*/ 338457 w 3024845"/>
                <a:gd name="connsiteY29" fmla="*/ 417223 h 834218"/>
                <a:gd name="connsiteX30" fmla="*/ 352644 w 3024845"/>
                <a:gd name="connsiteY30" fmla="*/ 417223 h 834218"/>
                <a:gd name="connsiteX31" fmla="*/ 352644 w 3024845"/>
                <a:gd name="connsiteY31" fmla="*/ 386958 h 834218"/>
                <a:gd name="connsiteX32" fmla="*/ 397231 w 3024845"/>
                <a:gd name="connsiteY32" fmla="*/ 386958 h 834218"/>
                <a:gd name="connsiteX33" fmla="*/ 397231 w 3024845"/>
                <a:gd name="connsiteY33" fmla="*/ 385607 h 834218"/>
                <a:gd name="connsiteX34" fmla="*/ 397231 w 3024845"/>
                <a:gd name="connsiteY34" fmla="*/ 376149 h 834218"/>
                <a:gd name="connsiteX35" fmla="*/ 398245 w 3024845"/>
                <a:gd name="connsiteY35" fmla="*/ 376149 h 834218"/>
                <a:gd name="connsiteX36" fmla="*/ 405338 w 3024845"/>
                <a:gd name="connsiteY36" fmla="*/ 376149 h 834218"/>
                <a:gd name="connsiteX37" fmla="*/ 405338 w 3024845"/>
                <a:gd name="connsiteY37" fmla="*/ 374258 h 834218"/>
                <a:gd name="connsiteX38" fmla="*/ 405338 w 3024845"/>
                <a:gd name="connsiteY38" fmla="*/ 361017 h 834218"/>
                <a:gd name="connsiteX39" fmla="*/ 406098 w 3024845"/>
                <a:gd name="connsiteY39" fmla="*/ 361017 h 834218"/>
                <a:gd name="connsiteX40" fmla="*/ 411418 w 3024845"/>
                <a:gd name="connsiteY40" fmla="*/ 361017 h 834218"/>
                <a:gd name="connsiteX41" fmla="*/ 411418 w 3024845"/>
                <a:gd name="connsiteY41" fmla="*/ 359936 h 834218"/>
                <a:gd name="connsiteX42" fmla="*/ 411418 w 3024845"/>
                <a:gd name="connsiteY42" fmla="*/ 352369 h 834218"/>
                <a:gd name="connsiteX43" fmla="*/ 413445 w 3024845"/>
                <a:gd name="connsiteY43" fmla="*/ 352369 h 834218"/>
                <a:gd name="connsiteX44" fmla="*/ 427632 w 3024845"/>
                <a:gd name="connsiteY44" fmla="*/ 352369 h 834218"/>
                <a:gd name="connsiteX45" fmla="*/ 427632 w 3024845"/>
                <a:gd name="connsiteY45" fmla="*/ 353450 h 834218"/>
                <a:gd name="connsiteX46" fmla="*/ 427632 w 3024845"/>
                <a:gd name="connsiteY46" fmla="*/ 361017 h 834218"/>
                <a:gd name="connsiteX47" fmla="*/ 449925 w 3024845"/>
                <a:gd name="connsiteY47" fmla="*/ 361017 h 834218"/>
                <a:gd name="connsiteX48" fmla="*/ 449925 w 3024845"/>
                <a:gd name="connsiteY48" fmla="*/ 359125 h 834218"/>
                <a:gd name="connsiteX49" fmla="*/ 449925 w 3024845"/>
                <a:gd name="connsiteY49" fmla="*/ 345884 h 834218"/>
                <a:gd name="connsiteX50" fmla="*/ 451699 w 3024845"/>
                <a:gd name="connsiteY50" fmla="*/ 345884 h 834218"/>
                <a:gd name="connsiteX51" fmla="*/ 464112 w 3024845"/>
                <a:gd name="connsiteY51" fmla="*/ 345884 h 834218"/>
                <a:gd name="connsiteX52" fmla="*/ 464112 w 3024845"/>
                <a:gd name="connsiteY52" fmla="*/ 369664 h 834218"/>
                <a:gd name="connsiteX53" fmla="*/ 465126 w 3024845"/>
                <a:gd name="connsiteY53" fmla="*/ 369664 h 834218"/>
                <a:gd name="connsiteX54" fmla="*/ 472219 w 3024845"/>
                <a:gd name="connsiteY54" fmla="*/ 369664 h 834218"/>
                <a:gd name="connsiteX55" fmla="*/ 472219 w 3024845"/>
                <a:gd name="connsiteY55" fmla="*/ 368583 h 834218"/>
                <a:gd name="connsiteX56" fmla="*/ 472219 w 3024845"/>
                <a:gd name="connsiteY56" fmla="*/ 361017 h 834218"/>
                <a:gd name="connsiteX57" fmla="*/ 473992 w 3024845"/>
                <a:gd name="connsiteY57" fmla="*/ 361017 h 834218"/>
                <a:gd name="connsiteX58" fmla="*/ 486406 w 3024845"/>
                <a:gd name="connsiteY58" fmla="*/ 361017 h 834218"/>
                <a:gd name="connsiteX59" fmla="*/ 486406 w 3024845"/>
                <a:gd name="connsiteY59" fmla="*/ 386958 h 834218"/>
                <a:gd name="connsiteX60" fmla="*/ 488433 w 3024845"/>
                <a:gd name="connsiteY60" fmla="*/ 386958 h 834218"/>
                <a:gd name="connsiteX61" fmla="*/ 502619 w 3024845"/>
                <a:gd name="connsiteY61" fmla="*/ 386958 h 834218"/>
                <a:gd name="connsiteX62" fmla="*/ 502619 w 3024845"/>
                <a:gd name="connsiteY62" fmla="*/ 388579 h 834218"/>
                <a:gd name="connsiteX63" fmla="*/ 502619 w 3024845"/>
                <a:gd name="connsiteY63" fmla="*/ 399929 h 834218"/>
                <a:gd name="connsiteX64" fmla="*/ 503379 w 3024845"/>
                <a:gd name="connsiteY64" fmla="*/ 399929 h 834218"/>
                <a:gd name="connsiteX65" fmla="*/ 508700 w 3024845"/>
                <a:gd name="connsiteY65" fmla="*/ 399929 h 834218"/>
                <a:gd name="connsiteX66" fmla="*/ 508700 w 3024845"/>
                <a:gd name="connsiteY66" fmla="*/ 399118 h 834218"/>
                <a:gd name="connsiteX67" fmla="*/ 508700 w 3024845"/>
                <a:gd name="connsiteY67" fmla="*/ 393443 h 834218"/>
                <a:gd name="connsiteX68" fmla="*/ 539100 w 3024845"/>
                <a:gd name="connsiteY68" fmla="*/ 393443 h 834218"/>
                <a:gd name="connsiteX69" fmla="*/ 539100 w 3024845"/>
                <a:gd name="connsiteY69" fmla="*/ 417223 h 834218"/>
                <a:gd name="connsiteX70" fmla="*/ 540113 w 3024845"/>
                <a:gd name="connsiteY70" fmla="*/ 417223 h 834218"/>
                <a:gd name="connsiteX71" fmla="*/ 547207 w 3024845"/>
                <a:gd name="connsiteY71" fmla="*/ 417223 h 834218"/>
                <a:gd name="connsiteX72" fmla="*/ 547207 w 3024845"/>
                <a:gd name="connsiteY72" fmla="*/ 418304 h 834218"/>
                <a:gd name="connsiteX73" fmla="*/ 547207 w 3024845"/>
                <a:gd name="connsiteY73" fmla="*/ 425870 h 834218"/>
                <a:gd name="connsiteX74" fmla="*/ 547967 w 3024845"/>
                <a:gd name="connsiteY74" fmla="*/ 425870 h 834218"/>
                <a:gd name="connsiteX75" fmla="*/ 553287 w 3024845"/>
                <a:gd name="connsiteY75" fmla="*/ 425870 h 834218"/>
                <a:gd name="connsiteX76" fmla="*/ 553287 w 3024845"/>
                <a:gd name="connsiteY76" fmla="*/ 423708 h 834218"/>
                <a:gd name="connsiteX77" fmla="*/ 553287 w 3024845"/>
                <a:gd name="connsiteY77" fmla="*/ 408576 h 834218"/>
                <a:gd name="connsiteX78" fmla="*/ 554300 w 3024845"/>
                <a:gd name="connsiteY78" fmla="*/ 408576 h 834218"/>
                <a:gd name="connsiteX79" fmla="*/ 561394 w 3024845"/>
                <a:gd name="connsiteY79" fmla="*/ 408576 h 834218"/>
                <a:gd name="connsiteX80" fmla="*/ 561394 w 3024845"/>
                <a:gd name="connsiteY80" fmla="*/ 409657 h 834218"/>
                <a:gd name="connsiteX81" fmla="*/ 561394 w 3024845"/>
                <a:gd name="connsiteY81" fmla="*/ 417223 h 834218"/>
                <a:gd name="connsiteX82" fmla="*/ 566714 w 3024845"/>
                <a:gd name="connsiteY82" fmla="*/ 415230 h 834218"/>
                <a:gd name="connsiteX83" fmla="*/ 567474 w 3024845"/>
                <a:gd name="connsiteY83" fmla="*/ 414250 h 834218"/>
                <a:gd name="connsiteX84" fmla="*/ 567474 w 3024845"/>
                <a:gd name="connsiteY84" fmla="*/ 408576 h 834218"/>
                <a:gd name="connsiteX85" fmla="*/ 605981 w 3024845"/>
                <a:gd name="connsiteY85" fmla="*/ 408576 h 834218"/>
                <a:gd name="connsiteX86" fmla="*/ 605981 w 3024845"/>
                <a:gd name="connsiteY86" fmla="*/ 432355 h 834218"/>
                <a:gd name="connsiteX87" fmla="*/ 608007 w 3024845"/>
                <a:gd name="connsiteY87" fmla="*/ 432355 h 834218"/>
                <a:gd name="connsiteX88" fmla="*/ 622194 w 3024845"/>
                <a:gd name="connsiteY88" fmla="*/ 432355 h 834218"/>
                <a:gd name="connsiteX89" fmla="*/ 622194 w 3024845"/>
                <a:gd name="connsiteY89" fmla="*/ 433436 h 834218"/>
                <a:gd name="connsiteX90" fmla="*/ 622194 w 3024845"/>
                <a:gd name="connsiteY90" fmla="*/ 441002 h 834218"/>
                <a:gd name="connsiteX91" fmla="*/ 623968 w 3024845"/>
                <a:gd name="connsiteY91" fmla="*/ 441002 h 834218"/>
                <a:gd name="connsiteX92" fmla="*/ 636381 w 3024845"/>
                <a:gd name="connsiteY92" fmla="*/ 441002 h 834218"/>
                <a:gd name="connsiteX93" fmla="*/ 636381 w 3024845"/>
                <a:gd name="connsiteY93" fmla="*/ 417223 h 834218"/>
                <a:gd name="connsiteX94" fmla="*/ 637394 w 3024845"/>
                <a:gd name="connsiteY94" fmla="*/ 417223 h 834218"/>
                <a:gd name="connsiteX95" fmla="*/ 644488 w 3024845"/>
                <a:gd name="connsiteY95" fmla="*/ 417223 h 834218"/>
                <a:gd name="connsiteX96" fmla="*/ 644488 w 3024845"/>
                <a:gd name="connsiteY96" fmla="*/ 384796 h 834218"/>
                <a:gd name="connsiteX97" fmla="*/ 645501 w 3024845"/>
                <a:gd name="connsiteY97" fmla="*/ 384796 h 834218"/>
                <a:gd name="connsiteX98" fmla="*/ 652595 w 3024845"/>
                <a:gd name="connsiteY98" fmla="*/ 384796 h 834218"/>
                <a:gd name="connsiteX99" fmla="*/ 652595 w 3024845"/>
                <a:gd name="connsiteY99" fmla="*/ 382905 h 834218"/>
                <a:gd name="connsiteX100" fmla="*/ 652595 w 3024845"/>
                <a:gd name="connsiteY100" fmla="*/ 369664 h 834218"/>
                <a:gd name="connsiteX101" fmla="*/ 651328 w 3024845"/>
                <a:gd name="connsiteY101" fmla="*/ 368042 h 834218"/>
                <a:gd name="connsiteX102" fmla="*/ 656648 w 3024845"/>
                <a:gd name="connsiteY102" fmla="*/ 356693 h 834218"/>
                <a:gd name="connsiteX103" fmla="*/ 664755 w 3024845"/>
                <a:gd name="connsiteY103" fmla="*/ 384796 h 834218"/>
                <a:gd name="connsiteX104" fmla="*/ 665515 w 3024845"/>
                <a:gd name="connsiteY104" fmla="*/ 384796 h 834218"/>
                <a:gd name="connsiteX105" fmla="*/ 670835 w 3024845"/>
                <a:gd name="connsiteY105" fmla="*/ 384796 h 834218"/>
                <a:gd name="connsiteX106" fmla="*/ 670835 w 3024845"/>
                <a:gd name="connsiteY106" fmla="*/ 278869 h 834218"/>
                <a:gd name="connsiteX107" fmla="*/ 672355 w 3024845"/>
                <a:gd name="connsiteY107" fmla="*/ 278869 h 834218"/>
                <a:gd name="connsiteX108" fmla="*/ 682995 w 3024845"/>
                <a:gd name="connsiteY108" fmla="*/ 278869 h 834218"/>
                <a:gd name="connsiteX109" fmla="*/ 682995 w 3024845"/>
                <a:gd name="connsiteY109" fmla="*/ 231310 h 834218"/>
                <a:gd name="connsiteX110" fmla="*/ 709342 w 3024845"/>
                <a:gd name="connsiteY110" fmla="*/ 231310 h 834218"/>
                <a:gd name="connsiteX111" fmla="*/ 709342 w 3024845"/>
                <a:gd name="connsiteY111" fmla="*/ 209692 h 834218"/>
                <a:gd name="connsiteX112" fmla="*/ 743796 w 3024845"/>
                <a:gd name="connsiteY112" fmla="*/ 209692 h 834218"/>
                <a:gd name="connsiteX113" fmla="*/ 743796 w 3024845"/>
                <a:gd name="connsiteY113" fmla="*/ 212124 h 834218"/>
                <a:gd name="connsiteX114" fmla="*/ 743796 w 3024845"/>
                <a:gd name="connsiteY114" fmla="*/ 229148 h 834218"/>
                <a:gd name="connsiteX115" fmla="*/ 746076 w 3024845"/>
                <a:gd name="connsiteY115" fmla="*/ 229148 h 834218"/>
                <a:gd name="connsiteX116" fmla="*/ 762036 w 3024845"/>
                <a:gd name="connsiteY116" fmla="*/ 229148 h 834218"/>
                <a:gd name="connsiteX117" fmla="*/ 762036 w 3024845"/>
                <a:gd name="connsiteY117" fmla="*/ 276707 h 834218"/>
                <a:gd name="connsiteX118" fmla="*/ 763049 w 3024845"/>
                <a:gd name="connsiteY118" fmla="*/ 276707 h 834218"/>
                <a:gd name="connsiteX119" fmla="*/ 770143 w 3024845"/>
                <a:gd name="connsiteY119" fmla="*/ 276707 h 834218"/>
                <a:gd name="connsiteX120" fmla="*/ 784330 w 3024845"/>
                <a:gd name="connsiteY120" fmla="*/ 281031 h 834218"/>
                <a:gd name="connsiteX121" fmla="*/ 784330 w 3024845"/>
                <a:gd name="connsiteY121" fmla="*/ 319943 h 834218"/>
                <a:gd name="connsiteX122" fmla="*/ 785343 w 3024845"/>
                <a:gd name="connsiteY122" fmla="*/ 319943 h 834218"/>
                <a:gd name="connsiteX123" fmla="*/ 792436 w 3024845"/>
                <a:gd name="connsiteY123" fmla="*/ 319943 h 834218"/>
                <a:gd name="connsiteX124" fmla="*/ 792436 w 3024845"/>
                <a:gd name="connsiteY124" fmla="*/ 321564 h 834218"/>
                <a:gd name="connsiteX125" fmla="*/ 792436 w 3024845"/>
                <a:gd name="connsiteY125" fmla="*/ 332913 h 834218"/>
                <a:gd name="connsiteX126" fmla="*/ 794463 w 3024845"/>
                <a:gd name="connsiteY126" fmla="*/ 332913 h 834218"/>
                <a:gd name="connsiteX127" fmla="*/ 808650 w 3024845"/>
                <a:gd name="connsiteY127" fmla="*/ 332913 h 834218"/>
                <a:gd name="connsiteX128" fmla="*/ 814730 w 3024845"/>
                <a:gd name="connsiteY128" fmla="*/ 339399 h 834218"/>
                <a:gd name="connsiteX129" fmla="*/ 814730 w 3024845"/>
                <a:gd name="connsiteY129" fmla="*/ 361017 h 834218"/>
                <a:gd name="connsiteX130" fmla="*/ 817010 w 3024845"/>
                <a:gd name="connsiteY130" fmla="*/ 361017 h 834218"/>
                <a:gd name="connsiteX131" fmla="*/ 832970 w 3024845"/>
                <a:gd name="connsiteY131" fmla="*/ 361017 h 834218"/>
                <a:gd name="connsiteX132" fmla="*/ 832970 w 3024845"/>
                <a:gd name="connsiteY132" fmla="*/ 362097 h 834218"/>
                <a:gd name="connsiteX133" fmla="*/ 832970 w 3024845"/>
                <a:gd name="connsiteY133" fmla="*/ 369664 h 834218"/>
                <a:gd name="connsiteX134" fmla="*/ 834237 w 3024845"/>
                <a:gd name="connsiteY134" fmla="*/ 369664 h 834218"/>
                <a:gd name="connsiteX135" fmla="*/ 843104 w 3024845"/>
                <a:gd name="connsiteY135" fmla="*/ 369664 h 834218"/>
                <a:gd name="connsiteX136" fmla="*/ 843104 w 3024845"/>
                <a:gd name="connsiteY136" fmla="*/ 371825 h 834218"/>
                <a:gd name="connsiteX137" fmla="*/ 843104 w 3024845"/>
                <a:gd name="connsiteY137" fmla="*/ 386958 h 834218"/>
                <a:gd name="connsiteX138" fmla="*/ 847157 w 3024845"/>
                <a:gd name="connsiteY138" fmla="*/ 385066 h 834218"/>
                <a:gd name="connsiteX139" fmla="*/ 847157 w 3024845"/>
                <a:gd name="connsiteY139" fmla="*/ 371825 h 834218"/>
                <a:gd name="connsiteX140" fmla="*/ 848170 w 3024845"/>
                <a:gd name="connsiteY140" fmla="*/ 371825 h 834218"/>
                <a:gd name="connsiteX141" fmla="*/ 855264 w 3024845"/>
                <a:gd name="connsiteY141" fmla="*/ 371825 h 834218"/>
                <a:gd name="connsiteX142" fmla="*/ 855264 w 3024845"/>
                <a:gd name="connsiteY142" fmla="*/ 373447 h 834218"/>
                <a:gd name="connsiteX143" fmla="*/ 855264 w 3024845"/>
                <a:gd name="connsiteY143" fmla="*/ 384796 h 834218"/>
                <a:gd name="connsiteX144" fmla="*/ 856024 w 3024845"/>
                <a:gd name="connsiteY144" fmla="*/ 384796 h 834218"/>
                <a:gd name="connsiteX145" fmla="*/ 861344 w 3024845"/>
                <a:gd name="connsiteY145" fmla="*/ 384796 h 834218"/>
                <a:gd name="connsiteX146" fmla="*/ 909984 w 3024845"/>
                <a:gd name="connsiteY146" fmla="*/ 380473 h 834218"/>
                <a:gd name="connsiteX147" fmla="*/ 909984 w 3024845"/>
                <a:gd name="connsiteY147" fmla="*/ 381824 h 834218"/>
                <a:gd name="connsiteX148" fmla="*/ 909984 w 3024845"/>
                <a:gd name="connsiteY148" fmla="*/ 391281 h 834218"/>
                <a:gd name="connsiteX149" fmla="*/ 910744 w 3024845"/>
                <a:gd name="connsiteY149" fmla="*/ 391281 h 834218"/>
                <a:gd name="connsiteX150" fmla="*/ 916065 w 3024845"/>
                <a:gd name="connsiteY150" fmla="*/ 391281 h 834218"/>
                <a:gd name="connsiteX151" fmla="*/ 916065 w 3024845"/>
                <a:gd name="connsiteY151" fmla="*/ 393443 h 834218"/>
                <a:gd name="connsiteX152" fmla="*/ 916065 w 3024845"/>
                <a:gd name="connsiteY152" fmla="*/ 408576 h 834218"/>
                <a:gd name="connsiteX153" fmla="*/ 918091 w 3024845"/>
                <a:gd name="connsiteY153" fmla="*/ 407225 h 834218"/>
                <a:gd name="connsiteX154" fmla="*/ 932278 w 3024845"/>
                <a:gd name="connsiteY154" fmla="*/ 397767 h 834218"/>
                <a:gd name="connsiteX155" fmla="*/ 938358 w 3024845"/>
                <a:gd name="connsiteY155" fmla="*/ 356693 h 834218"/>
                <a:gd name="connsiteX156" fmla="*/ 939118 w 3024845"/>
                <a:gd name="connsiteY156" fmla="*/ 356423 h 834218"/>
                <a:gd name="connsiteX157" fmla="*/ 944438 w 3024845"/>
                <a:gd name="connsiteY157" fmla="*/ 354531 h 834218"/>
                <a:gd name="connsiteX158" fmla="*/ 946465 w 3024845"/>
                <a:gd name="connsiteY158" fmla="*/ 285354 h 834218"/>
                <a:gd name="connsiteX159" fmla="*/ 948492 w 3024845"/>
                <a:gd name="connsiteY159" fmla="*/ 354531 h 834218"/>
                <a:gd name="connsiteX160" fmla="*/ 949252 w 3024845"/>
                <a:gd name="connsiteY160" fmla="*/ 354801 h 834218"/>
                <a:gd name="connsiteX161" fmla="*/ 954572 w 3024845"/>
                <a:gd name="connsiteY161" fmla="*/ 356693 h 834218"/>
                <a:gd name="connsiteX162" fmla="*/ 954572 w 3024845"/>
                <a:gd name="connsiteY162" fmla="*/ 270222 h 834218"/>
                <a:gd name="connsiteX163" fmla="*/ 958625 w 3024845"/>
                <a:gd name="connsiteY163" fmla="*/ 237795 h 834218"/>
                <a:gd name="connsiteX164" fmla="*/ 997132 w 3024845"/>
                <a:gd name="connsiteY164" fmla="*/ 237795 h 834218"/>
                <a:gd name="connsiteX165" fmla="*/ 997132 w 3024845"/>
                <a:gd name="connsiteY165" fmla="*/ 270222 h 834218"/>
                <a:gd name="connsiteX166" fmla="*/ 997892 w 3024845"/>
                <a:gd name="connsiteY166" fmla="*/ 270222 h 834218"/>
                <a:gd name="connsiteX167" fmla="*/ 1003212 w 3024845"/>
                <a:gd name="connsiteY167" fmla="*/ 270222 h 834218"/>
                <a:gd name="connsiteX168" fmla="*/ 1003212 w 3024845"/>
                <a:gd name="connsiteY168" fmla="*/ 188074 h 834218"/>
                <a:gd name="connsiteX169" fmla="*/ 1004986 w 3024845"/>
                <a:gd name="connsiteY169" fmla="*/ 188074 h 834218"/>
                <a:gd name="connsiteX170" fmla="*/ 1017399 w 3024845"/>
                <a:gd name="connsiteY170" fmla="*/ 188074 h 834218"/>
                <a:gd name="connsiteX171" fmla="*/ 1017399 w 3024845"/>
                <a:gd name="connsiteY171" fmla="*/ 186183 h 834218"/>
                <a:gd name="connsiteX172" fmla="*/ 1017399 w 3024845"/>
                <a:gd name="connsiteY172" fmla="*/ 172942 h 834218"/>
                <a:gd name="connsiteX173" fmla="*/ 1039693 w 3024845"/>
                <a:gd name="connsiteY173" fmla="*/ 172942 h 834218"/>
                <a:gd name="connsiteX174" fmla="*/ 1039693 w 3024845"/>
                <a:gd name="connsiteY174" fmla="*/ 171861 h 834218"/>
                <a:gd name="connsiteX175" fmla="*/ 1039693 w 3024845"/>
                <a:gd name="connsiteY175" fmla="*/ 164295 h 834218"/>
                <a:gd name="connsiteX176" fmla="*/ 1041466 w 3024845"/>
                <a:gd name="connsiteY176" fmla="*/ 164295 h 834218"/>
                <a:gd name="connsiteX177" fmla="*/ 1053880 w 3024845"/>
                <a:gd name="connsiteY177" fmla="*/ 164295 h 834218"/>
                <a:gd name="connsiteX178" fmla="*/ 1053880 w 3024845"/>
                <a:gd name="connsiteY178" fmla="*/ 165376 h 834218"/>
                <a:gd name="connsiteX179" fmla="*/ 1053880 w 3024845"/>
                <a:gd name="connsiteY179" fmla="*/ 172942 h 834218"/>
                <a:gd name="connsiteX180" fmla="*/ 1054640 w 3024845"/>
                <a:gd name="connsiteY180" fmla="*/ 172942 h 834218"/>
                <a:gd name="connsiteX181" fmla="*/ 1059960 w 3024845"/>
                <a:gd name="connsiteY181" fmla="*/ 172942 h 834218"/>
                <a:gd name="connsiteX182" fmla="*/ 1070093 w 3024845"/>
                <a:gd name="connsiteY182" fmla="*/ 168618 h 834218"/>
                <a:gd name="connsiteX183" fmla="*/ 1074146 w 3024845"/>
                <a:gd name="connsiteY183" fmla="*/ 171861 h 834218"/>
                <a:gd name="connsiteX184" fmla="*/ 1074146 w 3024845"/>
                <a:gd name="connsiteY184" fmla="*/ 164295 h 834218"/>
                <a:gd name="connsiteX185" fmla="*/ 1076426 w 3024845"/>
                <a:gd name="connsiteY185" fmla="*/ 164295 h 834218"/>
                <a:gd name="connsiteX186" fmla="*/ 1092387 w 3024845"/>
                <a:gd name="connsiteY186" fmla="*/ 164295 h 834218"/>
                <a:gd name="connsiteX187" fmla="*/ 1092387 w 3024845"/>
                <a:gd name="connsiteY187" fmla="*/ 165376 h 834218"/>
                <a:gd name="connsiteX188" fmla="*/ 1092387 w 3024845"/>
                <a:gd name="connsiteY188" fmla="*/ 172942 h 834218"/>
                <a:gd name="connsiteX189" fmla="*/ 1122787 w 3024845"/>
                <a:gd name="connsiteY189" fmla="*/ 172942 h 834218"/>
                <a:gd name="connsiteX190" fmla="*/ 1122787 w 3024845"/>
                <a:gd name="connsiteY190" fmla="*/ 174563 h 834218"/>
                <a:gd name="connsiteX191" fmla="*/ 1122787 w 3024845"/>
                <a:gd name="connsiteY191" fmla="*/ 185913 h 834218"/>
                <a:gd name="connsiteX192" fmla="*/ 1149134 w 3024845"/>
                <a:gd name="connsiteY192" fmla="*/ 185913 h 834218"/>
                <a:gd name="connsiteX193" fmla="*/ 1149134 w 3024845"/>
                <a:gd name="connsiteY193" fmla="*/ 216177 h 834218"/>
                <a:gd name="connsiteX194" fmla="*/ 1149894 w 3024845"/>
                <a:gd name="connsiteY194" fmla="*/ 216177 h 834218"/>
                <a:gd name="connsiteX195" fmla="*/ 1155214 w 3024845"/>
                <a:gd name="connsiteY195" fmla="*/ 216177 h 834218"/>
                <a:gd name="connsiteX196" fmla="*/ 1155214 w 3024845"/>
                <a:gd name="connsiteY196" fmla="*/ 217258 h 834218"/>
                <a:gd name="connsiteX197" fmla="*/ 1155214 w 3024845"/>
                <a:gd name="connsiteY197" fmla="*/ 224825 h 834218"/>
                <a:gd name="connsiteX198" fmla="*/ 1159268 w 3024845"/>
                <a:gd name="connsiteY198" fmla="*/ 255089 h 834218"/>
                <a:gd name="connsiteX199" fmla="*/ 1160028 w 3024845"/>
                <a:gd name="connsiteY199" fmla="*/ 255089 h 834218"/>
                <a:gd name="connsiteX200" fmla="*/ 1165348 w 3024845"/>
                <a:gd name="connsiteY200" fmla="*/ 255089 h 834218"/>
                <a:gd name="connsiteX201" fmla="*/ 1165348 w 3024845"/>
                <a:gd name="connsiteY201" fmla="*/ 255900 h 834218"/>
                <a:gd name="connsiteX202" fmla="*/ 1165348 w 3024845"/>
                <a:gd name="connsiteY202" fmla="*/ 261575 h 834218"/>
                <a:gd name="connsiteX203" fmla="*/ 1166361 w 3024845"/>
                <a:gd name="connsiteY203" fmla="*/ 261575 h 834218"/>
                <a:gd name="connsiteX204" fmla="*/ 1173454 w 3024845"/>
                <a:gd name="connsiteY204" fmla="*/ 261575 h 834218"/>
                <a:gd name="connsiteX205" fmla="*/ 1173454 w 3024845"/>
                <a:gd name="connsiteY205" fmla="*/ 291840 h 834218"/>
                <a:gd name="connsiteX206" fmla="*/ 1175481 w 3024845"/>
                <a:gd name="connsiteY206" fmla="*/ 291840 h 834218"/>
                <a:gd name="connsiteX207" fmla="*/ 1189668 w 3024845"/>
                <a:gd name="connsiteY207" fmla="*/ 291840 h 834218"/>
                <a:gd name="connsiteX208" fmla="*/ 1189668 w 3024845"/>
                <a:gd name="connsiteY208" fmla="*/ 315619 h 834218"/>
                <a:gd name="connsiteX209" fmla="*/ 1191695 w 3024845"/>
                <a:gd name="connsiteY209" fmla="*/ 317240 h 834218"/>
                <a:gd name="connsiteX210" fmla="*/ 1191695 w 3024845"/>
                <a:gd name="connsiteY210" fmla="*/ 328590 h 834218"/>
                <a:gd name="connsiteX211" fmla="*/ 1192455 w 3024845"/>
                <a:gd name="connsiteY211" fmla="*/ 328590 h 834218"/>
                <a:gd name="connsiteX212" fmla="*/ 1197775 w 3024845"/>
                <a:gd name="connsiteY212" fmla="*/ 328590 h 834218"/>
                <a:gd name="connsiteX213" fmla="*/ 1197775 w 3024845"/>
                <a:gd name="connsiteY213" fmla="*/ 352369 h 834218"/>
                <a:gd name="connsiteX214" fmla="*/ 1199041 w 3024845"/>
                <a:gd name="connsiteY214" fmla="*/ 352369 h 834218"/>
                <a:gd name="connsiteX215" fmla="*/ 1207908 w 3024845"/>
                <a:gd name="connsiteY215" fmla="*/ 352369 h 834218"/>
                <a:gd name="connsiteX216" fmla="*/ 1209935 w 3024845"/>
                <a:gd name="connsiteY216" fmla="*/ 356423 h 834218"/>
                <a:gd name="connsiteX217" fmla="*/ 1209935 w 3024845"/>
                <a:gd name="connsiteY217" fmla="*/ 369664 h 834218"/>
                <a:gd name="connsiteX218" fmla="*/ 1211455 w 3024845"/>
                <a:gd name="connsiteY218" fmla="*/ 367772 h 834218"/>
                <a:gd name="connsiteX219" fmla="*/ 1222095 w 3024845"/>
                <a:gd name="connsiteY219" fmla="*/ 354531 h 834218"/>
                <a:gd name="connsiteX220" fmla="*/ 1250469 w 3024845"/>
                <a:gd name="connsiteY220" fmla="*/ 354531 h 834218"/>
                <a:gd name="connsiteX221" fmla="*/ 1250469 w 3024845"/>
                <a:gd name="connsiteY221" fmla="*/ 441002 h 834218"/>
                <a:gd name="connsiteX222" fmla="*/ 1251229 w 3024845"/>
                <a:gd name="connsiteY222" fmla="*/ 441002 h 834218"/>
                <a:gd name="connsiteX223" fmla="*/ 1256549 w 3024845"/>
                <a:gd name="connsiteY223" fmla="*/ 441002 h 834218"/>
                <a:gd name="connsiteX224" fmla="*/ 1257309 w 3024845"/>
                <a:gd name="connsiteY224" fmla="*/ 439651 h 834218"/>
                <a:gd name="connsiteX225" fmla="*/ 1262629 w 3024845"/>
                <a:gd name="connsiteY225" fmla="*/ 430193 h 834218"/>
                <a:gd name="connsiteX226" fmla="*/ 1262629 w 3024845"/>
                <a:gd name="connsiteY226" fmla="*/ 432085 h 834218"/>
                <a:gd name="connsiteX227" fmla="*/ 1262629 w 3024845"/>
                <a:gd name="connsiteY227" fmla="*/ 445326 h 834218"/>
                <a:gd name="connsiteX228" fmla="*/ 1266682 w 3024845"/>
                <a:gd name="connsiteY228" fmla="*/ 399929 h 834218"/>
                <a:gd name="connsiteX229" fmla="*/ 1267442 w 3024845"/>
                <a:gd name="connsiteY229" fmla="*/ 399929 h 834218"/>
                <a:gd name="connsiteX230" fmla="*/ 1272762 w 3024845"/>
                <a:gd name="connsiteY230" fmla="*/ 399929 h 834218"/>
                <a:gd name="connsiteX231" fmla="*/ 1272762 w 3024845"/>
                <a:gd name="connsiteY231" fmla="*/ 335075 h 834218"/>
                <a:gd name="connsiteX232" fmla="*/ 1273776 w 3024845"/>
                <a:gd name="connsiteY232" fmla="*/ 335075 h 834218"/>
                <a:gd name="connsiteX233" fmla="*/ 1280869 w 3024845"/>
                <a:gd name="connsiteY233" fmla="*/ 335075 h 834218"/>
                <a:gd name="connsiteX234" fmla="*/ 1293029 w 3024845"/>
                <a:gd name="connsiteY234" fmla="*/ 291840 h 834218"/>
                <a:gd name="connsiteX235" fmla="*/ 1294296 w 3024845"/>
                <a:gd name="connsiteY235" fmla="*/ 291840 h 834218"/>
                <a:gd name="connsiteX236" fmla="*/ 1303163 w 3024845"/>
                <a:gd name="connsiteY236" fmla="*/ 291840 h 834218"/>
                <a:gd name="connsiteX237" fmla="*/ 1313296 w 3024845"/>
                <a:gd name="connsiteY237" fmla="*/ 335075 h 834218"/>
                <a:gd name="connsiteX238" fmla="*/ 1314309 w 3024845"/>
                <a:gd name="connsiteY238" fmla="*/ 335075 h 834218"/>
                <a:gd name="connsiteX239" fmla="*/ 1321403 w 3024845"/>
                <a:gd name="connsiteY239" fmla="*/ 335075 h 834218"/>
                <a:gd name="connsiteX240" fmla="*/ 1321403 w 3024845"/>
                <a:gd name="connsiteY240" fmla="*/ 373987 h 834218"/>
                <a:gd name="connsiteX241" fmla="*/ 1323176 w 3024845"/>
                <a:gd name="connsiteY241" fmla="*/ 373987 h 834218"/>
                <a:gd name="connsiteX242" fmla="*/ 1335590 w 3024845"/>
                <a:gd name="connsiteY242" fmla="*/ 373987 h 834218"/>
                <a:gd name="connsiteX243" fmla="*/ 1335590 w 3024845"/>
                <a:gd name="connsiteY243" fmla="*/ 376149 h 834218"/>
                <a:gd name="connsiteX244" fmla="*/ 1335590 w 3024845"/>
                <a:gd name="connsiteY244" fmla="*/ 391281 h 834218"/>
                <a:gd name="connsiteX245" fmla="*/ 1339643 w 3024845"/>
                <a:gd name="connsiteY245" fmla="*/ 389120 h 834218"/>
                <a:gd name="connsiteX246" fmla="*/ 1339643 w 3024845"/>
                <a:gd name="connsiteY246" fmla="*/ 373987 h 834218"/>
                <a:gd name="connsiteX247" fmla="*/ 1341163 w 3024845"/>
                <a:gd name="connsiteY247" fmla="*/ 373987 h 834218"/>
                <a:gd name="connsiteX248" fmla="*/ 1351803 w 3024845"/>
                <a:gd name="connsiteY248" fmla="*/ 373987 h 834218"/>
                <a:gd name="connsiteX249" fmla="*/ 1351803 w 3024845"/>
                <a:gd name="connsiteY249" fmla="*/ 375608 h 834218"/>
                <a:gd name="connsiteX250" fmla="*/ 1351803 w 3024845"/>
                <a:gd name="connsiteY250" fmla="*/ 386958 h 834218"/>
                <a:gd name="connsiteX251" fmla="*/ 1382204 w 3024845"/>
                <a:gd name="connsiteY251" fmla="*/ 386958 h 834218"/>
                <a:gd name="connsiteX252" fmla="*/ 1382204 w 3024845"/>
                <a:gd name="connsiteY252" fmla="*/ 350208 h 834218"/>
                <a:gd name="connsiteX253" fmla="*/ 1383470 w 3024845"/>
                <a:gd name="connsiteY253" fmla="*/ 350208 h 834218"/>
                <a:gd name="connsiteX254" fmla="*/ 1392337 w 3024845"/>
                <a:gd name="connsiteY254" fmla="*/ 350208 h 834218"/>
                <a:gd name="connsiteX255" fmla="*/ 1392337 w 3024845"/>
                <a:gd name="connsiteY255" fmla="*/ 371825 h 834218"/>
                <a:gd name="connsiteX256" fmla="*/ 1394364 w 3024845"/>
                <a:gd name="connsiteY256" fmla="*/ 339399 h 834218"/>
                <a:gd name="connsiteX257" fmla="*/ 1416657 w 3024845"/>
                <a:gd name="connsiteY257" fmla="*/ 339399 h 834218"/>
                <a:gd name="connsiteX258" fmla="*/ 1416657 w 3024845"/>
                <a:gd name="connsiteY258" fmla="*/ 337777 h 834218"/>
                <a:gd name="connsiteX259" fmla="*/ 1416657 w 3024845"/>
                <a:gd name="connsiteY259" fmla="*/ 326428 h 834218"/>
                <a:gd name="connsiteX260" fmla="*/ 1417417 w 3024845"/>
                <a:gd name="connsiteY260" fmla="*/ 326428 h 834218"/>
                <a:gd name="connsiteX261" fmla="*/ 1422737 w 3024845"/>
                <a:gd name="connsiteY261" fmla="*/ 326428 h 834218"/>
                <a:gd name="connsiteX262" fmla="*/ 1422737 w 3024845"/>
                <a:gd name="connsiteY262" fmla="*/ 324537 h 834218"/>
                <a:gd name="connsiteX263" fmla="*/ 1422737 w 3024845"/>
                <a:gd name="connsiteY263" fmla="*/ 311296 h 834218"/>
                <a:gd name="connsiteX264" fmla="*/ 1426791 w 3024845"/>
                <a:gd name="connsiteY264" fmla="*/ 317781 h 834218"/>
                <a:gd name="connsiteX265" fmla="*/ 1429071 w 3024845"/>
                <a:gd name="connsiteY265" fmla="*/ 317781 h 834218"/>
                <a:gd name="connsiteX266" fmla="*/ 1445031 w 3024845"/>
                <a:gd name="connsiteY266" fmla="*/ 317781 h 834218"/>
                <a:gd name="connsiteX267" fmla="*/ 1445031 w 3024845"/>
                <a:gd name="connsiteY267" fmla="*/ 316970 h 834218"/>
                <a:gd name="connsiteX268" fmla="*/ 1445031 w 3024845"/>
                <a:gd name="connsiteY268" fmla="*/ 311296 h 834218"/>
                <a:gd name="connsiteX269" fmla="*/ 1445791 w 3024845"/>
                <a:gd name="connsiteY269" fmla="*/ 311296 h 834218"/>
                <a:gd name="connsiteX270" fmla="*/ 1451111 w 3024845"/>
                <a:gd name="connsiteY270" fmla="*/ 311296 h 834218"/>
                <a:gd name="connsiteX271" fmla="*/ 1451111 w 3024845"/>
                <a:gd name="connsiteY271" fmla="*/ 312647 h 834218"/>
                <a:gd name="connsiteX272" fmla="*/ 1451111 w 3024845"/>
                <a:gd name="connsiteY272" fmla="*/ 322105 h 834218"/>
                <a:gd name="connsiteX273" fmla="*/ 1489618 w 3024845"/>
                <a:gd name="connsiteY273" fmla="*/ 322105 h 834218"/>
                <a:gd name="connsiteX274" fmla="*/ 1489618 w 3024845"/>
                <a:gd name="connsiteY274" fmla="*/ 460458 h 834218"/>
                <a:gd name="connsiteX275" fmla="*/ 1491138 w 3024845"/>
                <a:gd name="connsiteY275" fmla="*/ 460458 h 834218"/>
                <a:gd name="connsiteX276" fmla="*/ 1501778 w 3024845"/>
                <a:gd name="connsiteY276" fmla="*/ 460458 h 834218"/>
                <a:gd name="connsiteX277" fmla="*/ 1501778 w 3024845"/>
                <a:gd name="connsiteY277" fmla="*/ 447488 h 834218"/>
                <a:gd name="connsiteX278" fmla="*/ 1505832 w 3024845"/>
                <a:gd name="connsiteY278" fmla="*/ 447488 h 834218"/>
                <a:gd name="connsiteX279" fmla="*/ 1505832 w 3024845"/>
                <a:gd name="connsiteY279" fmla="*/ 460458 h 834218"/>
                <a:gd name="connsiteX280" fmla="*/ 1536232 w 3024845"/>
                <a:gd name="connsiteY280" fmla="*/ 460458 h 834218"/>
                <a:gd name="connsiteX281" fmla="*/ 1536232 w 3024845"/>
                <a:gd name="connsiteY281" fmla="*/ 430193 h 834218"/>
                <a:gd name="connsiteX282" fmla="*/ 1548392 w 3024845"/>
                <a:gd name="connsiteY282" fmla="*/ 430193 h 834218"/>
                <a:gd name="connsiteX283" fmla="*/ 1560552 w 3024845"/>
                <a:gd name="connsiteY283" fmla="*/ 428032 h 834218"/>
                <a:gd name="connsiteX284" fmla="*/ 1564606 w 3024845"/>
                <a:gd name="connsiteY284" fmla="*/ 430193 h 834218"/>
                <a:gd name="connsiteX285" fmla="*/ 1574739 w 3024845"/>
                <a:gd name="connsiteY285" fmla="*/ 430193 h 834218"/>
                <a:gd name="connsiteX286" fmla="*/ 1574739 w 3024845"/>
                <a:gd name="connsiteY286" fmla="*/ 460458 h 834218"/>
                <a:gd name="connsiteX287" fmla="*/ 1582846 w 3024845"/>
                <a:gd name="connsiteY287" fmla="*/ 460458 h 834218"/>
                <a:gd name="connsiteX288" fmla="*/ 1582846 w 3024845"/>
                <a:gd name="connsiteY288" fmla="*/ 477753 h 834218"/>
                <a:gd name="connsiteX289" fmla="*/ 1592182 w 3024845"/>
                <a:gd name="connsiteY289" fmla="*/ 478658 h 834218"/>
                <a:gd name="connsiteX290" fmla="*/ 1605140 w 3024845"/>
                <a:gd name="connsiteY290" fmla="*/ 478658 h 834218"/>
                <a:gd name="connsiteX291" fmla="*/ 1605140 w 3024845"/>
                <a:gd name="connsiteY291" fmla="*/ 462620 h 834218"/>
                <a:gd name="connsiteX292" fmla="*/ 1673096 w 3024845"/>
                <a:gd name="connsiteY292" fmla="*/ 462620 h 834218"/>
                <a:gd name="connsiteX293" fmla="*/ 1673096 w 3024845"/>
                <a:gd name="connsiteY293" fmla="*/ 377367 h 834218"/>
                <a:gd name="connsiteX294" fmla="*/ 1745104 w 3024845"/>
                <a:gd name="connsiteY294" fmla="*/ 377367 h 834218"/>
                <a:gd name="connsiteX295" fmla="*/ 1745104 w 3024845"/>
                <a:gd name="connsiteY295" fmla="*/ 456135 h 834218"/>
                <a:gd name="connsiteX296" fmla="*/ 1747008 w 3024845"/>
                <a:gd name="connsiteY296" fmla="*/ 456135 h 834218"/>
                <a:gd name="connsiteX297" fmla="*/ 1748250 w 3024845"/>
                <a:gd name="connsiteY297" fmla="*/ 478658 h 834218"/>
                <a:gd name="connsiteX298" fmla="*/ 1757926 w 3024845"/>
                <a:gd name="connsiteY298" fmla="*/ 478658 h 834218"/>
                <a:gd name="connsiteX299" fmla="*/ 1759168 w 3024845"/>
                <a:gd name="connsiteY299" fmla="*/ 456135 h 834218"/>
                <a:gd name="connsiteX300" fmla="*/ 1765248 w 3024845"/>
                <a:gd name="connsiteY300" fmla="*/ 456135 h 834218"/>
                <a:gd name="connsiteX301" fmla="*/ 1766490 w 3024845"/>
                <a:gd name="connsiteY301" fmla="*/ 478658 h 834218"/>
                <a:gd name="connsiteX302" fmla="*/ 1817112 w 3024845"/>
                <a:gd name="connsiteY302" fmla="*/ 478658 h 834218"/>
                <a:gd name="connsiteX303" fmla="*/ 1817112 w 3024845"/>
                <a:gd name="connsiteY303" fmla="*/ 315630 h 834218"/>
                <a:gd name="connsiteX304" fmla="*/ 2014439 w 3024845"/>
                <a:gd name="connsiteY304" fmla="*/ 315630 h 834218"/>
                <a:gd name="connsiteX305" fmla="*/ 2014439 w 3024845"/>
                <a:gd name="connsiteY305" fmla="*/ 478658 h 834218"/>
                <a:gd name="connsiteX306" fmla="*/ 2033136 w 3024845"/>
                <a:gd name="connsiteY306" fmla="*/ 478658 h 834218"/>
                <a:gd name="connsiteX307" fmla="*/ 2033136 w 3024845"/>
                <a:gd name="connsiteY307" fmla="*/ 395965 h 834218"/>
                <a:gd name="connsiteX308" fmla="*/ 2128256 w 3024845"/>
                <a:gd name="connsiteY308" fmla="*/ 395965 h 834218"/>
                <a:gd name="connsiteX309" fmla="*/ 2180720 w 3024845"/>
                <a:gd name="connsiteY309" fmla="*/ 330752 h 834218"/>
                <a:gd name="connsiteX310" fmla="*/ 2245574 w 3024845"/>
                <a:gd name="connsiteY310" fmla="*/ 330752 h 834218"/>
                <a:gd name="connsiteX311" fmla="*/ 2245574 w 3024845"/>
                <a:gd name="connsiteY311" fmla="*/ 406414 h 834218"/>
                <a:gd name="connsiteX312" fmla="*/ 2253681 w 3024845"/>
                <a:gd name="connsiteY312" fmla="*/ 406414 h 834218"/>
                <a:gd name="connsiteX313" fmla="*/ 2255708 w 3024845"/>
                <a:gd name="connsiteY313" fmla="*/ 399929 h 834218"/>
                <a:gd name="connsiteX314" fmla="*/ 2261788 w 3024845"/>
                <a:gd name="connsiteY314" fmla="*/ 399929 h 834218"/>
                <a:gd name="connsiteX315" fmla="*/ 2263815 w 3024845"/>
                <a:gd name="connsiteY315" fmla="*/ 408576 h 834218"/>
                <a:gd name="connsiteX316" fmla="*/ 2275975 w 3024845"/>
                <a:gd name="connsiteY316" fmla="*/ 408576 h 834218"/>
                <a:gd name="connsiteX317" fmla="*/ 2275975 w 3024845"/>
                <a:gd name="connsiteY317" fmla="*/ 402090 h 834218"/>
                <a:gd name="connsiteX318" fmla="*/ 2298268 w 3024845"/>
                <a:gd name="connsiteY318" fmla="*/ 402090 h 834218"/>
                <a:gd name="connsiteX319" fmla="*/ 2298268 w 3024845"/>
                <a:gd name="connsiteY319" fmla="*/ 408576 h 834218"/>
                <a:gd name="connsiteX320" fmla="*/ 2318535 w 3024845"/>
                <a:gd name="connsiteY320" fmla="*/ 408576 h 834218"/>
                <a:gd name="connsiteX321" fmla="*/ 2318535 w 3024845"/>
                <a:gd name="connsiteY321" fmla="*/ 453973 h 834218"/>
                <a:gd name="connsiteX322" fmla="*/ 2332722 w 3024845"/>
                <a:gd name="connsiteY322" fmla="*/ 453973 h 834218"/>
                <a:gd name="connsiteX323" fmla="*/ 2332722 w 3024845"/>
                <a:gd name="connsiteY323" fmla="*/ 441002 h 834218"/>
                <a:gd name="connsiteX324" fmla="*/ 2348936 w 3024845"/>
                <a:gd name="connsiteY324" fmla="*/ 441002 h 834218"/>
                <a:gd name="connsiteX325" fmla="*/ 2348936 w 3024845"/>
                <a:gd name="connsiteY325" fmla="*/ 261575 h 834218"/>
                <a:gd name="connsiteX326" fmla="*/ 2355016 w 3024845"/>
                <a:gd name="connsiteY326" fmla="*/ 255089 h 834218"/>
                <a:gd name="connsiteX327" fmla="*/ 2427977 w 3024845"/>
                <a:gd name="connsiteY327" fmla="*/ 255089 h 834218"/>
                <a:gd name="connsiteX328" fmla="*/ 2427977 w 3024845"/>
                <a:gd name="connsiteY328" fmla="*/ 263737 h 834218"/>
                <a:gd name="connsiteX329" fmla="*/ 2438110 w 3024845"/>
                <a:gd name="connsiteY329" fmla="*/ 263737 h 834218"/>
                <a:gd name="connsiteX330" fmla="*/ 2438110 w 3024845"/>
                <a:gd name="connsiteY330" fmla="*/ 378311 h 834218"/>
                <a:gd name="connsiteX331" fmla="*/ 2460404 w 3024845"/>
                <a:gd name="connsiteY331" fmla="*/ 378311 h 834218"/>
                <a:gd name="connsiteX332" fmla="*/ 2460404 w 3024845"/>
                <a:gd name="connsiteY332" fmla="*/ 311296 h 834218"/>
                <a:gd name="connsiteX333" fmla="*/ 2486751 w 3024845"/>
                <a:gd name="connsiteY333" fmla="*/ 311296 h 834218"/>
                <a:gd name="connsiteX334" fmla="*/ 2490804 w 3024845"/>
                <a:gd name="connsiteY334" fmla="*/ 306972 h 834218"/>
                <a:gd name="connsiteX335" fmla="*/ 2498911 w 3024845"/>
                <a:gd name="connsiteY335" fmla="*/ 306972 h 834218"/>
                <a:gd name="connsiteX336" fmla="*/ 2502964 w 3024845"/>
                <a:gd name="connsiteY336" fmla="*/ 311296 h 834218"/>
                <a:gd name="connsiteX337" fmla="*/ 2525258 w 3024845"/>
                <a:gd name="connsiteY337" fmla="*/ 311296 h 834218"/>
                <a:gd name="connsiteX338" fmla="*/ 2525258 w 3024845"/>
                <a:gd name="connsiteY338" fmla="*/ 194560 h 834218"/>
                <a:gd name="connsiteX339" fmla="*/ 2582005 w 3024845"/>
                <a:gd name="connsiteY339" fmla="*/ 183751 h 834218"/>
                <a:gd name="connsiteX340" fmla="*/ 2582005 w 3024845"/>
                <a:gd name="connsiteY340" fmla="*/ 184832 h 834218"/>
                <a:gd name="connsiteX341" fmla="*/ 2582005 w 3024845"/>
                <a:gd name="connsiteY341" fmla="*/ 192398 h 834218"/>
                <a:gd name="connsiteX342" fmla="*/ 2608352 w 3024845"/>
                <a:gd name="connsiteY342" fmla="*/ 192398 h 834218"/>
                <a:gd name="connsiteX343" fmla="*/ 2608352 w 3024845"/>
                <a:gd name="connsiteY343" fmla="*/ 447488 h 834218"/>
                <a:gd name="connsiteX344" fmla="*/ 2630646 w 3024845"/>
                <a:gd name="connsiteY344" fmla="*/ 447488 h 834218"/>
                <a:gd name="connsiteX345" fmla="*/ 2630646 w 3024845"/>
                <a:gd name="connsiteY345" fmla="*/ 443164 h 834218"/>
                <a:gd name="connsiteX346" fmla="*/ 2642806 w 3024845"/>
                <a:gd name="connsiteY346" fmla="*/ 443164 h 834218"/>
                <a:gd name="connsiteX347" fmla="*/ 2642806 w 3024845"/>
                <a:gd name="connsiteY347" fmla="*/ 447488 h 834218"/>
                <a:gd name="connsiteX348" fmla="*/ 2667126 w 3024845"/>
                <a:gd name="connsiteY348" fmla="*/ 447488 h 834218"/>
                <a:gd name="connsiteX349" fmla="*/ 2667126 w 3024845"/>
                <a:gd name="connsiteY349" fmla="*/ 434517 h 834218"/>
                <a:gd name="connsiteX350" fmla="*/ 2695500 w 3024845"/>
                <a:gd name="connsiteY350" fmla="*/ 434517 h 834218"/>
                <a:gd name="connsiteX351" fmla="*/ 2707660 w 3024845"/>
                <a:gd name="connsiteY351" fmla="*/ 430193 h 834218"/>
                <a:gd name="connsiteX352" fmla="*/ 2727927 w 3024845"/>
                <a:gd name="connsiteY352" fmla="*/ 434517 h 834218"/>
                <a:gd name="connsiteX353" fmla="*/ 2727927 w 3024845"/>
                <a:gd name="connsiteY353" fmla="*/ 417223 h 834218"/>
                <a:gd name="connsiteX354" fmla="*/ 2736034 w 3024845"/>
                <a:gd name="connsiteY354" fmla="*/ 417223 h 834218"/>
                <a:gd name="connsiteX355" fmla="*/ 2736034 w 3024845"/>
                <a:gd name="connsiteY355" fmla="*/ 404252 h 834218"/>
                <a:gd name="connsiteX356" fmla="*/ 2792781 w 3024845"/>
                <a:gd name="connsiteY356" fmla="*/ 404252 h 834218"/>
                <a:gd name="connsiteX357" fmla="*/ 2792781 w 3024845"/>
                <a:gd name="connsiteY357" fmla="*/ 373987 h 834218"/>
                <a:gd name="connsiteX358" fmla="*/ 2811021 w 3024845"/>
                <a:gd name="connsiteY358" fmla="*/ 373987 h 834218"/>
                <a:gd name="connsiteX359" fmla="*/ 2811021 w 3024845"/>
                <a:gd name="connsiteY359" fmla="*/ 367502 h 834218"/>
                <a:gd name="connsiteX360" fmla="*/ 2823181 w 3024845"/>
                <a:gd name="connsiteY360" fmla="*/ 367502 h 834218"/>
                <a:gd name="connsiteX361" fmla="*/ 2823181 w 3024845"/>
                <a:gd name="connsiteY361" fmla="*/ 373987 h 834218"/>
                <a:gd name="connsiteX362" fmla="*/ 2839395 w 3024845"/>
                <a:gd name="connsiteY362" fmla="*/ 373987 h 834218"/>
                <a:gd name="connsiteX363" fmla="*/ 2839395 w 3024845"/>
                <a:gd name="connsiteY363" fmla="*/ 423708 h 834218"/>
                <a:gd name="connsiteX364" fmla="*/ 2871822 w 3024845"/>
                <a:gd name="connsiteY364" fmla="*/ 423708 h 834218"/>
                <a:gd name="connsiteX365" fmla="*/ 2871822 w 3024845"/>
                <a:gd name="connsiteY365" fmla="*/ 397767 h 834218"/>
                <a:gd name="connsiteX366" fmla="*/ 2910329 w 3024845"/>
                <a:gd name="connsiteY366" fmla="*/ 397767 h 834218"/>
                <a:gd name="connsiteX367" fmla="*/ 2910329 w 3024845"/>
                <a:gd name="connsiteY367" fmla="*/ 367502 h 834218"/>
                <a:gd name="connsiteX368" fmla="*/ 2958970 w 3024845"/>
                <a:gd name="connsiteY368" fmla="*/ 367502 h 834218"/>
                <a:gd name="connsiteX369" fmla="*/ 2958970 w 3024845"/>
                <a:gd name="connsiteY369" fmla="*/ 478658 h 834218"/>
                <a:gd name="connsiteX370" fmla="*/ 2958970 w 3024845"/>
                <a:gd name="connsiteY370" fmla="*/ 492437 h 834218"/>
                <a:gd name="connsiteX371" fmla="*/ 3024845 w 3024845"/>
                <a:gd name="connsiteY371" fmla="*/ 492437 h 834218"/>
                <a:gd name="connsiteX372" fmla="*/ 3024845 w 3024845"/>
                <a:gd name="connsiteY372" fmla="*/ 834218 h 834218"/>
                <a:gd name="connsiteX373" fmla="*/ 2054 w 3024845"/>
                <a:gd name="connsiteY373" fmla="*/ 831885 h 834218"/>
                <a:gd name="connsiteX374" fmla="*/ 0 w 3024845"/>
                <a:gd name="connsiteY374" fmla="*/ 397767 h 834218"/>
                <a:gd name="connsiteX375" fmla="*/ 20267 w 3024845"/>
                <a:gd name="connsiteY375" fmla="*/ 397767 h 834218"/>
                <a:gd name="connsiteX376" fmla="*/ 20774 w 3024845"/>
                <a:gd name="connsiteY376" fmla="*/ 396686 h 834218"/>
                <a:gd name="connsiteX377" fmla="*/ 24320 w 3024845"/>
                <a:gd name="connsiteY377" fmla="*/ 389120 h 834218"/>
                <a:gd name="connsiteX378" fmla="*/ 26094 w 3024845"/>
                <a:gd name="connsiteY378" fmla="*/ 389390 h 834218"/>
                <a:gd name="connsiteX379" fmla="*/ 38507 w 3024845"/>
                <a:gd name="connsiteY379" fmla="*/ 391281 h 834218"/>
                <a:gd name="connsiteX380" fmla="*/ 39014 w 3024845"/>
                <a:gd name="connsiteY380" fmla="*/ 392633 h 834218"/>
                <a:gd name="connsiteX381" fmla="*/ 42560 w 3024845"/>
                <a:gd name="connsiteY381" fmla="*/ 402090 h 834218"/>
                <a:gd name="connsiteX382" fmla="*/ 68907 w 3024845"/>
                <a:gd name="connsiteY382" fmla="*/ 404252 h 834218"/>
                <a:gd name="connsiteX383" fmla="*/ 68907 w 3024845"/>
                <a:gd name="connsiteY383" fmla="*/ 281031 h 834218"/>
                <a:gd name="connsiteX384" fmla="*/ 70934 w 3024845"/>
                <a:gd name="connsiteY384" fmla="*/ 281031 h 834218"/>
                <a:gd name="connsiteX385" fmla="*/ 85121 w 3024845"/>
                <a:gd name="connsiteY385" fmla="*/ 281031 h 834218"/>
                <a:gd name="connsiteX386" fmla="*/ 85121 w 3024845"/>
                <a:gd name="connsiteY386" fmla="*/ 144839 h 834218"/>
                <a:gd name="connsiteX387" fmla="*/ 86894 w 3024845"/>
                <a:gd name="connsiteY387" fmla="*/ 144839 h 834218"/>
                <a:gd name="connsiteX388" fmla="*/ 99308 w 3024845"/>
                <a:gd name="connsiteY388" fmla="*/ 144839 h 834218"/>
                <a:gd name="connsiteX389" fmla="*/ 99308 w 3024845"/>
                <a:gd name="connsiteY389" fmla="*/ 30265 h 834218"/>
                <a:gd name="connsiteX390" fmla="*/ 103361 w 3024845"/>
                <a:gd name="connsiteY390"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30265 h 834218"/>
                <a:gd name="connsiteX5" fmla="*/ 220909 w 3024845"/>
                <a:gd name="connsiteY5" fmla="*/ 144839 h 834218"/>
                <a:gd name="connsiteX6" fmla="*/ 223189 w 3024845"/>
                <a:gd name="connsiteY6" fmla="*/ 144839 h 834218"/>
                <a:gd name="connsiteX7" fmla="*/ 239150 w 3024845"/>
                <a:gd name="connsiteY7" fmla="*/ 144839 h 834218"/>
                <a:gd name="connsiteX8" fmla="*/ 239150 w 3024845"/>
                <a:gd name="connsiteY8" fmla="*/ 285354 h 834218"/>
                <a:gd name="connsiteX9" fmla="*/ 240670 w 3024845"/>
                <a:gd name="connsiteY9" fmla="*/ 285084 h 834218"/>
                <a:gd name="connsiteX10" fmla="*/ 251310 w 3024845"/>
                <a:gd name="connsiteY10" fmla="*/ 283193 h 834218"/>
                <a:gd name="connsiteX11" fmla="*/ 249283 w 3024845"/>
                <a:gd name="connsiteY11" fmla="*/ 371825 h 834218"/>
                <a:gd name="connsiteX12" fmla="*/ 250803 w 3024845"/>
                <a:gd name="connsiteY12" fmla="*/ 372096 h 834218"/>
                <a:gd name="connsiteX13" fmla="*/ 261443 w 3024845"/>
                <a:gd name="connsiteY13" fmla="*/ 373987 h 834218"/>
                <a:gd name="connsiteX14" fmla="*/ 261696 w 3024845"/>
                <a:gd name="connsiteY14" fmla="*/ 374798 h 834218"/>
                <a:gd name="connsiteX15" fmla="*/ 263470 w 3024845"/>
                <a:gd name="connsiteY15" fmla="*/ 380473 h 834218"/>
                <a:gd name="connsiteX16" fmla="*/ 264230 w 3024845"/>
                <a:gd name="connsiteY16" fmla="*/ 378041 h 834218"/>
                <a:gd name="connsiteX17" fmla="*/ 269550 w 3024845"/>
                <a:gd name="connsiteY17" fmla="*/ 361017 h 834218"/>
                <a:gd name="connsiteX18" fmla="*/ 271323 w 3024845"/>
                <a:gd name="connsiteY18" fmla="*/ 361017 h 834218"/>
                <a:gd name="connsiteX19" fmla="*/ 283737 w 3024845"/>
                <a:gd name="connsiteY19" fmla="*/ 361017 h 834218"/>
                <a:gd name="connsiteX20" fmla="*/ 283737 w 3024845"/>
                <a:gd name="connsiteY20" fmla="*/ 393443 h 834218"/>
                <a:gd name="connsiteX21" fmla="*/ 284750 w 3024845"/>
                <a:gd name="connsiteY21" fmla="*/ 393984 h 834218"/>
                <a:gd name="connsiteX22" fmla="*/ 291844 w 3024845"/>
                <a:gd name="connsiteY22" fmla="*/ 397767 h 834218"/>
                <a:gd name="connsiteX23" fmla="*/ 291844 w 3024845"/>
                <a:gd name="connsiteY23" fmla="*/ 399118 h 834218"/>
                <a:gd name="connsiteX24" fmla="*/ 291844 w 3024845"/>
                <a:gd name="connsiteY24" fmla="*/ 408576 h 834218"/>
                <a:gd name="connsiteX25" fmla="*/ 336431 w 3024845"/>
                <a:gd name="connsiteY25" fmla="*/ 408576 h 834218"/>
                <a:gd name="connsiteX26" fmla="*/ 336431 w 3024845"/>
                <a:gd name="connsiteY26" fmla="*/ 409657 h 834218"/>
                <a:gd name="connsiteX27" fmla="*/ 336431 w 3024845"/>
                <a:gd name="connsiteY27" fmla="*/ 417223 h 834218"/>
                <a:gd name="connsiteX28" fmla="*/ 338457 w 3024845"/>
                <a:gd name="connsiteY28" fmla="*/ 417223 h 834218"/>
                <a:gd name="connsiteX29" fmla="*/ 352644 w 3024845"/>
                <a:gd name="connsiteY29" fmla="*/ 417223 h 834218"/>
                <a:gd name="connsiteX30" fmla="*/ 352644 w 3024845"/>
                <a:gd name="connsiteY30" fmla="*/ 386958 h 834218"/>
                <a:gd name="connsiteX31" fmla="*/ 397231 w 3024845"/>
                <a:gd name="connsiteY31" fmla="*/ 386958 h 834218"/>
                <a:gd name="connsiteX32" fmla="*/ 397231 w 3024845"/>
                <a:gd name="connsiteY32" fmla="*/ 385607 h 834218"/>
                <a:gd name="connsiteX33" fmla="*/ 397231 w 3024845"/>
                <a:gd name="connsiteY33" fmla="*/ 376149 h 834218"/>
                <a:gd name="connsiteX34" fmla="*/ 398245 w 3024845"/>
                <a:gd name="connsiteY34" fmla="*/ 376149 h 834218"/>
                <a:gd name="connsiteX35" fmla="*/ 405338 w 3024845"/>
                <a:gd name="connsiteY35" fmla="*/ 376149 h 834218"/>
                <a:gd name="connsiteX36" fmla="*/ 405338 w 3024845"/>
                <a:gd name="connsiteY36" fmla="*/ 374258 h 834218"/>
                <a:gd name="connsiteX37" fmla="*/ 405338 w 3024845"/>
                <a:gd name="connsiteY37" fmla="*/ 361017 h 834218"/>
                <a:gd name="connsiteX38" fmla="*/ 406098 w 3024845"/>
                <a:gd name="connsiteY38" fmla="*/ 361017 h 834218"/>
                <a:gd name="connsiteX39" fmla="*/ 411418 w 3024845"/>
                <a:gd name="connsiteY39" fmla="*/ 361017 h 834218"/>
                <a:gd name="connsiteX40" fmla="*/ 411418 w 3024845"/>
                <a:gd name="connsiteY40" fmla="*/ 359936 h 834218"/>
                <a:gd name="connsiteX41" fmla="*/ 411418 w 3024845"/>
                <a:gd name="connsiteY41" fmla="*/ 352369 h 834218"/>
                <a:gd name="connsiteX42" fmla="*/ 413445 w 3024845"/>
                <a:gd name="connsiteY42" fmla="*/ 352369 h 834218"/>
                <a:gd name="connsiteX43" fmla="*/ 427632 w 3024845"/>
                <a:gd name="connsiteY43" fmla="*/ 352369 h 834218"/>
                <a:gd name="connsiteX44" fmla="*/ 427632 w 3024845"/>
                <a:gd name="connsiteY44" fmla="*/ 353450 h 834218"/>
                <a:gd name="connsiteX45" fmla="*/ 427632 w 3024845"/>
                <a:gd name="connsiteY45" fmla="*/ 361017 h 834218"/>
                <a:gd name="connsiteX46" fmla="*/ 449925 w 3024845"/>
                <a:gd name="connsiteY46" fmla="*/ 361017 h 834218"/>
                <a:gd name="connsiteX47" fmla="*/ 449925 w 3024845"/>
                <a:gd name="connsiteY47" fmla="*/ 359125 h 834218"/>
                <a:gd name="connsiteX48" fmla="*/ 449925 w 3024845"/>
                <a:gd name="connsiteY48" fmla="*/ 345884 h 834218"/>
                <a:gd name="connsiteX49" fmla="*/ 451699 w 3024845"/>
                <a:gd name="connsiteY49" fmla="*/ 345884 h 834218"/>
                <a:gd name="connsiteX50" fmla="*/ 464112 w 3024845"/>
                <a:gd name="connsiteY50" fmla="*/ 345884 h 834218"/>
                <a:gd name="connsiteX51" fmla="*/ 464112 w 3024845"/>
                <a:gd name="connsiteY51" fmla="*/ 369664 h 834218"/>
                <a:gd name="connsiteX52" fmla="*/ 465126 w 3024845"/>
                <a:gd name="connsiteY52" fmla="*/ 369664 h 834218"/>
                <a:gd name="connsiteX53" fmla="*/ 472219 w 3024845"/>
                <a:gd name="connsiteY53" fmla="*/ 369664 h 834218"/>
                <a:gd name="connsiteX54" fmla="*/ 472219 w 3024845"/>
                <a:gd name="connsiteY54" fmla="*/ 368583 h 834218"/>
                <a:gd name="connsiteX55" fmla="*/ 472219 w 3024845"/>
                <a:gd name="connsiteY55" fmla="*/ 361017 h 834218"/>
                <a:gd name="connsiteX56" fmla="*/ 473992 w 3024845"/>
                <a:gd name="connsiteY56" fmla="*/ 361017 h 834218"/>
                <a:gd name="connsiteX57" fmla="*/ 486406 w 3024845"/>
                <a:gd name="connsiteY57" fmla="*/ 361017 h 834218"/>
                <a:gd name="connsiteX58" fmla="*/ 486406 w 3024845"/>
                <a:gd name="connsiteY58" fmla="*/ 386958 h 834218"/>
                <a:gd name="connsiteX59" fmla="*/ 488433 w 3024845"/>
                <a:gd name="connsiteY59" fmla="*/ 386958 h 834218"/>
                <a:gd name="connsiteX60" fmla="*/ 502619 w 3024845"/>
                <a:gd name="connsiteY60" fmla="*/ 386958 h 834218"/>
                <a:gd name="connsiteX61" fmla="*/ 502619 w 3024845"/>
                <a:gd name="connsiteY61" fmla="*/ 388579 h 834218"/>
                <a:gd name="connsiteX62" fmla="*/ 502619 w 3024845"/>
                <a:gd name="connsiteY62" fmla="*/ 399929 h 834218"/>
                <a:gd name="connsiteX63" fmla="*/ 503379 w 3024845"/>
                <a:gd name="connsiteY63" fmla="*/ 399929 h 834218"/>
                <a:gd name="connsiteX64" fmla="*/ 508700 w 3024845"/>
                <a:gd name="connsiteY64" fmla="*/ 399929 h 834218"/>
                <a:gd name="connsiteX65" fmla="*/ 508700 w 3024845"/>
                <a:gd name="connsiteY65" fmla="*/ 399118 h 834218"/>
                <a:gd name="connsiteX66" fmla="*/ 508700 w 3024845"/>
                <a:gd name="connsiteY66" fmla="*/ 393443 h 834218"/>
                <a:gd name="connsiteX67" fmla="*/ 539100 w 3024845"/>
                <a:gd name="connsiteY67" fmla="*/ 393443 h 834218"/>
                <a:gd name="connsiteX68" fmla="*/ 539100 w 3024845"/>
                <a:gd name="connsiteY68" fmla="*/ 417223 h 834218"/>
                <a:gd name="connsiteX69" fmla="*/ 540113 w 3024845"/>
                <a:gd name="connsiteY69" fmla="*/ 417223 h 834218"/>
                <a:gd name="connsiteX70" fmla="*/ 547207 w 3024845"/>
                <a:gd name="connsiteY70" fmla="*/ 417223 h 834218"/>
                <a:gd name="connsiteX71" fmla="*/ 547207 w 3024845"/>
                <a:gd name="connsiteY71" fmla="*/ 418304 h 834218"/>
                <a:gd name="connsiteX72" fmla="*/ 547207 w 3024845"/>
                <a:gd name="connsiteY72" fmla="*/ 425870 h 834218"/>
                <a:gd name="connsiteX73" fmla="*/ 547967 w 3024845"/>
                <a:gd name="connsiteY73" fmla="*/ 425870 h 834218"/>
                <a:gd name="connsiteX74" fmla="*/ 553287 w 3024845"/>
                <a:gd name="connsiteY74" fmla="*/ 425870 h 834218"/>
                <a:gd name="connsiteX75" fmla="*/ 553287 w 3024845"/>
                <a:gd name="connsiteY75" fmla="*/ 423708 h 834218"/>
                <a:gd name="connsiteX76" fmla="*/ 553287 w 3024845"/>
                <a:gd name="connsiteY76" fmla="*/ 408576 h 834218"/>
                <a:gd name="connsiteX77" fmla="*/ 554300 w 3024845"/>
                <a:gd name="connsiteY77" fmla="*/ 408576 h 834218"/>
                <a:gd name="connsiteX78" fmla="*/ 561394 w 3024845"/>
                <a:gd name="connsiteY78" fmla="*/ 408576 h 834218"/>
                <a:gd name="connsiteX79" fmla="*/ 561394 w 3024845"/>
                <a:gd name="connsiteY79" fmla="*/ 409657 h 834218"/>
                <a:gd name="connsiteX80" fmla="*/ 561394 w 3024845"/>
                <a:gd name="connsiteY80" fmla="*/ 417223 h 834218"/>
                <a:gd name="connsiteX81" fmla="*/ 566714 w 3024845"/>
                <a:gd name="connsiteY81" fmla="*/ 415230 h 834218"/>
                <a:gd name="connsiteX82" fmla="*/ 567474 w 3024845"/>
                <a:gd name="connsiteY82" fmla="*/ 414250 h 834218"/>
                <a:gd name="connsiteX83" fmla="*/ 567474 w 3024845"/>
                <a:gd name="connsiteY83" fmla="*/ 408576 h 834218"/>
                <a:gd name="connsiteX84" fmla="*/ 605981 w 3024845"/>
                <a:gd name="connsiteY84" fmla="*/ 408576 h 834218"/>
                <a:gd name="connsiteX85" fmla="*/ 605981 w 3024845"/>
                <a:gd name="connsiteY85" fmla="*/ 432355 h 834218"/>
                <a:gd name="connsiteX86" fmla="*/ 608007 w 3024845"/>
                <a:gd name="connsiteY86" fmla="*/ 432355 h 834218"/>
                <a:gd name="connsiteX87" fmla="*/ 622194 w 3024845"/>
                <a:gd name="connsiteY87" fmla="*/ 432355 h 834218"/>
                <a:gd name="connsiteX88" fmla="*/ 622194 w 3024845"/>
                <a:gd name="connsiteY88" fmla="*/ 433436 h 834218"/>
                <a:gd name="connsiteX89" fmla="*/ 622194 w 3024845"/>
                <a:gd name="connsiteY89" fmla="*/ 441002 h 834218"/>
                <a:gd name="connsiteX90" fmla="*/ 623968 w 3024845"/>
                <a:gd name="connsiteY90" fmla="*/ 441002 h 834218"/>
                <a:gd name="connsiteX91" fmla="*/ 636381 w 3024845"/>
                <a:gd name="connsiteY91" fmla="*/ 441002 h 834218"/>
                <a:gd name="connsiteX92" fmla="*/ 636381 w 3024845"/>
                <a:gd name="connsiteY92" fmla="*/ 417223 h 834218"/>
                <a:gd name="connsiteX93" fmla="*/ 637394 w 3024845"/>
                <a:gd name="connsiteY93" fmla="*/ 417223 h 834218"/>
                <a:gd name="connsiteX94" fmla="*/ 644488 w 3024845"/>
                <a:gd name="connsiteY94" fmla="*/ 417223 h 834218"/>
                <a:gd name="connsiteX95" fmla="*/ 644488 w 3024845"/>
                <a:gd name="connsiteY95" fmla="*/ 384796 h 834218"/>
                <a:gd name="connsiteX96" fmla="*/ 645501 w 3024845"/>
                <a:gd name="connsiteY96" fmla="*/ 384796 h 834218"/>
                <a:gd name="connsiteX97" fmla="*/ 652595 w 3024845"/>
                <a:gd name="connsiteY97" fmla="*/ 384796 h 834218"/>
                <a:gd name="connsiteX98" fmla="*/ 652595 w 3024845"/>
                <a:gd name="connsiteY98" fmla="*/ 382905 h 834218"/>
                <a:gd name="connsiteX99" fmla="*/ 652595 w 3024845"/>
                <a:gd name="connsiteY99" fmla="*/ 369664 h 834218"/>
                <a:gd name="connsiteX100" fmla="*/ 651328 w 3024845"/>
                <a:gd name="connsiteY100" fmla="*/ 368042 h 834218"/>
                <a:gd name="connsiteX101" fmla="*/ 656648 w 3024845"/>
                <a:gd name="connsiteY101" fmla="*/ 356693 h 834218"/>
                <a:gd name="connsiteX102" fmla="*/ 664755 w 3024845"/>
                <a:gd name="connsiteY102" fmla="*/ 384796 h 834218"/>
                <a:gd name="connsiteX103" fmla="*/ 665515 w 3024845"/>
                <a:gd name="connsiteY103" fmla="*/ 384796 h 834218"/>
                <a:gd name="connsiteX104" fmla="*/ 670835 w 3024845"/>
                <a:gd name="connsiteY104" fmla="*/ 384796 h 834218"/>
                <a:gd name="connsiteX105" fmla="*/ 670835 w 3024845"/>
                <a:gd name="connsiteY105" fmla="*/ 278869 h 834218"/>
                <a:gd name="connsiteX106" fmla="*/ 672355 w 3024845"/>
                <a:gd name="connsiteY106" fmla="*/ 278869 h 834218"/>
                <a:gd name="connsiteX107" fmla="*/ 682995 w 3024845"/>
                <a:gd name="connsiteY107" fmla="*/ 278869 h 834218"/>
                <a:gd name="connsiteX108" fmla="*/ 682995 w 3024845"/>
                <a:gd name="connsiteY108" fmla="*/ 231310 h 834218"/>
                <a:gd name="connsiteX109" fmla="*/ 709342 w 3024845"/>
                <a:gd name="connsiteY109" fmla="*/ 231310 h 834218"/>
                <a:gd name="connsiteX110" fmla="*/ 709342 w 3024845"/>
                <a:gd name="connsiteY110" fmla="*/ 209692 h 834218"/>
                <a:gd name="connsiteX111" fmla="*/ 743796 w 3024845"/>
                <a:gd name="connsiteY111" fmla="*/ 209692 h 834218"/>
                <a:gd name="connsiteX112" fmla="*/ 743796 w 3024845"/>
                <a:gd name="connsiteY112" fmla="*/ 212124 h 834218"/>
                <a:gd name="connsiteX113" fmla="*/ 743796 w 3024845"/>
                <a:gd name="connsiteY113" fmla="*/ 229148 h 834218"/>
                <a:gd name="connsiteX114" fmla="*/ 746076 w 3024845"/>
                <a:gd name="connsiteY114" fmla="*/ 229148 h 834218"/>
                <a:gd name="connsiteX115" fmla="*/ 762036 w 3024845"/>
                <a:gd name="connsiteY115" fmla="*/ 229148 h 834218"/>
                <a:gd name="connsiteX116" fmla="*/ 762036 w 3024845"/>
                <a:gd name="connsiteY116" fmla="*/ 276707 h 834218"/>
                <a:gd name="connsiteX117" fmla="*/ 763049 w 3024845"/>
                <a:gd name="connsiteY117" fmla="*/ 276707 h 834218"/>
                <a:gd name="connsiteX118" fmla="*/ 770143 w 3024845"/>
                <a:gd name="connsiteY118" fmla="*/ 276707 h 834218"/>
                <a:gd name="connsiteX119" fmla="*/ 784330 w 3024845"/>
                <a:gd name="connsiteY119" fmla="*/ 281031 h 834218"/>
                <a:gd name="connsiteX120" fmla="*/ 784330 w 3024845"/>
                <a:gd name="connsiteY120" fmla="*/ 319943 h 834218"/>
                <a:gd name="connsiteX121" fmla="*/ 785343 w 3024845"/>
                <a:gd name="connsiteY121" fmla="*/ 319943 h 834218"/>
                <a:gd name="connsiteX122" fmla="*/ 792436 w 3024845"/>
                <a:gd name="connsiteY122" fmla="*/ 319943 h 834218"/>
                <a:gd name="connsiteX123" fmla="*/ 792436 w 3024845"/>
                <a:gd name="connsiteY123" fmla="*/ 321564 h 834218"/>
                <a:gd name="connsiteX124" fmla="*/ 792436 w 3024845"/>
                <a:gd name="connsiteY124" fmla="*/ 332913 h 834218"/>
                <a:gd name="connsiteX125" fmla="*/ 794463 w 3024845"/>
                <a:gd name="connsiteY125" fmla="*/ 332913 h 834218"/>
                <a:gd name="connsiteX126" fmla="*/ 808650 w 3024845"/>
                <a:gd name="connsiteY126" fmla="*/ 332913 h 834218"/>
                <a:gd name="connsiteX127" fmla="*/ 814730 w 3024845"/>
                <a:gd name="connsiteY127" fmla="*/ 339399 h 834218"/>
                <a:gd name="connsiteX128" fmla="*/ 814730 w 3024845"/>
                <a:gd name="connsiteY128" fmla="*/ 361017 h 834218"/>
                <a:gd name="connsiteX129" fmla="*/ 817010 w 3024845"/>
                <a:gd name="connsiteY129" fmla="*/ 361017 h 834218"/>
                <a:gd name="connsiteX130" fmla="*/ 832970 w 3024845"/>
                <a:gd name="connsiteY130" fmla="*/ 361017 h 834218"/>
                <a:gd name="connsiteX131" fmla="*/ 832970 w 3024845"/>
                <a:gd name="connsiteY131" fmla="*/ 362097 h 834218"/>
                <a:gd name="connsiteX132" fmla="*/ 832970 w 3024845"/>
                <a:gd name="connsiteY132" fmla="*/ 369664 h 834218"/>
                <a:gd name="connsiteX133" fmla="*/ 834237 w 3024845"/>
                <a:gd name="connsiteY133" fmla="*/ 369664 h 834218"/>
                <a:gd name="connsiteX134" fmla="*/ 843104 w 3024845"/>
                <a:gd name="connsiteY134" fmla="*/ 369664 h 834218"/>
                <a:gd name="connsiteX135" fmla="*/ 843104 w 3024845"/>
                <a:gd name="connsiteY135" fmla="*/ 371825 h 834218"/>
                <a:gd name="connsiteX136" fmla="*/ 843104 w 3024845"/>
                <a:gd name="connsiteY136" fmla="*/ 386958 h 834218"/>
                <a:gd name="connsiteX137" fmla="*/ 847157 w 3024845"/>
                <a:gd name="connsiteY137" fmla="*/ 385066 h 834218"/>
                <a:gd name="connsiteX138" fmla="*/ 847157 w 3024845"/>
                <a:gd name="connsiteY138" fmla="*/ 371825 h 834218"/>
                <a:gd name="connsiteX139" fmla="*/ 848170 w 3024845"/>
                <a:gd name="connsiteY139" fmla="*/ 371825 h 834218"/>
                <a:gd name="connsiteX140" fmla="*/ 855264 w 3024845"/>
                <a:gd name="connsiteY140" fmla="*/ 371825 h 834218"/>
                <a:gd name="connsiteX141" fmla="*/ 855264 w 3024845"/>
                <a:gd name="connsiteY141" fmla="*/ 373447 h 834218"/>
                <a:gd name="connsiteX142" fmla="*/ 855264 w 3024845"/>
                <a:gd name="connsiteY142" fmla="*/ 384796 h 834218"/>
                <a:gd name="connsiteX143" fmla="*/ 856024 w 3024845"/>
                <a:gd name="connsiteY143" fmla="*/ 384796 h 834218"/>
                <a:gd name="connsiteX144" fmla="*/ 861344 w 3024845"/>
                <a:gd name="connsiteY144" fmla="*/ 384796 h 834218"/>
                <a:gd name="connsiteX145" fmla="*/ 909984 w 3024845"/>
                <a:gd name="connsiteY145" fmla="*/ 380473 h 834218"/>
                <a:gd name="connsiteX146" fmla="*/ 909984 w 3024845"/>
                <a:gd name="connsiteY146" fmla="*/ 381824 h 834218"/>
                <a:gd name="connsiteX147" fmla="*/ 909984 w 3024845"/>
                <a:gd name="connsiteY147" fmla="*/ 391281 h 834218"/>
                <a:gd name="connsiteX148" fmla="*/ 910744 w 3024845"/>
                <a:gd name="connsiteY148" fmla="*/ 391281 h 834218"/>
                <a:gd name="connsiteX149" fmla="*/ 916065 w 3024845"/>
                <a:gd name="connsiteY149" fmla="*/ 391281 h 834218"/>
                <a:gd name="connsiteX150" fmla="*/ 916065 w 3024845"/>
                <a:gd name="connsiteY150" fmla="*/ 393443 h 834218"/>
                <a:gd name="connsiteX151" fmla="*/ 916065 w 3024845"/>
                <a:gd name="connsiteY151" fmla="*/ 408576 h 834218"/>
                <a:gd name="connsiteX152" fmla="*/ 918091 w 3024845"/>
                <a:gd name="connsiteY152" fmla="*/ 407225 h 834218"/>
                <a:gd name="connsiteX153" fmla="*/ 932278 w 3024845"/>
                <a:gd name="connsiteY153" fmla="*/ 397767 h 834218"/>
                <a:gd name="connsiteX154" fmla="*/ 938358 w 3024845"/>
                <a:gd name="connsiteY154" fmla="*/ 356693 h 834218"/>
                <a:gd name="connsiteX155" fmla="*/ 939118 w 3024845"/>
                <a:gd name="connsiteY155" fmla="*/ 356423 h 834218"/>
                <a:gd name="connsiteX156" fmla="*/ 944438 w 3024845"/>
                <a:gd name="connsiteY156" fmla="*/ 354531 h 834218"/>
                <a:gd name="connsiteX157" fmla="*/ 946465 w 3024845"/>
                <a:gd name="connsiteY157" fmla="*/ 285354 h 834218"/>
                <a:gd name="connsiteX158" fmla="*/ 948492 w 3024845"/>
                <a:gd name="connsiteY158" fmla="*/ 354531 h 834218"/>
                <a:gd name="connsiteX159" fmla="*/ 949252 w 3024845"/>
                <a:gd name="connsiteY159" fmla="*/ 354801 h 834218"/>
                <a:gd name="connsiteX160" fmla="*/ 954572 w 3024845"/>
                <a:gd name="connsiteY160" fmla="*/ 356693 h 834218"/>
                <a:gd name="connsiteX161" fmla="*/ 954572 w 3024845"/>
                <a:gd name="connsiteY161" fmla="*/ 270222 h 834218"/>
                <a:gd name="connsiteX162" fmla="*/ 958625 w 3024845"/>
                <a:gd name="connsiteY162" fmla="*/ 237795 h 834218"/>
                <a:gd name="connsiteX163" fmla="*/ 997132 w 3024845"/>
                <a:gd name="connsiteY163" fmla="*/ 237795 h 834218"/>
                <a:gd name="connsiteX164" fmla="*/ 997132 w 3024845"/>
                <a:gd name="connsiteY164" fmla="*/ 270222 h 834218"/>
                <a:gd name="connsiteX165" fmla="*/ 997892 w 3024845"/>
                <a:gd name="connsiteY165" fmla="*/ 270222 h 834218"/>
                <a:gd name="connsiteX166" fmla="*/ 1003212 w 3024845"/>
                <a:gd name="connsiteY166" fmla="*/ 270222 h 834218"/>
                <a:gd name="connsiteX167" fmla="*/ 1003212 w 3024845"/>
                <a:gd name="connsiteY167" fmla="*/ 188074 h 834218"/>
                <a:gd name="connsiteX168" fmla="*/ 1004986 w 3024845"/>
                <a:gd name="connsiteY168" fmla="*/ 188074 h 834218"/>
                <a:gd name="connsiteX169" fmla="*/ 1017399 w 3024845"/>
                <a:gd name="connsiteY169" fmla="*/ 188074 h 834218"/>
                <a:gd name="connsiteX170" fmla="*/ 1017399 w 3024845"/>
                <a:gd name="connsiteY170" fmla="*/ 186183 h 834218"/>
                <a:gd name="connsiteX171" fmla="*/ 1017399 w 3024845"/>
                <a:gd name="connsiteY171" fmla="*/ 172942 h 834218"/>
                <a:gd name="connsiteX172" fmla="*/ 1039693 w 3024845"/>
                <a:gd name="connsiteY172" fmla="*/ 172942 h 834218"/>
                <a:gd name="connsiteX173" fmla="*/ 1039693 w 3024845"/>
                <a:gd name="connsiteY173" fmla="*/ 171861 h 834218"/>
                <a:gd name="connsiteX174" fmla="*/ 1039693 w 3024845"/>
                <a:gd name="connsiteY174" fmla="*/ 164295 h 834218"/>
                <a:gd name="connsiteX175" fmla="*/ 1041466 w 3024845"/>
                <a:gd name="connsiteY175" fmla="*/ 164295 h 834218"/>
                <a:gd name="connsiteX176" fmla="*/ 1053880 w 3024845"/>
                <a:gd name="connsiteY176" fmla="*/ 164295 h 834218"/>
                <a:gd name="connsiteX177" fmla="*/ 1053880 w 3024845"/>
                <a:gd name="connsiteY177" fmla="*/ 165376 h 834218"/>
                <a:gd name="connsiteX178" fmla="*/ 1053880 w 3024845"/>
                <a:gd name="connsiteY178" fmla="*/ 172942 h 834218"/>
                <a:gd name="connsiteX179" fmla="*/ 1054640 w 3024845"/>
                <a:gd name="connsiteY179" fmla="*/ 172942 h 834218"/>
                <a:gd name="connsiteX180" fmla="*/ 1059960 w 3024845"/>
                <a:gd name="connsiteY180" fmla="*/ 172942 h 834218"/>
                <a:gd name="connsiteX181" fmla="*/ 1070093 w 3024845"/>
                <a:gd name="connsiteY181" fmla="*/ 168618 h 834218"/>
                <a:gd name="connsiteX182" fmla="*/ 1074146 w 3024845"/>
                <a:gd name="connsiteY182" fmla="*/ 171861 h 834218"/>
                <a:gd name="connsiteX183" fmla="*/ 1074146 w 3024845"/>
                <a:gd name="connsiteY183" fmla="*/ 164295 h 834218"/>
                <a:gd name="connsiteX184" fmla="*/ 1076426 w 3024845"/>
                <a:gd name="connsiteY184" fmla="*/ 164295 h 834218"/>
                <a:gd name="connsiteX185" fmla="*/ 1092387 w 3024845"/>
                <a:gd name="connsiteY185" fmla="*/ 164295 h 834218"/>
                <a:gd name="connsiteX186" fmla="*/ 1092387 w 3024845"/>
                <a:gd name="connsiteY186" fmla="*/ 165376 h 834218"/>
                <a:gd name="connsiteX187" fmla="*/ 1092387 w 3024845"/>
                <a:gd name="connsiteY187" fmla="*/ 172942 h 834218"/>
                <a:gd name="connsiteX188" fmla="*/ 1122787 w 3024845"/>
                <a:gd name="connsiteY188" fmla="*/ 172942 h 834218"/>
                <a:gd name="connsiteX189" fmla="*/ 1122787 w 3024845"/>
                <a:gd name="connsiteY189" fmla="*/ 174563 h 834218"/>
                <a:gd name="connsiteX190" fmla="*/ 1122787 w 3024845"/>
                <a:gd name="connsiteY190" fmla="*/ 185913 h 834218"/>
                <a:gd name="connsiteX191" fmla="*/ 1149134 w 3024845"/>
                <a:gd name="connsiteY191" fmla="*/ 185913 h 834218"/>
                <a:gd name="connsiteX192" fmla="*/ 1149134 w 3024845"/>
                <a:gd name="connsiteY192" fmla="*/ 216177 h 834218"/>
                <a:gd name="connsiteX193" fmla="*/ 1149894 w 3024845"/>
                <a:gd name="connsiteY193" fmla="*/ 216177 h 834218"/>
                <a:gd name="connsiteX194" fmla="*/ 1155214 w 3024845"/>
                <a:gd name="connsiteY194" fmla="*/ 216177 h 834218"/>
                <a:gd name="connsiteX195" fmla="*/ 1155214 w 3024845"/>
                <a:gd name="connsiteY195" fmla="*/ 217258 h 834218"/>
                <a:gd name="connsiteX196" fmla="*/ 1155214 w 3024845"/>
                <a:gd name="connsiteY196" fmla="*/ 224825 h 834218"/>
                <a:gd name="connsiteX197" fmla="*/ 1159268 w 3024845"/>
                <a:gd name="connsiteY197" fmla="*/ 255089 h 834218"/>
                <a:gd name="connsiteX198" fmla="*/ 1160028 w 3024845"/>
                <a:gd name="connsiteY198" fmla="*/ 255089 h 834218"/>
                <a:gd name="connsiteX199" fmla="*/ 1165348 w 3024845"/>
                <a:gd name="connsiteY199" fmla="*/ 255089 h 834218"/>
                <a:gd name="connsiteX200" fmla="*/ 1165348 w 3024845"/>
                <a:gd name="connsiteY200" fmla="*/ 255900 h 834218"/>
                <a:gd name="connsiteX201" fmla="*/ 1165348 w 3024845"/>
                <a:gd name="connsiteY201" fmla="*/ 261575 h 834218"/>
                <a:gd name="connsiteX202" fmla="*/ 1166361 w 3024845"/>
                <a:gd name="connsiteY202" fmla="*/ 261575 h 834218"/>
                <a:gd name="connsiteX203" fmla="*/ 1173454 w 3024845"/>
                <a:gd name="connsiteY203" fmla="*/ 261575 h 834218"/>
                <a:gd name="connsiteX204" fmla="*/ 1173454 w 3024845"/>
                <a:gd name="connsiteY204" fmla="*/ 291840 h 834218"/>
                <a:gd name="connsiteX205" fmla="*/ 1175481 w 3024845"/>
                <a:gd name="connsiteY205" fmla="*/ 291840 h 834218"/>
                <a:gd name="connsiteX206" fmla="*/ 1189668 w 3024845"/>
                <a:gd name="connsiteY206" fmla="*/ 291840 h 834218"/>
                <a:gd name="connsiteX207" fmla="*/ 1189668 w 3024845"/>
                <a:gd name="connsiteY207" fmla="*/ 315619 h 834218"/>
                <a:gd name="connsiteX208" fmla="*/ 1191695 w 3024845"/>
                <a:gd name="connsiteY208" fmla="*/ 317240 h 834218"/>
                <a:gd name="connsiteX209" fmla="*/ 1191695 w 3024845"/>
                <a:gd name="connsiteY209" fmla="*/ 328590 h 834218"/>
                <a:gd name="connsiteX210" fmla="*/ 1192455 w 3024845"/>
                <a:gd name="connsiteY210" fmla="*/ 328590 h 834218"/>
                <a:gd name="connsiteX211" fmla="*/ 1197775 w 3024845"/>
                <a:gd name="connsiteY211" fmla="*/ 328590 h 834218"/>
                <a:gd name="connsiteX212" fmla="*/ 1197775 w 3024845"/>
                <a:gd name="connsiteY212" fmla="*/ 352369 h 834218"/>
                <a:gd name="connsiteX213" fmla="*/ 1199041 w 3024845"/>
                <a:gd name="connsiteY213" fmla="*/ 352369 h 834218"/>
                <a:gd name="connsiteX214" fmla="*/ 1207908 w 3024845"/>
                <a:gd name="connsiteY214" fmla="*/ 352369 h 834218"/>
                <a:gd name="connsiteX215" fmla="*/ 1209935 w 3024845"/>
                <a:gd name="connsiteY215" fmla="*/ 356423 h 834218"/>
                <a:gd name="connsiteX216" fmla="*/ 1209935 w 3024845"/>
                <a:gd name="connsiteY216" fmla="*/ 369664 h 834218"/>
                <a:gd name="connsiteX217" fmla="*/ 1211455 w 3024845"/>
                <a:gd name="connsiteY217" fmla="*/ 367772 h 834218"/>
                <a:gd name="connsiteX218" fmla="*/ 1222095 w 3024845"/>
                <a:gd name="connsiteY218" fmla="*/ 354531 h 834218"/>
                <a:gd name="connsiteX219" fmla="*/ 1250469 w 3024845"/>
                <a:gd name="connsiteY219" fmla="*/ 354531 h 834218"/>
                <a:gd name="connsiteX220" fmla="*/ 1250469 w 3024845"/>
                <a:gd name="connsiteY220" fmla="*/ 441002 h 834218"/>
                <a:gd name="connsiteX221" fmla="*/ 1251229 w 3024845"/>
                <a:gd name="connsiteY221" fmla="*/ 441002 h 834218"/>
                <a:gd name="connsiteX222" fmla="*/ 1256549 w 3024845"/>
                <a:gd name="connsiteY222" fmla="*/ 441002 h 834218"/>
                <a:gd name="connsiteX223" fmla="*/ 1257309 w 3024845"/>
                <a:gd name="connsiteY223" fmla="*/ 439651 h 834218"/>
                <a:gd name="connsiteX224" fmla="*/ 1262629 w 3024845"/>
                <a:gd name="connsiteY224" fmla="*/ 430193 h 834218"/>
                <a:gd name="connsiteX225" fmla="*/ 1262629 w 3024845"/>
                <a:gd name="connsiteY225" fmla="*/ 432085 h 834218"/>
                <a:gd name="connsiteX226" fmla="*/ 1262629 w 3024845"/>
                <a:gd name="connsiteY226" fmla="*/ 445326 h 834218"/>
                <a:gd name="connsiteX227" fmla="*/ 1266682 w 3024845"/>
                <a:gd name="connsiteY227" fmla="*/ 399929 h 834218"/>
                <a:gd name="connsiteX228" fmla="*/ 1267442 w 3024845"/>
                <a:gd name="connsiteY228" fmla="*/ 399929 h 834218"/>
                <a:gd name="connsiteX229" fmla="*/ 1272762 w 3024845"/>
                <a:gd name="connsiteY229" fmla="*/ 399929 h 834218"/>
                <a:gd name="connsiteX230" fmla="*/ 1272762 w 3024845"/>
                <a:gd name="connsiteY230" fmla="*/ 335075 h 834218"/>
                <a:gd name="connsiteX231" fmla="*/ 1273776 w 3024845"/>
                <a:gd name="connsiteY231" fmla="*/ 335075 h 834218"/>
                <a:gd name="connsiteX232" fmla="*/ 1280869 w 3024845"/>
                <a:gd name="connsiteY232" fmla="*/ 335075 h 834218"/>
                <a:gd name="connsiteX233" fmla="*/ 1293029 w 3024845"/>
                <a:gd name="connsiteY233" fmla="*/ 291840 h 834218"/>
                <a:gd name="connsiteX234" fmla="*/ 1294296 w 3024845"/>
                <a:gd name="connsiteY234" fmla="*/ 291840 h 834218"/>
                <a:gd name="connsiteX235" fmla="*/ 1303163 w 3024845"/>
                <a:gd name="connsiteY235" fmla="*/ 291840 h 834218"/>
                <a:gd name="connsiteX236" fmla="*/ 1313296 w 3024845"/>
                <a:gd name="connsiteY236" fmla="*/ 335075 h 834218"/>
                <a:gd name="connsiteX237" fmla="*/ 1314309 w 3024845"/>
                <a:gd name="connsiteY237" fmla="*/ 335075 h 834218"/>
                <a:gd name="connsiteX238" fmla="*/ 1321403 w 3024845"/>
                <a:gd name="connsiteY238" fmla="*/ 335075 h 834218"/>
                <a:gd name="connsiteX239" fmla="*/ 1321403 w 3024845"/>
                <a:gd name="connsiteY239" fmla="*/ 373987 h 834218"/>
                <a:gd name="connsiteX240" fmla="*/ 1323176 w 3024845"/>
                <a:gd name="connsiteY240" fmla="*/ 373987 h 834218"/>
                <a:gd name="connsiteX241" fmla="*/ 1335590 w 3024845"/>
                <a:gd name="connsiteY241" fmla="*/ 373987 h 834218"/>
                <a:gd name="connsiteX242" fmla="*/ 1335590 w 3024845"/>
                <a:gd name="connsiteY242" fmla="*/ 376149 h 834218"/>
                <a:gd name="connsiteX243" fmla="*/ 1335590 w 3024845"/>
                <a:gd name="connsiteY243" fmla="*/ 391281 h 834218"/>
                <a:gd name="connsiteX244" fmla="*/ 1339643 w 3024845"/>
                <a:gd name="connsiteY244" fmla="*/ 389120 h 834218"/>
                <a:gd name="connsiteX245" fmla="*/ 1339643 w 3024845"/>
                <a:gd name="connsiteY245" fmla="*/ 373987 h 834218"/>
                <a:gd name="connsiteX246" fmla="*/ 1341163 w 3024845"/>
                <a:gd name="connsiteY246" fmla="*/ 373987 h 834218"/>
                <a:gd name="connsiteX247" fmla="*/ 1351803 w 3024845"/>
                <a:gd name="connsiteY247" fmla="*/ 373987 h 834218"/>
                <a:gd name="connsiteX248" fmla="*/ 1351803 w 3024845"/>
                <a:gd name="connsiteY248" fmla="*/ 375608 h 834218"/>
                <a:gd name="connsiteX249" fmla="*/ 1351803 w 3024845"/>
                <a:gd name="connsiteY249" fmla="*/ 386958 h 834218"/>
                <a:gd name="connsiteX250" fmla="*/ 1382204 w 3024845"/>
                <a:gd name="connsiteY250" fmla="*/ 386958 h 834218"/>
                <a:gd name="connsiteX251" fmla="*/ 1382204 w 3024845"/>
                <a:gd name="connsiteY251" fmla="*/ 350208 h 834218"/>
                <a:gd name="connsiteX252" fmla="*/ 1383470 w 3024845"/>
                <a:gd name="connsiteY252" fmla="*/ 350208 h 834218"/>
                <a:gd name="connsiteX253" fmla="*/ 1392337 w 3024845"/>
                <a:gd name="connsiteY253" fmla="*/ 350208 h 834218"/>
                <a:gd name="connsiteX254" fmla="*/ 1392337 w 3024845"/>
                <a:gd name="connsiteY254" fmla="*/ 371825 h 834218"/>
                <a:gd name="connsiteX255" fmla="*/ 1394364 w 3024845"/>
                <a:gd name="connsiteY255" fmla="*/ 339399 h 834218"/>
                <a:gd name="connsiteX256" fmla="*/ 1416657 w 3024845"/>
                <a:gd name="connsiteY256" fmla="*/ 339399 h 834218"/>
                <a:gd name="connsiteX257" fmla="*/ 1416657 w 3024845"/>
                <a:gd name="connsiteY257" fmla="*/ 337777 h 834218"/>
                <a:gd name="connsiteX258" fmla="*/ 1416657 w 3024845"/>
                <a:gd name="connsiteY258" fmla="*/ 326428 h 834218"/>
                <a:gd name="connsiteX259" fmla="*/ 1417417 w 3024845"/>
                <a:gd name="connsiteY259" fmla="*/ 326428 h 834218"/>
                <a:gd name="connsiteX260" fmla="*/ 1422737 w 3024845"/>
                <a:gd name="connsiteY260" fmla="*/ 326428 h 834218"/>
                <a:gd name="connsiteX261" fmla="*/ 1422737 w 3024845"/>
                <a:gd name="connsiteY261" fmla="*/ 324537 h 834218"/>
                <a:gd name="connsiteX262" fmla="*/ 1422737 w 3024845"/>
                <a:gd name="connsiteY262" fmla="*/ 311296 h 834218"/>
                <a:gd name="connsiteX263" fmla="*/ 1426791 w 3024845"/>
                <a:gd name="connsiteY263" fmla="*/ 317781 h 834218"/>
                <a:gd name="connsiteX264" fmla="*/ 1429071 w 3024845"/>
                <a:gd name="connsiteY264" fmla="*/ 317781 h 834218"/>
                <a:gd name="connsiteX265" fmla="*/ 1445031 w 3024845"/>
                <a:gd name="connsiteY265" fmla="*/ 317781 h 834218"/>
                <a:gd name="connsiteX266" fmla="*/ 1445031 w 3024845"/>
                <a:gd name="connsiteY266" fmla="*/ 316970 h 834218"/>
                <a:gd name="connsiteX267" fmla="*/ 1445031 w 3024845"/>
                <a:gd name="connsiteY267" fmla="*/ 311296 h 834218"/>
                <a:gd name="connsiteX268" fmla="*/ 1445791 w 3024845"/>
                <a:gd name="connsiteY268" fmla="*/ 311296 h 834218"/>
                <a:gd name="connsiteX269" fmla="*/ 1451111 w 3024845"/>
                <a:gd name="connsiteY269" fmla="*/ 311296 h 834218"/>
                <a:gd name="connsiteX270" fmla="*/ 1451111 w 3024845"/>
                <a:gd name="connsiteY270" fmla="*/ 312647 h 834218"/>
                <a:gd name="connsiteX271" fmla="*/ 1451111 w 3024845"/>
                <a:gd name="connsiteY271" fmla="*/ 322105 h 834218"/>
                <a:gd name="connsiteX272" fmla="*/ 1489618 w 3024845"/>
                <a:gd name="connsiteY272" fmla="*/ 322105 h 834218"/>
                <a:gd name="connsiteX273" fmla="*/ 1489618 w 3024845"/>
                <a:gd name="connsiteY273" fmla="*/ 460458 h 834218"/>
                <a:gd name="connsiteX274" fmla="*/ 1491138 w 3024845"/>
                <a:gd name="connsiteY274" fmla="*/ 460458 h 834218"/>
                <a:gd name="connsiteX275" fmla="*/ 1501778 w 3024845"/>
                <a:gd name="connsiteY275" fmla="*/ 460458 h 834218"/>
                <a:gd name="connsiteX276" fmla="*/ 1501778 w 3024845"/>
                <a:gd name="connsiteY276" fmla="*/ 447488 h 834218"/>
                <a:gd name="connsiteX277" fmla="*/ 1505832 w 3024845"/>
                <a:gd name="connsiteY277" fmla="*/ 447488 h 834218"/>
                <a:gd name="connsiteX278" fmla="*/ 1505832 w 3024845"/>
                <a:gd name="connsiteY278" fmla="*/ 460458 h 834218"/>
                <a:gd name="connsiteX279" fmla="*/ 1536232 w 3024845"/>
                <a:gd name="connsiteY279" fmla="*/ 460458 h 834218"/>
                <a:gd name="connsiteX280" fmla="*/ 1536232 w 3024845"/>
                <a:gd name="connsiteY280" fmla="*/ 430193 h 834218"/>
                <a:gd name="connsiteX281" fmla="*/ 1548392 w 3024845"/>
                <a:gd name="connsiteY281" fmla="*/ 430193 h 834218"/>
                <a:gd name="connsiteX282" fmla="*/ 1560552 w 3024845"/>
                <a:gd name="connsiteY282" fmla="*/ 428032 h 834218"/>
                <a:gd name="connsiteX283" fmla="*/ 1564606 w 3024845"/>
                <a:gd name="connsiteY283" fmla="*/ 430193 h 834218"/>
                <a:gd name="connsiteX284" fmla="*/ 1574739 w 3024845"/>
                <a:gd name="connsiteY284" fmla="*/ 430193 h 834218"/>
                <a:gd name="connsiteX285" fmla="*/ 1574739 w 3024845"/>
                <a:gd name="connsiteY285" fmla="*/ 460458 h 834218"/>
                <a:gd name="connsiteX286" fmla="*/ 1582846 w 3024845"/>
                <a:gd name="connsiteY286" fmla="*/ 460458 h 834218"/>
                <a:gd name="connsiteX287" fmla="*/ 1582846 w 3024845"/>
                <a:gd name="connsiteY287" fmla="*/ 477753 h 834218"/>
                <a:gd name="connsiteX288" fmla="*/ 1592182 w 3024845"/>
                <a:gd name="connsiteY288" fmla="*/ 478658 h 834218"/>
                <a:gd name="connsiteX289" fmla="*/ 1605140 w 3024845"/>
                <a:gd name="connsiteY289" fmla="*/ 478658 h 834218"/>
                <a:gd name="connsiteX290" fmla="*/ 1605140 w 3024845"/>
                <a:gd name="connsiteY290" fmla="*/ 462620 h 834218"/>
                <a:gd name="connsiteX291" fmla="*/ 1673096 w 3024845"/>
                <a:gd name="connsiteY291" fmla="*/ 462620 h 834218"/>
                <a:gd name="connsiteX292" fmla="*/ 1673096 w 3024845"/>
                <a:gd name="connsiteY292" fmla="*/ 377367 h 834218"/>
                <a:gd name="connsiteX293" fmla="*/ 1745104 w 3024845"/>
                <a:gd name="connsiteY293" fmla="*/ 377367 h 834218"/>
                <a:gd name="connsiteX294" fmla="*/ 1745104 w 3024845"/>
                <a:gd name="connsiteY294" fmla="*/ 456135 h 834218"/>
                <a:gd name="connsiteX295" fmla="*/ 1747008 w 3024845"/>
                <a:gd name="connsiteY295" fmla="*/ 456135 h 834218"/>
                <a:gd name="connsiteX296" fmla="*/ 1748250 w 3024845"/>
                <a:gd name="connsiteY296" fmla="*/ 478658 h 834218"/>
                <a:gd name="connsiteX297" fmla="*/ 1757926 w 3024845"/>
                <a:gd name="connsiteY297" fmla="*/ 478658 h 834218"/>
                <a:gd name="connsiteX298" fmla="*/ 1759168 w 3024845"/>
                <a:gd name="connsiteY298" fmla="*/ 456135 h 834218"/>
                <a:gd name="connsiteX299" fmla="*/ 1765248 w 3024845"/>
                <a:gd name="connsiteY299" fmla="*/ 456135 h 834218"/>
                <a:gd name="connsiteX300" fmla="*/ 1766490 w 3024845"/>
                <a:gd name="connsiteY300" fmla="*/ 478658 h 834218"/>
                <a:gd name="connsiteX301" fmla="*/ 1817112 w 3024845"/>
                <a:gd name="connsiteY301" fmla="*/ 478658 h 834218"/>
                <a:gd name="connsiteX302" fmla="*/ 1817112 w 3024845"/>
                <a:gd name="connsiteY302" fmla="*/ 315630 h 834218"/>
                <a:gd name="connsiteX303" fmla="*/ 2014439 w 3024845"/>
                <a:gd name="connsiteY303" fmla="*/ 315630 h 834218"/>
                <a:gd name="connsiteX304" fmla="*/ 2014439 w 3024845"/>
                <a:gd name="connsiteY304" fmla="*/ 478658 h 834218"/>
                <a:gd name="connsiteX305" fmla="*/ 2033136 w 3024845"/>
                <a:gd name="connsiteY305" fmla="*/ 478658 h 834218"/>
                <a:gd name="connsiteX306" fmla="*/ 2033136 w 3024845"/>
                <a:gd name="connsiteY306" fmla="*/ 395965 h 834218"/>
                <a:gd name="connsiteX307" fmla="*/ 2128256 w 3024845"/>
                <a:gd name="connsiteY307" fmla="*/ 395965 h 834218"/>
                <a:gd name="connsiteX308" fmla="*/ 2180720 w 3024845"/>
                <a:gd name="connsiteY308" fmla="*/ 330752 h 834218"/>
                <a:gd name="connsiteX309" fmla="*/ 2245574 w 3024845"/>
                <a:gd name="connsiteY309" fmla="*/ 330752 h 834218"/>
                <a:gd name="connsiteX310" fmla="*/ 2245574 w 3024845"/>
                <a:gd name="connsiteY310" fmla="*/ 406414 h 834218"/>
                <a:gd name="connsiteX311" fmla="*/ 2253681 w 3024845"/>
                <a:gd name="connsiteY311" fmla="*/ 406414 h 834218"/>
                <a:gd name="connsiteX312" fmla="*/ 2255708 w 3024845"/>
                <a:gd name="connsiteY312" fmla="*/ 399929 h 834218"/>
                <a:gd name="connsiteX313" fmla="*/ 2261788 w 3024845"/>
                <a:gd name="connsiteY313" fmla="*/ 399929 h 834218"/>
                <a:gd name="connsiteX314" fmla="*/ 2263815 w 3024845"/>
                <a:gd name="connsiteY314" fmla="*/ 408576 h 834218"/>
                <a:gd name="connsiteX315" fmla="*/ 2275975 w 3024845"/>
                <a:gd name="connsiteY315" fmla="*/ 408576 h 834218"/>
                <a:gd name="connsiteX316" fmla="*/ 2275975 w 3024845"/>
                <a:gd name="connsiteY316" fmla="*/ 402090 h 834218"/>
                <a:gd name="connsiteX317" fmla="*/ 2298268 w 3024845"/>
                <a:gd name="connsiteY317" fmla="*/ 402090 h 834218"/>
                <a:gd name="connsiteX318" fmla="*/ 2298268 w 3024845"/>
                <a:gd name="connsiteY318" fmla="*/ 408576 h 834218"/>
                <a:gd name="connsiteX319" fmla="*/ 2318535 w 3024845"/>
                <a:gd name="connsiteY319" fmla="*/ 408576 h 834218"/>
                <a:gd name="connsiteX320" fmla="*/ 2318535 w 3024845"/>
                <a:gd name="connsiteY320" fmla="*/ 453973 h 834218"/>
                <a:gd name="connsiteX321" fmla="*/ 2332722 w 3024845"/>
                <a:gd name="connsiteY321" fmla="*/ 453973 h 834218"/>
                <a:gd name="connsiteX322" fmla="*/ 2332722 w 3024845"/>
                <a:gd name="connsiteY322" fmla="*/ 441002 h 834218"/>
                <a:gd name="connsiteX323" fmla="*/ 2348936 w 3024845"/>
                <a:gd name="connsiteY323" fmla="*/ 441002 h 834218"/>
                <a:gd name="connsiteX324" fmla="*/ 2348936 w 3024845"/>
                <a:gd name="connsiteY324" fmla="*/ 261575 h 834218"/>
                <a:gd name="connsiteX325" fmla="*/ 2355016 w 3024845"/>
                <a:gd name="connsiteY325" fmla="*/ 255089 h 834218"/>
                <a:gd name="connsiteX326" fmla="*/ 2427977 w 3024845"/>
                <a:gd name="connsiteY326" fmla="*/ 255089 h 834218"/>
                <a:gd name="connsiteX327" fmla="*/ 2427977 w 3024845"/>
                <a:gd name="connsiteY327" fmla="*/ 263737 h 834218"/>
                <a:gd name="connsiteX328" fmla="*/ 2438110 w 3024845"/>
                <a:gd name="connsiteY328" fmla="*/ 263737 h 834218"/>
                <a:gd name="connsiteX329" fmla="*/ 2438110 w 3024845"/>
                <a:gd name="connsiteY329" fmla="*/ 378311 h 834218"/>
                <a:gd name="connsiteX330" fmla="*/ 2460404 w 3024845"/>
                <a:gd name="connsiteY330" fmla="*/ 378311 h 834218"/>
                <a:gd name="connsiteX331" fmla="*/ 2460404 w 3024845"/>
                <a:gd name="connsiteY331" fmla="*/ 311296 h 834218"/>
                <a:gd name="connsiteX332" fmla="*/ 2486751 w 3024845"/>
                <a:gd name="connsiteY332" fmla="*/ 311296 h 834218"/>
                <a:gd name="connsiteX333" fmla="*/ 2490804 w 3024845"/>
                <a:gd name="connsiteY333" fmla="*/ 306972 h 834218"/>
                <a:gd name="connsiteX334" fmla="*/ 2498911 w 3024845"/>
                <a:gd name="connsiteY334" fmla="*/ 306972 h 834218"/>
                <a:gd name="connsiteX335" fmla="*/ 2502964 w 3024845"/>
                <a:gd name="connsiteY335" fmla="*/ 311296 h 834218"/>
                <a:gd name="connsiteX336" fmla="*/ 2525258 w 3024845"/>
                <a:gd name="connsiteY336" fmla="*/ 311296 h 834218"/>
                <a:gd name="connsiteX337" fmla="*/ 2525258 w 3024845"/>
                <a:gd name="connsiteY337" fmla="*/ 194560 h 834218"/>
                <a:gd name="connsiteX338" fmla="*/ 2582005 w 3024845"/>
                <a:gd name="connsiteY338" fmla="*/ 183751 h 834218"/>
                <a:gd name="connsiteX339" fmla="*/ 2582005 w 3024845"/>
                <a:gd name="connsiteY339" fmla="*/ 184832 h 834218"/>
                <a:gd name="connsiteX340" fmla="*/ 2582005 w 3024845"/>
                <a:gd name="connsiteY340" fmla="*/ 192398 h 834218"/>
                <a:gd name="connsiteX341" fmla="*/ 2608352 w 3024845"/>
                <a:gd name="connsiteY341" fmla="*/ 192398 h 834218"/>
                <a:gd name="connsiteX342" fmla="*/ 2608352 w 3024845"/>
                <a:gd name="connsiteY342" fmla="*/ 447488 h 834218"/>
                <a:gd name="connsiteX343" fmla="*/ 2630646 w 3024845"/>
                <a:gd name="connsiteY343" fmla="*/ 447488 h 834218"/>
                <a:gd name="connsiteX344" fmla="*/ 2630646 w 3024845"/>
                <a:gd name="connsiteY344" fmla="*/ 443164 h 834218"/>
                <a:gd name="connsiteX345" fmla="*/ 2642806 w 3024845"/>
                <a:gd name="connsiteY345" fmla="*/ 443164 h 834218"/>
                <a:gd name="connsiteX346" fmla="*/ 2642806 w 3024845"/>
                <a:gd name="connsiteY346" fmla="*/ 447488 h 834218"/>
                <a:gd name="connsiteX347" fmla="*/ 2667126 w 3024845"/>
                <a:gd name="connsiteY347" fmla="*/ 447488 h 834218"/>
                <a:gd name="connsiteX348" fmla="*/ 2667126 w 3024845"/>
                <a:gd name="connsiteY348" fmla="*/ 434517 h 834218"/>
                <a:gd name="connsiteX349" fmla="*/ 2695500 w 3024845"/>
                <a:gd name="connsiteY349" fmla="*/ 434517 h 834218"/>
                <a:gd name="connsiteX350" fmla="*/ 2707660 w 3024845"/>
                <a:gd name="connsiteY350" fmla="*/ 430193 h 834218"/>
                <a:gd name="connsiteX351" fmla="*/ 2727927 w 3024845"/>
                <a:gd name="connsiteY351" fmla="*/ 434517 h 834218"/>
                <a:gd name="connsiteX352" fmla="*/ 2727927 w 3024845"/>
                <a:gd name="connsiteY352" fmla="*/ 417223 h 834218"/>
                <a:gd name="connsiteX353" fmla="*/ 2736034 w 3024845"/>
                <a:gd name="connsiteY353" fmla="*/ 417223 h 834218"/>
                <a:gd name="connsiteX354" fmla="*/ 2736034 w 3024845"/>
                <a:gd name="connsiteY354" fmla="*/ 404252 h 834218"/>
                <a:gd name="connsiteX355" fmla="*/ 2792781 w 3024845"/>
                <a:gd name="connsiteY355" fmla="*/ 404252 h 834218"/>
                <a:gd name="connsiteX356" fmla="*/ 2792781 w 3024845"/>
                <a:gd name="connsiteY356" fmla="*/ 373987 h 834218"/>
                <a:gd name="connsiteX357" fmla="*/ 2811021 w 3024845"/>
                <a:gd name="connsiteY357" fmla="*/ 373987 h 834218"/>
                <a:gd name="connsiteX358" fmla="*/ 2811021 w 3024845"/>
                <a:gd name="connsiteY358" fmla="*/ 367502 h 834218"/>
                <a:gd name="connsiteX359" fmla="*/ 2823181 w 3024845"/>
                <a:gd name="connsiteY359" fmla="*/ 367502 h 834218"/>
                <a:gd name="connsiteX360" fmla="*/ 2823181 w 3024845"/>
                <a:gd name="connsiteY360" fmla="*/ 373987 h 834218"/>
                <a:gd name="connsiteX361" fmla="*/ 2839395 w 3024845"/>
                <a:gd name="connsiteY361" fmla="*/ 373987 h 834218"/>
                <a:gd name="connsiteX362" fmla="*/ 2839395 w 3024845"/>
                <a:gd name="connsiteY362" fmla="*/ 423708 h 834218"/>
                <a:gd name="connsiteX363" fmla="*/ 2871822 w 3024845"/>
                <a:gd name="connsiteY363" fmla="*/ 423708 h 834218"/>
                <a:gd name="connsiteX364" fmla="*/ 2871822 w 3024845"/>
                <a:gd name="connsiteY364" fmla="*/ 397767 h 834218"/>
                <a:gd name="connsiteX365" fmla="*/ 2910329 w 3024845"/>
                <a:gd name="connsiteY365" fmla="*/ 397767 h 834218"/>
                <a:gd name="connsiteX366" fmla="*/ 2910329 w 3024845"/>
                <a:gd name="connsiteY366" fmla="*/ 367502 h 834218"/>
                <a:gd name="connsiteX367" fmla="*/ 2958970 w 3024845"/>
                <a:gd name="connsiteY367" fmla="*/ 367502 h 834218"/>
                <a:gd name="connsiteX368" fmla="*/ 2958970 w 3024845"/>
                <a:gd name="connsiteY368" fmla="*/ 478658 h 834218"/>
                <a:gd name="connsiteX369" fmla="*/ 2958970 w 3024845"/>
                <a:gd name="connsiteY369" fmla="*/ 492437 h 834218"/>
                <a:gd name="connsiteX370" fmla="*/ 3024845 w 3024845"/>
                <a:gd name="connsiteY370" fmla="*/ 492437 h 834218"/>
                <a:gd name="connsiteX371" fmla="*/ 3024845 w 3024845"/>
                <a:gd name="connsiteY371" fmla="*/ 834218 h 834218"/>
                <a:gd name="connsiteX372" fmla="*/ 2054 w 3024845"/>
                <a:gd name="connsiteY372" fmla="*/ 831885 h 834218"/>
                <a:gd name="connsiteX373" fmla="*/ 0 w 3024845"/>
                <a:gd name="connsiteY373" fmla="*/ 397767 h 834218"/>
                <a:gd name="connsiteX374" fmla="*/ 20267 w 3024845"/>
                <a:gd name="connsiteY374" fmla="*/ 397767 h 834218"/>
                <a:gd name="connsiteX375" fmla="*/ 20774 w 3024845"/>
                <a:gd name="connsiteY375" fmla="*/ 396686 h 834218"/>
                <a:gd name="connsiteX376" fmla="*/ 24320 w 3024845"/>
                <a:gd name="connsiteY376" fmla="*/ 389120 h 834218"/>
                <a:gd name="connsiteX377" fmla="*/ 26094 w 3024845"/>
                <a:gd name="connsiteY377" fmla="*/ 389390 h 834218"/>
                <a:gd name="connsiteX378" fmla="*/ 38507 w 3024845"/>
                <a:gd name="connsiteY378" fmla="*/ 391281 h 834218"/>
                <a:gd name="connsiteX379" fmla="*/ 39014 w 3024845"/>
                <a:gd name="connsiteY379" fmla="*/ 392633 h 834218"/>
                <a:gd name="connsiteX380" fmla="*/ 42560 w 3024845"/>
                <a:gd name="connsiteY380" fmla="*/ 402090 h 834218"/>
                <a:gd name="connsiteX381" fmla="*/ 68907 w 3024845"/>
                <a:gd name="connsiteY381" fmla="*/ 404252 h 834218"/>
                <a:gd name="connsiteX382" fmla="*/ 68907 w 3024845"/>
                <a:gd name="connsiteY382" fmla="*/ 281031 h 834218"/>
                <a:gd name="connsiteX383" fmla="*/ 70934 w 3024845"/>
                <a:gd name="connsiteY383" fmla="*/ 281031 h 834218"/>
                <a:gd name="connsiteX384" fmla="*/ 85121 w 3024845"/>
                <a:gd name="connsiteY384" fmla="*/ 281031 h 834218"/>
                <a:gd name="connsiteX385" fmla="*/ 85121 w 3024845"/>
                <a:gd name="connsiteY385" fmla="*/ 144839 h 834218"/>
                <a:gd name="connsiteX386" fmla="*/ 86894 w 3024845"/>
                <a:gd name="connsiteY386" fmla="*/ 144839 h 834218"/>
                <a:gd name="connsiteX387" fmla="*/ 99308 w 3024845"/>
                <a:gd name="connsiteY387" fmla="*/ 144839 h 834218"/>
                <a:gd name="connsiteX388" fmla="*/ 99308 w 3024845"/>
                <a:gd name="connsiteY388" fmla="*/ 30265 h 834218"/>
                <a:gd name="connsiteX389" fmla="*/ 103361 w 3024845"/>
                <a:gd name="connsiteY389"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144839 h 834218"/>
                <a:gd name="connsiteX5" fmla="*/ 223189 w 3024845"/>
                <a:gd name="connsiteY5" fmla="*/ 144839 h 834218"/>
                <a:gd name="connsiteX6" fmla="*/ 239150 w 3024845"/>
                <a:gd name="connsiteY6" fmla="*/ 144839 h 834218"/>
                <a:gd name="connsiteX7" fmla="*/ 239150 w 3024845"/>
                <a:gd name="connsiteY7" fmla="*/ 285354 h 834218"/>
                <a:gd name="connsiteX8" fmla="*/ 240670 w 3024845"/>
                <a:gd name="connsiteY8" fmla="*/ 285084 h 834218"/>
                <a:gd name="connsiteX9" fmla="*/ 251310 w 3024845"/>
                <a:gd name="connsiteY9" fmla="*/ 283193 h 834218"/>
                <a:gd name="connsiteX10" fmla="*/ 249283 w 3024845"/>
                <a:gd name="connsiteY10" fmla="*/ 371825 h 834218"/>
                <a:gd name="connsiteX11" fmla="*/ 250803 w 3024845"/>
                <a:gd name="connsiteY11" fmla="*/ 372096 h 834218"/>
                <a:gd name="connsiteX12" fmla="*/ 261443 w 3024845"/>
                <a:gd name="connsiteY12" fmla="*/ 373987 h 834218"/>
                <a:gd name="connsiteX13" fmla="*/ 261696 w 3024845"/>
                <a:gd name="connsiteY13" fmla="*/ 374798 h 834218"/>
                <a:gd name="connsiteX14" fmla="*/ 263470 w 3024845"/>
                <a:gd name="connsiteY14" fmla="*/ 380473 h 834218"/>
                <a:gd name="connsiteX15" fmla="*/ 264230 w 3024845"/>
                <a:gd name="connsiteY15" fmla="*/ 378041 h 834218"/>
                <a:gd name="connsiteX16" fmla="*/ 269550 w 3024845"/>
                <a:gd name="connsiteY16" fmla="*/ 361017 h 834218"/>
                <a:gd name="connsiteX17" fmla="*/ 271323 w 3024845"/>
                <a:gd name="connsiteY17" fmla="*/ 361017 h 834218"/>
                <a:gd name="connsiteX18" fmla="*/ 283737 w 3024845"/>
                <a:gd name="connsiteY18" fmla="*/ 361017 h 834218"/>
                <a:gd name="connsiteX19" fmla="*/ 283737 w 3024845"/>
                <a:gd name="connsiteY19" fmla="*/ 393443 h 834218"/>
                <a:gd name="connsiteX20" fmla="*/ 284750 w 3024845"/>
                <a:gd name="connsiteY20" fmla="*/ 393984 h 834218"/>
                <a:gd name="connsiteX21" fmla="*/ 291844 w 3024845"/>
                <a:gd name="connsiteY21" fmla="*/ 397767 h 834218"/>
                <a:gd name="connsiteX22" fmla="*/ 291844 w 3024845"/>
                <a:gd name="connsiteY22" fmla="*/ 399118 h 834218"/>
                <a:gd name="connsiteX23" fmla="*/ 291844 w 3024845"/>
                <a:gd name="connsiteY23" fmla="*/ 408576 h 834218"/>
                <a:gd name="connsiteX24" fmla="*/ 336431 w 3024845"/>
                <a:gd name="connsiteY24" fmla="*/ 408576 h 834218"/>
                <a:gd name="connsiteX25" fmla="*/ 336431 w 3024845"/>
                <a:gd name="connsiteY25" fmla="*/ 409657 h 834218"/>
                <a:gd name="connsiteX26" fmla="*/ 336431 w 3024845"/>
                <a:gd name="connsiteY26" fmla="*/ 417223 h 834218"/>
                <a:gd name="connsiteX27" fmla="*/ 338457 w 3024845"/>
                <a:gd name="connsiteY27" fmla="*/ 417223 h 834218"/>
                <a:gd name="connsiteX28" fmla="*/ 352644 w 3024845"/>
                <a:gd name="connsiteY28" fmla="*/ 417223 h 834218"/>
                <a:gd name="connsiteX29" fmla="*/ 352644 w 3024845"/>
                <a:gd name="connsiteY29" fmla="*/ 386958 h 834218"/>
                <a:gd name="connsiteX30" fmla="*/ 397231 w 3024845"/>
                <a:gd name="connsiteY30" fmla="*/ 386958 h 834218"/>
                <a:gd name="connsiteX31" fmla="*/ 397231 w 3024845"/>
                <a:gd name="connsiteY31" fmla="*/ 385607 h 834218"/>
                <a:gd name="connsiteX32" fmla="*/ 397231 w 3024845"/>
                <a:gd name="connsiteY32" fmla="*/ 376149 h 834218"/>
                <a:gd name="connsiteX33" fmla="*/ 398245 w 3024845"/>
                <a:gd name="connsiteY33" fmla="*/ 376149 h 834218"/>
                <a:gd name="connsiteX34" fmla="*/ 405338 w 3024845"/>
                <a:gd name="connsiteY34" fmla="*/ 376149 h 834218"/>
                <a:gd name="connsiteX35" fmla="*/ 405338 w 3024845"/>
                <a:gd name="connsiteY35" fmla="*/ 374258 h 834218"/>
                <a:gd name="connsiteX36" fmla="*/ 405338 w 3024845"/>
                <a:gd name="connsiteY36" fmla="*/ 361017 h 834218"/>
                <a:gd name="connsiteX37" fmla="*/ 406098 w 3024845"/>
                <a:gd name="connsiteY37" fmla="*/ 361017 h 834218"/>
                <a:gd name="connsiteX38" fmla="*/ 411418 w 3024845"/>
                <a:gd name="connsiteY38" fmla="*/ 361017 h 834218"/>
                <a:gd name="connsiteX39" fmla="*/ 411418 w 3024845"/>
                <a:gd name="connsiteY39" fmla="*/ 359936 h 834218"/>
                <a:gd name="connsiteX40" fmla="*/ 411418 w 3024845"/>
                <a:gd name="connsiteY40" fmla="*/ 352369 h 834218"/>
                <a:gd name="connsiteX41" fmla="*/ 413445 w 3024845"/>
                <a:gd name="connsiteY41" fmla="*/ 352369 h 834218"/>
                <a:gd name="connsiteX42" fmla="*/ 427632 w 3024845"/>
                <a:gd name="connsiteY42" fmla="*/ 352369 h 834218"/>
                <a:gd name="connsiteX43" fmla="*/ 427632 w 3024845"/>
                <a:gd name="connsiteY43" fmla="*/ 353450 h 834218"/>
                <a:gd name="connsiteX44" fmla="*/ 427632 w 3024845"/>
                <a:gd name="connsiteY44" fmla="*/ 361017 h 834218"/>
                <a:gd name="connsiteX45" fmla="*/ 449925 w 3024845"/>
                <a:gd name="connsiteY45" fmla="*/ 361017 h 834218"/>
                <a:gd name="connsiteX46" fmla="*/ 449925 w 3024845"/>
                <a:gd name="connsiteY46" fmla="*/ 359125 h 834218"/>
                <a:gd name="connsiteX47" fmla="*/ 449925 w 3024845"/>
                <a:gd name="connsiteY47" fmla="*/ 345884 h 834218"/>
                <a:gd name="connsiteX48" fmla="*/ 451699 w 3024845"/>
                <a:gd name="connsiteY48" fmla="*/ 345884 h 834218"/>
                <a:gd name="connsiteX49" fmla="*/ 464112 w 3024845"/>
                <a:gd name="connsiteY49" fmla="*/ 345884 h 834218"/>
                <a:gd name="connsiteX50" fmla="*/ 464112 w 3024845"/>
                <a:gd name="connsiteY50" fmla="*/ 369664 h 834218"/>
                <a:gd name="connsiteX51" fmla="*/ 465126 w 3024845"/>
                <a:gd name="connsiteY51" fmla="*/ 369664 h 834218"/>
                <a:gd name="connsiteX52" fmla="*/ 472219 w 3024845"/>
                <a:gd name="connsiteY52" fmla="*/ 369664 h 834218"/>
                <a:gd name="connsiteX53" fmla="*/ 472219 w 3024845"/>
                <a:gd name="connsiteY53" fmla="*/ 368583 h 834218"/>
                <a:gd name="connsiteX54" fmla="*/ 472219 w 3024845"/>
                <a:gd name="connsiteY54" fmla="*/ 361017 h 834218"/>
                <a:gd name="connsiteX55" fmla="*/ 473992 w 3024845"/>
                <a:gd name="connsiteY55" fmla="*/ 361017 h 834218"/>
                <a:gd name="connsiteX56" fmla="*/ 486406 w 3024845"/>
                <a:gd name="connsiteY56" fmla="*/ 361017 h 834218"/>
                <a:gd name="connsiteX57" fmla="*/ 486406 w 3024845"/>
                <a:gd name="connsiteY57" fmla="*/ 386958 h 834218"/>
                <a:gd name="connsiteX58" fmla="*/ 488433 w 3024845"/>
                <a:gd name="connsiteY58" fmla="*/ 386958 h 834218"/>
                <a:gd name="connsiteX59" fmla="*/ 502619 w 3024845"/>
                <a:gd name="connsiteY59" fmla="*/ 386958 h 834218"/>
                <a:gd name="connsiteX60" fmla="*/ 502619 w 3024845"/>
                <a:gd name="connsiteY60" fmla="*/ 388579 h 834218"/>
                <a:gd name="connsiteX61" fmla="*/ 502619 w 3024845"/>
                <a:gd name="connsiteY61" fmla="*/ 399929 h 834218"/>
                <a:gd name="connsiteX62" fmla="*/ 503379 w 3024845"/>
                <a:gd name="connsiteY62" fmla="*/ 399929 h 834218"/>
                <a:gd name="connsiteX63" fmla="*/ 508700 w 3024845"/>
                <a:gd name="connsiteY63" fmla="*/ 399929 h 834218"/>
                <a:gd name="connsiteX64" fmla="*/ 508700 w 3024845"/>
                <a:gd name="connsiteY64" fmla="*/ 399118 h 834218"/>
                <a:gd name="connsiteX65" fmla="*/ 508700 w 3024845"/>
                <a:gd name="connsiteY65" fmla="*/ 393443 h 834218"/>
                <a:gd name="connsiteX66" fmla="*/ 539100 w 3024845"/>
                <a:gd name="connsiteY66" fmla="*/ 393443 h 834218"/>
                <a:gd name="connsiteX67" fmla="*/ 539100 w 3024845"/>
                <a:gd name="connsiteY67" fmla="*/ 417223 h 834218"/>
                <a:gd name="connsiteX68" fmla="*/ 540113 w 3024845"/>
                <a:gd name="connsiteY68" fmla="*/ 417223 h 834218"/>
                <a:gd name="connsiteX69" fmla="*/ 547207 w 3024845"/>
                <a:gd name="connsiteY69" fmla="*/ 417223 h 834218"/>
                <a:gd name="connsiteX70" fmla="*/ 547207 w 3024845"/>
                <a:gd name="connsiteY70" fmla="*/ 418304 h 834218"/>
                <a:gd name="connsiteX71" fmla="*/ 547207 w 3024845"/>
                <a:gd name="connsiteY71" fmla="*/ 425870 h 834218"/>
                <a:gd name="connsiteX72" fmla="*/ 547967 w 3024845"/>
                <a:gd name="connsiteY72" fmla="*/ 425870 h 834218"/>
                <a:gd name="connsiteX73" fmla="*/ 553287 w 3024845"/>
                <a:gd name="connsiteY73" fmla="*/ 425870 h 834218"/>
                <a:gd name="connsiteX74" fmla="*/ 553287 w 3024845"/>
                <a:gd name="connsiteY74" fmla="*/ 423708 h 834218"/>
                <a:gd name="connsiteX75" fmla="*/ 553287 w 3024845"/>
                <a:gd name="connsiteY75" fmla="*/ 408576 h 834218"/>
                <a:gd name="connsiteX76" fmla="*/ 554300 w 3024845"/>
                <a:gd name="connsiteY76" fmla="*/ 408576 h 834218"/>
                <a:gd name="connsiteX77" fmla="*/ 561394 w 3024845"/>
                <a:gd name="connsiteY77" fmla="*/ 408576 h 834218"/>
                <a:gd name="connsiteX78" fmla="*/ 561394 w 3024845"/>
                <a:gd name="connsiteY78" fmla="*/ 409657 h 834218"/>
                <a:gd name="connsiteX79" fmla="*/ 561394 w 3024845"/>
                <a:gd name="connsiteY79" fmla="*/ 417223 h 834218"/>
                <a:gd name="connsiteX80" fmla="*/ 566714 w 3024845"/>
                <a:gd name="connsiteY80" fmla="*/ 415230 h 834218"/>
                <a:gd name="connsiteX81" fmla="*/ 567474 w 3024845"/>
                <a:gd name="connsiteY81" fmla="*/ 414250 h 834218"/>
                <a:gd name="connsiteX82" fmla="*/ 567474 w 3024845"/>
                <a:gd name="connsiteY82" fmla="*/ 408576 h 834218"/>
                <a:gd name="connsiteX83" fmla="*/ 605981 w 3024845"/>
                <a:gd name="connsiteY83" fmla="*/ 408576 h 834218"/>
                <a:gd name="connsiteX84" fmla="*/ 605981 w 3024845"/>
                <a:gd name="connsiteY84" fmla="*/ 432355 h 834218"/>
                <a:gd name="connsiteX85" fmla="*/ 608007 w 3024845"/>
                <a:gd name="connsiteY85" fmla="*/ 432355 h 834218"/>
                <a:gd name="connsiteX86" fmla="*/ 622194 w 3024845"/>
                <a:gd name="connsiteY86" fmla="*/ 432355 h 834218"/>
                <a:gd name="connsiteX87" fmla="*/ 622194 w 3024845"/>
                <a:gd name="connsiteY87" fmla="*/ 433436 h 834218"/>
                <a:gd name="connsiteX88" fmla="*/ 622194 w 3024845"/>
                <a:gd name="connsiteY88" fmla="*/ 441002 h 834218"/>
                <a:gd name="connsiteX89" fmla="*/ 623968 w 3024845"/>
                <a:gd name="connsiteY89" fmla="*/ 441002 h 834218"/>
                <a:gd name="connsiteX90" fmla="*/ 636381 w 3024845"/>
                <a:gd name="connsiteY90" fmla="*/ 441002 h 834218"/>
                <a:gd name="connsiteX91" fmla="*/ 636381 w 3024845"/>
                <a:gd name="connsiteY91" fmla="*/ 417223 h 834218"/>
                <a:gd name="connsiteX92" fmla="*/ 637394 w 3024845"/>
                <a:gd name="connsiteY92" fmla="*/ 417223 h 834218"/>
                <a:gd name="connsiteX93" fmla="*/ 644488 w 3024845"/>
                <a:gd name="connsiteY93" fmla="*/ 417223 h 834218"/>
                <a:gd name="connsiteX94" fmla="*/ 644488 w 3024845"/>
                <a:gd name="connsiteY94" fmla="*/ 384796 h 834218"/>
                <a:gd name="connsiteX95" fmla="*/ 645501 w 3024845"/>
                <a:gd name="connsiteY95" fmla="*/ 384796 h 834218"/>
                <a:gd name="connsiteX96" fmla="*/ 652595 w 3024845"/>
                <a:gd name="connsiteY96" fmla="*/ 384796 h 834218"/>
                <a:gd name="connsiteX97" fmla="*/ 652595 w 3024845"/>
                <a:gd name="connsiteY97" fmla="*/ 382905 h 834218"/>
                <a:gd name="connsiteX98" fmla="*/ 652595 w 3024845"/>
                <a:gd name="connsiteY98" fmla="*/ 369664 h 834218"/>
                <a:gd name="connsiteX99" fmla="*/ 651328 w 3024845"/>
                <a:gd name="connsiteY99" fmla="*/ 368042 h 834218"/>
                <a:gd name="connsiteX100" fmla="*/ 656648 w 3024845"/>
                <a:gd name="connsiteY100" fmla="*/ 356693 h 834218"/>
                <a:gd name="connsiteX101" fmla="*/ 664755 w 3024845"/>
                <a:gd name="connsiteY101" fmla="*/ 384796 h 834218"/>
                <a:gd name="connsiteX102" fmla="*/ 665515 w 3024845"/>
                <a:gd name="connsiteY102" fmla="*/ 384796 h 834218"/>
                <a:gd name="connsiteX103" fmla="*/ 670835 w 3024845"/>
                <a:gd name="connsiteY103" fmla="*/ 384796 h 834218"/>
                <a:gd name="connsiteX104" fmla="*/ 670835 w 3024845"/>
                <a:gd name="connsiteY104" fmla="*/ 278869 h 834218"/>
                <a:gd name="connsiteX105" fmla="*/ 672355 w 3024845"/>
                <a:gd name="connsiteY105" fmla="*/ 278869 h 834218"/>
                <a:gd name="connsiteX106" fmla="*/ 682995 w 3024845"/>
                <a:gd name="connsiteY106" fmla="*/ 278869 h 834218"/>
                <a:gd name="connsiteX107" fmla="*/ 682995 w 3024845"/>
                <a:gd name="connsiteY107" fmla="*/ 231310 h 834218"/>
                <a:gd name="connsiteX108" fmla="*/ 709342 w 3024845"/>
                <a:gd name="connsiteY108" fmla="*/ 231310 h 834218"/>
                <a:gd name="connsiteX109" fmla="*/ 709342 w 3024845"/>
                <a:gd name="connsiteY109" fmla="*/ 209692 h 834218"/>
                <a:gd name="connsiteX110" fmla="*/ 743796 w 3024845"/>
                <a:gd name="connsiteY110" fmla="*/ 209692 h 834218"/>
                <a:gd name="connsiteX111" fmla="*/ 743796 w 3024845"/>
                <a:gd name="connsiteY111" fmla="*/ 212124 h 834218"/>
                <a:gd name="connsiteX112" fmla="*/ 743796 w 3024845"/>
                <a:gd name="connsiteY112" fmla="*/ 229148 h 834218"/>
                <a:gd name="connsiteX113" fmla="*/ 746076 w 3024845"/>
                <a:gd name="connsiteY113" fmla="*/ 229148 h 834218"/>
                <a:gd name="connsiteX114" fmla="*/ 762036 w 3024845"/>
                <a:gd name="connsiteY114" fmla="*/ 229148 h 834218"/>
                <a:gd name="connsiteX115" fmla="*/ 762036 w 3024845"/>
                <a:gd name="connsiteY115" fmla="*/ 276707 h 834218"/>
                <a:gd name="connsiteX116" fmla="*/ 763049 w 3024845"/>
                <a:gd name="connsiteY116" fmla="*/ 276707 h 834218"/>
                <a:gd name="connsiteX117" fmla="*/ 770143 w 3024845"/>
                <a:gd name="connsiteY117" fmla="*/ 276707 h 834218"/>
                <a:gd name="connsiteX118" fmla="*/ 784330 w 3024845"/>
                <a:gd name="connsiteY118" fmla="*/ 281031 h 834218"/>
                <a:gd name="connsiteX119" fmla="*/ 784330 w 3024845"/>
                <a:gd name="connsiteY119" fmla="*/ 319943 h 834218"/>
                <a:gd name="connsiteX120" fmla="*/ 785343 w 3024845"/>
                <a:gd name="connsiteY120" fmla="*/ 319943 h 834218"/>
                <a:gd name="connsiteX121" fmla="*/ 792436 w 3024845"/>
                <a:gd name="connsiteY121" fmla="*/ 319943 h 834218"/>
                <a:gd name="connsiteX122" fmla="*/ 792436 w 3024845"/>
                <a:gd name="connsiteY122" fmla="*/ 321564 h 834218"/>
                <a:gd name="connsiteX123" fmla="*/ 792436 w 3024845"/>
                <a:gd name="connsiteY123" fmla="*/ 332913 h 834218"/>
                <a:gd name="connsiteX124" fmla="*/ 794463 w 3024845"/>
                <a:gd name="connsiteY124" fmla="*/ 332913 h 834218"/>
                <a:gd name="connsiteX125" fmla="*/ 808650 w 3024845"/>
                <a:gd name="connsiteY125" fmla="*/ 332913 h 834218"/>
                <a:gd name="connsiteX126" fmla="*/ 814730 w 3024845"/>
                <a:gd name="connsiteY126" fmla="*/ 339399 h 834218"/>
                <a:gd name="connsiteX127" fmla="*/ 814730 w 3024845"/>
                <a:gd name="connsiteY127" fmla="*/ 361017 h 834218"/>
                <a:gd name="connsiteX128" fmla="*/ 817010 w 3024845"/>
                <a:gd name="connsiteY128" fmla="*/ 361017 h 834218"/>
                <a:gd name="connsiteX129" fmla="*/ 832970 w 3024845"/>
                <a:gd name="connsiteY129" fmla="*/ 361017 h 834218"/>
                <a:gd name="connsiteX130" fmla="*/ 832970 w 3024845"/>
                <a:gd name="connsiteY130" fmla="*/ 362097 h 834218"/>
                <a:gd name="connsiteX131" fmla="*/ 832970 w 3024845"/>
                <a:gd name="connsiteY131" fmla="*/ 369664 h 834218"/>
                <a:gd name="connsiteX132" fmla="*/ 834237 w 3024845"/>
                <a:gd name="connsiteY132" fmla="*/ 369664 h 834218"/>
                <a:gd name="connsiteX133" fmla="*/ 843104 w 3024845"/>
                <a:gd name="connsiteY133" fmla="*/ 369664 h 834218"/>
                <a:gd name="connsiteX134" fmla="*/ 843104 w 3024845"/>
                <a:gd name="connsiteY134" fmla="*/ 371825 h 834218"/>
                <a:gd name="connsiteX135" fmla="*/ 843104 w 3024845"/>
                <a:gd name="connsiteY135" fmla="*/ 386958 h 834218"/>
                <a:gd name="connsiteX136" fmla="*/ 847157 w 3024845"/>
                <a:gd name="connsiteY136" fmla="*/ 385066 h 834218"/>
                <a:gd name="connsiteX137" fmla="*/ 847157 w 3024845"/>
                <a:gd name="connsiteY137" fmla="*/ 371825 h 834218"/>
                <a:gd name="connsiteX138" fmla="*/ 848170 w 3024845"/>
                <a:gd name="connsiteY138" fmla="*/ 371825 h 834218"/>
                <a:gd name="connsiteX139" fmla="*/ 855264 w 3024845"/>
                <a:gd name="connsiteY139" fmla="*/ 371825 h 834218"/>
                <a:gd name="connsiteX140" fmla="*/ 855264 w 3024845"/>
                <a:gd name="connsiteY140" fmla="*/ 373447 h 834218"/>
                <a:gd name="connsiteX141" fmla="*/ 855264 w 3024845"/>
                <a:gd name="connsiteY141" fmla="*/ 384796 h 834218"/>
                <a:gd name="connsiteX142" fmla="*/ 856024 w 3024845"/>
                <a:gd name="connsiteY142" fmla="*/ 384796 h 834218"/>
                <a:gd name="connsiteX143" fmla="*/ 861344 w 3024845"/>
                <a:gd name="connsiteY143" fmla="*/ 384796 h 834218"/>
                <a:gd name="connsiteX144" fmla="*/ 909984 w 3024845"/>
                <a:gd name="connsiteY144" fmla="*/ 380473 h 834218"/>
                <a:gd name="connsiteX145" fmla="*/ 909984 w 3024845"/>
                <a:gd name="connsiteY145" fmla="*/ 381824 h 834218"/>
                <a:gd name="connsiteX146" fmla="*/ 909984 w 3024845"/>
                <a:gd name="connsiteY146" fmla="*/ 391281 h 834218"/>
                <a:gd name="connsiteX147" fmla="*/ 910744 w 3024845"/>
                <a:gd name="connsiteY147" fmla="*/ 391281 h 834218"/>
                <a:gd name="connsiteX148" fmla="*/ 916065 w 3024845"/>
                <a:gd name="connsiteY148" fmla="*/ 391281 h 834218"/>
                <a:gd name="connsiteX149" fmla="*/ 916065 w 3024845"/>
                <a:gd name="connsiteY149" fmla="*/ 393443 h 834218"/>
                <a:gd name="connsiteX150" fmla="*/ 916065 w 3024845"/>
                <a:gd name="connsiteY150" fmla="*/ 408576 h 834218"/>
                <a:gd name="connsiteX151" fmla="*/ 918091 w 3024845"/>
                <a:gd name="connsiteY151" fmla="*/ 407225 h 834218"/>
                <a:gd name="connsiteX152" fmla="*/ 932278 w 3024845"/>
                <a:gd name="connsiteY152" fmla="*/ 397767 h 834218"/>
                <a:gd name="connsiteX153" fmla="*/ 938358 w 3024845"/>
                <a:gd name="connsiteY153" fmla="*/ 356693 h 834218"/>
                <a:gd name="connsiteX154" fmla="*/ 939118 w 3024845"/>
                <a:gd name="connsiteY154" fmla="*/ 356423 h 834218"/>
                <a:gd name="connsiteX155" fmla="*/ 944438 w 3024845"/>
                <a:gd name="connsiteY155" fmla="*/ 354531 h 834218"/>
                <a:gd name="connsiteX156" fmla="*/ 946465 w 3024845"/>
                <a:gd name="connsiteY156" fmla="*/ 285354 h 834218"/>
                <a:gd name="connsiteX157" fmla="*/ 948492 w 3024845"/>
                <a:gd name="connsiteY157" fmla="*/ 354531 h 834218"/>
                <a:gd name="connsiteX158" fmla="*/ 949252 w 3024845"/>
                <a:gd name="connsiteY158" fmla="*/ 354801 h 834218"/>
                <a:gd name="connsiteX159" fmla="*/ 954572 w 3024845"/>
                <a:gd name="connsiteY159" fmla="*/ 356693 h 834218"/>
                <a:gd name="connsiteX160" fmla="*/ 954572 w 3024845"/>
                <a:gd name="connsiteY160" fmla="*/ 270222 h 834218"/>
                <a:gd name="connsiteX161" fmla="*/ 958625 w 3024845"/>
                <a:gd name="connsiteY161" fmla="*/ 237795 h 834218"/>
                <a:gd name="connsiteX162" fmla="*/ 997132 w 3024845"/>
                <a:gd name="connsiteY162" fmla="*/ 237795 h 834218"/>
                <a:gd name="connsiteX163" fmla="*/ 997132 w 3024845"/>
                <a:gd name="connsiteY163" fmla="*/ 270222 h 834218"/>
                <a:gd name="connsiteX164" fmla="*/ 997892 w 3024845"/>
                <a:gd name="connsiteY164" fmla="*/ 270222 h 834218"/>
                <a:gd name="connsiteX165" fmla="*/ 1003212 w 3024845"/>
                <a:gd name="connsiteY165" fmla="*/ 270222 h 834218"/>
                <a:gd name="connsiteX166" fmla="*/ 1003212 w 3024845"/>
                <a:gd name="connsiteY166" fmla="*/ 188074 h 834218"/>
                <a:gd name="connsiteX167" fmla="*/ 1004986 w 3024845"/>
                <a:gd name="connsiteY167" fmla="*/ 188074 h 834218"/>
                <a:gd name="connsiteX168" fmla="*/ 1017399 w 3024845"/>
                <a:gd name="connsiteY168" fmla="*/ 188074 h 834218"/>
                <a:gd name="connsiteX169" fmla="*/ 1017399 w 3024845"/>
                <a:gd name="connsiteY169" fmla="*/ 186183 h 834218"/>
                <a:gd name="connsiteX170" fmla="*/ 1017399 w 3024845"/>
                <a:gd name="connsiteY170" fmla="*/ 172942 h 834218"/>
                <a:gd name="connsiteX171" fmla="*/ 1039693 w 3024845"/>
                <a:gd name="connsiteY171" fmla="*/ 172942 h 834218"/>
                <a:gd name="connsiteX172" fmla="*/ 1039693 w 3024845"/>
                <a:gd name="connsiteY172" fmla="*/ 171861 h 834218"/>
                <a:gd name="connsiteX173" fmla="*/ 1039693 w 3024845"/>
                <a:gd name="connsiteY173" fmla="*/ 164295 h 834218"/>
                <a:gd name="connsiteX174" fmla="*/ 1041466 w 3024845"/>
                <a:gd name="connsiteY174" fmla="*/ 164295 h 834218"/>
                <a:gd name="connsiteX175" fmla="*/ 1053880 w 3024845"/>
                <a:gd name="connsiteY175" fmla="*/ 164295 h 834218"/>
                <a:gd name="connsiteX176" fmla="*/ 1053880 w 3024845"/>
                <a:gd name="connsiteY176" fmla="*/ 165376 h 834218"/>
                <a:gd name="connsiteX177" fmla="*/ 1053880 w 3024845"/>
                <a:gd name="connsiteY177" fmla="*/ 172942 h 834218"/>
                <a:gd name="connsiteX178" fmla="*/ 1054640 w 3024845"/>
                <a:gd name="connsiteY178" fmla="*/ 172942 h 834218"/>
                <a:gd name="connsiteX179" fmla="*/ 1059960 w 3024845"/>
                <a:gd name="connsiteY179" fmla="*/ 172942 h 834218"/>
                <a:gd name="connsiteX180" fmla="*/ 1070093 w 3024845"/>
                <a:gd name="connsiteY180" fmla="*/ 168618 h 834218"/>
                <a:gd name="connsiteX181" fmla="*/ 1074146 w 3024845"/>
                <a:gd name="connsiteY181" fmla="*/ 171861 h 834218"/>
                <a:gd name="connsiteX182" fmla="*/ 1074146 w 3024845"/>
                <a:gd name="connsiteY182" fmla="*/ 164295 h 834218"/>
                <a:gd name="connsiteX183" fmla="*/ 1076426 w 3024845"/>
                <a:gd name="connsiteY183" fmla="*/ 164295 h 834218"/>
                <a:gd name="connsiteX184" fmla="*/ 1092387 w 3024845"/>
                <a:gd name="connsiteY184" fmla="*/ 164295 h 834218"/>
                <a:gd name="connsiteX185" fmla="*/ 1092387 w 3024845"/>
                <a:gd name="connsiteY185" fmla="*/ 165376 h 834218"/>
                <a:gd name="connsiteX186" fmla="*/ 1092387 w 3024845"/>
                <a:gd name="connsiteY186" fmla="*/ 172942 h 834218"/>
                <a:gd name="connsiteX187" fmla="*/ 1122787 w 3024845"/>
                <a:gd name="connsiteY187" fmla="*/ 172942 h 834218"/>
                <a:gd name="connsiteX188" fmla="*/ 1122787 w 3024845"/>
                <a:gd name="connsiteY188" fmla="*/ 174563 h 834218"/>
                <a:gd name="connsiteX189" fmla="*/ 1122787 w 3024845"/>
                <a:gd name="connsiteY189" fmla="*/ 185913 h 834218"/>
                <a:gd name="connsiteX190" fmla="*/ 1149134 w 3024845"/>
                <a:gd name="connsiteY190" fmla="*/ 185913 h 834218"/>
                <a:gd name="connsiteX191" fmla="*/ 1149134 w 3024845"/>
                <a:gd name="connsiteY191" fmla="*/ 216177 h 834218"/>
                <a:gd name="connsiteX192" fmla="*/ 1149894 w 3024845"/>
                <a:gd name="connsiteY192" fmla="*/ 216177 h 834218"/>
                <a:gd name="connsiteX193" fmla="*/ 1155214 w 3024845"/>
                <a:gd name="connsiteY193" fmla="*/ 216177 h 834218"/>
                <a:gd name="connsiteX194" fmla="*/ 1155214 w 3024845"/>
                <a:gd name="connsiteY194" fmla="*/ 217258 h 834218"/>
                <a:gd name="connsiteX195" fmla="*/ 1155214 w 3024845"/>
                <a:gd name="connsiteY195" fmla="*/ 224825 h 834218"/>
                <a:gd name="connsiteX196" fmla="*/ 1159268 w 3024845"/>
                <a:gd name="connsiteY196" fmla="*/ 255089 h 834218"/>
                <a:gd name="connsiteX197" fmla="*/ 1160028 w 3024845"/>
                <a:gd name="connsiteY197" fmla="*/ 255089 h 834218"/>
                <a:gd name="connsiteX198" fmla="*/ 1165348 w 3024845"/>
                <a:gd name="connsiteY198" fmla="*/ 255089 h 834218"/>
                <a:gd name="connsiteX199" fmla="*/ 1165348 w 3024845"/>
                <a:gd name="connsiteY199" fmla="*/ 255900 h 834218"/>
                <a:gd name="connsiteX200" fmla="*/ 1165348 w 3024845"/>
                <a:gd name="connsiteY200" fmla="*/ 261575 h 834218"/>
                <a:gd name="connsiteX201" fmla="*/ 1166361 w 3024845"/>
                <a:gd name="connsiteY201" fmla="*/ 261575 h 834218"/>
                <a:gd name="connsiteX202" fmla="*/ 1173454 w 3024845"/>
                <a:gd name="connsiteY202" fmla="*/ 261575 h 834218"/>
                <a:gd name="connsiteX203" fmla="*/ 1173454 w 3024845"/>
                <a:gd name="connsiteY203" fmla="*/ 291840 h 834218"/>
                <a:gd name="connsiteX204" fmla="*/ 1175481 w 3024845"/>
                <a:gd name="connsiteY204" fmla="*/ 291840 h 834218"/>
                <a:gd name="connsiteX205" fmla="*/ 1189668 w 3024845"/>
                <a:gd name="connsiteY205" fmla="*/ 291840 h 834218"/>
                <a:gd name="connsiteX206" fmla="*/ 1189668 w 3024845"/>
                <a:gd name="connsiteY206" fmla="*/ 315619 h 834218"/>
                <a:gd name="connsiteX207" fmla="*/ 1191695 w 3024845"/>
                <a:gd name="connsiteY207" fmla="*/ 317240 h 834218"/>
                <a:gd name="connsiteX208" fmla="*/ 1191695 w 3024845"/>
                <a:gd name="connsiteY208" fmla="*/ 328590 h 834218"/>
                <a:gd name="connsiteX209" fmla="*/ 1192455 w 3024845"/>
                <a:gd name="connsiteY209" fmla="*/ 328590 h 834218"/>
                <a:gd name="connsiteX210" fmla="*/ 1197775 w 3024845"/>
                <a:gd name="connsiteY210" fmla="*/ 328590 h 834218"/>
                <a:gd name="connsiteX211" fmla="*/ 1197775 w 3024845"/>
                <a:gd name="connsiteY211" fmla="*/ 352369 h 834218"/>
                <a:gd name="connsiteX212" fmla="*/ 1199041 w 3024845"/>
                <a:gd name="connsiteY212" fmla="*/ 352369 h 834218"/>
                <a:gd name="connsiteX213" fmla="*/ 1207908 w 3024845"/>
                <a:gd name="connsiteY213" fmla="*/ 352369 h 834218"/>
                <a:gd name="connsiteX214" fmla="*/ 1209935 w 3024845"/>
                <a:gd name="connsiteY214" fmla="*/ 356423 h 834218"/>
                <a:gd name="connsiteX215" fmla="*/ 1209935 w 3024845"/>
                <a:gd name="connsiteY215" fmla="*/ 369664 h 834218"/>
                <a:gd name="connsiteX216" fmla="*/ 1211455 w 3024845"/>
                <a:gd name="connsiteY216" fmla="*/ 367772 h 834218"/>
                <a:gd name="connsiteX217" fmla="*/ 1222095 w 3024845"/>
                <a:gd name="connsiteY217" fmla="*/ 354531 h 834218"/>
                <a:gd name="connsiteX218" fmla="*/ 1250469 w 3024845"/>
                <a:gd name="connsiteY218" fmla="*/ 354531 h 834218"/>
                <a:gd name="connsiteX219" fmla="*/ 1250469 w 3024845"/>
                <a:gd name="connsiteY219" fmla="*/ 441002 h 834218"/>
                <a:gd name="connsiteX220" fmla="*/ 1251229 w 3024845"/>
                <a:gd name="connsiteY220" fmla="*/ 441002 h 834218"/>
                <a:gd name="connsiteX221" fmla="*/ 1256549 w 3024845"/>
                <a:gd name="connsiteY221" fmla="*/ 441002 h 834218"/>
                <a:gd name="connsiteX222" fmla="*/ 1257309 w 3024845"/>
                <a:gd name="connsiteY222" fmla="*/ 439651 h 834218"/>
                <a:gd name="connsiteX223" fmla="*/ 1262629 w 3024845"/>
                <a:gd name="connsiteY223" fmla="*/ 430193 h 834218"/>
                <a:gd name="connsiteX224" fmla="*/ 1262629 w 3024845"/>
                <a:gd name="connsiteY224" fmla="*/ 432085 h 834218"/>
                <a:gd name="connsiteX225" fmla="*/ 1262629 w 3024845"/>
                <a:gd name="connsiteY225" fmla="*/ 445326 h 834218"/>
                <a:gd name="connsiteX226" fmla="*/ 1266682 w 3024845"/>
                <a:gd name="connsiteY226" fmla="*/ 399929 h 834218"/>
                <a:gd name="connsiteX227" fmla="*/ 1267442 w 3024845"/>
                <a:gd name="connsiteY227" fmla="*/ 399929 h 834218"/>
                <a:gd name="connsiteX228" fmla="*/ 1272762 w 3024845"/>
                <a:gd name="connsiteY228" fmla="*/ 399929 h 834218"/>
                <a:gd name="connsiteX229" fmla="*/ 1272762 w 3024845"/>
                <a:gd name="connsiteY229" fmla="*/ 335075 h 834218"/>
                <a:gd name="connsiteX230" fmla="*/ 1273776 w 3024845"/>
                <a:gd name="connsiteY230" fmla="*/ 335075 h 834218"/>
                <a:gd name="connsiteX231" fmla="*/ 1280869 w 3024845"/>
                <a:gd name="connsiteY231" fmla="*/ 335075 h 834218"/>
                <a:gd name="connsiteX232" fmla="*/ 1293029 w 3024845"/>
                <a:gd name="connsiteY232" fmla="*/ 291840 h 834218"/>
                <a:gd name="connsiteX233" fmla="*/ 1294296 w 3024845"/>
                <a:gd name="connsiteY233" fmla="*/ 291840 h 834218"/>
                <a:gd name="connsiteX234" fmla="*/ 1303163 w 3024845"/>
                <a:gd name="connsiteY234" fmla="*/ 291840 h 834218"/>
                <a:gd name="connsiteX235" fmla="*/ 1313296 w 3024845"/>
                <a:gd name="connsiteY235" fmla="*/ 335075 h 834218"/>
                <a:gd name="connsiteX236" fmla="*/ 1314309 w 3024845"/>
                <a:gd name="connsiteY236" fmla="*/ 335075 h 834218"/>
                <a:gd name="connsiteX237" fmla="*/ 1321403 w 3024845"/>
                <a:gd name="connsiteY237" fmla="*/ 335075 h 834218"/>
                <a:gd name="connsiteX238" fmla="*/ 1321403 w 3024845"/>
                <a:gd name="connsiteY238" fmla="*/ 373987 h 834218"/>
                <a:gd name="connsiteX239" fmla="*/ 1323176 w 3024845"/>
                <a:gd name="connsiteY239" fmla="*/ 373987 h 834218"/>
                <a:gd name="connsiteX240" fmla="*/ 1335590 w 3024845"/>
                <a:gd name="connsiteY240" fmla="*/ 373987 h 834218"/>
                <a:gd name="connsiteX241" fmla="*/ 1335590 w 3024845"/>
                <a:gd name="connsiteY241" fmla="*/ 376149 h 834218"/>
                <a:gd name="connsiteX242" fmla="*/ 1335590 w 3024845"/>
                <a:gd name="connsiteY242" fmla="*/ 391281 h 834218"/>
                <a:gd name="connsiteX243" fmla="*/ 1339643 w 3024845"/>
                <a:gd name="connsiteY243" fmla="*/ 389120 h 834218"/>
                <a:gd name="connsiteX244" fmla="*/ 1339643 w 3024845"/>
                <a:gd name="connsiteY244" fmla="*/ 373987 h 834218"/>
                <a:gd name="connsiteX245" fmla="*/ 1341163 w 3024845"/>
                <a:gd name="connsiteY245" fmla="*/ 373987 h 834218"/>
                <a:gd name="connsiteX246" fmla="*/ 1351803 w 3024845"/>
                <a:gd name="connsiteY246" fmla="*/ 373987 h 834218"/>
                <a:gd name="connsiteX247" fmla="*/ 1351803 w 3024845"/>
                <a:gd name="connsiteY247" fmla="*/ 375608 h 834218"/>
                <a:gd name="connsiteX248" fmla="*/ 1351803 w 3024845"/>
                <a:gd name="connsiteY248" fmla="*/ 386958 h 834218"/>
                <a:gd name="connsiteX249" fmla="*/ 1382204 w 3024845"/>
                <a:gd name="connsiteY249" fmla="*/ 386958 h 834218"/>
                <a:gd name="connsiteX250" fmla="*/ 1382204 w 3024845"/>
                <a:gd name="connsiteY250" fmla="*/ 350208 h 834218"/>
                <a:gd name="connsiteX251" fmla="*/ 1383470 w 3024845"/>
                <a:gd name="connsiteY251" fmla="*/ 350208 h 834218"/>
                <a:gd name="connsiteX252" fmla="*/ 1392337 w 3024845"/>
                <a:gd name="connsiteY252" fmla="*/ 350208 h 834218"/>
                <a:gd name="connsiteX253" fmla="*/ 1392337 w 3024845"/>
                <a:gd name="connsiteY253" fmla="*/ 371825 h 834218"/>
                <a:gd name="connsiteX254" fmla="*/ 1394364 w 3024845"/>
                <a:gd name="connsiteY254" fmla="*/ 339399 h 834218"/>
                <a:gd name="connsiteX255" fmla="*/ 1416657 w 3024845"/>
                <a:gd name="connsiteY255" fmla="*/ 339399 h 834218"/>
                <a:gd name="connsiteX256" fmla="*/ 1416657 w 3024845"/>
                <a:gd name="connsiteY256" fmla="*/ 337777 h 834218"/>
                <a:gd name="connsiteX257" fmla="*/ 1416657 w 3024845"/>
                <a:gd name="connsiteY257" fmla="*/ 326428 h 834218"/>
                <a:gd name="connsiteX258" fmla="*/ 1417417 w 3024845"/>
                <a:gd name="connsiteY258" fmla="*/ 326428 h 834218"/>
                <a:gd name="connsiteX259" fmla="*/ 1422737 w 3024845"/>
                <a:gd name="connsiteY259" fmla="*/ 326428 h 834218"/>
                <a:gd name="connsiteX260" fmla="*/ 1422737 w 3024845"/>
                <a:gd name="connsiteY260" fmla="*/ 324537 h 834218"/>
                <a:gd name="connsiteX261" fmla="*/ 1422737 w 3024845"/>
                <a:gd name="connsiteY261" fmla="*/ 311296 h 834218"/>
                <a:gd name="connsiteX262" fmla="*/ 1426791 w 3024845"/>
                <a:gd name="connsiteY262" fmla="*/ 317781 h 834218"/>
                <a:gd name="connsiteX263" fmla="*/ 1429071 w 3024845"/>
                <a:gd name="connsiteY263" fmla="*/ 317781 h 834218"/>
                <a:gd name="connsiteX264" fmla="*/ 1445031 w 3024845"/>
                <a:gd name="connsiteY264" fmla="*/ 317781 h 834218"/>
                <a:gd name="connsiteX265" fmla="*/ 1445031 w 3024845"/>
                <a:gd name="connsiteY265" fmla="*/ 316970 h 834218"/>
                <a:gd name="connsiteX266" fmla="*/ 1445031 w 3024845"/>
                <a:gd name="connsiteY266" fmla="*/ 311296 h 834218"/>
                <a:gd name="connsiteX267" fmla="*/ 1445791 w 3024845"/>
                <a:gd name="connsiteY267" fmla="*/ 311296 h 834218"/>
                <a:gd name="connsiteX268" fmla="*/ 1451111 w 3024845"/>
                <a:gd name="connsiteY268" fmla="*/ 311296 h 834218"/>
                <a:gd name="connsiteX269" fmla="*/ 1451111 w 3024845"/>
                <a:gd name="connsiteY269" fmla="*/ 312647 h 834218"/>
                <a:gd name="connsiteX270" fmla="*/ 1451111 w 3024845"/>
                <a:gd name="connsiteY270" fmla="*/ 322105 h 834218"/>
                <a:gd name="connsiteX271" fmla="*/ 1489618 w 3024845"/>
                <a:gd name="connsiteY271" fmla="*/ 322105 h 834218"/>
                <a:gd name="connsiteX272" fmla="*/ 1489618 w 3024845"/>
                <a:gd name="connsiteY272" fmla="*/ 460458 h 834218"/>
                <a:gd name="connsiteX273" fmla="*/ 1491138 w 3024845"/>
                <a:gd name="connsiteY273" fmla="*/ 460458 h 834218"/>
                <a:gd name="connsiteX274" fmla="*/ 1501778 w 3024845"/>
                <a:gd name="connsiteY274" fmla="*/ 460458 h 834218"/>
                <a:gd name="connsiteX275" fmla="*/ 1501778 w 3024845"/>
                <a:gd name="connsiteY275" fmla="*/ 447488 h 834218"/>
                <a:gd name="connsiteX276" fmla="*/ 1505832 w 3024845"/>
                <a:gd name="connsiteY276" fmla="*/ 447488 h 834218"/>
                <a:gd name="connsiteX277" fmla="*/ 1505832 w 3024845"/>
                <a:gd name="connsiteY277" fmla="*/ 460458 h 834218"/>
                <a:gd name="connsiteX278" fmla="*/ 1536232 w 3024845"/>
                <a:gd name="connsiteY278" fmla="*/ 460458 h 834218"/>
                <a:gd name="connsiteX279" fmla="*/ 1536232 w 3024845"/>
                <a:gd name="connsiteY279" fmla="*/ 430193 h 834218"/>
                <a:gd name="connsiteX280" fmla="*/ 1548392 w 3024845"/>
                <a:gd name="connsiteY280" fmla="*/ 430193 h 834218"/>
                <a:gd name="connsiteX281" fmla="*/ 1560552 w 3024845"/>
                <a:gd name="connsiteY281" fmla="*/ 428032 h 834218"/>
                <a:gd name="connsiteX282" fmla="*/ 1564606 w 3024845"/>
                <a:gd name="connsiteY282" fmla="*/ 430193 h 834218"/>
                <a:gd name="connsiteX283" fmla="*/ 1574739 w 3024845"/>
                <a:gd name="connsiteY283" fmla="*/ 430193 h 834218"/>
                <a:gd name="connsiteX284" fmla="*/ 1574739 w 3024845"/>
                <a:gd name="connsiteY284" fmla="*/ 460458 h 834218"/>
                <a:gd name="connsiteX285" fmla="*/ 1582846 w 3024845"/>
                <a:gd name="connsiteY285" fmla="*/ 460458 h 834218"/>
                <a:gd name="connsiteX286" fmla="*/ 1582846 w 3024845"/>
                <a:gd name="connsiteY286" fmla="*/ 477753 h 834218"/>
                <a:gd name="connsiteX287" fmla="*/ 1592182 w 3024845"/>
                <a:gd name="connsiteY287" fmla="*/ 478658 h 834218"/>
                <a:gd name="connsiteX288" fmla="*/ 1605140 w 3024845"/>
                <a:gd name="connsiteY288" fmla="*/ 478658 h 834218"/>
                <a:gd name="connsiteX289" fmla="*/ 1605140 w 3024845"/>
                <a:gd name="connsiteY289" fmla="*/ 462620 h 834218"/>
                <a:gd name="connsiteX290" fmla="*/ 1673096 w 3024845"/>
                <a:gd name="connsiteY290" fmla="*/ 462620 h 834218"/>
                <a:gd name="connsiteX291" fmla="*/ 1673096 w 3024845"/>
                <a:gd name="connsiteY291" fmla="*/ 377367 h 834218"/>
                <a:gd name="connsiteX292" fmla="*/ 1745104 w 3024845"/>
                <a:gd name="connsiteY292" fmla="*/ 377367 h 834218"/>
                <a:gd name="connsiteX293" fmla="*/ 1745104 w 3024845"/>
                <a:gd name="connsiteY293" fmla="*/ 456135 h 834218"/>
                <a:gd name="connsiteX294" fmla="*/ 1747008 w 3024845"/>
                <a:gd name="connsiteY294" fmla="*/ 456135 h 834218"/>
                <a:gd name="connsiteX295" fmla="*/ 1748250 w 3024845"/>
                <a:gd name="connsiteY295" fmla="*/ 478658 h 834218"/>
                <a:gd name="connsiteX296" fmla="*/ 1757926 w 3024845"/>
                <a:gd name="connsiteY296" fmla="*/ 478658 h 834218"/>
                <a:gd name="connsiteX297" fmla="*/ 1759168 w 3024845"/>
                <a:gd name="connsiteY297" fmla="*/ 456135 h 834218"/>
                <a:gd name="connsiteX298" fmla="*/ 1765248 w 3024845"/>
                <a:gd name="connsiteY298" fmla="*/ 456135 h 834218"/>
                <a:gd name="connsiteX299" fmla="*/ 1766490 w 3024845"/>
                <a:gd name="connsiteY299" fmla="*/ 478658 h 834218"/>
                <a:gd name="connsiteX300" fmla="*/ 1817112 w 3024845"/>
                <a:gd name="connsiteY300" fmla="*/ 478658 h 834218"/>
                <a:gd name="connsiteX301" fmla="*/ 1817112 w 3024845"/>
                <a:gd name="connsiteY301" fmla="*/ 315630 h 834218"/>
                <a:gd name="connsiteX302" fmla="*/ 2014439 w 3024845"/>
                <a:gd name="connsiteY302" fmla="*/ 315630 h 834218"/>
                <a:gd name="connsiteX303" fmla="*/ 2014439 w 3024845"/>
                <a:gd name="connsiteY303" fmla="*/ 478658 h 834218"/>
                <a:gd name="connsiteX304" fmla="*/ 2033136 w 3024845"/>
                <a:gd name="connsiteY304" fmla="*/ 478658 h 834218"/>
                <a:gd name="connsiteX305" fmla="*/ 2033136 w 3024845"/>
                <a:gd name="connsiteY305" fmla="*/ 395965 h 834218"/>
                <a:gd name="connsiteX306" fmla="*/ 2128256 w 3024845"/>
                <a:gd name="connsiteY306" fmla="*/ 395965 h 834218"/>
                <a:gd name="connsiteX307" fmla="*/ 2180720 w 3024845"/>
                <a:gd name="connsiteY307" fmla="*/ 330752 h 834218"/>
                <a:gd name="connsiteX308" fmla="*/ 2245574 w 3024845"/>
                <a:gd name="connsiteY308" fmla="*/ 330752 h 834218"/>
                <a:gd name="connsiteX309" fmla="*/ 2245574 w 3024845"/>
                <a:gd name="connsiteY309" fmla="*/ 406414 h 834218"/>
                <a:gd name="connsiteX310" fmla="*/ 2253681 w 3024845"/>
                <a:gd name="connsiteY310" fmla="*/ 406414 h 834218"/>
                <a:gd name="connsiteX311" fmla="*/ 2255708 w 3024845"/>
                <a:gd name="connsiteY311" fmla="*/ 399929 h 834218"/>
                <a:gd name="connsiteX312" fmla="*/ 2261788 w 3024845"/>
                <a:gd name="connsiteY312" fmla="*/ 399929 h 834218"/>
                <a:gd name="connsiteX313" fmla="*/ 2263815 w 3024845"/>
                <a:gd name="connsiteY313" fmla="*/ 408576 h 834218"/>
                <a:gd name="connsiteX314" fmla="*/ 2275975 w 3024845"/>
                <a:gd name="connsiteY314" fmla="*/ 408576 h 834218"/>
                <a:gd name="connsiteX315" fmla="*/ 2275975 w 3024845"/>
                <a:gd name="connsiteY315" fmla="*/ 402090 h 834218"/>
                <a:gd name="connsiteX316" fmla="*/ 2298268 w 3024845"/>
                <a:gd name="connsiteY316" fmla="*/ 402090 h 834218"/>
                <a:gd name="connsiteX317" fmla="*/ 2298268 w 3024845"/>
                <a:gd name="connsiteY317" fmla="*/ 408576 h 834218"/>
                <a:gd name="connsiteX318" fmla="*/ 2318535 w 3024845"/>
                <a:gd name="connsiteY318" fmla="*/ 408576 h 834218"/>
                <a:gd name="connsiteX319" fmla="*/ 2318535 w 3024845"/>
                <a:gd name="connsiteY319" fmla="*/ 453973 h 834218"/>
                <a:gd name="connsiteX320" fmla="*/ 2332722 w 3024845"/>
                <a:gd name="connsiteY320" fmla="*/ 453973 h 834218"/>
                <a:gd name="connsiteX321" fmla="*/ 2332722 w 3024845"/>
                <a:gd name="connsiteY321" fmla="*/ 441002 h 834218"/>
                <a:gd name="connsiteX322" fmla="*/ 2348936 w 3024845"/>
                <a:gd name="connsiteY322" fmla="*/ 441002 h 834218"/>
                <a:gd name="connsiteX323" fmla="*/ 2348936 w 3024845"/>
                <a:gd name="connsiteY323" fmla="*/ 261575 h 834218"/>
                <a:gd name="connsiteX324" fmla="*/ 2355016 w 3024845"/>
                <a:gd name="connsiteY324" fmla="*/ 255089 h 834218"/>
                <a:gd name="connsiteX325" fmla="*/ 2427977 w 3024845"/>
                <a:gd name="connsiteY325" fmla="*/ 255089 h 834218"/>
                <a:gd name="connsiteX326" fmla="*/ 2427977 w 3024845"/>
                <a:gd name="connsiteY326" fmla="*/ 263737 h 834218"/>
                <a:gd name="connsiteX327" fmla="*/ 2438110 w 3024845"/>
                <a:gd name="connsiteY327" fmla="*/ 263737 h 834218"/>
                <a:gd name="connsiteX328" fmla="*/ 2438110 w 3024845"/>
                <a:gd name="connsiteY328" fmla="*/ 378311 h 834218"/>
                <a:gd name="connsiteX329" fmla="*/ 2460404 w 3024845"/>
                <a:gd name="connsiteY329" fmla="*/ 378311 h 834218"/>
                <a:gd name="connsiteX330" fmla="*/ 2460404 w 3024845"/>
                <a:gd name="connsiteY330" fmla="*/ 311296 h 834218"/>
                <a:gd name="connsiteX331" fmla="*/ 2486751 w 3024845"/>
                <a:gd name="connsiteY331" fmla="*/ 311296 h 834218"/>
                <a:gd name="connsiteX332" fmla="*/ 2490804 w 3024845"/>
                <a:gd name="connsiteY332" fmla="*/ 306972 h 834218"/>
                <a:gd name="connsiteX333" fmla="*/ 2498911 w 3024845"/>
                <a:gd name="connsiteY333" fmla="*/ 306972 h 834218"/>
                <a:gd name="connsiteX334" fmla="*/ 2502964 w 3024845"/>
                <a:gd name="connsiteY334" fmla="*/ 311296 h 834218"/>
                <a:gd name="connsiteX335" fmla="*/ 2525258 w 3024845"/>
                <a:gd name="connsiteY335" fmla="*/ 311296 h 834218"/>
                <a:gd name="connsiteX336" fmla="*/ 2525258 w 3024845"/>
                <a:gd name="connsiteY336" fmla="*/ 194560 h 834218"/>
                <a:gd name="connsiteX337" fmla="*/ 2582005 w 3024845"/>
                <a:gd name="connsiteY337" fmla="*/ 183751 h 834218"/>
                <a:gd name="connsiteX338" fmla="*/ 2582005 w 3024845"/>
                <a:gd name="connsiteY338" fmla="*/ 184832 h 834218"/>
                <a:gd name="connsiteX339" fmla="*/ 2582005 w 3024845"/>
                <a:gd name="connsiteY339" fmla="*/ 192398 h 834218"/>
                <a:gd name="connsiteX340" fmla="*/ 2608352 w 3024845"/>
                <a:gd name="connsiteY340" fmla="*/ 192398 h 834218"/>
                <a:gd name="connsiteX341" fmla="*/ 2608352 w 3024845"/>
                <a:gd name="connsiteY341" fmla="*/ 447488 h 834218"/>
                <a:gd name="connsiteX342" fmla="*/ 2630646 w 3024845"/>
                <a:gd name="connsiteY342" fmla="*/ 447488 h 834218"/>
                <a:gd name="connsiteX343" fmla="*/ 2630646 w 3024845"/>
                <a:gd name="connsiteY343" fmla="*/ 443164 h 834218"/>
                <a:gd name="connsiteX344" fmla="*/ 2642806 w 3024845"/>
                <a:gd name="connsiteY344" fmla="*/ 443164 h 834218"/>
                <a:gd name="connsiteX345" fmla="*/ 2642806 w 3024845"/>
                <a:gd name="connsiteY345" fmla="*/ 447488 h 834218"/>
                <a:gd name="connsiteX346" fmla="*/ 2667126 w 3024845"/>
                <a:gd name="connsiteY346" fmla="*/ 447488 h 834218"/>
                <a:gd name="connsiteX347" fmla="*/ 2667126 w 3024845"/>
                <a:gd name="connsiteY347" fmla="*/ 434517 h 834218"/>
                <a:gd name="connsiteX348" fmla="*/ 2695500 w 3024845"/>
                <a:gd name="connsiteY348" fmla="*/ 434517 h 834218"/>
                <a:gd name="connsiteX349" fmla="*/ 2707660 w 3024845"/>
                <a:gd name="connsiteY349" fmla="*/ 430193 h 834218"/>
                <a:gd name="connsiteX350" fmla="*/ 2727927 w 3024845"/>
                <a:gd name="connsiteY350" fmla="*/ 434517 h 834218"/>
                <a:gd name="connsiteX351" fmla="*/ 2727927 w 3024845"/>
                <a:gd name="connsiteY351" fmla="*/ 417223 h 834218"/>
                <a:gd name="connsiteX352" fmla="*/ 2736034 w 3024845"/>
                <a:gd name="connsiteY352" fmla="*/ 417223 h 834218"/>
                <a:gd name="connsiteX353" fmla="*/ 2736034 w 3024845"/>
                <a:gd name="connsiteY353" fmla="*/ 404252 h 834218"/>
                <a:gd name="connsiteX354" fmla="*/ 2792781 w 3024845"/>
                <a:gd name="connsiteY354" fmla="*/ 404252 h 834218"/>
                <a:gd name="connsiteX355" fmla="*/ 2792781 w 3024845"/>
                <a:gd name="connsiteY355" fmla="*/ 373987 h 834218"/>
                <a:gd name="connsiteX356" fmla="*/ 2811021 w 3024845"/>
                <a:gd name="connsiteY356" fmla="*/ 373987 h 834218"/>
                <a:gd name="connsiteX357" fmla="*/ 2811021 w 3024845"/>
                <a:gd name="connsiteY357" fmla="*/ 367502 h 834218"/>
                <a:gd name="connsiteX358" fmla="*/ 2823181 w 3024845"/>
                <a:gd name="connsiteY358" fmla="*/ 367502 h 834218"/>
                <a:gd name="connsiteX359" fmla="*/ 2823181 w 3024845"/>
                <a:gd name="connsiteY359" fmla="*/ 373987 h 834218"/>
                <a:gd name="connsiteX360" fmla="*/ 2839395 w 3024845"/>
                <a:gd name="connsiteY360" fmla="*/ 373987 h 834218"/>
                <a:gd name="connsiteX361" fmla="*/ 2839395 w 3024845"/>
                <a:gd name="connsiteY361" fmla="*/ 423708 h 834218"/>
                <a:gd name="connsiteX362" fmla="*/ 2871822 w 3024845"/>
                <a:gd name="connsiteY362" fmla="*/ 423708 h 834218"/>
                <a:gd name="connsiteX363" fmla="*/ 2871822 w 3024845"/>
                <a:gd name="connsiteY363" fmla="*/ 397767 h 834218"/>
                <a:gd name="connsiteX364" fmla="*/ 2910329 w 3024845"/>
                <a:gd name="connsiteY364" fmla="*/ 397767 h 834218"/>
                <a:gd name="connsiteX365" fmla="*/ 2910329 w 3024845"/>
                <a:gd name="connsiteY365" fmla="*/ 367502 h 834218"/>
                <a:gd name="connsiteX366" fmla="*/ 2958970 w 3024845"/>
                <a:gd name="connsiteY366" fmla="*/ 367502 h 834218"/>
                <a:gd name="connsiteX367" fmla="*/ 2958970 w 3024845"/>
                <a:gd name="connsiteY367" fmla="*/ 478658 h 834218"/>
                <a:gd name="connsiteX368" fmla="*/ 2958970 w 3024845"/>
                <a:gd name="connsiteY368" fmla="*/ 492437 h 834218"/>
                <a:gd name="connsiteX369" fmla="*/ 3024845 w 3024845"/>
                <a:gd name="connsiteY369" fmla="*/ 492437 h 834218"/>
                <a:gd name="connsiteX370" fmla="*/ 3024845 w 3024845"/>
                <a:gd name="connsiteY370" fmla="*/ 834218 h 834218"/>
                <a:gd name="connsiteX371" fmla="*/ 2054 w 3024845"/>
                <a:gd name="connsiteY371" fmla="*/ 831885 h 834218"/>
                <a:gd name="connsiteX372" fmla="*/ 0 w 3024845"/>
                <a:gd name="connsiteY372" fmla="*/ 397767 h 834218"/>
                <a:gd name="connsiteX373" fmla="*/ 20267 w 3024845"/>
                <a:gd name="connsiteY373" fmla="*/ 397767 h 834218"/>
                <a:gd name="connsiteX374" fmla="*/ 20774 w 3024845"/>
                <a:gd name="connsiteY374" fmla="*/ 396686 h 834218"/>
                <a:gd name="connsiteX375" fmla="*/ 24320 w 3024845"/>
                <a:gd name="connsiteY375" fmla="*/ 389120 h 834218"/>
                <a:gd name="connsiteX376" fmla="*/ 26094 w 3024845"/>
                <a:gd name="connsiteY376" fmla="*/ 389390 h 834218"/>
                <a:gd name="connsiteX377" fmla="*/ 38507 w 3024845"/>
                <a:gd name="connsiteY377" fmla="*/ 391281 h 834218"/>
                <a:gd name="connsiteX378" fmla="*/ 39014 w 3024845"/>
                <a:gd name="connsiteY378" fmla="*/ 392633 h 834218"/>
                <a:gd name="connsiteX379" fmla="*/ 42560 w 3024845"/>
                <a:gd name="connsiteY379" fmla="*/ 402090 h 834218"/>
                <a:gd name="connsiteX380" fmla="*/ 68907 w 3024845"/>
                <a:gd name="connsiteY380" fmla="*/ 404252 h 834218"/>
                <a:gd name="connsiteX381" fmla="*/ 68907 w 3024845"/>
                <a:gd name="connsiteY381" fmla="*/ 281031 h 834218"/>
                <a:gd name="connsiteX382" fmla="*/ 70934 w 3024845"/>
                <a:gd name="connsiteY382" fmla="*/ 281031 h 834218"/>
                <a:gd name="connsiteX383" fmla="*/ 85121 w 3024845"/>
                <a:gd name="connsiteY383" fmla="*/ 281031 h 834218"/>
                <a:gd name="connsiteX384" fmla="*/ 85121 w 3024845"/>
                <a:gd name="connsiteY384" fmla="*/ 144839 h 834218"/>
                <a:gd name="connsiteX385" fmla="*/ 86894 w 3024845"/>
                <a:gd name="connsiteY385" fmla="*/ 144839 h 834218"/>
                <a:gd name="connsiteX386" fmla="*/ 99308 w 3024845"/>
                <a:gd name="connsiteY386" fmla="*/ 144839 h 834218"/>
                <a:gd name="connsiteX387" fmla="*/ 99308 w 3024845"/>
                <a:gd name="connsiteY387" fmla="*/ 30265 h 834218"/>
                <a:gd name="connsiteX388" fmla="*/ 103361 w 3024845"/>
                <a:gd name="connsiteY388" fmla="*/ 2161 h 834218"/>
                <a:gd name="connsiteX0" fmla="*/ 103361 w 3024845"/>
                <a:gd name="connsiteY0" fmla="*/ 2161 h 834218"/>
                <a:gd name="connsiteX1" fmla="*/ 200642 w 3024845"/>
                <a:gd name="connsiteY1" fmla="*/ 0 h 834218"/>
                <a:gd name="connsiteX2" fmla="*/ 202669 w 3024845"/>
                <a:gd name="connsiteY2" fmla="*/ 0 h 834218"/>
                <a:gd name="connsiteX3" fmla="*/ 220909 w 3024845"/>
                <a:gd name="connsiteY3" fmla="*/ 144839 h 834218"/>
                <a:gd name="connsiteX4" fmla="*/ 223189 w 3024845"/>
                <a:gd name="connsiteY4" fmla="*/ 144839 h 834218"/>
                <a:gd name="connsiteX5" fmla="*/ 239150 w 3024845"/>
                <a:gd name="connsiteY5" fmla="*/ 144839 h 834218"/>
                <a:gd name="connsiteX6" fmla="*/ 239150 w 3024845"/>
                <a:gd name="connsiteY6" fmla="*/ 285354 h 834218"/>
                <a:gd name="connsiteX7" fmla="*/ 240670 w 3024845"/>
                <a:gd name="connsiteY7" fmla="*/ 285084 h 834218"/>
                <a:gd name="connsiteX8" fmla="*/ 251310 w 3024845"/>
                <a:gd name="connsiteY8" fmla="*/ 283193 h 834218"/>
                <a:gd name="connsiteX9" fmla="*/ 249283 w 3024845"/>
                <a:gd name="connsiteY9" fmla="*/ 371825 h 834218"/>
                <a:gd name="connsiteX10" fmla="*/ 250803 w 3024845"/>
                <a:gd name="connsiteY10" fmla="*/ 372096 h 834218"/>
                <a:gd name="connsiteX11" fmla="*/ 261443 w 3024845"/>
                <a:gd name="connsiteY11" fmla="*/ 373987 h 834218"/>
                <a:gd name="connsiteX12" fmla="*/ 261696 w 3024845"/>
                <a:gd name="connsiteY12" fmla="*/ 374798 h 834218"/>
                <a:gd name="connsiteX13" fmla="*/ 263470 w 3024845"/>
                <a:gd name="connsiteY13" fmla="*/ 380473 h 834218"/>
                <a:gd name="connsiteX14" fmla="*/ 264230 w 3024845"/>
                <a:gd name="connsiteY14" fmla="*/ 378041 h 834218"/>
                <a:gd name="connsiteX15" fmla="*/ 269550 w 3024845"/>
                <a:gd name="connsiteY15" fmla="*/ 361017 h 834218"/>
                <a:gd name="connsiteX16" fmla="*/ 271323 w 3024845"/>
                <a:gd name="connsiteY16" fmla="*/ 361017 h 834218"/>
                <a:gd name="connsiteX17" fmla="*/ 283737 w 3024845"/>
                <a:gd name="connsiteY17" fmla="*/ 361017 h 834218"/>
                <a:gd name="connsiteX18" fmla="*/ 283737 w 3024845"/>
                <a:gd name="connsiteY18" fmla="*/ 393443 h 834218"/>
                <a:gd name="connsiteX19" fmla="*/ 284750 w 3024845"/>
                <a:gd name="connsiteY19" fmla="*/ 393984 h 834218"/>
                <a:gd name="connsiteX20" fmla="*/ 291844 w 3024845"/>
                <a:gd name="connsiteY20" fmla="*/ 397767 h 834218"/>
                <a:gd name="connsiteX21" fmla="*/ 291844 w 3024845"/>
                <a:gd name="connsiteY21" fmla="*/ 399118 h 834218"/>
                <a:gd name="connsiteX22" fmla="*/ 291844 w 3024845"/>
                <a:gd name="connsiteY22" fmla="*/ 408576 h 834218"/>
                <a:gd name="connsiteX23" fmla="*/ 336431 w 3024845"/>
                <a:gd name="connsiteY23" fmla="*/ 408576 h 834218"/>
                <a:gd name="connsiteX24" fmla="*/ 336431 w 3024845"/>
                <a:gd name="connsiteY24" fmla="*/ 409657 h 834218"/>
                <a:gd name="connsiteX25" fmla="*/ 336431 w 3024845"/>
                <a:gd name="connsiteY25" fmla="*/ 417223 h 834218"/>
                <a:gd name="connsiteX26" fmla="*/ 338457 w 3024845"/>
                <a:gd name="connsiteY26" fmla="*/ 417223 h 834218"/>
                <a:gd name="connsiteX27" fmla="*/ 352644 w 3024845"/>
                <a:gd name="connsiteY27" fmla="*/ 417223 h 834218"/>
                <a:gd name="connsiteX28" fmla="*/ 352644 w 3024845"/>
                <a:gd name="connsiteY28" fmla="*/ 386958 h 834218"/>
                <a:gd name="connsiteX29" fmla="*/ 397231 w 3024845"/>
                <a:gd name="connsiteY29" fmla="*/ 386958 h 834218"/>
                <a:gd name="connsiteX30" fmla="*/ 397231 w 3024845"/>
                <a:gd name="connsiteY30" fmla="*/ 385607 h 834218"/>
                <a:gd name="connsiteX31" fmla="*/ 397231 w 3024845"/>
                <a:gd name="connsiteY31" fmla="*/ 376149 h 834218"/>
                <a:gd name="connsiteX32" fmla="*/ 398245 w 3024845"/>
                <a:gd name="connsiteY32" fmla="*/ 376149 h 834218"/>
                <a:gd name="connsiteX33" fmla="*/ 405338 w 3024845"/>
                <a:gd name="connsiteY33" fmla="*/ 376149 h 834218"/>
                <a:gd name="connsiteX34" fmla="*/ 405338 w 3024845"/>
                <a:gd name="connsiteY34" fmla="*/ 374258 h 834218"/>
                <a:gd name="connsiteX35" fmla="*/ 405338 w 3024845"/>
                <a:gd name="connsiteY35" fmla="*/ 361017 h 834218"/>
                <a:gd name="connsiteX36" fmla="*/ 406098 w 3024845"/>
                <a:gd name="connsiteY36" fmla="*/ 361017 h 834218"/>
                <a:gd name="connsiteX37" fmla="*/ 411418 w 3024845"/>
                <a:gd name="connsiteY37" fmla="*/ 361017 h 834218"/>
                <a:gd name="connsiteX38" fmla="*/ 411418 w 3024845"/>
                <a:gd name="connsiteY38" fmla="*/ 359936 h 834218"/>
                <a:gd name="connsiteX39" fmla="*/ 411418 w 3024845"/>
                <a:gd name="connsiteY39" fmla="*/ 352369 h 834218"/>
                <a:gd name="connsiteX40" fmla="*/ 413445 w 3024845"/>
                <a:gd name="connsiteY40" fmla="*/ 352369 h 834218"/>
                <a:gd name="connsiteX41" fmla="*/ 427632 w 3024845"/>
                <a:gd name="connsiteY41" fmla="*/ 352369 h 834218"/>
                <a:gd name="connsiteX42" fmla="*/ 427632 w 3024845"/>
                <a:gd name="connsiteY42" fmla="*/ 353450 h 834218"/>
                <a:gd name="connsiteX43" fmla="*/ 427632 w 3024845"/>
                <a:gd name="connsiteY43" fmla="*/ 361017 h 834218"/>
                <a:gd name="connsiteX44" fmla="*/ 449925 w 3024845"/>
                <a:gd name="connsiteY44" fmla="*/ 361017 h 834218"/>
                <a:gd name="connsiteX45" fmla="*/ 449925 w 3024845"/>
                <a:gd name="connsiteY45" fmla="*/ 359125 h 834218"/>
                <a:gd name="connsiteX46" fmla="*/ 449925 w 3024845"/>
                <a:gd name="connsiteY46" fmla="*/ 345884 h 834218"/>
                <a:gd name="connsiteX47" fmla="*/ 451699 w 3024845"/>
                <a:gd name="connsiteY47" fmla="*/ 345884 h 834218"/>
                <a:gd name="connsiteX48" fmla="*/ 464112 w 3024845"/>
                <a:gd name="connsiteY48" fmla="*/ 345884 h 834218"/>
                <a:gd name="connsiteX49" fmla="*/ 464112 w 3024845"/>
                <a:gd name="connsiteY49" fmla="*/ 369664 h 834218"/>
                <a:gd name="connsiteX50" fmla="*/ 465126 w 3024845"/>
                <a:gd name="connsiteY50" fmla="*/ 369664 h 834218"/>
                <a:gd name="connsiteX51" fmla="*/ 472219 w 3024845"/>
                <a:gd name="connsiteY51" fmla="*/ 369664 h 834218"/>
                <a:gd name="connsiteX52" fmla="*/ 472219 w 3024845"/>
                <a:gd name="connsiteY52" fmla="*/ 368583 h 834218"/>
                <a:gd name="connsiteX53" fmla="*/ 472219 w 3024845"/>
                <a:gd name="connsiteY53" fmla="*/ 361017 h 834218"/>
                <a:gd name="connsiteX54" fmla="*/ 473992 w 3024845"/>
                <a:gd name="connsiteY54" fmla="*/ 361017 h 834218"/>
                <a:gd name="connsiteX55" fmla="*/ 486406 w 3024845"/>
                <a:gd name="connsiteY55" fmla="*/ 361017 h 834218"/>
                <a:gd name="connsiteX56" fmla="*/ 486406 w 3024845"/>
                <a:gd name="connsiteY56" fmla="*/ 386958 h 834218"/>
                <a:gd name="connsiteX57" fmla="*/ 488433 w 3024845"/>
                <a:gd name="connsiteY57" fmla="*/ 386958 h 834218"/>
                <a:gd name="connsiteX58" fmla="*/ 502619 w 3024845"/>
                <a:gd name="connsiteY58" fmla="*/ 386958 h 834218"/>
                <a:gd name="connsiteX59" fmla="*/ 502619 w 3024845"/>
                <a:gd name="connsiteY59" fmla="*/ 388579 h 834218"/>
                <a:gd name="connsiteX60" fmla="*/ 502619 w 3024845"/>
                <a:gd name="connsiteY60" fmla="*/ 399929 h 834218"/>
                <a:gd name="connsiteX61" fmla="*/ 503379 w 3024845"/>
                <a:gd name="connsiteY61" fmla="*/ 399929 h 834218"/>
                <a:gd name="connsiteX62" fmla="*/ 508700 w 3024845"/>
                <a:gd name="connsiteY62" fmla="*/ 399929 h 834218"/>
                <a:gd name="connsiteX63" fmla="*/ 508700 w 3024845"/>
                <a:gd name="connsiteY63" fmla="*/ 399118 h 834218"/>
                <a:gd name="connsiteX64" fmla="*/ 508700 w 3024845"/>
                <a:gd name="connsiteY64" fmla="*/ 393443 h 834218"/>
                <a:gd name="connsiteX65" fmla="*/ 539100 w 3024845"/>
                <a:gd name="connsiteY65" fmla="*/ 393443 h 834218"/>
                <a:gd name="connsiteX66" fmla="*/ 539100 w 3024845"/>
                <a:gd name="connsiteY66" fmla="*/ 417223 h 834218"/>
                <a:gd name="connsiteX67" fmla="*/ 540113 w 3024845"/>
                <a:gd name="connsiteY67" fmla="*/ 417223 h 834218"/>
                <a:gd name="connsiteX68" fmla="*/ 547207 w 3024845"/>
                <a:gd name="connsiteY68" fmla="*/ 417223 h 834218"/>
                <a:gd name="connsiteX69" fmla="*/ 547207 w 3024845"/>
                <a:gd name="connsiteY69" fmla="*/ 418304 h 834218"/>
                <a:gd name="connsiteX70" fmla="*/ 547207 w 3024845"/>
                <a:gd name="connsiteY70" fmla="*/ 425870 h 834218"/>
                <a:gd name="connsiteX71" fmla="*/ 547967 w 3024845"/>
                <a:gd name="connsiteY71" fmla="*/ 425870 h 834218"/>
                <a:gd name="connsiteX72" fmla="*/ 553287 w 3024845"/>
                <a:gd name="connsiteY72" fmla="*/ 425870 h 834218"/>
                <a:gd name="connsiteX73" fmla="*/ 553287 w 3024845"/>
                <a:gd name="connsiteY73" fmla="*/ 423708 h 834218"/>
                <a:gd name="connsiteX74" fmla="*/ 553287 w 3024845"/>
                <a:gd name="connsiteY74" fmla="*/ 408576 h 834218"/>
                <a:gd name="connsiteX75" fmla="*/ 554300 w 3024845"/>
                <a:gd name="connsiteY75" fmla="*/ 408576 h 834218"/>
                <a:gd name="connsiteX76" fmla="*/ 561394 w 3024845"/>
                <a:gd name="connsiteY76" fmla="*/ 408576 h 834218"/>
                <a:gd name="connsiteX77" fmla="*/ 561394 w 3024845"/>
                <a:gd name="connsiteY77" fmla="*/ 409657 h 834218"/>
                <a:gd name="connsiteX78" fmla="*/ 561394 w 3024845"/>
                <a:gd name="connsiteY78" fmla="*/ 417223 h 834218"/>
                <a:gd name="connsiteX79" fmla="*/ 566714 w 3024845"/>
                <a:gd name="connsiteY79" fmla="*/ 415230 h 834218"/>
                <a:gd name="connsiteX80" fmla="*/ 567474 w 3024845"/>
                <a:gd name="connsiteY80" fmla="*/ 414250 h 834218"/>
                <a:gd name="connsiteX81" fmla="*/ 567474 w 3024845"/>
                <a:gd name="connsiteY81" fmla="*/ 408576 h 834218"/>
                <a:gd name="connsiteX82" fmla="*/ 605981 w 3024845"/>
                <a:gd name="connsiteY82" fmla="*/ 408576 h 834218"/>
                <a:gd name="connsiteX83" fmla="*/ 605981 w 3024845"/>
                <a:gd name="connsiteY83" fmla="*/ 432355 h 834218"/>
                <a:gd name="connsiteX84" fmla="*/ 608007 w 3024845"/>
                <a:gd name="connsiteY84" fmla="*/ 432355 h 834218"/>
                <a:gd name="connsiteX85" fmla="*/ 622194 w 3024845"/>
                <a:gd name="connsiteY85" fmla="*/ 432355 h 834218"/>
                <a:gd name="connsiteX86" fmla="*/ 622194 w 3024845"/>
                <a:gd name="connsiteY86" fmla="*/ 433436 h 834218"/>
                <a:gd name="connsiteX87" fmla="*/ 622194 w 3024845"/>
                <a:gd name="connsiteY87" fmla="*/ 441002 h 834218"/>
                <a:gd name="connsiteX88" fmla="*/ 623968 w 3024845"/>
                <a:gd name="connsiteY88" fmla="*/ 441002 h 834218"/>
                <a:gd name="connsiteX89" fmla="*/ 636381 w 3024845"/>
                <a:gd name="connsiteY89" fmla="*/ 441002 h 834218"/>
                <a:gd name="connsiteX90" fmla="*/ 636381 w 3024845"/>
                <a:gd name="connsiteY90" fmla="*/ 417223 h 834218"/>
                <a:gd name="connsiteX91" fmla="*/ 637394 w 3024845"/>
                <a:gd name="connsiteY91" fmla="*/ 417223 h 834218"/>
                <a:gd name="connsiteX92" fmla="*/ 644488 w 3024845"/>
                <a:gd name="connsiteY92" fmla="*/ 417223 h 834218"/>
                <a:gd name="connsiteX93" fmla="*/ 644488 w 3024845"/>
                <a:gd name="connsiteY93" fmla="*/ 384796 h 834218"/>
                <a:gd name="connsiteX94" fmla="*/ 645501 w 3024845"/>
                <a:gd name="connsiteY94" fmla="*/ 384796 h 834218"/>
                <a:gd name="connsiteX95" fmla="*/ 652595 w 3024845"/>
                <a:gd name="connsiteY95" fmla="*/ 384796 h 834218"/>
                <a:gd name="connsiteX96" fmla="*/ 652595 w 3024845"/>
                <a:gd name="connsiteY96" fmla="*/ 382905 h 834218"/>
                <a:gd name="connsiteX97" fmla="*/ 652595 w 3024845"/>
                <a:gd name="connsiteY97" fmla="*/ 369664 h 834218"/>
                <a:gd name="connsiteX98" fmla="*/ 651328 w 3024845"/>
                <a:gd name="connsiteY98" fmla="*/ 368042 h 834218"/>
                <a:gd name="connsiteX99" fmla="*/ 656648 w 3024845"/>
                <a:gd name="connsiteY99" fmla="*/ 356693 h 834218"/>
                <a:gd name="connsiteX100" fmla="*/ 664755 w 3024845"/>
                <a:gd name="connsiteY100" fmla="*/ 384796 h 834218"/>
                <a:gd name="connsiteX101" fmla="*/ 665515 w 3024845"/>
                <a:gd name="connsiteY101" fmla="*/ 384796 h 834218"/>
                <a:gd name="connsiteX102" fmla="*/ 670835 w 3024845"/>
                <a:gd name="connsiteY102" fmla="*/ 384796 h 834218"/>
                <a:gd name="connsiteX103" fmla="*/ 670835 w 3024845"/>
                <a:gd name="connsiteY103" fmla="*/ 278869 h 834218"/>
                <a:gd name="connsiteX104" fmla="*/ 672355 w 3024845"/>
                <a:gd name="connsiteY104" fmla="*/ 278869 h 834218"/>
                <a:gd name="connsiteX105" fmla="*/ 682995 w 3024845"/>
                <a:gd name="connsiteY105" fmla="*/ 278869 h 834218"/>
                <a:gd name="connsiteX106" fmla="*/ 682995 w 3024845"/>
                <a:gd name="connsiteY106" fmla="*/ 231310 h 834218"/>
                <a:gd name="connsiteX107" fmla="*/ 709342 w 3024845"/>
                <a:gd name="connsiteY107" fmla="*/ 231310 h 834218"/>
                <a:gd name="connsiteX108" fmla="*/ 709342 w 3024845"/>
                <a:gd name="connsiteY108" fmla="*/ 209692 h 834218"/>
                <a:gd name="connsiteX109" fmla="*/ 743796 w 3024845"/>
                <a:gd name="connsiteY109" fmla="*/ 209692 h 834218"/>
                <a:gd name="connsiteX110" fmla="*/ 743796 w 3024845"/>
                <a:gd name="connsiteY110" fmla="*/ 212124 h 834218"/>
                <a:gd name="connsiteX111" fmla="*/ 743796 w 3024845"/>
                <a:gd name="connsiteY111" fmla="*/ 229148 h 834218"/>
                <a:gd name="connsiteX112" fmla="*/ 746076 w 3024845"/>
                <a:gd name="connsiteY112" fmla="*/ 229148 h 834218"/>
                <a:gd name="connsiteX113" fmla="*/ 762036 w 3024845"/>
                <a:gd name="connsiteY113" fmla="*/ 229148 h 834218"/>
                <a:gd name="connsiteX114" fmla="*/ 762036 w 3024845"/>
                <a:gd name="connsiteY114" fmla="*/ 276707 h 834218"/>
                <a:gd name="connsiteX115" fmla="*/ 763049 w 3024845"/>
                <a:gd name="connsiteY115" fmla="*/ 276707 h 834218"/>
                <a:gd name="connsiteX116" fmla="*/ 770143 w 3024845"/>
                <a:gd name="connsiteY116" fmla="*/ 276707 h 834218"/>
                <a:gd name="connsiteX117" fmla="*/ 784330 w 3024845"/>
                <a:gd name="connsiteY117" fmla="*/ 281031 h 834218"/>
                <a:gd name="connsiteX118" fmla="*/ 784330 w 3024845"/>
                <a:gd name="connsiteY118" fmla="*/ 319943 h 834218"/>
                <a:gd name="connsiteX119" fmla="*/ 785343 w 3024845"/>
                <a:gd name="connsiteY119" fmla="*/ 319943 h 834218"/>
                <a:gd name="connsiteX120" fmla="*/ 792436 w 3024845"/>
                <a:gd name="connsiteY120" fmla="*/ 319943 h 834218"/>
                <a:gd name="connsiteX121" fmla="*/ 792436 w 3024845"/>
                <a:gd name="connsiteY121" fmla="*/ 321564 h 834218"/>
                <a:gd name="connsiteX122" fmla="*/ 792436 w 3024845"/>
                <a:gd name="connsiteY122" fmla="*/ 332913 h 834218"/>
                <a:gd name="connsiteX123" fmla="*/ 794463 w 3024845"/>
                <a:gd name="connsiteY123" fmla="*/ 332913 h 834218"/>
                <a:gd name="connsiteX124" fmla="*/ 808650 w 3024845"/>
                <a:gd name="connsiteY124" fmla="*/ 332913 h 834218"/>
                <a:gd name="connsiteX125" fmla="*/ 814730 w 3024845"/>
                <a:gd name="connsiteY125" fmla="*/ 339399 h 834218"/>
                <a:gd name="connsiteX126" fmla="*/ 814730 w 3024845"/>
                <a:gd name="connsiteY126" fmla="*/ 361017 h 834218"/>
                <a:gd name="connsiteX127" fmla="*/ 817010 w 3024845"/>
                <a:gd name="connsiteY127" fmla="*/ 361017 h 834218"/>
                <a:gd name="connsiteX128" fmla="*/ 832970 w 3024845"/>
                <a:gd name="connsiteY128" fmla="*/ 361017 h 834218"/>
                <a:gd name="connsiteX129" fmla="*/ 832970 w 3024845"/>
                <a:gd name="connsiteY129" fmla="*/ 362097 h 834218"/>
                <a:gd name="connsiteX130" fmla="*/ 832970 w 3024845"/>
                <a:gd name="connsiteY130" fmla="*/ 369664 h 834218"/>
                <a:gd name="connsiteX131" fmla="*/ 834237 w 3024845"/>
                <a:gd name="connsiteY131" fmla="*/ 369664 h 834218"/>
                <a:gd name="connsiteX132" fmla="*/ 843104 w 3024845"/>
                <a:gd name="connsiteY132" fmla="*/ 369664 h 834218"/>
                <a:gd name="connsiteX133" fmla="*/ 843104 w 3024845"/>
                <a:gd name="connsiteY133" fmla="*/ 371825 h 834218"/>
                <a:gd name="connsiteX134" fmla="*/ 843104 w 3024845"/>
                <a:gd name="connsiteY134" fmla="*/ 386958 h 834218"/>
                <a:gd name="connsiteX135" fmla="*/ 847157 w 3024845"/>
                <a:gd name="connsiteY135" fmla="*/ 385066 h 834218"/>
                <a:gd name="connsiteX136" fmla="*/ 847157 w 3024845"/>
                <a:gd name="connsiteY136" fmla="*/ 371825 h 834218"/>
                <a:gd name="connsiteX137" fmla="*/ 848170 w 3024845"/>
                <a:gd name="connsiteY137" fmla="*/ 371825 h 834218"/>
                <a:gd name="connsiteX138" fmla="*/ 855264 w 3024845"/>
                <a:gd name="connsiteY138" fmla="*/ 371825 h 834218"/>
                <a:gd name="connsiteX139" fmla="*/ 855264 w 3024845"/>
                <a:gd name="connsiteY139" fmla="*/ 373447 h 834218"/>
                <a:gd name="connsiteX140" fmla="*/ 855264 w 3024845"/>
                <a:gd name="connsiteY140" fmla="*/ 384796 h 834218"/>
                <a:gd name="connsiteX141" fmla="*/ 856024 w 3024845"/>
                <a:gd name="connsiteY141" fmla="*/ 384796 h 834218"/>
                <a:gd name="connsiteX142" fmla="*/ 861344 w 3024845"/>
                <a:gd name="connsiteY142" fmla="*/ 384796 h 834218"/>
                <a:gd name="connsiteX143" fmla="*/ 909984 w 3024845"/>
                <a:gd name="connsiteY143" fmla="*/ 380473 h 834218"/>
                <a:gd name="connsiteX144" fmla="*/ 909984 w 3024845"/>
                <a:gd name="connsiteY144" fmla="*/ 381824 h 834218"/>
                <a:gd name="connsiteX145" fmla="*/ 909984 w 3024845"/>
                <a:gd name="connsiteY145" fmla="*/ 391281 h 834218"/>
                <a:gd name="connsiteX146" fmla="*/ 910744 w 3024845"/>
                <a:gd name="connsiteY146" fmla="*/ 391281 h 834218"/>
                <a:gd name="connsiteX147" fmla="*/ 916065 w 3024845"/>
                <a:gd name="connsiteY147" fmla="*/ 391281 h 834218"/>
                <a:gd name="connsiteX148" fmla="*/ 916065 w 3024845"/>
                <a:gd name="connsiteY148" fmla="*/ 393443 h 834218"/>
                <a:gd name="connsiteX149" fmla="*/ 916065 w 3024845"/>
                <a:gd name="connsiteY149" fmla="*/ 408576 h 834218"/>
                <a:gd name="connsiteX150" fmla="*/ 918091 w 3024845"/>
                <a:gd name="connsiteY150" fmla="*/ 407225 h 834218"/>
                <a:gd name="connsiteX151" fmla="*/ 932278 w 3024845"/>
                <a:gd name="connsiteY151" fmla="*/ 397767 h 834218"/>
                <a:gd name="connsiteX152" fmla="*/ 938358 w 3024845"/>
                <a:gd name="connsiteY152" fmla="*/ 356693 h 834218"/>
                <a:gd name="connsiteX153" fmla="*/ 939118 w 3024845"/>
                <a:gd name="connsiteY153" fmla="*/ 356423 h 834218"/>
                <a:gd name="connsiteX154" fmla="*/ 944438 w 3024845"/>
                <a:gd name="connsiteY154" fmla="*/ 354531 h 834218"/>
                <a:gd name="connsiteX155" fmla="*/ 946465 w 3024845"/>
                <a:gd name="connsiteY155" fmla="*/ 285354 h 834218"/>
                <a:gd name="connsiteX156" fmla="*/ 948492 w 3024845"/>
                <a:gd name="connsiteY156" fmla="*/ 354531 h 834218"/>
                <a:gd name="connsiteX157" fmla="*/ 949252 w 3024845"/>
                <a:gd name="connsiteY157" fmla="*/ 354801 h 834218"/>
                <a:gd name="connsiteX158" fmla="*/ 954572 w 3024845"/>
                <a:gd name="connsiteY158" fmla="*/ 356693 h 834218"/>
                <a:gd name="connsiteX159" fmla="*/ 954572 w 3024845"/>
                <a:gd name="connsiteY159" fmla="*/ 270222 h 834218"/>
                <a:gd name="connsiteX160" fmla="*/ 958625 w 3024845"/>
                <a:gd name="connsiteY160" fmla="*/ 237795 h 834218"/>
                <a:gd name="connsiteX161" fmla="*/ 997132 w 3024845"/>
                <a:gd name="connsiteY161" fmla="*/ 237795 h 834218"/>
                <a:gd name="connsiteX162" fmla="*/ 997132 w 3024845"/>
                <a:gd name="connsiteY162" fmla="*/ 270222 h 834218"/>
                <a:gd name="connsiteX163" fmla="*/ 997892 w 3024845"/>
                <a:gd name="connsiteY163" fmla="*/ 270222 h 834218"/>
                <a:gd name="connsiteX164" fmla="*/ 1003212 w 3024845"/>
                <a:gd name="connsiteY164" fmla="*/ 270222 h 834218"/>
                <a:gd name="connsiteX165" fmla="*/ 1003212 w 3024845"/>
                <a:gd name="connsiteY165" fmla="*/ 188074 h 834218"/>
                <a:gd name="connsiteX166" fmla="*/ 1004986 w 3024845"/>
                <a:gd name="connsiteY166" fmla="*/ 188074 h 834218"/>
                <a:gd name="connsiteX167" fmla="*/ 1017399 w 3024845"/>
                <a:gd name="connsiteY167" fmla="*/ 188074 h 834218"/>
                <a:gd name="connsiteX168" fmla="*/ 1017399 w 3024845"/>
                <a:gd name="connsiteY168" fmla="*/ 186183 h 834218"/>
                <a:gd name="connsiteX169" fmla="*/ 1017399 w 3024845"/>
                <a:gd name="connsiteY169" fmla="*/ 172942 h 834218"/>
                <a:gd name="connsiteX170" fmla="*/ 1039693 w 3024845"/>
                <a:gd name="connsiteY170" fmla="*/ 172942 h 834218"/>
                <a:gd name="connsiteX171" fmla="*/ 1039693 w 3024845"/>
                <a:gd name="connsiteY171" fmla="*/ 171861 h 834218"/>
                <a:gd name="connsiteX172" fmla="*/ 1039693 w 3024845"/>
                <a:gd name="connsiteY172" fmla="*/ 164295 h 834218"/>
                <a:gd name="connsiteX173" fmla="*/ 1041466 w 3024845"/>
                <a:gd name="connsiteY173" fmla="*/ 164295 h 834218"/>
                <a:gd name="connsiteX174" fmla="*/ 1053880 w 3024845"/>
                <a:gd name="connsiteY174" fmla="*/ 164295 h 834218"/>
                <a:gd name="connsiteX175" fmla="*/ 1053880 w 3024845"/>
                <a:gd name="connsiteY175" fmla="*/ 165376 h 834218"/>
                <a:gd name="connsiteX176" fmla="*/ 1053880 w 3024845"/>
                <a:gd name="connsiteY176" fmla="*/ 172942 h 834218"/>
                <a:gd name="connsiteX177" fmla="*/ 1054640 w 3024845"/>
                <a:gd name="connsiteY177" fmla="*/ 172942 h 834218"/>
                <a:gd name="connsiteX178" fmla="*/ 1059960 w 3024845"/>
                <a:gd name="connsiteY178" fmla="*/ 172942 h 834218"/>
                <a:gd name="connsiteX179" fmla="*/ 1070093 w 3024845"/>
                <a:gd name="connsiteY179" fmla="*/ 168618 h 834218"/>
                <a:gd name="connsiteX180" fmla="*/ 1074146 w 3024845"/>
                <a:gd name="connsiteY180" fmla="*/ 171861 h 834218"/>
                <a:gd name="connsiteX181" fmla="*/ 1074146 w 3024845"/>
                <a:gd name="connsiteY181" fmla="*/ 164295 h 834218"/>
                <a:gd name="connsiteX182" fmla="*/ 1076426 w 3024845"/>
                <a:gd name="connsiteY182" fmla="*/ 164295 h 834218"/>
                <a:gd name="connsiteX183" fmla="*/ 1092387 w 3024845"/>
                <a:gd name="connsiteY183" fmla="*/ 164295 h 834218"/>
                <a:gd name="connsiteX184" fmla="*/ 1092387 w 3024845"/>
                <a:gd name="connsiteY184" fmla="*/ 165376 h 834218"/>
                <a:gd name="connsiteX185" fmla="*/ 1092387 w 3024845"/>
                <a:gd name="connsiteY185" fmla="*/ 172942 h 834218"/>
                <a:gd name="connsiteX186" fmla="*/ 1122787 w 3024845"/>
                <a:gd name="connsiteY186" fmla="*/ 172942 h 834218"/>
                <a:gd name="connsiteX187" fmla="*/ 1122787 w 3024845"/>
                <a:gd name="connsiteY187" fmla="*/ 174563 h 834218"/>
                <a:gd name="connsiteX188" fmla="*/ 1122787 w 3024845"/>
                <a:gd name="connsiteY188" fmla="*/ 185913 h 834218"/>
                <a:gd name="connsiteX189" fmla="*/ 1149134 w 3024845"/>
                <a:gd name="connsiteY189" fmla="*/ 185913 h 834218"/>
                <a:gd name="connsiteX190" fmla="*/ 1149134 w 3024845"/>
                <a:gd name="connsiteY190" fmla="*/ 216177 h 834218"/>
                <a:gd name="connsiteX191" fmla="*/ 1149894 w 3024845"/>
                <a:gd name="connsiteY191" fmla="*/ 216177 h 834218"/>
                <a:gd name="connsiteX192" fmla="*/ 1155214 w 3024845"/>
                <a:gd name="connsiteY192" fmla="*/ 216177 h 834218"/>
                <a:gd name="connsiteX193" fmla="*/ 1155214 w 3024845"/>
                <a:gd name="connsiteY193" fmla="*/ 217258 h 834218"/>
                <a:gd name="connsiteX194" fmla="*/ 1155214 w 3024845"/>
                <a:gd name="connsiteY194" fmla="*/ 224825 h 834218"/>
                <a:gd name="connsiteX195" fmla="*/ 1159268 w 3024845"/>
                <a:gd name="connsiteY195" fmla="*/ 255089 h 834218"/>
                <a:gd name="connsiteX196" fmla="*/ 1160028 w 3024845"/>
                <a:gd name="connsiteY196" fmla="*/ 255089 h 834218"/>
                <a:gd name="connsiteX197" fmla="*/ 1165348 w 3024845"/>
                <a:gd name="connsiteY197" fmla="*/ 255089 h 834218"/>
                <a:gd name="connsiteX198" fmla="*/ 1165348 w 3024845"/>
                <a:gd name="connsiteY198" fmla="*/ 255900 h 834218"/>
                <a:gd name="connsiteX199" fmla="*/ 1165348 w 3024845"/>
                <a:gd name="connsiteY199" fmla="*/ 261575 h 834218"/>
                <a:gd name="connsiteX200" fmla="*/ 1166361 w 3024845"/>
                <a:gd name="connsiteY200" fmla="*/ 261575 h 834218"/>
                <a:gd name="connsiteX201" fmla="*/ 1173454 w 3024845"/>
                <a:gd name="connsiteY201" fmla="*/ 261575 h 834218"/>
                <a:gd name="connsiteX202" fmla="*/ 1173454 w 3024845"/>
                <a:gd name="connsiteY202" fmla="*/ 291840 h 834218"/>
                <a:gd name="connsiteX203" fmla="*/ 1175481 w 3024845"/>
                <a:gd name="connsiteY203" fmla="*/ 291840 h 834218"/>
                <a:gd name="connsiteX204" fmla="*/ 1189668 w 3024845"/>
                <a:gd name="connsiteY204" fmla="*/ 291840 h 834218"/>
                <a:gd name="connsiteX205" fmla="*/ 1189668 w 3024845"/>
                <a:gd name="connsiteY205" fmla="*/ 315619 h 834218"/>
                <a:gd name="connsiteX206" fmla="*/ 1191695 w 3024845"/>
                <a:gd name="connsiteY206" fmla="*/ 317240 h 834218"/>
                <a:gd name="connsiteX207" fmla="*/ 1191695 w 3024845"/>
                <a:gd name="connsiteY207" fmla="*/ 328590 h 834218"/>
                <a:gd name="connsiteX208" fmla="*/ 1192455 w 3024845"/>
                <a:gd name="connsiteY208" fmla="*/ 328590 h 834218"/>
                <a:gd name="connsiteX209" fmla="*/ 1197775 w 3024845"/>
                <a:gd name="connsiteY209" fmla="*/ 328590 h 834218"/>
                <a:gd name="connsiteX210" fmla="*/ 1197775 w 3024845"/>
                <a:gd name="connsiteY210" fmla="*/ 352369 h 834218"/>
                <a:gd name="connsiteX211" fmla="*/ 1199041 w 3024845"/>
                <a:gd name="connsiteY211" fmla="*/ 352369 h 834218"/>
                <a:gd name="connsiteX212" fmla="*/ 1207908 w 3024845"/>
                <a:gd name="connsiteY212" fmla="*/ 352369 h 834218"/>
                <a:gd name="connsiteX213" fmla="*/ 1209935 w 3024845"/>
                <a:gd name="connsiteY213" fmla="*/ 356423 h 834218"/>
                <a:gd name="connsiteX214" fmla="*/ 1209935 w 3024845"/>
                <a:gd name="connsiteY214" fmla="*/ 369664 h 834218"/>
                <a:gd name="connsiteX215" fmla="*/ 1211455 w 3024845"/>
                <a:gd name="connsiteY215" fmla="*/ 367772 h 834218"/>
                <a:gd name="connsiteX216" fmla="*/ 1222095 w 3024845"/>
                <a:gd name="connsiteY216" fmla="*/ 354531 h 834218"/>
                <a:gd name="connsiteX217" fmla="*/ 1250469 w 3024845"/>
                <a:gd name="connsiteY217" fmla="*/ 354531 h 834218"/>
                <a:gd name="connsiteX218" fmla="*/ 1250469 w 3024845"/>
                <a:gd name="connsiteY218" fmla="*/ 441002 h 834218"/>
                <a:gd name="connsiteX219" fmla="*/ 1251229 w 3024845"/>
                <a:gd name="connsiteY219" fmla="*/ 441002 h 834218"/>
                <a:gd name="connsiteX220" fmla="*/ 1256549 w 3024845"/>
                <a:gd name="connsiteY220" fmla="*/ 441002 h 834218"/>
                <a:gd name="connsiteX221" fmla="*/ 1257309 w 3024845"/>
                <a:gd name="connsiteY221" fmla="*/ 439651 h 834218"/>
                <a:gd name="connsiteX222" fmla="*/ 1262629 w 3024845"/>
                <a:gd name="connsiteY222" fmla="*/ 430193 h 834218"/>
                <a:gd name="connsiteX223" fmla="*/ 1262629 w 3024845"/>
                <a:gd name="connsiteY223" fmla="*/ 432085 h 834218"/>
                <a:gd name="connsiteX224" fmla="*/ 1262629 w 3024845"/>
                <a:gd name="connsiteY224" fmla="*/ 445326 h 834218"/>
                <a:gd name="connsiteX225" fmla="*/ 1266682 w 3024845"/>
                <a:gd name="connsiteY225" fmla="*/ 399929 h 834218"/>
                <a:gd name="connsiteX226" fmla="*/ 1267442 w 3024845"/>
                <a:gd name="connsiteY226" fmla="*/ 399929 h 834218"/>
                <a:gd name="connsiteX227" fmla="*/ 1272762 w 3024845"/>
                <a:gd name="connsiteY227" fmla="*/ 399929 h 834218"/>
                <a:gd name="connsiteX228" fmla="*/ 1272762 w 3024845"/>
                <a:gd name="connsiteY228" fmla="*/ 335075 h 834218"/>
                <a:gd name="connsiteX229" fmla="*/ 1273776 w 3024845"/>
                <a:gd name="connsiteY229" fmla="*/ 335075 h 834218"/>
                <a:gd name="connsiteX230" fmla="*/ 1280869 w 3024845"/>
                <a:gd name="connsiteY230" fmla="*/ 335075 h 834218"/>
                <a:gd name="connsiteX231" fmla="*/ 1293029 w 3024845"/>
                <a:gd name="connsiteY231" fmla="*/ 291840 h 834218"/>
                <a:gd name="connsiteX232" fmla="*/ 1294296 w 3024845"/>
                <a:gd name="connsiteY232" fmla="*/ 291840 h 834218"/>
                <a:gd name="connsiteX233" fmla="*/ 1303163 w 3024845"/>
                <a:gd name="connsiteY233" fmla="*/ 291840 h 834218"/>
                <a:gd name="connsiteX234" fmla="*/ 1313296 w 3024845"/>
                <a:gd name="connsiteY234" fmla="*/ 335075 h 834218"/>
                <a:gd name="connsiteX235" fmla="*/ 1314309 w 3024845"/>
                <a:gd name="connsiteY235" fmla="*/ 335075 h 834218"/>
                <a:gd name="connsiteX236" fmla="*/ 1321403 w 3024845"/>
                <a:gd name="connsiteY236" fmla="*/ 335075 h 834218"/>
                <a:gd name="connsiteX237" fmla="*/ 1321403 w 3024845"/>
                <a:gd name="connsiteY237" fmla="*/ 373987 h 834218"/>
                <a:gd name="connsiteX238" fmla="*/ 1323176 w 3024845"/>
                <a:gd name="connsiteY238" fmla="*/ 373987 h 834218"/>
                <a:gd name="connsiteX239" fmla="*/ 1335590 w 3024845"/>
                <a:gd name="connsiteY239" fmla="*/ 373987 h 834218"/>
                <a:gd name="connsiteX240" fmla="*/ 1335590 w 3024845"/>
                <a:gd name="connsiteY240" fmla="*/ 376149 h 834218"/>
                <a:gd name="connsiteX241" fmla="*/ 1335590 w 3024845"/>
                <a:gd name="connsiteY241" fmla="*/ 391281 h 834218"/>
                <a:gd name="connsiteX242" fmla="*/ 1339643 w 3024845"/>
                <a:gd name="connsiteY242" fmla="*/ 389120 h 834218"/>
                <a:gd name="connsiteX243" fmla="*/ 1339643 w 3024845"/>
                <a:gd name="connsiteY243" fmla="*/ 373987 h 834218"/>
                <a:gd name="connsiteX244" fmla="*/ 1341163 w 3024845"/>
                <a:gd name="connsiteY244" fmla="*/ 373987 h 834218"/>
                <a:gd name="connsiteX245" fmla="*/ 1351803 w 3024845"/>
                <a:gd name="connsiteY245" fmla="*/ 373987 h 834218"/>
                <a:gd name="connsiteX246" fmla="*/ 1351803 w 3024845"/>
                <a:gd name="connsiteY246" fmla="*/ 375608 h 834218"/>
                <a:gd name="connsiteX247" fmla="*/ 1351803 w 3024845"/>
                <a:gd name="connsiteY247" fmla="*/ 386958 h 834218"/>
                <a:gd name="connsiteX248" fmla="*/ 1382204 w 3024845"/>
                <a:gd name="connsiteY248" fmla="*/ 386958 h 834218"/>
                <a:gd name="connsiteX249" fmla="*/ 1382204 w 3024845"/>
                <a:gd name="connsiteY249" fmla="*/ 350208 h 834218"/>
                <a:gd name="connsiteX250" fmla="*/ 1383470 w 3024845"/>
                <a:gd name="connsiteY250" fmla="*/ 350208 h 834218"/>
                <a:gd name="connsiteX251" fmla="*/ 1392337 w 3024845"/>
                <a:gd name="connsiteY251" fmla="*/ 350208 h 834218"/>
                <a:gd name="connsiteX252" fmla="*/ 1392337 w 3024845"/>
                <a:gd name="connsiteY252" fmla="*/ 371825 h 834218"/>
                <a:gd name="connsiteX253" fmla="*/ 1394364 w 3024845"/>
                <a:gd name="connsiteY253" fmla="*/ 339399 h 834218"/>
                <a:gd name="connsiteX254" fmla="*/ 1416657 w 3024845"/>
                <a:gd name="connsiteY254" fmla="*/ 339399 h 834218"/>
                <a:gd name="connsiteX255" fmla="*/ 1416657 w 3024845"/>
                <a:gd name="connsiteY255" fmla="*/ 337777 h 834218"/>
                <a:gd name="connsiteX256" fmla="*/ 1416657 w 3024845"/>
                <a:gd name="connsiteY256" fmla="*/ 326428 h 834218"/>
                <a:gd name="connsiteX257" fmla="*/ 1417417 w 3024845"/>
                <a:gd name="connsiteY257" fmla="*/ 326428 h 834218"/>
                <a:gd name="connsiteX258" fmla="*/ 1422737 w 3024845"/>
                <a:gd name="connsiteY258" fmla="*/ 326428 h 834218"/>
                <a:gd name="connsiteX259" fmla="*/ 1422737 w 3024845"/>
                <a:gd name="connsiteY259" fmla="*/ 324537 h 834218"/>
                <a:gd name="connsiteX260" fmla="*/ 1422737 w 3024845"/>
                <a:gd name="connsiteY260" fmla="*/ 311296 h 834218"/>
                <a:gd name="connsiteX261" fmla="*/ 1426791 w 3024845"/>
                <a:gd name="connsiteY261" fmla="*/ 317781 h 834218"/>
                <a:gd name="connsiteX262" fmla="*/ 1429071 w 3024845"/>
                <a:gd name="connsiteY262" fmla="*/ 317781 h 834218"/>
                <a:gd name="connsiteX263" fmla="*/ 1445031 w 3024845"/>
                <a:gd name="connsiteY263" fmla="*/ 317781 h 834218"/>
                <a:gd name="connsiteX264" fmla="*/ 1445031 w 3024845"/>
                <a:gd name="connsiteY264" fmla="*/ 316970 h 834218"/>
                <a:gd name="connsiteX265" fmla="*/ 1445031 w 3024845"/>
                <a:gd name="connsiteY265" fmla="*/ 311296 h 834218"/>
                <a:gd name="connsiteX266" fmla="*/ 1445791 w 3024845"/>
                <a:gd name="connsiteY266" fmla="*/ 311296 h 834218"/>
                <a:gd name="connsiteX267" fmla="*/ 1451111 w 3024845"/>
                <a:gd name="connsiteY267" fmla="*/ 311296 h 834218"/>
                <a:gd name="connsiteX268" fmla="*/ 1451111 w 3024845"/>
                <a:gd name="connsiteY268" fmla="*/ 312647 h 834218"/>
                <a:gd name="connsiteX269" fmla="*/ 1451111 w 3024845"/>
                <a:gd name="connsiteY269" fmla="*/ 322105 h 834218"/>
                <a:gd name="connsiteX270" fmla="*/ 1489618 w 3024845"/>
                <a:gd name="connsiteY270" fmla="*/ 322105 h 834218"/>
                <a:gd name="connsiteX271" fmla="*/ 1489618 w 3024845"/>
                <a:gd name="connsiteY271" fmla="*/ 460458 h 834218"/>
                <a:gd name="connsiteX272" fmla="*/ 1491138 w 3024845"/>
                <a:gd name="connsiteY272" fmla="*/ 460458 h 834218"/>
                <a:gd name="connsiteX273" fmla="*/ 1501778 w 3024845"/>
                <a:gd name="connsiteY273" fmla="*/ 460458 h 834218"/>
                <a:gd name="connsiteX274" fmla="*/ 1501778 w 3024845"/>
                <a:gd name="connsiteY274" fmla="*/ 447488 h 834218"/>
                <a:gd name="connsiteX275" fmla="*/ 1505832 w 3024845"/>
                <a:gd name="connsiteY275" fmla="*/ 447488 h 834218"/>
                <a:gd name="connsiteX276" fmla="*/ 1505832 w 3024845"/>
                <a:gd name="connsiteY276" fmla="*/ 460458 h 834218"/>
                <a:gd name="connsiteX277" fmla="*/ 1536232 w 3024845"/>
                <a:gd name="connsiteY277" fmla="*/ 460458 h 834218"/>
                <a:gd name="connsiteX278" fmla="*/ 1536232 w 3024845"/>
                <a:gd name="connsiteY278" fmla="*/ 430193 h 834218"/>
                <a:gd name="connsiteX279" fmla="*/ 1548392 w 3024845"/>
                <a:gd name="connsiteY279" fmla="*/ 430193 h 834218"/>
                <a:gd name="connsiteX280" fmla="*/ 1560552 w 3024845"/>
                <a:gd name="connsiteY280" fmla="*/ 428032 h 834218"/>
                <a:gd name="connsiteX281" fmla="*/ 1564606 w 3024845"/>
                <a:gd name="connsiteY281" fmla="*/ 430193 h 834218"/>
                <a:gd name="connsiteX282" fmla="*/ 1574739 w 3024845"/>
                <a:gd name="connsiteY282" fmla="*/ 430193 h 834218"/>
                <a:gd name="connsiteX283" fmla="*/ 1574739 w 3024845"/>
                <a:gd name="connsiteY283" fmla="*/ 460458 h 834218"/>
                <a:gd name="connsiteX284" fmla="*/ 1582846 w 3024845"/>
                <a:gd name="connsiteY284" fmla="*/ 460458 h 834218"/>
                <a:gd name="connsiteX285" fmla="*/ 1582846 w 3024845"/>
                <a:gd name="connsiteY285" fmla="*/ 477753 h 834218"/>
                <a:gd name="connsiteX286" fmla="*/ 1592182 w 3024845"/>
                <a:gd name="connsiteY286" fmla="*/ 478658 h 834218"/>
                <a:gd name="connsiteX287" fmla="*/ 1605140 w 3024845"/>
                <a:gd name="connsiteY287" fmla="*/ 478658 h 834218"/>
                <a:gd name="connsiteX288" fmla="*/ 1605140 w 3024845"/>
                <a:gd name="connsiteY288" fmla="*/ 462620 h 834218"/>
                <a:gd name="connsiteX289" fmla="*/ 1673096 w 3024845"/>
                <a:gd name="connsiteY289" fmla="*/ 462620 h 834218"/>
                <a:gd name="connsiteX290" fmla="*/ 1673096 w 3024845"/>
                <a:gd name="connsiteY290" fmla="*/ 377367 h 834218"/>
                <a:gd name="connsiteX291" fmla="*/ 1745104 w 3024845"/>
                <a:gd name="connsiteY291" fmla="*/ 377367 h 834218"/>
                <a:gd name="connsiteX292" fmla="*/ 1745104 w 3024845"/>
                <a:gd name="connsiteY292" fmla="*/ 456135 h 834218"/>
                <a:gd name="connsiteX293" fmla="*/ 1747008 w 3024845"/>
                <a:gd name="connsiteY293" fmla="*/ 456135 h 834218"/>
                <a:gd name="connsiteX294" fmla="*/ 1748250 w 3024845"/>
                <a:gd name="connsiteY294" fmla="*/ 478658 h 834218"/>
                <a:gd name="connsiteX295" fmla="*/ 1757926 w 3024845"/>
                <a:gd name="connsiteY295" fmla="*/ 478658 h 834218"/>
                <a:gd name="connsiteX296" fmla="*/ 1759168 w 3024845"/>
                <a:gd name="connsiteY296" fmla="*/ 456135 h 834218"/>
                <a:gd name="connsiteX297" fmla="*/ 1765248 w 3024845"/>
                <a:gd name="connsiteY297" fmla="*/ 456135 h 834218"/>
                <a:gd name="connsiteX298" fmla="*/ 1766490 w 3024845"/>
                <a:gd name="connsiteY298" fmla="*/ 478658 h 834218"/>
                <a:gd name="connsiteX299" fmla="*/ 1817112 w 3024845"/>
                <a:gd name="connsiteY299" fmla="*/ 478658 h 834218"/>
                <a:gd name="connsiteX300" fmla="*/ 1817112 w 3024845"/>
                <a:gd name="connsiteY300" fmla="*/ 315630 h 834218"/>
                <a:gd name="connsiteX301" fmla="*/ 2014439 w 3024845"/>
                <a:gd name="connsiteY301" fmla="*/ 315630 h 834218"/>
                <a:gd name="connsiteX302" fmla="*/ 2014439 w 3024845"/>
                <a:gd name="connsiteY302" fmla="*/ 478658 h 834218"/>
                <a:gd name="connsiteX303" fmla="*/ 2033136 w 3024845"/>
                <a:gd name="connsiteY303" fmla="*/ 478658 h 834218"/>
                <a:gd name="connsiteX304" fmla="*/ 2033136 w 3024845"/>
                <a:gd name="connsiteY304" fmla="*/ 395965 h 834218"/>
                <a:gd name="connsiteX305" fmla="*/ 2128256 w 3024845"/>
                <a:gd name="connsiteY305" fmla="*/ 395965 h 834218"/>
                <a:gd name="connsiteX306" fmla="*/ 2180720 w 3024845"/>
                <a:gd name="connsiteY306" fmla="*/ 330752 h 834218"/>
                <a:gd name="connsiteX307" fmla="*/ 2245574 w 3024845"/>
                <a:gd name="connsiteY307" fmla="*/ 330752 h 834218"/>
                <a:gd name="connsiteX308" fmla="*/ 2245574 w 3024845"/>
                <a:gd name="connsiteY308" fmla="*/ 406414 h 834218"/>
                <a:gd name="connsiteX309" fmla="*/ 2253681 w 3024845"/>
                <a:gd name="connsiteY309" fmla="*/ 406414 h 834218"/>
                <a:gd name="connsiteX310" fmla="*/ 2255708 w 3024845"/>
                <a:gd name="connsiteY310" fmla="*/ 399929 h 834218"/>
                <a:gd name="connsiteX311" fmla="*/ 2261788 w 3024845"/>
                <a:gd name="connsiteY311" fmla="*/ 399929 h 834218"/>
                <a:gd name="connsiteX312" fmla="*/ 2263815 w 3024845"/>
                <a:gd name="connsiteY312" fmla="*/ 408576 h 834218"/>
                <a:gd name="connsiteX313" fmla="*/ 2275975 w 3024845"/>
                <a:gd name="connsiteY313" fmla="*/ 408576 h 834218"/>
                <a:gd name="connsiteX314" fmla="*/ 2275975 w 3024845"/>
                <a:gd name="connsiteY314" fmla="*/ 402090 h 834218"/>
                <a:gd name="connsiteX315" fmla="*/ 2298268 w 3024845"/>
                <a:gd name="connsiteY315" fmla="*/ 402090 h 834218"/>
                <a:gd name="connsiteX316" fmla="*/ 2298268 w 3024845"/>
                <a:gd name="connsiteY316" fmla="*/ 408576 h 834218"/>
                <a:gd name="connsiteX317" fmla="*/ 2318535 w 3024845"/>
                <a:gd name="connsiteY317" fmla="*/ 408576 h 834218"/>
                <a:gd name="connsiteX318" fmla="*/ 2318535 w 3024845"/>
                <a:gd name="connsiteY318" fmla="*/ 453973 h 834218"/>
                <a:gd name="connsiteX319" fmla="*/ 2332722 w 3024845"/>
                <a:gd name="connsiteY319" fmla="*/ 453973 h 834218"/>
                <a:gd name="connsiteX320" fmla="*/ 2332722 w 3024845"/>
                <a:gd name="connsiteY320" fmla="*/ 441002 h 834218"/>
                <a:gd name="connsiteX321" fmla="*/ 2348936 w 3024845"/>
                <a:gd name="connsiteY321" fmla="*/ 441002 h 834218"/>
                <a:gd name="connsiteX322" fmla="*/ 2348936 w 3024845"/>
                <a:gd name="connsiteY322" fmla="*/ 261575 h 834218"/>
                <a:gd name="connsiteX323" fmla="*/ 2355016 w 3024845"/>
                <a:gd name="connsiteY323" fmla="*/ 255089 h 834218"/>
                <a:gd name="connsiteX324" fmla="*/ 2427977 w 3024845"/>
                <a:gd name="connsiteY324" fmla="*/ 255089 h 834218"/>
                <a:gd name="connsiteX325" fmla="*/ 2427977 w 3024845"/>
                <a:gd name="connsiteY325" fmla="*/ 263737 h 834218"/>
                <a:gd name="connsiteX326" fmla="*/ 2438110 w 3024845"/>
                <a:gd name="connsiteY326" fmla="*/ 263737 h 834218"/>
                <a:gd name="connsiteX327" fmla="*/ 2438110 w 3024845"/>
                <a:gd name="connsiteY327" fmla="*/ 378311 h 834218"/>
                <a:gd name="connsiteX328" fmla="*/ 2460404 w 3024845"/>
                <a:gd name="connsiteY328" fmla="*/ 378311 h 834218"/>
                <a:gd name="connsiteX329" fmla="*/ 2460404 w 3024845"/>
                <a:gd name="connsiteY329" fmla="*/ 311296 h 834218"/>
                <a:gd name="connsiteX330" fmla="*/ 2486751 w 3024845"/>
                <a:gd name="connsiteY330" fmla="*/ 311296 h 834218"/>
                <a:gd name="connsiteX331" fmla="*/ 2490804 w 3024845"/>
                <a:gd name="connsiteY331" fmla="*/ 306972 h 834218"/>
                <a:gd name="connsiteX332" fmla="*/ 2498911 w 3024845"/>
                <a:gd name="connsiteY332" fmla="*/ 306972 h 834218"/>
                <a:gd name="connsiteX333" fmla="*/ 2502964 w 3024845"/>
                <a:gd name="connsiteY333" fmla="*/ 311296 h 834218"/>
                <a:gd name="connsiteX334" fmla="*/ 2525258 w 3024845"/>
                <a:gd name="connsiteY334" fmla="*/ 311296 h 834218"/>
                <a:gd name="connsiteX335" fmla="*/ 2525258 w 3024845"/>
                <a:gd name="connsiteY335" fmla="*/ 194560 h 834218"/>
                <a:gd name="connsiteX336" fmla="*/ 2582005 w 3024845"/>
                <a:gd name="connsiteY336" fmla="*/ 183751 h 834218"/>
                <a:gd name="connsiteX337" fmla="*/ 2582005 w 3024845"/>
                <a:gd name="connsiteY337" fmla="*/ 184832 h 834218"/>
                <a:gd name="connsiteX338" fmla="*/ 2582005 w 3024845"/>
                <a:gd name="connsiteY338" fmla="*/ 192398 h 834218"/>
                <a:gd name="connsiteX339" fmla="*/ 2608352 w 3024845"/>
                <a:gd name="connsiteY339" fmla="*/ 192398 h 834218"/>
                <a:gd name="connsiteX340" fmla="*/ 2608352 w 3024845"/>
                <a:gd name="connsiteY340" fmla="*/ 447488 h 834218"/>
                <a:gd name="connsiteX341" fmla="*/ 2630646 w 3024845"/>
                <a:gd name="connsiteY341" fmla="*/ 447488 h 834218"/>
                <a:gd name="connsiteX342" fmla="*/ 2630646 w 3024845"/>
                <a:gd name="connsiteY342" fmla="*/ 443164 h 834218"/>
                <a:gd name="connsiteX343" fmla="*/ 2642806 w 3024845"/>
                <a:gd name="connsiteY343" fmla="*/ 443164 h 834218"/>
                <a:gd name="connsiteX344" fmla="*/ 2642806 w 3024845"/>
                <a:gd name="connsiteY344" fmla="*/ 447488 h 834218"/>
                <a:gd name="connsiteX345" fmla="*/ 2667126 w 3024845"/>
                <a:gd name="connsiteY345" fmla="*/ 447488 h 834218"/>
                <a:gd name="connsiteX346" fmla="*/ 2667126 w 3024845"/>
                <a:gd name="connsiteY346" fmla="*/ 434517 h 834218"/>
                <a:gd name="connsiteX347" fmla="*/ 2695500 w 3024845"/>
                <a:gd name="connsiteY347" fmla="*/ 434517 h 834218"/>
                <a:gd name="connsiteX348" fmla="*/ 2707660 w 3024845"/>
                <a:gd name="connsiteY348" fmla="*/ 430193 h 834218"/>
                <a:gd name="connsiteX349" fmla="*/ 2727927 w 3024845"/>
                <a:gd name="connsiteY349" fmla="*/ 434517 h 834218"/>
                <a:gd name="connsiteX350" fmla="*/ 2727927 w 3024845"/>
                <a:gd name="connsiteY350" fmla="*/ 417223 h 834218"/>
                <a:gd name="connsiteX351" fmla="*/ 2736034 w 3024845"/>
                <a:gd name="connsiteY351" fmla="*/ 417223 h 834218"/>
                <a:gd name="connsiteX352" fmla="*/ 2736034 w 3024845"/>
                <a:gd name="connsiteY352" fmla="*/ 404252 h 834218"/>
                <a:gd name="connsiteX353" fmla="*/ 2792781 w 3024845"/>
                <a:gd name="connsiteY353" fmla="*/ 404252 h 834218"/>
                <a:gd name="connsiteX354" fmla="*/ 2792781 w 3024845"/>
                <a:gd name="connsiteY354" fmla="*/ 373987 h 834218"/>
                <a:gd name="connsiteX355" fmla="*/ 2811021 w 3024845"/>
                <a:gd name="connsiteY355" fmla="*/ 373987 h 834218"/>
                <a:gd name="connsiteX356" fmla="*/ 2811021 w 3024845"/>
                <a:gd name="connsiteY356" fmla="*/ 367502 h 834218"/>
                <a:gd name="connsiteX357" fmla="*/ 2823181 w 3024845"/>
                <a:gd name="connsiteY357" fmla="*/ 367502 h 834218"/>
                <a:gd name="connsiteX358" fmla="*/ 2823181 w 3024845"/>
                <a:gd name="connsiteY358" fmla="*/ 373987 h 834218"/>
                <a:gd name="connsiteX359" fmla="*/ 2839395 w 3024845"/>
                <a:gd name="connsiteY359" fmla="*/ 373987 h 834218"/>
                <a:gd name="connsiteX360" fmla="*/ 2839395 w 3024845"/>
                <a:gd name="connsiteY360" fmla="*/ 423708 h 834218"/>
                <a:gd name="connsiteX361" fmla="*/ 2871822 w 3024845"/>
                <a:gd name="connsiteY361" fmla="*/ 423708 h 834218"/>
                <a:gd name="connsiteX362" fmla="*/ 2871822 w 3024845"/>
                <a:gd name="connsiteY362" fmla="*/ 397767 h 834218"/>
                <a:gd name="connsiteX363" fmla="*/ 2910329 w 3024845"/>
                <a:gd name="connsiteY363" fmla="*/ 397767 h 834218"/>
                <a:gd name="connsiteX364" fmla="*/ 2910329 w 3024845"/>
                <a:gd name="connsiteY364" fmla="*/ 367502 h 834218"/>
                <a:gd name="connsiteX365" fmla="*/ 2958970 w 3024845"/>
                <a:gd name="connsiteY365" fmla="*/ 367502 h 834218"/>
                <a:gd name="connsiteX366" fmla="*/ 2958970 w 3024845"/>
                <a:gd name="connsiteY366" fmla="*/ 478658 h 834218"/>
                <a:gd name="connsiteX367" fmla="*/ 2958970 w 3024845"/>
                <a:gd name="connsiteY367" fmla="*/ 492437 h 834218"/>
                <a:gd name="connsiteX368" fmla="*/ 3024845 w 3024845"/>
                <a:gd name="connsiteY368" fmla="*/ 492437 h 834218"/>
                <a:gd name="connsiteX369" fmla="*/ 3024845 w 3024845"/>
                <a:gd name="connsiteY369" fmla="*/ 834218 h 834218"/>
                <a:gd name="connsiteX370" fmla="*/ 2054 w 3024845"/>
                <a:gd name="connsiteY370" fmla="*/ 831885 h 834218"/>
                <a:gd name="connsiteX371" fmla="*/ 0 w 3024845"/>
                <a:gd name="connsiteY371" fmla="*/ 397767 h 834218"/>
                <a:gd name="connsiteX372" fmla="*/ 20267 w 3024845"/>
                <a:gd name="connsiteY372" fmla="*/ 397767 h 834218"/>
                <a:gd name="connsiteX373" fmla="*/ 20774 w 3024845"/>
                <a:gd name="connsiteY373" fmla="*/ 396686 h 834218"/>
                <a:gd name="connsiteX374" fmla="*/ 24320 w 3024845"/>
                <a:gd name="connsiteY374" fmla="*/ 389120 h 834218"/>
                <a:gd name="connsiteX375" fmla="*/ 26094 w 3024845"/>
                <a:gd name="connsiteY375" fmla="*/ 389390 h 834218"/>
                <a:gd name="connsiteX376" fmla="*/ 38507 w 3024845"/>
                <a:gd name="connsiteY376" fmla="*/ 391281 h 834218"/>
                <a:gd name="connsiteX377" fmla="*/ 39014 w 3024845"/>
                <a:gd name="connsiteY377" fmla="*/ 392633 h 834218"/>
                <a:gd name="connsiteX378" fmla="*/ 42560 w 3024845"/>
                <a:gd name="connsiteY378" fmla="*/ 402090 h 834218"/>
                <a:gd name="connsiteX379" fmla="*/ 68907 w 3024845"/>
                <a:gd name="connsiteY379" fmla="*/ 404252 h 834218"/>
                <a:gd name="connsiteX380" fmla="*/ 68907 w 3024845"/>
                <a:gd name="connsiteY380" fmla="*/ 281031 h 834218"/>
                <a:gd name="connsiteX381" fmla="*/ 70934 w 3024845"/>
                <a:gd name="connsiteY381" fmla="*/ 281031 h 834218"/>
                <a:gd name="connsiteX382" fmla="*/ 85121 w 3024845"/>
                <a:gd name="connsiteY382" fmla="*/ 281031 h 834218"/>
                <a:gd name="connsiteX383" fmla="*/ 85121 w 3024845"/>
                <a:gd name="connsiteY383" fmla="*/ 144839 h 834218"/>
                <a:gd name="connsiteX384" fmla="*/ 86894 w 3024845"/>
                <a:gd name="connsiteY384" fmla="*/ 144839 h 834218"/>
                <a:gd name="connsiteX385" fmla="*/ 99308 w 3024845"/>
                <a:gd name="connsiteY385" fmla="*/ 144839 h 834218"/>
                <a:gd name="connsiteX386" fmla="*/ 99308 w 3024845"/>
                <a:gd name="connsiteY386" fmla="*/ 30265 h 834218"/>
                <a:gd name="connsiteX387" fmla="*/ 103361 w 3024845"/>
                <a:gd name="connsiteY387" fmla="*/ 2161 h 834218"/>
                <a:gd name="connsiteX0" fmla="*/ 103361 w 3024845"/>
                <a:gd name="connsiteY0" fmla="*/ 2161 h 834218"/>
                <a:gd name="connsiteX1" fmla="*/ 200642 w 3024845"/>
                <a:gd name="connsiteY1" fmla="*/ 0 h 834218"/>
                <a:gd name="connsiteX2" fmla="*/ 220909 w 3024845"/>
                <a:gd name="connsiteY2" fmla="*/ 144839 h 834218"/>
                <a:gd name="connsiteX3" fmla="*/ 223189 w 3024845"/>
                <a:gd name="connsiteY3" fmla="*/ 144839 h 834218"/>
                <a:gd name="connsiteX4" fmla="*/ 239150 w 3024845"/>
                <a:gd name="connsiteY4" fmla="*/ 144839 h 834218"/>
                <a:gd name="connsiteX5" fmla="*/ 239150 w 3024845"/>
                <a:gd name="connsiteY5" fmla="*/ 285354 h 834218"/>
                <a:gd name="connsiteX6" fmla="*/ 240670 w 3024845"/>
                <a:gd name="connsiteY6" fmla="*/ 285084 h 834218"/>
                <a:gd name="connsiteX7" fmla="*/ 251310 w 3024845"/>
                <a:gd name="connsiteY7" fmla="*/ 283193 h 834218"/>
                <a:gd name="connsiteX8" fmla="*/ 249283 w 3024845"/>
                <a:gd name="connsiteY8" fmla="*/ 371825 h 834218"/>
                <a:gd name="connsiteX9" fmla="*/ 250803 w 3024845"/>
                <a:gd name="connsiteY9" fmla="*/ 372096 h 834218"/>
                <a:gd name="connsiteX10" fmla="*/ 261443 w 3024845"/>
                <a:gd name="connsiteY10" fmla="*/ 373987 h 834218"/>
                <a:gd name="connsiteX11" fmla="*/ 261696 w 3024845"/>
                <a:gd name="connsiteY11" fmla="*/ 374798 h 834218"/>
                <a:gd name="connsiteX12" fmla="*/ 263470 w 3024845"/>
                <a:gd name="connsiteY12" fmla="*/ 380473 h 834218"/>
                <a:gd name="connsiteX13" fmla="*/ 264230 w 3024845"/>
                <a:gd name="connsiteY13" fmla="*/ 378041 h 834218"/>
                <a:gd name="connsiteX14" fmla="*/ 269550 w 3024845"/>
                <a:gd name="connsiteY14" fmla="*/ 361017 h 834218"/>
                <a:gd name="connsiteX15" fmla="*/ 271323 w 3024845"/>
                <a:gd name="connsiteY15" fmla="*/ 361017 h 834218"/>
                <a:gd name="connsiteX16" fmla="*/ 283737 w 3024845"/>
                <a:gd name="connsiteY16" fmla="*/ 361017 h 834218"/>
                <a:gd name="connsiteX17" fmla="*/ 283737 w 3024845"/>
                <a:gd name="connsiteY17" fmla="*/ 393443 h 834218"/>
                <a:gd name="connsiteX18" fmla="*/ 284750 w 3024845"/>
                <a:gd name="connsiteY18" fmla="*/ 393984 h 834218"/>
                <a:gd name="connsiteX19" fmla="*/ 291844 w 3024845"/>
                <a:gd name="connsiteY19" fmla="*/ 397767 h 834218"/>
                <a:gd name="connsiteX20" fmla="*/ 291844 w 3024845"/>
                <a:gd name="connsiteY20" fmla="*/ 399118 h 834218"/>
                <a:gd name="connsiteX21" fmla="*/ 291844 w 3024845"/>
                <a:gd name="connsiteY21" fmla="*/ 408576 h 834218"/>
                <a:gd name="connsiteX22" fmla="*/ 336431 w 3024845"/>
                <a:gd name="connsiteY22" fmla="*/ 408576 h 834218"/>
                <a:gd name="connsiteX23" fmla="*/ 336431 w 3024845"/>
                <a:gd name="connsiteY23" fmla="*/ 409657 h 834218"/>
                <a:gd name="connsiteX24" fmla="*/ 336431 w 3024845"/>
                <a:gd name="connsiteY24" fmla="*/ 417223 h 834218"/>
                <a:gd name="connsiteX25" fmla="*/ 338457 w 3024845"/>
                <a:gd name="connsiteY25" fmla="*/ 417223 h 834218"/>
                <a:gd name="connsiteX26" fmla="*/ 352644 w 3024845"/>
                <a:gd name="connsiteY26" fmla="*/ 417223 h 834218"/>
                <a:gd name="connsiteX27" fmla="*/ 352644 w 3024845"/>
                <a:gd name="connsiteY27" fmla="*/ 386958 h 834218"/>
                <a:gd name="connsiteX28" fmla="*/ 397231 w 3024845"/>
                <a:gd name="connsiteY28" fmla="*/ 386958 h 834218"/>
                <a:gd name="connsiteX29" fmla="*/ 397231 w 3024845"/>
                <a:gd name="connsiteY29" fmla="*/ 385607 h 834218"/>
                <a:gd name="connsiteX30" fmla="*/ 397231 w 3024845"/>
                <a:gd name="connsiteY30" fmla="*/ 376149 h 834218"/>
                <a:gd name="connsiteX31" fmla="*/ 398245 w 3024845"/>
                <a:gd name="connsiteY31" fmla="*/ 376149 h 834218"/>
                <a:gd name="connsiteX32" fmla="*/ 405338 w 3024845"/>
                <a:gd name="connsiteY32" fmla="*/ 376149 h 834218"/>
                <a:gd name="connsiteX33" fmla="*/ 405338 w 3024845"/>
                <a:gd name="connsiteY33" fmla="*/ 374258 h 834218"/>
                <a:gd name="connsiteX34" fmla="*/ 405338 w 3024845"/>
                <a:gd name="connsiteY34" fmla="*/ 361017 h 834218"/>
                <a:gd name="connsiteX35" fmla="*/ 406098 w 3024845"/>
                <a:gd name="connsiteY35" fmla="*/ 361017 h 834218"/>
                <a:gd name="connsiteX36" fmla="*/ 411418 w 3024845"/>
                <a:gd name="connsiteY36" fmla="*/ 361017 h 834218"/>
                <a:gd name="connsiteX37" fmla="*/ 411418 w 3024845"/>
                <a:gd name="connsiteY37" fmla="*/ 359936 h 834218"/>
                <a:gd name="connsiteX38" fmla="*/ 411418 w 3024845"/>
                <a:gd name="connsiteY38" fmla="*/ 352369 h 834218"/>
                <a:gd name="connsiteX39" fmla="*/ 413445 w 3024845"/>
                <a:gd name="connsiteY39" fmla="*/ 352369 h 834218"/>
                <a:gd name="connsiteX40" fmla="*/ 427632 w 3024845"/>
                <a:gd name="connsiteY40" fmla="*/ 352369 h 834218"/>
                <a:gd name="connsiteX41" fmla="*/ 427632 w 3024845"/>
                <a:gd name="connsiteY41" fmla="*/ 353450 h 834218"/>
                <a:gd name="connsiteX42" fmla="*/ 427632 w 3024845"/>
                <a:gd name="connsiteY42" fmla="*/ 361017 h 834218"/>
                <a:gd name="connsiteX43" fmla="*/ 449925 w 3024845"/>
                <a:gd name="connsiteY43" fmla="*/ 361017 h 834218"/>
                <a:gd name="connsiteX44" fmla="*/ 449925 w 3024845"/>
                <a:gd name="connsiteY44" fmla="*/ 359125 h 834218"/>
                <a:gd name="connsiteX45" fmla="*/ 449925 w 3024845"/>
                <a:gd name="connsiteY45" fmla="*/ 345884 h 834218"/>
                <a:gd name="connsiteX46" fmla="*/ 451699 w 3024845"/>
                <a:gd name="connsiteY46" fmla="*/ 345884 h 834218"/>
                <a:gd name="connsiteX47" fmla="*/ 464112 w 3024845"/>
                <a:gd name="connsiteY47" fmla="*/ 345884 h 834218"/>
                <a:gd name="connsiteX48" fmla="*/ 464112 w 3024845"/>
                <a:gd name="connsiteY48" fmla="*/ 369664 h 834218"/>
                <a:gd name="connsiteX49" fmla="*/ 465126 w 3024845"/>
                <a:gd name="connsiteY49" fmla="*/ 369664 h 834218"/>
                <a:gd name="connsiteX50" fmla="*/ 472219 w 3024845"/>
                <a:gd name="connsiteY50" fmla="*/ 369664 h 834218"/>
                <a:gd name="connsiteX51" fmla="*/ 472219 w 3024845"/>
                <a:gd name="connsiteY51" fmla="*/ 368583 h 834218"/>
                <a:gd name="connsiteX52" fmla="*/ 472219 w 3024845"/>
                <a:gd name="connsiteY52" fmla="*/ 361017 h 834218"/>
                <a:gd name="connsiteX53" fmla="*/ 473992 w 3024845"/>
                <a:gd name="connsiteY53" fmla="*/ 361017 h 834218"/>
                <a:gd name="connsiteX54" fmla="*/ 486406 w 3024845"/>
                <a:gd name="connsiteY54" fmla="*/ 361017 h 834218"/>
                <a:gd name="connsiteX55" fmla="*/ 486406 w 3024845"/>
                <a:gd name="connsiteY55" fmla="*/ 386958 h 834218"/>
                <a:gd name="connsiteX56" fmla="*/ 488433 w 3024845"/>
                <a:gd name="connsiteY56" fmla="*/ 386958 h 834218"/>
                <a:gd name="connsiteX57" fmla="*/ 502619 w 3024845"/>
                <a:gd name="connsiteY57" fmla="*/ 386958 h 834218"/>
                <a:gd name="connsiteX58" fmla="*/ 502619 w 3024845"/>
                <a:gd name="connsiteY58" fmla="*/ 388579 h 834218"/>
                <a:gd name="connsiteX59" fmla="*/ 502619 w 3024845"/>
                <a:gd name="connsiteY59" fmla="*/ 399929 h 834218"/>
                <a:gd name="connsiteX60" fmla="*/ 503379 w 3024845"/>
                <a:gd name="connsiteY60" fmla="*/ 399929 h 834218"/>
                <a:gd name="connsiteX61" fmla="*/ 508700 w 3024845"/>
                <a:gd name="connsiteY61" fmla="*/ 399929 h 834218"/>
                <a:gd name="connsiteX62" fmla="*/ 508700 w 3024845"/>
                <a:gd name="connsiteY62" fmla="*/ 399118 h 834218"/>
                <a:gd name="connsiteX63" fmla="*/ 508700 w 3024845"/>
                <a:gd name="connsiteY63" fmla="*/ 393443 h 834218"/>
                <a:gd name="connsiteX64" fmla="*/ 539100 w 3024845"/>
                <a:gd name="connsiteY64" fmla="*/ 393443 h 834218"/>
                <a:gd name="connsiteX65" fmla="*/ 539100 w 3024845"/>
                <a:gd name="connsiteY65" fmla="*/ 417223 h 834218"/>
                <a:gd name="connsiteX66" fmla="*/ 540113 w 3024845"/>
                <a:gd name="connsiteY66" fmla="*/ 417223 h 834218"/>
                <a:gd name="connsiteX67" fmla="*/ 547207 w 3024845"/>
                <a:gd name="connsiteY67" fmla="*/ 417223 h 834218"/>
                <a:gd name="connsiteX68" fmla="*/ 547207 w 3024845"/>
                <a:gd name="connsiteY68" fmla="*/ 418304 h 834218"/>
                <a:gd name="connsiteX69" fmla="*/ 547207 w 3024845"/>
                <a:gd name="connsiteY69" fmla="*/ 425870 h 834218"/>
                <a:gd name="connsiteX70" fmla="*/ 547967 w 3024845"/>
                <a:gd name="connsiteY70" fmla="*/ 425870 h 834218"/>
                <a:gd name="connsiteX71" fmla="*/ 553287 w 3024845"/>
                <a:gd name="connsiteY71" fmla="*/ 425870 h 834218"/>
                <a:gd name="connsiteX72" fmla="*/ 553287 w 3024845"/>
                <a:gd name="connsiteY72" fmla="*/ 423708 h 834218"/>
                <a:gd name="connsiteX73" fmla="*/ 553287 w 3024845"/>
                <a:gd name="connsiteY73" fmla="*/ 408576 h 834218"/>
                <a:gd name="connsiteX74" fmla="*/ 554300 w 3024845"/>
                <a:gd name="connsiteY74" fmla="*/ 408576 h 834218"/>
                <a:gd name="connsiteX75" fmla="*/ 561394 w 3024845"/>
                <a:gd name="connsiteY75" fmla="*/ 408576 h 834218"/>
                <a:gd name="connsiteX76" fmla="*/ 561394 w 3024845"/>
                <a:gd name="connsiteY76" fmla="*/ 409657 h 834218"/>
                <a:gd name="connsiteX77" fmla="*/ 561394 w 3024845"/>
                <a:gd name="connsiteY77" fmla="*/ 417223 h 834218"/>
                <a:gd name="connsiteX78" fmla="*/ 566714 w 3024845"/>
                <a:gd name="connsiteY78" fmla="*/ 415230 h 834218"/>
                <a:gd name="connsiteX79" fmla="*/ 567474 w 3024845"/>
                <a:gd name="connsiteY79" fmla="*/ 414250 h 834218"/>
                <a:gd name="connsiteX80" fmla="*/ 567474 w 3024845"/>
                <a:gd name="connsiteY80" fmla="*/ 408576 h 834218"/>
                <a:gd name="connsiteX81" fmla="*/ 605981 w 3024845"/>
                <a:gd name="connsiteY81" fmla="*/ 408576 h 834218"/>
                <a:gd name="connsiteX82" fmla="*/ 605981 w 3024845"/>
                <a:gd name="connsiteY82" fmla="*/ 432355 h 834218"/>
                <a:gd name="connsiteX83" fmla="*/ 608007 w 3024845"/>
                <a:gd name="connsiteY83" fmla="*/ 432355 h 834218"/>
                <a:gd name="connsiteX84" fmla="*/ 622194 w 3024845"/>
                <a:gd name="connsiteY84" fmla="*/ 432355 h 834218"/>
                <a:gd name="connsiteX85" fmla="*/ 622194 w 3024845"/>
                <a:gd name="connsiteY85" fmla="*/ 433436 h 834218"/>
                <a:gd name="connsiteX86" fmla="*/ 622194 w 3024845"/>
                <a:gd name="connsiteY86" fmla="*/ 441002 h 834218"/>
                <a:gd name="connsiteX87" fmla="*/ 623968 w 3024845"/>
                <a:gd name="connsiteY87" fmla="*/ 441002 h 834218"/>
                <a:gd name="connsiteX88" fmla="*/ 636381 w 3024845"/>
                <a:gd name="connsiteY88" fmla="*/ 441002 h 834218"/>
                <a:gd name="connsiteX89" fmla="*/ 636381 w 3024845"/>
                <a:gd name="connsiteY89" fmla="*/ 417223 h 834218"/>
                <a:gd name="connsiteX90" fmla="*/ 637394 w 3024845"/>
                <a:gd name="connsiteY90" fmla="*/ 417223 h 834218"/>
                <a:gd name="connsiteX91" fmla="*/ 644488 w 3024845"/>
                <a:gd name="connsiteY91" fmla="*/ 417223 h 834218"/>
                <a:gd name="connsiteX92" fmla="*/ 644488 w 3024845"/>
                <a:gd name="connsiteY92" fmla="*/ 384796 h 834218"/>
                <a:gd name="connsiteX93" fmla="*/ 645501 w 3024845"/>
                <a:gd name="connsiteY93" fmla="*/ 384796 h 834218"/>
                <a:gd name="connsiteX94" fmla="*/ 652595 w 3024845"/>
                <a:gd name="connsiteY94" fmla="*/ 384796 h 834218"/>
                <a:gd name="connsiteX95" fmla="*/ 652595 w 3024845"/>
                <a:gd name="connsiteY95" fmla="*/ 382905 h 834218"/>
                <a:gd name="connsiteX96" fmla="*/ 652595 w 3024845"/>
                <a:gd name="connsiteY96" fmla="*/ 369664 h 834218"/>
                <a:gd name="connsiteX97" fmla="*/ 651328 w 3024845"/>
                <a:gd name="connsiteY97" fmla="*/ 368042 h 834218"/>
                <a:gd name="connsiteX98" fmla="*/ 656648 w 3024845"/>
                <a:gd name="connsiteY98" fmla="*/ 356693 h 834218"/>
                <a:gd name="connsiteX99" fmla="*/ 664755 w 3024845"/>
                <a:gd name="connsiteY99" fmla="*/ 384796 h 834218"/>
                <a:gd name="connsiteX100" fmla="*/ 665515 w 3024845"/>
                <a:gd name="connsiteY100" fmla="*/ 384796 h 834218"/>
                <a:gd name="connsiteX101" fmla="*/ 670835 w 3024845"/>
                <a:gd name="connsiteY101" fmla="*/ 384796 h 834218"/>
                <a:gd name="connsiteX102" fmla="*/ 670835 w 3024845"/>
                <a:gd name="connsiteY102" fmla="*/ 278869 h 834218"/>
                <a:gd name="connsiteX103" fmla="*/ 672355 w 3024845"/>
                <a:gd name="connsiteY103" fmla="*/ 278869 h 834218"/>
                <a:gd name="connsiteX104" fmla="*/ 682995 w 3024845"/>
                <a:gd name="connsiteY104" fmla="*/ 278869 h 834218"/>
                <a:gd name="connsiteX105" fmla="*/ 682995 w 3024845"/>
                <a:gd name="connsiteY105" fmla="*/ 231310 h 834218"/>
                <a:gd name="connsiteX106" fmla="*/ 709342 w 3024845"/>
                <a:gd name="connsiteY106" fmla="*/ 231310 h 834218"/>
                <a:gd name="connsiteX107" fmla="*/ 709342 w 3024845"/>
                <a:gd name="connsiteY107" fmla="*/ 209692 h 834218"/>
                <a:gd name="connsiteX108" fmla="*/ 743796 w 3024845"/>
                <a:gd name="connsiteY108" fmla="*/ 209692 h 834218"/>
                <a:gd name="connsiteX109" fmla="*/ 743796 w 3024845"/>
                <a:gd name="connsiteY109" fmla="*/ 212124 h 834218"/>
                <a:gd name="connsiteX110" fmla="*/ 743796 w 3024845"/>
                <a:gd name="connsiteY110" fmla="*/ 229148 h 834218"/>
                <a:gd name="connsiteX111" fmla="*/ 746076 w 3024845"/>
                <a:gd name="connsiteY111" fmla="*/ 229148 h 834218"/>
                <a:gd name="connsiteX112" fmla="*/ 762036 w 3024845"/>
                <a:gd name="connsiteY112" fmla="*/ 229148 h 834218"/>
                <a:gd name="connsiteX113" fmla="*/ 762036 w 3024845"/>
                <a:gd name="connsiteY113" fmla="*/ 276707 h 834218"/>
                <a:gd name="connsiteX114" fmla="*/ 763049 w 3024845"/>
                <a:gd name="connsiteY114" fmla="*/ 276707 h 834218"/>
                <a:gd name="connsiteX115" fmla="*/ 770143 w 3024845"/>
                <a:gd name="connsiteY115" fmla="*/ 276707 h 834218"/>
                <a:gd name="connsiteX116" fmla="*/ 784330 w 3024845"/>
                <a:gd name="connsiteY116" fmla="*/ 281031 h 834218"/>
                <a:gd name="connsiteX117" fmla="*/ 784330 w 3024845"/>
                <a:gd name="connsiteY117" fmla="*/ 319943 h 834218"/>
                <a:gd name="connsiteX118" fmla="*/ 785343 w 3024845"/>
                <a:gd name="connsiteY118" fmla="*/ 319943 h 834218"/>
                <a:gd name="connsiteX119" fmla="*/ 792436 w 3024845"/>
                <a:gd name="connsiteY119" fmla="*/ 319943 h 834218"/>
                <a:gd name="connsiteX120" fmla="*/ 792436 w 3024845"/>
                <a:gd name="connsiteY120" fmla="*/ 321564 h 834218"/>
                <a:gd name="connsiteX121" fmla="*/ 792436 w 3024845"/>
                <a:gd name="connsiteY121" fmla="*/ 332913 h 834218"/>
                <a:gd name="connsiteX122" fmla="*/ 794463 w 3024845"/>
                <a:gd name="connsiteY122" fmla="*/ 332913 h 834218"/>
                <a:gd name="connsiteX123" fmla="*/ 808650 w 3024845"/>
                <a:gd name="connsiteY123" fmla="*/ 332913 h 834218"/>
                <a:gd name="connsiteX124" fmla="*/ 814730 w 3024845"/>
                <a:gd name="connsiteY124" fmla="*/ 339399 h 834218"/>
                <a:gd name="connsiteX125" fmla="*/ 814730 w 3024845"/>
                <a:gd name="connsiteY125" fmla="*/ 361017 h 834218"/>
                <a:gd name="connsiteX126" fmla="*/ 817010 w 3024845"/>
                <a:gd name="connsiteY126" fmla="*/ 361017 h 834218"/>
                <a:gd name="connsiteX127" fmla="*/ 832970 w 3024845"/>
                <a:gd name="connsiteY127" fmla="*/ 361017 h 834218"/>
                <a:gd name="connsiteX128" fmla="*/ 832970 w 3024845"/>
                <a:gd name="connsiteY128" fmla="*/ 362097 h 834218"/>
                <a:gd name="connsiteX129" fmla="*/ 832970 w 3024845"/>
                <a:gd name="connsiteY129" fmla="*/ 369664 h 834218"/>
                <a:gd name="connsiteX130" fmla="*/ 834237 w 3024845"/>
                <a:gd name="connsiteY130" fmla="*/ 369664 h 834218"/>
                <a:gd name="connsiteX131" fmla="*/ 843104 w 3024845"/>
                <a:gd name="connsiteY131" fmla="*/ 369664 h 834218"/>
                <a:gd name="connsiteX132" fmla="*/ 843104 w 3024845"/>
                <a:gd name="connsiteY132" fmla="*/ 371825 h 834218"/>
                <a:gd name="connsiteX133" fmla="*/ 843104 w 3024845"/>
                <a:gd name="connsiteY133" fmla="*/ 386958 h 834218"/>
                <a:gd name="connsiteX134" fmla="*/ 847157 w 3024845"/>
                <a:gd name="connsiteY134" fmla="*/ 385066 h 834218"/>
                <a:gd name="connsiteX135" fmla="*/ 847157 w 3024845"/>
                <a:gd name="connsiteY135" fmla="*/ 371825 h 834218"/>
                <a:gd name="connsiteX136" fmla="*/ 848170 w 3024845"/>
                <a:gd name="connsiteY136" fmla="*/ 371825 h 834218"/>
                <a:gd name="connsiteX137" fmla="*/ 855264 w 3024845"/>
                <a:gd name="connsiteY137" fmla="*/ 371825 h 834218"/>
                <a:gd name="connsiteX138" fmla="*/ 855264 w 3024845"/>
                <a:gd name="connsiteY138" fmla="*/ 373447 h 834218"/>
                <a:gd name="connsiteX139" fmla="*/ 855264 w 3024845"/>
                <a:gd name="connsiteY139" fmla="*/ 384796 h 834218"/>
                <a:gd name="connsiteX140" fmla="*/ 856024 w 3024845"/>
                <a:gd name="connsiteY140" fmla="*/ 384796 h 834218"/>
                <a:gd name="connsiteX141" fmla="*/ 861344 w 3024845"/>
                <a:gd name="connsiteY141" fmla="*/ 384796 h 834218"/>
                <a:gd name="connsiteX142" fmla="*/ 909984 w 3024845"/>
                <a:gd name="connsiteY142" fmla="*/ 380473 h 834218"/>
                <a:gd name="connsiteX143" fmla="*/ 909984 w 3024845"/>
                <a:gd name="connsiteY143" fmla="*/ 381824 h 834218"/>
                <a:gd name="connsiteX144" fmla="*/ 909984 w 3024845"/>
                <a:gd name="connsiteY144" fmla="*/ 391281 h 834218"/>
                <a:gd name="connsiteX145" fmla="*/ 910744 w 3024845"/>
                <a:gd name="connsiteY145" fmla="*/ 391281 h 834218"/>
                <a:gd name="connsiteX146" fmla="*/ 916065 w 3024845"/>
                <a:gd name="connsiteY146" fmla="*/ 391281 h 834218"/>
                <a:gd name="connsiteX147" fmla="*/ 916065 w 3024845"/>
                <a:gd name="connsiteY147" fmla="*/ 393443 h 834218"/>
                <a:gd name="connsiteX148" fmla="*/ 916065 w 3024845"/>
                <a:gd name="connsiteY148" fmla="*/ 408576 h 834218"/>
                <a:gd name="connsiteX149" fmla="*/ 918091 w 3024845"/>
                <a:gd name="connsiteY149" fmla="*/ 407225 h 834218"/>
                <a:gd name="connsiteX150" fmla="*/ 932278 w 3024845"/>
                <a:gd name="connsiteY150" fmla="*/ 397767 h 834218"/>
                <a:gd name="connsiteX151" fmla="*/ 938358 w 3024845"/>
                <a:gd name="connsiteY151" fmla="*/ 356693 h 834218"/>
                <a:gd name="connsiteX152" fmla="*/ 939118 w 3024845"/>
                <a:gd name="connsiteY152" fmla="*/ 356423 h 834218"/>
                <a:gd name="connsiteX153" fmla="*/ 944438 w 3024845"/>
                <a:gd name="connsiteY153" fmla="*/ 354531 h 834218"/>
                <a:gd name="connsiteX154" fmla="*/ 946465 w 3024845"/>
                <a:gd name="connsiteY154" fmla="*/ 285354 h 834218"/>
                <a:gd name="connsiteX155" fmla="*/ 948492 w 3024845"/>
                <a:gd name="connsiteY155" fmla="*/ 354531 h 834218"/>
                <a:gd name="connsiteX156" fmla="*/ 949252 w 3024845"/>
                <a:gd name="connsiteY156" fmla="*/ 354801 h 834218"/>
                <a:gd name="connsiteX157" fmla="*/ 954572 w 3024845"/>
                <a:gd name="connsiteY157" fmla="*/ 356693 h 834218"/>
                <a:gd name="connsiteX158" fmla="*/ 954572 w 3024845"/>
                <a:gd name="connsiteY158" fmla="*/ 270222 h 834218"/>
                <a:gd name="connsiteX159" fmla="*/ 958625 w 3024845"/>
                <a:gd name="connsiteY159" fmla="*/ 237795 h 834218"/>
                <a:gd name="connsiteX160" fmla="*/ 997132 w 3024845"/>
                <a:gd name="connsiteY160" fmla="*/ 237795 h 834218"/>
                <a:gd name="connsiteX161" fmla="*/ 997132 w 3024845"/>
                <a:gd name="connsiteY161" fmla="*/ 270222 h 834218"/>
                <a:gd name="connsiteX162" fmla="*/ 997892 w 3024845"/>
                <a:gd name="connsiteY162" fmla="*/ 270222 h 834218"/>
                <a:gd name="connsiteX163" fmla="*/ 1003212 w 3024845"/>
                <a:gd name="connsiteY163" fmla="*/ 270222 h 834218"/>
                <a:gd name="connsiteX164" fmla="*/ 1003212 w 3024845"/>
                <a:gd name="connsiteY164" fmla="*/ 188074 h 834218"/>
                <a:gd name="connsiteX165" fmla="*/ 1004986 w 3024845"/>
                <a:gd name="connsiteY165" fmla="*/ 188074 h 834218"/>
                <a:gd name="connsiteX166" fmla="*/ 1017399 w 3024845"/>
                <a:gd name="connsiteY166" fmla="*/ 188074 h 834218"/>
                <a:gd name="connsiteX167" fmla="*/ 1017399 w 3024845"/>
                <a:gd name="connsiteY167" fmla="*/ 186183 h 834218"/>
                <a:gd name="connsiteX168" fmla="*/ 1017399 w 3024845"/>
                <a:gd name="connsiteY168" fmla="*/ 172942 h 834218"/>
                <a:gd name="connsiteX169" fmla="*/ 1039693 w 3024845"/>
                <a:gd name="connsiteY169" fmla="*/ 172942 h 834218"/>
                <a:gd name="connsiteX170" fmla="*/ 1039693 w 3024845"/>
                <a:gd name="connsiteY170" fmla="*/ 171861 h 834218"/>
                <a:gd name="connsiteX171" fmla="*/ 1039693 w 3024845"/>
                <a:gd name="connsiteY171" fmla="*/ 164295 h 834218"/>
                <a:gd name="connsiteX172" fmla="*/ 1041466 w 3024845"/>
                <a:gd name="connsiteY172" fmla="*/ 164295 h 834218"/>
                <a:gd name="connsiteX173" fmla="*/ 1053880 w 3024845"/>
                <a:gd name="connsiteY173" fmla="*/ 164295 h 834218"/>
                <a:gd name="connsiteX174" fmla="*/ 1053880 w 3024845"/>
                <a:gd name="connsiteY174" fmla="*/ 165376 h 834218"/>
                <a:gd name="connsiteX175" fmla="*/ 1053880 w 3024845"/>
                <a:gd name="connsiteY175" fmla="*/ 172942 h 834218"/>
                <a:gd name="connsiteX176" fmla="*/ 1054640 w 3024845"/>
                <a:gd name="connsiteY176" fmla="*/ 172942 h 834218"/>
                <a:gd name="connsiteX177" fmla="*/ 1059960 w 3024845"/>
                <a:gd name="connsiteY177" fmla="*/ 172942 h 834218"/>
                <a:gd name="connsiteX178" fmla="*/ 1070093 w 3024845"/>
                <a:gd name="connsiteY178" fmla="*/ 168618 h 834218"/>
                <a:gd name="connsiteX179" fmla="*/ 1074146 w 3024845"/>
                <a:gd name="connsiteY179" fmla="*/ 171861 h 834218"/>
                <a:gd name="connsiteX180" fmla="*/ 1074146 w 3024845"/>
                <a:gd name="connsiteY180" fmla="*/ 164295 h 834218"/>
                <a:gd name="connsiteX181" fmla="*/ 1076426 w 3024845"/>
                <a:gd name="connsiteY181" fmla="*/ 164295 h 834218"/>
                <a:gd name="connsiteX182" fmla="*/ 1092387 w 3024845"/>
                <a:gd name="connsiteY182" fmla="*/ 164295 h 834218"/>
                <a:gd name="connsiteX183" fmla="*/ 1092387 w 3024845"/>
                <a:gd name="connsiteY183" fmla="*/ 165376 h 834218"/>
                <a:gd name="connsiteX184" fmla="*/ 1092387 w 3024845"/>
                <a:gd name="connsiteY184" fmla="*/ 172942 h 834218"/>
                <a:gd name="connsiteX185" fmla="*/ 1122787 w 3024845"/>
                <a:gd name="connsiteY185" fmla="*/ 172942 h 834218"/>
                <a:gd name="connsiteX186" fmla="*/ 1122787 w 3024845"/>
                <a:gd name="connsiteY186" fmla="*/ 174563 h 834218"/>
                <a:gd name="connsiteX187" fmla="*/ 1122787 w 3024845"/>
                <a:gd name="connsiteY187" fmla="*/ 185913 h 834218"/>
                <a:gd name="connsiteX188" fmla="*/ 1149134 w 3024845"/>
                <a:gd name="connsiteY188" fmla="*/ 185913 h 834218"/>
                <a:gd name="connsiteX189" fmla="*/ 1149134 w 3024845"/>
                <a:gd name="connsiteY189" fmla="*/ 216177 h 834218"/>
                <a:gd name="connsiteX190" fmla="*/ 1149894 w 3024845"/>
                <a:gd name="connsiteY190" fmla="*/ 216177 h 834218"/>
                <a:gd name="connsiteX191" fmla="*/ 1155214 w 3024845"/>
                <a:gd name="connsiteY191" fmla="*/ 216177 h 834218"/>
                <a:gd name="connsiteX192" fmla="*/ 1155214 w 3024845"/>
                <a:gd name="connsiteY192" fmla="*/ 217258 h 834218"/>
                <a:gd name="connsiteX193" fmla="*/ 1155214 w 3024845"/>
                <a:gd name="connsiteY193" fmla="*/ 224825 h 834218"/>
                <a:gd name="connsiteX194" fmla="*/ 1159268 w 3024845"/>
                <a:gd name="connsiteY194" fmla="*/ 255089 h 834218"/>
                <a:gd name="connsiteX195" fmla="*/ 1160028 w 3024845"/>
                <a:gd name="connsiteY195" fmla="*/ 255089 h 834218"/>
                <a:gd name="connsiteX196" fmla="*/ 1165348 w 3024845"/>
                <a:gd name="connsiteY196" fmla="*/ 255089 h 834218"/>
                <a:gd name="connsiteX197" fmla="*/ 1165348 w 3024845"/>
                <a:gd name="connsiteY197" fmla="*/ 255900 h 834218"/>
                <a:gd name="connsiteX198" fmla="*/ 1165348 w 3024845"/>
                <a:gd name="connsiteY198" fmla="*/ 261575 h 834218"/>
                <a:gd name="connsiteX199" fmla="*/ 1166361 w 3024845"/>
                <a:gd name="connsiteY199" fmla="*/ 261575 h 834218"/>
                <a:gd name="connsiteX200" fmla="*/ 1173454 w 3024845"/>
                <a:gd name="connsiteY200" fmla="*/ 261575 h 834218"/>
                <a:gd name="connsiteX201" fmla="*/ 1173454 w 3024845"/>
                <a:gd name="connsiteY201" fmla="*/ 291840 h 834218"/>
                <a:gd name="connsiteX202" fmla="*/ 1175481 w 3024845"/>
                <a:gd name="connsiteY202" fmla="*/ 291840 h 834218"/>
                <a:gd name="connsiteX203" fmla="*/ 1189668 w 3024845"/>
                <a:gd name="connsiteY203" fmla="*/ 291840 h 834218"/>
                <a:gd name="connsiteX204" fmla="*/ 1189668 w 3024845"/>
                <a:gd name="connsiteY204" fmla="*/ 315619 h 834218"/>
                <a:gd name="connsiteX205" fmla="*/ 1191695 w 3024845"/>
                <a:gd name="connsiteY205" fmla="*/ 317240 h 834218"/>
                <a:gd name="connsiteX206" fmla="*/ 1191695 w 3024845"/>
                <a:gd name="connsiteY206" fmla="*/ 328590 h 834218"/>
                <a:gd name="connsiteX207" fmla="*/ 1192455 w 3024845"/>
                <a:gd name="connsiteY207" fmla="*/ 328590 h 834218"/>
                <a:gd name="connsiteX208" fmla="*/ 1197775 w 3024845"/>
                <a:gd name="connsiteY208" fmla="*/ 328590 h 834218"/>
                <a:gd name="connsiteX209" fmla="*/ 1197775 w 3024845"/>
                <a:gd name="connsiteY209" fmla="*/ 352369 h 834218"/>
                <a:gd name="connsiteX210" fmla="*/ 1199041 w 3024845"/>
                <a:gd name="connsiteY210" fmla="*/ 352369 h 834218"/>
                <a:gd name="connsiteX211" fmla="*/ 1207908 w 3024845"/>
                <a:gd name="connsiteY211" fmla="*/ 352369 h 834218"/>
                <a:gd name="connsiteX212" fmla="*/ 1209935 w 3024845"/>
                <a:gd name="connsiteY212" fmla="*/ 356423 h 834218"/>
                <a:gd name="connsiteX213" fmla="*/ 1209935 w 3024845"/>
                <a:gd name="connsiteY213" fmla="*/ 369664 h 834218"/>
                <a:gd name="connsiteX214" fmla="*/ 1211455 w 3024845"/>
                <a:gd name="connsiteY214" fmla="*/ 367772 h 834218"/>
                <a:gd name="connsiteX215" fmla="*/ 1222095 w 3024845"/>
                <a:gd name="connsiteY215" fmla="*/ 354531 h 834218"/>
                <a:gd name="connsiteX216" fmla="*/ 1250469 w 3024845"/>
                <a:gd name="connsiteY216" fmla="*/ 354531 h 834218"/>
                <a:gd name="connsiteX217" fmla="*/ 1250469 w 3024845"/>
                <a:gd name="connsiteY217" fmla="*/ 441002 h 834218"/>
                <a:gd name="connsiteX218" fmla="*/ 1251229 w 3024845"/>
                <a:gd name="connsiteY218" fmla="*/ 441002 h 834218"/>
                <a:gd name="connsiteX219" fmla="*/ 1256549 w 3024845"/>
                <a:gd name="connsiteY219" fmla="*/ 441002 h 834218"/>
                <a:gd name="connsiteX220" fmla="*/ 1257309 w 3024845"/>
                <a:gd name="connsiteY220" fmla="*/ 439651 h 834218"/>
                <a:gd name="connsiteX221" fmla="*/ 1262629 w 3024845"/>
                <a:gd name="connsiteY221" fmla="*/ 430193 h 834218"/>
                <a:gd name="connsiteX222" fmla="*/ 1262629 w 3024845"/>
                <a:gd name="connsiteY222" fmla="*/ 432085 h 834218"/>
                <a:gd name="connsiteX223" fmla="*/ 1262629 w 3024845"/>
                <a:gd name="connsiteY223" fmla="*/ 445326 h 834218"/>
                <a:gd name="connsiteX224" fmla="*/ 1266682 w 3024845"/>
                <a:gd name="connsiteY224" fmla="*/ 399929 h 834218"/>
                <a:gd name="connsiteX225" fmla="*/ 1267442 w 3024845"/>
                <a:gd name="connsiteY225" fmla="*/ 399929 h 834218"/>
                <a:gd name="connsiteX226" fmla="*/ 1272762 w 3024845"/>
                <a:gd name="connsiteY226" fmla="*/ 399929 h 834218"/>
                <a:gd name="connsiteX227" fmla="*/ 1272762 w 3024845"/>
                <a:gd name="connsiteY227" fmla="*/ 335075 h 834218"/>
                <a:gd name="connsiteX228" fmla="*/ 1273776 w 3024845"/>
                <a:gd name="connsiteY228" fmla="*/ 335075 h 834218"/>
                <a:gd name="connsiteX229" fmla="*/ 1280869 w 3024845"/>
                <a:gd name="connsiteY229" fmla="*/ 335075 h 834218"/>
                <a:gd name="connsiteX230" fmla="*/ 1293029 w 3024845"/>
                <a:gd name="connsiteY230" fmla="*/ 291840 h 834218"/>
                <a:gd name="connsiteX231" fmla="*/ 1294296 w 3024845"/>
                <a:gd name="connsiteY231" fmla="*/ 291840 h 834218"/>
                <a:gd name="connsiteX232" fmla="*/ 1303163 w 3024845"/>
                <a:gd name="connsiteY232" fmla="*/ 291840 h 834218"/>
                <a:gd name="connsiteX233" fmla="*/ 1313296 w 3024845"/>
                <a:gd name="connsiteY233" fmla="*/ 335075 h 834218"/>
                <a:gd name="connsiteX234" fmla="*/ 1314309 w 3024845"/>
                <a:gd name="connsiteY234" fmla="*/ 335075 h 834218"/>
                <a:gd name="connsiteX235" fmla="*/ 1321403 w 3024845"/>
                <a:gd name="connsiteY235" fmla="*/ 335075 h 834218"/>
                <a:gd name="connsiteX236" fmla="*/ 1321403 w 3024845"/>
                <a:gd name="connsiteY236" fmla="*/ 373987 h 834218"/>
                <a:gd name="connsiteX237" fmla="*/ 1323176 w 3024845"/>
                <a:gd name="connsiteY237" fmla="*/ 373987 h 834218"/>
                <a:gd name="connsiteX238" fmla="*/ 1335590 w 3024845"/>
                <a:gd name="connsiteY238" fmla="*/ 373987 h 834218"/>
                <a:gd name="connsiteX239" fmla="*/ 1335590 w 3024845"/>
                <a:gd name="connsiteY239" fmla="*/ 376149 h 834218"/>
                <a:gd name="connsiteX240" fmla="*/ 1335590 w 3024845"/>
                <a:gd name="connsiteY240" fmla="*/ 391281 h 834218"/>
                <a:gd name="connsiteX241" fmla="*/ 1339643 w 3024845"/>
                <a:gd name="connsiteY241" fmla="*/ 389120 h 834218"/>
                <a:gd name="connsiteX242" fmla="*/ 1339643 w 3024845"/>
                <a:gd name="connsiteY242" fmla="*/ 373987 h 834218"/>
                <a:gd name="connsiteX243" fmla="*/ 1341163 w 3024845"/>
                <a:gd name="connsiteY243" fmla="*/ 373987 h 834218"/>
                <a:gd name="connsiteX244" fmla="*/ 1351803 w 3024845"/>
                <a:gd name="connsiteY244" fmla="*/ 373987 h 834218"/>
                <a:gd name="connsiteX245" fmla="*/ 1351803 w 3024845"/>
                <a:gd name="connsiteY245" fmla="*/ 375608 h 834218"/>
                <a:gd name="connsiteX246" fmla="*/ 1351803 w 3024845"/>
                <a:gd name="connsiteY246" fmla="*/ 386958 h 834218"/>
                <a:gd name="connsiteX247" fmla="*/ 1382204 w 3024845"/>
                <a:gd name="connsiteY247" fmla="*/ 386958 h 834218"/>
                <a:gd name="connsiteX248" fmla="*/ 1382204 w 3024845"/>
                <a:gd name="connsiteY248" fmla="*/ 350208 h 834218"/>
                <a:gd name="connsiteX249" fmla="*/ 1383470 w 3024845"/>
                <a:gd name="connsiteY249" fmla="*/ 350208 h 834218"/>
                <a:gd name="connsiteX250" fmla="*/ 1392337 w 3024845"/>
                <a:gd name="connsiteY250" fmla="*/ 350208 h 834218"/>
                <a:gd name="connsiteX251" fmla="*/ 1392337 w 3024845"/>
                <a:gd name="connsiteY251" fmla="*/ 371825 h 834218"/>
                <a:gd name="connsiteX252" fmla="*/ 1394364 w 3024845"/>
                <a:gd name="connsiteY252" fmla="*/ 339399 h 834218"/>
                <a:gd name="connsiteX253" fmla="*/ 1416657 w 3024845"/>
                <a:gd name="connsiteY253" fmla="*/ 339399 h 834218"/>
                <a:gd name="connsiteX254" fmla="*/ 1416657 w 3024845"/>
                <a:gd name="connsiteY254" fmla="*/ 337777 h 834218"/>
                <a:gd name="connsiteX255" fmla="*/ 1416657 w 3024845"/>
                <a:gd name="connsiteY255" fmla="*/ 326428 h 834218"/>
                <a:gd name="connsiteX256" fmla="*/ 1417417 w 3024845"/>
                <a:gd name="connsiteY256" fmla="*/ 326428 h 834218"/>
                <a:gd name="connsiteX257" fmla="*/ 1422737 w 3024845"/>
                <a:gd name="connsiteY257" fmla="*/ 326428 h 834218"/>
                <a:gd name="connsiteX258" fmla="*/ 1422737 w 3024845"/>
                <a:gd name="connsiteY258" fmla="*/ 324537 h 834218"/>
                <a:gd name="connsiteX259" fmla="*/ 1422737 w 3024845"/>
                <a:gd name="connsiteY259" fmla="*/ 311296 h 834218"/>
                <a:gd name="connsiteX260" fmla="*/ 1426791 w 3024845"/>
                <a:gd name="connsiteY260" fmla="*/ 317781 h 834218"/>
                <a:gd name="connsiteX261" fmla="*/ 1429071 w 3024845"/>
                <a:gd name="connsiteY261" fmla="*/ 317781 h 834218"/>
                <a:gd name="connsiteX262" fmla="*/ 1445031 w 3024845"/>
                <a:gd name="connsiteY262" fmla="*/ 317781 h 834218"/>
                <a:gd name="connsiteX263" fmla="*/ 1445031 w 3024845"/>
                <a:gd name="connsiteY263" fmla="*/ 316970 h 834218"/>
                <a:gd name="connsiteX264" fmla="*/ 1445031 w 3024845"/>
                <a:gd name="connsiteY264" fmla="*/ 311296 h 834218"/>
                <a:gd name="connsiteX265" fmla="*/ 1445791 w 3024845"/>
                <a:gd name="connsiteY265" fmla="*/ 311296 h 834218"/>
                <a:gd name="connsiteX266" fmla="*/ 1451111 w 3024845"/>
                <a:gd name="connsiteY266" fmla="*/ 311296 h 834218"/>
                <a:gd name="connsiteX267" fmla="*/ 1451111 w 3024845"/>
                <a:gd name="connsiteY267" fmla="*/ 312647 h 834218"/>
                <a:gd name="connsiteX268" fmla="*/ 1451111 w 3024845"/>
                <a:gd name="connsiteY268" fmla="*/ 322105 h 834218"/>
                <a:gd name="connsiteX269" fmla="*/ 1489618 w 3024845"/>
                <a:gd name="connsiteY269" fmla="*/ 322105 h 834218"/>
                <a:gd name="connsiteX270" fmla="*/ 1489618 w 3024845"/>
                <a:gd name="connsiteY270" fmla="*/ 460458 h 834218"/>
                <a:gd name="connsiteX271" fmla="*/ 1491138 w 3024845"/>
                <a:gd name="connsiteY271" fmla="*/ 460458 h 834218"/>
                <a:gd name="connsiteX272" fmla="*/ 1501778 w 3024845"/>
                <a:gd name="connsiteY272" fmla="*/ 460458 h 834218"/>
                <a:gd name="connsiteX273" fmla="*/ 1501778 w 3024845"/>
                <a:gd name="connsiteY273" fmla="*/ 447488 h 834218"/>
                <a:gd name="connsiteX274" fmla="*/ 1505832 w 3024845"/>
                <a:gd name="connsiteY274" fmla="*/ 447488 h 834218"/>
                <a:gd name="connsiteX275" fmla="*/ 1505832 w 3024845"/>
                <a:gd name="connsiteY275" fmla="*/ 460458 h 834218"/>
                <a:gd name="connsiteX276" fmla="*/ 1536232 w 3024845"/>
                <a:gd name="connsiteY276" fmla="*/ 460458 h 834218"/>
                <a:gd name="connsiteX277" fmla="*/ 1536232 w 3024845"/>
                <a:gd name="connsiteY277" fmla="*/ 430193 h 834218"/>
                <a:gd name="connsiteX278" fmla="*/ 1548392 w 3024845"/>
                <a:gd name="connsiteY278" fmla="*/ 430193 h 834218"/>
                <a:gd name="connsiteX279" fmla="*/ 1560552 w 3024845"/>
                <a:gd name="connsiteY279" fmla="*/ 428032 h 834218"/>
                <a:gd name="connsiteX280" fmla="*/ 1564606 w 3024845"/>
                <a:gd name="connsiteY280" fmla="*/ 430193 h 834218"/>
                <a:gd name="connsiteX281" fmla="*/ 1574739 w 3024845"/>
                <a:gd name="connsiteY281" fmla="*/ 430193 h 834218"/>
                <a:gd name="connsiteX282" fmla="*/ 1574739 w 3024845"/>
                <a:gd name="connsiteY282" fmla="*/ 460458 h 834218"/>
                <a:gd name="connsiteX283" fmla="*/ 1582846 w 3024845"/>
                <a:gd name="connsiteY283" fmla="*/ 460458 h 834218"/>
                <a:gd name="connsiteX284" fmla="*/ 1582846 w 3024845"/>
                <a:gd name="connsiteY284" fmla="*/ 477753 h 834218"/>
                <a:gd name="connsiteX285" fmla="*/ 1592182 w 3024845"/>
                <a:gd name="connsiteY285" fmla="*/ 478658 h 834218"/>
                <a:gd name="connsiteX286" fmla="*/ 1605140 w 3024845"/>
                <a:gd name="connsiteY286" fmla="*/ 478658 h 834218"/>
                <a:gd name="connsiteX287" fmla="*/ 1605140 w 3024845"/>
                <a:gd name="connsiteY287" fmla="*/ 462620 h 834218"/>
                <a:gd name="connsiteX288" fmla="*/ 1673096 w 3024845"/>
                <a:gd name="connsiteY288" fmla="*/ 462620 h 834218"/>
                <a:gd name="connsiteX289" fmla="*/ 1673096 w 3024845"/>
                <a:gd name="connsiteY289" fmla="*/ 377367 h 834218"/>
                <a:gd name="connsiteX290" fmla="*/ 1745104 w 3024845"/>
                <a:gd name="connsiteY290" fmla="*/ 377367 h 834218"/>
                <a:gd name="connsiteX291" fmla="*/ 1745104 w 3024845"/>
                <a:gd name="connsiteY291" fmla="*/ 456135 h 834218"/>
                <a:gd name="connsiteX292" fmla="*/ 1747008 w 3024845"/>
                <a:gd name="connsiteY292" fmla="*/ 456135 h 834218"/>
                <a:gd name="connsiteX293" fmla="*/ 1748250 w 3024845"/>
                <a:gd name="connsiteY293" fmla="*/ 478658 h 834218"/>
                <a:gd name="connsiteX294" fmla="*/ 1757926 w 3024845"/>
                <a:gd name="connsiteY294" fmla="*/ 478658 h 834218"/>
                <a:gd name="connsiteX295" fmla="*/ 1759168 w 3024845"/>
                <a:gd name="connsiteY295" fmla="*/ 456135 h 834218"/>
                <a:gd name="connsiteX296" fmla="*/ 1765248 w 3024845"/>
                <a:gd name="connsiteY296" fmla="*/ 456135 h 834218"/>
                <a:gd name="connsiteX297" fmla="*/ 1766490 w 3024845"/>
                <a:gd name="connsiteY297" fmla="*/ 478658 h 834218"/>
                <a:gd name="connsiteX298" fmla="*/ 1817112 w 3024845"/>
                <a:gd name="connsiteY298" fmla="*/ 478658 h 834218"/>
                <a:gd name="connsiteX299" fmla="*/ 1817112 w 3024845"/>
                <a:gd name="connsiteY299" fmla="*/ 315630 h 834218"/>
                <a:gd name="connsiteX300" fmla="*/ 2014439 w 3024845"/>
                <a:gd name="connsiteY300" fmla="*/ 315630 h 834218"/>
                <a:gd name="connsiteX301" fmla="*/ 2014439 w 3024845"/>
                <a:gd name="connsiteY301" fmla="*/ 478658 h 834218"/>
                <a:gd name="connsiteX302" fmla="*/ 2033136 w 3024845"/>
                <a:gd name="connsiteY302" fmla="*/ 478658 h 834218"/>
                <a:gd name="connsiteX303" fmla="*/ 2033136 w 3024845"/>
                <a:gd name="connsiteY303" fmla="*/ 395965 h 834218"/>
                <a:gd name="connsiteX304" fmla="*/ 2128256 w 3024845"/>
                <a:gd name="connsiteY304" fmla="*/ 395965 h 834218"/>
                <a:gd name="connsiteX305" fmla="*/ 2180720 w 3024845"/>
                <a:gd name="connsiteY305" fmla="*/ 330752 h 834218"/>
                <a:gd name="connsiteX306" fmla="*/ 2245574 w 3024845"/>
                <a:gd name="connsiteY306" fmla="*/ 330752 h 834218"/>
                <a:gd name="connsiteX307" fmla="*/ 2245574 w 3024845"/>
                <a:gd name="connsiteY307" fmla="*/ 406414 h 834218"/>
                <a:gd name="connsiteX308" fmla="*/ 2253681 w 3024845"/>
                <a:gd name="connsiteY308" fmla="*/ 406414 h 834218"/>
                <a:gd name="connsiteX309" fmla="*/ 2255708 w 3024845"/>
                <a:gd name="connsiteY309" fmla="*/ 399929 h 834218"/>
                <a:gd name="connsiteX310" fmla="*/ 2261788 w 3024845"/>
                <a:gd name="connsiteY310" fmla="*/ 399929 h 834218"/>
                <a:gd name="connsiteX311" fmla="*/ 2263815 w 3024845"/>
                <a:gd name="connsiteY311" fmla="*/ 408576 h 834218"/>
                <a:gd name="connsiteX312" fmla="*/ 2275975 w 3024845"/>
                <a:gd name="connsiteY312" fmla="*/ 408576 h 834218"/>
                <a:gd name="connsiteX313" fmla="*/ 2275975 w 3024845"/>
                <a:gd name="connsiteY313" fmla="*/ 402090 h 834218"/>
                <a:gd name="connsiteX314" fmla="*/ 2298268 w 3024845"/>
                <a:gd name="connsiteY314" fmla="*/ 402090 h 834218"/>
                <a:gd name="connsiteX315" fmla="*/ 2298268 w 3024845"/>
                <a:gd name="connsiteY315" fmla="*/ 408576 h 834218"/>
                <a:gd name="connsiteX316" fmla="*/ 2318535 w 3024845"/>
                <a:gd name="connsiteY316" fmla="*/ 408576 h 834218"/>
                <a:gd name="connsiteX317" fmla="*/ 2318535 w 3024845"/>
                <a:gd name="connsiteY317" fmla="*/ 453973 h 834218"/>
                <a:gd name="connsiteX318" fmla="*/ 2332722 w 3024845"/>
                <a:gd name="connsiteY318" fmla="*/ 453973 h 834218"/>
                <a:gd name="connsiteX319" fmla="*/ 2332722 w 3024845"/>
                <a:gd name="connsiteY319" fmla="*/ 441002 h 834218"/>
                <a:gd name="connsiteX320" fmla="*/ 2348936 w 3024845"/>
                <a:gd name="connsiteY320" fmla="*/ 441002 h 834218"/>
                <a:gd name="connsiteX321" fmla="*/ 2348936 w 3024845"/>
                <a:gd name="connsiteY321" fmla="*/ 261575 h 834218"/>
                <a:gd name="connsiteX322" fmla="*/ 2355016 w 3024845"/>
                <a:gd name="connsiteY322" fmla="*/ 255089 h 834218"/>
                <a:gd name="connsiteX323" fmla="*/ 2427977 w 3024845"/>
                <a:gd name="connsiteY323" fmla="*/ 255089 h 834218"/>
                <a:gd name="connsiteX324" fmla="*/ 2427977 w 3024845"/>
                <a:gd name="connsiteY324" fmla="*/ 263737 h 834218"/>
                <a:gd name="connsiteX325" fmla="*/ 2438110 w 3024845"/>
                <a:gd name="connsiteY325" fmla="*/ 263737 h 834218"/>
                <a:gd name="connsiteX326" fmla="*/ 2438110 w 3024845"/>
                <a:gd name="connsiteY326" fmla="*/ 378311 h 834218"/>
                <a:gd name="connsiteX327" fmla="*/ 2460404 w 3024845"/>
                <a:gd name="connsiteY327" fmla="*/ 378311 h 834218"/>
                <a:gd name="connsiteX328" fmla="*/ 2460404 w 3024845"/>
                <a:gd name="connsiteY328" fmla="*/ 311296 h 834218"/>
                <a:gd name="connsiteX329" fmla="*/ 2486751 w 3024845"/>
                <a:gd name="connsiteY329" fmla="*/ 311296 h 834218"/>
                <a:gd name="connsiteX330" fmla="*/ 2490804 w 3024845"/>
                <a:gd name="connsiteY330" fmla="*/ 306972 h 834218"/>
                <a:gd name="connsiteX331" fmla="*/ 2498911 w 3024845"/>
                <a:gd name="connsiteY331" fmla="*/ 306972 h 834218"/>
                <a:gd name="connsiteX332" fmla="*/ 2502964 w 3024845"/>
                <a:gd name="connsiteY332" fmla="*/ 311296 h 834218"/>
                <a:gd name="connsiteX333" fmla="*/ 2525258 w 3024845"/>
                <a:gd name="connsiteY333" fmla="*/ 311296 h 834218"/>
                <a:gd name="connsiteX334" fmla="*/ 2525258 w 3024845"/>
                <a:gd name="connsiteY334" fmla="*/ 194560 h 834218"/>
                <a:gd name="connsiteX335" fmla="*/ 2582005 w 3024845"/>
                <a:gd name="connsiteY335" fmla="*/ 183751 h 834218"/>
                <a:gd name="connsiteX336" fmla="*/ 2582005 w 3024845"/>
                <a:gd name="connsiteY336" fmla="*/ 184832 h 834218"/>
                <a:gd name="connsiteX337" fmla="*/ 2582005 w 3024845"/>
                <a:gd name="connsiteY337" fmla="*/ 192398 h 834218"/>
                <a:gd name="connsiteX338" fmla="*/ 2608352 w 3024845"/>
                <a:gd name="connsiteY338" fmla="*/ 192398 h 834218"/>
                <a:gd name="connsiteX339" fmla="*/ 2608352 w 3024845"/>
                <a:gd name="connsiteY339" fmla="*/ 447488 h 834218"/>
                <a:gd name="connsiteX340" fmla="*/ 2630646 w 3024845"/>
                <a:gd name="connsiteY340" fmla="*/ 447488 h 834218"/>
                <a:gd name="connsiteX341" fmla="*/ 2630646 w 3024845"/>
                <a:gd name="connsiteY341" fmla="*/ 443164 h 834218"/>
                <a:gd name="connsiteX342" fmla="*/ 2642806 w 3024845"/>
                <a:gd name="connsiteY342" fmla="*/ 443164 h 834218"/>
                <a:gd name="connsiteX343" fmla="*/ 2642806 w 3024845"/>
                <a:gd name="connsiteY343" fmla="*/ 447488 h 834218"/>
                <a:gd name="connsiteX344" fmla="*/ 2667126 w 3024845"/>
                <a:gd name="connsiteY344" fmla="*/ 447488 h 834218"/>
                <a:gd name="connsiteX345" fmla="*/ 2667126 w 3024845"/>
                <a:gd name="connsiteY345" fmla="*/ 434517 h 834218"/>
                <a:gd name="connsiteX346" fmla="*/ 2695500 w 3024845"/>
                <a:gd name="connsiteY346" fmla="*/ 434517 h 834218"/>
                <a:gd name="connsiteX347" fmla="*/ 2707660 w 3024845"/>
                <a:gd name="connsiteY347" fmla="*/ 430193 h 834218"/>
                <a:gd name="connsiteX348" fmla="*/ 2727927 w 3024845"/>
                <a:gd name="connsiteY348" fmla="*/ 434517 h 834218"/>
                <a:gd name="connsiteX349" fmla="*/ 2727927 w 3024845"/>
                <a:gd name="connsiteY349" fmla="*/ 417223 h 834218"/>
                <a:gd name="connsiteX350" fmla="*/ 2736034 w 3024845"/>
                <a:gd name="connsiteY350" fmla="*/ 417223 h 834218"/>
                <a:gd name="connsiteX351" fmla="*/ 2736034 w 3024845"/>
                <a:gd name="connsiteY351" fmla="*/ 404252 h 834218"/>
                <a:gd name="connsiteX352" fmla="*/ 2792781 w 3024845"/>
                <a:gd name="connsiteY352" fmla="*/ 404252 h 834218"/>
                <a:gd name="connsiteX353" fmla="*/ 2792781 w 3024845"/>
                <a:gd name="connsiteY353" fmla="*/ 373987 h 834218"/>
                <a:gd name="connsiteX354" fmla="*/ 2811021 w 3024845"/>
                <a:gd name="connsiteY354" fmla="*/ 373987 h 834218"/>
                <a:gd name="connsiteX355" fmla="*/ 2811021 w 3024845"/>
                <a:gd name="connsiteY355" fmla="*/ 367502 h 834218"/>
                <a:gd name="connsiteX356" fmla="*/ 2823181 w 3024845"/>
                <a:gd name="connsiteY356" fmla="*/ 367502 h 834218"/>
                <a:gd name="connsiteX357" fmla="*/ 2823181 w 3024845"/>
                <a:gd name="connsiteY357" fmla="*/ 373987 h 834218"/>
                <a:gd name="connsiteX358" fmla="*/ 2839395 w 3024845"/>
                <a:gd name="connsiteY358" fmla="*/ 373987 h 834218"/>
                <a:gd name="connsiteX359" fmla="*/ 2839395 w 3024845"/>
                <a:gd name="connsiteY359" fmla="*/ 423708 h 834218"/>
                <a:gd name="connsiteX360" fmla="*/ 2871822 w 3024845"/>
                <a:gd name="connsiteY360" fmla="*/ 423708 h 834218"/>
                <a:gd name="connsiteX361" fmla="*/ 2871822 w 3024845"/>
                <a:gd name="connsiteY361" fmla="*/ 397767 h 834218"/>
                <a:gd name="connsiteX362" fmla="*/ 2910329 w 3024845"/>
                <a:gd name="connsiteY362" fmla="*/ 397767 h 834218"/>
                <a:gd name="connsiteX363" fmla="*/ 2910329 w 3024845"/>
                <a:gd name="connsiteY363" fmla="*/ 367502 h 834218"/>
                <a:gd name="connsiteX364" fmla="*/ 2958970 w 3024845"/>
                <a:gd name="connsiteY364" fmla="*/ 367502 h 834218"/>
                <a:gd name="connsiteX365" fmla="*/ 2958970 w 3024845"/>
                <a:gd name="connsiteY365" fmla="*/ 478658 h 834218"/>
                <a:gd name="connsiteX366" fmla="*/ 2958970 w 3024845"/>
                <a:gd name="connsiteY366" fmla="*/ 492437 h 834218"/>
                <a:gd name="connsiteX367" fmla="*/ 3024845 w 3024845"/>
                <a:gd name="connsiteY367" fmla="*/ 492437 h 834218"/>
                <a:gd name="connsiteX368" fmla="*/ 3024845 w 3024845"/>
                <a:gd name="connsiteY368" fmla="*/ 834218 h 834218"/>
                <a:gd name="connsiteX369" fmla="*/ 2054 w 3024845"/>
                <a:gd name="connsiteY369" fmla="*/ 831885 h 834218"/>
                <a:gd name="connsiteX370" fmla="*/ 0 w 3024845"/>
                <a:gd name="connsiteY370" fmla="*/ 397767 h 834218"/>
                <a:gd name="connsiteX371" fmla="*/ 20267 w 3024845"/>
                <a:gd name="connsiteY371" fmla="*/ 397767 h 834218"/>
                <a:gd name="connsiteX372" fmla="*/ 20774 w 3024845"/>
                <a:gd name="connsiteY372" fmla="*/ 396686 h 834218"/>
                <a:gd name="connsiteX373" fmla="*/ 24320 w 3024845"/>
                <a:gd name="connsiteY373" fmla="*/ 389120 h 834218"/>
                <a:gd name="connsiteX374" fmla="*/ 26094 w 3024845"/>
                <a:gd name="connsiteY374" fmla="*/ 389390 h 834218"/>
                <a:gd name="connsiteX375" fmla="*/ 38507 w 3024845"/>
                <a:gd name="connsiteY375" fmla="*/ 391281 h 834218"/>
                <a:gd name="connsiteX376" fmla="*/ 39014 w 3024845"/>
                <a:gd name="connsiteY376" fmla="*/ 392633 h 834218"/>
                <a:gd name="connsiteX377" fmla="*/ 42560 w 3024845"/>
                <a:gd name="connsiteY377" fmla="*/ 402090 h 834218"/>
                <a:gd name="connsiteX378" fmla="*/ 68907 w 3024845"/>
                <a:gd name="connsiteY378" fmla="*/ 404252 h 834218"/>
                <a:gd name="connsiteX379" fmla="*/ 68907 w 3024845"/>
                <a:gd name="connsiteY379" fmla="*/ 281031 h 834218"/>
                <a:gd name="connsiteX380" fmla="*/ 70934 w 3024845"/>
                <a:gd name="connsiteY380" fmla="*/ 281031 h 834218"/>
                <a:gd name="connsiteX381" fmla="*/ 85121 w 3024845"/>
                <a:gd name="connsiteY381" fmla="*/ 281031 h 834218"/>
                <a:gd name="connsiteX382" fmla="*/ 85121 w 3024845"/>
                <a:gd name="connsiteY382" fmla="*/ 144839 h 834218"/>
                <a:gd name="connsiteX383" fmla="*/ 86894 w 3024845"/>
                <a:gd name="connsiteY383" fmla="*/ 144839 h 834218"/>
                <a:gd name="connsiteX384" fmla="*/ 99308 w 3024845"/>
                <a:gd name="connsiteY384" fmla="*/ 144839 h 834218"/>
                <a:gd name="connsiteX385" fmla="*/ 99308 w 3024845"/>
                <a:gd name="connsiteY385" fmla="*/ 30265 h 834218"/>
                <a:gd name="connsiteX386" fmla="*/ 103361 w 3024845"/>
                <a:gd name="connsiteY386" fmla="*/ 2161 h 834218"/>
                <a:gd name="connsiteX0" fmla="*/ 99308 w 3024845"/>
                <a:gd name="connsiteY0" fmla="*/ 36988 h 840941"/>
                <a:gd name="connsiteX1" fmla="*/ 200642 w 3024845"/>
                <a:gd name="connsiteY1" fmla="*/ 6723 h 840941"/>
                <a:gd name="connsiteX2" fmla="*/ 220909 w 3024845"/>
                <a:gd name="connsiteY2" fmla="*/ 151562 h 840941"/>
                <a:gd name="connsiteX3" fmla="*/ 223189 w 3024845"/>
                <a:gd name="connsiteY3" fmla="*/ 151562 h 840941"/>
                <a:gd name="connsiteX4" fmla="*/ 239150 w 3024845"/>
                <a:gd name="connsiteY4" fmla="*/ 151562 h 840941"/>
                <a:gd name="connsiteX5" fmla="*/ 239150 w 3024845"/>
                <a:gd name="connsiteY5" fmla="*/ 292077 h 840941"/>
                <a:gd name="connsiteX6" fmla="*/ 240670 w 3024845"/>
                <a:gd name="connsiteY6" fmla="*/ 291807 h 840941"/>
                <a:gd name="connsiteX7" fmla="*/ 251310 w 3024845"/>
                <a:gd name="connsiteY7" fmla="*/ 289916 h 840941"/>
                <a:gd name="connsiteX8" fmla="*/ 249283 w 3024845"/>
                <a:gd name="connsiteY8" fmla="*/ 378548 h 840941"/>
                <a:gd name="connsiteX9" fmla="*/ 250803 w 3024845"/>
                <a:gd name="connsiteY9" fmla="*/ 378819 h 840941"/>
                <a:gd name="connsiteX10" fmla="*/ 261443 w 3024845"/>
                <a:gd name="connsiteY10" fmla="*/ 380710 h 840941"/>
                <a:gd name="connsiteX11" fmla="*/ 261696 w 3024845"/>
                <a:gd name="connsiteY11" fmla="*/ 381521 h 840941"/>
                <a:gd name="connsiteX12" fmla="*/ 263470 w 3024845"/>
                <a:gd name="connsiteY12" fmla="*/ 387196 h 840941"/>
                <a:gd name="connsiteX13" fmla="*/ 264230 w 3024845"/>
                <a:gd name="connsiteY13" fmla="*/ 384764 h 840941"/>
                <a:gd name="connsiteX14" fmla="*/ 269550 w 3024845"/>
                <a:gd name="connsiteY14" fmla="*/ 367740 h 840941"/>
                <a:gd name="connsiteX15" fmla="*/ 271323 w 3024845"/>
                <a:gd name="connsiteY15" fmla="*/ 367740 h 840941"/>
                <a:gd name="connsiteX16" fmla="*/ 283737 w 3024845"/>
                <a:gd name="connsiteY16" fmla="*/ 367740 h 840941"/>
                <a:gd name="connsiteX17" fmla="*/ 283737 w 3024845"/>
                <a:gd name="connsiteY17" fmla="*/ 400166 h 840941"/>
                <a:gd name="connsiteX18" fmla="*/ 284750 w 3024845"/>
                <a:gd name="connsiteY18" fmla="*/ 400707 h 840941"/>
                <a:gd name="connsiteX19" fmla="*/ 291844 w 3024845"/>
                <a:gd name="connsiteY19" fmla="*/ 404490 h 840941"/>
                <a:gd name="connsiteX20" fmla="*/ 291844 w 3024845"/>
                <a:gd name="connsiteY20" fmla="*/ 405841 h 840941"/>
                <a:gd name="connsiteX21" fmla="*/ 291844 w 3024845"/>
                <a:gd name="connsiteY21" fmla="*/ 415299 h 840941"/>
                <a:gd name="connsiteX22" fmla="*/ 336431 w 3024845"/>
                <a:gd name="connsiteY22" fmla="*/ 415299 h 840941"/>
                <a:gd name="connsiteX23" fmla="*/ 336431 w 3024845"/>
                <a:gd name="connsiteY23" fmla="*/ 416380 h 840941"/>
                <a:gd name="connsiteX24" fmla="*/ 336431 w 3024845"/>
                <a:gd name="connsiteY24" fmla="*/ 423946 h 840941"/>
                <a:gd name="connsiteX25" fmla="*/ 338457 w 3024845"/>
                <a:gd name="connsiteY25" fmla="*/ 423946 h 840941"/>
                <a:gd name="connsiteX26" fmla="*/ 352644 w 3024845"/>
                <a:gd name="connsiteY26" fmla="*/ 423946 h 840941"/>
                <a:gd name="connsiteX27" fmla="*/ 352644 w 3024845"/>
                <a:gd name="connsiteY27" fmla="*/ 393681 h 840941"/>
                <a:gd name="connsiteX28" fmla="*/ 397231 w 3024845"/>
                <a:gd name="connsiteY28" fmla="*/ 393681 h 840941"/>
                <a:gd name="connsiteX29" fmla="*/ 397231 w 3024845"/>
                <a:gd name="connsiteY29" fmla="*/ 392330 h 840941"/>
                <a:gd name="connsiteX30" fmla="*/ 397231 w 3024845"/>
                <a:gd name="connsiteY30" fmla="*/ 382872 h 840941"/>
                <a:gd name="connsiteX31" fmla="*/ 398245 w 3024845"/>
                <a:gd name="connsiteY31" fmla="*/ 382872 h 840941"/>
                <a:gd name="connsiteX32" fmla="*/ 405338 w 3024845"/>
                <a:gd name="connsiteY32" fmla="*/ 382872 h 840941"/>
                <a:gd name="connsiteX33" fmla="*/ 405338 w 3024845"/>
                <a:gd name="connsiteY33" fmla="*/ 380981 h 840941"/>
                <a:gd name="connsiteX34" fmla="*/ 405338 w 3024845"/>
                <a:gd name="connsiteY34" fmla="*/ 367740 h 840941"/>
                <a:gd name="connsiteX35" fmla="*/ 406098 w 3024845"/>
                <a:gd name="connsiteY35" fmla="*/ 367740 h 840941"/>
                <a:gd name="connsiteX36" fmla="*/ 411418 w 3024845"/>
                <a:gd name="connsiteY36" fmla="*/ 367740 h 840941"/>
                <a:gd name="connsiteX37" fmla="*/ 411418 w 3024845"/>
                <a:gd name="connsiteY37" fmla="*/ 366659 h 840941"/>
                <a:gd name="connsiteX38" fmla="*/ 411418 w 3024845"/>
                <a:gd name="connsiteY38" fmla="*/ 359092 h 840941"/>
                <a:gd name="connsiteX39" fmla="*/ 413445 w 3024845"/>
                <a:gd name="connsiteY39" fmla="*/ 359092 h 840941"/>
                <a:gd name="connsiteX40" fmla="*/ 427632 w 3024845"/>
                <a:gd name="connsiteY40" fmla="*/ 359092 h 840941"/>
                <a:gd name="connsiteX41" fmla="*/ 427632 w 3024845"/>
                <a:gd name="connsiteY41" fmla="*/ 360173 h 840941"/>
                <a:gd name="connsiteX42" fmla="*/ 427632 w 3024845"/>
                <a:gd name="connsiteY42" fmla="*/ 367740 h 840941"/>
                <a:gd name="connsiteX43" fmla="*/ 449925 w 3024845"/>
                <a:gd name="connsiteY43" fmla="*/ 367740 h 840941"/>
                <a:gd name="connsiteX44" fmla="*/ 449925 w 3024845"/>
                <a:gd name="connsiteY44" fmla="*/ 365848 h 840941"/>
                <a:gd name="connsiteX45" fmla="*/ 449925 w 3024845"/>
                <a:gd name="connsiteY45" fmla="*/ 352607 h 840941"/>
                <a:gd name="connsiteX46" fmla="*/ 451699 w 3024845"/>
                <a:gd name="connsiteY46" fmla="*/ 352607 h 840941"/>
                <a:gd name="connsiteX47" fmla="*/ 464112 w 3024845"/>
                <a:gd name="connsiteY47" fmla="*/ 352607 h 840941"/>
                <a:gd name="connsiteX48" fmla="*/ 464112 w 3024845"/>
                <a:gd name="connsiteY48" fmla="*/ 376387 h 840941"/>
                <a:gd name="connsiteX49" fmla="*/ 465126 w 3024845"/>
                <a:gd name="connsiteY49" fmla="*/ 376387 h 840941"/>
                <a:gd name="connsiteX50" fmla="*/ 472219 w 3024845"/>
                <a:gd name="connsiteY50" fmla="*/ 376387 h 840941"/>
                <a:gd name="connsiteX51" fmla="*/ 472219 w 3024845"/>
                <a:gd name="connsiteY51" fmla="*/ 375306 h 840941"/>
                <a:gd name="connsiteX52" fmla="*/ 472219 w 3024845"/>
                <a:gd name="connsiteY52" fmla="*/ 367740 h 840941"/>
                <a:gd name="connsiteX53" fmla="*/ 473992 w 3024845"/>
                <a:gd name="connsiteY53" fmla="*/ 367740 h 840941"/>
                <a:gd name="connsiteX54" fmla="*/ 486406 w 3024845"/>
                <a:gd name="connsiteY54" fmla="*/ 367740 h 840941"/>
                <a:gd name="connsiteX55" fmla="*/ 486406 w 3024845"/>
                <a:gd name="connsiteY55" fmla="*/ 393681 h 840941"/>
                <a:gd name="connsiteX56" fmla="*/ 488433 w 3024845"/>
                <a:gd name="connsiteY56" fmla="*/ 393681 h 840941"/>
                <a:gd name="connsiteX57" fmla="*/ 502619 w 3024845"/>
                <a:gd name="connsiteY57" fmla="*/ 393681 h 840941"/>
                <a:gd name="connsiteX58" fmla="*/ 502619 w 3024845"/>
                <a:gd name="connsiteY58" fmla="*/ 395302 h 840941"/>
                <a:gd name="connsiteX59" fmla="*/ 502619 w 3024845"/>
                <a:gd name="connsiteY59" fmla="*/ 406652 h 840941"/>
                <a:gd name="connsiteX60" fmla="*/ 503379 w 3024845"/>
                <a:gd name="connsiteY60" fmla="*/ 406652 h 840941"/>
                <a:gd name="connsiteX61" fmla="*/ 508700 w 3024845"/>
                <a:gd name="connsiteY61" fmla="*/ 406652 h 840941"/>
                <a:gd name="connsiteX62" fmla="*/ 508700 w 3024845"/>
                <a:gd name="connsiteY62" fmla="*/ 405841 h 840941"/>
                <a:gd name="connsiteX63" fmla="*/ 508700 w 3024845"/>
                <a:gd name="connsiteY63" fmla="*/ 400166 h 840941"/>
                <a:gd name="connsiteX64" fmla="*/ 539100 w 3024845"/>
                <a:gd name="connsiteY64" fmla="*/ 400166 h 840941"/>
                <a:gd name="connsiteX65" fmla="*/ 539100 w 3024845"/>
                <a:gd name="connsiteY65" fmla="*/ 423946 h 840941"/>
                <a:gd name="connsiteX66" fmla="*/ 540113 w 3024845"/>
                <a:gd name="connsiteY66" fmla="*/ 423946 h 840941"/>
                <a:gd name="connsiteX67" fmla="*/ 547207 w 3024845"/>
                <a:gd name="connsiteY67" fmla="*/ 423946 h 840941"/>
                <a:gd name="connsiteX68" fmla="*/ 547207 w 3024845"/>
                <a:gd name="connsiteY68" fmla="*/ 425027 h 840941"/>
                <a:gd name="connsiteX69" fmla="*/ 547207 w 3024845"/>
                <a:gd name="connsiteY69" fmla="*/ 432593 h 840941"/>
                <a:gd name="connsiteX70" fmla="*/ 547967 w 3024845"/>
                <a:gd name="connsiteY70" fmla="*/ 432593 h 840941"/>
                <a:gd name="connsiteX71" fmla="*/ 553287 w 3024845"/>
                <a:gd name="connsiteY71" fmla="*/ 432593 h 840941"/>
                <a:gd name="connsiteX72" fmla="*/ 553287 w 3024845"/>
                <a:gd name="connsiteY72" fmla="*/ 430431 h 840941"/>
                <a:gd name="connsiteX73" fmla="*/ 553287 w 3024845"/>
                <a:gd name="connsiteY73" fmla="*/ 415299 h 840941"/>
                <a:gd name="connsiteX74" fmla="*/ 554300 w 3024845"/>
                <a:gd name="connsiteY74" fmla="*/ 415299 h 840941"/>
                <a:gd name="connsiteX75" fmla="*/ 561394 w 3024845"/>
                <a:gd name="connsiteY75" fmla="*/ 415299 h 840941"/>
                <a:gd name="connsiteX76" fmla="*/ 561394 w 3024845"/>
                <a:gd name="connsiteY76" fmla="*/ 416380 h 840941"/>
                <a:gd name="connsiteX77" fmla="*/ 561394 w 3024845"/>
                <a:gd name="connsiteY77" fmla="*/ 423946 h 840941"/>
                <a:gd name="connsiteX78" fmla="*/ 566714 w 3024845"/>
                <a:gd name="connsiteY78" fmla="*/ 421953 h 840941"/>
                <a:gd name="connsiteX79" fmla="*/ 567474 w 3024845"/>
                <a:gd name="connsiteY79" fmla="*/ 420973 h 840941"/>
                <a:gd name="connsiteX80" fmla="*/ 567474 w 3024845"/>
                <a:gd name="connsiteY80" fmla="*/ 415299 h 840941"/>
                <a:gd name="connsiteX81" fmla="*/ 605981 w 3024845"/>
                <a:gd name="connsiteY81" fmla="*/ 415299 h 840941"/>
                <a:gd name="connsiteX82" fmla="*/ 605981 w 3024845"/>
                <a:gd name="connsiteY82" fmla="*/ 439078 h 840941"/>
                <a:gd name="connsiteX83" fmla="*/ 608007 w 3024845"/>
                <a:gd name="connsiteY83" fmla="*/ 439078 h 840941"/>
                <a:gd name="connsiteX84" fmla="*/ 622194 w 3024845"/>
                <a:gd name="connsiteY84" fmla="*/ 439078 h 840941"/>
                <a:gd name="connsiteX85" fmla="*/ 622194 w 3024845"/>
                <a:gd name="connsiteY85" fmla="*/ 440159 h 840941"/>
                <a:gd name="connsiteX86" fmla="*/ 622194 w 3024845"/>
                <a:gd name="connsiteY86" fmla="*/ 447725 h 840941"/>
                <a:gd name="connsiteX87" fmla="*/ 623968 w 3024845"/>
                <a:gd name="connsiteY87" fmla="*/ 447725 h 840941"/>
                <a:gd name="connsiteX88" fmla="*/ 636381 w 3024845"/>
                <a:gd name="connsiteY88" fmla="*/ 447725 h 840941"/>
                <a:gd name="connsiteX89" fmla="*/ 636381 w 3024845"/>
                <a:gd name="connsiteY89" fmla="*/ 423946 h 840941"/>
                <a:gd name="connsiteX90" fmla="*/ 637394 w 3024845"/>
                <a:gd name="connsiteY90" fmla="*/ 423946 h 840941"/>
                <a:gd name="connsiteX91" fmla="*/ 644488 w 3024845"/>
                <a:gd name="connsiteY91" fmla="*/ 423946 h 840941"/>
                <a:gd name="connsiteX92" fmla="*/ 644488 w 3024845"/>
                <a:gd name="connsiteY92" fmla="*/ 391519 h 840941"/>
                <a:gd name="connsiteX93" fmla="*/ 645501 w 3024845"/>
                <a:gd name="connsiteY93" fmla="*/ 391519 h 840941"/>
                <a:gd name="connsiteX94" fmla="*/ 652595 w 3024845"/>
                <a:gd name="connsiteY94" fmla="*/ 391519 h 840941"/>
                <a:gd name="connsiteX95" fmla="*/ 652595 w 3024845"/>
                <a:gd name="connsiteY95" fmla="*/ 389628 h 840941"/>
                <a:gd name="connsiteX96" fmla="*/ 652595 w 3024845"/>
                <a:gd name="connsiteY96" fmla="*/ 376387 h 840941"/>
                <a:gd name="connsiteX97" fmla="*/ 651328 w 3024845"/>
                <a:gd name="connsiteY97" fmla="*/ 374765 h 840941"/>
                <a:gd name="connsiteX98" fmla="*/ 656648 w 3024845"/>
                <a:gd name="connsiteY98" fmla="*/ 363416 h 840941"/>
                <a:gd name="connsiteX99" fmla="*/ 664755 w 3024845"/>
                <a:gd name="connsiteY99" fmla="*/ 391519 h 840941"/>
                <a:gd name="connsiteX100" fmla="*/ 665515 w 3024845"/>
                <a:gd name="connsiteY100" fmla="*/ 391519 h 840941"/>
                <a:gd name="connsiteX101" fmla="*/ 670835 w 3024845"/>
                <a:gd name="connsiteY101" fmla="*/ 391519 h 840941"/>
                <a:gd name="connsiteX102" fmla="*/ 670835 w 3024845"/>
                <a:gd name="connsiteY102" fmla="*/ 285592 h 840941"/>
                <a:gd name="connsiteX103" fmla="*/ 672355 w 3024845"/>
                <a:gd name="connsiteY103" fmla="*/ 285592 h 840941"/>
                <a:gd name="connsiteX104" fmla="*/ 682995 w 3024845"/>
                <a:gd name="connsiteY104" fmla="*/ 285592 h 840941"/>
                <a:gd name="connsiteX105" fmla="*/ 682995 w 3024845"/>
                <a:gd name="connsiteY105" fmla="*/ 238033 h 840941"/>
                <a:gd name="connsiteX106" fmla="*/ 709342 w 3024845"/>
                <a:gd name="connsiteY106" fmla="*/ 238033 h 840941"/>
                <a:gd name="connsiteX107" fmla="*/ 709342 w 3024845"/>
                <a:gd name="connsiteY107" fmla="*/ 216415 h 840941"/>
                <a:gd name="connsiteX108" fmla="*/ 743796 w 3024845"/>
                <a:gd name="connsiteY108" fmla="*/ 216415 h 840941"/>
                <a:gd name="connsiteX109" fmla="*/ 743796 w 3024845"/>
                <a:gd name="connsiteY109" fmla="*/ 218847 h 840941"/>
                <a:gd name="connsiteX110" fmla="*/ 743796 w 3024845"/>
                <a:gd name="connsiteY110" fmla="*/ 235871 h 840941"/>
                <a:gd name="connsiteX111" fmla="*/ 746076 w 3024845"/>
                <a:gd name="connsiteY111" fmla="*/ 235871 h 840941"/>
                <a:gd name="connsiteX112" fmla="*/ 762036 w 3024845"/>
                <a:gd name="connsiteY112" fmla="*/ 235871 h 840941"/>
                <a:gd name="connsiteX113" fmla="*/ 762036 w 3024845"/>
                <a:gd name="connsiteY113" fmla="*/ 283430 h 840941"/>
                <a:gd name="connsiteX114" fmla="*/ 763049 w 3024845"/>
                <a:gd name="connsiteY114" fmla="*/ 283430 h 840941"/>
                <a:gd name="connsiteX115" fmla="*/ 770143 w 3024845"/>
                <a:gd name="connsiteY115" fmla="*/ 283430 h 840941"/>
                <a:gd name="connsiteX116" fmla="*/ 784330 w 3024845"/>
                <a:gd name="connsiteY116" fmla="*/ 287754 h 840941"/>
                <a:gd name="connsiteX117" fmla="*/ 784330 w 3024845"/>
                <a:gd name="connsiteY117" fmla="*/ 326666 h 840941"/>
                <a:gd name="connsiteX118" fmla="*/ 785343 w 3024845"/>
                <a:gd name="connsiteY118" fmla="*/ 326666 h 840941"/>
                <a:gd name="connsiteX119" fmla="*/ 792436 w 3024845"/>
                <a:gd name="connsiteY119" fmla="*/ 326666 h 840941"/>
                <a:gd name="connsiteX120" fmla="*/ 792436 w 3024845"/>
                <a:gd name="connsiteY120" fmla="*/ 328287 h 840941"/>
                <a:gd name="connsiteX121" fmla="*/ 792436 w 3024845"/>
                <a:gd name="connsiteY121" fmla="*/ 339636 h 840941"/>
                <a:gd name="connsiteX122" fmla="*/ 794463 w 3024845"/>
                <a:gd name="connsiteY122" fmla="*/ 339636 h 840941"/>
                <a:gd name="connsiteX123" fmla="*/ 808650 w 3024845"/>
                <a:gd name="connsiteY123" fmla="*/ 339636 h 840941"/>
                <a:gd name="connsiteX124" fmla="*/ 814730 w 3024845"/>
                <a:gd name="connsiteY124" fmla="*/ 346122 h 840941"/>
                <a:gd name="connsiteX125" fmla="*/ 814730 w 3024845"/>
                <a:gd name="connsiteY125" fmla="*/ 367740 h 840941"/>
                <a:gd name="connsiteX126" fmla="*/ 817010 w 3024845"/>
                <a:gd name="connsiteY126" fmla="*/ 367740 h 840941"/>
                <a:gd name="connsiteX127" fmla="*/ 832970 w 3024845"/>
                <a:gd name="connsiteY127" fmla="*/ 367740 h 840941"/>
                <a:gd name="connsiteX128" fmla="*/ 832970 w 3024845"/>
                <a:gd name="connsiteY128" fmla="*/ 368820 h 840941"/>
                <a:gd name="connsiteX129" fmla="*/ 832970 w 3024845"/>
                <a:gd name="connsiteY129" fmla="*/ 376387 h 840941"/>
                <a:gd name="connsiteX130" fmla="*/ 834237 w 3024845"/>
                <a:gd name="connsiteY130" fmla="*/ 376387 h 840941"/>
                <a:gd name="connsiteX131" fmla="*/ 843104 w 3024845"/>
                <a:gd name="connsiteY131" fmla="*/ 376387 h 840941"/>
                <a:gd name="connsiteX132" fmla="*/ 843104 w 3024845"/>
                <a:gd name="connsiteY132" fmla="*/ 378548 h 840941"/>
                <a:gd name="connsiteX133" fmla="*/ 843104 w 3024845"/>
                <a:gd name="connsiteY133" fmla="*/ 393681 h 840941"/>
                <a:gd name="connsiteX134" fmla="*/ 847157 w 3024845"/>
                <a:gd name="connsiteY134" fmla="*/ 391789 h 840941"/>
                <a:gd name="connsiteX135" fmla="*/ 847157 w 3024845"/>
                <a:gd name="connsiteY135" fmla="*/ 378548 h 840941"/>
                <a:gd name="connsiteX136" fmla="*/ 848170 w 3024845"/>
                <a:gd name="connsiteY136" fmla="*/ 378548 h 840941"/>
                <a:gd name="connsiteX137" fmla="*/ 855264 w 3024845"/>
                <a:gd name="connsiteY137" fmla="*/ 378548 h 840941"/>
                <a:gd name="connsiteX138" fmla="*/ 855264 w 3024845"/>
                <a:gd name="connsiteY138" fmla="*/ 380170 h 840941"/>
                <a:gd name="connsiteX139" fmla="*/ 855264 w 3024845"/>
                <a:gd name="connsiteY139" fmla="*/ 391519 h 840941"/>
                <a:gd name="connsiteX140" fmla="*/ 856024 w 3024845"/>
                <a:gd name="connsiteY140" fmla="*/ 391519 h 840941"/>
                <a:gd name="connsiteX141" fmla="*/ 861344 w 3024845"/>
                <a:gd name="connsiteY141" fmla="*/ 391519 h 840941"/>
                <a:gd name="connsiteX142" fmla="*/ 909984 w 3024845"/>
                <a:gd name="connsiteY142" fmla="*/ 387196 h 840941"/>
                <a:gd name="connsiteX143" fmla="*/ 909984 w 3024845"/>
                <a:gd name="connsiteY143" fmla="*/ 388547 h 840941"/>
                <a:gd name="connsiteX144" fmla="*/ 909984 w 3024845"/>
                <a:gd name="connsiteY144" fmla="*/ 398004 h 840941"/>
                <a:gd name="connsiteX145" fmla="*/ 910744 w 3024845"/>
                <a:gd name="connsiteY145" fmla="*/ 398004 h 840941"/>
                <a:gd name="connsiteX146" fmla="*/ 916065 w 3024845"/>
                <a:gd name="connsiteY146" fmla="*/ 398004 h 840941"/>
                <a:gd name="connsiteX147" fmla="*/ 916065 w 3024845"/>
                <a:gd name="connsiteY147" fmla="*/ 400166 h 840941"/>
                <a:gd name="connsiteX148" fmla="*/ 916065 w 3024845"/>
                <a:gd name="connsiteY148" fmla="*/ 415299 h 840941"/>
                <a:gd name="connsiteX149" fmla="*/ 918091 w 3024845"/>
                <a:gd name="connsiteY149" fmla="*/ 413948 h 840941"/>
                <a:gd name="connsiteX150" fmla="*/ 932278 w 3024845"/>
                <a:gd name="connsiteY150" fmla="*/ 404490 h 840941"/>
                <a:gd name="connsiteX151" fmla="*/ 938358 w 3024845"/>
                <a:gd name="connsiteY151" fmla="*/ 363416 h 840941"/>
                <a:gd name="connsiteX152" fmla="*/ 939118 w 3024845"/>
                <a:gd name="connsiteY152" fmla="*/ 363146 h 840941"/>
                <a:gd name="connsiteX153" fmla="*/ 944438 w 3024845"/>
                <a:gd name="connsiteY153" fmla="*/ 361254 h 840941"/>
                <a:gd name="connsiteX154" fmla="*/ 946465 w 3024845"/>
                <a:gd name="connsiteY154" fmla="*/ 292077 h 840941"/>
                <a:gd name="connsiteX155" fmla="*/ 948492 w 3024845"/>
                <a:gd name="connsiteY155" fmla="*/ 361254 h 840941"/>
                <a:gd name="connsiteX156" fmla="*/ 949252 w 3024845"/>
                <a:gd name="connsiteY156" fmla="*/ 361524 h 840941"/>
                <a:gd name="connsiteX157" fmla="*/ 954572 w 3024845"/>
                <a:gd name="connsiteY157" fmla="*/ 363416 h 840941"/>
                <a:gd name="connsiteX158" fmla="*/ 954572 w 3024845"/>
                <a:gd name="connsiteY158" fmla="*/ 276945 h 840941"/>
                <a:gd name="connsiteX159" fmla="*/ 958625 w 3024845"/>
                <a:gd name="connsiteY159" fmla="*/ 244518 h 840941"/>
                <a:gd name="connsiteX160" fmla="*/ 997132 w 3024845"/>
                <a:gd name="connsiteY160" fmla="*/ 244518 h 840941"/>
                <a:gd name="connsiteX161" fmla="*/ 997132 w 3024845"/>
                <a:gd name="connsiteY161" fmla="*/ 276945 h 840941"/>
                <a:gd name="connsiteX162" fmla="*/ 997892 w 3024845"/>
                <a:gd name="connsiteY162" fmla="*/ 276945 h 840941"/>
                <a:gd name="connsiteX163" fmla="*/ 1003212 w 3024845"/>
                <a:gd name="connsiteY163" fmla="*/ 276945 h 840941"/>
                <a:gd name="connsiteX164" fmla="*/ 1003212 w 3024845"/>
                <a:gd name="connsiteY164" fmla="*/ 194797 h 840941"/>
                <a:gd name="connsiteX165" fmla="*/ 1004986 w 3024845"/>
                <a:gd name="connsiteY165" fmla="*/ 194797 h 840941"/>
                <a:gd name="connsiteX166" fmla="*/ 1017399 w 3024845"/>
                <a:gd name="connsiteY166" fmla="*/ 194797 h 840941"/>
                <a:gd name="connsiteX167" fmla="*/ 1017399 w 3024845"/>
                <a:gd name="connsiteY167" fmla="*/ 192906 h 840941"/>
                <a:gd name="connsiteX168" fmla="*/ 1017399 w 3024845"/>
                <a:gd name="connsiteY168" fmla="*/ 179665 h 840941"/>
                <a:gd name="connsiteX169" fmla="*/ 1039693 w 3024845"/>
                <a:gd name="connsiteY169" fmla="*/ 179665 h 840941"/>
                <a:gd name="connsiteX170" fmla="*/ 1039693 w 3024845"/>
                <a:gd name="connsiteY170" fmla="*/ 178584 h 840941"/>
                <a:gd name="connsiteX171" fmla="*/ 1039693 w 3024845"/>
                <a:gd name="connsiteY171" fmla="*/ 171018 h 840941"/>
                <a:gd name="connsiteX172" fmla="*/ 1041466 w 3024845"/>
                <a:gd name="connsiteY172" fmla="*/ 171018 h 840941"/>
                <a:gd name="connsiteX173" fmla="*/ 1053880 w 3024845"/>
                <a:gd name="connsiteY173" fmla="*/ 171018 h 840941"/>
                <a:gd name="connsiteX174" fmla="*/ 1053880 w 3024845"/>
                <a:gd name="connsiteY174" fmla="*/ 172099 h 840941"/>
                <a:gd name="connsiteX175" fmla="*/ 1053880 w 3024845"/>
                <a:gd name="connsiteY175" fmla="*/ 179665 h 840941"/>
                <a:gd name="connsiteX176" fmla="*/ 1054640 w 3024845"/>
                <a:gd name="connsiteY176" fmla="*/ 179665 h 840941"/>
                <a:gd name="connsiteX177" fmla="*/ 1059960 w 3024845"/>
                <a:gd name="connsiteY177" fmla="*/ 179665 h 840941"/>
                <a:gd name="connsiteX178" fmla="*/ 1070093 w 3024845"/>
                <a:gd name="connsiteY178" fmla="*/ 175341 h 840941"/>
                <a:gd name="connsiteX179" fmla="*/ 1074146 w 3024845"/>
                <a:gd name="connsiteY179" fmla="*/ 178584 h 840941"/>
                <a:gd name="connsiteX180" fmla="*/ 1074146 w 3024845"/>
                <a:gd name="connsiteY180" fmla="*/ 171018 h 840941"/>
                <a:gd name="connsiteX181" fmla="*/ 1076426 w 3024845"/>
                <a:gd name="connsiteY181" fmla="*/ 171018 h 840941"/>
                <a:gd name="connsiteX182" fmla="*/ 1092387 w 3024845"/>
                <a:gd name="connsiteY182" fmla="*/ 171018 h 840941"/>
                <a:gd name="connsiteX183" fmla="*/ 1092387 w 3024845"/>
                <a:gd name="connsiteY183" fmla="*/ 172099 h 840941"/>
                <a:gd name="connsiteX184" fmla="*/ 1092387 w 3024845"/>
                <a:gd name="connsiteY184" fmla="*/ 179665 h 840941"/>
                <a:gd name="connsiteX185" fmla="*/ 1122787 w 3024845"/>
                <a:gd name="connsiteY185" fmla="*/ 179665 h 840941"/>
                <a:gd name="connsiteX186" fmla="*/ 1122787 w 3024845"/>
                <a:gd name="connsiteY186" fmla="*/ 181286 h 840941"/>
                <a:gd name="connsiteX187" fmla="*/ 1122787 w 3024845"/>
                <a:gd name="connsiteY187" fmla="*/ 192636 h 840941"/>
                <a:gd name="connsiteX188" fmla="*/ 1149134 w 3024845"/>
                <a:gd name="connsiteY188" fmla="*/ 192636 h 840941"/>
                <a:gd name="connsiteX189" fmla="*/ 1149134 w 3024845"/>
                <a:gd name="connsiteY189" fmla="*/ 222900 h 840941"/>
                <a:gd name="connsiteX190" fmla="*/ 1149894 w 3024845"/>
                <a:gd name="connsiteY190" fmla="*/ 222900 h 840941"/>
                <a:gd name="connsiteX191" fmla="*/ 1155214 w 3024845"/>
                <a:gd name="connsiteY191" fmla="*/ 222900 h 840941"/>
                <a:gd name="connsiteX192" fmla="*/ 1155214 w 3024845"/>
                <a:gd name="connsiteY192" fmla="*/ 223981 h 840941"/>
                <a:gd name="connsiteX193" fmla="*/ 1155214 w 3024845"/>
                <a:gd name="connsiteY193" fmla="*/ 231548 h 840941"/>
                <a:gd name="connsiteX194" fmla="*/ 1159268 w 3024845"/>
                <a:gd name="connsiteY194" fmla="*/ 261812 h 840941"/>
                <a:gd name="connsiteX195" fmla="*/ 1160028 w 3024845"/>
                <a:gd name="connsiteY195" fmla="*/ 261812 h 840941"/>
                <a:gd name="connsiteX196" fmla="*/ 1165348 w 3024845"/>
                <a:gd name="connsiteY196" fmla="*/ 261812 h 840941"/>
                <a:gd name="connsiteX197" fmla="*/ 1165348 w 3024845"/>
                <a:gd name="connsiteY197" fmla="*/ 262623 h 840941"/>
                <a:gd name="connsiteX198" fmla="*/ 1165348 w 3024845"/>
                <a:gd name="connsiteY198" fmla="*/ 268298 h 840941"/>
                <a:gd name="connsiteX199" fmla="*/ 1166361 w 3024845"/>
                <a:gd name="connsiteY199" fmla="*/ 268298 h 840941"/>
                <a:gd name="connsiteX200" fmla="*/ 1173454 w 3024845"/>
                <a:gd name="connsiteY200" fmla="*/ 268298 h 840941"/>
                <a:gd name="connsiteX201" fmla="*/ 1173454 w 3024845"/>
                <a:gd name="connsiteY201" fmla="*/ 298563 h 840941"/>
                <a:gd name="connsiteX202" fmla="*/ 1175481 w 3024845"/>
                <a:gd name="connsiteY202" fmla="*/ 298563 h 840941"/>
                <a:gd name="connsiteX203" fmla="*/ 1189668 w 3024845"/>
                <a:gd name="connsiteY203" fmla="*/ 298563 h 840941"/>
                <a:gd name="connsiteX204" fmla="*/ 1189668 w 3024845"/>
                <a:gd name="connsiteY204" fmla="*/ 322342 h 840941"/>
                <a:gd name="connsiteX205" fmla="*/ 1191695 w 3024845"/>
                <a:gd name="connsiteY205" fmla="*/ 323963 h 840941"/>
                <a:gd name="connsiteX206" fmla="*/ 1191695 w 3024845"/>
                <a:gd name="connsiteY206" fmla="*/ 335313 h 840941"/>
                <a:gd name="connsiteX207" fmla="*/ 1192455 w 3024845"/>
                <a:gd name="connsiteY207" fmla="*/ 335313 h 840941"/>
                <a:gd name="connsiteX208" fmla="*/ 1197775 w 3024845"/>
                <a:gd name="connsiteY208" fmla="*/ 335313 h 840941"/>
                <a:gd name="connsiteX209" fmla="*/ 1197775 w 3024845"/>
                <a:gd name="connsiteY209" fmla="*/ 359092 h 840941"/>
                <a:gd name="connsiteX210" fmla="*/ 1199041 w 3024845"/>
                <a:gd name="connsiteY210" fmla="*/ 359092 h 840941"/>
                <a:gd name="connsiteX211" fmla="*/ 1207908 w 3024845"/>
                <a:gd name="connsiteY211" fmla="*/ 359092 h 840941"/>
                <a:gd name="connsiteX212" fmla="*/ 1209935 w 3024845"/>
                <a:gd name="connsiteY212" fmla="*/ 363146 h 840941"/>
                <a:gd name="connsiteX213" fmla="*/ 1209935 w 3024845"/>
                <a:gd name="connsiteY213" fmla="*/ 376387 h 840941"/>
                <a:gd name="connsiteX214" fmla="*/ 1211455 w 3024845"/>
                <a:gd name="connsiteY214" fmla="*/ 374495 h 840941"/>
                <a:gd name="connsiteX215" fmla="*/ 1222095 w 3024845"/>
                <a:gd name="connsiteY215" fmla="*/ 361254 h 840941"/>
                <a:gd name="connsiteX216" fmla="*/ 1250469 w 3024845"/>
                <a:gd name="connsiteY216" fmla="*/ 361254 h 840941"/>
                <a:gd name="connsiteX217" fmla="*/ 1250469 w 3024845"/>
                <a:gd name="connsiteY217" fmla="*/ 447725 h 840941"/>
                <a:gd name="connsiteX218" fmla="*/ 1251229 w 3024845"/>
                <a:gd name="connsiteY218" fmla="*/ 447725 h 840941"/>
                <a:gd name="connsiteX219" fmla="*/ 1256549 w 3024845"/>
                <a:gd name="connsiteY219" fmla="*/ 447725 h 840941"/>
                <a:gd name="connsiteX220" fmla="*/ 1257309 w 3024845"/>
                <a:gd name="connsiteY220" fmla="*/ 446374 h 840941"/>
                <a:gd name="connsiteX221" fmla="*/ 1262629 w 3024845"/>
                <a:gd name="connsiteY221" fmla="*/ 436916 h 840941"/>
                <a:gd name="connsiteX222" fmla="*/ 1262629 w 3024845"/>
                <a:gd name="connsiteY222" fmla="*/ 438808 h 840941"/>
                <a:gd name="connsiteX223" fmla="*/ 1262629 w 3024845"/>
                <a:gd name="connsiteY223" fmla="*/ 452049 h 840941"/>
                <a:gd name="connsiteX224" fmla="*/ 1266682 w 3024845"/>
                <a:gd name="connsiteY224" fmla="*/ 406652 h 840941"/>
                <a:gd name="connsiteX225" fmla="*/ 1267442 w 3024845"/>
                <a:gd name="connsiteY225" fmla="*/ 406652 h 840941"/>
                <a:gd name="connsiteX226" fmla="*/ 1272762 w 3024845"/>
                <a:gd name="connsiteY226" fmla="*/ 406652 h 840941"/>
                <a:gd name="connsiteX227" fmla="*/ 1272762 w 3024845"/>
                <a:gd name="connsiteY227" fmla="*/ 341798 h 840941"/>
                <a:gd name="connsiteX228" fmla="*/ 1273776 w 3024845"/>
                <a:gd name="connsiteY228" fmla="*/ 341798 h 840941"/>
                <a:gd name="connsiteX229" fmla="*/ 1280869 w 3024845"/>
                <a:gd name="connsiteY229" fmla="*/ 341798 h 840941"/>
                <a:gd name="connsiteX230" fmla="*/ 1293029 w 3024845"/>
                <a:gd name="connsiteY230" fmla="*/ 298563 h 840941"/>
                <a:gd name="connsiteX231" fmla="*/ 1294296 w 3024845"/>
                <a:gd name="connsiteY231" fmla="*/ 298563 h 840941"/>
                <a:gd name="connsiteX232" fmla="*/ 1303163 w 3024845"/>
                <a:gd name="connsiteY232" fmla="*/ 298563 h 840941"/>
                <a:gd name="connsiteX233" fmla="*/ 1313296 w 3024845"/>
                <a:gd name="connsiteY233" fmla="*/ 341798 h 840941"/>
                <a:gd name="connsiteX234" fmla="*/ 1314309 w 3024845"/>
                <a:gd name="connsiteY234" fmla="*/ 341798 h 840941"/>
                <a:gd name="connsiteX235" fmla="*/ 1321403 w 3024845"/>
                <a:gd name="connsiteY235" fmla="*/ 341798 h 840941"/>
                <a:gd name="connsiteX236" fmla="*/ 1321403 w 3024845"/>
                <a:gd name="connsiteY236" fmla="*/ 380710 h 840941"/>
                <a:gd name="connsiteX237" fmla="*/ 1323176 w 3024845"/>
                <a:gd name="connsiteY237" fmla="*/ 380710 h 840941"/>
                <a:gd name="connsiteX238" fmla="*/ 1335590 w 3024845"/>
                <a:gd name="connsiteY238" fmla="*/ 380710 h 840941"/>
                <a:gd name="connsiteX239" fmla="*/ 1335590 w 3024845"/>
                <a:gd name="connsiteY239" fmla="*/ 382872 h 840941"/>
                <a:gd name="connsiteX240" fmla="*/ 1335590 w 3024845"/>
                <a:gd name="connsiteY240" fmla="*/ 398004 h 840941"/>
                <a:gd name="connsiteX241" fmla="*/ 1339643 w 3024845"/>
                <a:gd name="connsiteY241" fmla="*/ 395843 h 840941"/>
                <a:gd name="connsiteX242" fmla="*/ 1339643 w 3024845"/>
                <a:gd name="connsiteY242" fmla="*/ 380710 h 840941"/>
                <a:gd name="connsiteX243" fmla="*/ 1341163 w 3024845"/>
                <a:gd name="connsiteY243" fmla="*/ 380710 h 840941"/>
                <a:gd name="connsiteX244" fmla="*/ 1351803 w 3024845"/>
                <a:gd name="connsiteY244" fmla="*/ 380710 h 840941"/>
                <a:gd name="connsiteX245" fmla="*/ 1351803 w 3024845"/>
                <a:gd name="connsiteY245" fmla="*/ 382331 h 840941"/>
                <a:gd name="connsiteX246" fmla="*/ 1351803 w 3024845"/>
                <a:gd name="connsiteY246" fmla="*/ 393681 h 840941"/>
                <a:gd name="connsiteX247" fmla="*/ 1382204 w 3024845"/>
                <a:gd name="connsiteY247" fmla="*/ 393681 h 840941"/>
                <a:gd name="connsiteX248" fmla="*/ 1382204 w 3024845"/>
                <a:gd name="connsiteY248" fmla="*/ 356931 h 840941"/>
                <a:gd name="connsiteX249" fmla="*/ 1383470 w 3024845"/>
                <a:gd name="connsiteY249" fmla="*/ 356931 h 840941"/>
                <a:gd name="connsiteX250" fmla="*/ 1392337 w 3024845"/>
                <a:gd name="connsiteY250" fmla="*/ 356931 h 840941"/>
                <a:gd name="connsiteX251" fmla="*/ 1392337 w 3024845"/>
                <a:gd name="connsiteY251" fmla="*/ 378548 h 840941"/>
                <a:gd name="connsiteX252" fmla="*/ 1394364 w 3024845"/>
                <a:gd name="connsiteY252" fmla="*/ 346122 h 840941"/>
                <a:gd name="connsiteX253" fmla="*/ 1416657 w 3024845"/>
                <a:gd name="connsiteY253" fmla="*/ 346122 h 840941"/>
                <a:gd name="connsiteX254" fmla="*/ 1416657 w 3024845"/>
                <a:gd name="connsiteY254" fmla="*/ 344500 h 840941"/>
                <a:gd name="connsiteX255" fmla="*/ 1416657 w 3024845"/>
                <a:gd name="connsiteY255" fmla="*/ 333151 h 840941"/>
                <a:gd name="connsiteX256" fmla="*/ 1417417 w 3024845"/>
                <a:gd name="connsiteY256" fmla="*/ 333151 h 840941"/>
                <a:gd name="connsiteX257" fmla="*/ 1422737 w 3024845"/>
                <a:gd name="connsiteY257" fmla="*/ 333151 h 840941"/>
                <a:gd name="connsiteX258" fmla="*/ 1422737 w 3024845"/>
                <a:gd name="connsiteY258" fmla="*/ 331260 h 840941"/>
                <a:gd name="connsiteX259" fmla="*/ 1422737 w 3024845"/>
                <a:gd name="connsiteY259" fmla="*/ 318019 h 840941"/>
                <a:gd name="connsiteX260" fmla="*/ 1426791 w 3024845"/>
                <a:gd name="connsiteY260" fmla="*/ 324504 h 840941"/>
                <a:gd name="connsiteX261" fmla="*/ 1429071 w 3024845"/>
                <a:gd name="connsiteY261" fmla="*/ 324504 h 840941"/>
                <a:gd name="connsiteX262" fmla="*/ 1445031 w 3024845"/>
                <a:gd name="connsiteY262" fmla="*/ 324504 h 840941"/>
                <a:gd name="connsiteX263" fmla="*/ 1445031 w 3024845"/>
                <a:gd name="connsiteY263" fmla="*/ 323693 h 840941"/>
                <a:gd name="connsiteX264" fmla="*/ 1445031 w 3024845"/>
                <a:gd name="connsiteY264" fmla="*/ 318019 h 840941"/>
                <a:gd name="connsiteX265" fmla="*/ 1445791 w 3024845"/>
                <a:gd name="connsiteY265" fmla="*/ 318019 h 840941"/>
                <a:gd name="connsiteX266" fmla="*/ 1451111 w 3024845"/>
                <a:gd name="connsiteY266" fmla="*/ 318019 h 840941"/>
                <a:gd name="connsiteX267" fmla="*/ 1451111 w 3024845"/>
                <a:gd name="connsiteY267" fmla="*/ 319370 h 840941"/>
                <a:gd name="connsiteX268" fmla="*/ 1451111 w 3024845"/>
                <a:gd name="connsiteY268" fmla="*/ 328828 h 840941"/>
                <a:gd name="connsiteX269" fmla="*/ 1489618 w 3024845"/>
                <a:gd name="connsiteY269" fmla="*/ 328828 h 840941"/>
                <a:gd name="connsiteX270" fmla="*/ 1489618 w 3024845"/>
                <a:gd name="connsiteY270" fmla="*/ 467181 h 840941"/>
                <a:gd name="connsiteX271" fmla="*/ 1491138 w 3024845"/>
                <a:gd name="connsiteY271" fmla="*/ 467181 h 840941"/>
                <a:gd name="connsiteX272" fmla="*/ 1501778 w 3024845"/>
                <a:gd name="connsiteY272" fmla="*/ 467181 h 840941"/>
                <a:gd name="connsiteX273" fmla="*/ 1501778 w 3024845"/>
                <a:gd name="connsiteY273" fmla="*/ 454211 h 840941"/>
                <a:gd name="connsiteX274" fmla="*/ 1505832 w 3024845"/>
                <a:gd name="connsiteY274" fmla="*/ 454211 h 840941"/>
                <a:gd name="connsiteX275" fmla="*/ 1505832 w 3024845"/>
                <a:gd name="connsiteY275" fmla="*/ 467181 h 840941"/>
                <a:gd name="connsiteX276" fmla="*/ 1536232 w 3024845"/>
                <a:gd name="connsiteY276" fmla="*/ 467181 h 840941"/>
                <a:gd name="connsiteX277" fmla="*/ 1536232 w 3024845"/>
                <a:gd name="connsiteY277" fmla="*/ 436916 h 840941"/>
                <a:gd name="connsiteX278" fmla="*/ 1548392 w 3024845"/>
                <a:gd name="connsiteY278" fmla="*/ 436916 h 840941"/>
                <a:gd name="connsiteX279" fmla="*/ 1560552 w 3024845"/>
                <a:gd name="connsiteY279" fmla="*/ 434755 h 840941"/>
                <a:gd name="connsiteX280" fmla="*/ 1564606 w 3024845"/>
                <a:gd name="connsiteY280" fmla="*/ 436916 h 840941"/>
                <a:gd name="connsiteX281" fmla="*/ 1574739 w 3024845"/>
                <a:gd name="connsiteY281" fmla="*/ 436916 h 840941"/>
                <a:gd name="connsiteX282" fmla="*/ 1574739 w 3024845"/>
                <a:gd name="connsiteY282" fmla="*/ 467181 h 840941"/>
                <a:gd name="connsiteX283" fmla="*/ 1582846 w 3024845"/>
                <a:gd name="connsiteY283" fmla="*/ 467181 h 840941"/>
                <a:gd name="connsiteX284" fmla="*/ 1582846 w 3024845"/>
                <a:gd name="connsiteY284" fmla="*/ 484476 h 840941"/>
                <a:gd name="connsiteX285" fmla="*/ 1592182 w 3024845"/>
                <a:gd name="connsiteY285" fmla="*/ 485381 h 840941"/>
                <a:gd name="connsiteX286" fmla="*/ 1605140 w 3024845"/>
                <a:gd name="connsiteY286" fmla="*/ 485381 h 840941"/>
                <a:gd name="connsiteX287" fmla="*/ 1605140 w 3024845"/>
                <a:gd name="connsiteY287" fmla="*/ 469343 h 840941"/>
                <a:gd name="connsiteX288" fmla="*/ 1673096 w 3024845"/>
                <a:gd name="connsiteY288" fmla="*/ 469343 h 840941"/>
                <a:gd name="connsiteX289" fmla="*/ 1673096 w 3024845"/>
                <a:gd name="connsiteY289" fmla="*/ 384090 h 840941"/>
                <a:gd name="connsiteX290" fmla="*/ 1745104 w 3024845"/>
                <a:gd name="connsiteY290" fmla="*/ 384090 h 840941"/>
                <a:gd name="connsiteX291" fmla="*/ 1745104 w 3024845"/>
                <a:gd name="connsiteY291" fmla="*/ 462858 h 840941"/>
                <a:gd name="connsiteX292" fmla="*/ 1747008 w 3024845"/>
                <a:gd name="connsiteY292" fmla="*/ 462858 h 840941"/>
                <a:gd name="connsiteX293" fmla="*/ 1748250 w 3024845"/>
                <a:gd name="connsiteY293" fmla="*/ 485381 h 840941"/>
                <a:gd name="connsiteX294" fmla="*/ 1757926 w 3024845"/>
                <a:gd name="connsiteY294" fmla="*/ 485381 h 840941"/>
                <a:gd name="connsiteX295" fmla="*/ 1759168 w 3024845"/>
                <a:gd name="connsiteY295" fmla="*/ 462858 h 840941"/>
                <a:gd name="connsiteX296" fmla="*/ 1765248 w 3024845"/>
                <a:gd name="connsiteY296" fmla="*/ 462858 h 840941"/>
                <a:gd name="connsiteX297" fmla="*/ 1766490 w 3024845"/>
                <a:gd name="connsiteY297" fmla="*/ 485381 h 840941"/>
                <a:gd name="connsiteX298" fmla="*/ 1817112 w 3024845"/>
                <a:gd name="connsiteY298" fmla="*/ 485381 h 840941"/>
                <a:gd name="connsiteX299" fmla="*/ 1817112 w 3024845"/>
                <a:gd name="connsiteY299" fmla="*/ 322353 h 840941"/>
                <a:gd name="connsiteX300" fmla="*/ 2014439 w 3024845"/>
                <a:gd name="connsiteY300" fmla="*/ 322353 h 840941"/>
                <a:gd name="connsiteX301" fmla="*/ 2014439 w 3024845"/>
                <a:gd name="connsiteY301" fmla="*/ 485381 h 840941"/>
                <a:gd name="connsiteX302" fmla="*/ 2033136 w 3024845"/>
                <a:gd name="connsiteY302" fmla="*/ 485381 h 840941"/>
                <a:gd name="connsiteX303" fmla="*/ 2033136 w 3024845"/>
                <a:gd name="connsiteY303" fmla="*/ 402688 h 840941"/>
                <a:gd name="connsiteX304" fmla="*/ 2128256 w 3024845"/>
                <a:gd name="connsiteY304" fmla="*/ 402688 h 840941"/>
                <a:gd name="connsiteX305" fmla="*/ 2180720 w 3024845"/>
                <a:gd name="connsiteY305" fmla="*/ 337475 h 840941"/>
                <a:gd name="connsiteX306" fmla="*/ 2245574 w 3024845"/>
                <a:gd name="connsiteY306" fmla="*/ 337475 h 840941"/>
                <a:gd name="connsiteX307" fmla="*/ 2245574 w 3024845"/>
                <a:gd name="connsiteY307" fmla="*/ 413137 h 840941"/>
                <a:gd name="connsiteX308" fmla="*/ 2253681 w 3024845"/>
                <a:gd name="connsiteY308" fmla="*/ 413137 h 840941"/>
                <a:gd name="connsiteX309" fmla="*/ 2255708 w 3024845"/>
                <a:gd name="connsiteY309" fmla="*/ 406652 h 840941"/>
                <a:gd name="connsiteX310" fmla="*/ 2261788 w 3024845"/>
                <a:gd name="connsiteY310" fmla="*/ 406652 h 840941"/>
                <a:gd name="connsiteX311" fmla="*/ 2263815 w 3024845"/>
                <a:gd name="connsiteY311" fmla="*/ 415299 h 840941"/>
                <a:gd name="connsiteX312" fmla="*/ 2275975 w 3024845"/>
                <a:gd name="connsiteY312" fmla="*/ 415299 h 840941"/>
                <a:gd name="connsiteX313" fmla="*/ 2275975 w 3024845"/>
                <a:gd name="connsiteY313" fmla="*/ 408813 h 840941"/>
                <a:gd name="connsiteX314" fmla="*/ 2298268 w 3024845"/>
                <a:gd name="connsiteY314" fmla="*/ 408813 h 840941"/>
                <a:gd name="connsiteX315" fmla="*/ 2298268 w 3024845"/>
                <a:gd name="connsiteY315" fmla="*/ 415299 h 840941"/>
                <a:gd name="connsiteX316" fmla="*/ 2318535 w 3024845"/>
                <a:gd name="connsiteY316" fmla="*/ 415299 h 840941"/>
                <a:gd name="connsiteX317" fmla="*/ 2318535 w 3024845"/>
                <a:gd name="connsiteY317" fmla="*/ 460696 h 840941"/>
                <a:gd name="connsiteX318" fmla="*/ 2332722 w 3024845"/>
                <a:gd name="connsiteY318" fmla="*/ 460696 h 840941"/>
                <a:gd name="connsiteX319" fmla="*/ 2332722 w 3024845"/>
                <a:gd name="connsiteY319" fmla="*/ 447725 h 840941"/>
                <a:gd name="connsiteX320" fmla="*/ 2348936 w 3024845"/>
                <a:gd name="connsiteY320" fmla="*/ 447725 h 840941"/>
                <a:gd name="connsiteX321" fmla="*/ 2348936 w 3024845"/>
                <a:gd name="connsiteY321" fmla="*/ 268298 h 840941"/>
                <a:gd name="connsiteX322" fmla="*/ 2355016 w 3024845"/>
                <a:gd name="connsiteY322" fmla="*/ 261812 h 840941"/>
                <a:gd name="connsiteX323" fmla="*/ 2427977 w 3024845"/>
                <a:gd name="connsiteY323" fmla="*/ 261812 h 840941"/>
                <a:gd name="connsiteX324" fmla="*/ 2427977 w 3024845"/>
                <a:gd name="connsiteY324" fmla="*/ 270460 h 840941"/>
                <a:gd name="connsiteX325" fmla="*/ 2438110 w 3024845"/>
                <a:gd name="connsiteY325" fmla="*/ 270460 h 840941"/>
                <a:gd name="connsiteX326" fmla="*/ 2438110 w 3024845"/>
                <a:gd name="connsiteY326" fmla="*/ 385034 h 840941"/>
                <a:gd name="connsiteX327" fmla="*/ 2460404 w 3024845"/>
                <a:gd name="connsiteY327" fmla="*/ 385034 h 840941"/>
                <a:gd name="connsiteX328" fmla="*/ 2460404 w 3024845"/>
                <a:gd name="connsiteY328" fmla="*/ 318019 h 840941"/>
                <a:gd name="connsiteX329" fmla="*/ 2486751 w 3024845"/>
                <a:gd name="connsiteY329" fmla="*/ 318019 h 840941"/>
                <a:gd name="connsiteX330" fmla="*/ 2490804 w 3024845"/>
                <a:gd name="connsiteY330" fmla="*/ 313695 h 840941"/>
                <a:gd name="connsiteX331" fmla="*/ 2498911 w 3024845"/>
                <a:gd name="connsiteY331" fmla="*/ 313695 h 840941"/>
                <a:gd name="connsiteX332" fmla="*/ 2502964 w 3024845"/>
                <a:gd name="connsiteY332" fmla="*/ 318019 h 840941"/>
                <a:gd name="connsiteX333" fmla="*/ 2525258 w 3024845"/>
                <a:gd name="connsiteY333" fmla="*/ 318019 h 840941"/>
                <a:gd name="connsiteX334" fmla="*/ 2525258 w 3024845"/>
                <a:gd name="connsiteY334" fmla="*/ 201283 h 840941"/>
                <a:gd name="connsiteX335" fmla="*/ 2582005 w 3024845"/>
                <a:gd name="connsiteY335" fmla="*/ 190474 h 840941"/>
                <a:gd name="connsiteX336" fmla="*/ 2582005 w 3024845"/>
                <a:gd name="connsiteY336" fmla="*/ 191555 h 840941"/>
                <a:gd name="connsiteX337" fmla="*/ 2582005 w 3024845"/>
                <a:gd name="connsiteY337" fmla="*/ 199121 h 840941"/>
                <a:gd name="connsiteX338" fmla="*/ 2608352 w 3024845"/>
                <a:gd name="connsiteY338" fmla="*/ 199121 h 840941"/>
                <a:gd name="connsiteX339" fmla="*/ 2608352 w 3024845"/>
                <a:gd name="connsiteY339" fmla="*/ 454211 h 840941"/>
                <a:gd name="connsiteX340" fmla="*/ 2630646 w 3024845"/>
                <a:gd name="connsiteY340" fmla="*/ 454211 h 840941"/>
                <a:gd name="connsiteX341" fmla="*/ 2630646 w 3024845"/>
                <a:gd name="connsiteY341" fmla="*/ 449887 h 840941"/>
                <a:gd name="connsiteX342" fmla="*/ 2642806 w 3024845"/>
                <a:gd name="connsiteY342" fmla="*/ 449887 h 840941"/>
                <a:gd name="connsiteX343" fmla="*/ 2642806 w 3024845"/>
                <a:gd name="connsiteY343" fmla="*/ 454211 h 840941"/>
                <a:gd name="connsiteX344" fmla="*/ 2667126 w 3024845"/>
                <a:gd name="connsiteY344" fmla="*/ 454211 h 840941"/>
                <a:gd name="connsiteX345" fmla="*/ 2667126 w 3024845"/>
                <a:gd name="connsiteY345" fmla="*/ 441240 h 840941"/>
                <a:gd name="connsiteX346" fmla="*/ 2695500 w 3024845"/>
                <a:gd name="connsiteY346" fmla="*/ 441240 h 840941"/>
                <a:gd name="connsiteX347" fmla="*/ 2707660 w 3024845"/>
                <a:gd name="connsiteY347" fmla="*/ 436916 h 840941"/>
                <a:gd name="connsiteX348" fmla="*/ 2727927 w 3024845"/>
                <a:gd name="connsiteY348" fmla="*/ 441240 h 840941"/>
                <a:gd name="connsiteX349" fmla="*/ 2727927 w 3024845"/>
                <a:gd name="connsiteY349" fmla="*/ 423946 h 840941"/>
                <a:gd name="connsiteX350" fmla="*/ 2736034 w 3024845"/>
                <a:gd name="connsiteY350" fmla="*/ 423946 h 840941"/>
                <a:gd name="connsiteX351" fmla="*/ 2736034 w 3024845"/>
                <a:gd name="connsiteY351" fmla="*/ 410975 h 840941"/>
                <a:gd name="connsiteX352" fmla="*/ 2792781 w 3024845"/>
                <a:gd name="connsiteY352" fmla="*/ 410975 h 840941"/>
                <a:gd name="connsiteX353" fmla="*/ 2792781 w 3024845"/>
                <a:gd name="connsiteY353" fmla="*/ 380710 h 840941"/>
                <a:gd name="connsiteX354" fmla="*/ 2811021 w 3024845"/>
                <a:gd name="connsiteY354" fmla="*/ 380710 h 840941"/>
                <a:gd name="connsiteX355" fmla="*/ 2811021 w 3024845"/>
                <a:gd name="connsiteY355" fmla="*/ 374225 h 840941"/>
                <a:gd name="connsiteX356" fmla="*/ 2823181 w 3024845"/>
                <a:gd name="connsiteY356" fmla="*/ 374225 h 840941"/>
                <a:gd name="connsiteX357" fmla="*/ 2823181 w 3024845"/>
                <a:gd name="connsiteY357" fmla="*/ 380710 h 840941"/>
                <a:gd name="connsiteX358" fmla="*/ 2839395 w 3024845"/>
                <a:gd name="connsiteY358" fmla="*/ 380710 h 840941"/>
                <a:gd name="connsiteX359" fmla="*/ 2839395 w 3024845"/>
                <a:gd name="connsiteY359" fmla="*/ 430431 h 840941"/>
                <a:gd name="connsiteX360" fmla="*/ 2871822 w 3024845"/>
                <a:gd name="connsiteY360" fmla="*/ 430431 h 840941"/>
                <a:gd name="connsiteX361" fmla="*/ 2871822 w 3024845"/>
                <a:gd name="connsiteY361" fmla="*/ 404490 h 840941"/>
                <a:gd name="connsiteX362" fmla="*/ 2910329 w 3024845"/>
                <a:gd name="connsiteY362" fmla="*/ 404490 h 840941"/>
                <a:gd name="connsiteX363" fmla="*/ 2910329 w 3024845"/>
                <a:gd name="connsiteY363" fmla="*/ 374225 h 840941"/>
                <a:gd name="connsiteX364" fmla="*/ 2958970 w 3024845"/>
                <a:gd name="connsiteY364" fmla="*/ 374225 h 840941"/>
                <a:gd name="connsiteX365" fmla="*/ 2958970 w 3024845"/>
                <a:gd name="connsiteY365" fmla="*/ 485381 h 840941"/>
                <a:gd name="connsiteX366" fmla="*/ 2958970 w 3024845"/>
                <a:gd name="connsiteY366" fmla="*/ 499160 h 840941"/>
                <a:gd name="connsiteX367" fmla="*/ 3024845 w 3024845"/>
                <a:gd name="connsiteY367" fmla="*/ 499160 h 840941"/>
                <a:gd name="connsiteX368" fmla="*/ 3024845 w 3024845"/>
                <a:gd name="connsiteY368" fmla="*/ 840941 h 840941"/>
                <a:gd name="connsiteX369" fmla="*/ 2054 w 3024845"/>
                <a:gd name="connsiteY369" fmla="*/ 838608 h 840941"/>
                <a:gd name="connsiteX370" fmla="*/ 0 w 3024845"/>
                <a:gd name="connsiteY370" fmla="*/ 404490 h 840941"/>
                <a:gd name="connsiteX371" fmla="*/ 20267 w 3024845"/>
                <a:gd name="connsiteY371" fmla="*/ 404490 h 840941"/>
                <a:gd name="connsiteX372" fmla="*/ 20774 w 3024845"/>
                <a:gd name="connsiteY372" fmla="*/ 403409 h 840941"/>
                <a:gd name="connsiteX373" fmla="*/ 24320 w 3024845"/>
                <a:gd name="connsiteY373" fmla="*/ 395843 h 840941"/>
                <a:gd name="connsiteX374" fmla="*/ 26094 w 3024845"/>
                <a:gd name="connsiteY374" fmla="*/ 396113 h 840941"/>
                <a:gd name="connsiteX375" fmla="*/ 38507 w 3024845"/>
                <a:gd name="connsiteY375" fmla="*/ 398004 h 840941"/>
                <a:gd name="connsiteX376" fmla="*/ 39014 w 3024845"/>
                <a:gd name="connsiteY376" fmla="*/ 399356 h 840941"/>
                <a:gd name="connsiteX377" fmla="*/ 42560 w 3024845"/>
                <a:gd name="connsiteY377" fmla="*/ 408813 h 840941"/>
                <a:gd name="connsiteX378" fmla="*/ 68907 w 3024845"/>
                <a:gd name="connsiteY378" fmla="*/ 410975 h 840941"/>
                <a:gd name="connsiteX379" fmla="*/ 68907 w 3024845"/>
                <a:gd name="connsiteY379" fmla="*/ 287754 h 840941"/>
                <a:gd name="connsiteX380" fmla="*/ 70934 w 3024845"/>
                <a:gd name="connsiteY380" fmla="*/ 287754 h 840941"/>
                <a:gd name="connsiteX381" fmla="*/ 85121 w 3024845"/>
                <a:gd name="connsiteY381" fmla="*/ 287754 h 840941"/>
                <a:gd name="connsiteX382" fmla="*/ 85121 w 3024845"/>
                <a:gd name="connsiteY382" fmla="*/ 151562 h 840941"/>
                <a:gd name="connsiteX383" fmla="*/ 86894 w 3024845"/>
                <a:gd name="connsiteY383" fmla="*/ 151562 h 840941"/>
                <a:gd name="connsiteX384" fmla="*/ 99308 w 3024845"/>
                <a:gd name="connsiteY384" fmla="*/ 151562 h 840941"/>
                <a:gd name="connsiteX385" fmla="*/ 99308 w 3024845"/>
                <a:gd name="connsiteY385" fmla="*/ 36988 h 840941"/>
                <a:gd name="connsiteX0" fmla="*/ 99308 w 3024845"/>
                <a:gd name="connsiteY0" fmla="*/ 0 h 803953"/>
                <a:gd name="connsiteX1" fmla="*/ 220909 w 3024845"/>
                <a:gd name="connsiteY1" fmla="*/ 114574 h 803953"/>
                <a:gd name="connsiteX2" fmla="*/ 223189 w 3024845"/>
                <a:gd name="connsiteY2" fmla="*/ 114574 h 803953"/>
                <a:gd name="connsiteX3" fmla="*/ 239150 w 3024845"/>
                <a:gd name="connsiteY3" fmla="*/ 114574 h 803953"/>
                <a:gd name="connsiteX4" fmla="*/ 239150 w 3024845"/>
                <a:gd name="connsiteY4" fmla="*/ 255089 h 803953"/>
                <a:gd name="connsiteX5" fmla="*/ 240670 w 3024845"/>
                <a:gd name="connsiteY5" fmla="*/ 254819 h 803953"/>
                <a:gd name="connsiteX6" fmla="*/ 251310 w 3024845"/>
                <a:gd name="connsiteY6" fmla="*/ 252928 h 803953"/>
                <a:gd name="connsiteX7" fmla="*/ 249283 w 3024845"/>
                <a:gd name="connsiteY7" fmla="*/ 341560 h 803953"/>
                <a:gd name="connsiteX8" fmla="*/ 250803 w 3024845"/>
                <a:gd name="connsiteY8" fmla="*/ 341831 h 803953"/>
                <a:gd name="connsiteX9" fmla="*/ 261443 w 3024845"/>
                <a:gd name="connsiteY9" fmla="*/ 343722 h 803953"/>
                <a:gd name="connsiteX10" fmla="*/ 261696 w 3024845"/>
                <a:gd name="connsiteY10" fmla="*/ 344533 h 803953"/>
                <a:gd name="connsiteX11" fmla="*/ 263470 w 3024845"/>
                <a:gd name="connsiteY11" fmla="*/ 350208 h 803953"/>
                <a:gd name="connsiteX12" fmla="*/ 264230 w 3024845"/>
                <a:gd name="connsiteY12" fmla="*/ 347776 h 803953"/>
                <a:gd name="connsiteX13" fmla="*/ 269550 w 3024845"/>
                <a:gd name="connsiteY13" fmla="*/ 330752 h 803953"/>
                <a:gd name="connsiteX14" fmla="*/ 271323 w 3024845"/>
                <a:gd name="connsiteY14" fmla="*/ 330752 h 803953"/>
                <a:gd name="connsiteX15" fmla="*/ 283737 w 3024845"/>
                <a:gd name="connsiteY15" fmla="*/ 330752 h 803953"/>
                <a:gd name="connsiteX16" fmla="*/ 283737 w 3024845"/>
                <a:gd name="connsiteY16" fmla="*/ 363178 h 803953"/>
                <a:gd name="connsiteX17" fmla="*/ 284750 w 3024845"/>
                <a:gd name="connsiteY17" fmla="*/ 363719 h 803953"/>
                <a:gd name="connsiteX18" fmla="*/ 291844 w 3024845"/>
                <a:gd name="connsiteY18" fmla="*/ 367502 h 803953"/>
                <a:gd name="connsiteX19" fmla="*/ 291844 w 3024845"/>
                <a:gd name="connsiteY19" fmla="*/ 368853 h 803953"/>
                <a:gd name="connsiteX20" fmla="*/ 291844 w 3024845"/>
                <a:gd name="connsiteY20" fmla="*/ 378311 h 803953"/>
                <a:gd name="connsiteX21" fmla="*/ 336431 w 3024845"/>
                <a:gd name="connsiteY21" fmla="*/ 378311 h 803953"/>
                <a:gd name="connsiteX22" fmla="*/ 336431 w 3024845"/>
                <a:gd name="connsiteY22" fmla="*/ 379392 h 803953"/>
                <a:gd name="connsiteX23" fmla="*/ 336431 w 3024845"/>
                <a:gd name="connsiteY23" fmla="*/ 386958 h 803953"/>
                <a:gd name="connsiteX24" fmla="*/ 338457 w 3024845"/>
                <a:gd name="connsiteY24" fmla="*/ 386958 h 803953"/>
                <a:gd name="connsiteX25" fmla="*/ 352644 w 3024845"/>
                <a:gd name="connsiteY25" fmla="*/ 386958 h 803953"/>
                <a:gd name="connsiteX26" fmla="*/ 352644 w 3024845"/>
                <a:gd name="connsiteY26" fmla="*/ 356693 h 803953"/>
                <a:gd name="connsiteX27" fmla="*/ 397231 w 3024845"/>
                <a:gd name="connsiteY27" fmla="*/ 356693 h 803953"/>
                <a:gd name="connsiteX28" fmla="*/ 397231 w 3024845"/>
                <a:gd name="connsiteY28" fmla="*/ 355342 h 803953"/>
                <a:gd name="connsiteX29" fmla="*/ 397231 w 3024845"/>
                <a:gd name="connsiteY29" fmla="*/ 345884 h 803953"/>
                <a:gd name="connsiteX30" fmla="*/ 398245 w 3024845"/>
                <a:gd name="connsiteY30" fmla="*/ 345884 h 803953"/>
                <a:gd name="connsiteX31" fmla="*/ 405338 w 3024845"/>
                <a:gd name="connsiteY31" fmla="*/ 345884 h 803953"/>
                <a:gd name="connsiteX32" fmla="*/ 405338 w 3024845"/>
                <a:gd name="connsiteY32" fmla="*/ 343993 h 803953"/>
                <a:gd name="connsiteX33" fmla="*/ 405338 w 3024845"/>
                <a:gd name="connsiteY33" fmla="*/ 330752 h 803953"/>
                <a:gd name="connsiteX34" fmla="*/ 406098 w 3024845"/>
                <a:gd name="connsiteY34" fmla="*/ 330752 h 803953"/>
                <a:gd name="connsiteX35" fmla="*/ 411418 w 3024845"/>
                <a:gd name="connsiteY35" fmla="*/ 330752 h 803953"/>
                <a:gd name="connsiteX36" fmla="*/ 411418 w 3024845"/>
                <a:gd name="connsiteY36" fmla="*/ 329671 h 803953"/>
                <a:gd name="connsiteX37" fmla="*/ 411418 w 3024845"/>
                <a:gd name="connsiteY37" fmla="*/ 322104 h 803953"/>
                <a:gd name="connsiteX38" fmla="*/ 413445 w 3024845"/>
                <a:gd name="connsiteY38" fmla="*/ 322104 h 803953"/>
                <a:gd name="connsiteX39" fmla="*/ 427632 w 3024845"/>
                <a:gd name="connsiteY39" fmla="*/ 322104 h 803953"/>
                <a:gd name="connsiteX40" fmla="*/ 427632 w 3024845"/>
                <a:gd name="connsiteY40" fmla="*/ 323185 h 803953"/>
                <a:gd name="connsiteX41" fmla="*/ 427632 w 3024845"/>
                <a:gd name="connsiteY41" fmla="*/ 330752 h 803953"/>
                <a:gd name="connsiteX42" fmla="*/ 449925 w 3024845"/>
                <a:gd name="connsiteY42" fmla="*/ 330752 h 803953"/>
                <a:gd name="connsiteX43" fmla="*/ 449925 w 3024845"/>
                <a:gd name="connsiteY43" fmla="*/ 328860 h 803953"/>
                <a:gd name="connsiteX44" fmla="*/ 449925 w 3024845"/>
                <a:gd name="connsiteY44" fmla="*/ 315619 h 803953"/>
                <a:gd name="connsiteX45" fmla="*/ 451699 w 3024845"/>
                <a:gd name="connsiteY45" fmla="*/ 315619 h 803953"/>
                <a:gd name="connsiteX46" fmla="*/ 464112 w 3024845"/>
                <a:gd name="connsiteY46" fmla="*/ 315619 h 803953"/>
                <a:gd name="connsiteX47" fmla="*/ 464112 w 3024845"/>
                <a:gd name="connsiteY47" fmla="*/ 339399 h 803953"/>
                <a:gd name="connsiteX48" fmla="*/ 465126 w 3024845"/>
                <a:gd name="connsiteY48" fmla="*/ 339399 h 803953"/>
                <a:gd name="connsiteX49" fmla="*/ 472219 w 3024845"/>
                <a:gd name="connsiteY49" fmla="*/ 339399 h 803953"/>
                <a:gd name="connsiteX50" fmla="*/ 472219 w 3024845"/>
                <a:gd name="connsiteY50" fmla="*/ 338318 h 803953"/>
                <a:gd name="connsiteX51" fmla="*/ 472219 w 3024845"/>
                <a:gd name="connsiteY51" fmla="*/ 330752 h 803953"/>
                <a:gd name="connsiteX52" fmla="*/ 473992 w 3024845"/>
                <a:gd name="connsiteY52" fmla="*/ 330752 h 803953"/>
                <a:gd name="connsiteX53" fmla="*/ 486406 w 3024845"/>
                <a:gd name="connsiteY53" fmla="*/ 330752 h 803953"/>
                <a:gd name="connsiteX54" fmla="*/ 486406 w 3024845"/>
                <a:gd name="connsiteY54" fmla="*/ 356693 h 803953"/>
                <a:gd name="connsiteX55" fmla="*/ 488433 w 3024845"/>
                <a:gd name="connsiteY55" fmla="*/ 356693 h 803953"/>
                <a:gd name="connsiteX56" fmla="*/ 502619 w 3024845"/>
                <a:gd name="connsiteY56" fmla="*/ 356693 h 803953"/>
                <a:gd name="connsiteX57" fmla="*/ 502619 w 3024845"/>
                <a:gd name="connsiteY57" fmla="*/ 358314 h 803953"/>
                <a:gd name="connsiteX58" fmla="*/ 502619 w 3024845"/>
                <a:gd name="connsiteY58" fmla="*/ 369664 h 803953"/>
                <a:gd name="connsiteX59" fmla="*/ 503379 w 3024845"/>
                <a:gd name="connsiteY59" fmla="*/ 369664 h 803953"/>
                <a:gd name="connsiteX60" fmla="*/ 508700 w 3024845"/>
                <a:gd name="connsiteY60" fmla="*/ 369664 h 803953"/>
                <a:gd name="connsiteX61" fmla="*/ 508700 w 3024845"/>
                <a:gd name="connsiteY61" fmla="*/ 368853 h 803953"/>
                <a:gd name="connsiteX62" fmla="*/ 508700 w 3024845"/>
                <a:gd name="connsiteY62" fmla="*/ 363178 h 803953"/>
                <a:gd name="connsiteX63" fmla="*/ 539100 w 3024845"/>
                <a:gd name="connsiteY63" fmla="*/ 363178 h 803953"/>
                <a:gd name="connsiteX64" fmla="*/ 539100 w 3024845"/>
                <a:gd name="connsiteY64" fmla="*/ 386958 h 803953"/>
                <a:gd name="connsiteX65" fmla="*/ 540113 w 3024845"/>
                <a:gd name="connsiteY65" fmla="*/ 386958 h 803953"/>
                <a:gd name="connsiteX66" fmla="*/ 547207 w 3024845"/>
                <a:gd name="connsiteY66" fmla="*/ 386958 h 803953"/>
                <a:gd name="connsiteX67" fmla="*/ 547207 w 3024845"/>
                <a:gd name="connsiteY67" fmla="*/ 388039 h 803953"/>
                <a:gd name="connsiteX68" fmla="*/ 547207 w 3024845"/>
                <a:gd name="connsiteY68" fmla="*/ 395605 h 803953"/>
                <a:gd name="connsiteX69" fmla="*/ 547967 w 3024845"/>
                <a:gd name="connsiteY69" fmla="*/ 395605 h 803953"/>
                <a:gd name="connsiteX70" fmla="*/ 553287 w 3024845"/>
                <a:gd name="connsiteY70" fmla="*/ 395605 h 803953"/>
                <a:gd name="connsiteX71" fmla="*/ 553287 w 3024845"/>
                <a:gd name="connsiteY71" fmla="*/ 393443 h 803953"/>
                <a:gd name="connsiteX72" fmla="*/ 553287 w 3024845"/>
                <a:gd name="connsiteY72" fmla="*/ 378311 h 803953"/>
                <a:gd name="connsiteX73" fmla="*/ 554300 w 3024845"/>
                <a:gd name="connsiteY73" fmla="*/ 378311 h 803953"/>
                <a:gd name="connsiteX74" fmla="*/ 561394 w 3024845"/>
                <a:gd name="connsiteY74" fmla="*/ 378311 h 803953"/>
                <a:gd name="connsiteX75" fmla="*/ 561394 w 3024845"/>
                <a:gd name="connsiteY75" fmla="*/ 379392 h 803953"/>
                <a:gd name="connsiteX76" fmla="*/ 561394 w 3024845"/>
                <a:gd name="connsiteY76" fmla="*/ 386958 h 803953"/>
                <a:gd name="connsiteX77" fmla="*/ 566714 w 3024845"/>
                <a:gd name="connsiteY77" fmla="*/ 384965 h 803953"/>
                <a:gd name="connsiteX78" fmla="*/ 567474 w 3024845"/>
                <a:gd name="connsiteY78" fmla="*/ 383985 h 803953"/>
                <a:gd name="connsiteX79" fmla="*/ 567474 w 3024845"/>
                <a:gd name="connsiteY79" fmla="*/ 378311 h 803953"/>
                <a:gd name="connsiteX80" fmla="*/ 605981 w 3024845"/>
                <a:gd name="connsiteY80" fmla="*/ 378311 h 803953"/>
                <a:gd name="connsiteX81" fmla="*/ 605981 w 3024845"/>
                <a:gd name="connsiteY81" fmla="*/ 402090 h 803953"/>
                <a:gd name="connsiteX82" fmla="*/ 608007 w 3024845"/>
                <a:gd name="connsiteY82" fmla="*/ 402090 h 803953"/>
                <a:gd name="connsiteX83" fmla="*/ 622194 w 3024845"/>
                <a:gd name="connsiteY83" fmla="*/ 402090 h 803953"/>
                <a:gd name="connsiteX84" fmla="*/ 622194 w 3024845"/>
                <a:gd name="connsiteY84" fmla="*/ 403171 h 803953"/>
                <a:gd name="connsiteX85" fmla="*/ 622194 w 3024845"/>
                <a:gd name="connsiteY85" fmla="*/ 410737 h 803953"/>
                <a:gd name="connsiteX86" fmla="*/ 623968 w 3024845"/>
                <a:gd name="connsiteY86" fmla="*/ 410737 h 803953"/>
                <a:gd name="connsiteX87" fmla="*/ 636381 w 3024845"/>
                <a:gd name="connsiteY87" fmla="*/ 410737 h 803953"/>
                <a:gd name="connsiteX88" fmla="*/ 636381 w 3024845"/>
                <a:gd name="connsiteY88" fmla="*/ 386958 h 803953"/>
                <a:gd name="connsiteX89" fmla="*/ 637394 w 3024845"/>
                <a:gd name="connsiteY89" fmla="*/ 386958 h 803953"/>
                <a:gd name="connsiteX90" fmla="*/ 644488 w 3024845"/>
                <a:gd name="connsiteY90" fmla="*/ 386958 h 803953"/>
                <a:gd name="connsiteX91" fmla="*/ 644488 w 3024845"/>
                <a:gd name="connsiteY91" fmla="*/ 354531 h 803953"/>
                <a:gd name="connsiteX92" fmla="*/ 645501 w 3024845"/>
                <a:gd name="connsiteY92" fmla="*/ 354531 h 803953"/>
                <a:gd name="connsiteX93" fmla="*/ 652595 w 3024845"/>
                <a:gd name="connsiteY93" fmla="*/ 354531 h 803953"/>
                <a:gd name="connsiteX94" fmla="*/ 652595 w 3024845"/>
                <a:gd name="connsiteY94" fmla="*/ 352640 h 803953"/>
                <a:gd name="connsiteX95" fmla="*/ 652595 w 3024845"/>
                <a:gd name="connsiteY95" fmla="*/ 339399 h 803953"/>
                <a:gd name="connsiteX96" fmla="*/ 651328 w 3024845"/>
                <a:gd name="connsiteY96" fmla="*/ 337777 h 803953"/>
                <a:gd name="connsiteX97" fmla="*/ 656648 w 3024845"/>
                <a:gd name="connsiteY97" fmla="*/ 326428 h 803953"/>
                <a:gd name="connsiteX98" fmla="*/ 664755 w 3024845"/>
                <a:gd name="connsiteY98" fmla="*/ 354531 h 803953"/>
                <a:gd name="connsiteX99" fmla="*/ 665515 w 3024845"/>
                <a:gd name="connsiteY99" fmla="*/ 354531 h 803953"/>
                <a:gd name="connsiteX100" fmla="*/ 670835 w 3024845"/>
                <a:gd name="connsiteY100" fmla="*/ 354531 h 803953"/>
                <a:gd name="connsiteX101" fmla="*/ 670835 w 3024845"/>
                <a:gd name="connsiteY101" fmla="*/ 248604 h 803953"/>
                <a:gd name="connsiteX102" fmla="*/ 672355 w 3024845"/>
                <a:gd name="connsiteY102" fmla="*/ 248604 h 803953"/>
                <a:gd name="connsiteX103" fmla="*/ 682995 w 3024845"/>
                <a:gd name="connsiteY103" fmla="*/ 248604 h 803953"/>
                <a:gd name="connsiteX104" fmla="*/ 682995 w 3024845"/>
                <a:gd name="connsiteY104" fmla="*/ 201045 h 803953"/>
                <a:gd name="connsiteX105" fmla="*/ 709342 w 3024845"/>
                <a:gd name="connsiteY105" fmla="*/ 201045 h 803953"/>
                <a:gd name="connsiteX106" fmla="*/ 709342 w 3024845"/>
                <a:gd name="connsiteY106" fmla="*/ 179427 h 803953"/>
                <a:gd name="connsiteX107" fmla="*/ 743796 w 3024845"/>
                <a:gd name="connsiteY107" fmla="*/ 179427 h 803953"/>
                <a:gd name="connsiteX108" fmla="*/ 743796 w 3024845"/>
                <a:gd name="connsiteY108" fmla="*/ 181859 h 803953"/>
                <a:gd name="connsiteX109" fmla="*/ 743796 w 3024845"/>
                <a:gd name="connsiteY109" fmla="*/ 198883 h 803953"/>
                <a:gd name="connsiteX110" fmla="*/ 746076 w 3024845"/>
                <a:gd name="connsiteY110" fmla="*/ 198883 h 803953"/>
                <a:gd name="connsiteX111" fmla="*/ 762036 w 3024845"/>
                <a:gd name="connsiteY111" fmla="*/ 198883 h 803953"/>
                <a:gd name="connsiteX112" fmla="*/ 762036 w 3024845"/>
                <a:gd name="connsiteY112" fmla="*/ 246442 h 803953"/>
                <a:gd name="connsiteX113" fmla="*/ 763049 w 3024845"/>
                <a:gd name="connsiteY113" fmla="*/ 246442 h 803953"/>
                <a:gd name="connsiteX114" fmla="*/ 770143 w 3024845"/>
                <a:gd name="connsiteY114" fmla="*/ 246442 h 803953"/>
                <a:gd name="connsiteX115" fmla="*/ 784330 w 3024845"/>
                <a:gd name="connsiteY115" fmla="*/ 250766 h 803953"/>
                <a:gd name="connsiteX116" fmla="*/ 784330 w 3024845"/>
                <a:gd name="connsiteY116" fmla="*/ 289678 h 803953"/>
                <a:gd name="connsiteX117" fmla="*/ 785343 w 3024845"/>
                <a:gd name="connsiteY117" fmla="*/ 289678 h 803953"/>
                <a:gd name="connsiteX118" fmla="*/ 792436 w 3024845"/>
                <a:gd name="connsiteY118" fmla="*/ 289678 h 803953"/>
                <a:gd name="connsiteX119" fmla="*/ 792436 w 3024845"/>
                <a:gd name="connsiteY119" fmla="*/ 291299 h 803953"/>
                <a:gd name="connsiteX120" fmla="*/ 792436 w 3024845"/>
                <a:gd name="connsiteY120" fmla="*/ 302648 h 803953"/>
                <a:gd name="connsiteX121" fmla="*/ 794463 w 3024845"/>
                <a:gd name="connsiteY121" fmla="*/ 302648 h 803953"/>
                <a:gd name="connsiteX122" fmla="*/ 808650 w 3024845"/>
                <a:gd name="connsiteY122" fmla="*/ 302648 h 803953"/>
                <a:gd name="connsiteX123" fmla="*/ 814730 w 3024845"/>
                <a:gd name="connsiteY123" fmla="*/ 309134 h 803953"/>
                <a:gd name="connsiteX124" fmla="*/ 814730 w 3024845"/>
                <a:gd name="connsiteY124" fmla="*/ 330752 h 803953"/>
                <a:gd name="connsiteX125" fmla="*/ 817010 w 3024845"/>
                <a:gd name="connsiteY125" fmla="*/ 330752 h 803953"/>
                <a:gd name="connsiteX126" fmla="*/ 832970 w 3024845"/>
                <a:gd name="connsiteY126" fmla="*/ 330752 h 803953"/>
                <a:gd name="connsiteX127" fmla="*/ 832970 w 3024845"/>
                <a:gd name="connsiteY127" fmla="*/ 331832 h 803953"/>
                <a:gd name="connsiteX128" fmla="*/ 832970 w 3024845"/>
                <a:gd name="connsiteY128" fmla="*/ 339399 h 803953"/>
                <a:gd name="connsiteX129" fmla="*/ 834237 w 3024845"/>
                <a:gd name="connsiteY129" fmla="*/ 339399 h 803953"/>
                <a:gd name="connsiteX130" fmla="*/ 843104 w 3024845"/>
                <a:gd name="connsiteY130" fmla="*/ 339399 h 803953"/>
                <a:gd name="connsiteX131" fmla="*/ 843104 w 3024845"/>
                <a:gd name="connsiteY131" fmla="*/ 341560 h 803953"/>
                <a:gd name="connsiteX132" fmla="*/ 843104 w 3024845"/>
                <a:gd name="connsiteY132" fmla="*/ 356693 h 803953"/>
                <a:gd name="connsiteX133" fmla="*/ 847157 w 3024845"/>
                <a:gd name="connsiteY133" fmla="*/ 354801 h 803953"/>
                <a:gd name="connsiteX134" fmla="*/ 847157 w 3024845"/>
                <a:gd name="connsiteY134" fmla="*/ 341560 h 803953"/>
                <a:gd name="connsiteX135" fmla="*/ 848170 w 3024845"/>
                <a:gd name="connsiteY135" fmla="*/ 341560 h 803953"/>
                <a:gd name="connsiteX136" fmla="*/ 855264 w 3024845"/>
                <a:gd name="connsiteY136" fmla="*/ 341560 h 803953"/>
                <a:gd name="connsiteX137" fmla="*/ 855264 w 3024845"/>
                <a:gd name="connsiteY137" fmla="*/ 343182 h 803953"/>
                <a:gd name="connsiteX138" fmla="*/ 855264 w 3024845"/>
                <a:gd name="connsiteY138" fmla="*/ 354531 h 803953"/>
                <a:gd name="connsiteX139" fmla="*/ 856024 w 3024845"/>
                <a:gd name="connsiteY139" fmla="*/ 354531 h 803953"/>
                <a:gd name="connsiteX140" fmla="*/ 861344 w 3024845"/>
                <a:gd name="connsiteY140" fmla="*/ 354531 h 803953"/>
                <a:gd name="connsiteX141" fmla="*/ 909984 w 3024845"/>
                <a:gd name="connsiteY141" fmla="*/ 350208 h 803953"/>
                <a:gd name="connsiteX142" fmla="*/ 909984 w 3024845"/>
                <a:gd name="connsiteY142" fmla="*/ 351559 h 803953"/>
                <a:gd name="connsiteX143" fmla="*/ 909984 w 3024845"/>
                <a:gd name="connsiteY143" fmla="*/ 361016 h 803953"/>
                <a:gd name="connsiteX144" fmla="*/ 910744 w 3024845"/>
                <a:gd name="connsiteY144" fmla="*/ 361016 h 803953"/>
                <a:gd name="connsiteX145" fmla="*/ 916065 w 3024845"/>
                <a:gd name="connsiteY145" fmla="*/ 361016 h 803953"/>
                <a:gd name="connsiteX146" fmla="*/ 916065 w 3024845"/>
                <a:gd name="connsiteY146" fmla="*/ 363178 h 803953"/>
                <a:gd name="connsiteX147" fmla="*/ 916065 w 3024845"/>
                <a:gd name="connsiteY147" fmla="*/ 378311 h 803953"/>
                <a:gd name="connsiteX148" fmla="*/ 918091 w 3024845"/>
                <a:gd name="connsiteY148" fmla="*/ 376960 h 803953"/>
                <a:gd name="connsiteX149" fmla="*/ 932278 w 3024845"/>
                <a:gd name="connsiteY149" fmla="*/ 367502 h 803953"/>
                <a:gd name="connsiteX150" fmla="*/ 938358 w 3024845"/>
                <a:gd name="connsiteY150" fmla="*/ 326428 h 803953"/>
                <a:gd name="connsiteX151" fmla="*/ 939118 w 3024845"/>
                <a:gd name="connsiteY151" fmla="*/ 326158 h 803953"/>
                <a:gd name="connsiteX152" fmla="*/ 944438 w 3024845"/>
                <a:gd name="connsiteY152" fmla="*/ 324266 h 803953"/>
                <a:gd name="connsiteX153" fmla="*/ 946465 w 3024845"/>
                <a:gd name="connsiteY153" fmla="*/ 255089 h 803953"/>
                <a:gd name="connsiteX154" fmla="*/ 948492 w 3024845"/>
                <a:gd name="connsiteY154" fmla="*/ 324266 h 803953"/>
                <a:gd name="connsiteX155" fmla="*/ 949252 w 3024845"/>
                <a:gd name="connsiteY155" fmla="*/ 324536 h 803953"/>
                <a:gd name="connsiteX156" fmla="*/ 954572 w 3024845"/>
                <a:gd name="connsiteY156" fmla="*/ 326428 h 803953"/>
                <a:gd name="connsiteX157" fmla="*/ 954572 w 3024845"/>
                <a:gd name="connsiteY157" fmla="*/ 239957 h 803953"/>
                <a:gd name="connsiteX158" fmla="*/ 958625 w 3024845"/>
                <a:gd name="connsiteY158" fmla="*/ 207530 h 803953"/>
                <a:gd name="connsiteX159" fmla="*/ 997132 w 3024845"/>
                <a:gd name="connsiteY159" fmla="*/ 207530 h 803953"/>
                <a:gd name="connsiteX160" fmla="*/ 997132 w 3024845"/>
                <a:gd name="connsiteY160" fmla="*/ 239957 h 803953"/>
                <a:gd name="connsiteX161" fmla="*/ 997892 w 3024845"/>
                <a:gd name="connsiteY161" fmla="*/ 239957 h 803953"/>
                <a:gd name="connsiteX162" fmla="*/ 1003212 w 3024845"/>
                <a:gd name="connsiteY162" fmla="*/ 239957 h 803953"/>
                <a:gd name="connsiteX163" fmla="*/ 1003212 w 3024845"/>
                <a:gd name="connsiteY163" fmla="*/ 157809 h 803953"/>
                <a:gd name="connsiteX164" fmla="*/ 1004986 w 3024845"/>
                <a:gd name="connsiteY164" fmla="*/ 157809 h 803953"/>
                <a:gd name="connsiteX165" fmla="*/ 1017399 w 3024845"/>
                <a:gd name="connsiteY165" fmla="*/ 157809 h 803953"/>
                <a:gd name="connsiteX166" fmla="*/ 1017399 w 3024845"/>
                <a:gd name="connsiteY166" fmla="*/ 155918 h 803953"/>
                <a:gd name="connsiteX167" fmla="*/ 1017399 w 3024845"/>
                <a:gd name="connsiteY167" fmla="*/ 142677 h 803953"/>
                <a:gd name="connsiteX168" fmla="*/ 1039693 w 3024845"/>
                <a:gd name="connsiteY168" fmla="*/ 142677 h 803953"/>
                <a:gd name="connsiteX169" fmla="*/ 1039693 w 3024845"/>
                <a:gd name="connsiteY169" fmla="*/ 141596 h 803953"/>
                <a:gd name="connsiteX170" fmla="*/ 1039693 w 3024845"/>
                <a:gd name="connsiteY170" fmla="*/ 134030 h 803953"/>
                <a:gd name="connsiteX171" fmla="*/ 1041466 w 3024845"/>
                <a:gd name="connsiteY171" fmla="*/ 134030 h 803953"/>
                <a:gd name="connsiteX172" fmla="*/ 1053880 w 3024845"/>
                <a:gd name="connsiteY172" fmla="*/ 134030 h 803953"/>
                <a:gd name="connsiteX173" fmla="*/ 1053880 w 3024845"/>
                <a:gd name="connsiteY173" fmla="*/ 135111 h 803953"/>
                <a:gd name="connsiteX174" fmla="*/ 1053880 w 3024845"/>
                <a:gd name="connsiteY174" fmla="*/ 142677 h 803953"/>
                <a:gd name="connsiteX175" fmla="*/ 1054640 w 3024845"/>
                <a:gd name="connsiteY175" fmla="*/ 142677 h 803953"/>
                <a:gd name="connsiteX176" fmla="*/ 1059960 w 3024845"/>
                <a:gd name="connsiteY176" fmla="*/ 142677 h 803953"/>
                <a:gd name="connsiteX177" fmla="*/ 1070093 w 3024845"/>
                <a:gd name="connsiteY177" fmla="*/ 138353 h 803953"/>
                <a:gd name="connsiteX178" fmla="*/ 1074146 w 3024845"/>
                <a:gd name="connsiteY178" fmla="*/ 141596 h 803953"/>
                <a:gd name="connsiteX179" fmla="*/ 1074146 w 3024845"/>
                <a:gd name="connsiteY179" fmla="*/ 134030 h 803953"/>
                <a:gd name="connsiteX180" fmla="*/ 1076426 w 3024845"/>
                <a:gd name="connsiteY180" fmla="*/ 134030 h 803953"/>
                <a:gd name="connsiteX181" fmla="*/ 1092387 w 3024845"/>
                <a:gd name="connsiteY181" fmla="*/ 134030 h 803953"/>
                <a:gd name="connsiteX182" fmla="*/ 1092387 w 3024845"/>
                <a:gd name="connsiteY182" fmla="*/ 135111 h 803953"/>
                <a:gd name="connsiteX183" fmla="*/ 1092387 w 3024845"/>
                <a:gd name="connsiteY183" fmla="*/ 142677 h 803953"/>
                <a:gd name="connsiteX184" fmla="*/ 1122787 w 3024845"/>
                <a:gd name="connsiteY184" fmla="*/ 142677 h 803953"/>
                <a:gd name="connsiteX185" fmla="*/ 1122787 w 3024845"/>
                <a:gd name="connsiteY185" fmla="*/ 144298 h 803953"/>
                <a:gd name="connsiteX186" fmla="*/ 1122787 w 3024845"/>
                <a:gd name="connsiteY186" fmla="*/ 155648 h 803953"/>
                <a:gd name="connsiteX187" fmla="*/ 1149134 w 3024845"/>
                <a:gd name="connsiteY187" fmla="*/ 155648 h 803953"/>
                <a:gd name="connsiteX188" fmla="*/ 1149134 w 3024845"/>
                <a:gd name="connsiteY188" fmla="*/ 185912 h 803953"/>
                <a:gd name="connsiteX189" fmla="*/ 1149894 w 3024845"/>
                <a:gd name="connsiteY189" fmla="*/ 185912 h 803953"/>
                <a:gd name="connsiteX190" fmla="*/ 1155214 w 3024845"/>
                <a:gd name="connsiteY190" fmla="*/ 185912 h 803953"/>
                <a:gd name="connsiteX191" fmla="*/ 1155214 w 3024845"/>
                <a:gd name="connsiteY191" fmla="*/ 186993 h 803953"/>
                <a:gd name="connsiteX192" fmla="*/ 1155214 w 3024845"/>
                <a:gd name="connsiteY192" fmla="*/ 194560 h 803953"/>
                <a:gd name="connsiteX193" fmla="*/ 1159268 w 3024845"/>
                <a:gd name="connsiteY193" fmla="*/ 224824 h 803953"/>
                <a:gd name="connsiteX194" fmla="*/ 1160028 w 3024845"/>
                <a:gd name="connsiteY194" fmla="*/ 224824 h 803953"/>
                <a:gd name="connsiteX195" fmla="*/ 1165348 w 3024845"/>
                <a:gd name="connsiteY195" fmla="*/ 224824 h 803953"/>
                <a:gd name="connsiteX196" fmla="*/ 1165348 w 3024845"/>
                <a:gd name="connsiteY196" fmla="*/ 225635 h 803953"/>
                <a:gd name="connsiteX197" fmla="*/ 1165348 w 3024845"/>
                <a:gd name="connsiteY197" fmla="*/ 231310 h 803953"/>
                <a:gd name="connsiteX198" fmla="*/ 1166361 w 3024845"/>
                <a:gd name="connsiteY198" fmla="*/ 231310 h 803953"/>
                <a:gd name="connsiteX199" fmla="*/ 1173454 w 3024845"/>
                <a:gd name="connsiteY199" fmla="*/ 231310 h 803953"/>
                <a:gd name="connsiteX200" fmla="*/ 1173454 w 3024845"/>
                <a:gd name="connsiteY200" fmla="*/ 261575 h 803953"/>
                <a:gd name="connsiteX201" fmla="*/ 1175481 w 3024845"/>
                <a:gd name="connsiteY201" fmla="*/ 261575 h 803953"/>
                <a:gd name="connsiteX202" fmla="*/ 1189668 w 3024845"/>
                <a:gd name="connsiteY202" fmla="*/ 261575 h 803953"/>
                <a:gd name="connsiteX203" fmla="*/ 1189668 w 3024845"/>
                <a:gd name="connsiteY203" fmla="*/ 285354 h 803953"/>
                <a:gd name="connsiteX204" fmla="*/ 1191695 w 3024845"/>
                <a:gd name="connsiteY204" fmla="*/ 286975 h 803953"/>
                <a:gd name="connsiteX205" fmla="*/ 1191695 w 3024845"/>
                <a:gd name="connsiteY205" fmla="*/ 298325 h 803953"/>
                <a:gd name="connsiteX206" fmla="*/ 1192455 w 3024845"/>
                <a:gd name="connsiteY206" fmla="*/ 298325 h 803953"/>
                <a:gd name="connsiteX207" fmla="*/ 1197775 w 3024845"/>
                <a:gd name="connsiteY207" fmla="*/ 298325 h 803953"/>
                <a:gd name="connsiteX208" fmla="*/ 1197775 w 3024845"/>
                <a:gd name="connsiteY208" fmla="*/ 322104 h 803953"/>
                <a:gd name="connsiteX209" fmla="*/ 1199041 w 3024845"/>
                <a:gd name="connsiteY209" fmla="*/ 322104 h 803953"/>
                <a:gd name="connsiteX210" fmla="*/ 1207908 w 3024845"/>
                <a:gd name="connsiteY210" fmla="*/ 322104 h 803953"/>
                <a:gd name="connsiteX211" fmla="*/ 1209935 w 3024845"/>
                <a:gd name="connsiteY211" fmla="*/ 326158 h 803953"/>
                <a:gd name="connsiteX212" fmla="*/ 1209935 w 3024845"/>
                <a:gd name="connsiteY212" fmla="*/ 339399 h 803953"/>
                <a:gd name="connsiteX213" fmla="*/ 1211455 w 3024845"/>
                <a:gd name="connsiteY213" fmla="*/ 337507 h 803953"/>
                <a:gd name="connsiteX214" fmla="*/ 1222095 w 3024845"/>
                <a:gd name="connsiteY214" fmla="*/ 324266 h 803953"/>
                <a:gd name="connsiteX215" fmla="*/ 1250469 w 3024845"/>
                <a:gd name="connsiteY215" fmla="*/ 324266 h 803953"/>
                <a:gd name="connsiteX216" fmla="*/ 1250469 w 3024845"/>
                <a:gd name="connsiteY216" fmla="*/ 410737 h 803953"/>
                <a:gd name="connsiteX217" fmla="*/ 1251229 w 3024845"/>
                <a:gd name="connsiteY217" fmla="*/ 410737 h 803953"/>
                <a:gd name="connsiteX218" fmla="*/ 1256549 w 3024845"/>
                <a:gd name="connsiteY218" fmla="*/ 410737 h 803953"/>
                <a:gd name="connsiteX219" fmla="*/ 1257309 w 3024845"/>
                <a:gd name="connsiteY219" fmla="*/ 409386 h 803953"/>
                <a:gd name="connsiteX220" fmla="*/ 1262629 w 3024845"/>
                <a:gd name="connsiteY220" fmla="*/ 399928 h 803953"/>
                <a:gd name="connsiteX221" fmla="*/ 1262629 w 3024845"/>
                <a:gd name="connsiteY221" fmla="*/ 401820 h 803953"/>
                <a:gd name="connsiteX222" fmla="*/ 1262629 w 3024845"/>
                <a:gd name="connsiteY222" fmla="*/ 415061 h 803953"/>
                <a:gd name="connsiteX223" fmla="*/ 1266682 w 3024845"/>
                <a:gd name="connsiteY223" fmla="*/ 369664 h 803953"/>
                <a:gd name="connsiteX224" fmla="*/ 1267442 w 3024845"/>
                <a:gd name="connsiteY224" fmla="*/ 369664 h 803953"/>
                <a:gd name="connsiteX225" fmla="*/ 1272762 w 3024845"/>
                <a:gd name="connsiteY225" fmla="*/ 369664 h 803953"/>
                <a:gd name="connsiteX226" fmla="*/ 1272762 w 3024845"/>
                <a:gd name="connsiteY226" fmla="*/ 304810 h 803953"/>
                <a:gd name="connsiteX227" fmla="*/ 1273776 w 3024845"/>
                <a:gd name="connsiteY227" fmla="*/ 304810 h 803953"/>
                <a:gd name="connsiteX228" fmla="*/ 1280869 w 3024845"/>
                <a:gd name="connsiteY228" fmla="*/ 304810 h 803953"/>
                <a:gd name="connsiteX229" fmla="*/ 1293029 w 3024845"/>
                <a:gd name="connsiteY229" fmla="*/ 261575 h 803953"/>
                <a:gd name="connsiteX230" fmla="*/ 1294296 w 3024845"/>
                <a:gd name="connsiteY230" fmla="*/ 261575 h 803953"/>
                <a:gd name="connsiteX231" fmla="*/ 1303163 w 3024845"/>
                <a:gd name="connsiteY231" fmla="*/ 261575 h 803953"/>
                <a:gd name="connsiteX232" fmla="*/ 1313296 w 3024845"/>
                <a:gd name="connsiteY232" fmla="*/ 304810 h 803953"/>
                <a:gd name="connsiteX233" fmla="*/ 1314309 w 3024845"/>
                <a:gd name="connsiteY233" fmla="*/ 304810 h 803953"/>
                <a:gd name="connsiteX234" fmla="*/ 1321403 w 3024845"/>
                <a:gd name="connsiteY234" fmla="*/ 304810 h 803953"/>
                <a:gd name="connsiteX235" fmla="*/ 1321403 w 3024845"/>
                <a:gd name="connsiteY235" fmla="*/ 343722 h 803953"/>
                <a:gd name="connsiteX236" fmla="*/ 1323176 w 3024845"/>
                <a:gd name="connsiteY236" fmla="*/ 343722 h 803953"/>
                <a:gd name="connsiteX237" fmla="*/ 1335590 w 3024845"/>
                <a:gd name="connsiteY237" fmla="*/ 343722 h 803953"/>
                <a:gd name="connsiteX238" fmla="*/ 1335590 w 3024845"/>
                <a:gd name="connsiteY238" fmla="*/ 345884 h 803953"/>
                <a:gd name="connsiteX239" fmla="*/ 1335590 w 3024845"/>
                <a:gd name="connsiteY239" fmla="*/ 361016 h 803953"/>
                <a:gd name="connsiteX240" fmla="*/ 1339643 w 3024845"/>
                <a:gd name="connsiteY240" fmla="*/ 358855 h 803953"/>
                <a:gd name="connsiteX241" fmla="*/ 1339643 w 3024845"/>
                <a:gd name="connsiteY241" fmla="*/ 343722 h 803953"/>
                <a:gd name="connsiteX242" fmla="*/ 1341163 w 3024845"/>
                <a:gd name="connsiteY242" fmla="*/ 343722 h 803953"/>
                <a:gd name="connsiteX243" fmla="*/ 1351803 w 3024845"/>
                <a:gd name="connsiteY243" fmla="*/ 343722 h 803953"/>
                <a:gd name="connsiteX244" fmla="*/ 1351803 w 3024845"/>
                <a:gd name="connsiteY244" fmla="*/ 345343 h 803953"/>
                <a:gd name="connsiteX245" fmla="*/ 1351803 w 3024845"/>
                <a:gd name="connsiteY245" fmla="*/ 356693 h 803953"/>
                <a:gd name="connsiteX246" fmla="*/ 1382204 w 3024845"/>
                <a:gd name="connsiteY246" fmla="*/ 356693 h 803953"/>
                <a:gd name="connsiteX247" fmla="*/ 1382204 w 3024845"/>
                <a:gd name="connsiteY247" fmla="*/ 319943 h 803953"/>
                <a:gd name="connsiteX248" fmla="*/ 1383470 w 3024845"/>
                <a:gd name="connsiteY248" fmla="*/ 319943 h 803953"/>
                <a:gd name="connsiteX249" fmla="*/ 1392337 w 3024845"/>
                <a:gd name="connsiteY249" fmla="*/ 319943 h 803953"/>
                <a:gd name="connsiteX250" fmla="*/ 1392337 w 3024845"/>
                <a:gd name="connsiteY250" fmla="*/ 341560 h 803953"/>
                <a:gd name="connsiteX251" fmla="*/ 1394364 w 3024845"/>
                <a:gd name="connsiteY251" fmla="*/ 309134 h 803953"/>
                <a:gd name="connsiteX252" fmla="*/ 1416657 w 3024845"/>
                <a:gd name="connsiteY252" fmla="*/ 309134 h 803953"/>
                <a:gd name="connsiteX253" fmla="*/ 1416657 w 3024845"/>
                <a:gd name="connsiteY253" fmla="*/ 307512 h 803953"/>
                <a:gd name="connsiteX254" fmla="*/ 1416657 w 3024845"/>
                <a:gd name="connsiteY254" fmla="*/ 296163 h 803953"/>
                <a:gd name="connsiteX255" fmla="*/ 1417417 w 3024845"/>
                <a:gd name="connsiteY255" fmla="*/ 296163 h 803953"/>
                <a:gd name="connsiteX256" fmla="*/ 1422737 w 3024845"/>
                <a:gd name="connsiteY256" fmla="*/ 296163 h 803953"/>
                <a:gd name="connsiteX257" fmla="*/ 1422737 w 3024845"/>
                <a:gd name="connsiteY257" fmla="*/ 294272 h 803953"/>
                <a:gd name="connsiteX258" fmla="*/ 1422737 w 3024845"/>
                <a:gd name="connsiteY258" fmla="*/ 281031 h 803953"/>
                <a:gd name="connsiteX259" fmla="*/ 1426791 w 3024845"/>
                <a:gd name="connsiteY259" fmla="*/ 287516 h 803953"/>
                <a:gd name="connsiteX260" fmla="*/ 1429071 w 3024845"/>
                <a:gd name="connsiteY260" fmla="*/ 287516 h 803953"/>
                <a:gd name="connsiteX261" fmla="*/ 1445031 w 3024845"/>
                <a:gd name="connsiteY261" fmla="*/ 287516 h 803953"/>
                <a:gd name="connsiteX262" fmla="*/ 1445031 w 3024845"/>
                <a:gd name="connsiteY262" fmla="*/ 286705 h 803953"/>
                <a:gd name="connsiteX263" fmla="*/ 1445031 w 3024845"/>
                <a:gd name="connsiteY263" fmla="*/ 281031 h 803953"/>
                <a:gd name="connsiteX264" fmla="*/ 1445791 w 3024845"/>
                <a:gd name="connsiteY264" fmla="*/ 281031 h 803953"/>
                <a:gd name="connsiteX265" fmla="*/ 1451111 w 3024845"/>
                <a:gd name="connsiteY265" fmla="*/ 281031 h 803953"/>
                <a:gd name="connsiteX266" fmla="*/ 1451111 w 3024845"/>
                <a:gd name="connsiteY266" fmla="*/ 282382 h 803953"/>
                <a:gd name="connsiteX267" fmla="*/ 1451111 w 3024845"/>
                <a:gd name="connsiteY267" fmla="*/ 291840 h 803953"/>
                <a:gd name="connsiteX268" fmla="*/ 1489618 w 3024845"/>
                <a:gd name="connsiteY268" fmla="*/ 291840 h 803953"/>
                <a:gd name="connsiteX269" fmla="*/ 1489618 w 3024845"/>
                <a:gd name="connsiteY269" fmla="*/ 430193 h 803953"/>
                <a:gd name="connsiteX270" fmla="*/ 1491138 w 3024845"/>
                <a:gd name="connsiteY270" fmla="*/ 430193 h 803953"/>
                <a:gd name="connsiteX271" fmla="*/ 1501778 w 3024845"/>
                <a:gd name="connsiteY271" fmla="*/ 430193 h 803953"/>
                <a:gd name="connsiteX272" fmla="*/ 1501778 w 3024845"/>
                <a:gd name="connsiteY272" fmla="*/ 417223 h 803953"/>
                <a:gd name="connsiteX273" fmla="*/ 1505832 w 3024845"/>
                <a:gd name="connsiteY273" fmla="*/ 417223 h 803953"/>
                <a:gd name="connsiteX274" fmla="*/ 1505832 w 3024845"/>
                <a:gd name="connsiteY274" fmla="*/ 430193 h 803953"/>
                <a:gd name="connsiteX275" fmla="*/ 1536232 w 3024845"/>
                <a:gd name="connsiteY275" fmla="*/ 430193 h 803953"/>
                <a:gd name="connsiteX276" fmla="*/ 1536232 w 3024845"/>
                <a:gd name="connsiteY276" fmla="*/ 399928 h 803953"/>
                <a:gd name="connsiteX277" fmla="*/ 1548392 w 3024845"/>
                <a:gd name="connsiteY277" fmla="*/ 399928 h 803953"/>
                <a:gd name="connsiteX278" fmla="*/ 1560552 w 3024845"/>
                <a:gd name="connsiteY278" fmla="*/ 397767 h 803953"/>
                <a:gd name="connsiteX279" fmla="*/ 1564606 w 3024845"/>
                <a:gd name="connsiteY279" fmla="*/ 399928 h 803953"/>
                <a:gd name="connsiteX280" fmla="*/ 1574739 w 3024845"/>
                <a:gd name="connsiteY280" fmla="*/ 399928 h 803953"/>
                <a:gd name="connsiteX281" fmla="*/ 1574739 w 3024845"/>
                <a:gd name="connsiteY281" fmla="*/ 430193 h 803953"/>
                <a:gd name="connsiteX282" fmla="*/ 1582846 w 3024845"/>
                <a:gd name="connsiteY282" fmla="*/ 430193 h 803953"/>
                <a:gd name="connsiteX283" fmla="*/ 1582846 w 3024845"/>
                <a:gd name="connsiteY283" fmla="*/ 447488 h 803953"/>
                <a:gd name="connsiteX284" fmla="*/ 1592182 w 3024845"/>
                <a:gd name="connsiteY284" fmla="*/ 448393 h 803953"/>
                <a:gd name="connsiteX285" fmla="*/ 1605140 w 3024845"/>
                <a:gd name="connsiteY285" fmla="*/ 448393 h 803953"/>
                <a:gd name="connsiteX286" fmla="*/ 1605140 w 3024845"/>
                <a:gd name="connsiteY286" fmla="*/ 432355 h 803953"/>
                <a:gd name="connsiteX287" fmla="*/ 1673096 w 3024845"/>
                <a:gd name="connsiteY287" fmla="*/ 432355 h 803953"/>
                <a:gd name="connsiteX288" fmla="*/ 1673096 w 3024845"/>
                <a:gd name="connsiteY288" fmla="*/ 347102 h 803953"/>
                <a:gd name="connsiteX289" fmla="*/ 1745104 w 3024845"/>
                <a:gd name="connsiteY289" fmla="*/ 347102 h 803953"/>
                <a:gd name="connsiteX290" fmla="*/ 1745104 w 3024845"/>
                <a:gd name="connsiteY290" fmla="*/ 425870 h 803953"/>
                <a:gd name="connsiteX291" fmla="*/ 1747008 w 3024845"/>
                <a:gd name="connsiteY291" fmla="*/ 425870 h 803953"/>
                <a:gd name="connsiteX292" fmla="*/ 1748250 w 3024845"/>
                <a:gd name="connsiteY292" fmla="*/ 448393 h 803953"/>
                <a:gd name="connsiteX293" fmla="*/ 1757926 w 3024845"/>
                <a:gd name="connsiteY293" fmla="*/ 448393 h 803953"/>
                <a:gd name="connsiteX294" fmla="*/ 1759168 w 3024845"/>
                <a:gd name="connsiteY294" fmla="*/ 425870 h 803953"/>
                <a:gd name="connsiteX295" fmla="*/ 1765248 w 3024845"/>
                <a:gd name="connsiteY295" fmla="*/ 425870 h 803953"/>
                <a:gd name="connsiteX296" fmla="*/ 1766490 w 3024845"/>
                <a:gd name="connsiteY296" fmla="*/ 448393 h 803953"/>
                <a:gd name="connsiteX297" fmla="*/ 1817112 w 3024845"/>
                <a:gd name="connsiteY297" fmla="*/ 448393 h 803953"/>
                <a:gd name="connsiteX298" fmla="*/ 1817112 w 3024845"/>
                <a:gd name="connsiteY298" fmla="*/ 285365 h 803953"/>
                <a:gd name="connsiteX299" fmla="*/ 2014439 w 3024845"/>
                <a:gd name="connsiteY299" fmla="*/ 285365 h 803953"/>
                <a:gd name="connsiteX300" fmla="*/ 2014439 w 3024845"/>
                <a:gd name="connsiteY300" fmla="*/ 448393 h 803953"/>
                <a:gd name="connsiteX301" fmla="*/ 2033136 w 3024845"/>
                <a:gd name="connsiteY301" fmla="*/ 448393 h 803953"/>
                <a:gd name="connsiteX302" fmla="*/ 2033136 w 3024845"/>
                <a:gd name="connsiteY302" fmla="*/ 365700 h 803953"/>
                <a:gd name="connsiteX303" fmla="*/ 2128256 w 3024845"/>
                <a:gd name="connsiteY303" fmla="*/ 365700 h 803953"/>
                <a:gd name="connsiteX304" fmla="*/ 2180720 w 3024845"/>
                <a:gd name="connsiteY304" fmla="*/ 300487 h 803953"/>
                <a:gd name="connsiteX305" fmla="*/ 2245574 w 3024845"/>
                <a:gd name="connsiteY305" fmla="*/ 300487 h 803953"/>
                <a:gd name="connsiteX306" fmla="*/ 2245574 w 3024845"/>
                <a:gd name="connsiteY306" fmla="*/ 376149 h 803953"/>
                <a:gd name="connsiteX307" fmla="*/ 2253681 w 3024845"/>
                <a:gd name="connsiteY307" fmla="*/ 376149 h 803953"/>
                <a:gd name="connsiteX308" fmla="*/ 2255708 w 3024845"/>
                <a:gd name="connsiteY308" fmla="*/ 369664 h 803953"/>
                <a:gd name="connsiteX309" fmla="*/ 2261788 w 3024845"/>
                <a:gd name="connsiteY309" fmla="*/ 369664 h 803953"/>
                <a:gd name="connsiteX310" fmla="*/ 2263815 w 3024845"/>
                <a:gd name="connsiteY310" fmla="*/ 378311 h 803953"/>
                <a:gd name="connsiteX311" fmla="*/ 2275975 w 3024845"/>
                <a:gd name="connsiteY311" fmla="*/ 378311 h 803953"/>
                <a:gd name="connsiteX312" fmla="*/ 2275975 w 3024845"/>
                <a:gd name="connsiteY312" fmla="*/ 371825 h 803953"/>
                <a:gd name="connsiteX313" fmla="*/ 2298268 w 3024845"/>
                <a:gd name="connsiteY313" fmla="*/ 371825 h 803953"/>
                <a:gd name="connsiteX314" fmla="*/ 2298268 w 3024845"/>
                <a:gd name="connsiteY314" fmla="*/ 378311 h 803953"/>
                <a:gd name="connsiteX315" fmla="*/ 2318535 w 3024845"/>
                <a:gd name="connsiteY315" fmla="*/ 378311 h 803953"/>
                <a:gd name="connsiteX316" fmla="*/ 2318535 w 3024845"/>
                <a:gd name="connsiteY316" fmla="*/ 423708 h 803953"/>
                <a:gd name="connsiteX317" fmla="*/ 2332722 w 3024845"/>
                <a:gd name="connsiteY317" fmla="*/ 423708 h 803953"/>
                <a:gd name="connsiteX318" fmla="*/ 2332722 w 3024845"/>
                <a:gd name="connsiteY318" fmla="*/ 410737 h 803953"/>
                <a:gd name="connsiteX319" fmla="*/ 2348936 w 3024845"/>
                <a:gd name="connsiteY319" fmla="*/ 410737 h 803953"/>
                <a:gd name="connsiteX320" fmla="*/ 2348936 w 3024845"/>
                <a:gd name="connsiteY320" fmla="*/ 231310 h 803953"/>
                <a:gd name="connsiteX321" fmla="*/ 2355016 w 3024845"/>
                <a:gd name="connsiteY321" fmla="*/ 224824 h 803953"/>
                <a:gd name="connsiteX322" fmla="*/ 2427977 w 3024845"/>
                <a:gd name="connsiteY322" fmla="*/ 224824 h 803953"/>
                <a:gd name="connsiteX323" fmla="*/ 2427977 w 3024845"/>
                <a:gd name="connsiteY323" fmla="*/ 233472 h 803953"/>
                <a:gd name="connsiteX324" fmla="*/ 2438110 w 3024845"/>
                <a:gd name="connsiteY324" fmla="*/ 233472 h 803953"/>
                <a:gd name="connsiteX325" fmla="*/ 2438110 w 3024845"/>
                <a:gd name="connsiteY325" fmla="*/ 348046 h 803953"/>
                <a:gd name="connsiteX326" fmla="*/ 2460404 w 3024845"/>
                <a:gd name="connsiteY326" fmla="*/ 348046 h 803953"/>
                <a:gd name="connsiteX327" fmla="*/ 2460404 w 3024845"/>
                <a:gd name="connsiteY327" fmla="*/ 281031 h 803953"/>
                <a:gd name="connsiteX328" fmla="*/ 2486751 w 3024845"/>
                <a:gd name="connsiteY328" fmla="*/ 281031 h 803953"/>
                <a:gd name="connsiteX329" fmla="*/ 2490804 w 3024845"/>
                <a:gd name="connsiteY329" fmla="*/ 276707 h 803953"/>
                <a:gd name="connsiteX330" fmla="*/ 2498911 w 3024845"/>
                <a:gd name="connsiteY330" fmla="*/ 276707 h 803953"/>
                <a:gd name="connsiteX331" fmla="*/ 2502964 w 3024845"/>
                <a:gd name="connsiteY331" fmla="*/ 281031 h 803953"/>
                <a:gd name="connsiteX332" fmla="*/ 2525258 w 3024845"/>
                <a:gd name="connsiteY332" fmla="*/ 281031 h 803953"/>
                <a:gd name="connsiteX333" fmla="*/ 2525258 w 3024845"/>
                <a:gd name="connsiteY333" fmla="*/ 164295 h 803953"/>
                <a:gd name="connsiteX334" fmla="*/ 2582005 w 3024845"/>
                <a:gd name="connsiteY334" fmla="*/ 153486 h 803953"/>
                <a:gd name="connsiteX335" fmla="*/ 2582005 w 3024845"/>
                <a:gd name="connsiteY335" fmla="*/ 154567 h 803953"/>
                <a:gd name="connsiteX336" fmla="*/ 2582005 w 3024845"/>
                <a:gd name="connsiteY336" fmla="*/ 162133 h 803953"/>
                <a:gd name="connsiteX337" fmla="*/ 2608352 w 3024845"/>
                <a:gd name="connsiteY337" fmla="*/ 162133 h 803953"/>
                <a:gd name="connsiteX338" fmla="*/ 2608352 w 3024845"/>
                <a:gd name="connsiteY338" fmla="*/ 417223 h 803953"/>
                <a:gd name="connsiteX339" fmla="*/ 2630646 w 3024845"/>
                <a:gd name="connsiteY339" fmla="*/ 417223 h 803953"/>
                <a:gd name="connsiteX340" fmla="*/ 2630646 w 3024845"/>
                <a:gd name="connsiteY340" fmla="*/ 412899 h 803953"/>
                <a:gd name="connsiteX341" fmla="*/ 2642806 w 3024845"/>
                <a:gd name="connsiteY341" fmla="*/ 412899 h 803953"/>
                <a:gd name="connsiteX342" fmla="*/ 2642806 w 3024845"/>
                <a:gd name="connsiteY342" fmla="*/ 417223 h 803953"/>
                <a:gd name="connsiteX343" fmla="*/ 2667126 w 3024845"/>
                <a:gd name="connsiteY343" fmla="*/ 417223 h 803953"/>
                <a:gd name="connsiteX344" fmla="*/ 2667126 w 3024845"/>
                <a:gd name="connsiteY344" fmla="*/ 404252 h 803953"/>
                <a:gd name="connsiteX345" fmla="*/ 2695500 w 3024845"/>
                <a:gd name="connsiteY345" fmla="*/ 404252 h 803953"/>
                <a:gd name="connsiteX346" fmla="*/ 2707660 w 3024845"/>
                <a:gd name="connsiteY346" fmla="*/ 399928 h 803953"/>
                <a:gd name="connsiteX347" fmla="*/ 2727927 w 3024845"/>
                <a:gd name="connsiteY347" fmla="*/ 404252 h 803953"/>
                <a:gd name="connsiteX348" fmla="*/ 2727927 w 3024845"/>
                <a:gd name="connsiteY348" fmla="*/ 386958 h 803953"/>
                <a:gd name="connsiteX349" fmla="*/ 2736034 w 3024845"/>
                <a:gd name="connsiteY349" fmla="*/ 386958 h 803953"/>
                <a:gd name="connsiteX350" fmla="*/ 2736034 w 3024845"/>
                <a:gd name="connsiteY350" fmla="*/ 373987 h 803953"/>
                <a:gd name="connsiteX351" fmla="*/ 2792781 w 3024845"/>
                <a:gd name="connsiteY351" fmla="*/ 373987 h 803953"/>
                <a:gd name="connsiteX352" fmla="*/ 2792781 w 3024845"/>
                <a:gd name="connsiteY352" fmla="*/ 343722 h 803953"/>
                <a:gd name="connsiteX353" fmla="*/ 2811021 w 3024845"/>
                <a:gd name="connsiteY353" fmla="*/ 343722 h 803953"/>
                <a:gd name="connsiteX354" fmla="*/ 2811021 w 3024845"/>
                <a:gd name="connsiteY354" fmla="*/ 337237 h 803953"/>
                <a:gd name="connsiteX355" fmla="*/ 2823181 w 3024845"/>
                <a:gd name="connsiteY355" fmla="*/ 337237 h 803953"/>
                <a:gd name="connsiteX356" fmla="*/ 2823181 w 3024845"/>
                <a:gd name="connsiteY356" fmla="*/ 343722 h 803953"/>
                <a:gd name="connsiteX357" fmla="*/ 2839395 w 3024845"/>
                <a:gd name="connsiteY357" fmla="*/ 343722 h 803953"/>
                <a:gd name="connsiteX358" fmla="*/ 2839395 w 3024845"/>
                <a:gd name="connsiteY358" fmla="*/ 393443 h 803953"/>
                <a:gd name="connsiteX359" fmla="*/ 2871822 w 3024845"/>
                <a:gd name="connsiteY359" fmla="*/ 393443 h 803953"/>
                <a:gd name="connsiteX360" fmla="*/ 2871822 w 3024845"/>
                <a:gd name="connsiteY360" fmla="*/ 367502 h 803953"/>
                <a:gd name="connsiteX361" fmla="*/ 2910329 w 3024845"/>
                <a:gd name="connsiteY361" fmla="*/ 367502 h 803953"/>
                <a:gd name="connsiteX362" fmla="*/ 2910329 w 3024845"/>
                <a:gd name="connsiteY362" fmla="*/ 337237 h 803953"/>
                <a:gd name="connsiteX363" fmla="*/ 2958970 w 3024845"/>
                <a:gd name="connsiteY363" fmla="*/ 337237 h 803953"/>
                <a:gd name="connsiteX364" fmla="*/ 2958970 w 3024845"/>
                <a:gd name="connsiteY364" fmla="*/ 448393 h 803953"/>
                <a:gd name="connsiteX365" fmla="*/ 2958970 w 3024845"/>
                <a:gd name="connsiteY365" fmla="*/ 462172 h 803953"/>
                <a:gd name="connsiteX366" fmla="*/ 3024845 w 3024845"/>
                <a:gd name="connsiteY366" fmla="*/ 462172 h 803953"/>
                <a:gd name="connsiteX367" fmla="*/ 3024845 w 3024845"/>
                <a:gd name="connsiteY367" fmla="*/ 803953 h 803953"/>
                <a:gd name="connsiteX368" fmla="*/ 2054 w 3024845"/>
                <a:gd name="connsiteY368" fmla="*/ 801620 h 803953"/>
                <a:gd name="connsiteX369" fmla="*/ 0 w 3024845"/>
                <a:gd name="connsiteY369" fmla="*/ 367502 h 803953"/>
                <a:gd name="connsiteX370" fmla="*/ 20267 w 3024845"/>
                <a:gd name="connsiteY370" fmla="*/ 367502 h 803953"/>
                <a:gd name="connsiteX371" fmla="*/ 20774 w 3024845"/>
                <a:gd name="connsiteY371" fmla="*/ 366421 h 803953"/>
                <a:gd name="connsiteX372" fmla="*/ 24320 w 3024845"/>
                <a:gd name="connsiteY372" fmla="*/ 358855 h 803953"/>
                <a:gd name="connsiteX373" fmla="*/ 26094 w 3024845"/>
                <a:gd name="connsiteY373" fmla="*/ 359125 h 803953"/>
                <a:gd name="connsiteX374" fmla="*/ 38507 w 3024845"/>
                <a:gd name="connsiteY374" fmla="*/ 361016 h 803953"/>
                <a:gd name="connsiteX375" fmla="*/ 39014 w 3024845"/>
                <a:gd name="connsiteY375" fmla="*/ 362368 h 803953"/>
                <a:gd name="connsiteX376" fmla="*/ 42560 w 3024845"/>
                <a:gd name="connsiteY376" fmla="*/ 371825 h 803953"/>
                <a:gd name="connsiteX377" fmla="*/ 68907 w 3024845"/>
                <a:gd name="connsiteY377" fmla="*/ 373987 h 803953"/>
                <a:gd name="connsiteX378" fmla="*/ 68907 w 3024845"/>
                <a:gd name="connsiteY378" fmla="*/ 250766 h 803953"/>
                <a:gd name="connsiteX379" fmla="*/ 70934 w 3024845"/>
                <a:gd name="connsiteY379" fmla="*/ 250766 h 803953"/>
                <a:gd name="connsiteX380" fmla="*/ 85121 w 3024845"/>
                <a:gd name="connsiteY380" fmla="*/ 250766 h 803953"/>
                <a:gd name="connsiteX381" fmla="*/ 85121 w 3024845"/>
                <a:gd name="connsiteY381" fmla="*/ 114574 h 803953"/>
                <a:gd name="connsiteX382" fmla="*/ 86894 w 3024845"/>
                <a:gd name="connsiteY382" fmla="*/ 114574 h 803953"/>
                <a:gd name="connsiteX383" fmla="*/ 99308 w 3024845"/>
                <a:gd name="connsiteY383" fmla="*/ 114574 h 803953"/>
                <a:gd name="connsiteX384" fmla="*/ 99308 w 3024845"/>
                <a:gd name="connsiteY384" fmla="*/ 0 h 803953"/>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2958970 w 3024845"/>
                <a:gd name="connsiteY365" fmla="*/ 347598 h 689379"/>
                <a:gd name="connsiteX366" fmla="*/ 3024845 w 3024845"/>
                <a:gd name="connsiteY366" fmla="*/ 347598 h 689379"/>
                <a:gd name="connsiteX367" fmla="*/ 3024845 w 3024845"/>
                <a:gd name="connsiteY367" fmla="*/ 689379 h 689379"/>
                <a:gd name="connsiteX368" fmla="*/ 2054 w 3024845"/>
                <a:gd name="connsiteY368" fmla="*/ 687046 h 689379"/>
                <a:gd name="connsiteX369" fmla="*/ 0 w 3024845"/>
                <a:gd name="connsiteY369" fmla="*/ 252928 h 689379"/>
                <a:gd name="connsiteX370" fmla="*/ 20267 w 3024845"/>
                <a:gd name="connsiteY370" fmla="*/ 252928 h 689379"/>
                <a:gd name="connsiteX371" fmla="*/ 20774 w 3024845"/>
                <a:gd name="connsiteY371" fmla="*/ 251847 h 689379"/>
                <a:gd name="connsiteX372" fmla="*/ 24320 w 3024845"/>
                <a:gd name="connsiteY372" fmla="*/ 244281 h 689379"/>
                <a:gd name="connsiteX373" fmla="*/ 26094 w 3024845"/>
                <a:gd name="connsiteY373" fmla="*/ 244551 h 689379"/>
                <a:gd name="connsiteX374" fmla="*/ 38507 w 3024845"/>
                <a:gd name="connsiteY374" fmla="*/ 246442 h 689379"/>
                <a:gd name="connsiteX375" fmla="*/ 39014 w 3024845"/>
                <a:gd name="connsiteY375" fmla="*/ 247794 h 689379"/>
                <a:gd name="connsiteX376" fmla="*/ 42560 w 3024845"/>
                <a:gd name="connsiteY376" fmla="*/ 257251 h 689379"/>
                <a:gd name="connsiteX377" fmla="*/ 68907 w 3024845"/>
                <a:gd name="connsiteY377" fmla="*/ 259413 h 689379"/>
                <a:gd name="connsiteX378" fmla="*/ 68907 w 3024845"/>
                <a:gd name="connsiteY378" fmla="*/ 136192 h 689379"/>
                <a:gd name="connsiteX379" fmla="*/ 70934 w 3024845"/>
                <a:gd name="connsiteY379" fmla="*/ 136192 h 689379"/>
                <a:gd name="connsiteX380" fmla="*/ 85121 w 3024845"/>
                <a:gd name="connsiteY380" fmla="*/ 136192 h 689379"/>
                <a:gd name="connsiteX381" fmla="*/ 85121 w 3024845"/>
                <a:gd name="connsiteY381" fmla="*/ 0 h 689379"/>
                <a:gd name="connsiteX382" fmla="*/ 86894 w 3024845"/>
                <a:gd name="connsiteY382" fmla="*/ 0 h 689379"/>
                <a:gd name="connsiteX383" fmla="*/ 99308 w 3024845"/>
                <a:gd name="connsiteY383" fmla="*/ 0 h 6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Lst>
              <a:rect l="l" t="t" r="r" b="b"/>
              <a:pathLst>
                <a:path w="3024845" h="689379">
                  <a:moveTo>
                    <a:pt x="99308" y="0"/>
                  </a:moveTo>
                  <a:lnTo>
                    <a:pt x="220909" y="0"/>
                  </a:lnTo>
                  <a:lnTo>
                    <a:pt x="223189" y="0"/>
                  </a:lnTo>
                  <a:lnTo>
                    <a:pt x="239150" y="0"/>
                  </a:lnTo>
                  <a:lnTo>
                    <a:pt x="239150" y="140515"/>
                  </a:lnTo>
                  <a:cubicBezTo>
                    <a:pt x="239160" y="140514"/>
                    <a:pt x="239272" y="140493"/>
                    <a:pt x="240670" y="140245"/>
                  </a:cubicBezTo>
                  <a:lnTo>
                    <a:pt x="251310" y="138354"/>
                  </a:lnTo>
                  <a:cubicBezTo>
                    <a:pt x="251310" y="138376"/>
                    <a:pt x="251280" y="139710"/>
                    <a:pt x="249283" y="226986"/>
                  </a:cubicBezTo>
                  <a:cubicBezTo>
                    <a:pt x="249293" y="226988"/>
                    <a:pt x="249404" y="227008"/>
                    <a:pt x="250803" y="227257"/>
                  </a:cubicBezTo>
                  <a:lnTo>
                    <a:pt x="261443" y="229148"/>
                  </a:lnTo>
                  <a:cubicBezTo>
                    <a:pt x="261445" y="229155"/>
                    <a:pt x="261465" y="229219"/>
                    <a:pt x="261696" y="229959"/>
                  </a:cubicBezTo>
                  <a:lnTo>
                    <a:pt x="263470" y="235634"/>
                  </a:lnTo>
                  <a:cubicBezTo>
                    <a:pt x="263472" y="235625"/>
                    <a:pt x="263517" y="235482"/>
                    <a:pt x="264230" y="233202"/>
                  </a:cubicBezTo>
                  <a:lnTo>
                    <a:pt x="269550" y="216178"/>
                  </a:lnTo>
                  <a:lnTo>
                    <a:pt x="271323" y="216178"/>
                  </a:lnTo>
                  <a:lnTo>
                    <a:pt x="283737" y="216178"/>
                  </a:lnTo>
                  <a:lnTo>
                    <a:pt x="283737" y="248604"/>
                  </a:lnTo>
                  <a:cubicBezTo>
                    <a:pt x="283743" y="248609"/>
                    <a:pt x="283820" y="248649"/>
                    <a:pt x="284750" y="249145"/>
                  </a:cubicBezTo>
                  <a:lnTo>
                    <a:pt x="291844" y="252928"/>
                  </a:lnTo>
                  <a:lnTo>
                    <a:pt x="291844" y="254279"/>
                  </a:lnTo>
                  <a:lnTo>
                    <a:pt x="291844" y="263737"/>
                  </a:lnTo>
                  <a:lnTo>
                    <a:pt x="336431" y="263737"/>
                  </a:lnTo>
                  <a:lnTo>
                    <a:pt x="336431" y="264818"/>
                  </a:lnTo>
                  <a:lnTo>
                    <a:pt x="336431" y="272384"/>
                  </a:lnTo>
                  <a:lnTo>
                    <a:pt x="338457" y="272384"/>
                  </a:lnTo>
                  <a:lnTo>
                    <a:pt x="352644" y="272384"/>
                  </a:lnTo>
                  <a:lnTo>
                    <a:pt x="352644" y="242119"/>
                  </a:lnTo>
                  <a:lnTo>
                    <a:pt x="397231" y="242119"/>
                  </a:lnTo>
                  <a:lnTo>
                    <a:pt x="397231" y="240768"/>
                  </a:lnTo>
                  <a:lnTo>
                    <a:pt x="397231" y="231310"/>
                  </a:lnTo>
                  <a:lnTo>
                    <a:pt x="398245" y="231310"/>
                  </a:lnTo>
                  <a:lnTo>
                    <a:pt x="405338" y="231310"/>
                  </a:lnTo>
                  <a:lnTo>
                    <a:pt x="405338" y="229419"/>
                  </a:lnTo>
                  <a:lnTo>
                    <a:pt x="405338" y="216178"/>
                  </a:lnTo>
                  <a:lnTo>
                    <a:pt x="406098" y="216178"/>
                  </a:lnTo>
                  <a:lnTo>
                    <a:pt x="411418" y="216178"/>
                  </a:lnTo>
                  <a:lnTo>
                    <a:pt x="411418" y="215097"/>
                  </a:lnTo>
                  <a:lnTo>
                    <a:pt x="411418" y="207530"/>
                  </a:lnTo>
                  <a:lnTo>
                    <a:pt x="413445" y="207530"/>
                  </a:lnTo>
                  <a:lnTo>
                    <a:pt x="427632" y="207530"/>
                  </a:lnTo>
                  <a:lnTo>
                    <a:pt x="427632" y="208611"/>
                  </a:lnTo>
                  <a:lnTo>
                    <a:pt x="427632" y="216178"/>
                  </a:lnTo>
                  <a:lnTo>
                    <a:pt x="449925" y="216178"/>
                  </a:lnTo>
                  <a:lnTo>
                    <a:pt x="449925" y="214286"/>
                  </a:lnTo>
                  <a:lnTo>
                    <a:pt x="449925" y="201045"/>
                  </a:lnTo>
                  <a:lnTo>
                    <a:pt x="451699" y="201045"/>
                  </a:lnTo>
                  <a:lnTo>
                    <a:pt x="464112" y="201045"/>
                  </a:lnTo>
                  <a:lnTo>
                    <a:pt x="464112" y="224825"/>
                  </a:lnTo>
                  <a:lnTo>
                    <a:pt x="465126" y="224825"/>
                  </a:lnTo>
                  <a:lnTo>
                    <a:pt x="472219" y="224825"/>
                  </a:lnTo>
                  <a:lnTo>
                    <a:pt x="472219" y="223744"/>
                  </a:lnTo>
                  <a:lnTo>
                    <a:pt x="472219" y="216178"/>
                  </a:lnTo>
                  <a:lnTo>
                    <a:pt x="473992" y="216178"/>
                  </a:lnTo>
                  <a:lnTo>
                    <a:pt x="486406" y="216178"/>
                  </a:lnTo>
                  <a:lnTo>
                    <a:pt x="486406" y="242119"/>
                  </a:lnTo>
                  <a:lnTo>
                    <a:pt x="488433" y="242119"/>
                  </a:lnTo>
                  <a:lnTo>
                    <a:pt x="502619" y="242119"/>
                  </a:lnTo>
                  <a:lnTo>
                    <a:pt x="502619" y="243740"/>
                  </a:lnTo>
                  <a:lnTo>
                    <a:pt x="502619" y="255090"/>
                  </a:lnTo>
                  <a:lnTo>
                    <a:pt x="503379" y="255090"/>
                  </a:lnTo>
                  <a:lnTo>
                    <a:pt x="508700" y="255090"/>
                  </a:lnTo>
                  <a:lnTo>
                    <a:pt x="508700" y="254279"/>
                  </a:lnTo>
                  <a:lnTo>
                    <a:pt x="508700" y="248604"/>
                  </a:lnTo>
                  <a:lnTo>
                    <a:pt x="539100" y="248604"/>
                  </a:lnTo>
                  <a:lnTo>
                    <a:pt x="539100" y="272384"/>
                  </a:lnTo>
                  <a:lnTo>
                    <a:pt x="540113" y="272384"/>
                  </a:lnTo>
                  <a:lnTo>
                    <a:pt x="547207" y="272384"/>
                  </a:lnTo>
                  <a:lnTo>
                    <a:pt x="547207" y="273465"/>
                  </a:lnTo>
                  <a:lnTo>
                    <a:pt x="547207" y="281031"/>
                  </a:lnTo>
                  <a:lnTo>
                    <a:pt x="547967" y="281031"/>
                  </a:lnTo>
                  <a:lnTo>
                    <a:pt x="553287" y="281031"/>
                  </a:lnTo>
                  <a:lnTo>
                    <a:pt x="553287" y="278869"/>
                  </a:lnTo>
                  <a:lnTo>
                    <a:pt x="553287" y="263737"/>
                  </a:lnTo>
                  <a:lnTo>
                    <a:pt x="554300" y="263737"/>
                  </a:lnTo>
                  <a:lnTo>
                    <a:pt x="561394" y="263737"/>
                  </a:lnTo>
                  <a:lnTo>
                    <a:pt x="561394" y="264818"/>
                  </a:lnTo>
                  <a:lnTo>
                    <a:pt x="561394" y="272384"/>
                  </a:lnTo>
                  <a:lnTo>
                    <a:pt x="566714" y="270391"/>
                  </a:lnTo>
                  <a:cubicBezTo>
                    <a:pt x="567474" y="270019"/>
                    <a:pt x="567474" y="269817"/>
                    <a:pt x="567474" y="269411"/>
                  </a:cubicBezTo>
                  <a:lnTo>
                    <a:pt x="567474" y="263737"/>
                  </a:lnTo>
                  <a:lnTo>
                    <a:pt x="605981" y="263737"/>
                  </a:lnTo>
                  <a:lnTo>
                    <a:pt x="605981" y="287516"/>
                  </a:lnTo>
                  <a:lnTo>
                    <a:pt x="608007" y="287516"/>
                  </a:lnTo>
                  <a:lnTo>
                    <a:pt x="622194" y="287516"/>
                  </a:lnTo>
                  <a:lnTo>
                    <a:pt x="622194" y="288597"/>
                  </a:lnTo>
                  <a:lnTo>
                    <a:pt x="622194" y="296163"/>
                  </a:lnTo>
                  <a:lnTo>
                    <a:pt x="623968" y="296163"/>
                  </a:lnTo>
                  <a:lnTo>
                    <a:pt x="636381" y="296163"/>
                  </a:lnTo>
                  <a:lnTo>
                    <a:pt x="636381" y="272384"/>
                  </a:lnTo>
                  <a:lnTo>
                    <a:pt x="637394" y="272384"/>
                  </a:lnTo>
                  <a:lnTo>
                    <a:pt x="644488" y="272384"/>
                  </a:lnTo>
                  <a:lnTo>
                    <a:pt x="644488" y="239957"/>
                  </a:lnTo>
                  <a:lnTo>
                    <a:pt x="645501" y="239957"/>
                  </a:lnTo>
                  <a:lnTo>
                    <a:pt x="652595" y="239957"/>
                  </a:lnTo>
                  <a:lnTo>
                    <a:pt x="652595" y="238066"/>
                  </a:lnTo>
                  <a:lnTo>
                    <a:pt x="652595" y="224825"/>
                  </a:lnTo>
                  <a:cubicBezTo>
                    <a:pt x="650568" y="224825"/>
                    <a:pt x="650568" y="224825"/>
                    <a:pt x="651328" y="223203"/>
                  </a:cubicBezTo>
                  <a:lnTo>
                    <a:pt x="656648" y="211854"/>
                  </a:lnTo>
                  <a:cubicBezTo>
                    <a:pt x="656653" y="211871"/>
                    <a:pt x="656848" y="212545"/>
                    <a:pt x="664755" y="239957"/>
                  </a:cubicBezTo>
                  <a:lnTo>
                    <a:pt x="665515" y="239957"/>
                  </a:lnTo>
                  <a:lnTo>
                    <a:pt x="670835" y="239957"/>
                  </a:lnTo>
                  <a:lnTo>
                    <a:pt x="670835" y="134030"/>
                  </a:lnTo>
                  <a:lnTo>
                    <a:pt x="672355" y="134030"/>
                  </a:lnTo>
                  <a:lnTo>
                    <a:pt x="682995" y="134030"/>
                  </a:lnTo>
                  <a:lnTo>
                    <a:pt x="682995" y="86471"/>
                  </a:lnTo>
                  <a:lnTo>
                    <a:pt x="709342" y="86471"/>
                  </a:lnTo>
                  <a:lnTo>
                    <a:pt x="709342" y="64853"/>
                  </a:lnTo>
                  <a:lnTo>
                    <a:pt x="743796" y="64853"/>
                  </a:lnTo>
                  <a:lnTo>
                    <a:pt x="743796" y="67285"/>
                  </a:lnTo>
                  <a:lnTo>
                    <a:pt x="743796" y="84309"/>
                  </a:lnTo>
                  <a:lnTo>
                    <a:pt x="746076" y="84309"/>
                  </a:lnTo>
                  <a:lnTo>
                    <a:pt x="762036" y="84309"/>
                  </a:lnTo>
                  <a:lnTo>
                    <a:pt x="762036" y="131868"/>
                  </a:lnTo>
                  <a:lnTo>
                    <a:pt x="763049" y="131868"/>
                  </a:lnTo>
                  <a:lnTo>
                    <a:pt x="770143" y="131868"/>
                  </a:lnTo>
                  <a:lnTo>
                    <a:pt x="784330" y="136192"/>
                  </a:lnTo>
                  <a:lnTo>
                    <a:pt x="784330" y="175104"/>
                  </a:lnTo>
                  <a:lnTo>
                    <a:pt x="785343" y="175104"/>
                  </a:lnTo>
                  <a:lnTo>
                    <a:pt x="792436" y="175104"/>
                  </a:lnTo>
                  <a:lnTo>
                    <a:pt x="792436" y="176725"/>
                  </a:lnTo>
                  <a:lnTo>
                    <a:pt x="792436" y="188074"/>
                  </a:lnTo>
                  <a:lnTo>
                    <a:pt x="794463" y="188074"/>
                  </a:lnTo>
                  <a:lnTo>
                    <a:pt x="808650" y="188074"/>
                  </a:lnTo>
                  <a:lnTo>
                    <a:pt x="814730" y="194560"/>
                  </a:lnTo>
                  <a:lnTo>
                    <a:pt x="814730" y="216178"/>
                  </a:lnTo>
                  <a:lnTo>
                    <a:pt x="817010" y="216178"/>
                  </a:lnTo>
                  <a:lnTo>
                    <a:pt x="832970" y="216178"/>
                  </a:lnTo>
                  <a:lnTo>
                    <a:pt x="832970" y="217258"/>
                  </a:lnTo>
                  <a:lnTo>
                    <a:pt x="832970" y="224825"/>
                  </a:lnTo>
                  <a:lnTo>
                    <a:pt x="834237" y="224825"/>
                  </a:lnTo>
                  <a:lnTo>
                    <a:pt x="843104" y="224825"/>
                  </a:lnTo>
                  <a:lnTo>
                    <a:pt x="843104" y="226986"/>
                  </a:lnTo>
                  <a:lnTo>
                    <a:pt x="843104" y="242119"/>
                  </a:lnTo>
                  <a:cubicBezTo>
                    <a:pt x="847157" y="242119"/>
                    <a:pt x="847157" y="242119"/>
                    <a:pt x="847157" y="240227"/>
                  </a:cubicBezTo>
                  <a:lnTo>
                    <a:pt x="847157" y="226986"/>
                  </a:lnTo>
                  <a:lnTo>
                    <a:pt x="848170" y="226986"/>
                  </a:lnTo>
                  <a:lnTo>
                    <a:pt x="855264" y="226986"/>
                  </a:lnTo>
                  <a:lnTo>
                    <a:pt x="855264" y="228608"/>
                  </a:lnTo>
                  <a:lnTo>
                    <a:pt x="855264" y="239957"/>
                  </a:lnTo>
                  <a:lnTo>
                    <a:pt x="856024" y="239957"/>
                  </a:lnTo>
                  <a:lnTo>
                    <a:pt x="861344" y="239957"/>
                  </a:lnTo>
                  <a:cubicBezTo>
                    <a:pt x="861344" y="235634"/>
                    <a:pt x="861344" y="235634"/>
                    <a:pt x="909984" y="235634"/>
                  </a:cubicBezTo>
                  <a:lnTo>
                    <a:pt x="909984" y="236985"/>
                  </a:lnTo>
                  <a:lnTo>
                    <a:pt x="909984" y="246442"/>
                  </a:lnTo>
                  <a:lnTo>
                    <a:pt x="910744" y="246442"/>
                  </a:lnTo>
                  <a:lnTo>
                    <a:pt x="916065" y="246442"/>
                  </a:lnTo>
                  <a:lnTo>
                    <a:pt x="916065" y="248604"/>
                  </a:lnTo>
                  <a:lnTo>
                    <a:pt x="916065" y="263737"/>
                  </a:lnTo>
                  <a:cubicBezTo>
                    <a:pt x="916073" y="263733"/>
                    <a:pt x="916189" y="263655"/>
                    <a:pt x="918091" y="262386"/>
                  </a:cubicBezTo>
                  <a:lnTo>
                    <a:pt x="932278" y="252928"/>
                  </a:lnTo>
                  <a:cubicBezTo>
                    <a:pt x="932280" y="252909"/>
                    <a:pt x="932411" y="252034"/>
                    <a:pt x="938358" y="211854"/>
                  </a:cubicBezTo>
                  <a:cubicBezTo>
                    <a:pt x="938367" y="211852"/>
                    <a:pt x="938436" y="211826"/>
                    <a:pt x="939118" y="211584"/>
                  </a:cubicBezTo>
                  <a:lnTo>
                    <a:pt x="944438" y="209692"/>
                  </a:lnTo>
                  <a:cubicBezTo>
                    <a:pt x="944438" y="209676"/>
                    <a:pt x="944471" y="208615"/>
                    <a:pt x="946465" y="140515"/>
                  </a:cubicBezTo>
                  <a:cubicBezTo>
                    <a:pt x="946465" y="140533"/>
                    <a:pt x="946498" y="141624"/>
                    <a:pt x="948492" y="209692"/>
                  </a:cubicBezTo>
                  <a:cubicBezTo>
                    <a:pt x="948501" y="209695"/>
                    <a:pt x="948572" y="209720"/>
                    <a:pt x="949252" y="209962"/>
                  </a:cubicBezTo>
                  <a:lnTo>
                    <a:pt x="954572" y="211854"/>
                  </a:lnTo>
                  <a:lnTo>
                    <a:pt x="954572" y="125383"/>
                  </a:lnTo>
                  <a:cubicBezTo>
                    <a:pt x="958625" y="125383"/>
                    <a:pt x="958625" y="125383"/>
                    <a:pt x="958625" y="92956"/>
                  </a:cubicBezTo>
                  <a:lnTo>
                    <a:pt x="997132" y="92956"/>
                  </a:lnTo>
                  <a:lnTo>
                    <a:pt x="997132" y="125383"/>
                  </a:lnTo>
                  <a:lnTo>
                    <a:pt x="997892" y="125383"/>
                  </a:lnTo>
                  <a:lnTo>
                    <a:pt x="1003212" y="125383"/>
                  </a:lnTo>
                  <a:lnTo>
                    <a:pt x="1003212" y="43235"/>
                  </a:lnTo>
                  <a:lnTo>
                    <a:pt x="1004986" y="43235"/>
                  </a:lnTo>
                  <a:lnTo>
                    <a:pt x="1017399" y="43235"/>
                  </a:lnTo>
                  <a:lnTo>
                    <a:pt x="1017399" y="41344"/>
                  </a:lnTo>
                  <a:lnTo>
                    <a:pt x="1017399" y="28103"/>
                  </a:lnTo>
                  <a:lnTo>
                    <a:pt x="1039693" y="28103"/>
                  </a:lnTo>
                  <a:lnTo>
                    <a:pt x="1039693" y="27022"/>
                  </a:lnTo>
                  <a:lnTo>
                    <a:pt x="1039693" y="19456"/>
                  </a:lnTo>
                  <a:lnTo>
                    <a:pt x="1041466" y="19456"/>
                  </a:lnTo>
                  <a:lnTo>
                    <a:pt x="1053880" y="19456"/>
                  </a:lnTo>
                  <a:lnTo>
                    <a:pt x="1053880" y="20537"/>
                  </a:lnTo>
                  <a:lnTo>
                    <a:pt x="1053880" y="28103"/>
                  </a:lnTo>
                  <a:lnTo>
                    <a:pt x="1054640" y="28103"/>
                  </a:lnTo>
                  <a:lnTo>
                    <a:pt x="1059960" y="28103"/>
                  </a:lnTo>
                  <a:lnTo>
                    <a:pt x="1070093" y="23779"/>
                  </a:lnTo>
                  <a:lnTo>
                    <a:pt x="1074146" y="27022"/>
                  </a:lnTo>
                  <a:lnTo>
                    <a:pt x="1074146" y="19456"/>
                  </a:lnTo>
                  <a:lnTo>
                    <a:pt x="1076426" y="19456"/>
                  </a:lnTo>
                  <a:lnTo>
                    <a:pt x="1092387" y="19456"/>
                  </a:lnTo>
                  <a:lnTo>
                    <a:pt x="1092387" y="20537"/>
                  </a:lnTo>
                  <a:lnTo>
                    <a:pt x="1092387" y="28103"/>
                  </a:lnTo>
                  <a:lnTo>
                    <a:pt x="1122787" y="28103"/>
                  </a:lnTo>
                  <a:lnTo>
                    <a:pt x="1122787" y="29724"/>
                  </a:lnTo>
                  <a:lnTo>
                    <a:pt x="1122787" y="41074"/>
                  </a:lnTo>
                  <a:lnTo>
                    <a:pt x="1149134" y="41074"/>
                  </a:lnTo>
                  <a:lnTo>
                    <a:pt x="1149134" y="71338"/>
                  </a:lnTo>
                  <a:lnTo>
                    <a:pt x="1149894" y="71338"/>
                  </a:lnTo>
                  <a:lnTo>
                    <a:pt x="1155214" y="71338"/>
                  </a:lnTo>
                  <a:lnTo>
                    <a:pt x="1155214" y="72419"/>
                  </a:lnTo>
                  <a:lnTo>
                    <a:pt x="1155214" y="79986"/>
                  </a:lnTo>
                  <a:cubicBezTo>
                    <a:pt x="1159268" y="79986"/>
                    <a:pt x="1159268" y="79986"/>
                    <a:pt x="1159268" y="110250"/>
                  </a:cubicBezTo>
                  <a:lnTo>
                    <a:pt x="1160028" y="110250"/>
                  </a:lnTo>
                  <a:lnTo>
                    <a:pt x="1165348" y="110250"/>
                  </a:lnTo>
                  <a:lnTo>
                    <a:pt x="1165348" y="111061"/>
                  </a:lnTo>
                  <a:lnTo>
                    <a:pt x="1165348" y="116736"/>
                  </a:lnTo>
                  <a:lnTo>
                    <a:pt x="1166361" y="116736"/>
                  </a:lnTo>
                  <a:lnTo>
                    <a:pt x="1173454" y="116736"/>
                  </a:lnTo>
                  <a:lnTo>
                    <a:pt x="1173454" y="147001"/>
                  </a:lnTo>
                  <a:lnTo>
                    <a:pt x="1175481" y="147001"/>
                  </a:lnTo>
                  <a:lnTo>
                    <a:pt x="1189668" y="147001"/>
                  </a:lnTo>
                  <a:lnTo>
                    <a:pt x="1189668" y="170780"/>
                  </a:lnTo>
                  <a:cubicBezTo>
                    <a:pt x="1191695" y="170780"/>
                    <a:pt x="1191695" y="170780"/>
                    <a:pt x="1191695" y="172401"/>
                  </a:cubicBezTo>
                  <a:lnTo>
                    <a:pt x="1191695" y="183751"/>
                  </a:lnTo>
                  <a:lnTo>
                    <a:pt x="1192455" y="183751"/>
                  </a:lnTo>
                  <a:lnTo>
                    <a:pt x="1197775" y="183751"/>
                  </a:lnTo>
                  <a:lnTo>
                    <a:pt x="1197775" y="207530"/>
                  </a:lnTo>
                  <a:lnTo>
                    <a:pt x="1199041" y="207530"/>
                  </a:lnTo>
                  <a:lnTo>
                    <a:pt x="1207908" y="207530"/>
                  </a:lnTo>
                  <a:cubicBezTo>
                    <a:pt x="1209935" y="209692"/>
                    <a:pt x="1209935" y="209692"/>
                    <a:pt x="1209935" y="211584"/>
                  </a:cubicBezTo>
                  <a:lnTo>
                    <a:pt x="1209935" y="224825"/>
                  </a:lnTo>
                  <a:cubicBezTo>
                    <a:pt x="1209940" y="224818"/>
                    <a:pt x="1210027" y="224711"/>
                    <a:pt x="1211455" y="222933"/>
                  </a:cubicBezTo>
                  <a:lnTo>
                    <a:pt x="1222095" y="209692"/>
                  </a:lnTo>
                  <a:lnTo>
                    <a:pt x="1250469" y="209692"/>
                  </a:lnTo>
                  <a:lnTo>
                    <a:pt x="1250469" y="296163"/>
                  </a:lnTo>
                  <a:lnTo>
                    <a:pt x="1251229" y="296163"/>
                  </a:lnTo>
                  <a:lnTo>
                    <a:pt x="1256549" y="296163"/>
                  </a:lnTo>
                  <a:cubicBezTo>
                    <a:pt x="1256553" y="296155"/>
                    <a:pt x="1256612" y="296055"/>
                    <a:pt x="1257309" y="294812"/>
                  </a:cubicBezTo>
                  <a:lnTo>
                    <a:pt x="1262629" y="285354"/>
                  </a:lnTo>
                  <a:lnTo>
                    <a:pt x="1262629" y="287246"/>
                  </a:lnTo>
                  <a:lnTo>
                    <a:pt x="1262629" y="300487"/>
                  </a:lnTo>
                  <a:cubicBezTo>
                    <a:pt x="1266682" y="300487"/>
                    <a:pt x="1266682" y="300487"/>
                    <a:pt x="1266682" y="255090"/>
                  </a:cubicBezTo>
                  <a:lnTo>
                    <a:pt x="1267442" y="255090"/>
                  </a:lnTo>
                  <a:lnTo>
                    <a:pt x="1272762" y="255090"/>
                  </a:lnTo>
                  <a:lnTo>
                    <a:pt x="1272762" y="190236"/>
                  </a:lnTo>
                  <a:lnTo>
                    <a:pt x="1273776" y="190236"/>
                  </a:lnTo>
                  <a:lnTo>
                    <a:pt x="1280869" y="190236"/>
                  </a:lnTo>
                  <a:cubicBezTo>
                    <a:pt x="1280875" y="190215"/>
                    <a:pt x="1281139" y="189275"/>
                    <a:pt x="1293029" y="147001"/>
                  </a:cubicBezTo>
                  <a:lnTo>
                    <a:pt x="1294296" y="147001"/>
                  </a:lnTo>
                  <a:lnTo>
                    <a:pt x="1303163" y="147001"/>
                  </a:lnTo>
                  <a:cubicBezTo>
                    <a:pt x="1303168" y="147024"/>
                    <a:pt x="1303394" y="147990"/>
                    <a:pt x="1313296" y="190236"/>
                  </a:cubicBezTo>
                  <a:lnTo>
                    <a:pt x="1314309" y="190236"/>
                  </a:lnTo>
                  <a:lnTo>
                    <a:pt x="1321403" y="190236"/>
                  </a:lnTo>
                  <a:lnTo>
                    <a:pt x="1321403" y="229148"/>
                  </a:lnTo>
                  <a:lnTo>
                    <a:pt x="1323176" y="229148"/>
                  </a:lnTo>
                  <a:lnTo>
                    <a:pt x="1335590" y="229148"/>
                  </a:lnTo>
                  <a:lnTo>
                    <a:pt x="1335590" y="231310"/>
                  </a:lnTo>
                  <a:lnTo>
                    <a:pt x="1335590" y="246442"/>
                  </a:lnTo>
                  <a:cubicBezTo>
                    <a:pt x="1339643" y="246442"/>
                    <a:pt x="1339643" y="246442"/>
                    <a:pt x="1339643" y="244281"/>
                  </a:cubicBezTo>
                  <a:lnTo>
                    <a:pt x="1339643" y="229148"/>
                  </a:lnTo>
                  <a:lnTo>
                    <a:pt x="1341163" y="229148"/>
                  </a:lnTo>
                  <a:lnTo>
                    <a:pt x="1351803" y="229148"/>
                  </a:lnTo>
                  <a:lnTo>
                    <a:pt x="1351803" y="230769"/>
                  </a:lnTo>
                  <a:lnTo>
                    <a:pt x="1351803" y="242119"/>
                  </a:lnTo>
                  <a:lnTo>
                    <a:pt x="1382204" y="242119"/>
                  </a:lnTo>
                  <a:lnTo>
                    <a:pt x="1382204" y="205369"/>
                  </a:lnTo>
                  <a:lnTo>
                    <a:pt x="1383470" y="205369"/>
                  </a:lnTo>
                  <a:lnTo>
                    <a:pt x="1392337" y="205369"/>
                  </a:lnTo>
                  <a:lnTo>
                    <a:pt x="1392337" y="226986"/>
                  </a:lnTo>
                  <a:cubicBezTo>
                    <a:pt x="1394364" y="226986"/>
                    <a:pt x="1394364" y="226986"/>
                    <a:pt x="1394364" y="194560"/>
                  </a:cubicBezTo>
                  <a:lnTo>
                    <a:pt x="1416657" y="194560"/>
                  </a:lnTo>
                  <a:lnTo>
                    <a:pt x="1416657" y="192938"/>
                  </a:lnTo>
                  <a:lnTo>
                    <a:pt x="1416657" y="181589"/>
                  </a:lnTo>
                  <a:lnTo>
                    <a:pt x="1417417" y="181589"/>
                  </a:lnTo>
                  <a:lnTo>
                    <a:pt x="1422737" y="181589"/>
                  </a:lnTo>
                  <a:lnTo>
                    <a:pt x="1422737" y="179698"/>
                  </a:lnTo>
                  <a:lnTo>
                    <a:pt x="1422737" y="166457"/>
                  </a:lnTo>
                  <a:lnTo>
                    <a:pt x="1426791" y="172942"/>
                  </a:lnTo>
                  <a:lnTo>
                    <a:pt x="1429071" y="172942"/>
                  </a:lnTo>
                  <a:lnTo>
                    <a:pt x="1445031" y="172942"/>
                  </a:lnTo>
                  <a:lnTo>
                    <a:pt x="1445031" y="172131"/>
                  </a:lnTo>
                  <a:lnTo>
                    <a:pt x="1445031" y="166457"/>
                  </a:lnTo>
                  <a:lnTo>
                    <a:pt x="1445791" y="166457"/>
                  </a:lnTo>
                  <a:lnTo>
                    <a:pt x="1451111" y="166457"/>
                  </a:lnTo>
                  <a:lnTo>
                    <a:pt x="1451111" y="167808"/>
                  </a:lnTo>
                  <a:lnTo>
                    <a:pt x="1451111" y="177266"/>
                  </a:lnTo>
                  <a:lnTo>
                    <a:pt x="1489618" y="177266"/>
                  </a:lnTo>
                  <a:lnTo>
                    <a:pt x="1489618" y="315619"/>
                  </a:lnTo>
                  <a:lnTo>
                    <a:pt x="1491138" y="315619"/>
                  </a:lnTo>
                  <a:lnTo>
                    <a:pt x="1501778" y="315619"/>
                  </a:lnTo>
                  <a:lnTo>
                    <a:pt x="1501778" y="302649"/>
                  </a:lnTo>
                  <a:lnTo>
                    <a:pt x="1505832" y="302649"/>
                  </a:lnTo>
                  <a:lnTo>
                    <a:pt x="1505832" y="315619"/>
                  </a:lnTo>
                  <a:lnTo>
                    <a:pt x="1536232" y="315619"/>
                  </a:lnTo>
                  <a:lnTo>
                    <a:pt x="1536232" y="285354"/>
                  </a:lnTo>
                  <a:lnTo>
                    <a:pt x="1548392" y="285354"/>
                  </a:lnTo>
                  <a:lnTo>
                    <a:pt x="1560552" y="283193"/>
                  </a:lnTo>
                  <a:cubicBezTo>
                    <a:pt x="1562579" y="283193"/>
                    <a:pt x="1562579" y="285354"/>
                    <a:pt x="1564606" y="285354"/>
                  </a:cubicBezTo>
                  <a:lnTo>
                    <a:pt x="1574739" y="285354"/>
                  </a:lnTo>
                  <a:lnTo>
                    <a:pt x="1574739" y="315619"/>
                  </a:lnTo>
                  <a:lnTo>
                    <a:pt x="1582846" y="315619"/>
                  </a:lnTo>
                  <a:lnTo>
                    <a:pt x="1582846" y="332914"/>
                  </a:lnTo>
                  <a:lnTo>
                    <a:pt x="1592182" y="333819"/>
                  </a:lnTo>
                  <a:lnTo>
                    <a:pt x="1605140" y="333819"/>
                  </a:lnTo>
                  <a:lnTo>
                    <a:pt x="1605140" y="317781"/>
                  </a:lnTo>
                  <a:lnTo>
                    <a:pt x="1673096" y="317781"/>
                  </a:lnTo>
                  <a:lnTo>
                    <a:pt x="1673096" y="232528"/>
                  </a:lnTo>
                  <a:lnTo>
                    <a:pt x="1745104" y="232528"/>
                  </a:lnTo>
                  <a:lnTo>
                    <a:pt x="1745104" y="311296"/>
                  </a:lnTo>
                  <a:lnTo>
                    <a:pt x="1747008" y="311296"/>
                  </a:lnTo>
                  <a:lnTo>
                    <a:pt x="1748250" y="333819"/>
                  </a:lnTo>
                  <a:lnTo>
                    <a:pt x="1757926" y="333819"/>
                  </a:lnTo>
                  <a:cubicBezTo>
                    <a:pt x="1758462" y="326605"/>
                    <a:pt x="1759168" y="318951"/>
                    <a:pt x="1759168" y="311296"/>
                  </a:cubicBezTo>
                  <a:lnTo>
                    <a:pt x="1765248" y="311296"/>
                  </a:lnTo>
                  <a:lnTo>
                    <a:pt x="1766490" y="333819"/>
                  </a:lnTo>
                  <a:lnTo>
                    <a:pt x="1817112" y="333819"/>
                  </a:lnTo>
                  <a:lnTo>
                    <a:pt x="1817112" y="170791"/>
                  </a:lnTo>
                  <a:lnTo>
                    <a:pt x="2014439" y="170791"/>
                  </a:lnTo>
                  <a:lnTo>
                    <a:pt x="2014439" y="333819"/>
                  </a:lnTo>
                  <a:lnTo>
                    <a:pt x="2033136" y="333819"/>
                  </a:lnTo>
                  <a:lnTo>
                    <a:pt x="2033136" y="251126"/>
                  </a:lnTo>
                  <a:lnTo>
                    <a:pt x="2128256" y="251126"/>
                  </a:lnTo>
                  <a:cubicBezTo>
                    <a:pt x="2152853" y="240257"/>
                    <a:pt x="2161167" y="196782"/>
                    <a:pt x="2180720" y="185913"/>
                  </a:cubicBezTo>
                  <a:lnTo>
                    <a:pt x="2245574" y="185913"/>
                  </a:lnTo>
                  <a:lnTo>
                    <a:pt x="2245574" y="261575"/>
                  </a:lnTo>
                  <a:lnTo>
                    <a:pt x="2253681" y="261575"/>
                  </a:lnTo>
                  <a:cubicBezTo>
                    <a:pt x="2253681" y="259413"/>
                    <a:pt x="2255708" y="257251"/>
                    <a:pt x="2255708" y="255090"/>
                  </a:cubicBezTo>
                  <a:lnTo>
                    <a:pt x="2261788" y="255090"/>
                  </a:lnTo>
                  <a:cubicBezTo>
                    <a:pt x="2261788" y="257251"/>
                    <a:pt x="2261788" y="259413"/>
                    <a:pt x="2263815" y="263737"/>
                  </a:cubicBezTo>
                  <a:lnTo>
                    <a:pt x="2275975" y="263737"/>
                  </a:lnTo>
                  <a:lnTo>
                    <a:pt x="2275975" y="257251"/>
                  </a:lnTo>
                  <a:lnTo>
                    <a:pt x="2298268" y="257251"/>
                  </a:lnTo>
                  <a:lnTo>
                    <a:pt x="2298268" y="263737"/>
                  </a:lnTo>
                  <a:lnTo>
                    <a:pt x="2318535" y="263737"/>
                  </a:lnTo>
                  <a:lnTo>
                    <a:pt x="2318535" y="309134"/>
                  </a:lnTo>
                  <a:lnTo>
                    <a:pt x="2332722" y="309134"/>
                  </a:lnTo>
                  <a:lnTo>
                    <a:pt x="2332722" y="296163"/>
                  </a:lnTo>
                  <a:lnTo>
                    <a:pt x="2348936" y="296163"/>
                  </a:lnTo>
                  <a:lnTo>
                    <a:pt x="2348936" y="116736"/>
                  </a:lnTo>
                  <a:lnTo>
                    <a:pt x="2355016" y="110250"/>
                  </a:lnTo>
                  <a:lnTo>
                    <a:pt x="2427977" y="110250"/>
                  </a:lnTo>
                  <a:lnTo>
                    <a:pt x="2427977" y="118898"/>
                  </a:lnTo>
                  <a:lnTo>
                    <a:pt x="2438110" y="118898"/>
                  </a:lnTo>
                  <a:lnTo>
                    <a:pt x="2438110" y="233472"/>
                  </a:lnTo>
                  <a:lnTo>
                    <a:pt x="2460404" y="233472"/>
                  </a:lnTo>
                  <a:lnTo>
                    <a:pt x="2460404" y="166457"/>
                  </a:lnTo>
                  <a:lnTo>
                    <a:pt x="2486751" y="166457"/>
                  </a:lnTo>
                  <a:cubicBezTo>
                    <a:pt x="2488777" y="166457"/>
                    <a:pt x="2488777" y="164295"/>
                    <a:pt x="2490804" y="162133"/>
                  </a:cubicBezTo>
                  <a:lnTo>
                    <a:pt x="2498911" y="162133"/>
                  </a:lnTo>
                  <a:cubicBezTo>
                    <a:pt x="2500937" y="164295"/>
                    <a:pt x="2500937" y="166457"/>
                    <a:pt x="2502964" y="166457"/>
                  </a:cubicBezTo>
                  <a:lnTo>
                    <a:pt x="2525258" y="166457"/>
                  </a:lnTo>
                  <a:lnTo>
                    <a:pt x="2525258" y="49721"/>
                  </a:lnTo>
                  <a:cubicBezTo>
                    <a:pt x="2525272" y="49718"/>
                    <a:pt x="2526139" y="49554"/>
                    <a:pt x="2582005" y="38912"/>
                  </a:cubicBezTo>
                  <a:lnTo>
                    <a:pt x="2582005" y="39993"/>
                  </a:lnTo>
                  <a:lnTo>
                    <a:pt x="2582005" y="47559"/>
                  </a:lnTo>
                  <a:lnTo>
                    <a:pt x="2608352" y="47559"/>
                  </a:lnTo>
                  <a:lnTo>
                    <a:pt x="2608352" y="302649"/>
                  </a:lnTo>
                  <a:lnTo>
                    <a:pt x="2630646" y="302649"/>
                  </a:lnTo>
                  <a:lnTo>
                    <a:pt x="2630646" y="298325"/>
                  </a:lnTo>
                  <a:lnTo>
                    <a:pt x="2642806" y="298325"/>
                  </a:lnTo>
                  <a:lnTo>
                    <a:pt x="2642806" y="302649"/>
                  </a:lnTo>
                  <a:lnTo>
                    <a:pt x="2667126" y="302649"/>
                  </a:lnTo>
                  <a:lnTo>
                    <a:pt x="2667126" y="289678"/>
                  </a:lnTo>
                  <a:lnTo>
                    <a:pt x="2695500" y="289678"/>
                  </a:lnTo>
                  <a:cubicBezTo>
                    <a:pt x="2699553" y="285354"/>
                    <a:pt x="2703607" y="285354"/>
                    <a:pt x="2707660" y="285354"/>
                  </a:cubicBezTo>
                  <a:cubicBezTo>
                    <a:pt x="2713740" y="289678"/>
                    <a:pt x="2721847" y="289678"/>
                    <a:pt x="2727927" y="289678"/>
                  </a:cubicBezTo>
                  <a:lnTo>
                    <a:pt x="2727927" y="272384"/>
                  </a:lnTo>
                  <a:lnTo>
                    <a:pt x="2736034" y="272384"/>
                  </a:lnTo>
                  <a:lnTo>
                    <a:pt x="2736034" y="259413"/>
                  </a:lnTo>
                  <a:lnTo>
                    <a:pt x="2792781" y="259413"/>
                  </a:lnTo>
                  <a:lnTo>
                    <a:pt x="2792781" y="229148"/>
                  </a:lnTo>
                  <a:lnTo>
                    <a:pt x="2811021" y="229148"/>
                  </a:lnTo>
                  <a:lnTo>
                    <a:pt x="2811021" y="222663"/>
                  </a:lnTo>
                  <a:lnTo>
                    <a:pt x="2823181" y="222663"/>
                  </a:lnTo>
                  <a:lnTo>
                    <a:pt x="2823181" y="229148"/>
                  </a:lnTo>
                  <a:lnTo>
                    <a:pt x="2839395" y="229148"/>
                  </a:lnTo>
                  <a:lnTo>
                    <a:pt x="2839395" y="278869"/>
                  </a:lnTo>
                  <a:lnTo>
                    <a:pt x="2871822" y="278869"/>
                  </a:lnTo>
                  <a:lnTo>
                    <a:pt x="2871822" y="252928"/>
                  </a:lnTo>
                  <a:lnTo>
                    <a:pt x="2910329" y="252928"/>
                  </a:lnTo>
                  <a:lnTo>
                    <a:pt x="2910329" y="222663"/>
                  </a:lnTo>
                  <a:lnTo>
                    <a:pt x="2958970" y="222663"/>
                  </a:lnTo>
                  <a:lnTo>
                    <a:pt x="2958970" y="333819"/>
                  </a:lnTo>
                  <a:lnTo>
                    <a:pt x="2958970" y="347598"/>
                  </a:lnTo>
                  <a:lnTo>
                    <a:pt x="3024845" y="347598"/>
                  </a:lnTo>
                  <a:lnTo>
                    <a:pt x="3024845" y="689379"/>
                  </a:lnTo>
                  <a:lnTo>
                    <a:pt x="2054" y="687046"/>
                  </a:lnTo>
                  <a:cubicBezTo>
                    <a:pt x="1369" y="539482"/>
                    <a:pt x="685" y="400492"/>
                    <a:pt x="0" y="252928"/>
                  </a:cubicBezTo>
                  <a:lnTo>
                    <a:pt x="20267" y="252928"/>
                  </a:lnTo>
                  <a:cubicBezTo>
                    <a:pt x="20271" y="252922"/>
                    <a:pt x="20308" y="252840"/>
                    <a:pt x="20774" y="251847"/>
                  </a:cubicBezTo>
                  <a:lnTo>
                    <a:pt x="24320" y="244281"/>
                  </a:lnTo>
                  <a:cubicBezTo>
                    <a:pt x="24329" y="244282"/>
                    <a:pt x="24442" y="244300"/>
                    <a:pt x="26094" y="244551"/>
                  </a:cubicBezTo>
                  <a:lnTo>
                    <a:pt x="38507" y="246442"/>
                  </a:lnTo>
                  <a:cubicBezTo>
                    <a:pt x="38510" y="246452"/>
                    <a:pt x="38548" y="246553"/>
                    <a:pt x="39014" y="247794"/>
                  </a:cubicBezTo>
                  <a:lnTo>
                    <a:pt x="42560" y="257251"/>
                  </a:lnTo>
                  <a:cubicBezTo>
                    <a:pt x="42574" y="257252"/>
                    <a:pt x="43170" y="257302"/>
                    <a:pt x="68907" y="259413"/>
                  </a:cubicBezTo>
                  <a:lnTo>
                    <a:pt x="68907" y="136192"/>
                  </a:lnTo>
                  <a:lnTo>
                    <a:pt x="70934" y="136192"/>
                  </a:lnTo>
                  <a:lnTo>
                    <a:pt x="85121" y="136192"/>
                  </a:lnTo>
                  <a:lnTo>
                    <a:pt x="85121" y="0"/>
                  </a:lnTo>
                  <a:lnTo>
                    <a:pt x="86894" y="0"/>
                  </a:lnTo>
                  <a:lnTo>
                    <a:pt x="99308"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6" name="Rectangle 35">
              <a:extLst>
                <a:ext uri="{FF2B5EF4-FFF2-40B4-BE49-F238E27FC236}">
                  <a16:creationId xmlns:a16="http://schemas.microsoft.com/office/drawing/2014/main" id="{E499EC77-2023-C7A4-2B78-4B7AF600EBFB}"/>
                </a:ext>
              </a:extLst>
            </p:cNvPr>
            <p:cNvSpPr/>
            <p:nvPr/>
          </p:nvSpPr>
          <p:spPr>
            <a:xfrm>
              <a:off x="6047165" y="1883798"/>
              <a:ext cx="2961438" cy="689379"/>
            </a:xfrm>
            <a:custGeom>
              <a:avLst/>
              <a:gdLst>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842946 w 3079941"/>
                <a:gd name="connsiteY405" fmla="*/ 1160647 h 1160647"/>
                <a:gd name="connsiteX406" fmla="*/ 200958 w 3079941"/>
                <a:gd name="connsiteY406" fmla="*/ 1160647 h 1160647"/>
                <a:gd name="connsiteX407" fmla="*/ 200958 w 3079941"/>
                <a:gd name="connsiteY407" fmla="*/ 1126882 h 1160647"/>
                <a:gd name="connsiteX408" fmla="*/ 0 w 3079941"/>
                <a:gd name="connsiteY408" fmla="*/ 1126882 h 1160647"/>
                <a:gd name="connsiteX409" fmla="*/ 0 w 3079941"/>
                <a:gd name="connsiteY409" fmla="*/ 915339 h 1160647"/>
                <a:gd name="connsiteX410" fmla="*/ 103377 w 3079941"/>
                <a:gd name="connsiteY410" fmla="*/ 915339 h 1160647"/>
                <a:gd name="connsiteX411" fmla="*/ 103377 w 3079941"/>
                <a:gd name="connsiteY411" fmla="*/ 886329 h 1160647"/>
                <a:gd name="connsiteX412" fmla="*/ 55096 w 3079941"/>
                <a:gd name="connsiteY412" fmla="*/ 886329 h 1160647"/>
                <a:gd name="connsiteX413" fmla="*/ 55096 w 3079941"/>
                <a:gd name="connsiteY413" fmla="*/ 724196 h 1160647"/>
                <a:gd name="connsiteX414" fmla="*/ 75363 w 3079941"/>
                <a:gd name="connsiteY414" fmla="*/ 724196 h 1160647"/>
                <a:gd name="connsiteX415" fmla="*/ 75870 w 3079941"/>
                <a:gd name="connsiteY415" fmla="*/ 723115 h 1160647"/>
                <a:gd name="connsiteX416" fmla="*/ 79416 w 3079941"/>
                <a:gd name="connsiteY416" fmla="*/ 715549 h 1160647"/>
                <a:gd name="connsiteX417" fmla="*/ 81190 w 3079941"/>
                <a:gd name="connsiteY417" fmla="*/ 715819 h 1160647"/>
                <a:gd name="connsiteX418" fmla="*/ 93603 w 3079941"/>
                <a:gd name="connsiteY418" fmla="*/ 717710 h 1160647"/>
                <a:gd name="connsiteX419" fmla="*/ 94110 w 3079941"/>
                <a:gd name="connsiteY419" fmla="*/ 719062 h 1160647"/>
                <a:gd name="connsiteX420" fmla="*/ 97656 w 3079941"/>
                <a:gd name="connsiteY420" fmla="*/ 728519 h 1160647"/>
                <a:gd name="connsiteX421" fmla="*/ 124003 w 3079941"/>
                <a:gd name="connsiteY421" fmla="*/ 730681 h 1160647"/>
                <a:gd name="connsiteX422" fmla="*/ 124003 w 3079941"/>
                <a:gd name="connsiteY422" fmla="*/ 607460 h 1160647"/>
                <a:gd name="connsiteX423" fmla="*/ 126030 w 3079941"/>
                <a:gd name="connsiteY423" fmla="*/ 607460 h 1160647"/>
                <a:gd name="connsiteX424" fmla="*/ 140217 w 3079941"/>
                <a:gd name="connsiteY424" fmla="*/ 607460 h 1160647"/>
                <a:gd name="connsiteX425" fmla="*/ 140217 w 3079941"/>
                <a:gd name="connsiteY425" fmla="*/ 471268 h 1160647"/>
                <a:gd name="connsiteX426" fmla="*/ 141990 w 3079941"/>
                <a:gd name="connsiteY426" fmla="*/ 471268 h 1160647"/>
                <a:gd name="connsiteX427" fmla="*/ 154404 w 3079941"/>
                <a:gd name="connsiteY427" fmla="*/ 471268 h 1160647"/>
                <a:gd name="connsiteX428" fmla="*/ 154404 w 3079941"/>
                <a:gd name="connsiteY428" fmla="*/ 356694 h 1160647"/>
                <a:gd name="connsiteX429" fmla="*/ 158457 w 3079941"/>
                <a:gd name="connsiteY429" fmla="*/ 328590 h 1160647"/>
                <a:gd name="connsiteX430" fmla="*/ 160484 w 3079941"/>
                <a:gd name="connsiteY430" fmla="*/ 328590 h 1160647"/>
                <a:gd name="connsiteX431" fmla="*/ 174671 w 3079941"/>
                <a:gd name="connsiteY431" fmla="*/ 328590 h 1160647"/>
                <a:gd name="connsiteX432" fmla="*/ 211151 w 3079941"/>
                <a:gd name="connsiteY432" fmla="*/ 246443 h 1160647"/>
                <a:gd name="connsiteX433" fmla="*/ 215205 w 3079941"/>
                <a:gd name="connsiteY433"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00958 w 3079941"/>
                <a:gd name="connsiteY405" fmla="*/ 1160647 h 1160647"/>
                <a:gd name="connsiteX406" fmla="*/ 200958 w 3079941"/>
                <a:gd name="connsiteY406" fmla="*/ 1126882 h 1160647"/>
                <a:gd name="connsiteX407" fmla="*/ 0 w 3079941"/>
                <a:gd name="connsiteY407" fmla="*/ 1126882 h 1160647"/>
                <a:gd name="connsiteX408" fmla="*/ 0 w 3079941"/>
                <a:gd name="connsiteY408" fmla="*/ 915339 h 1160647"/>
                <a:gd name="connsiteX409" fmla="*/ 103377 w 3079941"/>
                <a:gd name="connsiteY409" fmla="*/ 915339 h 1160647"/>
                <a:gd name="connsiteX410" fmla="*/ 103377 w 3079941"/>
                <a:gd name="connsiteY410" fmla="*/ 886329 h 1160647"/>
                <a:gd name="connsiteX411" fmla="*/ 55096 w 3079941"/>
                <a:gd name="connsiteY411" fmla="*/ 886329 h 1160647"/>
                <a:gd name="connsiteX412" fmla="*/ 55096 w 3079941"/>
                <a:gd name="connsiteY412" fmla="*/ 724196 h 1160647"/>
                <a:gd name="connsiteX413" fmla="*/ 75363 w 3079941"/>
                <a:gd name="connsiteY413" fmla="*/ 724196 h 1160647"/>
                <a:gd name="connsiteX414" fmla="*/ 75870 w 3079941"/>
                <a:gd name="connsiteY414" fmla="*/ 723115 h 1160647"/>
                <a:gd name="connsiteX415" fmla="*/ 79416 w 3079941"/>
                <a:gd name="connsiteY415" fmla="*/ 715549 h 1160647"/>
                <a:gd name="connsiteX416" fmla="*/ 81190 w 3079941"/>
                <a:gd name="connsiteY416" fmla="*/ 715819 h 1160647"/>
                <a:gd name="connsiteX417" fmla="*/ 93603 w 3079941"/>
                <a:gd name="connsiteY417" fmla="*/ 717710 h 1160647"/>
                <a:gd name="connsiteX418" fmla="*/ 94110 w 3079941"/>
                <a:gd name="connsiteY418" fmla="*/ 719062 h 1160647"/>
                <a:gd name="connsiteX419" fmla="*/ 97656 w 3079941"/>
                <a:gd name="connsiteY419" fmla="*/ 728519 h 1160647"/>
                <a:gd name="connsiteX420" fmla="*/ 124003 w 3079941"/>
                <a:gd name="connsiteY420" fmla="*/ 730681 h 1160647"/>
                <a:gd name="connsiteX421" fmla="*/ 124003 w 3079941"/>
                <a:gd name="connsiteY421" fmla="*/ 607460 h 1160647"/>
                <a:gd name="connsiteX422" fmla="*/ 126030 w 3079941"/>
                <a:gd name="connsiteY422" fmla="*/ 607460 h 1160647"/>
                <a:gd name="connsiteX423" fmla="*/ 140217 w 3079941"/>
                <a:gd name="connsiteY423" fmla="*/ 607460 h 1160647"/>
                <a:gd name="connsiteX424" fmla="*/ 140217 w 3079941"/>
                <a:gd name="connsiteY424" fmla="*/ 471268 h 1160647"/>
                <a:gd name="connsiteX425" fmla="*/ 141990 w 3079941"/>
                <a:gd name="connsiteY425" fmla="*/ 471268 h 1160647"/>
                <a:gd name="connsiteX426" fmla="*/ 154404 w 3079941"/>
                <a:gd name="connsiteY426" fmla="*/ 471268 h 1160647"/>
                <a:gd name="connsiteX427" fmla="*/ 154404 w 3079941"/>
                <a:gd name="connsiteY427" fmla="*/ 356694 h 1160647"/>
                <a:gd name="connsiteX428" fmla="*/ 158457 w 3079941"/>
                <a:gd name="connsiteY428" fmla="*/ 328590 h 1160647"/>
                <a:gd name="connsiteX429" fmla="*/ 160484 w 3079941"/>
                <a:gd name="connsiteY429" fmla="*/ 328590 h 1160647"/>
                <a:gd name="connsiteX430" fmla="*/ 174671 w 3079941"/>
                <a:gd name="connsiteY430" fmla="*/ 328590 h 1160647"/>
                <a:gd name="connsiteX431" fmla="*/ 211151 w 3079941"/>
                <a:gd name="connsiteY431" fmla="*/ 246443 h 1160647"/>
                <a:gd name="connsiteX432" fmla="*/ 215205 w 3079941"/>
                <a:gd name="connsiteY432"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030409 h 1160647"/>
                <a:gd name="connsiteX403" fmla="*/ 3079941 w 3079941"/>
                <a:gd name="connsiteY403" fmla="*/ 1160647 h 1160647"/>
                <a:gd name="connsiteX404" fmla="*/ 200958 w 3079941"/>
                <a:gd name="connsiteY404" fmla="*/ 1160647 h 1160647"/>
                <a:gd name="connsiteX405" fmla="*/ 200958 w 3079941"/>
                <a:gd name="connsiteY405" fmla="*/ 1126882 h 1160647"/>
                <a:gd name="connsiteX406" fmla="*/ 0 w 3079941"/>
                <a:gd name="connsiteY406" fmla="*/ 1126882 h 1160647"/>
                <a:gd name="connsiteX407" fmla="*/ 0 w 3079941"/>
                <a:gd name="connsiteY407" fmla="*/ 915339 h 1160647"/>
                <a:gd name="connsiteX408" fmla="*/ 103377 w 3079941"/>
                <a:gd name="connsiteY408" fmla="*/ 915339 h 1160647"/>
                <a:gd name="connsiteX409" fmla="*/ 103377 w 3079941"/>
                <a:gd name="connsiteY409" fmla="*/ 886329 h 1160647"/>
                <a:gd name="connsiteX410" fmla="*/ 55096 w 3079941"/>
                <a:gd name="connsiteY410" fmla="*/ 886329 h 1160647"/>
                <a:gd name="connsiteX411" fmla="*/ 55096 w 3079941"/>
                <a:gd name="connsiteY411" fmla="*/ 724196 h 1160647"/>
                <a:gd name="connsiteX412" fmla="*/ 75363 w 3079941"/>
                <a:gd name="connsiteY412" fmla="*/ 724196 h 1160647"/>
                <a:gd name="connsiteX413" fmla="*/ 75870 w 3079941"/>
                <a:gd name="connsiteY413" fmla="*/ 723115 h 1160647"/>
                <a:gd name="connsiteX414" fmla="*/ 79416 w 3079941"/>
                <a:gd name="connsiteY414" fmla="*/ 715549 h 1160647"/>
                <a:gd name="connsiteX415" fmla="*/ 81190 w 3079941"/>
                <a:gd name="connsiteY415" fmla="*/ 715819 h 1160647"/>
                <a:gd name="connsiteX416" fmla="*/ 93603 w 3079941"/>
                <a:gd name="connsiteY416" fmla="*/ 717710 h 1160647"/>
                <a:gd name="connsiteX417" fmla="*/ 94110 w 3079941"/>
                <a:gd name="connsiteY417" fmla="*/ 719062 h 1160647"/>
                <a:gd name="connsiteX418" fmla="*/ 97656 w 3079941"/>
                <a:gd name="connsiteY418" fmla="*/ 728519 h 1160647"/>
                <a:gd name="connsiteX419" fmla="*/ 124003 w 3079941"/>
                <a:gd name="connsiteY419" fmla="*/ 730681 h 1160647"/>
                <a:gd name="connsiteX420" fmla="*/ 124003 w 3079941"/>
                <a:gd name="connsiteY420" fmla="*/ 607460 h 1160647"/>
                <a:gd name="connsiteX421" fmla="*/ 126030 w 3079941"/>
                <a:gd name="connsiteY421" fmla="*/ 607460 h 1160647"/>
                <a:gd name="connsiteX422" fmla="*/ 140217 w 3079941"/>
                <a:gd name="connsiteY422" fmla="*/ 607460 h 1160647"/>
                <a:gd name="connsiteX423" fmla="*/ 140217 w 3079941"/>
                <a:gd name="connsiteY423" fmla="*/ 471268 h 1160647"/>
                <a:gd name="connsiteX424" fmla="*/ 141990 w 3079941"/>
                <a:gd name="connsiteY424" fmla="*/ 471268 h 1160647"/>
                <a:gd name="connsiteX425" fmla="*/ 154404 w 3079941"/>
                <a:gd name="connsiteY425" fmla="*/ 471268 h 1160647"/>
                <a:gd name="connsiteX426" fmla="*/ 154404 w 3079941"/>
                <a:gd name="connsiteY426" fmla="*/ 356694 h 1160647"/>
                <a:gd name="connsiteX427" fmla="*/ 158457 w 3079941"/>
                <a:gd name="connsiteY427" fmla="*/ 328590 h 1160647"/>
                <a:gd name="connsiteX428" fmla="*/ 160484 w 3079941"/>
                <a:gd name="connsiteY428" fmla="*/ 328590 h 1160647"/>
                <a:gd name="connsiteX429" fmla="*/ 174671 w 3079941"/>
                <a:gd name="connsiteY429" fmla="*/ 328590 h 1160647"/>
                <a:gd name="connsiteX430" fmla="*/ 211151 w 3079941"/>
                <a:gd name="connsiteY430" fmla="*/ 246443 h 1160647"/>
                <a:gd name="connsiteX431" fmla="*/ 215205 w 3079941"/>
                <a:gd name="connsiteY431"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200958 w 3079941"/>
                <a:gd name="connsiteY404" fmla="*/ 1126882 h 1160647"/>
                <a:gd name="connsiteX405" fmla="*/ 0 w 3079941"/>
                <a:gd name="connsiteY405" fmla="*/ 1126882 h 1160647"/>
                <a:gd name="connsiteX406" fmla="*/ 0 w 3079941"/>
                <a:gd name="connsiteY406" fmla="*/ 915339 h 1160647"/>
                <a:gd name="connsiteX407" fmla="*/ 103377 w 3079941"/>
                <a:gd name="connsiteY407" fmla="*/ 915339 h 1160647"/>
                <a:gd name="connsiteX408" fmla="*/ 103377 w 3079941"/>
                <a:gd name="connsiteY408" fmla="*/ 886329 h 1160647"/>
                <a:gd name="connsiteX409" fmla="*/ 55096 w 3079941"/>
                <a:gd name="connsiteY409" fmla="*/ 886329 h 1160647"/>
                <a:gd name="connsiteX410" fmla="*/ 55096 w 3079941"/>
                <a:gd name="connsiteY410" fmla="*/ 724196 h 1160647"/>
                <a:gd name="connsiteX411" fmla="*/ 75363 w 3079941"/>
                <a:gd name="connsiteY411" fmla="*/ 724196 h 1160647"/>
                <a:gd name="connsiteX412" fmla="*/ 75870 w 3079941"/>
                <a:gd name="connsiteY412" fmla="*/ 723115 h 1160647"/>
                <a:gd name="connsiteX413" fmla="*/ 79416 w 3079941"/>
                <a:gd name="connsiteY413" fmla="*/ 715549 h 1160647"/>
                <a:gd name="connsiteX414" fmla="*/ 81190 w 3079941"/>
                <a:gd name="connsiteY414" fmla="*/ 715819 h 1160647"/>
                <a:gd name="connsiteX415" fmla="*/ 93603 w 3079941"/>
                <a:gd name="connsiteY415" fmla="*/ 717710 h 1160647"/>
                <a:gd name="connsiteX416" fmla="*/ 94110 w 3079941"/>
                <a:gd name="connsiteY416" fmla="*/ 719062 h 1160647"/>
                <a:gd name="connsiteX417" fmla="*/ 97656 w 3079941"/>
                <a:gd name="connsiteY417" fmla="*/ 728519 h 1160647"/>
                <a:gd name="connsiteX418" fmla="*/ 124003 w 3079941"/>
                <a:gd name="connsiteY418" fmla="*/ 730681 h 1160647"/>
                <a:gd name="connsiteX419" fmla="*/ 124003 w 3079941"/>
                <a:gd name="connsiteY419" fmla="*/ 607460 h 1160647"/>
                <a:gd name="connsiteX420" fmla="*/ 126030 w 3079941"/>
                <a:gd name="connsiteY420" fmla="*/ 607460 h 1160647"/>
                <a:gd name="connsiteX421" fmla="*/ 140217 w 3079941"/>
                <a:gd name="connsiteY421" fmla="*/ 607460 h 1160647"/>
                <a:gd name="connsiteX422" fmla="*/ 140217 w 3079941"/>
                <a:gd name="connsiteY422" fmla="*/ 471268 h 1160647"/>
                <a:gd name="connsiteX423" fmla="*/ 141990 w 3079941"/>
                <a:gd name="connsiteY423" fmla="*/ 471268 h 1160647"/>
                <a:gd name="connsiteX424" fmla="*/ 154404 w 3079941"/>
                <a:gd name="connsiteY424" fmla="*/ 471268 h 1160647"/>
                <a:gd name="connsiteX425" fmla="*/ 154404 w 3079941"/>
                <a:gd name="connsiteY425" fmla="*/ 356694 h 1160647"/>
                <a:gd name="connsiteX426" fmla="*/ 158457 w 3079941"/>
                <a:gd name="connsiteY426" fmla="*/ 328590 h 1160647"/>
                <a:gd name="connsiteX427" fmla="*/ 160484 w 3079941"/>
                <a:gd name="connsiteY427" fmla="*/ 328590 h 1160647"/>
                <a:gd name="connsiteX428" fmla="*/ 174671 w 3079941"/>
                <a:gd name="connsiteY428" fmla="*/ 328590 h 1160647"/>
                <a:gd name="connsiteX429" fmla="*/ 211151 w 3079941"/>
                <a:gd name="connsiteY429" fmla="*/ 246443 h 1160647"/>
                <a:gd name="connsiteX430" fmla="*/ 215205 w 3079941"/>
                <a:gd name="connsiteY430"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103377 w 3079941"/>
                <a:gd name="connsiteY407" fmla="*/ 886329 h 1160647"/>
                <a:gd name="connsiteX408" fmla="*/ 55096 w 3079941"/>
                <a:gd name="connsiteY408" fmla="*/ 886329 h 1160647"/>
                <a:gd name="connsiteX409" fmla="*/ 55096 w 3079941"/>
                <a:gd name="connsiteY409" fmla="*/ 724196 h 1160647"/>
                <a:gd name="connsiteX410" fmla="*/ 75363 w 3079941"/>
                <a:gd name="connsiteY410" fmla="*/ 724196 h 1160647"/>
                <a:gd name="connsiteX411" fmla="*/ 75870 w 3079941"/>
                <a:gd name="connsiteY411" fmla="*/ 723115 h 1160647"/>
                <a:gd name="connsiteX412" fmla="*/ 79416 w 3079941"/>
                <a:gd name="connsiteY412" fmla="*/ 715549 h 1160647"/>
                <a:gd name="connsiteX413" fmla="*/ 81190 w 3079941"/>
                <a:gd name="connsiteY413" fmla="*/ 715819 h 1160647"/>
                <a:gd name="connsiteX414" fmla="*/ 93603 w 3079941"/>
                <a:gd name="connsiteY414" fmla="*/ 717710 h 1160647"/>
                <a:gd name="connsiteX415" fmla="*/ 94110 w 3079941"/>
                <a:gd name="connsiteY415" fmla="*/ 719062 h 1160647"/>
                <a:gd name="connsiteX416" fmla="*/ 97656 w 3079941"/>
                <a:gd name="connsiteY416" fmla="*/ 728519 h 1160647"/>
                <a:gd name="connsiteX417" fmla="*/ 124003 w 3079941"/>
                <a:gd name="connsiteY417" fmla="*/ 730681 h 1160647"/>
                <a:gd name="connsiteX418" fmla="*/ 124003 w 3079941"/>
                <a:gd name="connsiteY418" fmla="*/ 607460 h 1160647"/>
                <a:gd name="connsiteX419" fmla="*/ 126030 w 3079941"/>
                <a:gd name="connsiteY419" fmla="*/ 607460 h 1160647"/>
                <a:gd name="connsiteX420" fmla="*/ 140217 w 3079941"/>
                <a:gd name="connsiteY420" fmla="*/ 607460 h 1160647"/>
                <a:gd name="connsiteX421" fmla="*/ 140217 w 3079941"/>
                <a:gd name="connsiteY421" fmla="*/ 471268 h 1160647"/>
                <a:gd name="connsiteX422" fmla="*/ 141990 w 3079941"/>
                <a:gd name="connsiteY422" fmla="*/ 471268 h 1160647"/>
                <a:gd name="connsiteX423" fmla="*/ 154404 w 3079941"/>
                <a:gd name="connsiteY423" fmla="*/ 471268 h 1160647"/>
                <a:gd name="connsiteX424" fmla="*/ 154404 w 3079941"/>
                <a:gd name="connsiteY424" fmla="*/ 356694 h 1160647"/>
                <a:gd name="connsiteX425" fmla="*/ 158457 w 3079941"/>
                <a:gd name="connsiteY425" fmla="*/ 328590 h 1160647"/>
                <a:gd name="connsiteX426" fmla="*/ 160484 w 3079941"/>
                <a:gd name="connsiteY426" fmla="*/ 328590 h 1160647"/>
                <a:gd name="connsiteX427" fmla="*/ 174671 w 3079941"/>
                <a:gd name="connsiteY427" fmla="*/ 328590 h 1160647"/>
                <a:gd name="connsiteX428" fmla="*/ 211151 w 3079941"/>
                <a:gd name="connsiteY428" fmla="*/ 246443 h 1160647"/>
                <a:gd name="connsiteX429" fmla="*/ 215205 w 3079941"/>
                <a:gd name="connsiteY429"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55096 w 3079941"/>
                <a:gd name="connsiteY407" fmla="*/ 886329 h 1160647"/>
                <a:gd name="connsiteX408" fmla="*/ 55096 w 3079941"/>
                <a:gd name="connsiteY408" fmla="*/ 724196 h 1160647"/>
                <a:gd name="connsiteX409" fmla="*/ 75363 w 3079941"/>
                <a:gd name="connsiteY409" fmla="*/ 724196 h 1160647"/>
                <a:gd name="connsiteX410" fmla="*/ 75870 w 3079941"/>
                <a:gd name="connsiteY410" fmla="*/ 723115 h 1160647"/>
                <a:gd name="connsiteX411" fmla="*/ 79416 w 3079941"/>
                <a:gd name="connsiteY411" fmla="*/ 715549 h 1160647"/>
                <a:gd name="connsiteX412" fmla="*/ 81190 w 3079941"/>
                <a:gd name="connsiteY412" fmla="*/ 715819 h 1160647"/>
                <a:gd name="connsiteX413" fmla="*/ 93603 w 3079941"/>
                <a:gd name="connsiteY413" fmla="*/ 717710 h 1160647"/>
                <a:gd name="connsiteX414" fmla="*/ 94110 w 3079941"/>
                <a:gd name="connsiteY414" fmla="*/ 719062 h 1160647"/>
                <a:gd name="connsiteX415" fmla="*/ 97656 w 3079941"/>
                <a:gd name="connsiteY415" fmla="*/ 728519 h 1160647"/>
                <a:gd name="connsiteX416" fmla="*/ 124003 w 3079941"/>
                <a:gd name="connsiteY416" fmla="*/ 730681 h 1160647"/>
                <a:gd name="connsiteX417" fmla="*/ 124003 w 3079941"/>
                <a:gd name="connsiteY417" fmla="*/ 607460 h 1160647"/>
                <a:gd name="connsiteX418" fmla="*/ 126030 w 3079941"/>
                <a:gd name="connsiteY418" fmla="*/ 607460 h 1160647"/>
                <a:gd name="connsiteX419" fmla="*/ 140217 w 3079941"/>
                <a:gd name="connsiteY419" fmla="*/ 607460 h 1160647"/>
                <a:gd name="connsiteX420" fmla="*/ 140217 w 3079941"/>
                <a:gd name="connsiteY420" fmla="*/ 471268 h 1160647"/>
                <a:gd name="connsiteX421" fmla="*/ 141990 w 3079941"/>
                <a:gd name="connsiteY421" fmla="*/ 471268 h 1160647"/>
                <a:gd name="connsiteX422" fmla="*/ 154404 w 3079941"/>
                <a:gd name="connsiteY422" fmla="*/ 471268 h 1160647"/>
                <a:gd name="connsiteX423" fmla="*/ 154404 w 3079941"/>
                <a:gd name="connsiteY423" fmla="*/ 356694 h 1160647"/>
                <a:gd name="connsiteX424" fmla="*/ 158457 w 3079941"/>
                <a:gd name="connsiteY424" fmla="*/ 328590 h 1160647"/>
                <a:gd name="connsiteX425" fmla="*/ 160484 w 3079941"/>
                <a:gd name="connsiteY425" fmla="*/ 328590 h 1160647"/>
                <a:gd name="connsiteX426" fmla="*/ 174671 w 3079941"/>
                <a:gd name="connsiteY426" fmla="*/ 328590 h 1160647"/>
                <a:gd name="connsiteX427" fmla="*/ 211151 w 3079941"/>
                <a:gd name="connsiteY427" fmla="*/ 246443 h 1160647"/>
                <a:gd name="connsiteX428" fmla="*/ 215205 w 3079941"/>
                <a:gd name="connsiteY428"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55096 w 3079941"/>
                <a:gd name="connsiteY406" fmla="*/ 886329 h 1160647"/>
                <a:gd name="connsiteX407" fmla="*/ 55096 w 3079941"/>
                <a:gd name="connsiteY407" fmla="*/ 724196 h 1160647"/>
                <a:gd name="connsiteX408" fmla="*/ 75363 w 3079941"/>
                <a:gd name="connsiteY408" fmla="*/ 724196 h 1160647"/>
                <a:gd name="connsiteX409" fmla="*/ 75870 w 3079941"/>
                <a:gd name="connsiteY409" fmla="*/ 723115 h 1160647"/>
                <a:gd name="connsiteX410" fmla="*/ 79416 w 3079941"/>
                <a:gd name="connsiteY410" fmla="*/ 715549 h 1160647"/>
                <a:gd name="connsiteX411" fmla="*/ 81190 w 3079941"/>
                <a:gd name="connsiteY411" fmla="*/ 715819 h 1160647"/>
                <a:gd name="connsiteX412" fmla="*/ 93603 w 3079941"/>
                <a:gd name="connsiteY412" fmla="*/ 717710 h 1160647"/>
                <a:gd name="connsiteX413" fmla="*/ 94110 w 3079941"/>
                <a:gd name="connsiteY413" fmla="*/ 719062 h 1160647"/>
                <a:gd name="connsiteX414" fmla="*/ 97656 w 3079941"/>
                <a:gd name="connsiteY414" fmla="*/ 728519 h 1160647"/>
                <a:gd name="connsiteX415" fmla="*/ 124003 w 3079941"/>
                <a:gd name="connsiteY415" fmla="*/ 730681 h 1160647"/>
                <a:gd name="connsiteX416" fmla="*/ 124003 w 3079941"/>
                <a:gd name="connsiteY416" fmla="*/ 607460 h 1160647"/>
                <a:gd name="connsiteX417" fmla="*/ 126030 w 3079941"/>
                <a:gd name="connsiteY417" fmla="*/ 607460 h 1160647"/>
                <a:gd name="connsiteX418" fmla="*/ 140217 w 3079941"/>
                <a:gd name="connsiteY418" fmla="*/ 607460 h 1160647"/>
                <a:gd name="connsiteX419" fmla="*/ 140217 w 3079941"/>
                <a:gd name="connsiteY419" fmla="*/ 471268 h 1160647"/>
                <a:gd name="connsiteX420" fmla="*/ 141990 w 3079941"/>
                <a:gd name="connsiteY420" fmla="*/ 471268 h 1160647"/>
                <a:gd name="connsiteX421" fmla="*/ 154404 w 3079941"/>
                <a:gd name="connsiteY421" fmla="*/ 471268 h 1160647"/>
                <a:gd name="connsiteX422" fmla="*/ 154404 w 3079941"/>
                <a:gd name="connsiteY422" fmla="*/ 356694 h 1160647"/>
                <a:gd name="connsiteX423" fmla="*/ 158457 w 3079941"/>
                <a:gd name="connsiteY423" fmla="*/ 328590 h 1160647"/>
                <a:gd name="connsiteX424" fmla="*/ 160484 w 3079941"/>
                <a:gd name="connsiteY424" fmla="*/ 328590 h 1160647"/>
                <a:gd name="connsiteX425" fmla="*/ 174671 w 3079941"/>
                <a:gd name="connsiteY425" fmla="*/ 328590 h 1160647"/>
                <a:gd name="connsiteX426" fmla="*/ 211151 w 3079941"/>
                <a:gd name="connsiteY426" fmla="*/ 246443 h 1160647"/>
                <a:gd name="connsiteX427" fmla="*/ 215205 w 3079941"/>
                <a:gd name="connsiteY427"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886329 h 1160647"/>
                <a:gd name="connsiteX406" fmla="*/ 55096 w 3079941"/>
                <a:gd name="connsiteY406" fmla="*/ 724196 h 1160647"/>
                <a:gd name="connsiteX407" fmla="*/ 75363 w 3079941"/>
                <a:gd name="connsiteY407" fmla="*/ 724196 h 1160647"/>
                <a:gd name="connsiteX408" fmla="*/ 75870 w 3079941"/>
                <a:gd name="connsiteY408" fmla="*/ 723115 h 1160647"/>
                <a:gd name="connsiteX409" fmla="*/ 79416 w 3079941"/>
                <a:gd name="connsiteY409" fmla="*/ 715549 h 1160647"/>
                <a:gd name="connsiteX410" fmla="*/ 81190 w 3079941"/>
                <a:gd name="connsiteY410" fmla="*/ 715819 h 1160647"/>
                <a:gd name="connsiteX411" fmla="*/ 93603 w 3079941"/>
                <a:gd name="connsiteY411" fmla="*/ 717710 h 1160647"/>
                <a:gd name="connsiteX412" fmla="*/ 94110 w 3079941"/>
                <a:gd name="connsiteY412" fmla="*/ 719062 h 1160647"/>
                <a:gd name="connsiteX413" fmla="*/ 97656 w 3079941"/>
                <a:gd name="connsiteY413" fmla="*/ 728519 h 1160647"/>
                <a:gd name="connsiteX414" fmla="*/ 124003 w 3079941"/>
                <a:gd name="connsiteY414" fmla="*/ 730681 h 1160647"/>
                <a:gd name="connsiteX415" fmla="*/ 124003 w 3079941"/>
                <a:gd name="connsiteY415" fmla="*/ 607460 h 1160647"/>
                <a:gd name="connsiteX416" fmla="*/ 126030 w 3079941"/>
                <a:gd name="connsiteY416" fmla="*/ 607460 h 1160647"/>
                <a:gd name="connsiteX417" fmla="*/ 140217 w 3079941"/>
                <a:gd name="connsiteY417" fmla="*/ 607460 h 1160647"/>
                <a:gd name="connsiteX418" fmla="*/ 140217 w 3079941"/>
                <a:gd name="connsiteY418" fmla="*/ 471268 h 1160647"/>
                <a:gd name="connsiteX419" fmla="*/ 141990 w 3079941"/>
                <a:gd name="connsiteY419" fmla="*/ 471268 h 1160647"/>
                <a:gd name="connsiteX420" fmla="*/ 154404 w 3079941"/>
                <a:gd name="connsiteY420" fmla="*/ 471268 h 1160647"/>
                <a:gd name="connsiteX421" fmla="*/ 154404 w 3079941"/>
                <a:gd name="connsiteY421" fmla="*/ 356694 h 1160647"/>
                <a:gd name="connsiteX422" fmla="*/ 158457 w 3079941"/>
                <a:gd name="connsiteY422" fmla="*/ 328590 h 1160647"/>
                <a:gd name="connsiteX423" fmla="*/ 160484 w 3079941"/>
                <a:gd name="connsiteY423" fmla="*/ 328590 h 1160647"/>
                <a:gd name="connsiteX424" fmla="*/ 174671 w 3079941"/>
                <a:gd name="connsiteY424" fmla="*/ 328590 h 1160647"/>
                <a:gd name="connsiteX425" fmla="*/ 211151 w 3079941"/>
                <a:gd name="connsiteY425" fmla="*/ 246443 h 1160647"/>
                <a:gd name="connsiteX426" fmla="*/ 215205 w 3079941"/>
                <a:gd name="connsiteY426"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724196 h 1160647"/>
                <a:gd name="connsiteX406" fmla="*/ 75363 w 3079941"/>
                <a:gd name="connsiteY406" fmla="*/ 724196 h 1160647"/>
                <a:gd name="connsiteX407" fmla="*/ 75870 w 3079941"/>
                <a:gd name="connsiteY407" fmla="*/ 723115 h 1160647"/>
                <a:gd name="connsiteX408" fmla="*/ 79416 w 3079941"/>
                <a:gd name="connsiteY408" fmla="*/ 715549 h 1160647"/>
                <a:gd name="connsiteX409" fmla="*/ 81190 w 3079941"/>
                <a:gd name="connsiteY409" fmla="*/ 715819 h 1160647"/>
                <a:gd name="connsiteX410" fmla="*/ 93603 w 3079941"/>
                <a:gd name="connsiteY410" fmla="*/ 717710 h 1160647"/>
                <a:gd name="connsiteX411" fmla="*/ 94110 w 3079941"/>
                <a:gd name="connsiteY411" fmla="*/ 719062 h 1160647"/>
                <a:gd name="connsiteX412" fmla="*/ 97656 w 3079941"/>
                <a:gd name="connsiteY412" fmla="*/ 728519 h 1160647"/>
                <a:gd name="connsiteX413" fmla="*/ 124003 w 3079941"/>
                <a:gd name="connsiteY413" fmla="*/ 730681 h 1160647"/>
                <a:gd name="connsiteX414" fmla="*/ 124003 w 3079941"/>
                <a:gd name="connsiteY414" fmla="*/ 607460 h 1160647"/>
                <a:gd name="connsiteX415" fmla="*/ 126030 w 3079941"/>
                <a:gd name="connsiteY415" fmla="*/ 607460 h 1160647"/>
                <a:gd name="connsiteX416" fmla="*/ 140217 w 3079941"/>
                <a:gd name="connsiteY416" fmla="*/ 607460 h 1160647"/>
                <a:gd name="connsiteX417" fmla="*/ 140217 w 3079941"/>
                <a:gd name="connsiteY417" fmla="*/ 471268 h 1160647"/>
                <a:gd name="connsiteX418" fmla="*/ 141990 w 3079941"/>
                <a:gd name="connsiteY418" fmla="*/ 471268 h 1160647"/>
                <a:gd name="connsiteX419" fmla="*/ 154404 w 3079941"/>
                <a:gd name="connsiteY419" fmla="*/ 471268 h 1160647"/>
                <a:gd name="connsiteX420" fmla="*/ 154404 w 3079941"/>
                <a:gd name="connsiteY420" fmla="*/ 356694 h 1160647"/>
                <a:gd name="connsiteX421" fmla="*/ 158457 w 3079941"/>
                <a:gd name="connsiteY421" fmla="*/ 328590 h 1160647"/>
                <a:gd name="connsiteX422" fmla="*/ 160484 w 3079941"/>
                <a:gd name="connsiteY422" fmla="*/ 328590 h 1160647"/>
                <a:gd name="connsiteX423" fmla="*/ 174671 w 3079941"/>
                <a:gd name="connsiteY423" fmla="*/ 328590 h 1160647"/>
                <a:gd name="connsiteX424" fmla="*/ 211151 w 3079941"/>
                <a:gd name="connsiteY424" fmla="*/ 246443 h 1160647"/>
                <a:gd name="connsiteX425" fmla="*/ 215205 w 3079941"/>
                <a:gd name="connsiteY425" fmla="*/ 0 h 1160647"/>
                <a:gd name="connsiteX0" fmla="*/ 160109 w 3024845"/>
                <a:gd name="connsiteY0" fmla="*/ 0 h 1166887"/>
                <a:gd name="connsiteX1" fmla="*/ 162135 w 3024845"/>
                <a:gd name="connsiteY1" fmla="*/ 246443 h 1166887"/>
                <a:gd name="connsiteX2" fmla="*/ 200642 w 3024845"/>
                <a:gd name="connsiteY2" fmla="*/ 326429 h 1166887"/>
                <a:gd name="connsiteX3" fmla="*/ 202669 w 3024845"/>
                <a:gd name="connsiteY3" fmla="*/ 326429 h 1166887"/>
                <a:gd name="connsiteX4" fmla="*/ 216856 w 3024845"/>
                <a:gd name="connsiteY4" fmla="*/ 326429 h 1166887"/>
                <a:gd name="connsiteX5" fmla="*/ 216856 w 3024845"/>
                <a:gd name="connsiteY5" fmla="*/ 350208 h 1166887"/>
                <a:gd name="connsiteX6" fmla="*/ 217363 w 3024845"/>
                <a:gd name="connsiteY6" fmla="*/ 351019 h 1166887"/>
                <a:gd name="connsiteX7" fmla="*/ 220909 w 3024845"/>
                <a:gd name="connsiteY7" fmla="*/ 356694 h 1166887"/>
                <a:gd name="connsiteX8" fmla="*/ 220909 w 3024845"/>
                <a:gd name="connsiteY8" fmla="*/ 471268 h 1166887"/>
                <a:gd name="connsiteX9" fmla="*/ 223189 w 3024845"/>
                <a:gd name="connsiteY9" fmla="*/ 471268 h 1166887"/>
                <a:gd name="connsiteX10" fmla="*/ 239150 w 3024845"/>
                <a:gd name="connsiteY10" fmla="*/ 471268 h 1166887"/>
                <a:gd name="connsiteX11" fmla="*/ 239150 w 3024845"/>
                <a:gd name="connsiteY11" fmla="*/ 611783 h 1166887"/>
                <a:gd name="connsiteX12" fmla="*/ 240670 w 3024845"/>
                <a:gd name="connsiteY12" fmla="*/ 611513 h 1166887"/>
                <a:gd name="connsiteX13" fmla="*/ 251310 w 3024845"/>
                <a:gd name="connsiteY13" fmla="*/ 609622 h 1166887"/>
                <a:gd name="connsiteX14" fmla="*/ 249283 w 3024845"/>
                <a:gd name="connsiteY14" fmla="*/ 698254 h 1166887"/>
                <a:gd name="connsiteX15" fmla="*/ 250803 w 3024845"/>
                <a:gd name="connsiteY15" fmla="*/ 698525 h 1166887"/>
                <a:gd name="connsiteX16" fmla="*/ 261443 w 3024845"/>
                <a:gd name="connsiteY16" fmla="*/ 700416 h 1166887"/>
                <a:gd name="connsiteX17" fmla="*/ 261696 w 3024845"/>
                <a:gd name="connsiteY17" fmla="*/ 701227 h 1166887"/>
                <a:gd name="connsiteX18" fmla="*/ 263470 w 3024845"/>
                <a:gd name="connsiteY18" fmla="*/ 706902 h 1166887"/>
                <a:gd name="connsiteX19" fmla="*/ 264230 w 3024845"/>
                <a:gd name="connsiteY19" fmla="*/ 704470 h 1166887"/>
                <a:gd name="connsiteX20" fmla="*/ 269550 w 3024845"/>
                <a:gd name="connsiteY20" fmla="*/ 687446 h 1166887"/>
                <a:gd name="connsiteX21" fmla="*/ 271323 w 3024845"/>
                <a:gd name="connsiteY21" fmla="*/ 687446 h 1166887"/>
                <a:gd name="connsiteX22" fmla="*/ 283737 w 3024845"/>
                <a:gd name="connsiteY22" fmla="*/ 687446 h 1166887"/>
                <a:gd name="connsiteX23" fmla="*/ 283737 w 3024845"/>
                <a:gd name="connsiteY23" fmla="*/ 719872 h 1166887"/>
                <a:gd name="connsiteX24" fmla="*/ 284750 w 3024845"/>
                <a:gd name="connsiteY24" fmla="*/ 720413 h 1166887"/>
                <a:gd name="connsiteX25" fmla="*/ 291844 w 3024845"/>
                <a:gd name="connsiteY25" fmla="*/ 724196 h 1166887"/>
                <a:gd name="connsiteX26" fmla="*/ 291844 w 3024845"/>
                <a:gd name="connsiteY26" fmla="*/ 725547 h 1166887"/>
                <a:gd name="connsiteX27" fmla="*/ 291844 w 3024845"/>
                <a:gd name="connsiteY27" fmla="*/ 735005 h 1166887"/>
                <a:gd name="connsiteX28" fmla="*/ 336431 w 3024845"/>
                <a:gd name="connsiteY28" fmla="*/ 735005 h 1166887"/>
                <a:gd name="connsiteX29" fmla="*/ 336431 w 3024845"/>
                <a:gd name="connsiteY29" fmla="*/ 736086 h 1166887"/>
                <a:gd name="connsiteX30" fmla="*/ 336431 w 3024845"/>
                <a:gd name="connsiteY30" fmla="*/ 743652 h 1166887"/>
                <a:gd name="connsiteX31" fmla="*/ 338457 w 3024845"/>
                <a:gd name="connsiteY31" fmla="*/ 743652 h 1166887"/>
                <a:gd name="connsiteX32" fmla="*/ 352644 w 3024845"/>
                <a:gd name="connsiteY32" fmla="*/ 743652 h 1166887"/>
                <a:gd name="connsiteX33" fmla="*/ 352644 w 3024845"/>
                <a:gd name="connsiteY33" fmla="*/ 713387 h 1166887"/>
                <a:gd name="connsiteX34" fmla="*/ 397231 w 3024845"/>
                <a:gd name="connsiteY34" fmla="*/ 713387 h 1166887"/>
                <a:gd name="connsiteX35" fmla="*/ 397231 w 3024845"/>
                <a:gd name="connsiteY35" fmla="*/ 712036 h 1166887"/>
                <a:gd name="connsiteX36" fmla="*/ 397231 w 3024845"/>
                <a:gd name="connsiteY36" fmla="*/ 702578 h 1166887"/>
                <a:gd name="connsiteX37" fmla="*/ 398245 w 3024845"/>
                <a:gd name="connsiteY37" fmla="*/ 702578 h 1166887"/>
                <a:gd name="connsiteX38" fmla="*/ 405338 w 3024845"/>
                <a:gd name="connsiteY38" fmla="*/ 702578 h 1166887"/>
                <a:gd name="connsiteX39" fmla="*/ 405338 w 3024845"/>
                <a:gd name="connsiteY39" fmla="*/ 700687 h 1166887"/>
                <a:gd name="connsiteX40" fmla="*/ 405338 w 3024845"/>
                <a:gd name="connsiteY40" fmla="*/ 687446 h 1166887"/>
                <a:gd name="connsiteX41" fmla="*/ 406098 w 3024845"/>
                <a:gd name="connsiteY41" fmla="*/ 687446 h 1166887"/>
                <a:gd name="connsiteX42" fmla="*/ 411418 w 3024845"/>
                <a:gd name="connsiteY42" fmla="*/ 687446 h 1166887"/>
                <a:gd name="connsiteX43" fmla="*/ 411418 w 3024845"/>
                <a:gd name="connsiteY43" fmla="*/ 686365 h 1166887"/>
                <a:gd name="connsiteX44" fmla="*/ 411418 w 3024845"/>
                <a:gd name="connsiteY44" fmla="*/ 678798 h 1166887"/>
                <a:gd name="connsiteX45" fmla="*/ 413445 w 3024845"/>
                <a:gd name="connsiteY45" fmla="*/ 678798 h 1166887"/>
                <a:gd name="connsiteX46" fmla="*/ 427632 w 3024845"/>
                <a:gd name="connsiteY46" fmla="*/ 678798 h 1166887"/>
                <a:gd name="connsiteX47" fmla="*/ 427632 w 3024845"/>
                <a:gd name="connsiteY47" fmla="*/ 679879 h 1166887"/>
                <a:gd name="connsiteX48" fmla="*/ 427632 w 3024845"/>
                <a:gd name="connsiteY48" fmla="*/ 687446 h 1166887"/>
                <a:gd name="connsiteX49" fmla="*/ 449925 w 3024845"/>
                <a:gd name="connsiteY49" fmla="*/ 687446 h 1166887"/>
                <a:gd name="connsiteX50" fmla="*/ 449925 w 3024845"/>
                <a:gd name="connsiteY50" fmla="*/ 685554 h 1166887"/>
                <a:gd name="connsiteX51" fmla="*/ 449925 w 3024845"/>
                <a:gd name="connsiteY51" fmla="*/ 672313 h 1166887"/>
                <a:gd name="connsiteX52" fmla="*/ 451699 w 3024845"/>
                <a:gd name="connsiteY52" fmla="*/ 672313 h 1166887"/>
                <a:gd name="connsiteX53" fmla="*/ 464112 w 3024845"/>
                <a:gd name="connsiteY53" fmla="*/ 672313 h 1166887"/>
                <a:gd name="connsiteX54" fmla="*/ 464112 w 3024845"/>
                <a:gd name="connsiteY54" fmla="*/ 696093 h 1166887"/>
                <a:gd name="connsiteX55" fmla="*/ 465126 w 3024845"/>
                <a:gd name="connsiteY55" fmla="*/ 696093 h 1166887"/>
                <a:gd name="connsiteX56" fmla="*/ 472219 w 3024845"/>
                <a:gd name="connsiteY56" fmla="*/ 696093 h 1166887"/>
                <a:gd name="connsiteX57" fmla="*/ 472219 w 3024845"/>
                <a:gd name="connsiteY57" fmla="*/ 695012 h 1166887"/>
                <a:gd name="connsiteX58" fmla="*/ 472219 w 3024845"/>
                <a:gd name="connsiteY58" fmla="*/ 687446 h 1166887"/>
                <a:gd name="connsiteX59" fmla="*/ 473992 w 3024845"/>
                <a:gd name="connsiteY59" fmla="*/ 687446 h 1166887"/>
                <a:gd name="connsiteX60" fmla="*/ 486406 w 3024845"/>
                <a:gd name="connsiteY60" fmla="*/ 687446 h 1166887"/>
                <a:gd name="connsiteX61" fmla="*/ 486406 w 3024845"/>
                <a:gd name="connsiteY61" fmla="*/ 713387 h 1166887"/>
                <a:gd name="connsiteX62" fmla="*/ 488433 w 3024845"/>
                <a:gd name="connsiteY62" fmla="*/ 713387 h 1166887"/>
                <a:gd name="connsiteX63" fmla="*/ 502619 w 3024845"/>
                <a:gd name="connsiteY63" fmla="*/ 713387 h 1166887"/>
                <a:gd name="connsiteX64" fmla="*/ 502619 w 3024845"/>
                <a:gd name="connsiteY64" fmla="*/ 715008 h 1166887"/>
                <a:gd name="connsiteX65" fmla="*/ 502619 w 3024845"/>
                <a:gd name="connsiteY65" fmla="*/ 726358 h 1166887"/>
                <a:gd name="connsiteX66" fmla="*/ 503379 w 3024845"/>
                <a:gd name="connsiteY66" fmla="*/ 726358 h 1166887"/>
                <a:gd name="connsiteX67" fmla="*/ 508700 w 3024845"/>
                <a:gd name="connsiteY67" fmla="*/ 726358 h 1166887"/>
                <a:gd name="connsiteX68" fmla="*/ 508700 w 3024845"/>
                <a:gd name="connsiteY68" fmla="*/ 725547 h 1166887"/>
                <a:gd name="connsiteX69" fmla="*/ 508700 w 3024845"/>
                <a:gd name="connsiteY69" fmla="*/ 719872 h 1166887"/>
                <a:gd name="connsiteX70" fmla="*/ 539100 w 3024845"/>
                <a:gd name="connsiteY70" fmla="*/ 719872 h 1166887"/>
                <a:gd name="connsiteX71" fmla="*/ 539100 w 3024845"/>
                <a:gd name="connsiteY71" fmla="*/ 743652 h 1166887"/>
                <a:gd name="connsiteX72" fmla="*/ 540113 w 3024845"/>
                <a:gd name="connsiteY72" fmla="*/ 743652 h 1166887"/>
                <a:gd name="connsiteX73" fmla="*/ 547207 w 3024845"/>
                <a:gd name="connsiteY73" fmla="*/ 743652 h 1166887"/>
                <a:gd name="connsiteX74" fmla="*/ 547207 w 3024845"/>
                <a:gd name="connsiteY74" fmla="*/ 744733 h 1166887"/>
                <a:gd name="connsiteX75" fmla="*/ 547207 w 3024845"/>
                <a:gd name="connsiteY75" fmla="*/ 752299 h 1166887"/>
                <a:gd name="connsiteX76" fmla="*/ 547967 w 3024845"/>
                <a:gd name="connsiteY76" fmla="*/ 752299 h 1166887"/>
                <a:gd name="connsiteX77" fmla="*/ 553287 w 3024845"/>
                <a:gd name="connsiteY77" fmla="*/ 752299 h 1166887"/>
                <a:gd name="connsiteX78" fmla="*/ 553287 w 3024845"/>
                <a:gd name="connsiteY78" fmla="*/ 750137 h 1166887"/>
                <a:gd name="connsiteX79" fmla="*/ 553287 w 3024845"/>
                <a:gd name="connsiteY79" fmla="*/ 735005 h 1166887"/>
                <a:gd name="connsiteX80" fmla="*/ 554300 w 3024845"/>
                <a:gd name="connsiteY80" fmla="*/ 735005 h 1166887"/>
                <a:gd name="connsiteX81" fmla="*/ 561394 w 3024845"/>
                <a:gd name="connsiteY81" fmla="*/ 735005 h 1166887"/>
                <a:gd name="connsiteX82" fmla="*/ 561394 w 3024845"/>
                <a:gd name="connsiteY82" fmla="*/ 736086 h 1166887"/>
                <a:gd name="connsiteX83" fmla="*/ 561394 w 3024845"/>
                <a:gd name="connsiteY83" fmla="*/ 743652 h 1166887"/>
                <a:gd name="connsiteX84" fmla="*/ 566714 w 3024845"/>
                <a:gd name="connsiteY84" fmla="*/ 741659 h 1166887"/>
                <a:gd name="connsiteX85" fmla="*/ 567474 w 3024845"/>
                <a:gd name="connsiteY85" fmla="*/ 740679 h 1166887"/>
                <a:gd name="connsiteX86" fmla="*/ 567474 w 3024845"/>
                <a:gd name="connsiteY86" fmla="*/ 735005 h 1166887"/>
                <a:gd name="connsiteX87" fmla="*/ 605981 w 3024845"/>
                <a:gd name="connsiteY87" fmla="*/ 735005 h 1166887"/>
                <a:gd name="connsiteX88" fmla="*/ 605981 w 3024845"/>
                <a:gd name="connsiteY88" fmla="*/ 758784 h 1166887"/>
                <a:gd name="connsiteX89" fmla="*/ 608007 w 3024845"/>
                <a:gd name="connsiteY89" fmla="*/ 758784 h 1166887"/>
                <a:gd name="connsiteX90" fmla="*/ 622194 w 3024845"/>
                <a:gd name="connsiteY90" fmla="*/ 758784 h 1166887"/>
                <a:gd name="connsiteX91" fmla="*/ 622194 w 3024845"/>
                <a:gd name="connsiteY91" fmla="*/ 759865 h 1166887"/>
                <a:gd name="connsiteX92" fmla="*/ 622194 w 3024845"/>
                <a:gd name="connsiteY92" fmla="*/ 767431 h 1166887"/>
                <a:gd name="connsiteX93" fmla="*/ 623968 w 3024845"/>
                <a:gd name="connsiteY93" fmla="*/ 767431 h 1166887"/>
                <a:gd name="connsiteX94" fmla="*/ 636381 w 3024845"/>
                <a:gd name="connsiteY94" fmla="*/ 767431 h 1166887"/>
                <a:gd name="connsiteX95" fmla="*/ 636381 w 3024845"/>
                <a:gd name="connsiteY95" fmla="*/ 743652 h 1166887"/>
                <a:gd name="connsiteX96" fmla="*/ 637394 w 3024845"/>
                <a:gd name="connsiteY96" fmla="*/ 743652 h 1166887"/>
                <a:gd name="connsiteX97" fmla="*/ 644488 w 3024845"/>
                <a:gd name="connsiteY97" fmla="*/ 743652 h 1166887"/>
                <a:gd name="connsiteX98" fmla="*/ 644488 w 3024845"/>
                <a:gd name="connsiteY98" fmla="*/ 711225 h 1166887"/>
                <a:gd name="connsiteX99" fmla="*/ 645501 w 3024845"/>
                <a:gd name="connsiteY99" fmla="*/ 711225 h 1166887"/>
                <a:gd name="connsiteX100" fmla="*/ 652595 w 3024845"/>
                <a:gd name="connsiteY100" fmla="*/ 711225 h 1166887"/>
                <a:gd name="connsiteX101" fmla="*/ 652595 w 3024845"/>
                <a:gd name="connsiteY101" fmla="*/ 709334 h 1166887"/>
                <a:gd name="connsiteX102" fmla="*/ 652595 w 3024845"/>
                <a:gd name="connsiteY102" fmla="*/ 696093 h 1166887"/>
                <a:gd name="connsiteX103" fmla="*/ 651328 w 3024845"/>
                <a:gd name="connsiteY103" fmla="*/ 694471 h 1166887"/>
                <a:gd name="connsiteX104" fmla="*/ 656648 w 3024845"/>
                <a:gd name="connsiteY104" fmla="*/ 683122 h 1166887"/>
                <a:gd name="connsiteX105" fmla="*/ 664755 w 3024845"/>
                <a:gd name="connsiteY105" fmla="*/ 711225 h 1166887"/>
                <a:gd name="connsiteX106" fmla="*/ 665515 w 3024845"/>
                <a:gd name="connsiteY106" fmla="*/ 711225 h 1166887"/>
                <a:gd name="connsiteX107" fmla="*/ 670835 w 3024845"/>
                <a:gd name="connsiteY107" fmla="*/ 711225 h 1166887"/>
                <a:gd name="connsiteX108" fmla="*/ 670835 w 3024845"/>
                <a:gd name="connsiteY108" fmla="*/ 605298 h 1166887"/>
                <a:gd name="connsiteX109" fmla="*/ 672355 w 3024845"/>
                <a:gd name="connsiteY109" fmla="*/ 605298 h 1166887"/>
                <a:gd name="connsiteX110" fmla="*/ 682995 w 3024845"/>
                <a:gd name="connsiteY110" fmla="*/ 605298 h 1166887"/>
                <a:gd name="connsiteX111" fmla="*/ 682995 w 3024845"/>
                <a:gd name="connsiteY111" fmla="*/ 557739 h 1166887"/>
                <a:gd name="connsiteX112" fmla="*/ 709342 w 3024845"/>
                <a:gd name="connsiteY112" fmla="*/ 557739 h 1166887"/>
                <a:gd name="connsiteX113" fmla="*/ 709342 w 3024845"/>
                <a:gd name="connsiteY113" fmla="*/ 536121 h 1166887"/>
                <a:gd name="connsiteX114" fmla="*/ 743796 w 3024845"/>
                <a:gd name="connsiteY114" fmla="*/ 536121 h 1166887"/>
                <a:gd name="connsiteX115" fmla="*/ 743796 w 3024845"/>
                <a:gd name="connsiteY115" fmla="*/ 538553 h 1166887"/>
                <a:gd name="connsiteX116" fmla="*/ 743796 w 3024845"/>
                <a:gd name="connsiteY116" fmla="*/ 555577 h 1166887"/>
                <a:gd name="connsiteX117" fmla="*/ 746076 w 3024845"/>
                <a:gd name="connsiteY117" fmla="*/ 555577 h 1166887"/>
                <a:gd name="connsiteX118" fmla="*/ 762036 w 3024845"/>
                <a:gd name="connsiteY118" fmla="*/ 555577 h 1166887"/>
                <a:gd name="connsiteX119" fmla="*/ 762036 w 3024845"/>
                <a:gd name="connsiteY119" fmla="*/ 603136 h 1166887"/>
                <a:gd name="connsiteX120" fmla="*/ 763049 w 3024845"/>
                <a:gd name="connsiteY120" fmla="*/ 603136 h 1166887"/>
                <a:gd name="connsiteX121" fmla="*/ 770143 w 3024845"/>
                <a:gd name="connsiteY121" fmla="*/ 603136 h 1166887"/>
                <a:gd name="connsiteX122" fmla="*/ 784330 w 3024845"/>
                <a:gd name="connsiteY122" fmla="*/ 607460 h 1166887"/>
                <a:gd name="connsiteX123" fmla="*/ 784330 w 3024845"/>
                <a:gd name="connsiteY123" fmla="*/ 646372 h 1166887"/>
                <a:gd name="connsiteX124" fmla="*/ 785343 w 3024845"/>
                <a:gd name="connsiteY124" fmla="*/ 646372 h 1166887"/>
                <a:gd name="connsiteX125" fmla="*/ 792436 w 3024845"/>
                <a:gd name="connsiteY125" fmla="*/ 646372 h 1166887"/>
                <a:gd name="connsiteX126" fmla="*/ 792436 w 3024845"/>
                <a:gd name="connsiteY126" fmla="*/ 647993 h 1166887"/>
                <a:gd name="connsiteX127" fmla="*/ 792436 w 3024845"/>
                <a:gd name="connsiteY127" fmla="*/ 659342 h 1166887"/>
                <a:gd name="connsiteX128" fmla="*/ 794463 w 3024845"/>
                <a:gd name="connsiteY128" fmla="*/ 659342 h 1166887"/>
                <a:gd name="connsiteX129" fmla="*/ 808650 w 3024845"/>
                <a:gd name="connsiteY129" fmla="*/ 659342 h 1166887"/>
                <a:gd name="connsiteX130" fmla="*/ 814730 w 3024845"/>
                <a:gd name="connsiteY130" fmla="*/ 665828 h 1166887"/>
                <a:gd name="connsiteX131" fmla="*/ 814730 w 3024845"/>
                <a:gd name="connsiteY131" fmla="*/ 687446 h 1166887"/>
                <a:gd name="connsiteX132" fmla="*/ 817010 w 3024845"/>
                <a:gd name="connsiteY132" fmla="*/ 687446 h 1166887"/>
                <a:gd name="connsiteX133" fmla="*/ 832970 w 3024845"/>
                <a:gd name="connsiteY133" fmla="*/ 687446 h 1166887"/>
                <a:gd name="connsiteX134" fmla="*/ 832970 w 3024845"/>
                <a:gd name="connsiteY134" fmla="*/ 688526 h 1166887"/>
                <a:gd name="connsiteX135" fmla="*/ 832970 w 3024845"/>
                <a:gd name="connsiteY135" fmla="*/ 696093 h 1166887"/>
                <a:gd name="connsiteX136" fmla="*/ 834237 w 3024845"/>
                <a:gd name="connsiteY136" fmla="*/ 696093 h 1166887"/>
                <a:gd name="connsiteX137" fmla="*/ 843104 w 3024845"/>
                <a:gd name="connsiteY137" fmla="*/ 696093 h 1166887"/>
                <a:gd name="connsiteX138" fmla="*/ 843104 w 3024845"/>
                <a:gd name="connsiteY138" fmla="*/ 698254 h 1166887"/>
                <a:gd name="connsiteX139" fmla="*/ 843104 w 3024845"/>
                <a:gd name="connsiteY139" fmla="*/ 713387 h 1166887"/>
                <a:gd name="connsiteX140" fmla="*/ 847157 w 3024845"/>
                <a:gd name="connsiteY140" fmla="*/ 711495 h 1166887"/>
                <a:gd name="connsiteX141" fmla="*/ 847157 w 3024845"/>
                <a:gd name="connsiteY141" fmla="*/ 698254 h 1166887"/>
                <a:gd name="connsiteX142" fmla="*/ 848170 w 3024845"/>
                <a:gd name="connsiteY142" fmla="*/ 698254 h 1166887"/>
                <a:gd name="connsiteX143" fmla="*/ 855264 w 3024845"/>
                <a:gd name="connsiteY143" fmla="*/ 698254 h 1166887"/>
                <a:gd name="connsiteX144" fmla="*/ 855264 w 3024845"/>
                <a:gd name="connsiteY144" fmla="*/ 699876 h 1166887"/>
                <a:gd name="connsiteX145" fmla="*/ 855264 w 3024845"/>
                <a:gd name="connsiteY145" fmla="*/ 711225 h 1166887"/>
                <a:gd name="connsiteX146" fmla="*/ 856024 w 3024845"/>
                <a:gd name="connsiteY146" fmla="*/ 711225 h 1166887"/>
                <a:gd name="connsiteX147" fmla="*/ 861344 w 3024845"/>
                <a:gd name="connsiteY147" fmla="*/ 711225 h 1166887"/>
                <a:gd name="connsiteX148" fmla="*/ 909984 w 3024845"/>
                <a:gd name="connsiteY148" fmla="*/ 706902 h 1166887"/>
                <a:gd name="connsiteX149" fmla="*/ 909984 w 3024845"/>
                <a:gd name="connsiteY149" fmla="*/ 708253 h 1166887"/>
                <a:gd name="connsiteX150" fmla="*/ 909984 w 3024845"/>
                <a:gd name="connsiteY150" fmla="*/ 717710 h 1166887"/>
                <a:gd name="connsiteX151" fmla="*/ 910744 w 3024845"/>
                <a:gd name="connsiteY151" fmla="*/ 717710 h 1166887"/>
                <a:gd name="connsiteX152" fmla="*/ 916065 w 3024845"/>
                <a:gd name="connsiteY152" fmla="*/ 717710 h 1166887"/>
                <a:gd name="connsiteX153" fmla="*/ 916065 w 3024845"/>
                <a:gd name="connsiteY153" fmla="*/ 719872 h 1166887"/>
                <a:gd name="connsiteX154" fmla="*/ 916065 w 3024845"/>
                <a:gd name="connsiteY154" fmla="*/ 735005 h 1166887"/>
                <a:gd name="connsiteX155" fmla="*/ 918091 w 3024845"/>
                <a:gd name="connsiteY155" fmla="*/ 733654 h 1166887"/>
                <a:gd name="connsiteX156" fmla="*/ 932278 w 3024845"/>
                <a:gd name="connsiteY156" fmla="*/ 724196 h 1166887"/>
                <a:gd name="connsiteX157" fmla="*/ 938358 w 3024845"/>
                <a:gd name="connsiteY157" fmla="*/ 683122 h 1166887"/>
                <a:gd name="connsiteX158" fmla="*/ 939118 w 3024845"/>
                <a:gd name="connsiteY158" fmla="*/ 682852 h 1166887"/>
                <a:gd name="connsiteX159" fmla="*/ 944438 w 3024845"/>
                <a:gd name="connsiteY159" fmla="*/ 680960 h 1166887"/>
                <a:gd name="connsiteX160" fmla="*/ 946465 w 3024845"/>
                <a:gd name="connsiteY160" fmla="*/ 611783 h 1166887"/>
                <a:gd name="connsiteX161" fmla="*/ 948492 w 3024845"/>
                <a:gd name="connsiteY161" fmla="*/ 680960 h 1166887"/>
                <a:gd name="connsiteX162" fmla="*/ 949252 w 3024845"/>
                <a:gd name="connsiteY162" fmla="*/ 681230 h 1166887"/>
                <a:gd name="connsiteX163" fmla="*/ 954572 w 3024845"/>
                <a:gd name="connsiteY163" fmla="*/ 683122 h 1166887"/>
                <a:gd name="connsiteX164" fmla="*/ 954572 w 3024845"/>
                <a:gd name="connsiteY164" fmla="*/ 596651 h 1166887"/>
                <a:gd name="connsiteX165" fmla="*/ 958625 w 3024845"/>
                <a:gd name="connsiteY165" fmla="*/ 564224 h 1166887"/>
                <a:gd name="connsiteX166" fmla="*/ 997132 w 3024845"/>
                <a:gd name="connsiteY166" fmla="*/ 564224 h 1166887"/>
                <a:gd name="connsiteX167" fmla="*/ 997132 w 3024845"/>
                <a:gd name="connsiteY167" fmla="*/ 596651 h 1166887"/>
                <a:gd name="connsiteX168" fmla="*/ 997892 w 3024845"/>
                <a:gd name="connsiteY168" fmla="*/ 596651 h 1166887"/>
                <a:gd name="connsiteX169" fmla="*/ 1003212 w 3024845"/>
                <a:gd name="connsiteY169" fmla="*/ 596651 h 1166887"/>
                <a:gd name="connsiteX170" fmla="*/ 1003212 w 3024845"/>
                <a:gd name="connsiteY170" fmla="*/ 514503 h 1166887"/>
                <a:gd name="connsiteX171" fmla="*/ 1004986 w 3024845"/>
                <a:gd name="connsiteY171" fmla="*/ 514503 h 1166887"/>
                <a:gd name="connsiteX172" fmla="*/ 1017399 w 3024845"/>
                <a:gd name="connsiteY172" fmla="*/ 514503 h 1166887"/>
                <a:gd name="connsiteX173" fmla="*/ 1017399 w 3024845"/>
                <a:gd name="connsiteY173" fmla="*/ 512612 h 1166887"/>
                <a:gd name="connsiteX174" fmla="*/ 1017399 w 3024845"/>
                <a:gd name="connsiteY174" fmla="*/ 499371 h 1166887"/>
                <a:gd name="connsiteX175" fmla="*/ 1039693 w 3024845"/>
                <a:gd name="connsiteY175" fmla="*/ 499371 h 1166887"/>
                <a:gd name="connsiteX176" fmla="*/ 1039693 w 3024845"/>
                <a:gd name="connsiteY176" fmla="*/ 498290 h 1166887"/>
                <a:gd name="connsiteX177" fmla="*/ 1039693 w 3024845"/>
                <a:gd name="connsiteY177" fmla="*/ 490724 h 1166887"/>
                <a:gd name="connsiteX178" fmla="*/ 1041466 w 3024845"/>
                <a:gd name="connsiteY178" fmla="*/ 490724 h 1166887"/>
                <a:gd name="connsiteX179" fmla="*/ 1053880 w 3024845"/>
                <a:gd name="connsiteY179" fmla="*/ 490724 h 1166887"/>
                <a:gd name="connsiteX180" fmla="*/ 1053880 w 3024845"/>
                <a:gd name="connsiteY180" fmla="*/ 491805 h 1166887"/>
                <a:gd name="connsiteX181" fmla="*/ 1053880 w 3024845"/>
                <a:gd name="connsiteY181" fmla="*/ 499371 h 1166887"/>
                <a:gd name="connsiteX182" fmla="*/ 1054640 w 3024845"/>
                <a:gd name="connsiteY182" fmla="*/ 499371 h 1166887"/>
                <a:gd name="connsiteX183" fmla="*/ 1059960 w 3024845"/>
                <a:gd name="connsiteY183" fmla="*/ 499371 h 1166887"/>
                <a:gd name="connsiteX184" fmla="*/ 1070093 w 3024845"/>
                <a:gd name="connsiteY184" fmla="*/ 495047 h 1166887"/>
                <a:gd name="connsiteX185" fmla="*/ 1074146 w 3024845"/>
                <a:gd name="connsiteY185" fmla="*/ 498290 h 1166887"/>
                <a:gd name="connsiteX186" fmla="*/ 1074146 w 3024845"/>
                <a:gd name="connsiteY186" fmla="*/ 490724 h 1166887"/>
                <a:gd name="connsiteX187" fmla="*/ 1076426 w 3024845"/>
                <a:gd name="connsiteY187" fmla="*/ 490724 h 1166887"/>
                <a:gd name="connsiteX188" fmla="*/ 1092387 w 3024845"/>
                <a:gd name="connsiteY188" fmla="*/ 490724 h 1166887"/>
                <a:gd name="connsiteX189" fmla="*/ 1092387 w 3024845"/>
                <a:gd name="connsiteY189" fmla="*/ 491805 h 1166887"/>
                <a:gd name="connsiteX190" fmla="*/ 1092387 w 3024845"/>
                <a:gd name="connsiteY190" fmla="*/ 499371 h 1166887"/>
                <a:gd name="connsiteX191" fmla="*/ 1122787 w 3024845"/>
                <a:gd name="connsiteY191" fmla="*/ 499371 h 1166887"/>
                <a:gd name="connsiteX192" fmla="*/ 1122787 w 3024845"/>
                <a:gd name="connsiteY192" fmla="*/ 500992 h 1166887"/>
                <a:gd name="connsiteX193" fmla="*/ 1122787 w 3024845"/>
                <a:gd name="connsiteY193" fmla="*/ 512342 h 1166887"/>
                <a:gd name="connsiteX194" fmla="*/ 1149134 w 3024845"/>
                <a:gd name="connsiteY194" fmla="*/ 512342 h 1166887"/>
                <a:gd name="connsiteX195" fmla="*/ 1149134 w 3024845"/>
                <a:gd name="connsiteY195" fmla="*/ 542606 h 1166887"/>
                <a:gd name="connsiteX196" fmla="*/ 1149894 w 3024845"/>
                <a:gd name="connsiteY196" fmla="*/ 542606 h 1166887"/>
                <a:gd name="connsiteX197" fmla="*/ 1155214 w 3024845"/>
                <a:gd name="connsiteY197" fmla="*/ 542606 h 1166887"/>
                <a:gd name="connsiteX198" fmla="*/ 1155214 w 3024845"/>
                <a:gd name="connsiteY198" fmla="*/ 543687 h 1166887"/>
                <a:gd name="connsiteX199" fmla="*/ 1155214 w 3024845"/>
                <a:gd name="connsiteY199" fmla="*/ 551254 h 1166887"/>
                <a:gd name="connsiteX200" fmla="*/ 1159268 w 3024845"/>
                <a:gd name="connsiteY200" fmla="*/ 581518 h 1166887"/>
                <a:gd name="connsiteX201" fmla="*/ 1160028 w 3024845"/>
                <a:gd name="connsiteY201" fmla="*/ 581518 h 1166887"/>
                <a:gd name="connsiteX202" fmla="*/ 1165348 w 3024845"/>
                <a:gd name="connsiteY202" fmla="*/ 581518 h 1166887"/>
                <a:gd name="connsiteX203" fmla="*/ 1165348 w 3024845"/>
                <a:gd name="connsiteY203" fmla="*/ 582329 h 1166887"/>
                <a:gd name="connsiteX204" fmla="*/ 1165348 w 3024845"/>
                <a:gd name="connsiteY204" fmla="*/ 588004 h 1166887"/>
                <a:gd name="connsiteX205" fmla="*/ 1166361 w 3024845"/>
                <a:gd name="connsiteY205" fmla="*/ 588004 h 1166887"/>
                <a:gd name="connsiteX206" fmla="*/ 1173454 w 3024845"/>
                <a:gd name="connsiteY206" fmla="*/ 588004 h 1166887"/>
                <a:gd name="connsiteX207" fmla="*/ 1173454 w 3024845"/>
                <a:gd name="connsiteY207" fmla="*/ 618269 h 1166887"/>
                <a:gd name="connsiteX208" fmla="*/ 1175481 w 3024845"/>
                <a:gd name="connsiteY208" fmla="*/ 618269 h 1166887"/>
                <a:gd name="connsiteX209" fmla="*/ 1189668 w 3024845"/>
                <a:gd name="connsiteY209" fmla="*/ 618269 h 1166887"/>
                <a:gd name="connsiteX210" fmla="*/ 1189668 w 3024845"/>
                <a:gd name="connsiteY210" fmla="*/ 642048 h 1166887"/>
                <a:gd name="connsiteX211" fmla="*/ 1191695 w 3024845"/>
                <a:gd name="connsiteY211" fmla="*/ 643669 h 1166887"/>
                <a:gd name="connsiteX212" fmla="*/ 1191695 w 3024845"/>
                <a:gd name="connsiteY212" fmla="*/ 655019 h 1166887"/>
                <a:gd name="connsiteX213" fmla="*/ 1192455 w 3024845"/>
                <a:gd name="connsiteY213" fmla="*/ 655019 h 1166887"/>
                <a:gd name="connsiteX214" fmla="*/ 1197775 w 3024845"/>
                <a:gd name="connsiteY214" fmla="*/ 655019 h 1166887"/>
                <a:gd name="connsiteX215" fmla="*/ 1197775 w 3024845"/>
                <a:gd name="connsiteY215" fmla="*/ 678798 h 1166887"/>
                <a:gd name="connsiteX216" fmla="*/ 1199041 w 3024845"/>
                <a:gd name="connsiteY216" fmla="*/ 678798 h 1166887"/>
                <a:gd name="connsiteX217" fmla="*/ 1207908 w 3024845"/>
                <a:gd name="connsiteY217" fmla="*/ 678798 h 1166887"/>
                <a:gd name="connsiteX218" fmla="*/ 1209935 w 3024845"/>
                <a:gd name="connsiteY218" fmla="*/ 682852 h 1166887"/>
                <a:gd name="connsiteX219" fmla="*/ 1209935 w 3024845"/>
                <a:gd name="connsiteY219" fmla="*/ 696093 h 1166887"/>
                <a:gd name="connsiteX220" fmla="*/ 1211455 w 3024845"/>
                <a:gd name="connsiteY220" fmla="*/ 694201 h 1166887"/>
                <a:gd name="connsiteX221" fmla="*/ 1222095 w 3024845"/>
                <a:gd name="connsiteY221" fmla="*/ 680960 h 1166887"/>
                <a:gd name="connsiteX222" fmla="*/ 1250469 w 3024845"/>
                <a:gd name="connsiteY222" fmla="*/ 680960 h 1166887"/>
                <a:gd name="connsiteX223" fmla="*/ 1250469 w 3024845"/>
                <a:gd name="connsiteY223" fmla="*/ 767431 h 1166887"/>
                <a:gd name="connsiteX224" fmla="*/ 1251229 w 3024845"/>
                <a:gd name="connsiteY224" fmla="*/ 767431 h 1166887"/>
                <a:gd name="connsiteX225" fmla="*/ 1256549 w 3024845"/>
                <a:gd name="connsiteY225" fmla="*/ 767431 h 1166887"/>
                <a:gd name="connsiteX226" fmla="*/ 1257309 w 3024845"/>
                <a:gd name="connsiteY226" fmla="*/ 766080 h 1166887"/>
                <a:gd name="connsiteX227" fmla="*/ 1262629 w 3024845"/>
                <a:gd name="connsiteY227" fmla="*/ 756622 h 1166887"/>
                <a:gd name="connsiteX228" fmla="*/ 1262629 w 3024845"/>
                <a:gd name="connsiteY228" fmla="*/ 758514 h 1166887"/>
                <a:gd name="connsiteX229" fmla="*/ 1262629 w 3024845"/>
                <a:gd name="connsiteY229" fmla="*/ 771755 h 1166887"/>
                <a:gd name="connsiteX230" fmla="*/ 1266682 w 3024845"/>
                <a:gd name="connsiteY230" fmla="*/ 726358 h 1166887"/>
                <a:gd name="connsiteX231" fmla="*/ 1267442 w 3024845"/>
                <a:gd name="connsiteY231" fmla="*/ 726358 h 1166887"/>
                <a:gd name="connsiteX232" fmla="*/ 1272762 w 3024845"/>
                <a:gd name="connsiteY232" fmla="*/ 726358 h 1166887"/>
                <a:gd name="connsiteX233" fmla="*/ 1272762 w 3024845"/>
                <a:gd name="connsiteY233" fmla="*/ 661504 h 1166887"/>
                <a:gd name="connsiteX234" fmla="*/ 1273776 w 3024845"/>
                <a:gd name="connsiteY234" fmla="*/ 661504 h 1166887"/>
                <a:gd name="connsiteX235" fmla="*/ 1280869 w 3024845"/>
                <a:gd name="connsiteY235" fmla="*/ 661504 h 1166887"/>
                <a:gd name="connsiteX236" fmla="*/ 1293029 w 3024845"/>
                <a:gd name="connsiteY236" fmla="*/ 618269 h 1166887"/>
                <a:gd name="connsiteX237" fmla="*/ 1294296 w 3024845"/>
                <a:gd name="connsiteY237" fmla="*/ 618269 h 1166887"/>
                <a:gd name="connsiteX238" fmla="*/ 1303163 w 3024845"/>
                <a:gd name="connsiteY238" fmla="*/ 618269 h 1166887"/>
                <a:gd name="connsiteX239" fmla="*/ 1313296 w 3024845"/>
                <a:gd name="connsiteY239" fmla="*/ 661504 h 1166887"/>
                <a:gd name="connsiteX240" fmla="*/ 1314309 w 3024845"/>
                <a:gd name="connsiteY240" fmla="*/ 661504 h 1166887"/>
                <a:gd name="connsiteX241" fmla="*/ 1321403 w 3024845"/>
                <a:gd name="connsiteY241" fmla="*/ 661504 h 1166887"/>
                <a:gd name="connsiteX242" fmla="*/ 1321403 w 3024845"/>
                <a:gd name="connsiteY242" fmla="*/ 700416 h 1166887"/>
                <a:gd name="connsiteX243" fmla="*/ 1323176 w 3024845"/>
                <a:gd name="connsiteY243" fmla="*/ 700416 h 1166887"/>
                <a:gd name="connsiteX244" fmla="*/ 1335590 w 3024845"/>
                <a:gd name="connsiteY244" fmla="*/ 700416 h 1166887"/>
                <a:gd name="connsiteX245" fmla="*/ 1335590 w 3024845"/>
                <a:gd name="connsiteY245" fmla="*/ 702578 h 1166887"/>
                <a:gd name="connsiteX246" fmla="*/ 1335590 w 3024845"/>
                <a:gd name="connsiteY246" fmla="*/ 717710 h 1166887"/>
                <a:gd name="connsiteX247" fmla="*/ 1339643 w 3024845"/>
                <a:gd name="connsiteY247" fmla="*/ 715549 h 1166887"/>
                <a:gd name="connsiteX248" fmla="*/ 1339643 w 3024845"/>
                <a:gd name="connsiteY248" fmla="*/ 700416 h 1166887"/>
                <a:gd name="connsiteX249" fmla="*/ 1341163 w 3024845"/>
                <a:gd name="connsiteY249" fmla="*/ 700416 h 1166887"/>
                <a:gd name="connsiteX250" fmla="*/ 1351803 w 3024845"/>
                <a:gd name="connsiteY250" fmla="*/ 700416 h 1166887"/>
                <a:gd name="connsiteX251" fmla="*/ 1351803 w 3024845"/>
                <a:gd name="connsiteY251" fmla="*/ 702037 h 1166887"/>
                <a:gd name="connsiteX252" fmla="*/ 1351803 w 3024845"/>
                <a:gd name="connsiteY252" fmla="*/ 713387 h 1166887"/>
                <a:gd name="connsiteX253" fmla="*/ 1382204 w 3024845"/>
                <a:gd name="connsiteY253" fmla="*/ 713387 h 1166887"/>
                <a:gd name="connsiteX254" fmla="*/ 1382204 w 3024845"/>
                <a:gd name="connsiteY254" fmla="*/ 676637 h 1166887"/>
                <a:gd name="connsiteX255" fmla="*/ 1383470 w 3024845"/>
                <a:gd name="connsiteY255" fmla="*/ 676637 h 1166887"/>
                <a:gd name="connsiteX256" fmla="*/ 1392337 w 3024845"/>
                <a:gd name="connsiteY256" fmla="*/ 676637 h 1166887"/>
                <a:gd name="connsiteX257" fmla="*/ 1392337 w 3024845"/>
                <a:gd name="connsiteY257" fmla="*/ 698254 h 1166887"/>
                <a:gd name="connsiteX258" fmla="*/ 1394364 w 3024845"/>
                <a:gd name="connsiteY258" fmla="*/ 665828 h 1166887"/>
                <a:gd name="connsiteX259" fmla="*/ 1416657 w 3024845"/>
                <a:gd name="connsiteY259" fmla="*/ 665828 h 1166887"/>
                <a:gd name="connsiteX260" fmla="*/ 1416657 w 3024845"/>
                <a:gd name="connsiteY260" fmla="*/ 664206 h 1166887"/>
                <a:gd name="connsiteX261" fmla="*/ 1416657 w 3024845"/>
                <a:gd name="connsiteY261" fmla="*/ 652857 h 1166887"/>
                <a:gd name="connsiteX262" fmla="*/ 1417417 w 3024845"/>
                <a:gd name="connsiteY262" fmla="*/ 652857 h 1166887"/>
                <a:gd name="connsiteX263" fmla="*/ 1422737 w 3024845"/>
                <a:gd name="connsiteY263" fmla="*/ 652857 h 1166887"/>
                <a:gd name="connsiteX264" fmla="*/ 1422737 w 3024845"/>
                <a:gd name="connsiteY264" fmla="*/ 650966 h 1166887"/>
                <a:gd name="connsiteX265" fmla="*/ 1422737 w 3024845"/>
                <a:gd name="connsiteY265" fmla="*/ 637725 h 1166887"/>
                <a:gd name="connsiteX266" fmla="*/ 1426791 w 3024845"/>
                <a:gd name="connsiteY266" fmla="*/ 644210 h 1166887"/>
                <a:gd name="connsiteX267" fmla="*/ 1429071 w 3024845"/>
                <a:gd name="connsiteY267" fmla="*/ 644210 h 1166887"/>
                <a:gd name="connsiteX268" fmla="*/ 1445031 w 3024845"/>
                <a:gd name="connsiteY268" fmla="*/ 644210 h 1166887"/>
                <a:gd name="connsiteX269" fmla="*/ 1445031 w 3024845"/>
                <a:gd name="connsiteY269" fmla="*/ 643399 h 1166887"/>
                <a:gd name="connsiteX270" fmla="*/ 1445031 w 3024845"/>
                <a:gd name="connsiteY270" fmla="*/ 637725 h 1166887"/>
                <a:gd name="connsiteX271" fmla="*/ 1445791 w 3024845"/>
                <a:gd name="connsiteY271" fmla="*/ 637725 h 1166887"/>
                <a:gd name="connsiteX272" fmla="*/ 1451111 w 3024845"/>
                <a:gd name="connsiteY272" fmla="*/ 637725 h 1166887"/>
                <a:gd name="connsiteX273" fmla="*/ 1451111 w 3024845"/>
                <a:gd name="connsiteY273" fmla="*/ 639076 h 1166887"/>
                <a:gd name="connsiteX274" fmla="*/ 1451111 w 3024845"/>
                <a:gd name="connsiteY274" fmla="*/ 648534 h 1166887"/>
                <a:gd name="connsiteX275" fmla="*/ 1489618 w 3024845"/>
                <a:gd name="connsiteY275" fmla="*/ 648534 h 1166887"/>
                <a:gd name="connsiteX276" fmla="*/ 1489618 w 3024845"/>
                <a:gd name="connsiteY276" fmla="*/ 786887 h 1166887"/>
                <a:gd name="connsiteX277" fmla="*/ 1491138 w 3024845"/>
                <a:gd name="connsiteY277" fmla="*/ 786887 h 1166887"/>
                <a:gd name="connsiteX278" fmla="*/ 1501778 w 3024845"/>
                <a:gd name="connsiteY278" fmla="*/ 786887 h 1166887"/>
                <a:gd name="connsiteX279" fmla="*/ 1501778 w 3024845"/>
                <a:gd name="connsiteY279" fmla="*/ 773917 h 1166887"/>
                <a:gd name="connsiteX280" fmla="*/ 1505832 w 3024845"/>
                <a:gd name="connsiteY280" fmla="*/ 773917 h 1166887"/>
                <a:gd name="connsiteX281" fmla="*/ 1505832 w 3024845"/>
                <a:gd name="connsiteY281" fmla="*/ 786887 h 1166887"/>
                <a:gd name="connsiteX282" fmla="*/ 1536232 w 3024845"/>
                <a:gd name="connsiteY282" fmla="*/ 786887 h 1166887"/>
                <a:gd name="connsiteX283" fmla="*/ 1536232 w 3024845"/>
                <a:gd name="connsiteY283" fmla="*/ 756622 h 1166887"/>
                <a:gd name="connsiteX284" fmla="*/ 1548392 w 3024845"/>
                <a:gd name="connsiteY284" fmla="*/ 756622 h 1166887"/>
                <a:gd name="connsiteX285" fmla="*/ 1560552 w 3024845"/>
                <a:gd name="connsiteY285" fmla="*/ 754461 h 1166887"/>
                <a:gd name="connsiteX286" fmla="*/ 1564606 w 3024845"/>
                <a:gd name="connsiteY286" fmla="*/ 756622 h 1166887"/>
                <a:gd name="connsiteX287" fmla="*/ 1574739 w 3024845"/>
                <a:gd name="connsiteY287" fmla="*/ 756622 h 1166887"/>
                <a:gd name="connsiteX288" fmla="*/ 1574739 w 3024845"/>
                <a:gd name="connsiteY288" fmla="*/ 786887 h 1166887"/>
                <a:gd name="connsiteX289" fmla="*/ 1582846 w 3024845"/>
                <a:gd name="connsiteY289" fmla="*/ 786887 h 1166887"/>
                <a:gd name="connsiteX290" fmla="*/ 1582846 w 3024845"/>
                <a:gd name="connsiteY290" fmla="*/ 804182 h 1166887"/>
                <a:gd name="connsiteX291" fmla="*/ 1592182 w 3024845"/>
                <a:gd name="connsiteY291" fmla="*/ 805087 h 1166887"/>
                <a:gd name="connsiteX292" fmla="*/ 1605140 w 3024845"/>
                <a:gd name="connsiteY292" fmla="*/ 805087 h 1166887"/>
                <a:gd name="connsiteX293" fmla="*/ 1605140 w 3024845"/>
                <a:gd name="connsiteY293" fmla="*/ 789049 h 1166887"/>
                <a:gd name="connsiteX294" fmla="*/ 1673096 w 3024845"/>
                <a:gd name="connsiteY294" fmla="*/ 789049 h 1166887"/>
                <a:gd name="connsiteX295" fmla="*/ 1673096 w 3024845"/>
                <a:gd name="connsiteY295" fmla="*/ 703796 h 1166887"/>
                <a:gd name="connsiteX296" fmla="*/ 1745104 w 3024845"/>
                <a:gd name="connsiteY296" fmla="*/ 703796 h 1166887"/>
                <a:gd name="connsiteX297" fmla="*/ 1745104 w 3024845"/>
                <a:gd name="connsiteY297" fmla="*/ 782564 h 1166887"/>
                <a:gd name="connsiteX298" fmla="*/ 1747008 w 3024845"/>
                <a:gd name="connsiteY298" fmla="*/ 782564 h 1166887"/>
                <a:gd name="connsiteX299" fmla="*/ 1748250 w 3024845"/>
                <a:gd name="connsiteY299" fmla="*/ 805087 h 1166887"/>
                <a:gd name="connsiteX300" fmla="*/ 1757926 w 3024845"/>
                <a:gd name="connsiteY300" fmla="*/ 805087 h 1166887"/>
                <a:gd name="connsiteX301" fmla="*/ 1759168 w 3024845"/>
                <a:gd name="connsiteY301" fmla="*/ 782564 h 1166887"/>
                <a:gd name="connsiteX302" fmla="*/ 1765248 w 3024845"/>
                <a:gd name="connsiteY302" fmla="*/ 782564 h 1166887"/>
                <a:gd name="connsiteX303" fmla="*/ 1766490 w 3024845"/>
                <a:gd name="connsiteY303" fmla="*/ 805087 h 1166887"/>
                <a:gd name="connsiteX304" fmla="*/ 1817112 w 3024845"/>
                <a:gd name="connsiteY304" fmla="*/ 805087 h 1166887"/>
                <a:gd name="connsiteX305" fmla="*/ 1817112 w 3024845"/>
                <a:gd name="connsiteY305" fmla="*/ 642059 h 1166887"/>
                <a:gd name="connsiteX306" fmla="*/ 2014439 w 3024845"/>
                <a:gd name="connsiteY306" fmla="*/ 642059 h 1166887"/>
                <a:gd name="connsiteX307" fmla="*/ 2014439 w 3024845"/>
                <a:gd name="connsiteY307" fmla="*/ 805087 h 1166887"/>
                <a:gd name="connsiteX308" fmla="*/ 2033136 w 3024845"/>
                <a:gd name="connsiteY308" fmla="*/ 805087 h 1166887"/>
                <a:gd name="connsiteX309" fmla="*/ 2033136 w 3024845"/>
                <a:gd name="connsiteY309" fmla="*/ 722394 h 1166887"/>
                <a:gd name="connsiteX310" fmla="*/ 2128256 w 3024845"/>
                <a:gd name="connsiteY310" fmla="*/ 722394 h 1166887"/>
                <a:gd name="connsiteX311" fmla="*/ 2140186 w 3024845"/>
                <a:gd name="connsiteY311" fmla="*/ 404253 h 1166887"/>
                <a:gd name="connsiteX312" fmla="*/ 2128026 w 3024845"/>
                <a:gd name="connsiteY312" fmla="*/ 382635 h 1166887"/>
                <a:gd name="connsiteX313" fmla="*/ 2121946 w 3024845"/>
                <a:gd name="connsiteY313" fmla="*/ 378311 h 1166887"/>
                <a:gd name="connsiteX314" fmla="*/ 2130053 w 3024845"/>
                <a:gd name="connsiteY314" fmla="*/ 354532 h 1166887"/>
                <a:gd name="connsiteX315" fmla="*/ 2130053 w 3024845"/>
                <a:gd name="connsiteY315" fmla="*/ 337238 h 1166887"/>
                <a:gd name="connsiteX316" fmla="*/ 2144240 w 3024845"/>
                <a:gd name="connsiteY316" fmla="*/ 337238 h 1166887"/>
                <a:gd name="connsiteX317" fmla="*/ 2144240 w 3024845"/>
                <a:gd name="connsiteY317" fmla="*/ 315620 h 1166887"/>
                <a:gd name="connsiteX318" fmla="*/ 2146266 w 3024845"/>
                <a:gd name="connsiteY318" fmla="*/ 311296 h 1166887"/>
                <a:gd name="connsiteX319" fmla="*/ 2146266 w 3024845"/>
                <a:gd name="connsiteY319" fmla="*/ 233472 h 1166887"/>
                <a:gd name="connsiteX320" fmla="*/ 2144240 w 3024845"/>
                <a:gd name="connsiteY320" fmla="*/ 226987 h 1166887"/>
                <a:gd name="connsiteX321" fmla="*/ 2150320 w 3024845"/>
                <a:gd name="connsiteY321" fmla="*/ 220501 h 1166887"/>
                <a:gd name="connsiteX322" fmla="*/ 2150320 w 3024845"/>
                <a:gd name="connsiteY322" fmla="*/ 162133 h 1166887"/>
                <a:gd name="connsiteX323" fmla="*/ 2152346 w 3024845"/>
                <a:gd name="connsiteY323" fmla="*/ 157810 h 1166887"/>
                <a:gd name="connsiteX324" fmla="*/ 2152346 w 3024845"/>
                <a:gd name="connsiteY324" fmla="*/ 101604 h 1166887"/>
                <a:gd name="connsiteX325" fmla="*/ 2154373 w 3024845"/>
                <a:gd name="connsiteY325" fmla="*/ 82148 h 1166887"/>
                <a:gd name="connsiteX326" fmla="*/ 2158427 w 3024845"/>
                <a:gd name="connsiteY326" fmla="*/ 99442 h 1166887"/>
                <a:gd name="connsiteX327" fmla="*/ 2160453 w 3024845"/>
                <a:gd name="connsiteY327" fmla="*/ 157810 h 1166887"/>
                <a:gd name="connsiteX328" fmla="*/ 2162480 w 3024845"/>
                <a:gd name="connsiteY328" fmla="*/ 220501 h 1166887"/>
                <a:gd name="connsiteX329" fmla="*/ 2168560 w 3024845"/>
                <a:gd name="connsiteY329" fmla="*/ 226987 h 1166887"/>
                <a:gd name="connsiteX330" fmla="*/ 2166533 w 3024845"/>
                <a:gd name="connsiteY330" fmla="*/ 233472 h 1166887"/>
                <a:gd name="connsiteX331" fmla="*/ 2166533 w 3024845"/>
                <a:gd name="connsiteY331" fmla="*/ 311296 h 1166887"/>
                <a:gd name="connsiteX332" fmla="*/ 2168560 w 3024845"/>
                <a:gd name="connsiteY332" fmla="*/ 315620 h 1166887"/>
                <a:gd name="connsiteX333" fmla="*/ 2168560 w 3024845"/>
                <a:gd name="connsiteY333" fmla="*/ 337238 h 1166887"/>
                <a:gd name="connsiteX334" fmla="*/ 2182747 w 3024845"/>
                <a:gd name="connsiteY334" fmla="*/ 337238 h 1166887"/>
                <a:gd name="connsiteX335" fmla="*/ 2182747 w 3024845"/>
                <a:gd name="connsiteY335" fmla="*/ 354532 h 1166887"/>
                <a:gd name="connsiteX336" fmla="*/ 2190854 w 3024845"/>
                <a:gd name="connsiteY336" fmla="*/ 378311 h 1166887"/>
                <a:gd name="connsiteX337" fmla="*/ 2184774 w 3024845"/>
                <a:gd name="connsiteY337" fmla="*/ 382635 h 1166887"/>
                <a:gd name="connsiteX338" fmla="*/ 2172613 w 3024845"/>
                <a:gd name="connsiteY338" fmla="*/ 404253 h 1166887"/>
                <a:gd name="connsiteX339" fmla="*/ 2180720 w 3024845"/>
                <a:gd name="connsiteY339" fmla="*/ 657181 h 1166887"/>
                <a:gd name="connsiteX340" fmla="*/ 2245574 w 3024845"/>
                <a:gd name="connsiteY340" fmla="*/ 657181 h 1166887"/>
                <a:gd name="connsiteX341" fmla="*/ 2245574 w 3024845"/>
                <a:gd name="connsiteY341" fmla="*/ 732843 h 1166887"/>
                <a:gd name="connsiteX342" fmla="*/ 2253681 w 3024845"/>
                <a:gd name="connsiteY342" fmla="*/ 732843 h 1166887"/>
                <a:gd name="connsiteX343" fmla="*/ 2255708 w 3024845"/>
                <a:gd name="connsiteY343" fmla="*/ 726358 h 1166887"/>
                <a:gd name="connsiteX344" fmla="*/ 2261788 w 3024845"/>
                <a:gd name="connsiteY344" fmla="*/ 726358 h 1166887"/>
                <a:gd name="connsiteX345" fmla="*/ 2263815 w 3024845"/>
                <a:gd name="connsiteY345" fmla="*/ 735005 h 1166887"/>
                <a:gd name="connsiteX346" fmla="*/ 2275975 w 3024845"/>
                <a:gd name="connsiteY346" fmla="*/ 735005 h 1166887"/>
                <a:gd name="connsiteX347" fmla="*/ 2275975 w 3024845"/>
                <a:gd name="connsiteY347" fmla="*/ 728519 h 1166887"/>
                <a:gd name="connsiteX348" fmla="*/ 2298268 w 3024845"/>
                <a:gd name="connsiteY348" fmla="*/ 728519 h 1166887"/>
                <a:gd name="connsiteX349" fmla="*/ 2298268 w 3024845"/>
                <a:gd name="connsiteY349" fmla="*/ 735005 h 1166887"/>
                <a:gd name="connsiteX350" fmla="*/ 2318535 w 3024845"/>
                <a:gd name="connsiteY350" fmla="*/ 735005 h 1166887"/>
                <a:gd name="connsiteX351" fmla="*/ 2318535 w 3024845"/>
                <a:gd name="connsiteY351" fmla="*/ 780402 h 1166887"/>
                <a:gd name="connsiteX352" fmla="*/ 2332722 w 3024845"/>
                <a:gd name="connsiteY352" fmla="*/ 780402 h 1166887"/>
                <a:gd name="connsiteX353" fmla="*/ 2332722 w 3024845"/>
                <a:gd name="connsiteY353" fmla="*/ 767431 h 1166887"/>
                <a:gd name="connsiteX354" fmla="*/ 2348936 w 3024845"/>
                <a:gd name="connsiteY354" fmla="*/ 767431 h 1166887"/>
                <a:gd name="connsiteX355" fmla="*/ 2348936 w 3024845"/>
                <a:gd name="connsiteY355" fmla="*/ 588004 h 1166887"/>
                <a:gd name="connsiteX356" fmla="*/ 2355016 w 3024845"/>
                <a:gd name="connsiteY356" fmla="*/ 581518 h 1166887"/>
                <a:gd name="connsiteX357" fmla="*/ 2427977 w 3024845"/>
                <a:gd name="connsiteY357" fmla="*/ 581518 h 1166887"/>
                <a:gd name="connsiteX358" fmla="*/ 2427977 w 3024845"/>
                <a:gd name="connsiteY358" fmla="*/ 590166 h 1166887"/>
                <a:gd name="connsiteX359" fmla="*/ 2438110 w 3024845"/>
                <a:gd name="connsiteY359" fmla="*/ 590166 h 1166887"/>
                <a:gd name="connsiteX360" fmla="*/ 2438110 w 3024845"/>
                <a:gd name="connsiteY360" fmla="*/ 704740 h 1166887"/>
                <a:gd name="connsiteX361" fmla="*/ 2460404 w 3024845"/>
                <a:gd name="connsiteY361" fmla="*/ 704740 h 1166887"/>
                <a:gd name="connsiteX362" fmla="*/ 2460404 w 3024845"/>
                <a:gd name="connsiteY362" fmla="*/ 637725 h 1166887"/>
                <a:gd name="connsiteX363" fmla="*/ 2486751 w 3024845"/>
                <a:gd name="connsiteY363" fmla="*/ 637725 h 1166887"/>
                <a:gd name="connsiteX364" fmla="*/ 2490804 w 3024845"/>
                <a:gd name="connsiteY364" fmla="*/ 633401 h 1166887"/>
                <a:gd name="connsiteX365" fmla="*/ 2498911 w 3024845"/>
                <a:gd name="connsiteY365" fmla="*/ 633401 h 1166887"/>
                <a:gd name="connsiteX366" fmla="*/ 2502964 w 3024845"/>
                <a:gd name="connsiteY366" fmla="*/ 637725 h 1166887"/>
                <a:gd name="connsiteX367" fmla="*/ 2525258 w 3024845"/>
                <a:gd name="connsiteY367" fmla="*/ 637725 h 1166887"/>
                <a:gd name="connsiteX368" fmla="*/ 2525258 w 3024845"/>
                <a:gd name="connsiteY368" fmla="*/ 520989 h 1166887"/>
                <a:gd name="connsiteX369" fmla="*/ 2582005 w 3024845"/>
                <a:gd name="connsiteY369" fmla="*/ 510180 h 1166887"/>
                <a:gd name="connsiteX370" fmla="*/ 2582005 w 3024845"/>
                <a:gd name="connsiteY370" fmla="*/ 511261 h 1166887"/>
                <a:gd name="connsiteX371" fmla="*/ 2582005 w 3024845"/>
                <a:gd name="connsiteY371" fmla="*/ 518827 h 1166887"/>
                <a:gd name="connsiteX372" fmla="*/ 2608352 w 3024845"/>
                <a:gd name="connsiteY372" fmla="*/ 518827 h 1166887"/>
                <a:gd name="connsiteX373" fmla="*/ 2608352 w 3024845"/>
                <a:gd name="connsiteY373" fmla="*/ 773917 h 1166887"/>
                <a:gd name="connsiteX374" fmla="*/ 2630646 w 3024845"/>
                <a:gd name="connsiteY374" fmla="*/ 773917 h 1166887"/>
                <a:gd name="connsiteX375" fmla="*/ 2630646 w 3024845"/>
                <a:gd name="connsiteY375" fmla="*/ 769593 h 1166887"/>
                <a:gd name="connsiteX376" fmla="*/ 2642806 w 3024845"/>
                <a:gd name="connsiteY376" fmla="*/ 769593 h 1166887"/>
                <a:gd name="connsiteX377" fmla="*/ 2642806 w 3024845"/>
                <a:gd name="connsiteY377" fmla="*/ 773917 h 1166887"/>
                <a:gd name="connsiteX378" fmla="*/ 2667126 w 3024845"/>
                <a:gd name="connsiteY378" fmla="*/ 773917 h 1166887"/>
                <a:gd name="connsiteX379" fmla="*/ 2667126 w 3024845"/>
                <a:gd name="connsiteY379" fmla="*/ 760946 h 1166887"/>
                <a:gd name="connsiteX380" fmla="*/ 2695500 w 3024845"/>
                <a:gd name="connsiteY380" fmla="*/ 760946 h 1166887"/>
                <a:gd name="connsiteX381" fmla="*/ 2707660 w 3024845"/>
                <a:gd name="connsiteY381" fmla="*/ 756622 h 1166887"/>
                <a:gd name="connsiteX382" fmla="*/ 2727927 w 3024845"/>
                <a:gd name="connsiteY382" fmla="*/ 760946 h 1166887"/>
                <a:gd name="connsiteX383" fmla="*/ 2727927 w 3024845"/>
                <a:gd name="connsiteY383" fmla="*/ 743652 h 1166887"/>
                <a:gd name="connsiteX384" fmla="*/ 2736034 w 3024845"/>
                <a:gd name="connsiteY384" fmla="*/ 743652 h 1166887"/>
                <a:gd name="connsiteX385" fmla="*/ 2736034 w 3024845"/>
                <a:gd name="connsiteY385" fmla="*/ 730681 h 1166887"/>
                <a:gd name="connsiteX386" fmla="*/ 2792781 w 3024845"/>
                <a:gd name="connsiteY386" fmla="*/ 730681 h 1166887"/>
                <a:gd name="connsiteX387" fmla="*/ 2792781 w 3024845"/>
                <a:gd name="connsiteY387" fmla="*/ 700416 h 1166887"/>
                <a:gd name="connsiteX388" fmla="*/ 2811021 w 3024845"/>
                <a:gd name="connsiteY388" fmla="*/ 700416 h 1166887"/>
                <a:gd name="connsiteX389" fmla="*/ 2811021 w 3024845"/>
                <a:gd name="connsiteY389" fmla="*/ 693931 h 1166887"/>
                <a:gd name="connsiteX390" fmla="*/ 2823181 w 3024845"/>
                <a:gd name="connsiteY390" fmla="*/ 693931 h 1166887"/>
                <a:gd name="connsiteX391" fmla="*/ 2823181 w 3024845"/>
                <a:gd name="connsiteY391" fmla="*/ 700416 h 1166887"/>
                <a:gd name="connsiteX392" fmla="*/ 2839395 w 3024845"/>
                <a:gd name="connsiteY392" fmla="*/ 700416 h 1166887"/>
                <a:gd name="connsiteX393" fmla="*/ 2839395 w 3024845"/>
                <a:gd name="connsiteY393" fmla="*/ 750137 h 1166887"/>
                <a:gd name="connsiteX394" fmla="*/ 2871822 w 3024845"/>
                <a:gd name="connsiteY394" fmla="*/ 750137 h 1166887"/>
                <a:gd name="connsiteX395" fmla="*/ 2871822 w 3024845"/>
                <a:gd name="connsiteY395" fmla="*/ 724196 h 1166887"/>
                <a:gd name="connsiteX396" fmla="*/ 2910329 w 3024845"/>
                <a:gd name="connsiteY396" fmla="*/ 724196 h 1166887"/>
                <a:gd name="connsiteX397" fmla="*/ 2910329 w 3024845"/>
                <a:gd name="connsiteY397" fmla="*/ 693931 h 1166887"/>
                <a:gd name="connsiteX398" fmla="*/ 2958970 w 3024845"/>
                <a:gd name="connsiteY398" fmla="*/ 693931 h 1166887"/>
                <a:gd name="connsiteX399" fmla="*/ 2958970 w 3024845"/>
                <a:gd name="connsiteY399" fmla="*/ 805087 h 1166887"/>
                <a:gd name="connsiteX400" fmla="*/ 2958970 w 3024845"/>
                <a:gd name="connsiteY400" fmla="*/ 818866 h 1166887"/>
                <a:gd name="connsiteX401" fmla="*/ 3024845 w 3024845"/>
                <a:gd name="connsiteY401" fmla="*/ 818866 h 1166887"/>
                <a:gd name="connsiteX402" fmla="*/ 3024845 w 3024845"/>
                <a:gd name="connsiteY402" fmla="*/ 1160647 h 1166887"/>
                <a:gd name="connsiteX403" fmla="*/ 145862 w 3024845"/>
                <a:gd name="connsiteY403" fmla="*/ 1160647 h 1166887"/>
                <a:gd name="connsiteX404" fmla="*/ 2054 w 3024845"/>
                <a:gd name="connsiteY404" fmla="*/ 1166887 h 1166887"/>
                <a:gd name="connsiteX405" fmla="*/ 0 w 3024845"/>
                <a:gd name="connsiteY405" fmla="*/ 724196 h 1166887"/>
                <a:gd name="connsiteX406" fmla="*/ 20267 w 3024845"/>
                <a:gd name="connsiteY406" fmla="*/ 724196 h 1166887"/>
                <a:gd name="connsiteX407" fmla="*/ 20774 w 3024845"/>
                <a:gd name="connsiteY407" fmla="*/ 723115 h 1166887"/>
                <a:gd name="connsiteX408" fmla="*/ 24320 w 3024845"/>
                <a:gd name="connsiteY408" fmla="*/ 715549 h 1166887"/>
                <a:gd name="connsiteX409" fmla="*/ 26094 w 3024845"/>
                <a:gd name="connsiteY409" fmla="*/ 715819 h 1166887"/>
                <a:gd name="connsiteX410" fmla="*/ 38507 w 3024845"/>
                <a:gd name="connsiteY410" fmla="*/ 717710 h 1166887"/>
                <a:gd name="connsiteX411" fmla="*/ 39014 w 3024845"/>
                <a:gd name="connsiteY411" fmla="*/ 719062 h 1166887"/>
                <a:gd name="connsiteX412" fmla="*/ 42560 w 3024845"/>
                <a:gd name="connsiteY412" fmla="*/ 728519 h 1166887"/>
                <a:gd name="connsiteX413" fmla="*/ 68907 w 3024845"/>
                <a:gd name="connsiteY413" fmla="*/ 730681 h 1166887"/>
                <a:gd name="connsiteX414" fmla="*/ 68907 w 3024845"/>
                <a:gd name="connsiteY414" fmla="*/ 607460 h 1166887"/>
                <a:gd name="connsiteX415" fmla="*/ 70934 w 3024845"/>
                <a:gd name="connsiteY415" fmla="*/ 607460 h 1166887"/>
                <a:gd name="connsiteX416" fmla="*/ 85121 w 3024845"/>
                <a:gd name="connsiteY416" fmla="*/ 607460 h 1166887"/>
                <a:gd name="connsiteX417" fmla="*/ 85121 w 3024845"/>
                <a:gd name="connsiteY417" fmla="*/ 471268 h 1166887"/>
                <a:gd name="connsiteX418" fmla="*/ 86894 w 3024845"/>
                <a:gd name="connsiteY418" fmla="*/ 471268 h 1166887"/>
                <a:gd name="connsiteX419" fmla="*/ 99308 w 3024845"/>
                <a:gd name="connsiteY419" fmla="*/ 471268 h 1166887"/>
                <a:gd name="connsiteX420" fmla="*/ 99308 w 3024845"/>
                <a:gd name="connsiteY420" fmla="*/ 356694 h 1166887"/>
                <a:gd name="connsiteX421" fmla="*/ 103361 w 3024845"/>
                <a:gd name="connsiteY421" fmla="*/ 328590 h 1166887"/>
                <a:gd name="connsiteX422" fmla="*/ 105388 w 3024845"/>
                <a:gd name="connsiteY422" fmla="*/ 328590 h 1166887"/>
                <a:gd name="connsiteX423" fmla="*/ 119575 w 3024845"/>
                <a:gd name="connsiteY423" fmla="*/ 328590 h 1166887"/>
                <a:gd name="connsiteX424" fmla="*/ 156055 w 3024845"/>
                <a:gd name="connsiteY424" fmla="*/ 246443 h 1166887"/>
                <a:gd name="connsiteX425" fmla="*/ 160109 w 3024845"/>
                <a:gd name="connsiteY425" fmla="*/ 0 h 116688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56055 w 3024845"/>
                <a:gd name="connsiteY0" fmla="*/ 164295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423" fmla="*/ 156055 w 3024845"/>
                <a:gd name="connsiteY423" fmla="*/ 164295 h 1078499"/>
                <a:gd name="connsiteX0" fmla="*/ 119575 w 3024845"/>
                <a:gd name="connsiteY0" fmla="*/ 246442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58427 w 3024845"/>
                <a:gd name="connsiteY325" fmla="*/ 17294 h 1078499"/>
                <a:gd name="connsiteX326" fmla="*/ 2160453 w 3024845"/>
                <a:gd name="connsiteY326" fmla="*/ 75662 h 1078499"/>
                <a:gd name="connsiteX327" fmla="*/ 2162480 w 3024845"/>
                <a:gd name="connsiteY327" fmla="*/ 138353 h 1078499"/>
                <a:gd name="connsiteX328" fmla="*/ 2168560 w 3024845"/>
                <a:gd name="connsiteY328" fmla="*/ 144839 h 1078499"/>
                <a:gd name="connsiteX329" fmla="*/ 2166533 w 3024845"/>
                <a:gd name="connsiteY329" fmla="*/ 151324 h 1078499"/>
                <a:gd name="connsiteX330" fmla="*/ 2166533 w 3024845"/>
                <a:gd name="connsiteY330" fmla="*/ 229148 h 1078499"/>
                <a:gd name="connsiteX331" fmla="*/ 2168560 w 3024845"/>
                <a:gd name="connsiteY331" fmla="*/ 233472 h 1078499"/>
                <a:gd name="connsiteX332" fmla="*/ 2168560 w 3024845"/>
                <a:gd name="connsiteY332" fmla="*/ 255090 h 1078499"/>
                <a:gd name="connsiteX333" fmla="*/ 2182747 w 3024845"/>
                <a:gd name="connsiteY333" fmla="*/ 255090 h 1078499"/>
                <a:gd name="connsiteX334" fmla="*/ 2182747 w 3024845"/>
                <a:gd name="connsiteY334" fmla="*/ 272384 h 1078499"/>
                <a:gd name="connsiteX335" fmla="*/ 2190854 w 3024845"/>
                <a:gd name="connsiteY335" fmla="*/ 296163 h 1078499"/>
                <a:gd name="connsiteX336" fmla="*/ 2184774 w 3024845"/>
                <a:gd name="connsiteY336" fmla="*/ 300487 h 1078499"/>
                <a:gd name="connsiteX337" fmla="*/ 2172613 w 3024845"/>
                <a:gd name="connsiteY337" fmla="*/ 322105 h 1078499"/>
                <a:gd name="connsiteX338" fmla="*/ 2180720 w 3024845"/>
                <a:gd name="connsiteY338" fmla="*/ 575033 h 1078499"/>
                <a:gd name="connsiteX339" fmla="*/ 2245574 w 3024845"/>
                <a:gd name="connsiteY339" fmla="*/ 575033 h 1078499"/>
                <a:gd name="connsiteX340" fmla="*/ 2245574 w 3024845"/>
                <a:gd name="connsiteY340" fmla="*/ 650695 h 1078499"/>
                <a:gd name="connsiteX341" fmla="*/ 2253681 w 3024845"/>
                <a:gd name="connsiteY341" fmla="*/ 650695 h 1078499"/>
                <a:gd name="connsiteX342" fmla="*/ 2255708 w 3024845"/>
                <a:gd name="connsiteY342" fmla="*/ 644210 h 1078499"/>
                <a:gd name="connsiteX343" fmla="*/ 2261788 w 3024845"/>
                <a:gd name="connsiteY343" fmla="*/ 644210 h 1078499"/>
                <a:gd name="connsiteX344" fmla="*/ 2263815 w 3024845"/>
                <a:gd name="connsiteY344" fmla="*/ 652857 h 1078499"/>
                <a:gd name="connsiteX345" fmla="*/ 2275975 w 3024845"/>
                <a:gd name="connsiteY345" fmla="*/ 652857 h 1078499"/>
                <a:gd name="connsiteX346" fmla="*/ 2275975 w 3024845"/>
                <a:gd name="connsiteY346" fmla="*/ 646371 h 1078499"/>
                <a:gd name="connsiteX347" fmla="*/ 2298268 w 3024845"/>
                <a:gd name="connsiteY347" fmla="*/ 646371 h 1078499"/>
                <a:gd name="connsiteX348" fmla="*/ 2298268 w 3024845"/>
                <a:gd name="connsiteY348" fmla="*/ 652857 h 1078499"/>
                <a:gd name="connsiteX349" fmla="*/ 2318535 w 3024845"/>
                <a:gd name="connsiteY349" fmla="*/ 652857 h 1078499"/>
                <a:gd name="connsiteX350" fmla="*/ 2318535 w 3024845"/>
                <a:gd name="connsiteY350" fmla="*/ 698254 h 1078499"/>
                <a:gd name="connsiteX351" fmla="*/ 2332722 w 3024845"/>
                <a:gd name="connsiteY351" fmla="*/ 698254 h 1078499"/>
                <a:gd name="connsiteX352" fmla="*/ 2332722 w 3024845"/>
                <a:gd name="connsiteY352" fmla="*/ 685283 h 1078499"/>
                <a:gd name="connsiteX353" fmla="*/ 2348936 w 3024845"/>
                <a:gd name="connsiteY353" fmla="*/ 685283 h 1078499"/>
                <a:gd name="connsiteX354" fmla="*/ 2348936 w 3024845"/>
                <a:gd name="connsiteY354" fmla="*/ 505856 h 1078499"/>
                <a:gd name="connsiteX355" fmla="*/ 2355016 w 3024845"/>
                <a:gd name="connsiteY355" fmla="*/ 499370 h 1078499"/>
                <a:gd name="connsiteX356" fmla="*/ 2427977 w 3024845"/>
                <a:gd name="connsiteY356" fmla="*/ 499370 h 1078499"/>
                <a:gd name="connsiteX357" fmla="*/ 2427977 w 3024845"/>
                <a:gd name="connsiteY357" fmla="*/ 508018 h 1078499"/>
                <a:gd name="connsiteX358" fmla="*/ 2438110 w 3024845"/>
                <a:gd name="connsiteY358" fmla="*/ 508018 h 1078499"/>
                <a:gd name="connsiteX359" fmla="*/ 2438110 w 3024845"/>
                <a:gd name="connsiteY359" fmla="*/ 622592 h 1078499"/>
                <a:gd name="connsiteX360" fmla="*/ 2460404 w 3024845"/>
                <a:gd name="connsiteY360" fmla="*/ 622592 h 1078499"/>
                <a:gd name="connsiteX361" fmla="*/ 2460404 w 3024845"/>
                <a:gd name="connsiteY361" fmla="*/ 555577 h 1078499"/>
                <a:gd name="connsiteX362" fmla="*/ 2486751 w 3024845"/>
                <a:gd name="connsiteY362" fmla="*/ 555577 h 1078499"/>
                <a:gd name="connsiteX363" fmla="*/ 2490804 w 3024845"/>
                <a:gd name="connsiteY363" fmla="*/ 551253 h 1078499"/>
                <a:gd name="connsiteX364" fmla="*/ 2498911 w 3024845"/>
                <a:gd name="connsiteY364" fmla="*/ 551253 h 1078499"/>
                <a:gd name="connsiteX365" fmla="*/ 2502964 w 3024845"/>
                <a:gd name="connsiteY365" fmla="*/ 555577 h 1078499"/>
                <a:gd name="connsiteX366" fmla="*/ 2525258 w 3024845"/>
                <a:gd name="connsiteY366" fmla="*/ 555577 h 1078499"/>
                <a:gd name="connsiteX367" fmla="*/ 2525258 w 3024845"/>
                <a:gd name="connsiteY367" fmla="*/ 438841 h 1078499"/>
                <a:gd name="connsiteX368" fmla="*/ 2582005 w 3024845"/>
                <a:gd name="connsiteY368" fmla="*/ 428032 h 1078499"/>
                <a:gd name="connsiteX369" fmla="*/ 2582005 w 3024845"/>
                <a:gd name="connsiteY369" fmla="*/ 429113 h 1078499"/>
                <a:gd name="connsiteX370" fmla="*/ 2582005 w 3024845"/>
                <a:gd name="connsiteY370" fmla="*/ 436679 h 1078499"/>
                <a:gd name="connsiteX371" fmla="*/ 2608352 w 3024845"/>
                <a:gd name="connsiteY371" fmla="*/ 436679 h 1078499"/>
                <a:gd name="connsiteX372" fmla="*/ 2608352 w 3024845"/>
                <a:gd name="connsiteY372" fmla="*/ 691769 h 1078499"/>
                <a:gd name="connsiteX373" fmla="*/ 2630646 w 3024845"/>
                <a:gd name="connsiteY373" fmla="*/ 691769 h 1078499"/>
                <a:gd name="connsiteX374" fmla="*/ 2630646 w 3024845"/>
                <a:gd name="connsiteY374" fmla="*/ 687445 h 1078499"/>
                <a:gd name="connsiteX375" fmla="*/ 2642806 w 3024845"/>
                <a:gd name="connsiteY375" fmla="*/ 687445 h 1078499"/>
                <a:gd name="connsiteX376" fmla="*/ 2642806 w 3024845"/>
                <a:gd name="connsiteY376" fmla="*/ 691769 h 1078499"/>
                <a:gd name="connsiteX377" fmla="*/ 2667126 w 3024845"/>
                <a:gd name="connsiteY377" fmla="*/ 691769 h 1078499"/>
                <a:gd name="connsiteX378" fmla="*/ 2667126 w 3024845"/>
                <a:gd name="connsiteY378" fmla="*/ 678798 h 1078499"/>
                <a:gd name="connsiteX379" fmla="*/ 2695500 w 3024845"/>
                <a:gd name="connsiteY379" fmla="*/ 678798 h 1078499"/>
                <a:gd name="connsiteX380" fmla="*/ 2707660 w 3024845"/>
                <a:gd name="connsiteY380" fmla="*/ 674474 h 1078499"/>
                <a:gd name="connsiteX381" fmla="*/ 2727927 w 3024845"/>
                <a:gd name="connsiteY381" fmla="*/ 678798 h 1078499"/>
                <a:gd name="connsiteX382" fmla="*/ 2727927 w 3024845"/>
                <a:gd name="connsiteY382" fmla="*/ 661504 h 1078499"/>
                <a:gd name="connsiteX383" fmla="*/ 2736034 w 3024845"/>
                <a:gd name="connsiteY383" fmla="*/ 661504 h 1078499"/>
                <a:gd name="connsiteX384" fmla="*/ 2736034 w 3024845"/>
                <a:gd name="connsiteY384" fmla="*/ 648533 h 1078499"/>
                <a:gd name="connsiteX385" fmla="*/ 2792781 w 3024845"/>
                <a:gd name="connsiteY385" fmla="*/ 648533 h 1078499"/>
                <a:gd name="connsiteX386" fmla="*/ 2792781 w 3024845"/>
                <a:gd name="connsiteY386" fmla="*/ 618268 h 1078499"/>
                <a:gd name="connsiteX387" fmla="*/ 2811021 w 3024845"/>
                <a:gd name="connsiteY387" fmla="*/ 618268 h 1078499"/>
                <a:gd name="connsiteX388" fmla="*/ 2811021 w 3024845"/>
                <a:gd name="connsiteY388" fmla="*/ 611783 h 1078499"/>
                <a:gd name="connsiteX389" fmla="*/ 2823181 w 3024845"/>
                <a:gd name="connsiteY389" fmla="*/ 611783 h 1078499"/>
                <a:gd name="connsiteX390" fmla="*/ 2823181 w 3024845"/>
                <a:gd name="connsiteY390" fmla="*/ 618268 h 1078499"/>
                <a:gd name="connsiteX391" fmla="*/ 2839395 w 3024845"/>
                <a:gd name="connsiteY391" fmla="*/ 618268 h 1078499"/>
                <a:gd name="connsiteX392" fmla="*/ 2839395 w 3024845"/>
                <a:gd name="connsiteY392" fmla="*/ 667989 h 1078499"/>
                <a:gd name="connsiteX393" fmla="*/ 2871822 w 3024845"/>
                <a:gd name="connsiteY393" fmla="*/ 667989 h 1078499"/>
                <a:gd name="connsiteX394" fmla="*/ 2871822 w 3024845"/>
                <a:gd name="connsiteY394" fmla="*/ 642048 h 1078499"/>
                <a:gd name="connsiteX395" fmla="*/ 2910329 w 3024845"/>
                <a:gd name="connsiteY395" fmla="*/ 642048 h 1078499"/>
                <a:gd name="connsiteX396" fmla="*/ 2910329 w 3024845"/>
                <a:gd name="connsiteY396" fmla="*/ 611783 h 1078499"/>
                <a:gd name="connsiteX397" fmla="*/ 2958970 w 3024845"/>
                <a:gd name="connsiteY397" fmla="*/ 611783 h 1078499"/>
                <a:gd name="connsiteX398" fmla="*/ 2958970 w 3024845"/>
                <a:gd name="connsiteY398" fmla="*/ 722939 h 1078499"/>
                <a:gd name="connsiteX399" fmla="*/ 2958970 w 3024845"/>
                <a:gd name="connsiteY399" fmla="*/ 736718 h 1078499"/>
                <a:gd name="connsiteX400" fmla="*/ 3024845 w 3024845"/>
                <a:gd name="connsiteY400" fmla="*/ 736718 h 1078499"/>
                <a:gd name="connsiteX401" fmla="*/ 3024845 w 3024845"/>
                <a:gd name="connsiteY401" fmla="*/ 1078499 h 1078499"/>
                <a:gd name="connsiteX402" fmla="*/ 2054 w 3024845"/>
                <a:gd name="connsiteY402" fmla="*/ 1076166 h 1078499"/>
                <a:gd name="connsiteX403" fmla="*/ 0 w 3024845"/>
                <a:gd name="connsiteY403" fmla="*/ 642048 h 1078499"/>
                <a:gd name="connsiteX404" fmla="*/ 20267 w 3024845"/>
                <a:gd name="connsiteY404" fmla="*/ 642048 h 1078499"/>
                <a:gd name="connsiteX405" fmla="*/ 20774 w 3024845"/>
                <a:gd name="connsiteY405" fmla="*/ 640967 h 1078499"/>
                <a:gd name="connsiteX406" fmla="*/ 24320 w 3024845"/>
                <a:gd name="connsiteY406" fmla="*/ 633401 h 1078499"/>
                <a:gd name="connsiteX407" fmla="*/ 26094 w 3024845"/>
                <a:gd name="connsiteY407" fmla="*/ 633671 h 1078499"/>
                <a:gd name="connsiteX408" fmla="*/ 38507 w 3024845"/>
                <a:gd name="connsiteY408" fmla="*/ 635562 h 1078499"/>
                <a:gd name="connsiteX409" fmla="*/ 39014 w 3024845"/>
                <a:gd name="connsiteY409" fmla="*/ 636914 h 1078499"/>
                <a:gd name="connsiteX410" fmla="*/ 42560 w 3024845"/>
                <a:gd name="connsiteY410" fmla="*/ 646371 h 1078499"/>
                <a:gd name="connsiteX411" fmla="*/ 68907 w 3024845"/>
                <a:gd name="connsiteY411" fmla="*/ 648533 h 1078499"/>
                <a:gd name="connsiteX412" fmla="*/ 68907 w 3024845"/>
                <a:gd name="connsiteY412" fmla="*/ 525312 h 1078499"/>
                <a:gd name="connsiteX413" fmla="*/ 70934 w 3024845"/>
                <a:gd name="connsiteY413" fmla="*/ 525312 h 1078499"/>
                <a:gd name="connsiteX414" fmla="*/ 85121 w 3024845"/>
                <a:gd name="connsiteY414" fmla="*/ 525312 h 1078499"/>
                <a:gd name="connsiteX415" fmla="*/ 85121 w 3024845"/>
                <a:gd name="connsiteY415" fmla="*/ 389120 h 1078499"/>
                <a:gd name="connsiteX416" fmla="*/ 86894 w 3024845"/>
                <a:gd name="connsiteY416" fmla="*/ 389120 h 1078499"/>
                <a:gd name="connsiteX417" fmla="*/ 99308 w 3024845"/>
                <a:gd name="connsiteY417" fmla="*/ 389120 h 1078499"/>
                <a:gd name="connsiteX418" fmla="*/ 99308 w 3024845"/>
                <a:gd name="connsiteY418" fmla="*/ 274546 h 1078499"/>
                <a:gd name="connsiteX419" fmla="*/ 103361 w 3024845"/>
                <a:gd name="connsiteY419" fmla="*/ 246442 h 1078499"/>
                <a:gd name="connsiteX420" fmla="*/ 105388 w 3024845"/>
                <a:gd name="connsiteY420" fmla="*/ 246442 h 1078499"/>
                <a:gd name="connsiteX421" fmla="*/ 119575 w 3024845"/>
                <a:gd name="connsiteY421"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0453 w 3024845"/>
                <a:gd name="connsiteY325" fmla="*/ 75662 h 1078499"/>
                <a:gd name="connsiteX326" fmla="*/ 2162480 w 3024845"/>
                <a:gd name="connsiteY326" fmla="*/ 138353 h 1078499"/>
                <a:gd name="connsiteX327" fmla="*/ 2168560 w 3024845"/>
                <a:gd name="connsiteY327" fmla="*/ 144839 h 1078499"/>
                <a:gd name="connsiteX328" fmla="*/ 2166533 w 3024845"/>
                <a:gd name="connsiteY328" fmla="*/ 151324 h 1078499"/>
                <a:gd name="connsiteX329" fmla="*/ 2166533 w 3024845"/>
                <a:gd name="connsiteY329" fmla="*/ 229148 h 1078499"/>
                <a:gd name="connsiteX330" fmla="*/ 2168560 w 3024845"/>
                <a:gd name="connsiteY330" fmla="*/ 233472 h 1078499"/>
                <a:gd name="connsiteX331" fmla="*/ 2168560 w 3024845"/>
                <a:gd name="connsiteY331" fmla="*/ 255090 h 1078499"/>
                <a:gd name="connsiteX332" fmla="*/ 2182747 w 3024845"/>
                <a:gd name="connsiteY332" fmla="*/ 255090 h 1078499"/>
                <a:gd name="connsiteX333" fmla="*/ 2182747 w 3024845"/>
                <a:gd name="connsiteY333" fmla="*/ 272384 h 1078499"/>
                <a:gd name="connsiteX334" fmla="*/ 2190854 w 3024845"/>
                <a:gd name="connsiteY334" fmla="*/ 296163 h 1078499"/>
                <a:gd name="connsiteX335" fmla="*/ 2184774 w 3024845"/>
                <a:gd name="connsiteY335" fmla="*/ 300487 h 1078499"/>
                <a:gd name="connsiteX336" fmla="*/ 2172613 w 3024845"/>
                <a:gd name="connsiteY336" fmla="*/ 322105 h 1078499"/>
                <a:gd name="connsiteX337" fmla="*/ 2180720 w 3024845"/>
                <a:gd name="connsiteY337" fmla="*/ 575033 h 1078499"/>
                <a:gd name="connsiteX338" fmla="*/ 2245574 w 3024845"/>
                <a:gd name="connsiteY338" fmla="*/ 575033 h 1078499"/>
                <a:gd name="connsiteX339" fmla="*/ 2245574 w 3024845"/>
                <a:gd name="connsiteY339" fmla="*/ 650695 h 1078499"/>
                <a:gd name="connsiteX340" fmla="*/ 2253681 w 3024845"/>
                <a:gd name="connsiteY340" fmla="*/ 650695 h 1078499"/>
                <a:gd name="connsiteX341" fmla="*/ 2255708 w 3024845"/>
                <a:gd name="connsiteY341" fmla="*/ 644210 h 1078499"/>
                <a:gd name="connsiteX342" fmla="*/ 2261788 w 3024845"/>
                <a:gd name="connsiteY342" fmla="*/ 644210 h 1078499"/>
                <a:gd name="connsiteX343" fmla="*/ 2263815 w 3024845"/>
                <a:gd name="connsiteY343" fmla="*/ 652857 h 1078499"/>
                <a:gd name="connsiteX344" fmla="*/ 2275975 w 3024845"/>
                <a:gd name="connsiteY344" fmla="*/ 652857 h 1078499"/>
                <a:gd name="connsiteX345" fmla="*/ 2275975 w 3024845"/>
                <a:gd name="connsiteY345" fmla="*/ 646371 h 1078499"/>
                <a:gd name="connsiteX346" fmla="*/ 2298268 w 3024845"/>
                <a:gd name="connsiteY346" fmla="*/ 646371 h 1078499"/>
                <a:gd name="connsiteX347" fmla="*/ 2298268 w 3024845"/>
                <a:gd name="connsiteY347" fmla="*/ 652857 h 1078499"/>
                <a:gd name="connsiteX348" fmla="*/ 2318535 w 3024845"/>
                <a:gd name="connsiteY348" fmla="*/ 652857 h 1078499"/>
                <a:gd name="connsiteX349" fmla="*/ 2318535 w 3024845"/>
                <a:gd name="connsiteY349" fmla="*/ 698254 h 1078499"/>
                <a:gd name="connsiteX350" fmla="*/ 2332722 w 3024845"/>
                <a:gd name="connsiteY350" fmla="*/ 698254 h 1078499"/>
                <a:gd name="connsiteX351" fmla="*/ 2332722 w 3024845"/>
                <a:gd name="connsiteY351" fmla="*/ 685283 h 1078499"/>
                <a:gd name="connsiteX352" fmla="*/ 2348936 w 3024845"/>
                <a:gd name="connsiteY352" fmla="*/ 685283 h 1078499"/>
                <a:gd name="connsiteX353" fmla="*/ 2348936 w 3024845"/>
                <a:gd name="connsiteY353" fmla="*/ 505856 h 1078499"/>
                <a:gd name="connsiteX354" fmla="*/ 2355016 w 3024845"/>
                <a:gd name="connsiteY354" fmla="*/ 499370 h 1078499"/>
                <a:gd name="connsiteX355" fmla="*/ 2427977 w 3024845"/>
                <a:gd name="connsiteY355" fmla="*/ 499370 h 1078499"/>
                <a:gd name="connsiteX356" fmla="*/ 2427977 w 3024845"/>
                <a:gd name="connsiteY356" fmla="*/ 508018 h 1078499"/>
                <a:gd name="connsiteX357" fmla="*/ 2438110 w 3024845"/>
                <a:gd name="connsiteY357" fmla="*/ 508018 h 1078499"/>
                <a:gd name="connsiteX358" fmla="*/ 2438110 w 3024845"/>
                <a:gd name="connsiteY358" fmla="*/ 622592 h 1078499"/>
                <a:gd name="connsiteX359" fmla="*/ 2460404 w 3024845"/>
                <a:gd name="connsiteY359" fmla="*/ 622592 h 1078499"/>
                <a:gd name="connsiteX360" fmla="*/ 2460404 w 3024845"/>
                <a:gd name="connsiteY360" fmla="*/ 555577 h 1078499"/>
                <a:gd name="connsiteX361" fmla="*/ 2486751 w 3024845"/>
                <a:gd name="connsiteY361" fmla="*/ 555577 h 1078499"/>
                <a:gd name="connsiteX362" fmla="*/ 2490804 w 3024845"/>
                <a:gd name="connsiteY362" fmla="*/ 551253 h 1078499"/>
                <a:gd name="connsiteX363" fmla="*/ 2498911 w 3024845"/>
                <a:gd name="connsiteY363" fmla="*/ 551253 h 1078499"/>
                <a:gd name="connsiteX364" fmla="*/ 2502964 w 3024845"/>
                <a:gd name="connsiteY364" fmla="*/ 555577 h 1078499"/>
                <a:gd name="connsiteX365" fmla="*/ 2525258 w 3024845"/>
                <a:gd name="connsiteY365" fmla="*/ 555577 h 1078499"/>
                <a:gd name="connsiteX366" fmla="*/ 2525258 w 3024845"/>
                <a:gd name="connsiteY366" fmla="*/ 438841 h 1078499"/>
                <a:gd name="connsiteX367" fmla="*/ 2582005 w 3024845"/>
                <a:gd name="connsiteY367" fmla="*/ 428032 h 1078499"/>
                <a:gd name="connsiteX368" fmla="*/ 2582005 w 3024845"/>
                <a:gd name="connsiteY368" fmla="*/ 429113 h 1078499"/>
                <a:gd name="connsiteX369" fmla="*/ 2582005 w 3024845"/>
                <a:gd name="connsiteY369" fmla="*/ 436679 h 1078499"/>
                <a:gd name="connsiteX370" fmla="*/ 2608352 w 3024845"/>
                <a:gd name="connsiteY370" fmla="*/ 436679 h 1078499"/>
                <a:gd name="connsiteX371" fmla="*/ 2608352 w 3024845"/>
                <a:gd name="connsiteY371" fmla="*/ 691769 h 1078499"/>
                <a:gd name="connsiteX372" fmla="*/ 2630646 w 3024845"/>
                <a:gd name="connsiteY372" fmla="*/ 691769 h 1078499"/>
                <a:gd name="connsiteX373" fmla="*/ 2630646 w 3024845"/>
                <a:gd name="connsiteY373" fmla="*/ 687445 h 1078499"/>
                <a:gd name="connsiteX374" fmla="*/ 2642806 w 3024845"/>
                <a:gd name="connsiteY374" fmla="*/ 687445 h 1078499"/>
                <a:gd name="connsiteX375" fmla="*/ 2642806 w 3024845"/>
                <a:gd name="connsiteY375" fmla="*/ 691769 h 1078499"/>
                <a:gd name="connsiteX376" fmla="*/ 2667126 w 3024845"/>
                <a:gd name="connsiteY376" fmla="*/ 691769 h 1078499"/>
                <a:gd name="connsiteX377" fmla="*/ 2667126 w 3024845"/>
                <a:gd name="connsiteY377" fmla="*/ 678798 h 1078499"/>
                <a:gd name="connsiteX378" fmla="*/ 2695500 w 3024845"/>
                <a:gd name="connsiteY378" fmla="*/ 678798 h 1078499"/>
                <a:gd name="connsiteX379" fmla="*/ 2707660 w 3024845"/>
                <a:gd name="connsiteY379" fmla="*/ 674474 h 1078499"/>
                <a:gd name="connsiteX380" fmla="*/ 2727927 w 3024845"/>
                <a:gd name="connsiteY380" fmla="*/ 678798 h 1078499"/>
                <a:gd name="connsiteX381" fmla="*/ 2727927 w 3024845"/>
                <a:gd name="connsiteY381" fmla="*/ 661504 h 1078499"/>
                <a:gd name="connsiteX382" fmla="*/ 2736034 w 3024845"/>
                <a:gd name="connsiteY382" fmla="*/ 661504 h 1078499"/>
                <a:gd name="connsiteX383" fmla="*/ 2736034 w 3024845"/>
                <a:gd name="connsiteY383" fmla="*/ 648533 h 1078499"/>
                <a:gd name="connsiteX384" fmla="*/ 2792781 w 3024845"/>
                <a:gd name="connsiteY384" fmla="*/ 648533 h 1078499"/>
                <a:gd name="connsiteX385" fmla="*/ 2792781 w 3024845"/>
                <a:gd name="connsiteY385" fmla="*/ 618268 h 1078499"/>
                <a:gd name="connsiteX386" fmla="*/ 2811021 w 3024845"/>
                <a:gd name="connsiteY386" fmla="*/ 618268 h 1078499"/>
                <a:gd name="connsiteX387" fmla="*/ 2811021 w 3024845"/>
                <a:gd name="connsiteY387" fmla="*/ 611783 h 1078499"/>
                <a:gd name="connsiteX388" fmla="*/ 2823181 w 3024845"/>
                <a:gd name="connsiteY388" fmla="*/ 611783 h 1078499"/>
                <a:gd name="connsiteX389" fmla="*/ 2823181 w 3024845"/>
                <a:gd name="connsiteY389" fmla="*/ 618268 h 1078499"/>
                <a:gd name="connsiteX390" fmla="*/ 2839395 w 3024845"/>
                <a:gd name="connsiteY390" fmla="*/ 618268 h 1078499"/>
                <a:gd name="connsiteX391" fmla="*/ 2839395 w 3024845"/>
                <a:gd name="connsiteY391" fmla="*/ 667989 h 1078499"/>
                <a:gd name="connsiteX392" fmla="*/ 2871822 w 3024845"/>
                <a:gd name="connsiteY392" fmla="*/ 667989 h 1078499"/>
                <a:gd name="connsiteX393" fmla="*/ 2871822 w 3024845"/>
                <a:gd name="connsiteY393" fmla="*/ 642048 h 1078499"/>
                <a:gd name="connsiteX394" fmla="*/ 2910329 w 3024845"/>
                <a:gd name="connsiteY394" fmla="*/ 642048 h 1078499"/>
                <a:gd name="connsiteX395" fmla="*/ 2910329 w 3024845"/>
                <a:gd name="connsiteY395" fmla="*/ 611783 h 1078499"/>
                <a:gd name="connsiteX396" fmla="*/ 2958970 w 3024845"/>
                <a:gd name="connsiteY396" fmla="*/ 611783 h 1078499"/>
                <a:gd name="connsiteX397" fmla="*/ 2958970 w 3024845"/>
                <a:gd name="connsiteY397" fmla="*/ 722939 h 1078499"/>
                <a:gd name="connsiteX398" fmla="*/ 2958970 w 3024845"/>
                <a:gd name="connsiteY398" fmla="*/ 736718 h 1078499"/>
                <a:gd name="connsiteX399" fmla="*/ 3024845 w 3024845"/>
                <a:gd name="connsiteY399" fmla="*/ 736718 h 1078499"/>
                <a:gd name="connsiteX400" fmla="*/ 3024845 w 3024845"/>
                <a:gd name="connsiteY400" fmla="*/ 1078499 h 1078499"/>
                <a:gd name="connsiteX401" fmla="*/ 2054 w 3024845"/>
                <a:gd name="connsiteY401" fmla="*/ 1076166 h 1078499"/>
                <a:gd name="connsiteX402" fmla="*/ 0 w 3024845"/>
                <a:gd name="connsiteY402" fmla="*/ 642048 h 1078499"/>
                <a:gd name="connsiteX403" fmla="*/ 20267 w 3024845"/>
                <a:gd name="connsiteY403" fmla="*/ 642048 h 1078499"/>
                <a:gd name="connsiteX404" fmla="*/ 20774 w 3024845"/>
                <a:gd name="connsiteY404" fmla="*/ 640967 h 1078499"/>
                <a:gd name="connsiteX405" fmla="*/ 24320 w 3024845"/>
                <a:gd name="connsiteY405" fmla="*/ 633401 h 1078499"/>
                <a:gd name="connsiteX406" fmla="*/ 26094 w 3024845"/>
                <a:gd name="connsiteY406" fmla="*/ 633671 h 1078499"/>
                <a:gd name="connsiteX407" fmla="*/ 38507 w 3024845"/>
                <a:gd name="connsiteY407" fmla="*/ 635562 h 1078499"/>
                <a:gd name="connsiteX408" fmla="*/ 39014 w 3024845"/>
                <a:gd name="connsiteY408" fmla="*/ 636914 h 1078499"/>
                <a:gd name="connsiteX409" fmla="*/ 42560 w 3024845"/>
                <a:gd name="connsiteY409" fmla="*/ 646371 h 1078499"/>
                <a:gd name="connsiteX410" fmla="*/ 68907 w 3024845"/>
                <a:gd name="connsiteY410" fmla="*/ 648533 h 1078499"/>
                <a:gd name="connsiteX411" fmla="*/ 68907 w 3024845"/>
                <a:gd name="connsiteY411" fmla="*/ 525312 h 1078499"/>
                <a:gd name="connsiteX412" fmla="*/ 70934 w 3024845"/>
                <a:gd name="connsiteY412" fmla="*/ 525312 h 1078499"/>
                <a:gd name="connsiteX413" fmla="*/ 85121 w 3024845"/>
                <a:gd name="connsiteY413" fmla="*/ 525312 h 1078499"/>
                <a:gd name="connsiteX414" fmla="*/ 85121 w 3024845"/>
                <a:gd name="connsiteY414" fmla="*/ 389120 h 1078499"/>
                <a:gd name="connsiteX415" fmla="*/ 86894 w 3024845"/>
                <a:gd name="connsiteY415" fmla="*/ 389120 h 1078499"/>
                <a:gd name="connsiteX416" fmla="*/ 99308 w 3024845"/>
                <a:gd name="connsiteY416" fmla="*/ 389120 h 1078499"/>
                <a:gd name="connsiteX417" fmla="*/ 99308 w 3024845"/>
                <a:gd name="connsiteY417" fmla="*/ 274546 h 1078499"/>
                <a:gd name="connsiteX418" fmla="*/ 103361 w 3024845"/>
                <a:gd name="connsiteY418" fmla="*/ 246442 h 1078499"/>
                <a:gd name="connsiteX419" fmla="*/ 105388 w 3024845"/>
                <a:gd name="connsiteY419" fmla="*/ 246442 h 1078499"/>
                <a:gd name="connsiteX420" fmla="*/ 119575 w 3024845"/>
                <a:gd name="connsiteY420"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2480 w 3024845"/>
                <a:gd name="connsiteY325" fmla="*/ 138353 h 1078499"/>
                <a:gd name="connsiteX326" fmla="*/ 2168560 w 3024845"/>
                <a:gd name="connsiteY326" fmla="*/ 144839 h 1078499"/>
                <a:gd name="connsiteX327" fmla="*/ 2166533 w 3024845"/>
                <a:gd name="connsiteY327" fmla="*/ 151324 h 1078499"/>
                <a:gd name="connsiteX328" fmla="*/ 2166533 w 3024845"/>
                <a:gd name="connsiteY328" fmla="*/ 229148 h 1078499"/>
                <a:gd name="connsiteX329" fmla="*/ 2168560 w 3024845"/>
                <a:gd name="connsiteY329" fmla="*/ 233472 h 1078499"/>
                <a:gd name="connsiteX330" fmla="*/ 2168560 w 3024845"/>
                <a:gd name="connsiteY330" fmla="*/ 255090 h 1078499"/>
                <a:gd name="connsiteX331" fmla="*/ 2182747 w 3024845"/>
                <a:gd name="connsiteY331" fmla="*/ 255090 h 1078499"/>
                <a:gd name="connsiteX332" fmla="*/ 2182747 w 3024845"/>
                <a:gd name="connsiteY332" fmla="*/ 272384 h 1078499"/>
                <a:gd name="connsiteX333" fmla="*/ 2190854 w 3024845"/>
                <a:gd name="connsiteY333" fmla="*/ 296163 h 1078499"/>
                <a:gd name="connsiteX334" fmla="*/ 2184774 w 3024845"/>
                <a:gd name="connsiteY334" fmla="*/ 300487 h 1078499"/>
                <a:gd name="connsiteX335" fmla="*/ 2172613 w 3024845"/>
                <a:gd name="connsiteY335" fmla="*/ 322105 h 1078499"/>
                <a:gd name="connsiteX336" fmla="*/ 2180720 w 3024845"/>
                <a:gd name="connsiteY336" fmla="*/ 575033 h 1078499"/>
                <a:gd name="connsiteX337" fmla="*/ 2245574 w 3024845"/>
                <a:gd name="connsiteY337" fmla="*/ 575033 h 1078499"/>
                <a:gd name="connsiteX338" fmla="*/ 2245574 w 3024845"/>
                <a:gd name="connsiteY338" fmla="*/ 650695 h 1078499"/>
                <a:gd name="connsiteX339" fmla="*/ 2253681 w 3024845"/>
                <a:gd name="connsiteY339" fmla="*/ 650695 h 1078499"/>
                <a:gd name="connsiteX340" fmla="*/ 2255708 w 3024845"/>
                <a:gd name="connsiteY340" fmla="*/ 644210 h 1078499"/>
                <a:gd name="connsiteX341" fmla="*/ 2261788 w 3024845"/>
                <a:gd name="connsiteY341" fmla="*/ 644210 h 1078499"/>
                <a:gd name="connsiteX342" fmla="*/ 2263815 w 3024845"/>
                <a:gd name="connsiteY342" fmla="*/ 652857 h 1078499"/>
                <a:gd name="connsiteX343" fmla="*/ 2275975 w 3024845"/>
                <a:gd name="connsiteY343" fmla="*/ 652857 h 1078499"/>
                <a:gd name="connsiteX344" fmla="*/ 2275975 w 3024845"/>
                <a:gd name="connsiteY344" fmla="*/ 646371 h 1078499"/>
                <a:gd name="connsiteX345" fmla="*/ 2298268 w 3024845"/>
                <a:gd name="connsiteY345" fmla="*/ 646371 h 1078499"/>
                <a:gd name="connsiteX346" fmla="*/ 2298268 w 3024845"/>
                <a:gd name="connsiteY346" fmla="*/ 652857 h 1078499"/>
                <a:gd name="connsiteX347" fmla="*/ 2318535 w 3024845"/>
                <a:gd name="connsiteY347" fmla="*/ 652857 h 1078499"/>
                <a:gd name="connsiteX348" fmla="*/ 2318535 w 3024845"/>
                <a:gd name="connsiteY348" fmla="*/ 698254 h 1078499"/>
                <a:gd name="connsiteX349" fmla="*/ 2332722 w 3024845"/>
                <a:gd name="connsiteY349" fmla="*/ 698254 h 1078499"/>
                <a:gd name="connsiteX350" fmla="*/ 2332722 w 3024845"/>
                <a:gd name="connsiteY350" fmla="*/ 685283 h 1078499"/>
                <a:gd name="connsiteX351" fmla="*/ 2348936 w 3024845"/>
                <a:gd name="connsiteY351" fmla="*/ 685283 h 1078499"/>
                <a:gd name="connsiteX352" fmla="*/ 2348936 w 3024845"/>
                <a:gd name="connsiteY352" fmla="*/ 505856 h 1078499"/>
                <a:gd name="connsiteX353" fmla="*/ 2355016 w 3024845"/>
                <a:gd name="connsiteY353" fmla="*/ 499370 h 1078499"/>
                <a:gd name="connsiteX354" fmla="*/ 2427977 w 3024845"/>
                <a:gd name="connsiteY354" fmla="*/ 499370 h 1078499"/>
                <a:gd name="connsiteX355" fmla="*/ 2427977 w 3024845"/>
                <a:gd name="connsiteY355" fmla="*/ 508018 h 1078499"/>
                <a:gd name="connsiteX356" fmla="*/ 2438110 w 3024845"/>
                <a:gd name="connsiteY356" fmla="*/ 508018 h 1078499"/>
                <a:gd name="connsiteX357" fmla="*/ 2438110 w 3024845"/>
                <a:gd name="connsiteY357" fmla="*/ 622592 h 1078499"/>
                <a:gd name="connsiteX358" fmla="*/ 2460404 w 3024845"/>
                <a:gd name="connsiteY358" fmla="*/ 622592 h 1078499"/>
                <a:gd name="connsiteX359" fmla="*/ 2460404 w 3024845"/>
                <a:gd name="connsiteY359" fmla="*/ 555577 h 1078499"/>
                <a:gd name="connsiteX360" fmla="*/ 2486751 w 3024845"/>
                <a:gd name="connsiteY360" fmla="*/ 555577 h 1078499"/>
                <a:gd name="connsiteX361" fmla="*/ 2490804 w 3024845"/>
                <a:gd name="connsiteY361" fmla="*/ 551253 h 1078499"/>
                <a:gd name="connsiteX362" fmla="*/ 2498911 w 3024845"/>
                <a:gd name="connsiteY362" fmla="*/ 551253 h 1078499"/>
                <a:gd name="connsiteX363" fmla="*/ 2502964 w 3024845"/>
                <a:gd name="connsiteY363" fmla="*/ 555577 h 1078499"/>
                <a:gd name="connsiteX364" fmla="*/ 2525258 w 3024845"/>
                <a:gd name="connsiteY364" fmla="*/ 555577 h 1078499"/>
                <a:gd name="connsiteX365" fmla="*/ 2525258 w 3024845"/>
                <a:gd name="connsiteY365" fmla="*/ 438841 h 1078499"/>
                <a:gd name="connsiteX366" fmla="*/ 2582005 w 3024845"/>
                <a:gd name="connsiteY366" fmla="*/ 428032 h 1078499"/>
                <a:gd name="connsiteX367" fmla="*/ 2582005 w 3024845"/>
                <a:gd name="connsiteY367" fmla="*/ 429113 h 1078499"/>
                <a:gd name="connsiteX368" fmla="*/ 2582005 w 3024845"/>
                <a:gd name="connsiteY368" fmla="*/ 436679 h 1078499"/>
                <a:gd name="connsiteX369" fmla="*/ 2608352 w 3024845"/>
                <a:gd name="connsiteY369" fmla="*/ 436679 h 1078499"/>
                <a:gd name="connsiteX370" fmla="*/ 2608352 w 3024845"/>
                <a:gd name="connsiteY370" fmla="*/ 691769 h 1078499"/>
                <a:gd name="connsiteX371" fmla="*/ 2630646 w 3024845"/>
                <a:gd name="connsiteY371" fmla="*/ 691769 h 1078499"/>
                <a:gd name="connsiteX372" fmla="*/ 2630646 w 3024845"/>
                <a:gd name="connsiteY372" fmla="*/ 687445 h 1078499"/>
                <a:gd name="connsiteX373" fmla="*/ 2642806 w 3024845"/>
                <a:gd name="connsiteY373" fmla="*/ 687445 h 1078499"/>
                <a:gd name="connsiteX374" fmla="*/ 2642806 w 3024845"/>
                <a:gd name="connsiteY374" fmla="*/ 691769 h 1078499"/>
                <a:gd name="connsiteX375" fmla="*/ 2667126 w 3024845"/>
                <a:gd name="connsiteY375" fmla="*/ 691769 h 1078499"/>
                <a:gd name="connsiteX376" fmla="*/ 2667126 w 3024845"/>
                <a:gd name="connsiteY376" fmla="*/ 678798 h 1078499"/>
                <a:gd name="connsiteX377" fmla="*/ 2695500 w 3024845"/>
                <a:gd name="connsiteY377" fmla="*/ 678798 h 1078499"/>
                <a:gd name="connsiteX378" fmla="*/ 2707660 w 3024845"/>
                <a:gd name="connsiteY378" fmla="*/ 674474 h 1078499"/>
                <a:gd name="connsiteX379" fmla="*/ 2727927 w 3024845"/>
                <a:gd name="connsiteY379" fmla="*/ 678798 h 1078499"/>
                <a:gd name="connsiteX380" fmla="*/ 2727927 w 3024845"/>
                <a:gd name="connsiteY380" fmla="*/ 661504 h 1078499"/>
                <a:gd name="connsiteX381" fmla="*/ 2736034 w 3024845"/>
                <a:gd name="connsiteY381" fmla="*/ 661504 h 1078499"/>
                <a:gd name="connsiteX382" fmla="*/ 2736034 w 3024845"/>
                <a:gd name="connsiteY382" fmla="*/ 648533 h 1078499"/>
                <a:gd name="connsiteX383" fmla="*/ 2792781 w 3024845"/>
                <a:gd name="connsiteY383" fmla="*/ 648533 h 1078499"/>
                <a:gd name="connsiteX384" fmla="*/ 2792781 w 3024845"/>
                <a:gd name="connsiteY384" fmla="*/ 618268 h 1078499"/>
                <a:gd name="connsiteX385" fmla="*/ 2811021 w 3024845"/>
                <a:gd name="connsiteY385" fmla="*/ 618268 h 1078499"/>
                <a:gd name="connsiteX386" fmla="*/ 2811021 w 3024845"/>
                <a:gd name="connsiteY386" fmla="*/ 611783 h 1078499"/>
                <a:gd name="connsiteX387" fmla="*/ 2823181 w 3024845"/>
                <a:gd name="connsiteY387" fmla="*/ 611783 h 1078499"/>
                <a:gd name="connsiteX388" fmla="*/ 2823181 w 3024845"/>
                <a:gd name="connsiteY388" fmla="*/ 618268 h 1078499"/>
                <a:gd name="connsiteX389" fmla="*/ 2839395 w 3024845"/>
                <a:gd name="connsiteY389" fmla="*/ 618268 h 1078499"/>
                <a:gd name="connsiteX390" fmla="*/ 2839395 w 3024845"/>
                <a:gd name="connsiteY390" fmla="*/ 667989 h 1078499"/>
                <a:gd name="connsiteX391" fmla="*/ 2871822 w 3024845"/>
                <a:gd name="connsiteY391" fmla="*/ 667989 h 1078499"/>
                <a:gd name="connsiteX392" fmla="*/ 2871822 w 3024845"/>
                <a:gd name="connsiteY392" fmla="*/ 642048 h 1078499"/>
                <a:gd name="connsiteX393" fmla="*/ 2910329 w 3024845"/>
                <a:gd name="connsiteY393" fmla="*/ 642048 h 1078499"/>
                <a:gd name="connsiteX394" fmla="*/ 2910329 w 3024845"/>
                <a:gd name="connsiteY394" fmla="*/ 611783 h 1078499"/>
                <a:gd name="connsiteX395" fmla="*/ 2958970 w 3024845"/>
                <a:gd name="connsiteY395" fmla="*/ 611783 h 1078499"/>
                <a:gd name="connsiteX396" fmla="*/ 2958970 w 3024845"/>
                <a:gd name="connsiteY396" fmla="*/ 722939 h 1078499"/>
                <a:gd name="connsiteX397" fmla="*/ 2958970 w 3024845"/>
                <a:gd name="connsiteY397" fmla="*/ 736718 h 1078499"/>
                <a:gd name="connsiteX398" fmla="*/ 3024845 w 3024845"/>
                <a:gd name="connsiteY398" fmla="*/ 736718 h 1078499"/>
                <a:gd name="connsiteX399" fmla="*/ 3024845 w 3024845"/>
                <a:gd name="connsiteY399" fmla="*/ 1078499 h 1078499"/>
                <a:gd name="connsiteX400" fmla="*/ 2054 w 3024845"/>
                <a:gd name="connsiteY400" fmla="*/ 1076166 h 1078499"/>
                <a:gd name="connsiteX401" fmla="*/ 0 w 3024845"/>
                <a:gd name="connsiteY401" fmla="*/ 642048 h 1078499"/>
                <a:gd name="connsiteX402" fmla="*/ 20267 w 3024845"/>
                <a:gd name="connsiteY402" fmla="*/ 642048 h 1078499"/>
                <a:gd name="connsiteX403" fmla="*/ 20774 w 3024845"/>
                <a:gd name="connsiteY403" fmla="*/ 640967 h 1078499"/>
                <a:gd name="connsiteX404" fmla="*/ 24320 w 3024845"/>
                <a:gd name="connsiteY404" fmla="*/ 633401 h 1078499"/>
                <a:gd name="connsiteX405" fmla="*/ 26094 w 3024845"/>
                <a:gd name="connsiteY405" fmla="*/ 633671 h 1078499"/>
                <a:gd name="connsiteX406" fmla="*/ 38507 w 3024845"/>
                <a:gd name="connsiteY406" fmla="*/ 635562 h 1078499"/>
                <a:gd name="connsiteX407" fmla="*/ 39014 w 3024845"/>
                <a:gd name="connsiteY407" fmla="*/ 636914 h 1078499"/>
                <a:gd name="connsiteX408" fmla="*/ 42560 w 3024845"/>
                <a:gd name="connsiteY408" fmla="*/ 646371 h 1078499"/>
                <a:gd name="connsiteX409" fmla="*/ 68907 w 3024845"/>
                <a:gd name="connsiteY409" fmla="*/ 648533 h 1078499"/>
                <a:gd name="connsiteX410" fmla="*/ 68907 w 3024845"/>
                <a:gd name="connsiteY410" fmla="*/ 525312 h 1078499"/>
                <a:gd name="connsiteX411" fmla="*/ 70934 w 3024845"/>
                <a:gd name="connsiteY411" fmla="*/ 525312 h 1078499"/>
                <a:gd name="connsiteX412" fmla="*/ 85121 w 3024845"/>
                <a:gd name="connsiteY412" fmla="*/ 525312 h 1078499"/>
                <a:gd name="connsiteX413" fmla="*/ 85121 w 3024845"/>
                <a:gd name="connsiteY413" fmla="*/ 389120 h 1078499"/>
                <a:gd name="connsiteX414" fmla="*/ 86894 w 3024845"/>
                <a:gd name="connsiteY414" fmla="*/ 389120 h 1078499"/>
                <a:gd name="connsiteX415" fmla="*/ 99308 w 3024845"/>
                <a:gd name="connsiteY415" fmla="*/ 389120 h 1078499"/>
                <a:gd name="connsiteX416" fmla="*/ 99308 w 3024845"/>
                <a:gd name="connsiteY416" fmla="*/ 274546 h 1078499"/>
                <a:gd name="connsiteX417" fmla="*/ 103361 w 3024845"/>
                <a:gd name="connsiteY417" fmla="*/ 246442 h 1078499"/>
                <a:gd name="connsiteX418" fmla="*/ 105388 w 3024845"/>
                <a:gd name="connsiteY418" fmla="*/ 246442 h 1078499"/>
                <a:gd name="connsiteX419" fmla="*/ 119575 w 3024845"/>
                <a:gd name="connsiteY419" fmla="*/ 246442 h 1078499"/>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72613 w 3024845"/>
                <a:gd name="connsiteY334" fmla="*/ 302649 h 1059043"/>
                <a:gd name="connsiteX335" fmla="*/ 2180720 w 3024845"/>
                <a:gd name="connsiteY335" fmla="*/ 555577 h 1059043"/>
                <a:gd name="connsiteX336" fmla="*/ 2245574 w 3024845"/>
                <a:gd name="connsiteY336" fmla="*/ 555577 h 1059043"/>
                <a:gd name="connsiteX337" fmla="*/ 2245574 w 3024845"/>
                <a:gd name="connsiteY337" fmla="*/ 631239 h 1059043"/>
                <a:gd name="connsiteX338" fmla="*/ 2253681 w 3024845"/>
                <a:gd name="connsiteY338" fmla="*/ 631239 h 1059043"/>
                <a:gd name="connsiteX339" fmla="*/ 2255708 w 3024845"/>
                <a:gd name="connsiteY339" fmla="*/ 624754 h 1059043"/>
                <a:gd name="connsiteX340" fmla="*/ 2261788 w 3024845"/>
                <a:gd name="connsiteY340" fmla="*/ 624754 h 1059043"/>
                <a:gd name="connsiteX341" fmla="*/ 2263815 w 3024845"/>
                <a:gd name="connsiteY341" fmla="*/ 633401 h 1059043"/>
                <a:gd name="connsiteX342" fmla="*/ 2275975 w 3024845"/>
                <a:gd name="connsiteY342" fmla="*/ 633401 h 1059043"/>
                <a:gd name="connsiteX343" fmla="*/ 2275975 w 3024845"/>
                <a:gd name="connsiteY343" fmla="*/ 626915 h 1059043"/>
                <a:gd name="connsiteX344" fmla="*/ 2298268 w 3024845"/>
                <a:gd name="connsiteY344" fmla="*/ 626915 h 1059043"/>
                <a:gd name="connsiteX345" fmla="*/ 2298268 w 3024845"/>
                <a:gd name="connsiteY345" fmla="*/ 633401 h 1059043"/>
                <a:gd name="connsiteX346" fmla="*/ 2318535 w 3024845"/>
                <a:gd name="connsiteY346" fmla="*/ 633401 h 1059043"/>
                <a:gd name="connsiteX347" fmla="*/ 2318535 w 3024845"/>
                <a:gd name="connsiteY347" fmla="*/ 678798 h 1059043"/>
                <a:gd name="connsiteX348" fmla="*/ 2332722 w 3024845"/>
                <a:gd name="connsiteY348" fmla="*/ 678798 h 1059043"/>
                <a:gd name="connsiteX349" fmla="*/ 2332722 w 3024845"/>
                <a:gd name="connsiteY349" fmla="*/ 665827 h 1059043"/>
                <a:gd name="connsiteX350" fmla="*/ 2348936 w 3024845"/>
                <a:gd name="connsiteY350" fmla="*/ 665827 h 1059043"/>
                <a:gd name="connsiteX351" fmla="*/ 2348936 w 3024845"/>
                <a:gd name="connsiteY351" fmla="*/ 486400 h 1059043"/>
                <a:gd name="connsiteX352" fmla="*/ 2355016 w 3024845"/>
                <a:gd name="connsiteY352" fmla="*/ 479914 h 1059043"/>
                <a:gd name="connsiteX353" fmla="*/ 2427977 w 3024845"/>
                <a:gd name="connsiteY353" fmla="*/ 479914 h 1059043"/>
                <a:gd name="connsiteX354" fmla="*/ 2427977 w 3024845"/>
                <a:gd name="connsiteY354" fmla="*/ 488562 h 1059043"/>
                <a:gd name="connsiteX355" fmla="*/ 2438110 w 3024845"/>
                <a:gd name="connsiteY355" fmla="*/ 488562 h 1059043"/>
                <a:gd name="connsiteX356" fmla="*/ 2438110 w 3024845"/>
                <a:gd name="connsiteY356" fmla="*/ 603136 h 1059043"/>
                <a:gd name="connsiteX357" fmla="*/ 2460404 w 3024845"/>
                <a:gd name="connsiteY357" fmla="*/ 603136 h 1059043"/>
                <a:gd name="connsiteX358" fmla="*/ 2460404 w 3024845"/>
                <a:gd name="connsiteY358" fmla="*/ 536121 h 1059043"/>
                <a:gd name="connsiteX359" fmla="*/ 2486751 w 3024845"/>
                <a:gd name="connsiteY359" fmla="*/ 536121 h 1059043"/>
                <a:gd name="connsiteX360" fmla="*/ 2490804 w 3024845"/>
                <a:gd name="connsiteY360" fmla="*/ 531797 h 1059043"/>
                <a:gd name="connsiteX361" fmla="*/ 2498911 w 3024845"/>
                <a:gd name="connsiteY361" fmla="*/ 531797 h 1059043"/>
                <a:gd name="connsiteX362" fmla="*/ 2502964 w 3024845"/>
                <a:gd name="connsiteY362" fmla="*/ 536121 h 1059043"/>
                <a:gd name="connsiteX363" fmla="*/ 2525258 w 3024845"/>
                <a:gd name="connsiteY363" fmla="*/ 536121 h 1059043"/>
                <a:gd name="connsiteX364" fmla="*/ 2525258 w 3024845"/>
                <a:gd name="connsiteY364" fmla="*/ 419385 h 1059043"/>
                <a:gd name="connsiteX365" fmla="*/ 2582005 w 3024845"/>
                <a:gd name="connsiteY365" fmla="*/ 408576 h 1059043"/>
                <a:gd name="connsiteX366" fmla="*/ 2582005 w 3024845"/>
                <a:gd name="connsiteY366" fmla="*/ 409657 h 1059043"/>
                <a:gd name="connsiteX367" fmla="*/ 2582005 w 3024845"/>
                <a:gd name="connsiteY367" fmla="*/ 417223 h 1059043"/>
                <a:gd name="connsiteX368" fmla="*/ 2608352 w 3024845"/>
                <a:gd name="connsiteY368" fmla="*/ 417223 h 1059043"/>
                <a:gd name="connsiteX369" fmla="*/ 2608352 w 3024845"/>
                <a:gd name="connsiteY369" fmla="*/ 672313 h 1059043"/>
                <a:gd name="connsiteX370" fmla="*/ 2630646 w 3024845"/>
                <a:gd name="connsiteY370" fmla="*/ 672313 h 1059043"/>
                <a:gd name="connsiteX371" fmla="*/ 2630646 w 3024845"/>
                <a:gd name="connsiteY371" fmla="*/ 667989 h 1059043"/>
                <a:gd name="connsiteX372" fmla="*/ 2642806 w 3024845"/>
                <a:gd name="connsiteY372" fmla="*/ 667989 h 1059043"/>
                <a:gd name="connsiteX373" fmla="*/ 2642806 w 3024845"/>
                <a:gd name="connsiteY373" fmla="*/ 672313 h 1059043"/>
                <a:gd name="connsiteX374" fmla="*/ 2667126 w 3024845"/>
                <a:gd name="connsiteY374" fmla="*/ 672313 h 1059043"/>
                <a:gd name="connsiteX375" fmla="*/ 2667126 w 3024845"/>
                <a:gd name="connsiteY375" fmla="*/ 659342 h 1059043"/>
                <a:gd name="connsiteX376" fmla="*/ 2695500 w 3024845"/>
                <a:gd name="connsiteY376" fmla="*/ 659342 h 1059043"/>
                <a:gd name="connsiteX377" fmla="*/ 2707660 w 3024845"/>
                <a:gd name="connsiteY377" fmla="*/ 655018 h 1059043"/>
                <a:gd name="connsiteX378" fmla="*/ 2727927 w 3024845"/>
                <a:gd name="connsiteY378" fmla="*/ 659342 h 1059043"/>
                <a:gd name="connsiteX379" fmla="*/ 2727927 w 3024845"/>
                <a:gd name="connsiteY379" fmla="*/ 642048 h 1059043"/>
                <a:gd name="connsiteX380" fmla="*/ 2736034 w 3024845"/>
                <a:gd name="connsiteY380" fmla="*/ 642048 h 1059043"/>
                <a:gd name="connsiteX381" fmla="*/ 2736034 w 3024845"/>
                <a:gd name="connsiteY381" fmla="*/ 629077 h 1059043"/>
                <a:gd name="connsiteX382" fmla="*/ 2792781 w 3024845"/>
                <a:gd name="connsiteY382" fmla="*/ 629077 h 1059043"/>
                <a:gd name="connsiteX383" fmla="*/ 2792781 w 3024845"/>
                <a:gd name="connsiteY383" fmla="*/ 598812 h 1059043"/>
                <a:gd name="connsiteX384" fmla="*/ 2811021 w 3024845"/>
                <a:gd name="connsiteY384" fmla="*/ 598812 h 1059043"/>
                <a:gd name="connsiteX385" fmla="*/ 2811021 w 3024845"/>
                <a:gd name="connsiteY385" fmla="*/ 592327 h 1059043"/>
                <a:gd name="connsiteX386" fmla="*/ 2823181 w 3024845"/>
                <a:gd name="connsiteY386" fmla="*/ 592327 h 1059043"/>
                <a:gd name="connsiteX387" fmla="*/ 2823181 w 3024845"/>
                <a:gd name="connsiteY387" fmla="*/ 598812 h 1059043"/>
                <a:gd name="connsiteX388" fmla="*/ 2839395 w 3024845"/>
                <a:gd name="connsiteY388" fmla="*/ 598812 h 1059043"/>
                <a:gd name="connsiteX389" fmla="*/ 2839395 w 3024845"/>
                <a:gd name="connsiteY389" fmla="*/ 648533 h 1059043"/>
                <a:gd name="connsiteX390" fmla="*/ 2871822 w 3024845"/>
                <a:gd name="connsiteY390" fmla="*/ 648533 h 1059043"/>
                <a:gd name="connsiteX391" fmla="*/ 2871822 w 3024845"/>
                <a:gd name="connsiteY391" fmla="*/ 622592 h 1059043"/>
                <a:gd name="connsiteX392" fmla="*/ 2910329 w 3024845"/>
                <a:gd name="connsiteY392" fmla="*/ 622592 h 1059043"/>
                <a:gd name="connsiteX393" fmla="*/ 2910329 w 3024845"/>
                <a:gd name="connsiteY393" fmla="*/ 592327 h 1059043"/>
                <a:gd name="connsiteX394" fmla="*/ 2958970 w 3024845"/>
                <a:gd name="connsiteY394" fmla="*/ 592327 h 1059043"/>
                <a:gd name="connsiteX395" fmla="*/ 2958970 w 3024845"/>
                <a:gd name="connsiteY395" fmla="*/ 703483 h 1059043"/>
                <a:gd name="connsiteX396" fmla="*/ 2958970 w 3024845"/>
                <a:gd name="connsiteY396" fmla="*/ 717262 h 1059043"/>
                <a:gd name="connsiteX397" fmla="*/ 3024845 w 3024845"/>
                <a:gd name="connsiteY397" fmla="*/ 717262 h 1059043"/>
                <a:gd name="connsiteX398" fmla="*/ 3024845 w 3024845"/>
                <a:gd name="connsiteY398" fmla="*/ 1059043 h 1059043"/>
                <a:gd name="connsiteX399" fmla="*/ 2054 w 3024845"/>
                <a:gd name="connsiteY399" fmla="*/ 1056710 h 1059043"/>
                <a:gd name="connsiteX400" fmla="*/ 0 w 3024845"/>
                <a:gd name="connsiteY400" fmla="*/ 622592 h 1059043"/>
                <a:gd name="connsiteX401" fmla="*/ 20267 w 3024845"/>
                <a:gd name="connsiteY401" fmla="*/ 622592 h 1059043"/>
                <a:gd name="connsiteX402" fmla="*/ 20774 w 3024845"/>
                <a:gd name="connsiteY402" fmla="*/ 621511 h 1059043"/>
                <a:gd name="connsiteX403" fmla="*/ 24320 w 3024845"/>
                <a:gd name="connsiteY403" fmla="*/ 613945 h 1059043"/>
                <a:gd name="connsiteX404" fmla="*/ 26094 w 3024845"/>
                <a:gd name="connsiteY404" fmla="*/ 614215 h 1059043"/>
                <a:gd name="connsiteX405" fmla="*/ 38507 w 3024845"/>
                <a:gd name="connsiteY405" fmla="*/ 616106 h 1059043"/>
                <a:gd name="connsiteX406" fmla="*/ 39014 w 3024845"/>
                <a:gd name="connsiteY406" fmla="*/ 617458 h 1059043"/>
                <a:gd name="connsiteX407" fmla="*/ 42560 w 3024845"/>
                <a:gd name="connsiteY407" fmla="*/ 626915 h 1059043"/>
                <a:gd name="connsiteX408" fmla="*/ 68907 w 3024845"/>
                <a:gd name="connsiteY408" fmla="*/ 629077 h 1059043"/>
                <a:gd name="connsiteX409" fmla="*/ 68907 w 3024845"/>
                <a:gd name="connsiteY409" fmla="*/ 505856 h 1059043"/>
                <a:gd name="connsiteX410" fmla="*/ 70934 w 3024845"/>
                <a:gd name="connsiteY410" fmla="*/ 505856 h 1059043"/>
                <a:gd name="connsiteX411" fmla="*/ 85121 w 3024845"/>
                <a:gd name="connsiteY411" fmla="*/ 505856 h 1059043"/>
                <a:gd name="connsiteX412" fmla="*/ 85121 w 3024845"/>
                <a:gd name="connsiteY412" fmla="*/ 369664 h 1059043"/>
                <a:gd name="connsiteX413" fmla="*/ 86894 w 3024845"/>
                <a:gd name="connsiteY413" fmla="*/ 369664 h 1059043"/>
                <a:gd name="connsiteX414" fmla="*/ 99308 w 3024845"/>
                <a:gd name="connsiteY414" fmla="*/ 369664 h 1059043"/>
                <a:gd name="connsiteX415" fmla="*/ 99308 w 3024845"/>
                <a:gd name="connsiteY415" fmla="*/ 255090 h 1059043"/>
                <a:gd name="connsiteX416" fmla="*/ 103361 w 3024845"/>
                <a:gd name="connsiteY416" fmla="*/ 226986 h 1059043"/>
                <a:gd name="connsiteX417" fmla="*/ 105388 w 3024845"/>
                <a:gd name="connsiteY417" fmla="*/ 226986 h 1059043"/>
                <a:gd name="connsiteX418" fmla="*/ 119575 w 3024845"/>
                <a:gd name="connsiteY41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80720 w 3024845"/>
                <a:gd name="connsiteY334" fmla="*/ 555577 h 1059043"/>
                <a:gd name="connsiteX335" fmla="*/ 2245574 w 3024845"/>
                <a:gd name="connsiteY335" fmla="*/ 555577 h 1059043"/>
                <a:gd name="connsiteX336" fmla="*/ 2245574 w 3024845"/>
                <a:gd name="connsiteY336" fmla="*/ 631239 h 1059043"/>
                <a:gd name="connsiteX337" fmla="*/ 2253681 w 3024845"/>
                <a:gd name="connsiteY337" fmla="*/ 631239 h 1059043"/>
                <a:gd name="connsiteX338" fmla="*/ 2255708 w 3024845"/>
                <a:gd name="connsiteY338" fmla="*/ 624754 h 1059043"/>
                <a:gd name="connsiteX339" fmla="*/ 2261788 w 3024845"/>
                <a:gd name="connsiteY339" fmla="*/ 624754 h 1059043"/>
                <a:gd name="connsiteX340" fmla="*/ 2263815 w 3024845"/>
                <a:gd name="connsiteY340" fmla="*/ 633401 h 1059043"/>
                <a:gd name="connsiteX341" fmla="*/ 2275975 w 3024845"/>
                <a:gd name="connsiteY341" fmla="*/ 633401 h 1059043"/>
                <a:gd name="connsiteX342" fmla="*/ 2275975 w 3024845"/>
                <a:gd name="connsiteY342" fmla="*/ 626915 h 1059043"/>
                <a:gd name="connsiteX343" fmla="*/ 2298268 w 3024845"/>
                <a:gd name="connsiteY343" fmla="*/ 626915 h 1059043"/>
                <a:gd name="connsiteX344" fmla="*/ 2298268 w 3024845"/>
                <a:gd name="connsiteY344" fmla="*/ 633401 h 1059043"/>
                <a:gd name="connsiteX345" fmla="*/ 2318535 w 3024845"/>
                <a:gd name="connsiteY345" fmla="*/ 633401 h 1059043"/>
                <a:gd name="connsiteX346" fmla="*/ 2318535 w 3024845"/>
                <a:gd name="connsiteY346" fmla="*/ 678798 h 1059043"/>
                <a:gd name="connsiteX347" fmla="*/ 2332722 w 3024845"/>
                <a:gd name="connsiteY347" fmla="*/ 678798 h 1059043"/>
                <a:gd name="connsiteX348" fmla="*/ 2332722 w 3024845"/>
                <a:gd name="connsiteY348" fmla="*/ 665827 h 1059043"/>
                <a:gd name="connsiteX349" fmla="*/ 2348936 w 3024845"/>
                <a:gd name="connsiteY349" fmla="*/ 665827 h 1059043"/>
                <a:gd name="connsiteX350" fmla="*/ 2348936 w 3024845"/>
                <a:gd name="connsiteY350" fmla="*/ 486400 h 1059043"/>
                <a:gd name="connsiteX351" fmla="*/ 2355016 w 3024845"/>
                <a:gd name="connsiteY351" fmla="*/ 479914 h 1059043"/>
                <a:gd name="connsiteX352" fmla="*/ 2427977 w 3024845"/>
                <a:gd name="connsiteY352" fmla="*/ 479914 h 1059043"/>
                <a:gd name="connsiteX353" fmla="*/ 2427977 w 3024845"/>
                <a:gd name="connsiteY353" fmla="*/ 488562 h 1059043"/>
                <a:gd name="connsiteX354" fmla="*/ 2438110 w 3024845"/>
                <a:gd name="connsiteY354" fmla="*/ 488562 h 1059043"/>
                <a:gd name="connsiteX355" fmla="*/ 2438110 w 3024845"/>
                <a:gd name="connsiteY355" fmla="*/ 603136 h 1059043"/>
                <a:gd name="connsiteX356" fmla="*/ 2460404 w 3024845"/>
                <a:gd name="connsiteY356" fmla="*/ 603136 h 1059043"/>
                <a:gd name="connsiteX357" fmla="*/ 2460404 w 3024845"/>
                <a:gd name="connsiteY357" fmla="*/ 536121 h 1059043"/>
                <a:gd name="connsiteX358" fmla="*/ 2486751 w 3024845"/>
                <a:gd name="connsiteY358" fmla="*/ 536121 h 1059043"/>
                <a:gd name="connsiteX359" fmla="*/ 2490804 w 3024845"/>
                <a:gd name="connsiteY359" fmla="*/ 531797 h 1059043"/>
                <a:gd name="connsiteX360" fmla="*/ 2498911 w 3024845"/>
                <a:gd name="connsiteY360" fmla="*/ 531797 h 1059043"/>
                <a:gd name="connsiteX361" fmla="*/ 2502964 w 3024845"/>
                <a:gd name="connsiteY361" fmla="*/ 536121 h 1059043"/>
                <a:gd name="connsiteX362" fmla="*/ 2525258 w 3024845"/>
                <a:gd name="connsiteY362" fmla="*/ 536121 h 1059043"/>
                <a:gd name="connsiteX363" fmla="*/ 2525258 w 3024845"/>
                <a:gd name="connsiteY363" fmla="*/ 419385 h 1059043"/>
                <a:gd name="connsiteX364" fmla="*/ 2582005 w 3024845"/>
                <a:gd name="connsiteY364" fmla="*/ 408576 h 1059043"/>
                <a:gd name="connsiteX365" fmla="*/ 2582005 w 3024845"/>
                <a:gd name="connsiteY365" fmla="*/ 409657 h 1059043"/>
                <a:gd name="connsiteX366" fmla="*/ 2582005 w 3024845"/>
                <a:gd name="connsiteY366" fmla="*/ 417223 h 1059043"/>
                <a:gd name="connsiteX367" fmla="*/ 2608352 w 3024845"/>
                <a:gd name="connsiteY367" fmla="*/ 417223 h 1059043"/>
                <a:gd name="connsiteX368" fmla="*/ 2608352 w 3024845"/>
                <a:gd name="connsiteY368" fmla="*/ 672313 h 1059043"/>
                <a:gd name="connsiteX369" fmla="*/ 2630646 w 3024845"/>
                <a:gd name="connsiteY369" fmla="*/ 672313 h 1059043"/>
                <a:gd name="connsiteX370" fmla="*/ 2630646 w 3024845"/>
                <a:gd name="connsiteY370" fmla="*/ 667989 h 1059043"/>
                <a:gd name="connsiteX371" fmla="*/ 2642806 w 3024845"/>
                <a:gd name="connsiteY371" fmla="*/ 667989 h 1059043"/>
                <a:gd name="connsiteX372" fmla="*/ 2642806 w 3024845"/>
                <a:gd name="connsiteY372" fmla="*/ 672313 h 1059043"/>
                <a:gd name="connsiteX373" fmla="*/ 2667126 w 3024845"/>
                <a:gd name="connsiteY373" fmla="*/ 672313 h 1059043"/>
                <a:gd name="connsiteX374" fmla="*/ 2667126 w 3024845"/>
                <a:gd name="connsiteY374" fmla="*/ 659342 h 1059043"/>
                <a:gd name="connsiteX375" fmla="*/ 2695500 w 3024845"/>
                <a:gd name="connsiteY375" fmla="*/ 659342 h 1059043"/>
                <a:gd name="connsiteX376" fmla="*/ 2707660 w 3024845"/>
                <a:gd name="connsiteY376" fmla="*/ 655018 h 1059043"/>
                <a:gd name="connsiteX377" fmla="*/ 2727927 w 3024845"/>
                <a:gd name="connsiteY377" fmla="*/ 659342 h 1059043"/>
                <a:gd name="connsiteX378" fmla="*/ 2727927 w 3024845"/>
                <a:gd name="connsiteY378" fmla="*/ 642048 h 1059043"/>
                <a:gd name="connsiteX379" fmla="*/ 2736034 w 3024845"/>
                <a:gd name="connsiteY379" fmla="*/ 642048 h 1059043"/>
                <a:gd name="connsiteX380" fmla="*/ 2736034 w 3024845"/>
                <a:gd name="connsiteY380" fmla="*/ 629077 h 1059043"/>
                <a:gd name="connsiteX381" fmla="*/ 2792781 w 3024845"/>
                <a:gd name="connsiteY381" fmla="*/ 629077 h 1059043"/>
                <a:gd name="connsiteX382" fmla="*/ 2792781 w 3024845"/>
                <a:gd name="connsiteY382" fmla="*/ 598812 h 1059043"/>
                <a:gd name="connsiteX383" fmla="*/ 2811021 w 3024845"/>
                <a:gd name="connsiteY383" fmla="*/ 598812 h 1059043"/>
                <a:gd name="connsiteX384" fmla="*/ 2811021 w 3024845"/>
                <a:gd name="connsiteY384" fmla="*/ 592327 h 1059043"/>
                <a:gd name="connsiteX385" fmla="*/ 2823181 w 3024845"/>
                <a:gd name="connsiteY385" fmla="*/ 592327 h 1059043"/>
                <a:gd name="connsiteX386" fmla="*/ 2823181 w 3024845"/>
                <a:gd name="connsiteY386" fmla="*/ 598812 h 1059043"/>
                <a:gd name="connsiteX387" fmla="*/ 2839395 w 3024845"/>
                <a:gd name="connsiteY387" fmla="*/ 598812 h 1059043"/>
                <a:gd name="connsiteX388" fmla="*/ 2839395 w 3024845"/>
                <a:gd name="connsiteY388" fmla="*/ 648533 h 1059043"/>
                <a:gd name="connsiteX389" fmla="*/ 2871822 w 3024845"/>
                <a:gd name="connsiteY389" fmla="*/ 648533 h 1059043"/>
                <a:gd name="connsiteX390" fmla="*/ 2871822 w 3024845"/>
                <a:gd name="connsiteY390" fmla="*/ 622592 h 1059043"/>
                <a:gd name="connsiteX391" fmla="*/ 2910329 w 3024845"/>
                <a:gd name="connsiteY391" fmla="*/ 622592 h 1059043"/>
                <a:gd name="connsiteX392" fmla="*/ 2910329 w 3024845"/>
                <a:gd name="connsiteY392" fmla="*/ 592327 h 1059043"/>
                <a:gd name="connsiteX393" fmla="*/ 2958970 w 3024845"/>
                <a:gd name="connsiteY393" fmla="*/ 592327 h 1059043"/>
                <a:gd name="connsiteX394" fmla="*/ 2958970 w 3024845"/>
                <a:gd name="connsiteY394" fmla="*/ 703483 h 1059043"/>
                <a:gd name="connsiteX395" fmla="*/ 2958970 w 3024845"/>
                <a:gd name="connsiteY395" fmla="*/ 717262 h 1059043"/>
                <a:gd name="connsiteX396" fmla="*/ 3024845 w 3024845"/>
                <a:gd name="connsiteY396" fmla="*/ 717262 h 1059043"/>
                <a:gd name="connsiteX397" fmla="*/ 3024845 w 3024845"/>
                <a:gd name="connsiteY397" fmla="*/ 1059043 h 1059043"/>
                <a:gd name="connsiteX398" fmla="*/ 2054 w 3024845"/>
                <a:gd name="connsiteY398" fmla="*/ 1056710 h 1059043"/>
                <a:gd name="connsiteX399" fmla="*/ 0 w 3024845"/>
                <a:gd name="connsiteY399" fmla="*/ 622592 h 1059043"/>
                <a:gd name="connsiteX400" fmla="*/ 20267 w 3024845"/>
                <a:gd name="connsiteY400" fmla="*/ 622592 h 1059043"/>
                <a:gd name="connsiteX401" fmla="*/ 20774 w 3024845"/>
                <a:gd name="connsiteY401" fmla="*/ 621511 h 1059043"/>
                <a:gd name="connsiteX402" fmla="*/ 24320 w 3024845"/>
                <a:gd name="connsiteY402" fmla="*/ 613945 h 1059043"/>
                <a:gd name="connsiteX403" fmla="*/ 26094 w 3024845"/>
                <a:gd name="connsiteY403" fmla="*/ 614215 h 1059043"/>
                <a:gd name="connsiteX404" fmla="*/ 38507 w 3024845"/>
                <a:gd name="connsiteY404" fmla="*/ 616106 h 1059043"/>
                <a:gd name="connsiteX405" fmla="*/ 39014 w 3024845"/>
                <a:gd name="connsiteY405" fmla="*/ 617458 h 1059043"/>
                <a:gd name="connsiteX406" fmla="*/ 42560 w 3024845"/>
                <a:gd name="connsiteY406" fmla="*/ 626915 h 1059043"/>
                <a:gd name="connsiteX407" fmla="*/ 68907 w 3024845"/>
                <a:gd name="connsiteY407" fmla="*/ 629077 h 1059043"/>
                <a:gd name="connsiteX408" fmla="*/ 68907 w 3024845"/>
                <a:gd name="connsiteY408" fmla="*/ 505856 h 1059043"/>
                <a:gd name="connsiteX409" fmla="*/ 70934 w 3024845"/>
                <a:gd name="connsiteY409" fmla="*/ 505856 h 1059043"/>
                <a:gd name="connsiteX410" fmla="*/ 85121 w 3024845"/>
                <a:gd name="connsiteY410" fmla="*/ 505856 h 1059043"/>
                <a:gd name="connsiteX411" fmla="*/ 85121 w 3024845"/>
                <a:gd name="connsiteY411" fmla="*/ 369664 h 1059043"/>
                <a:gd name="connsiteX412" fmla="*/ 86894 w 3024845"/>
                <a:gd name="connsiteY412" fmla="*/ 369664 h 1059043"/>
                <a:gd name="connsiteX413" fmla="*/ 99308 w 3024845"/>
                <a:gd name="connsiteY413" fmla="*/ 369664 h 1059043"/>
                <a:gd name="connsiteX414" fmla="*/ 99308 w 3024845"/>
                <a:gd name="connsiteY414" fmla="*/ 255090 h 1059043"/>
                <a:gd name="connsiteX415" fmla="*/ 103361 w 3024845"/>
                <a:gd name="connsiteY415" fmla="*/ 226986 h 1059043"/>
                <a:gd name="connsiteX416" fmla="*/ 105388 w 3024845"/>
                <a:gd name="connsiteY416" fmla="*/ 226986 h 1059043"/>
                <a:gd name="connsiteX417" fmla="*/ 119575 w 3024845"/>
                <a:gd name="connsiteY41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0720 w 3024845"/>
                <a:gd name="connsiteY333" fmla="*/ 555577 h 1059043"/>
                <a:gd name="connsiteX334" fmla="*/ 2245574 w 3024845"/>
                <a:gd name="connsiteY334" fmla="*/ 555577 h 1059043"/>
                <a:gd name="connsiteX335" fmla="*/ 2245574 w 3024845"/>
                <a:gd name="connsiteY335" fmla="*/ 631239 h 1059043"/>
                <a:gd name="connsiteX336" fmla="*/ 2253681 w 3024845"/>
                <a:gd name="connsiteY336" fmla="*/ 631239 h 1059043"/>
                <a:gd name="connsiteX337" fmla="*/ 2255708 w 3024845"/>
                <a:gd name="connsiteY337" fmla="*/ 624754 h 1059043"/>
                <a:gd name="connsiteX338" fmla="*/ 2261788 w 3024845"/>
                <a:gd name="connsiteY338" fmla="*/ 624754 h 1059043"/>
                <a:gd name="connsiteX339" fmla="*/ 2263815 w 3024845"/>
                <a:gd name="connsiteY339" fmla="*/ 633401 h 1059043"/>
                <a:gd name="connsiteX340" fmla="*/ 2275975 w 3024845"/>
                <a:gd name="connsiteY340" fmla="*/ 633401 h 1059043"/>
                <a:gd name="connsiteX341" fmla="*/ 2275975 w 3024845"/>
                <a:gd name="connsiteY341" fmla="*/ 626915 h 1059043"/>
                <a:gd name="connsiteX342" fmla="*/ 2298268 w 3024845"/>
                <a:gd name="connsiteY342" fmla="*/ 626915 h 1059043"/>
                <a:gd name="connsiteX343" fmla="*/ 2298268 w 3024845"/>
                <a:gd name="connsiteY343" fmla="*/ 633401 h 1059043"/>
                <a:gd name="connsiteX344" fmla="*/ 2318535 w 3024845"/>
                <a:gd name="connsiteY344" fmla="*/ 633401 h 1059043"/>
                <a:gd name="connsiteX345" fmla="*/ 2318535 w 3024845"/>
                <a:gd name="connsiteY345" fmla="*/ 678798 h 1059043"/>
                <a:gd name="connsiteX346" fmla="*/ 2332722 w 3024845"/>
                <a:gd name="connsiteY346" fmla="*/ 678798 h 1059043"/>
                <a:gd name="connsiteX347" fmla="*/ 2332722 w 3024845"/>
                <a:gd name="connsiteY347" fmla="*/ 665827 h 1059043"/>
                <a:gd name="connsiteX348" fmla="*/ 2348936 w 3024845"/>
                <a:gd name="connsiteY348" fmla="*/ 665827 h 1059043"/>
                <a:gd name="connsiteX349" fmla="*/ 2348936 w 3024845"/>
                <a:gd name="connsiteY349" fmla="*/ 486400 h 1059043"/>
                <a:gd name="connsiteX350" fmla="*/ 2355016 w 3024845"/>
                <a:gd name="connsiteY350" fmla="*/ 479914 h 1059043"/>
                <a:gd name="connsiteX351" fmla="*/ 2427977 w 3024845"/>
                <a:gd name="connsiteY351" fmla="*/ 479914 h 1059043"/>
                <a:gd name="connsiteX352" fmla="*/ 2427977 w 3024845"/>
                <a:gd name="connsiteY352" fmla="*/ 488562 h 1059043"/>
                <a:gd name="connsiteX353" fmla="*/ 2438110 w 3024845"/>
                <a:gd name="connsiteY353" fmla="*/ 488562 h 1059043"/>
                <a:gd name="connsiteX354" fmla="*/ 2438110 w 3024845"/>
                <a:gd name="connsiteY354" fmla="*/ 603136 h 1059043"/>
                <a:gd name="connsiteX355" fmla="*/ 2460404 w 3024845"/>
                <a:gd name="connsiteY355" fmla="*/ 603136 h 1059043"/>
                <a:gd name="connsiteX356" fmla="*/ 2460404 w 3024845"/>
                <a:gd name="connsiteY356" fmla="*/ 536121 h 1059043"/>
                <a:gd name="connsiteX357" fmla="*/ 2486751 w 3024845"/>
                <a:gd name="connsiteY357" fmla="*/ 536121 h 1059043"/>
                <a:gd name="connsiteX358" fmla="*/ 2490804 w 3024845"/>
                <a:gd name="connsiteY358" fmla="*/ 531797 h 1059043"/>
                <a:gd name="connsiteX359" fmla="*/ 2498911 w 3024845"/>
                <a:gd name="connsiteY359" fmla="*/ 531797 h 1059043"/>
                <a:gd name="connsiteX360" fmla="*/ 2502964 w 3024845"/>
                <a:gd name="connsiteY360" fmla="*/ 536121 h 1059043"/>
                <a:gd name="connsiteX361" fmla="*/ 2525258 w 3024845"/>
                <a:gd name="connsiteY361" fmla="*/ 536121 h 1059043"/>
                <a:gd name="connsiteX362" fmla="*/ 2525258 w 3024845"/>
                <a:gd name="connsiteY362" fmla="*/ 419385 h 1059043"/>
                <a:gd name="connsiteX363" fmla="*/ 2582005 w 3024845"/>
                <a:gd name="connsiteY363" fmla="*/ 408576 h 1059043"/>
                <a:gd name="connsiteX364" fmla="*/ 2582005 w 3024845"/>
                <a:gd name="connsiteY364" fmla="*/ 409657 h 1059043"/>
                <a:gd name="connsiteX365" fmla="*/ 2582005 w 3024845"/>
                <a:gd name="connsiteY365" fmla="*/ 417223 h 1059043"/>
                <a:gd name="connsiteX366" fmla="*/ 2608352 w 3024845"/>
                <a:gd name="connsiteY366" fmla="*/ 417223 h 1059043"/>
                <a:gd name="connsiteX367" fmla="*/ 2608352 w 3024845"/>
                <a:gd name="connsiteY367" fmla="*/ 672313 h 1059043"/>
                <a:gd name="connsiteX368" fmla="*/ 2630646 w 3024845"/>
                <a:gd name="connsiteY368" fmla="*/ 672313 h 1059043"/>
                <a:gd name="connsiteX369" fmla="*/ 2630646 w 3024845"/>
                <a:gd name="connsiteY369" fmla="*/ 667989 h 1059043"/>
                <a:gd name="connsiteX370" fmla="*/ 2642806 w 3024845"/>
                <a:gd name="connsiteY370" fmla="*/ 667989 h 1059043"/>
                <a:gd name="connsiteX371" fmla="*/ 2642806 w 3024845"/>
                <a:gd name="connsiteY371" fmla="*/ 672313 h 1059043"/>
                <a:gd name="connsiteX372" fmla="*/ 2667126 w 3024845"/>
                <a:gd name="connsiteY372" fmla="*/ 672313 h 1059043"/>
                <a:gd name="connsiteX373" fmla="*/ 2667126 w 3024845"/>
                <a:gd name="connsiteY373" fmla="*/ 659342 h 1059043"/>
                <a:gd name="connsiteX374" fmla="*/ 2695500 w 3024845"/>
                <a:gd name="connsiteY374" fmla="*/ 659342 h 1059043"/>
                <a:gd name="connsiteX375" fmla="*/ 2707660 w 3024845"/>
                <a:gd name="connsiteY375" fmla="*/ 655018 h 1059043"/>
                <a:gd name="connsiteX376" fmla="*/ 2727927 w 3024845"/>
                <a:gd name="connsiteY376" fmla="*/ 659342 h 1059043"/>
                <a:gd name="connsiteX377" fmla="*/ 2727927 w 3024845"/>
                <a:gd name="connsiteY377" fmla="*/ 642048 h 1059043"/>
                <a:gd name="connsiteX378" fmla="*/ 2736034 w 3024845"/>
                <a:gd name="connsiteY378" fmla="*/ 642048 h 1059043"/>
                <a:gd name="connsiteX379" fmla="*/ 2736034 w 3024845"/>
                <a:gd name="connsiteY379" fmla="*/ 629077 h 1059043"/>
                <a:gd name="connsiteX380" fmla="*/ 2792781 w 3024845"/>
                <a:gd name="connsiteY380" fmla="*/ 629077 h 1059043"/>
                <a:gd name="connsiteX381" fmla="*/ 2792781 w 3024845"/>
                <a:gd name="connsiteY381" fmla="*/ 598812 h 1059043"/>
                <a:gd name="connsiteX382" fmla="*/ 2811021 w 3024845"/>
                <a:gd name="connsiteY382" fmla="*/ 598812 h 1059043"/>
                <a:gd name="connsiteX383" fmla="*/ 2811021 w 3024845"/>
                <a:gd name="connsiteY383" fmla="*/ 592327 h 1059043"/>
                <a:gd name="connsiteX384" fmla="*/ 2823181 w 3024845"/>
                <a:gd name="connsiteY384" fmla="*/ 592327 h 1059043"/>
                <a:gd name="connsiteX385" fmla="*/ 2823181 w 3024845"/>
                <a:gd name="connsiteY385" fmla="*/ 598812 h 1059043"/>
                <a:gd name="connsiteX386" fmla="*/ 2839395 w 3024845"/>
                <a:gd name="connsiteY386" fmla="*/ 598812 h 1059043"/>
                <a:gd name="connsiteX387" fmla="*/ 2839395 w 3024845"/>
                <a:gd name="connsiteY387" fmla="*/ 648533 h 1059043"/>
                <a:gd name="connsiteX388" fmla="*/ 2871822 w 3024845"/>
                <a:gd name="connsiteY388" fmla="*/ 648533 h 1059043"/>
                <a:gd name="connsiteX389" fmla="*/ 2871822 w 3024845"/>
                <a:gd name="connsiteY389" fmla="*/ 622592 h 1059043"/>
                <a:gd name="connsiteX390" fmla="*/ 2910329 w 3024845"/>
                <a:gd name="connsiteY390" fmla="*/ 622592 h 1059043"/>
                <a:gd name="connsiteX391" fmla="*/ 2910329 w 3024845"/>
                <a:gd name="connsiteY391" fmla="*/ 592327 h 1059043"/>
                <a:gd name="connsiteX392" fmla="*/ 2958970 w 3024845"/>
                <a:gd name="connsiteY392" fmla="*/ 592327 h 1059043"/>
                <a:gd name="connsiteX393" fmla="*/ 2958970 w 3024845"/>
                <a:gd name="connsiteY393" fmla="*/ 703483 h 1059043"/>
                <a:gd name="connsiteX394" fmla="*/ 2958970 w 3024845"/>
                <a:gd name="connsiteY394" fmla="*/ 717262 h 1059043"/>
                <a:gd name="connsiteX395" fmla="*/ 3024845 w 3024845"/>
                <a:gd name="connsiteY395" fmla="*/ 717262 h 1059043"/>
                <a:gd name="connsiteX396" fmla="*/ 3024845 w 3024845"/>
                <a:gd name="connsiteY396" fmla="*/ 1059043 h 1059043"/>
                <a:gd name="connsiteX397" fmla="*/ 2054 w 3024845"/>
                <a:gd name="connsiteY397" fmla="*/ 1056710 h 1059043"/>
                <a:gd name="connsiteX398" fmla="*/ 0 w 3024845"/>
                <a:gd name="connsiteY398" fmla="*/ 622592 h 1059043"/>
                <a:gd name="connsiteX399" fmla="*/ 20267 w 3024845"/>
                <a:gd name="connsiteY399" fmla="*/ 622592 h 1059043"/>
                <a:gd name="connsiteX400" fmla="*/ 20774 w 3024845"/>
                <a:gd name="connsiteY400" fmla="*/ 621511 h 1059043"/>
                <a:gd name="connsiteX401" fmla="*/ 24320 w 3024845"/>
                <a:gd name="connsiteY401" fmla="*/ 613945 h 1059043"/>
                <a:gd name="connsiteX402" fmla="*/ 26094 w 3024845"/>
                <a:gd name="connsiteY402" fmla="*/ 614215 h 1059043"/>
                <a:gd name="connsiteX403" fmla="*/ 38507 w 3024845"/>
                <a:gd name="connsiteY403" fmla="*/ 616106 h 1059043"/>
                <a:gd name="connsiteX404" fmla="*/ 39014 w 3024845"/>
                <a:gd name="connsiteY404" fmla="*/ 617458 h 1059043"/>
                <a:gd name="connsiteX405" fmla="*/ 42560 w 3024845"/>
                <a:gd name="connsiteY405" fmla="*/ 626915 h 1059043"/>
                <a:gd name="connsiteX406" fmla="*/ 68907 w 3024845"/>
                <a:gd name="connsiteY406" fmla="*/ 629077 h 1059043"/>
                <a:gd name="connsiteX407" fmla="*/ 68907 w 3024845"/>
                <a:gd name="connsiteY407" fmla="*/ 505856 h 1059043"/>
                <a:gd name="connsiteX408" fmla="*/ 70934 w 3024845"/>
                <a:gd name="connsiteY408" fmla="*/ 505856 h 1059043"/>
                <a:gd name="connsiteX409" fmla="*/ 85121 w 3024845"/>
                <a:gd name="connsiteY409" fmla="*/ 505856 h 1059043"/>
                <a:gd name="connsiteX410" fmla="*/ 85121 w 3024845"/>
                <a:gd name="connsiteY410" fmla="*/ 369664 h 1059043"/>
                <a:gd name="connsiteX411" fmla="*/ 86894 w 3024845"/>
                <a:gd name="connsiteY411" fmla="*/ 369664 h 1059043"/>
                <a:gd name="connsiteX412" fmla="*/ 99308 w 3024845"/>
                <a:gd name="connsiteY412" fmla="*/ 369664 h 1059043"/>
                <a:gd name="connsiteX413" fmla="*/ 99308 w 3024845"/>
                <a:gd name="connsiteY413" fmla="*/ 255090 h 1059043"/>
                <a:gd name="connsiteX414" fmla="*/ 103361 w 3024845"/>
                <a:gd name="connsiteY414" fmla="*/ 226986 h 1059043"/>
                <a:gd name="connsiteX415" fmla="*/ 105388 w 3024845"/>
                <a:gd name="connsiteY415" fmla="*/ 226986 h 1059043"/>
                <a:gd name="connsiteX416" fmla="*/ 119575 w 3024845"/>
                <a:gd name="connsiteY41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35634 h 1059043"/>
                <a:gd name="connsiteX330" fmla="*/ 2182747 w 3024845"/>
                <a:gd name="connsiteY330" fmla="*/ 252928 h 1059043"/>
                <a:gd name="connsiteX331" fmla="*/ 2190854 w 3024845"/>
                <a:gd name="connsiteY331" fmla="*/ 276707 h 1059043"/>
                <a:gd name="connsiteX332" fmla="*/ 2180720 w 3024845"/>
                <a:gd name="connsiteY332" fmla="*/ 555577 h 1059043"/>
                <a:gd name="connsiteX333" fmla="*/ 2245574 w 3024845"/>
                <a:gd name="connsiteY333" fmla="*/ 555577 h 1059043"/>
                <a:gd name="connsiteX334" fmla="*/ 2245574 w 3024845"/>
                <a:gd name="connsiteY334" fmla="*/ 631239 h 1059043"/>
                <a:gd name="connsiteX335" fmla="*/ 2253681 w 3024845"/>
                <a:gd name="connsiteY335" fmla="*/ 631239 h 1059043"/>
                <a:gd name="connsiteX336" fmla="*/ 2255708 w 3024845"/>
                <a:gd name="connsiteY336" fmla="*/ 624754 h 1059043"/>
                <a:gd name="connsiteX337" fmla="*/ 2261788 w 3024845"/>
                <a:gd name="connsiteY337" fmla="*/ 624754 h 1059043"/>
                <a:gd name="connsiteX338" fmla="*/ 2263815 w 3024845"/>
                <a:gd name="connsiteY338" fmla="*/ 633401 h 1059043"/>
                <a:gd name="connsiteX339" fmla="*/ 2275975 w 3024845"/>
                <a:gd name="connsiteY339" fmla="*/ 633401 h 1059043"/>
                <a:gd name="connsiteX340" fmla="*/ 2275975 w 3024845"/>
                <a:gd name="connsiteY340" fmla="*/ 626915 h 1059043"/>
                <a:gd name="connsiteX341" fmla="*/ 2298268 w 3024845"/>
                <a:gd name="connsiteY341" fmla="*/ 626915 h 1059043"/>
                <a:gd name="connsiteX342" fmla="*/ 2298268 w 3024845"/>
                <a:gd name="connsiteY342" fmla="*/ 633401 h 1059043"/>
                <a:gd name="connsiteX343" fmla="*/ 2318535 w 3024845"/>
                <a:gd name="connsiteY343" fmla="*/ 633401 h 1059043"/>
                <a:gd name="connsiteX344" fmla="*/ 2318535 w 3024845"/>
                <a:gd name="connsiteY344" fmla="*/ 678798 h 1059043"/>
                <a:gd name="connsiteX345" fmla="*/ 2332722 w 3024845"/>
                <a:gd name="connsiteY345" fmla="*/ 678798 h 1059043"/>
                <a:gd name="connsiteX346" fmla="*/ 2332722 w 3024845"/>
                <a:gd name="connsiteY346" fmla="*/ 665827 h 1059043"/>
                <a:gd name="connsiteX347" fmla="*/ 2348936 w 3024845"/>
                <a:gd name="connsiteY347" fmla="*/ 665827 h 1059043"/>
                <a:gd name="connsiteX348" fmla="*/ 2348936 w 3024845"/>
                <a:gd name="connsiteY348" fmla="*/ 486400 h 1059043"/>
                <a:gd name="connsiteX349" fmla="*/ 2355016 w 3024845"/>
                <a:gd name="connsiteY349" fmla="*/ 479914 h 1059043"/>
                <a:gd name="connsiteX350" fmla="*/ 2427977 w 3024845"/>
                <a:gd name="connsiteY350" fmla="*/ 479914 h 1059043"/>
                <a:gd name="connsiteX351" fmla="*/ 2427977 w 3024845"/>
                <a:gd name="connsiteY351" fmla="*/ 488562 h 1059043"/>
                <a:gd name="connsiteX352" fmla="*/ 2438110 w 3024845"/>
                <a:gd name="connsiteY352" fmla="*/ 488562 h 1059043"/>
                <a:gd name="connsiteX353" fmla="*/ 2438110 w 3024845"/>
                <a:gd name="connsiteY353" fmla="*/ 603136 h 1059043"/>
                <a:gd name="connsiteX354" fmla="*/ 2460404 w 3024845"/>
                <a:gd name="connsiteY354" fmla="*/ 603136 h 1059043"/>
                <a:gd name="connsiteX355" fmla="*/ 2460404 w 3024845"/>
                <a:gd name="connsiteY355" fmla="*/ 536121 h 1059043"/>
                <a:gd name="connsiteX356" fmla="*/ 2486751 w 3024845"/>
                <a:gd name="connsiteY356" fmla="*/ 536121 h 1059043"/>
                <a:gd name="connsiteX357" fmla="*/ 2490804 w 3024845"/>
                <a:gd name="connsiteY357" fmla="*/ 531797 h 1059043"/>
                <a:gd name="connsiteX358" fmla="*/ 2498911 w 3024845"/>
                <a:gd name="connsiteY358" fmla="*/ 531797 h 1059043"/>
                <a:gd name="connsiteX359" fmla="*/ 2502964 w 3024845"/>
                <a:gd name="connsiteY359" fmla="*/ 536121 h 1059043"/>
                <a:gd name="connsiteX360" fmla="*/ 2525258 w 3024845"/>
                <a:gd name="connsiteY360" fmla="*/ 536121 h 1059043"/>
                <a:gd name="connsiteX361" fmla="*/ 2525258 w 3024845"/>
                <a:gd name="connsiteY361" fmla="*/ 419385 h 1059043"/>
                <a:gd name="connsiteX362" fmla="*/ 2582005 w 3024845"/>
                <a:gd name="connsiteY362" fmla="*/ 408576 h 1059043"/>
                <a:gd name="connsiteX363" fmla="*/ 2582005 w 3024845"/>
                <a:gd name="connsiteY363" fmla="*/ 409657 h 1059043"/>
                <a:gd name="connsiteX364" fmla="*/ 2582005 w 3024845"/>
                <a:gd name="connsiteY364" fmla="*/ 417223 h 1059043"/>
                <a:gd name="connsiteX365" fmla="*/ 2608352 w 3024845"/>
                <a:gd name="connsiteY365" fmla="*/ 417223 h 1059043"/>
                <a:gd name="connsiteX366" fmla="*/ 2608352 w 3024845"/>
                <a:gd name="connsiteY366" fmla="*/ 672313 h 1059043"/>
                <a:gd name="connsiteX367" fmla="*/ 2630646 w 3024845"/>
                <a:gd name="connsiteY367" fmla="*/ 672313 h 1059043"/>
                <a:gd name="connsiteX368" fmla="*/ 2630646 w 3024845"/>
                <a:gd name="connsiteY368" fmla="*/ 667989 h 1059043"/>
                <a:gd name="connsiteX369" fmla="*/ 2642806 w 3024845"/>
                <a:gd name="connsiteY369" fmla="*/ 667989 h 1059043"/>
                <a:gd name="connsiteX370" fmla="*/ 2642806 w 3024845"/>
                <a:gd name="connsiteY370" fmla="*/ 672313 h 1059043"/>
                <a:gd name="connsiteX371" fmla="*/ 2667126 w 3024845"/>
                <a:gd name="connsiteY371" fmla="*/ 672313 h 1059043"/>
                <a:gd name="connsiteX372" fmla="*/ 2667126 w 3024845"/>
                <a:gd name="connsiteY372" fmla="*/ 659342 h 1059043"/>
                <a:gd name="connsiteX373" fmla="*/ 2695500 w 3024845"/>
                <a:gd name="connsiteY373" fmla="*/ 659342 h 1059043"/>
                <a:gd name="connsiteX374" fmla="*/ 2707660 w 3024845"/>
                <a:gd name="connsiteY374" fmla="*/ 655018 h 1059043"/>
                <a:gd name="connsiteX375" fmla="*/ 2727927 w 3024845"/>
                <a:gd name="connsiteY375" fmla="*/ 659342 h 1059043"/>
                <a:gd name="connsiteX376" fmla="*/ 2727927 w 3024845"/>
                <a:gd name="connsiteY376" fmla="*/ 642048 h 1059043"/>
                <a:gd name="connsiteX377" fmla="*/ 2736034 w 3024845"/>
                <a:gd name="connsiteY377" fmla="*/ 642048 h 1059043"/>
                <a:gd name="connsiteX378" fmla="*/ 2736034 w 3024845"/>
                <a:gd name="connsiteY378" fmla="*/ 629077 h 1059043"/>
                <a:gd name="connsiteX379" fmla="*/ 2792781 w 3024845"/>
                <a:gd name="connsiteY379" fmla="*/ 629077 h 1059043"/>
                <a:gd name="connsiteX380" fmla="*/ 2792781 w 3024845"/>
                <a:gd name="connsiteY380" fmla="*/ 598812 h 1059043"/>
                <a:gd name="connsiteX381" fmla="*/ 2811021 w 3024845"/>
                <a:gd name="connsiteY381" fmla="*/ 598812 h 1059043"/>
                <a:gd name="connsiteX382" fmla="*/ 2811021 w 3024845"/>
                <a:gd name="connsiteY382" fmla="*/ 592327 h 1059043"/>
                <a:gd name="connsiteX383" fmla="*/ 2823181 w 3024845"/>
                <a:gd name="connsiteY383" fmla="*/ 592327 h 1059043"/>
                <a:gd name="connsiteX384" fmla="*/ 2823181 w 3024845"/>
                <a:gd name="connsiteY384" fmla="*/ 598812 h 1059043"/>
                <a:gd name="connsiteX385" fmla="*/ 2839395 w 3024845"/>
                <a:gd name="connsiteY385" fmla="*/ 598812 h 1059043"/>
                <a:gd name="connsiteX386" fmla="*/ 2839395 w 3024845"/>
                <a:gd name="connsiteY386" fmla="*/ 648533 h 1059043"/>
                <a:gd name="connsiteX387" fmla="*/ 2871822 w 3024845"/>
                <a:gd name="connsiteY387" fmla="*/ 648533 h 1059043"/>
                <a:gd name="connsiteX388" fmla="*/ 2871822 w 3024845"/>
                <a:gd name="connsiteY388" fmla="*/ 622592 h 1059043"/>
                <a:gd name="connsiteX389" fmla="*/ 2910329 w 3024845"/>
                <a:gd name="connsiteY389" fmla="*/ 622592 h 1059043"/>
                <a:gd name="connsiteX390" fmla="*/ 2910329 w 3024845"/>
                <a:gd name="connsiteY390" fmla="*/ 592327 h 1059043"/>
                <a:gd name="connsiteX391" fmla="*/ 2958970 w 3024845"/>
                <a:gd name="connsiteY391" fmla="*/ 592327 h 1059043"/>
                <a:gd name="connsiteX392" fmla="*/ 2958970 w 3024845"/>
                <a:gd name="connsiteY392" fmla="*/ 703483 h 1059043"/>
                <a:gd name="connsiteX393" fmla="*/ 2958970 w 3024845"/>
                <a:gd name="connsiteY393" fmla="*/ 717262 h 1059043"/>
                <a:gd name="connsiteX394" fmla="*/ 3024845 w 3024845"/>
                <a:gd name="connsiteY394" fmla="*/ 717262 h 1059043"/>
                <a:gd name="connsiteX395" fmla="*/ 3024845 w 3024845"/>
                <a:gd name="connsiteY395" fmla="*/ 1059043 h 1059043"/>
                <a:gd name="connsiteX396" fmla="*/ 2054 w 3024845"/>
                <a:gd name="connsiteY396" fmla="*/ 1056710 h 1059043"/>
                <a:gd name="connsiteX397" fmla="*/ 0 w 3024845"/>
                <a:gd name="connsiteY397" fmla="*/ 622592 h 1059043"/>
                <a:gd name="connsiteX398" fmla="*/ 20267 w 3024845"/>
                <a:gd name="connsiteY398" fmla="*/ 622592 h 1059043"/>
                <a:gd name="connsiteX399" fmla="*/ 20774 w 3024845"/>
                <a:gd name="connsiteY399" fmla="*/ 621511 h 1059043"/>
                <a:gd name="connsiteX400" fmla="*/ 24320 w 3024845"/>
                <a:gd name="connsiteY400" fmla="*/ 613945 h 1059043"/>
                <a:gd name="connsiteX401" fmla="*/ 26094 w 3024845"/>
                <a:gd name="connsiteY401" fmla="*/ 614215 h 1059043"/>
                <a:gd name="connsiteX402" fmla="*/ 38507 w 3024845"/>
                <a:gd name="connsiteY402" fmla="*/ 616106 h 1059043"/>
                <a:gd name="connsiteX403" fmla="*/ 39014 w 3024845"/>
                <a:gd name="connsiteY403" fmla="*/ 617458 h 1059043"/>
                <a:gd name="connsiteX404" fmla="*/ 42560 w 3024845"/>
                <a:gd name="connsiteY404" fmla="*/ 626915 h 1059043"/>
                <a:gd name="connsiteX405" fmla="*/ 68907 w 3024845"/>
                <a:gd name="connsiteY405" fmla="*/ 629077 h 1059043"/>
                <a:gd name="connsiteX406" fmla="*/ 68907 w 3024845"/>
                <a:gd name="connsiteY406" fmla="*/ 505856 h 1059043"/>
                <a:gd name="connsiteX407" fmla="*/ 70934 w 3024845"/>
                <a:gd name="connsiteY407" fmla="*/ 505856 h 1059043"/>
                <a:gd name="connsiteX408" fmla="*/ 85121 w 3024845"/>
                <a:gd name="connsiteY408" fmla="*/ 505856 h 1059043"/>
                <a:gd name="connsiteX409" fmla="*/ 85121 w 3024845"/>
                <a:gd name="connsiteY409" fmla="*/ 369664 h 1059043"/>
                <a:gd name="connsiteX410" fmla="*/ 86894 w 3024845"/>
                <a:gd name="connsiteY410" fmla="*/ 369664 h 1059043"/>
                <a:gd name="connsiteX411" fmla="*/ 99308 w 3024845"/>
                <a:gd name="connsiteY411" fmla="*/ 369664 h 1059043"/>
                <a:gd name="connsiteX412" fmla="*/ 99308 w 3024845"/>
                <a:gd name="connsiteY412" fmla="*/ 255090 h 1059043"/>
                <a:gd name="connsiteX413" fmla="*/ 103361 w 3024845"/>
                <a:gd name="connsiteY413" fmla="*/ 226986 h 1059043"/>
                <a:gd name="connsiteX414" fmla="*/ 105388 w 3024845"/>
                <a:gd name="connsiteY414" fmla="*/ 226986 h 1059043"/>
                <a:gd name="connsiteX415" fmla="*/ 119575 w 3024845"/>
                <a:gd name="connsiteY41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90854 w 3024845"/>
                <a:gd name="connsiteY330" fmla="*/ 276707 h 1059043"/>
                <a:gd name="connsiteX331" fmla="*/ 2180720 w 3024845"/>
                <a:gd name="connsiteY331" fmla="*/ 555577 h 1059043"/>
                <a:gd name="connsiteX332" fmla="*/ 2245574 w 3024845"/>
                <a:gd name="connsiteY332" fmla="*/ 555577 h 1059043"/>
                <a:gd name="connsiteX333" fmla="*/ 2245574 w 3024845"/>
                <a:gd name="connsiteY333" fmla="*/ 631239 h 1059043"/>
                <a:gd name="connsiteX334" fmla="*/ 2253681 w 3024845"/>
                <a:gd name="connsiteY334" fmla="*/ 631239 h 1059043"/>
                <a:gd name="connsiteX335" fmla="*/ 2255708 w 3024845"/>
                <a:gd name="connsiteY335" fmla="*/ 624754 h 1059043"/>
                <a:gd name="connsiteX336" fmla="*/ 2261788 w 3024845"/>
                <a:gd name="connsiteY336" fmla="*/ 624754 h 1059043"/>
                <a:gd name="connsiteX337" fmla="*/ 2263815 w 3024845"/>
                <a:gd name="connsiteY337" fmla="*/ 633401 h 1059043"/>
                <a:gd name="connsiteX338" fmla="*/ 2275975 w 3024845"/>
                <a:gd name="connsiteY338" fmla="*/ 633401 h 1059043"/>
                <a:gd name="connsiteX339" fmla="*/ 2275975 w 3024845"/>
                <a:gd name="connsiteY339" fmla="*/ 626915 h 1059043"/>
                <a:gd name="connsiteX340" fmla="*/ 2298268 w 3024845"/>
                <a:gd name="connsiteY340" fmla="*/ 626915 h 1059043"/>
                <a:gd name="connsiteX341" fmla="*/ 2298268 w 3024845"/>
                <a:gd name="connsiteY341" fmla="*/ 633401 h 1059043"/>
                <a:gd name="connsiteX342" fmla="*/ 2318535 w 3024845"/>
                <a:gd name="connsiteY342" fmla="*/ 633401 h 1059043"/>
                <a:gd name="connsiteX343" fmla="*/ 2318535 w 3024845"/>
                <a:gd name="connsiteY343" fmla="*/ 678798 h 1059043"/>
                <a:gd name="connsiteX344" fmla="*/ 2332722 w 3024845"/>
                <a:gd name="connsiteY344" fmla="*/ 678798 h 1059043"/>
                <a:gd name="connsiteX345" fmla="*/ 2332722 w 3024845"/>
                <a:gd name="connsiteY345" fmla="*/ 665827 h 1059043"/>
                <a:gd name="connsiteX346" fmla="*/ 2348936 w 3024845"/>
                <a:gd name="connsiteY346" fmla="*/ 665827 h 1059043"/>
                <a:gd name="connsiteX347" fmla="*/ 2348936 w 3024845"/>
                <a:gd name="connsiteY347" fmla="*/ 486400 h 1059043"/>
                <a:gd name="connsiteX348" fmla="*/ 2355016 w 3024845"/>
                <a:gd name="connsiteY348" fmla="*/ 479914 h 1059043"/>
                <a:gd name="connsiteX349" fmla="*/ 2427977 w 3024845"/>
                <a:gd name="connsiteY349" fmla="*/ 479914 h 1059043"/>
                <a:gd name="connsiteX350" fmla="*/ 2427977 w 3024845"/>
                <a:gd name="connsiteY350" fmla="*/ 488562 h 1059043"/>
                <a:gd name="connsiteX351" fmla="*/ 2438110 w 3024845"/>
                <a:gd name="connsiteY351" fmla="*/ 488562 h 1059043"/>
                <a:gd name="connsiteX352" fmla="*/ 2438110 w 3024845"/>
                <a:gd name="connsiteY352" fmla="*/ 603136 h 1059043"/>
                <a:gd name="connsiteX353" fmla="*/ 2460404 w 3024845"/>
                <a:gd name="connsiteY353" fmla="*/ 603136 h 1059043"/>
                <a:gd name="connsiteX354" fmla="*/ 2460404 w 3024845"/>
                <a:gd name="connsiteY354" fmla="*/ 536121 h 1059043"/>
                <a:gd name="connsiteX355" fmla="*/ 2486751 w 3024845"/>
                <a:gd name="connsiteY355" fmla="*/ 536121 h 1059043"/>
                <a:gd name="connsiteX356" fmla="*/ 2490804 w 3024845"/>
                <a:gd name="connsiteY356" fmla="*/ 531797 h 1059043"/>
                <a:gd name="connsiteX357" fmla="*/ 2498911 w 3024845"/>
                <a:gd name="connsiteY357" fmla="*/ 531797 h 1059043"/>
                <a:gd name="connsiteX358" fmla="*/ 2502964 w 3024845"/>
                <a:gd name="connsiteY358" fmla="*/ 536121 h 1059043"/>
                <a:gd name="connsiteX359" fmla="*/ 2525258 w 3024845"/>
                <a:gd name="connsiteY359" fmla="*/ 536121 h 1059043"/>
                <a:gd name="connsiteX360" fmla="*/ 2525258 w 3024845"/>
                <a:gd name="connsiteY360" fmla="*/ 419385 h 1059043"/>
                <a:gd name="connsiteX361" fmla="*/ 2582005 w 3024845"/>
                <a:gd name="connsiteY361" fmla="*/ 408576 h 1059043"/>
                <a:gd name="connsiteX362" fmla="*/ 2582005 w 3024845"/>
                <a:gd name="connsiteY362" fmla="*/ 409657 h 1059043"/>
                <a:gd name="connsiteX363" fmla="*/ 2582005 w 3024845"/>
                <a:gd name="connsiteY363" fmla="*/ 417223 h 1059043"/>
                <a:gd name="connsiteX364" fmla="*/ 2608352 w 3024845"/>
                <a:gd name="connsiteY364" fmla="*/ 417223 h 1059043"/>
                <a:gd name="connsiteX365" fmla="*/ 2608352 w 3024845"/>
                <a:gd name="connsiteY365" fmla="*/ 672313 h 1059043"/>
                <a:gd name="connsiteX366" fmla="*/ 2630646 w 3024845"/>
                <a:gd name="connsiteY366" fmla="*/ 672313 h 1059043"/>
                <a:gd name="connsiteX367" fmla="*/ 2630646 w 3024845"/>
                <a:gd name="connsiteY367" fmla="*/ 667989 h 1059043"/>
                <a:gd name="connsiteX368" fmla="*/ 2642806 w 3024845"/>
                <a:gd name="connsiteY368" fmla="*/ 667989 h 1059043"/>
                <a:gd name="connsiteX369" fmla="*/ 2642806 w 3024845"/>
                <a:gd name="connsiteY369" fmla="*/ 672313 h 1059043"/>
                <a:gd name="connsiteX370" fmla="*/ 2667126 w 3024845"/>
                <a:gd name="connsiteY370" fmla="*/ 672313 h 1059043"/>
                <a:gd name="connsiteX371" fmla="*/ 2667126 w 3024845"/>
                <a:gd name="connsiteY371" fmla="*/ 659342 h 1059043"/>
                <a:gd name="connsiteX372" fmla="*/ 2695500 w 3024845"/>
                <a:gd name="connsiteY372" fmla="*/ 659342 h 1059043"/>
                <a:gd name="connsiteX373" fmla="*/ 2707660 w 3024845"/>
                <a:gd name="connsiteY373" fmla="*/ 655018 h 1059043"/>
                <a:gd name="connsiteX374" fmla="*/ 2727927 w 3024845"/>
                <a:gd name="connsiteY374" fmla="*/ 659342 h 1059043"/>
                <a:gd name="connsiteX375" fmla="*/ 2727927 w 3024845"/>
                <a:gd name="connsiteY375" fmla="*/ 642048 h 1059043"/>
                <a:gd name="connsiteX376" fmla="*/ 2736034 w 3024845"/>
                <a:gd name="connsiteY376" fmla="*/ 642048 h 1059043"/>
                <a:gd name="connsiteX377" fmla="*/ 2736034 w 3024845"/>
                <a:gd name="connsiteY377" fmla="*/ 629077 h 1059043"/>
                <a:gd name="connsiteX378" fmla="*/ 2792781 w 3024845"/>
                <a:gd name="connsiteY378" fmla="*/ 629077 h 1059043"/>
                <a:gd name="connsiteX379" fmla="*/ 2792781 w 3024845"/>
                <a:gd name="connsiteY379" fmla="*/ 598812 h 1059043"/>
                <a:gd name="connsiteX380" fmla="*/ 2811021 w 3024845"/>
                <a:gd name="connsiteY380" fmla="*/ 598812 h 1059043"/>
                <a:gd name="connsiteX381" fmla="*/ 2811021 w 3024845"/>
                <a:gd name="connsiteY381" fmla="*/ 592327 h 1059043"/>
                <a:gd name="connsiteX382" fmla="*/ 2823181 w 3024845"/>
                <a:gd name="connsiteY382" fmla="*/ 592327 h 1059043"/>
                <a:gd name="connsiteX383" fmla="*/ 2823181 w 3024845"/>
                <a:gd name="connsiteY383" fmla="*/ 598812 h 1059043"/>
                <a:gd name="connsiteX384" fmla="*/ 2839395 w 3024845"/>
                <a:gd name="connsiteY384" fmla="*/ 598812 h 1059043"/>
                <a:gd name="connsiteX385" fmla="*/ 2839395 w 3024845"/>
                <a:gd name="connsiteY385" fmla="*/ 648533 h 1059043"/>
                <a:gd name="connsiteX386" fmla="*/ 2871822 w 3024845"/>
                <a:gd name="connsiteY386" fmla="*/ 648533 h 1059043"/>
                <a:gd name="connsiteX387" fmla="*/ 2871822 w 3024845"/>
                <a:gd name="connsiteY387" fmla="*/ 622592 h 1059043"/>
                <a:gd name="connsiteX388" fmla="*/ 2910329 w 3024845"/>
                <a:gd name="connsiteY388" fmla="*/ 622592 h 1059043"/>
                <a:gd name="connsiteX389" fmla="*/ 2910329 w 3024845"/>
                <a:gd name="connsiteY389" fmla="*/ 592327 h 1059043"/>
                <a:gd name="connsiteX390" fmla="*/ 2958970 w 3024845"/>
                <a:gd name="connsiteY390" fmla="*/ 592327 h 1059043"/>
                <a:gd name="connsiteX391" fmla="*/ 2958970 w 3024845"/>
                <a:gd name="connsiteY391" fmla="*/ 703483 h 1059043"/>
                <a:gd name="connsiteX392" fmla="*/ 2958970 w 3024845"/>
                <a:gd name="connsiteY392" fmla="*/ 717262 h 1059043"/>
                <a:gd name="connsiteX393" fmla="*/ 3024845 w 3024845"/>
                <a:gd name="connsiteY393" fmla="*/ 717262 h 1059043"/>
                <a:gd name="connsiteX394" fmla="*/ 3024845 w 3024845"/>
                <a:gd name="connsiteY394" fmla="*/ 1059043 h 1059043"/>
                <a:gd name="connsiteX395" fmla="*/ 2054 w 3024845"/>
                <a:gd name="connsiteY395" fmla="*/ 1056710 h 1059043"/>
                <a:gd name="connsiteX396" fmla="*/ 0 w 3024845"/>
                <a:gd name="connsiteY396" fmla="*/ 622592 h 1059043"/>
                <a:gd name="connsiteX397" fmla="*/ 20267 w 3024845"/>
                <a:gd name="connsiteY397" fmla="*/ 622592 h 1059043"/>
                <a:gd name="connsiteX398" fmla="*/ 20774 w 3024845"/>
                <a:gd name="connsiteY398" fmla="*/ 621511 h 1059043"/>
                <a:gd name="connsiteX399" fmla="*/ 24320 w 3024845"/>
                <a:gd name="connsiteY399" fmla="*/ 613945 h 1059043"/>
                <a:gd name="connsiteX400" fmla="*/ 26094 w 3024845"/>
                <a:gd name="connsiteY400" fmla="*/ 614215 h 1059043"/>
                <a:gd name="connsiteX401" fmla="*/ 38507 w 3024845"/>
                <a:gd name="connsiteY401" fmla="*/ 616106 h 1059043"/>
                <a:gd name="connsiteX402" fmla="*/ 39014 w 3024845"/>
                <a:gd name="connsiteY402" fmla="*/ 617458 h 1059043"/>
                <a:gd name="connsiteX403" fmla="*/ 42560 w 3024845"/>
                <a:gd name="connsiteY403" fmla="*/ 626915 h 1059043"/>
                <a:gd name="connsiteX404" fmla="*/ 68907 w 3024845"/>
                <a:gd name="connsiteY404" fmla="*/ 629077 h 1059043"/>
                <a:gd name="connsiteX405" fmla="*/ 68907 w 3024845"/>
                <a:gd name="connsiteY405" fmla="*/ 505856 h 1059043"/>
                <a:gd name="connsiteX406" fmla="*/ 70934 w 3024845"/>
                <a:gd name="connsiteY406" fmla="*/ 505856 h 1059043"/>
                <a:gd name="connsiteX407" fmla="*/ 85121 w 3024845"/>
                <a:gd name="connsiteY407" fmla="*/ 505856 h 1059043"/>
                <a:gd name="connsiteX408" fmla="*/ 85121 w 3024845"/>
                <a:gd name="connsiteY408" fmla="*/ 369664 h 1059043"/>
                <a:gd name="connsiteX409" fmla="*/ 86894 w 3024845"/>
                <a:gd name="connsiteY409" fmla="*/ 369664 h 1059043"/>
                <a:gd name="connsiteX410" fmla="*/ 99308 w 3024845"/>
                <a:gd name="connsiteY410" fmla="*/ 369664 h 1059043"/>
                <a:gd name="connsiteX411" fmla="*/ 99308 w 3024845"/>
                <a:gd name="connsiteY411" fmla="*/ 255090 h 1059043"/>
                <a:gd name="connsiteX412" fmla="*/ 103361 w 3024845"/>
                <a:gd name="connsiteY412" fmla="*/ 226986 h 1059043"/>
                <a:gd name="connsiteX413" fmla="*/ 105388 w 3024845"/>
                <a:gd name="connsiteY413" fmla="*/ 226986 h 1059043"/>
                <a:gd name="connsiteX414" fmla="*/ 119575 w 3024845"/>
                <a:gd name="connsiteY41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80720 w 3024845"/>
                <a:gd name="connsiteY330" fmla="*/ 555577 h 1059043"/>
                <a:gd name="connsiteX331" fmla="*/ 2245574 w 3024845"/>
                <a:gd name="connsiteY331" fmla="*/ 555577 h 1059043"/>
                <a:gd name="connsiteX332" fmla="*/ 2245574 w 3024845"/>
                <a:gd name="connsiteY332" fmla="*/ 631239 h 1059043"/>
                <a:gd name="connsiteX333" fmla="*/ 2253681 w 3024845"/>
                <a:gd name="connsiteY333" fmla="*/ 631239 h 1059043"/>
                <a:gd name="connsiteX334" fmla="*/ 2255708 w 3024845"/>
                <a:gd name="connsiteY334" fmla="*/ 624754 h 1059043"/>
                <a:gd name="connsiteX335" fmla="*/ 2261788 w 3024845"/>
                <a:gd name="connsiteY335" fmla="*/ 624754 h 1059043"/>
                <a:gd name="connsiteX336" fmla="*/ 2263815 w 3024845"/>
                <a:gd name="connsiteY336" fmla="*/ 633401 h 1059043"/>
                <a:gd name="connsiteX337" fmla="*/ 2275975 w 3024845"/>
                <a:gd name="connsiteY337" fmla="*/ 633401 h 1059043"/>
                <a:gd name="connsiteX338" fmla="*/ 2275975 w 3024845"/>
                <a:gd name="connsiteY338" fmla="*/ 626915 h 1059043"/>
                <a:gd name="connsiteX339" fmla="*/ 2298268 w 3024845"/>
                <a:gd name="connsiteY339" fmla="*/ 626915 h 1059043"/>
                <a:gd name="connsiteX340" fmla="*/ 2298268 w 3024845"/>
                <a:gd name="connsiteY340" fmla="*/ 633401 h 1059043"/>
                <a:gd name="connsiteX341" fmla="*/ 2318535 w 3024845"/>
                <a:gd name="connsiteY341" fmla="*/ 633401 h 1059043"/>
                <a:gd name="connsiteX342" fmla="*/ 2318535 w 3024845"/>
                <a:gd name="connsiteY342" fmla="*/ 678798 h 1059043"/>
                <a:gd name="connsiteX343" fmla="*/ 2332722 w 3024845"/>
                <a:gd name="connsiteY343" fmla="*/ 678798 h 1059043"/>
                <a:gd name="connsiteX344" fmla="*/ 2332722 w 3024845"/>
                <a:gd name="connsiteY344" fmla="*/ 665827 h 1059043"/>
                <a:gd name="connsiteX345" fmla="*/ 2348936 w 3024845"/>
                <a:gd name="connsiteY345" fmla="*/ 665827 h 1059043"/>
                <a:gd name="connsiteX346" fmla="*/ 2348936 w 3024845"/>
                <a:gd name="connsiteY346" fmla="*/ 486400 h 1059043"/>
                <a:gd name="connsiteX347" fmla="*/ 2355016 w 3024845"/>
                <a:gd name="connsiteY347" fmla="*/ 479914 h 1059043"/>
                <a:gd name="connsiteX348" fmla="*/ 2427977 w 3024845"/>
                <a:gd name="connsiteY348" fmla="*/ 479914 h 1059043"/>
                <a:gd name="connsiteX349" fmla="*/ 2427977 w 3024845"/>
                <a:gd name="connsiteY349" fmla="*/ 488562 h 1059043"/>
                <a:gd name="connsiteX350" fmla="*/ 2438110 w 3024845"/>
                <a:gd name="connsiteY350" fmla="*/ 488562 h 1059043"/>
                <a:gd name="connsiteX351" fmla="*/ 2438110 w 3024845"/>
                <a:gd name="connsiteY351" fmla="*/ 603136 h 1059043"/>
                <a:gd name="connsiteX352" fmla="*/ 2460404 w 3024845"/>
                <a:gd name="connsiteY352" fmla="*/ 603136 h 1059043"/>
                <a:gd name="connsiteX353" fmla="*/ 2460404 w 3024845"/>
                <a:gd name="connsiteY353" fmla="*/ 536121 h 1059043"/>
                <a:gd name="connsiteX354" fmla="*/ 2486751 w 3024845"/>
                <a:gd name="connsiteY354" fmla="*/ 536121 h 1059043"/>
                <a:gd name="connsiteX355" fmla="*/ 2490804 w 3024845"/>
                <a:gd name="connsiteY355" fmla="*/ 531797 h 1059043"/>
                <a:gd name="connsiteX356" fmla="*/ 2498911 w 3024845"/>
                <a:gd name="connsiteY356" fmla="*/ 531797 h 1059043"/>
                <a:gd name="connsiteX357" fmla="*/ 2502964 w 3024845"/>
                <a:gd name="connsiteY357" fmla="*/ 536121 h 1059043"/>
                <a:gd name="connsiteX358" fmla="*/ 2525258 w 3024845"/>
                <a:gd name="connsiteY358" fmla="*/ 536121 h 1059043"/>
                <a:gd name="connsiteX359" fmla="*/ 2525258 w 3024845"/>
                <a:gd name="connsiteY359" fmla="*/ 419385 h 1059043"/>
                <a:gd name="connsiteX360" fmla="*/ 2582005 w 3024845"/>
                <a:gd name="connsiteY360" fmla="*/ 408576 h 1059043"/>
                <a:gd name="connsiteX361" fmla="*/ 2582005 w 3024845"/>
                <a:gd name="connsiteY361" fmla="*/ 409657 h 1059043"/>
                <a:gd name="connsiteX362" fmla="*/ 2582005 w 3024845"/>
                <a:gd name="connsiteY362" fmla="*/ 417223 h 1059043"/>
                <a:gd name="connsiteX363" fmla="*/ 2608352 w 3024845"/>
                <a:gd name="connsiteY363" fmla="*/ 417223 h 1059043"/>
                <a:gd name="connsiteX364" fmla="*/ 2608352 w 3024845"/>
                <a:gd name="connsiteY364" fmla="*/ 672313 h 1059043"/>
                <a:gd name="connsiteX365" fmla="*/ 2630646 w 3024845"/>
                <a:gd name="connsiteY365" fmla="*/ 672313 h 1059043"/>
                <a:gd name="connsiteX366" fmla="*/ 2630646 w 3024845"/>
                <a:gd name="connsiteY366" fmla="*/ 667989 h 1059043"/>
                <a:gd name="connsiteX367" fmla="*/ 2642806 w 3024845"/>
                <a:gd name="connsiteY367" fmla="*/ 667989 h 1059043"/>
                <a:gd name="connsiteX368" fmla="*/ 2642806 w 3024845"/>
                <a:gd name="connsiteY368" fmla="*/ 672313 h 1059043"/>
                <a:gd name="connsiteX369" fmla="*/ 2667126 w 3024845"/>
                <a:gd name="connsiteY369" fmla="*/ 672313 h 1059043"/>
                <a:gd name="connsiteX370" fmla="*/ 2667126 w 3024845"/>
                <a:gd name="connsiteY370" fmla="*/ 659342 h 1059043"/>
                <a:gd name="connsiteX371" fmla="*/ 2695500 w 3024845"/>
                <a:gd name="connsiteY371" fmla="*/ 659342 h 1059043"/>
                <a:gd name="connsiteX372" fmla="*/ 2707660 w 3024845"/>
                <a:gd name="connsiteY372" fmla="*/ 655018 h 1059043"/>
                <a:gd name="connsiteX373" fmla="*/ 2727927 w 3024845"/>
                <a:gd name="connsiteY373" fmla="*/ 659342 h 1059043"/>
                <a:gd name="connsiteX374" fmla="*/ 2727927 w 3024845"/>
                <a:gd name="connsiteY374" fmla="*/ 642048 h 1059043"/>
                <a:gd name="connsiteX375" fmla="*/ 2736034 w 3024845"/>
                <a:gd name="connsiteY375" fmla="*/ 642048 h 1059043"/>
                <a:gd name="connsiteX376" fmla="*/ 2736034 w 3024845"/>
                <a:gd name="connsiteY376" fmla="*/ 629077 h 1059043"/>
                <a:gd name="connsiteX377" fmla="*/ 2792781 w 3024845"/>
                <a:gd name="connsiteY377" fmla="*/ 629077 h 1059043"/>
                <a:gd name="connsiteX378" fmla="*/ 2792781 w 3024845"/>
                <a:gd name="connsiteY378" fmla="*/ 598812 h 1059043"/>
                <a:gd name="connsiteX379" fmla="*/ 2811021 w 3024845"/>
                <a:gd name="connsiteY379" fmla="*/ 598812 h 1059043"/>
                <a:gd name="connsiteX380" fmla="*/ 2811021 w 3024845"/>
                <a:gd name="connsiteY380" fmla="*/ 592327 h 1059043"/>
                <a:gd name="connsiteX381" fmla="*/ 2823181 w 3024845"/>
                <a:gd name="connsiteY381" fmla="*/ 592327 h 1059043"/>
                <a:gd name="connsiteX382" fmla="*/ 2823181 w 3024845"/>
                <a:gd name="connsiteY382" fmla="*/ 598812 h 1059043"/>
                <a:gd name="connsiteX383" fmla="*/ 2839395 w 3024845"/>
                <a:gd name="connsiteY383" fmla="*/ 598812 h 1059043"/>
                <a:gd name="connsiteX384" fmla="*/ 2839395 w 3024845"/>
                <a:gd name="connsiteY384" fmla="*/ 648533 h 1059043"/>
                <a:gd name="connsiteX385" fmla="*/ 2871822 w 3024845"/>
                <a:gd name="connsiteY385" fmla="*/ 648533 h 1059043"/>
                <a:gd name="connsiteX386" fmla="*/ 2871822 w 3024845"/>
                <a:gd name="connsiteY386" fmla="*/ 622592 h 1059043"/>
                <a:gd name="connsiteX387" fmla="*/ 2910329 w 3024845"/>
                <a:gd name="connsiteY387" fmla="*/ 622592 h 1059043"/>
                <a:gd name="connsiteX388" fmla="*/ 2910329 w 3024845"/>
                <a:gd name="connsiteY388" fmla="*/ 592327 h 1059043"/>
                <a:gd name="connsiteX389" fmla="*/ 2958970 w 3024845"/>
                <a:gd name="connsiteY389" fmla="*/ 592327 h 1059043"/>
                <a:gd name="connsiteX390" fmla="*/ 2958970 w 3024845"/>
                <a:gd name="connsiteY390" fmla="*/ 703483 h 1059043"/>
                <a:gd name="connsiteX391" fmla="*/ 2958970 w 3024845"/>
                <a:gd name="connsiteY391" fmla="*/ 717262 h 1059043"/>
                <a:gd name="connsiteX392" fmla="*/ 3024845 w 3024845"/>
                <a:gd name="connsiteY392" fmla="*/ 717262 h 1059043"/>
                <a:gd name="connsiteX393" fmla="*/ 3024845 w 3024845"/>
                <a:gd name="connsiteY393" fmla="*/ 1059043 h 1059043"/>
                <a:gd name="connsiteX394" fmla="*/ 2054 w 3024845"/>
                <a:gd name="connsiteY394" fmla="*/ 1056710 h 1059043"/>
                <a:gd name="connsiteX395" fmla="*/ 0 w 3024845"/>
                <a:gd name="connsiteY395" fmla="*/ 622592 h 1059043"/>
                <a:gd name="connsiteX396" fmla="*/ 20267 w 3024845"/>
                <a:gd name="connsiteY396" fmla="*/ 622592 h 1059043"/>
                <a:gd name="connsiteX397" fmla="*/ 20774 w 3024845"/>
                <a:gd name="connsiteY397" fmla="*/ 621511 h 1059043"/>
                <a:gd name="connsiteX398" fmla="*/ 24320 w 3024845"/>
                <a:gd name="connsiteY398" fmla="*/ 613945 h 1059043"/>
                <a:gd name="connsiteX399" fmla="*/ 26094 w 3024845"/>
                <a:gd name="connsiteY399" fmla="*/ 614215 h 1059043"/>
                <a:gd name="connsiteX400" fmla="*/ 38507 w 3024845"/>
                <a:gd name="connsiteY400" fmla="*/ 616106 h 1059043"/>
                <a:gd name="connsiteX401" fmla="*/ 39014 w 3024845"/>
                <a:gd name="connsiteY401" fmla="*/ 617458 h 1059043"/>
                <a:gd name="connsiteX402" fmla="*/ 42560 w 3024845"/>
                <a:gd name="connsiteY402" fmla="*/ 626915 h 1059043"/>
                <a:gd name="connsiteX403" fmla="*/ 68907 w 3024845"/>
                <a:gd name="connsiteY403" fmla="*/ 629077 h 1059043"/>
                <a:gd name="connsiteX404" fmla="*/ 68907 w 3024845"/>
                <a:gd name="connsiteY404" fmla="*/ 505856 h 1059043"/>
                <a:gd name="connsiteX405" fmla="*/ 70934 w 3024845"/>
                <a:gd name="connsiteY405" fmla="*/ 505856 h 1059043"/>
                <a:gd name="connsiteX406" fmla="*/ 85121 w 3024845"/>
                <a:gd name="connsiteY406" fmla="*/ 505856 h 1059043"/>
                <a:gd name="connsiteX407" fmla="*/ 85121 w 3024845"/>
                <a:gd name="connsiteY407" fmla="*/ 369664 h 1059043"/>
                <a:gd name="connsiteX408" fmla="*/ 86894 w 3024845"/>
                <a:gd name="connsiteY408" fmla="*/ 369664 h 1059043"/>
                <a:gd name="connsiteX409" fmla="*/ 99308 w 3024845"/>
                <a:gd name="connsiteY409" fmla="*/ 369664 h 1059043"/>
                <a:gd name="connsiteX410" fmla="*/ 99308 w 3024845"/>
                <a:gd name="connsiteY410" fmla="*/ 255090 h 1059043"/>
                <a:gd name="connsiteX411" fmla="*/ 103361 w 3024845"/>
                <a:gd name="connsiteY411" fmla="*/ 226986 h 1059043"/>
                <a:gd name="connsiteX412" fmla="*/ 105388 w 3024845"/>
                <a:gd name="connsiteY412" fmla="*/ 226986 h 1059043"/>
                <a:gd name="connsiteX413" fmla="*/ 119575 w 3024845"/>
                <a:gd name="connsiteY41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0720 w 3024845"/>
                <a:gd name="connsiteY329" fmla="*/ 555577 h 1059043"/>
                <a:gd name="connsiteX330" fmla="*/ 2245574 w 3024845"/>
                <a:gd name="connsiteY330" fmla="*/ 555577 h 1059043"/>
                <a:gd name="connsiteX331" fmla="*/ 2245574 w 3024845"/>
                <a:gd name="connsiteY331" fmla="*/ 631239 h 1059043"/>
                <a:gd name="connsiteX332" fmla="*/ 2253681 w 3024845"/>
                <a:gd name="connsiteY332" fmla="*/ 631239 h 1059043"/>
                <a:gd name="connsiteX333" fmla="*/ 2255708 w 3024845"/>
                <a:gd name="connsiteY333" fmla="*/ 624754 h 1059043"/>
                <a:gd name="connsiteX334" fmla="*/ 2261788 w 3024845"/>
                <a:gd name="connsiteY334" fmla="*/ 624754 h 1059043"/>
                <a:gd name="connsiteX335" fmla="*/ 2263815 w 3024845"/>
                <a:gd name="connsiteY335" fmla="*/ 633401 h 1059043"/>
                <a:gd name="connsiteX336" fmla="*/ 2275975 w 3024845"/>
                <a:gd name="connsiteY336" fmla="*/ 633401 h 1059043"/>
                <a:gd name="connsiteX337" fmla="*/ 2275975 w 3024845"/>
                <a:gd name="connsiteY337" fmla="*/ 626915 h 1059043"/>
                <a:gd name="connsiteX338" fmla="*/ 2298268 w 3024845"/>
                <a:gd name="connsiteY338" fmla="*/ 626915 h 1059043"/>
                <a:gd name="connsiteX339" fmla="*/ 2298268 w 3024845"/>
                <a:gd name="connsiteY339" fmla="*/ 633401 h 1059043"/>
                <a:gd name="connsiteX340" fmla="*/ 2318535 w 3024845"/>
                <a:gd name="connsiteY340" fmla="*/ 633401 h 1059043"/>
                <a:gd name="connsiteX341" fmla="*/ 2318535 w 3024845"/>
                <a:gd name="connsiteY341" fmla="*/ 678798 h 1059043"/>
                <a:gd name="connsiteX342" fmla="*/ 2332722 w 3024845"/>
                <a:gd name="connsiteY342" fmla="*/ 678798 h 1059043"/>
                <a:gd name="connsiteX343" fmla="*/ 2332722 w 3024845"/>
                <a:gd name="connsiteY343" fmla="*/ 665827 h 1059043"/>
                <a:gd name="connsiteX344" fmla="*/ 2348936 w 3024845"/>
                <a:gd name="connsiteY344" fmla="*/ 665827 h 1059043"/>
                <a:gd name="connsiteX345" fmla="*/ 2348936 w 3024845"/>
                <a:gd name="connsiteY345" fmla="*/ 486400 h 1059043"/>
                <a:gd name="connsiteX346" fmla="*/ 2355016 w 3024845"/>
                <a:gd name="connsiteY346" fmla="*/ 479914 h 1059043"/>
                <a:gd name="connsiteX347" fmla="*/ 2427977 w 3024845"/>
                <a:gd name="connsiteY347" fmla="*/ 479914 h 1059043"/>
                <a:gd name="connsiteX348" fmla="*/ 2427977 w 3024845"/>
                <a:gd name="connsiteY348" fmla="*/ 488562 h 1059043"/>
                <a:gd name="connsiteX349" fmla="*/ 2438110 w 3024845"/>
                <a:gd name="connsiteY349" fmla="*/ 488562 h 1059043"/>
                <a:gd name="connsiteX350" fmla="*/ 2438110 w 3024845"/>
                <a:gd name="connsiteY350" fmla="*/ 603136 h 1059043"/>
                <a:gd name="connsiteX351" fmla="*/ 2460404 w 3024845"/>
                <a:gd name="connsiteY351" fmla="*/ 603136 h 1059043"/>
                <a:gd name="connsiteX352" fmla="*/ 2460404 w 3024845"/>
                <a:gd name="connsiteY352" fmla="*/ 536121 h 1059043"/>
                <a:gd name="connsiteX353" fmla="*/ 2486751 w 3024845"/>
                <a:gd name="connsiteY353" fmla="*/ 536121 h 1059043"/>
                <a:gd name="connsiteX354" fmla="*/ 2490804 w 3024845"/>
                <a:gd name="connsiteY354" fmla="*/ 531797 h 1059043"/>
                <a:gd name="connsiteX355" fmla="*/ 2498911 w 3024845"/>
                <a:gd name="connsiteY355" fmla="*/ 531797 h 1059043"/>
                <a:gd name="connsiteX356" fmla="*/ 2502964 w 3024845"/>
                <a:gd name="connsiteY356" fmla="*/ 536121 h 1059043"/>
                <a:gd name="connsiteX357" fmla="*/ 2525258 w 3024845"/>
                <a:gd name="connsiteY357" fmla="*/ 536121 h 1059043"/>
                <a:gd name="connsiteX358" fmla="*/ 2525258 w 3024845"/>
                <a:gd name="connsiteY358" fmla="*/ 419385 h 1059043"/>
                <a:gd name="connsiteX359" fmla="*/ 2582005 w 3024845"/>
                <a:gd name="connsiteY359" fmla="*/ 408576 h 1059043"/>
                <a:gd name="connsiteX360" fmla="*/ 2582005 w 3024845"/>
                <a:gd name="connsiteY360" fmla="*/ 409657 h 1059043"/>
                <a:gd name="connsiteX361" fmla="*/ 2582005 w 3024845"/>
                <a:gd name="connsiteY361" fmla="*/ 417223 h 1059043"/>
                <a:gd name="connsiteX362" fmla="*/ 2608352 w 3024845"/>
                <a:gd name="connsiteY362" fmla="*/ 417223 h 1059043"/>
                <a:gd name="connsiteX363" fmla="*/ 2608352 w 3024845"/>
                <a:gd name="connsiteY363" fmla="*/ 672313 h 1059043"/>
                <a:gd name="connsiteX364" fmla="*/ 2630646 w 3024845"/>
                <a:gd name="connsiteY364" fmla="*/ 672313 h 1059043"/>
                <a:gd name="connsiteX365" fmla="*/ 2630646 w 3024845"/>
                <a:gd name="connsiteY365" fmla="*/ 667989 h 1059043"/>
                <a:gd name="connsiteX366" fmla="*/ 2642806 w 3024845"/>
                <a:gd name="connsiteY366" fmla="*/ 667989 h 1059043"/>
                <a:gd name="connsiteX367" fmla="*/ 2642806 w 3024845"/>
                <a:gd name="connsiteY367" fmla="*/ 672313 h 1059043"/>
                <a:gd name="connsiteX368" fmla="*/ 2667126 w 3024845"/>
                <a:gd name="connsiteY368" fmla="*/ 672313 h 1059043"/>
                <a:gd name="connsiteX369" fmla="*/ 2667126 w 3024845"/>
                <a:gd name="connsiteY369" fmla="*/ 659342 h 1059043"/>
                <a:gd name="connsiteX370" fmla="*/ 2695500 w 3024845"/>
                <a:gd name="connsiteY370" fmla="*/ 659342 h 1059043"/>
                <a:gd name="connsiteX371" fmla="*/ 2707660 w 3024845"/>
                <a:gd name="connsiteY371" fmla="*/ 655018 h 1059043"/>
                <a:gd name="connsiteX372" fmla="*/ 2727927 w 3024845"/>
                <a:gd name="connsiteY372" fmla="*/ 659342 h 1059043"/>
                <a:gd name="connsiteX373" fmla="*/ 2727927 w 3024845"/>
                <a:gd name="connsiteY373" fmla="*/ 642048 h 1059043"/>
                <a:gd name="connsiteX374" fmla="*/ 2736034 w 3024845"/>
                <a:gd name="connsiteY374" fmla="*/ 642048 h 1059043"/>
                <a:gd name="connsiteX375" fmla="*/ 2736034 w 3024845"/>
                <a:gd name="connsiteY375" fmla="*/ 629077 h 1059043"/>
                <a:gd name="connsiteX376" fmla="*/ 2792781 w 3024845"/>
                <a:gd name="connsiteY376" fmla="*/ 629077 h 1059043"/>
                <a:gd name="connsiteX377" fmla="*/ 2792781 w 3024845"/>
                <a:gd name="connsiteY377" fmla="*/ 598812 h 1059043"/>
                <a:gd name="connsiteX378" fmla="*/ 2811021 w 3024845"/>
                <a:gd name="connsiteY378" fmla="*/ 598812 h 1059043"/>
                <a:gd name="connsiteX379" fmla="*/ 2811021 w 3024845"/>
                <a:gd name="connsiteY379" fmla="*/ 592327 h 1059043"/>
                <a:gd name="connsiteX380" fmla="*/ 2823181 w 3024845"/>
                <a:gd name="connsiteY380" fmla="*/ 592327 h 1059043"/>
                <a:gd name="connsiteX381" fmla="*/ 2823181 w 3024845"/>
                <a:gd name="connsiteY381" fmla="*/ 598812 h 1059043"/>
                <a:gd name="connsiteX382" fmla="*/ 2839395 w 3024845"/>
                <a:gd name="connsiteY382" fmla="*/ 598812 h 1059043"/>
                <a:gd name="connsiteX383" fmla="*/ 2839395 w 3024845"/>
                <a:gd name="connsiteY383" fmla="*/ 648533 h 1059043"/>
                <a:gd name="connsiteX384" fmla="*/ 2871822 w 3024845"/>
                <a:gd name="connsiteY384" fmla="*/ 648533 h 1059043"/>
                <a:gd name="connsiteX385" fmla="*/ 2871822 w 3024845"/>
                <a:gd name="connsiteY385" fmla="*/ 622592 h 1059043"/>
                <a:gd name="connsiteX386" fmla="*/ 2910329 w 3024845"/>
                <a:gd name="connsiteY386" fmla="*/ 622592 h 1059043"/>
                <a:gd name="connsiteX387" fmla="*/ 2910329 w 3024845"/>
                <a:gd name="connsiteY387" fmla="*/ 592327 h 1059043"/>
                <a:gd name="connsiteX388" fmla="*/ 2958970 w 3024845"/>
                <a:gd name="connsiteY388" fmla="*/ 592327 h 1059043"/>
                <a:gd name="connsiteX389" fmla="*/ 2958970 w 3024845"/>
                <a:gd name="connsiteY389" fmla="*/ 703483 h 1059043"/>
                <a:gd name="connsiteX390" fmla="*/ 2958970 w 3024845"/>
                <a:gd name="connsiteY390" fmla="*/ 717262 h 1059043"/>
                <a:gd name="connsiteX391" fmla="*/ 3024845 w 3024845"/>
                <a:gd name="connsiteY391" fmla="*/ 717262 h 1059043"/>
                <a:gd name="connsiteX392" fmla="*/ 3024845 w 3024845"/>
                <a:gd name="connsiteY392" fmla="*/ 1059043 h 1059043"/>
                <a:gd name="connsiteX393" fmla="*/ 2054 w 3024845"/>
                <a:gd name="connsiteY393" fmla="*/ 1056710 h 1059043"/>
                <a:gd name="connsiteX394" fmla="*/ 0 w 3024845"/>
                <a:gd name="connsiteY394" fmla="*/ 622592 h 1059043"/>
                <a:gd name="connsiteX395" fmla="*/ 20267 w 3024845"/>
                <a:gd name="connsiteY395" fmla="*/ 622592 h 1059043"/>
                <a:gd name="connsiteX396" fmla="*/ 20774 w 3024845"/>
                <a:gd name="connsiteY396" fmla="*/ 621511 h 1059043"/>
                <a:gd name="connsiteX397" fmla="*/ 24320 w 3024845"/>
                <a:gd name="connsiteY397" fmla="*/ 613945 h 1059043"/>
                <a:gd name="connsiteX398" fmla="*/ 26094 w 3024845"/>
                <a:gd name="connsiteY398" fmla="*/ 614215 h 1059043"/>
                <a:gd name="connsiteX399" fmla="*/ 38507 w 3024845"/>
                <a:gd name="connsiteY399" fmla="*/ 616106 h 1059043"/>
                <a:gd name="connsiteX400" fmla="*/ 39014 w 3024845"/>
                <a:gd name="connsiteY400" fmla="*/ 617458 h 1059043"/>
                <a:gd name="connsiteX401" fmla="*/ 42560 w 3024845"/>
                <a:gd name="connsiteY401" fmla="*/ 626915 h 1059043"/>
                <a:gd name="connsiteX402" fmla="*/ 68907 w 3024845"/>
                <a:gd name="connsiteY402" fmla="*/ 629077 h 1059043"/>
                <a:gd name="connsiteX403" fmla="*/ 68907 w 3024845"/>
                <a:gd name="connsiteY403" fmla="*/ 505856 h 1059043"/>
                <a:gd name="connsiteX404" fmla="*/ 70934 w 3024845"/>
                <a:gd name="connsiteY404" fmla="*/ 505856 h 1059043"/>
                <a:gd name="connsiteX405" fmla="*/ 85121 w 3024845"/>
                <a:gd name="connsiteY405" fmla="*/ 505856 h 1059043"/>
                <a:gd name="connsiteX406" fmla="*/ 85121 w 3024845"/>
                <a:gd name="connsiteY406" fmla="*/ 369664 h 1059043"/>
                <a:gd name="connsiteX407" fmla="*/ 86894 w 3024845"/>
                <a:gd name="connsiteY407" fmla="*/ 369664 h 1059043"/>
                <a:gd name="connsiteX408" fmla="*/ 99308 w 3024845"/>
                <a:gd name="connsiteY408" fmla="*/ 369664 h 1059043"/>
                <a:gd name="connsiteX409" fmla="*/ 99308 w 3024845"/>
                <a:gd name="connsiteY409" fmla="*/ 255090 h 1059043"/>
                <a:gd name="connsiteX410" fmla="*/ 103361 w 3024845"/>
                <a:gd name="connsiteY410" fmla="*/ 226986 h 1059043"/>
                <a:gd name="connsiteX411" fmla="*/ 105388 w 3024845"/>
                <a:gd name="connsiteY411" fmla="*/ 226986 h 1059043"/>
                <a:gd name="connsiteX412" fmla="*/ 119575 w 3024845"/>
                <a:gd name="connsiteY41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35634 h 1059043"/>
                <a:gd name="connsiteX328" fmla="*/ 2180720 w 3024845"/>
                <a:gd name="connsiteY328" fmla="*/ 555577 h 1059043"/>
                <a:gd name="connsiteX329" fmla="*/ 2245574 w 3024845"/>
                <a:gd name="connsiteY329" fmla="*/ 555577 h 1059043"/>
                <a:gd name="connsiteX330" fmla="*/ 2245574 w 3024845"/>
                <a:gd name="connsiteY330" fmla="*/ 631239 h 1059043"/>
                <a:gd name="connsiteX331" fmla="*/ 2253681 w 3024845"/>
                <a:gd name="connsiteY331" fmla="*/ 631239 h 1059043"/>
                <a:gd name="connsiteX332" fmla="*/ 2255708 w 3024845"/>
                <a:gd name="connsiteY332" fmla="*/ 624754 h 1059043"/>
                <a:gd name="connsiteX333" fmla="*/ 2261788 w 3024845"/>
                <a:gd name="connsiteY333" fmla="*/ 624754 h 1059043"/>
                <a:gd name="connsiteX334" fmla="*/ 2263815 w 3024845"/>
                <a:gd name="connsiteY334" fmla="*/ 633401 h 1059043"/>
                <a:gd name="connsiteX335" fmla="*/ 2275975 w 3024845"/>
                <a:gd name="connsiteY335" fmla="*/ 633401 h 1059043"/>
                <a:gd name="connsiteX336" fmla="*/ 2275975 w 3024845"/>
                <a:gd name="connsiteY336" fmla="*/ 626915 h 1059043"/>
                <a:gd name="connsiteX337" fmla="*/ 2298268 w 3024845"/>
                <a:gd name="connsiteY337" fmla="*/ 626915 h 1059043"/>
                <a:gd name="connsiteX338" fmla="*/ 2298268 w 3024845"/>
                <a:gd name="connsiteY338" fmla="*/ 633401 h 1059043"/>
                <a:gd name="connsiteX339" fmla="*/ 2318535 w 3024845"/>
                <a:gd name="connsiteY339" fmla="*/ 633401 h 1059043"/>
                <a:gd name="connsiteX340" fmla="*/ 2318535 w 3024845"/>
                <a:gd name="connsiteY340" fmla="*/ 678798 h 1059043"/>
                <a:gd name="connsiteX341" fmla="*/ 2332722 w 3024845"/>
                <a:gd name="connsiteY341" fmla="*/ 678798 h 1059043"/>
                <a:gd name="connsiteX342" fmla="*/ 2332722 w 3024845"/>
                <a:gd name="connsiteY342" fmla="*/ 665827 h 1059043"/>
                <a:gd name="connsiteX343" fmla="*/ 2348936 w 3024845"/>
                <a:gd name="connsiteY343" fmla="*/ 665827 h 1059043"/>
                <a:gd name="connsiteX344" fmla="*/ 2348936 w 3024845"/>
                <a:gd name="connsiteY344" fmla="*/ 486400 h 1059043"/>
                <a:gd name="connsiteX345" fmla="*/ 2355016 w 3024845"/>
                <a:gd name="connsiteY345" fmla="*/ 479914 h 1059043"/>
                <a:gd name="connsiteX346" fmla="*/ 2427977 w 3024845"/>
                <a:gd name="connsiteY346" fmla="*/ 479914 h 1059043"/>
                <a:gd name="connsiteX347" fmla="*/ 2427977 w 3024845"/>
                <a:gd name="connsiteY347" fmla="*/ 488562 h 1059043"/>
                <a:gd name="connsiteX348" fmla="*/ 2438110 w 3024845"/>
                <a:gd name="connsiteY348" fmla="*/ 488562 h 1059043"/>
                <a:gd name="connsiteX349" fmla="*/ 2438110 w 3024845"/>
                <a:gd name="connsiteY349" fmla="*/ 603136 h 1059043"/>
                <a:gd name="connsiteX350" fmla="*/ 2460404 w 3024845"/>
                <a:gd name="connsiteY350" fmla="*/ 603136 h 1059043"/>
                <a:gd name="connsiteX351" fmla="*/ 2460404 w 3024845"/>
                <a:gd name="connsiteY351" fmla="*/ 536121 h 1059043"/>
                <a:gd name="connsiteX352" fmla="*/ 2486751 w 3024845"/>
                <a:gd name="connsiteY352" fmla="*/ 536121 h 1059043"/>
                <a:gd name="connsiteX353" fmla="*/ 2490804 w 3024845"/>
                <a:gd name="connsiteY353" fmla="*/ 531797 h 1059043"/>
                <a:gd name="connsiteX354" fmla="*/ 2498911 w 3024845"/>
                <a:gd name="connsiteY354" fmla="*/ 531797 h 1059043"/>
                <a:gd name="connsiteX355" fmla="*/ 2502964 w 3024845"/>
                <a:gd name="connsiteY355" fmla="*/ 536121 h 1059043"/>
                <a:gd name="connsiteX356" fmla="*/ 2525258 w 3024845"/>
                <a:gd name="connsiteY356" fmla="*/ 536121 h 1059043"/>
                <a:gd name="connsiteX357" fmla="*/ 2525258 w 3024845"/>
                <a:gd name="connsiteY357" fmla="*/ 419385 h 1059043"/>
                <a:gd name="connsiteX358" fmla="*/ 2582005 w 3024845"/>
                <a:gd name="connsiteY358" fmla="*/ 408576 h 1059043"/>
                <a:gd name="connsiteX359" fmla="*/ 2582005 w 3024845"/>
                <a:gd name="connsiteY359" fmla="*/ 409657 h 1059043"/>
                <a:gd name="connsiteX360" fmla="*/ 2582005 w 3024845"/>
                <a:gd name="connsiteY360" fmla="*/ 417223 h 1059043"/>
                <a:gd name="connsiteX361" fmla="*/ 2608352 w 3024845"/>
                <a:gd name="connsiteY361" fmla="*/ 417223 h 1059043"/>
                <a:gd name="connsiteX362" fmla="*/ 2608352 w 3024845"/>
                <a:gd name="connsiteY362" fmla="*/ 672313 h 1059043"/>
                <a:gd name="connsiteX363" fmla="*/ 2630646 w 3024845"/>
                <a:gd name="connsiteY363" fmla="*/ 672313 h 1059043"/>
                <a:gd name="connsiteX364" fmla="*/ 2630646 w 3024845"/>
                <a:gd name="connsiteY364" fmla="*/ 667989 h 1059043"/>
                <a:gd name="connsiteX365" fmla="*/ 2642806 w 3024845"/>
                <a:gd name="connsiteY365" fmla="*/ 667989 h 1059043"/>
                <a:gd name="connsiteX366" fmla="*/ 2642806 w 3024845"/>
                <a:gd name="connsiteY366" fmla="*/ 672313 h 1059043"/>
                <a:gd name="connsiteX367" fmla="*/ 2667126 w 3024845"/>
                <a:gd name="connsiteY367" fmla="*/ 672313 h 1059043"/>
                <a:gd name="connsiteX368" fmla="*/ 2667126 w 3024845"/>
                <a:gd name="connsiteY368" fmla="*/ 659342 h 1059043"/>
                <a:gd name="connsiteX369" fmla="*/ 2695500 w 3024845"/>
                <a:gd name="connsiteY369" fmla="*/ 659342 h 1059043"/>
                <a:gd name="connsiteX370" fmla="*/ 2707660 w 3024845"/>
                <a:gd name="connsiteY370" fmla="*/ 655018 h 1059043"/>
                <a:gd name="connsiteX371" fmla="*/ 2727927 w 3024845"/>
                <a:gd name="connsiteY371" fmla="*/ 659342 h 1059043"/>
                <a:gd name="connsiteX372" fmla="*/ 2727927 w 3024845"/>
                <a:gd name="connsiteY372" fmla="*/ 642048 h 1059043"/>
                <a:gd name="connsiteX373" fmla="*/ 2736034 w 3024845"/>
                <a:gd name="connsiteY373" fmla="*/ 642048 h 1059043"/>
                <a:gd name="connsiteX374" fmla="*/ 2736034 w 3024845"/>
                <a:gd name="connsiteY374" fmla="*/ 629077 h 1059043"/>
                <a:gd name="connsiteX375" fmla="*/ 2792781 w 3024845"/>
                <a:gd name="connsiteY375" fmla="*/ 629077 h 1059043"/>
                <a:gd name="connsiteX376" fmla="*/ 2792781 w 3024845"/>
                <a:gd name="connsiteY376" fmla="*/ 598812 h 1059043"/>
                <a:gd name="connsiteX377" fmla="*/ 2811021 w 3024845"/>
                <a:gd name="connsiteY377" fmla="*/ 598812 h 1059043"/>
                <a:gd name="connsiteX378" fmla="*/ 2811021 w 3024845"/>
                <a:gd name="connsiteY378" fmla="*/ 592327 h 1059043"/>
                <a:gd name="connsiteX379" fmla="*/ 2823181 w 3024845"/>
                <a:gd name="connsiteY379" fmla="*/ 592327 h 1059043"/>
                <a:gd name="connsiteX380" fmla="*/ 2823181 w 3024845"/>
                <a:gd name="connsiteY380" fmla="*/ 598812 h 1059043"/>
                <a:gd name="connsiteX381" fmla="*/ 2839395 w 3024845"/>
                <a:gd name="connsiteY381" fmla="*/ 598812 h 1059043"/>
                <a:gd name="connsiteX382" fmla="*/ 2839395 w 3024845"/>
                <a:gd name="connsiteY382" fmla="*/ 648533 h 1059043"/>
                <a:gd name="connsiteX383" fmla="*/ 2871822 w 3024845"/>
                <a:gd name="connsiteY383" fmla="*/ 648533 h 1059043"/>
                <a:gd name="connsiteX384" fmla="*/ 2871822 w 3024845"/>
                <a:gd name="connsiteY384" fmla="*/ 622592 h 1059043"/>
                <a:gd name="connsiteX385" fmla="*/ 2910329 w 3024845"/>
                <a:gd name="connsiteY385" fmla="*/ 622592 h 1059043"/>
                <a:gd name="connsiteX386" fmla="*/ 2910329 w 3024845"/>
                <a:gd name="connsiteY386" fmla="*/ 592327 h 1059043"/>
                <a:gd name="connsiteX387" fmla="*/ 2958970 w 3024845"/>
                <a:gd name="connsiteY387" fmla="*/ 592327 h 1059043"/>
                <a:gd name="connsiteX388" fmla="*/ 2958970 w 3024845"/>
                <a:gd name="connsiteY388" fmla="*/ 703483 h 1059043"/>
                <a:gd name="connsiteX389" fmla="*/ 2958970 w 3024845"/>
                <a:gd name="connsiteY389" fmla="*/ 717262 h 1059043"/>
                <a:gd name="connsiteX390" fmla="*/ 3024845 w 3024845"/>
                <a:gd name="connsiteY390" fmla="*/ 717262 h 1059043"/>
                <a:gd name="connsiteX391" fmla="*/ 3024845 w 3024845"/>
                <a:gd name="connsiteY391" fmla="*/ 1059043 h 1059043"/>
                <a:gd name="connsiteX392" fmla="*/ 2054 w 3024845"/>
                <a:gd name="connsiteY392" fmla="*/ 1056710 h 1059043"/>
                <a:gd name="connsiteX393" fmla="*/ 0 w 3024845"/>
                <a:gd name="connsiteY393" fmla="*/ 622592 h 1059043"/>
                <a:gd name="connsiteX394" fmla="*/ 20267 w 3024845"/>
                <a:gd name="connsiteY394" fmla="*/ 622592 h 1059043"/>
                <a:gd name="connsiteX395" fmla="*/ 20774 w 3024845"/>
                <a:gd name="connsiteY395" fmla="*/ 621511 h 1059043"/>
                <a:gd name="connsiteX396" fmla="*/ 24320 w 3024845"/>
                <a:gd name="connsiteY396" fmla="*/ 613945 h 1059043"/>
                <a:gd name="connsiteX397" fmla="*/ 26094 w 3024845"/>
                <a:gd name="connsiteY397" fmla="*/ 614215 h 1059043"/>
                <a:gd name="connsiteX398" fmla="*/ 38507 w 3024845"/>
                <a:gd name="connsiteY398" fmla="*/ 616106 h 1059043"/>
                <a:gd name="connsiteX399" fmla="*/ 39014 w 3024845"/>
                <a:gd name="connsiteY399" fmla="*/ 617458 h 1059043"/>
                <a:gd name="connsiteX400" fmla="*/ 42560 w 3024845"/>
                <a:gd name="connsiteY400" fmla="*/ 626915 h 1059043"/>
                <a:gd name="connsiteX401" fmla="*/ 68907 w 3024845"/>
                <a:gd name="connsiteY401" fmla="*/ 629077 h 1059043"/>
                <a:gd name="connsiteX402" fmla="*/ 68907 w 3024845"/>
                <a:gd name="connsiteY402" fmla="*/ 505856 h 1059043"/>
                <a:gd name="connsiteX403" fmla="*/ 70934 w 3024845"/>
                <a:gd name="connsiteY403" fmla="*/ 505856 h 1059043"/>
                <a:gd name="connsiteX404" fmla="*/ 85121 w 3024845"/>
                <a:gd name="connsiteY404" fmla="*/ 505856 h 1059043"/>
                <a:gd name="connsiteX405" fmla="*/ 85121 w 3024845"/>
                <a:gd name="connsiteY405" fmla="*/ 369664 h 1059043"/>
                <a:gd name="connsiteX406" fmla="*/ 86894 w 3024845"/>
                <a:gd name="connsiteY406" fmla="*/ 369664 h 1059043"/>
                <a:gd name="connsiteX407" fmla="*/ 99308 w 3024845"/>
                <a:gd name="connsiteY407" fmla="*/ 369664 h 1059043"/>
                <a:gd name="connsiteX408" fmla="*/ 99308 w 3024845"/>
                <a:gd name="connsiteY408" fmla="*/ 255090 h 1059043"/>
                <a:gd name="connsiteX409" fmla="*/ 103361 w 3024845"/>
                <a:gd name="connsiteY409" fmla="*/ 226986 h 1059043"/>
                <a:gd name="connsiteX410" fmla="*/ 105388 w 3024845"/>
                <a:gd name="connsiteY410" fmla="*/ 226986 h 1059043"/>
                <a:gd name="connsiteX411" fmla="*/ 119575 w 3024845"/>
                <a:gd name="connsiteY41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80720 w 3024845"/>
                <a:gd name="connsiteY327" fmla="*/ 555577 h 1059043"/>
                <a:gd name="connsiteX328" fmla="*/ 2245574 w 3024845"/>
                <a:gd name="connsiteY328" fmla="*/ 555577 h 1059043"/>
                <a:gd name="connsiteX329" fmla="*/ 2245574 w 3024845"/>
                <a:gd name="connsiteY329" fmla="*/ 631239 h 1059043"/>
                <a:gd name="connsiteX330" fmla="*/ 2253681 w 3024845"/>
                <a:gd name="connsiteY330" fmla="*/ 631239 h 1059043"/>
                <a:gd name="connsiteX331" fmla="*/ 2255708 w 3024845"/>
                <a:gd name="connsiteY331" fmla="*/ 624754 h 1059043"/>
                <a:gd name="connsiteX332" fmla="*/ 2261788 w 3024845"/>
                <a:gd name="connsiteY332" fmla="*/ 624754 h 1059043"/>
                <a:gd name="connsiteX333" fmla="*/ 2263815 w 3024845"/>
                <a:gd name="connsiteY333" fmla="*/ 633401 h 1059043"/>
                <a:gd name="connsiteX334" fmla="*/ 2275975 w 3024845"/>
                <a:gd name="connsiteY334" fmla="*/ 633401 h 1059043"/>
                <a:gd name="connsiteX335" fmla="*/ 2275975 w 3024845"/>
                <a:gd name="connsiteY335" fmla="*/ 626915 h 1059043"/>
                <a:gd name="connsiteX336" fmla="*/ 2298268 w 3024845"/>
                <a:gd name="connsiteY336" fmla="*/ 626915 h 1059043"/>
                <a:gd name="connsiteX337" fmla="*/ 2298268 w 3024845"/>
                <a:gd name="connsiteY337" fmla="*/ 633401 h 1059043"/>
                <a:gd name="connsiteX338" fmla="*/ 2318535 w 3024845"/>
                <a:gd name="connsiteY338" fmla="*/ 633401 h 1059043"/>
                <a:gd name="connsiteX339" fmla="*/ 2318535 w 3024845"/>
                <a:gd name="connsiteY339" fmla="*/ 678798 h 1059043"/>
                <a:gd name="connsiteX340" fmla="*/ 2332722 w 3024845"/>
                <a:gd name="connsiteY340" fmla="*/ 678798 h 1059043"/>
                <a:gd name="connsiteX341" fmla="*/ 2332722 w 3024845"/>
                <a:gd name="connsiteY341" fmla="*/ 665827 h 1059043"/>
                <a:gd name="connsiteX342" fmla="*/ 2348936 w 3024845"/>
                <a:gd name="connsiteY342" fmla="*/ 665827 h 1059043"/>
                <a:gd name="connsiteX343" fmla="*/ 2348936 w 3024845"/>
                <a:gd name="connsiteY343" fmla="*/ 486400 h 1059043"/>
                <a:gd name="connsiteX344" fmla="*/ 2355016 w 3024845"/>
                <a:gd name="connsiteY344" fmla="*/ 479914 h 1059043"/>
                <a:gd name="connsiteX345" fmla="*/ 2427977 w 3024845"/>
                <a:gd name="connsiteY345" fmla="*/ 479914 h 1059043"/>
                <a:gd name="connsiteX346" fmla="*/ 2427977 w 3024845"/>
                <a:gd name="connsiteY346" fmla="*/ 488562 h 1059043"/>
                <a:gd name="connsiteX347" fmla="*/ 2438110 w 3024845"/>
                <a:gd name="connsiteY347" fmla="*/ 488562 h 1059043"/>
                <a:gd name="connsiteX348" fmla="*/ 2438110 w 3024845"/>
                <a:gd name="connsiteY348" fmla="*/ 603136 h 1059043"/>
                <a:gd name="connsiteX349" fmla="*/ 2460404 w 3024845"/>
                <a:gd name="connsiteY349" fmla="*/ 603136 h 1059043"/>
                <a:gd name="connsiteX350" fmla="*/ 2460404 w 3024845"/>
                <a:gd name="connsiteY350" fmla="*/ 536121 h 1059043"/>
                <a:gd name="connsiteX351" fmla="*/ 2486751 w 3024845"/>
                <a:gd name="connsiteY351" fmla="*/ 536121 h 1059043"/>
                <a:gd name="connsiteX352" fmla="*/ 2490804 w 3024845"/>
                <a:gd name="connsiteY352" fmla="*/ 531797 h 1059043"/>
                <a:gd name="connsiteX353" fmla="*/ 2498911 w 3024845"/>
                <a:gd name="connsiteY353" fmla="*/ 531797 h 1059043"/>
                <a:gd name="connsiteX354" fmla="*/ 2502964 w 3024845"/>
                <a:gd name="connsiteY354" fmla="*/ 536121 h 1059043"/>
                <a:gd name="connsiteX355" fmla="*/ 2525258 w 3024845"/>
                <a:gd name="connsiteY355" fmla="*/ 536121 h 1059043"/>
                <a:gd name="connsiteX356" fmla="*/ 2525258 w 3024845"/>
                <a:gd name="connsiteY356" fmla="*/ 419385 h 1059043"/>
                <a:gd name="connsiteX357" fmla="*/ 2582005 w 3024845"/>
                <a:gd name="connsiteY357" fmla="*/ 408576 h 1059043"/>
                <a:gd name="connsiteX358" fmla="*/ 2582005 w 3024845"/>
                <a:gd name="connsiteY358" fmla="*/ 409657 h 1059043"/>
                <a:gd name="connsiteX359" fmla="*/ 2582005 w 3024845"/>
                <a:gd name="connsiteY359" fmla="*/ 417223 h 1059043"/>
                <a:gd name="connsiteX360" fmla="*/ 2608352 w 3024845"/>
                <a:gd name="connsiteY360" fmla="*/ 417223 h 1059043"/>
                <a:gd name="connsiteX361" fmla="*/ 2608352 w 3024845"/>
                <a:gd name="connsiteY361" fmla="*/ 672313 h 1059043"/>
                <a:gd name="connsiteX362" fmla="*/ 2630646 w 3024845"/>
                <a:gd name="connsiteY362" fmla="*/ 672313 h 1059043"/>
                <a:gd name="connsiteX363" fmla="*/ 2630646 w 3024845"/>
                <a:gd name="connsiteY363" fmla="*/ 667989 h 1059043"/>
                <a:gd name="connsiteX364" fmla="*/ 2642806 w 3024845"/>
                <a:gd name="connsiteY364" fmla="*/ 667989 h 1059043"/>
                <a:gd name="connsiteX365" fmla="*/ 2642806 w 3024845"/>
                <a:gd name="connsiteY365" fmla="*/ 672313 h 1059043"/>
                <a:gd name="connsiteX366" fmla="*/ 2667126 w 3024845"/>
                <a:gd name="connsiteY366" fmla="*/ 672313 h 1059043"/>
                <a:gd name="connsiteX367" fmla="*/ 2667126 w 3024845"/>
                <a:gd name="connsiteY367" fmla="*/ 659342 h 1059043"/>
                <a:gd name="connsiteX368" fmla="*/ 2695500 w 3024845"/>
                <a:gd name="connsiteY368" fmla="*/ 659342 h 1059043"/>
                <a:gd name="connsiteX369" fmla="*/ 2707660 w 3024845"/>
                <a:gd name="connsiteY369" fmla="*/ 655018 h 1059043"/>
                <a:gd name="connsiteX370" fmla="*/ 2727927 w 3024845"/>
                <a:gd name="connsiteY370" fmla="*/ 659342 h 1059043"/>
                <a:gd name="connsiteX371" fmla="*/ 2727927 w 3024845"/>
                <a:gd name="connsiteY371" fmla="*/ 642048 h 1059043"/>
                <a:gd name="connsiteX372" fmla="*/ 2736034 w 3024845"/>
                <a:gd name="connsiteY372" fmla="*/ 642048 h 1059043"/>
                <a:gd name="connsiteX373" fmla="*/ 2736034 w 3024845"/>
                <a:gd name="connsiteY373" fmla="*/ 629077 h 1059043"/>
                <a:gd name="connsiteX374" fmla="*/ 2792781 w 3024845"/>
                <a:gd name="connsiteY374" fmla="*/ 629077 h 1059043"/>
                <a:gd name="connsiteX375" fmla="*/ 2792781 w 3024845"/>
                <a:gd name="connsiteY375" fmla="*/ 598812 h 1059043"/>
                <a:gd name="connsiteX376" fmla="*/ 2811021 w 3024845"/>
                <a:gd name="connsiteY376" fmla="*/ 598812 h 1059043"/>
                <a:gd name="connsiteX377" fmla="*/ 2811021 w 3024845"/>
                <a:gd name="connsiteY377" fmla="*/ 592327 h 1059043"/>
                <a:gd name="connsiteX378" fmla="*/ 2823181 w 3024845"/>
                <a:gd name="connsiteY378" fmla="*/ 592327 h 1059043"/>
                <a:gd name="connsiteX379" fmla="*/ 2823181 w 3024845"/>
                <a:gd name="connsiteY379" fmla="*/ 598812 h 1059043"/>
                <a:gd name="connsiteX380" fmla="*/ 2839395 w 3024845"/>
                <a:gd name="connsiteY380" fmla="*/ 598812 h 1059043"/>
                <a:gd name="connsiteX381" fmla="*/ 2839395 w 3024845"/>
                <a:gd name="connsiteY381" fmla="*/ 648533 h 1059043"/>
                <a:gd name="connsiteX382" fmla="*/ 2871822 w 3024845"/>
                <a:gd name="connsiteY382" fmla="*/ 648533 h 1059043"/>
                <a:gd name="connsiteX383" fmla="*/ 2871822 w 3024845"/>
                <a:gd name="connsiteY383" fmla="*/ 622592 h 1059043"/>
                <a:gd name="connsiteX384" fmla="*/ 2910329 w 3024845"/>
                <a:gd name="connsiteY384" fmla="*/ 622592 h 1059043"/>
                <a:gd name="connsiteX385" fmla="*/ 2910329 w 3024845"/>
                <a:gd name="connsiteY385" fmla="*/ 592327 h 1059043"/>
                <a:gd name="connsiteX386" fmla="*/ 2958970 w 3024845"/>
                <a:gd name="connsiteY386" fmla="*/ 592327 h 1059043"/>
                <a:gd name="connsiteX387" fmla="*/ 2958970 w 3024845"/>
                <a:gd name="connsiteY387" fmla="*/ 703483 h 1059043"/>
                <a:gd name="connsiteX388" fmla="*/ 2958970 w 3024845"/>
                <a:gd name="connsiteY388" fmla="*/ 717262 h 1059043"/>
                <a:gd name="connsiteX389" fmla="*/ 3024845 w 3024845"/>
                <a:gd name="connsiteY389" fmla="*/ 717262 h 1059043"/>
                <a:gd name="connsiteX390" fmla="*/ 3024845 w 3024845"/>
                <a:gd name="connsiteY390" fmla="*/ 1059043 h 1059043"/>
                <a:gd name="connsiteX391" fmla="*/ 2054 w 3024845"/>
                <a:gd name="connsiteY391" fmla="*/ 1056710 h 1059043"/>
                <a:gd name="connsiteX392" fmla="*/ 0 w 3024845"/>
                <a:gd name="connsiteY392" fmla="*/ 622592 h 1059043"/>
                <a:gd name="connsiteX393" fmla="*/ 20267 w 3024845"/>
                <a:gd name="connsiteY393" fmla="*/ 622592 h 1059043"/>
                <a:gd name="connsiteX394" fmla="*/ 20774 w 3024845"/>
                <a:gd name="connsiteY394" fmla="*/ 621511 h 1059043"/>
                <a:gd name="connsiteX395" fmla="*/ 24320 w 3024845"/>
                <a:gd name="connsiteY395" fmla="*/ 613945 h 1059043"/>
                <a:gd name="connsiteX396" fmla="*/ 26094 w 3024845"/>
                <a:gd name="connsiteY396" fmla="*/ 614215 h 1059043"/>
                <a:gd name="connsiteX397" fmla="*/ 38507 w 3024845"/>
                <a:gd name="connsiteY397" fmla="*/ 616106 h 1059043"/>
                <a:gd name="connsiteX398" fmla="*/ 39014 w 3024845"/>
                <a:gd name="connsiteY398" fmla="*/ 617458 h 1059043"/>
                <a:gd name="connsiteX399" fmla="*/ 42560 w 3024845"/>
                <a:gd name="connsiteY399" fmla="*/ 626915 h 1059043"/>
                <a:gd name="connsiteX400" fmla="*/ 68907 w 3024845"/>
                <a:gd name="connsiteY400" fmla="*/ 629077 h 1059043"/>
                <a:gd name="connsiteX401" fmla="*/ 68907 w 3024845"/>
                <a:gd name="connsiteY401" fmla="*/ 505856 h 1059043"/>
                <a:gd name="connsiteX402" fmla="*/ 70934 w 3024845"/>
                <a:gd name="connsiteY402" fmla="*/ 505856 h 1059043"/>
                <a:gd name="connsiteX403" fmla="*/ 85121 w 3024845"/>
                <a:gd name="connsiteY403" fmla="*/ 505856 h 1059043"/>
                <a:gd name="connsiteX404" fmla="*/ 85121 w 3024845"/>
                <a:gd name="connsiteY404" fmla="*/ 369664 h 1059043"/>
                <a:gd name="connsiteX405" fmla="*/ 86894 w 3024845"/>
                <a:gd name="connsiteY405" fmla="*/ 369664 h 1059043"/>
                <a:gd name="connsiteX406" fmla="*/ 99308 w 3024845"/>
                <a:gd name="connsiteY406" fmla="*/ 369664 h 1059043"/>
                <a:gd name="connsiteX407" fmla="*/ 99308 w 3024845"/>
                <a:gd name="connsiteY407" fmla="*/ 255090 h 1059043"/>
                <a:gd name="connsiteX408" fmla="*/ 103361 w 3024845"/>
                <a:gd name="connsiteY408" fmla="*/ 226986 h 1059043"/>
                <a:gd name="connsiteX409" fmla="*/ 105388 w 3024845"/>
                <a:gd name="connsiteY409" fmla="*/ 226986 h 1059043"/>
                <a:gd name="connsiteX410" fmla="*/ 119575 w 3024845"/>
                <a:gd name="connsiteY41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80720 w 3024845"/>
                <a:gd name="connsiteY326" fmla="*/ 555577 h 1059043"/>
                <a:gd name="connsiteX327" fmla="*/ 2245574 w 3024845"/>
                <a:gd name="connsiteY327" fmla="*/ 555577 h 1059043"/>
                <a:gd name="connsiteX328" fmla="*/ 2245574 w 3024845"/>
                <a:gd name="connsiteY328" fmla="*/ 631239 h 1059043"/>
                <a:gd name="connsiteX329" fmla="*/ 2253681 w 3024845"/>
                <a:gd name="connsiteY329" fmla="*/ 631239 h 1059043"/>
                <a:gd name="connsiteX330" fmla="*/ 2255708 w 3024845"/>
                <a:gd name="connsiteY330" fmla="*/ 624754 h 1059043"/>
                <a:gd name="connsiteX331" fmla="*/ 2261788 w 3024845"/>
                <a:gd name="connsiteY331" fmla="*/ 624754 h 1059043"/>
                <a:gd name="connsiteX332" fmla="*/ 2263815 w 3024845"/>
                <a:gd name="connsiteY332" fmla="*/ 633401 h 1059043"/>
                <a:gd name="connsiteX333" fmla="*/ 2275975 w 3024845"/>
                <a:gd name="connsiteY333" fmla="*/ 633401 h 1059043"/>
                <a:gd name="connsiteX334" fmla="*/ 2275975 w 3024845"/>
                <a:gd name="connsiteY334" fmla="*/ 626915 h 1059043"/>
                <a:gd name="connsiteX335" fmla="*/ 2298268 w 3024845"/>
                <a:gd name="connsiteY335" fmla="*/ 626915 h 1059043"/>
                <a:gd name="connsiteX336" fmla="*/ 2298268 w 3024845"/>
                <a:gd name="connsiteY336" fmla="*/ 633401 h 1059043"/>
                <a:gd name="connsiteX337" fmla="*/ 2318535 w 3024845"/>
                <a:gd name="connsiteY337" fmla="*/ 633401 h 1059043"/>
                <a:gd name="connsiteX338" fmla="*/ 2318535 w 3024845"/>
                <a:gd name="connsiteY338" fmla="*/ 678798 h 1059043"/>
                <a:gd name="connsiteX339" fmla="*/ 2332722 w 3024845"/>
                <a:gd name="connsiteY339" fmla="*/ 678798 h 1059043"/>
                <a:gd name="connsiteX340" fmla="*/ 2332722 w 3024845"/>
                <a:gd name="connsiteY340" fmla="*/ 665827 h 1059043"/>
                <a:gd name="connsiteX341" fmla="*/ 2348936 w 3024845"/>
                <a:gd name="connsiteY341" fmla="*/ 665827 h 1059043"/>
                <a:gd name="connsiteX342" fmla="*/ 2348936 w 3024845"/>
                <a:gd name="connsiteY342" fmla="*/ 486400 h 1059043"/>
                <a:gd name="connsiteX343" fmla="*/ 2355016 w 3024845"/>
                <a:gd name="connsiteY343" fmla="*/ 479914 h 1059043"/>
                <a:gd name="connsiteX344" fmla="*/ 2427977 w 3024845"/>
                <a:gd name="connsiteY344" fmla="*/ 479914 h 1059043"/>
                <a:gd name="connsiteX345" fmla="*/ 2427977 w 3024845"/>
                <a:gd name="connsiteY345" fmla="*/ 488562 h 1059043"/>
                <a:gd name="connsiteX346" fmla="*/ 2438110 w 3024845"/>
                <a:gd name="connsiteY346" fmla="*/ 488562 h 1059043"/>
                <a:gd name="connsiteX347" fmla="*/ 2438110 w 3024845"/>
                <a:gd name="connsiteY347" fmla="*/ 603136 h 1059043"/>
                <a:gd name="connsiteX348" fmla="*/ 2460404 w 3024845"/>
                <a:gd name="connsiteY348" fmla="*/ 603136 h 1059043"/>
                <a:gd name="connsiteX349" fmla="*/ 2460404 w 3024845"/>
                <a:gd name="connsiteY349" fmla="*/ 536121 h 1059043"/>
                <a:gd name="connsiteX350" fmla="*/ 2486751 w 3024845"/>
                <a:gd name="connsiteY350" fmla="*/ 536121 h 1059043"/>
                <a:gd name="connsiteX351" fmla="*/ 2490804 w 3024845"/>
                <a:gd name="connsiteY351" fmla="*/ 531797 h 1059043"/>
                <a:gd name="connsiteX352" fmla="*/ 2498911 w 3024845"/>
                <a:gd name="connsiteY352" fmla="*/ 531797 h 1059043"/>
                <a:gd name="connsiteX353" fmla="*/ 2502964 w 3024845"/>
                <a:gd name="connsiteY353" fmla="*/ 536121 h 1059043"/>
                <a:gd name="connsiteX354" fmla="*/ 2525258 w 3024845"/>
                <a:gd name="connsiteY354" fmla="*/ 536121 h 1059043"/>
                <a:gd name="connsiteX355" fmla="*/ 2525258 w 3024845"/>
                <a:gd name="connsiteY355" fmla="*/ 419385 h 1059043"/>
                <a:gd name="connsiteX356" fmla="*/ 2582005 w 3024845"/>
                <a:gd name="connsiteY356" fmla="*/ 408576 h 1059043"/>
                <a:gd name="connsiteX357" fmla="*/ 2582005 w 3024845"/>
                <a:gd name="connsiteY357" fmla="*/ 409657 h 1059043"/>
                <a:gd name="connsiteX358" fmla="*/ 2582005 w 3024845"/>
                <a:gd name="connsiteY358" fmla="*/ 417223 h 1059043"/>
                <a:gd name="connsiteX359" fmla="*/ 2608352 w 3024845"/>
                <a:gd name="connsiteY359" fmla="*/ 417223 h 1059043"/>
                <a:gd name="connsiteX360" fmla="*/ 2608352 w 3024845"/>
                <a:gd name="connsiteY360" fmla="*/ 672313 h 1059043"/>
                <a:gd name="connsiteX361" fmla="*/ 2630646 w 3024845"/>
                <a:gd name="connsiteY361" fmla="*/ 672313 h 1059043"/>
                <a:gd name="connsiteX362" fmla="*/ 2630646 w 3024845"/>
                <a:gd name="connsiteY362" fmla="*/ 667989 h 1059043"/>
                <a:gd name="connsiteX363" fmla="*/ 2642806 w 3024845"/>
                <a:gd name="connsiteY363" fmla="*/ 667989 h 1059043"/>
                <a:gd name="connsiteX364" fmla="*/ 2642806 w 3024845"/>
                <a:gd name="connsiteY364" fmla="*/ 672313 h 1059043"/>
                <a:gd name="connsiteX365" fmla="*/ 2667126 w 3024845"/>
                <a:gd name="connsiteY365" fmla="*/ 672313 h 1059043"/>
                <a:gd name="connsiteX366" fmla="*/ 2667126 w 3024845"/>
                <a:gd name="connsiteY366" fmla="*/ 659342 h 1059043"/>
                <a:gd name="connsiteX367" fmla="*/ 2695500 w 3024845"/>
                <a:gd name="connsiteY367" fmla="*/ 659342 h 1059043"/>
                <a:gd name="connsiteX368" fmla="*/ 2707660 w 3024845"/>
                <a:gd name="connsiteY368" fmla="*/ 655018 h 1059043"/>
                <a:gd name="connsiteX369" fmla="*/ 2727927 w 3024845"/>
                <a:gd name="connsiteY369" fmla="*/ 659342 h 1059043"/>
                <a:gd name="connsiteX370" fmla="*/ 2727927 w 3024845"/>
                <a:gd name="connsiteY370" fmla="*/ 642048 h 1059043"/>
                <a:gd name="connsiteX371" fmla="*/ 2736034 w 3024845"/>
                <a:gd name="connsiteY371" fmla="*/ 642048 h 1059043"/>
                <a:gd name="connsiteX372" fmla="*/ 2736034 w 3024845"/>
                <a:gd name="connsiteY372" fmla="*/ 629077 h 1059043"/>
                <a:gd name="connsiteX373" fmla="*/ 2792781 w 3024845"/>
                <a:gd name="connsiteY373" fmla="*/ 629077 h 1059043"/>
                <a:gd name="connsiteX374" fmla="*/ 2792781 w 3024845"/>
                <a:gd name="connsiteY374" fmla="*/ 598812 h 1059043"/>
                <a:gd name="connsiteX375" fmla="*/ 2811021 w 3024845"/>
                <a:gd name="connsiteY375" fmla="*/ 598812 h 1059043"/>
                <a:gd name="connsiteX376" fmla="*/ 2811021 w 3024845"/>
                <a:gd name="connsiteY376" fmla="*/ 592327 h 1059043"/>
                <a:gd name="connsiteX377" fmla="*/ 2823181 w 3024845"/>
                <a:gd name="connsiteY377" fmla="*/ 592327 h 1059043"/>
                <a:gd name="connsiteX378" fmla="*/ 2823181 w 3024845"/>
                <a:gd name="connsiteY378" fmla="*/ 598812 h 1059043"/>
                <a:gd name="connsiteX379" fmla="*/ 2839395 w 3024845"/>
                <a:gd name="connsiteY379" fmla="*/ 598812 h 1059043"/>
                <a:gd name="connsiteX380" fmla="*/ 2839395 w 3024845"/>
                <a:gd name="connsiteY380" fmla="*/ 648533 h 1059043"/>
                <a:gd name="connsiteX381" fmla="*/ 2871822 w 3024845"/>
                <a:gd name="connsiteY381" fmla="*/ 648533 h 1059043"/>
                <a:gd name="connsiteX382" fmla="*/ 2871822 w 3024845"/>
                <a:gd name="connsiteY382" fmla="*/ 622592 h 1059043"/>
                <a:gd name="connsiteX383" fmla="*/ 2910329 w 3024845"/>
                <a:gd name="connsiteY383" fmla="*/ 622592 h 1059043"/>
                <a:gd name="connsiteX384" fmla="*/ 2910329 w 3024845"/>
                <a:gd name="connsiteY384" fmla="*/ 592327 h 1059043"/>
                <a:gd name="connsiteX385" fmla="*/ 2958970 w 3024845"/>
                <a:gd name="connsiteY385" fmla="*/ 592327 h 1059043"/>
                <a:gd name="connsiteX386" fmla="*/ 2958970 w 3024845"/>
                <a:gd name="connsiteY386" fmla="*/ 703483 h 1059043"/>
                <a:gd name="connsiteX387" fmla="*/ 2958970 w 3024845"/>
                <a:gd name="connsiteY387" fmla="*/ 717262 h 1059043"/>
                <a:gd name="connsiteX388" fmla="*/ 3024845 w 3024845"/>
                <a:gd name="connsiteY388" fmla="*/ 717262 h 1059043"/>
                <a:gd name="connsiteX389" fmla="*/ 3024845 w 3024845"/>
                <a:gd name="connsiteY389" fmla="*/ 1059043 h 1059043"/>
                <a:gd name="connsiteX390" fmla="*/ 2054 w 3024845"/>
                <a:gd name="connsiteY390" fmla="*/ 1056710 h 1059043"/>
                <a:gd name="connsiteX391" fmla="*/ 0 w 3024845"/>
                <a:gd name="connsiteY391" fmla="*/ 622592 h 1059043"/>
                <a:gd name="connsiteX392" fmla="*/ 20267 w 3024845"/>
                <a:gd name="connsiteY392" fmla="*/ 622592 h 1059043"/>
                <a:gd name="connsiteX393" fmla="*/ 20774 w 3024845"/>
                <a:gd name="connsiteY393" fmla="*/ 621511 h 1059043"/>
                <a:gd name="connsiteX394" fmla="*/ 24320 w 3024845"/>
                <a:gd name="connsiteY394" fmla="*/ 613945 h 1059043"/>
                <a:gd name="connsiteX395" fmla="*/ 26094 w 3024845"/>
                <a:gd name="connsiteY395" fmla="*/ 614215 h 1059043"/>
                <a:gd name="connsiteX396" fmla="*/ 38507 w 3024845"/>
                <a:gd name="connsiteY396" fmla="*/ 616106 h 1059043"/>
                <a:gd name="connsiteX397" fmla="*/ 39014 w 3024845"/>
                <a:gd name="connsiteY397" fmla="*/ 617458 h 1059043"/>
                <a:gd name="connsiteX398" fmla="*/ 42560 w 3024845"/>
                <a:gd name="connsiteY398" fmla="*/ 626915 h 1059043"/>
                <a:gd name="connsiteX399" fmla="*/ 68907 w 3024845"/>
                <a:gd name="connsiteY399" fmla="*/ 629077 h 1059043"/>
                <a:gd name="connsiteX400" fmla="*/ 68907 w 3024845"/>
                <a:gd name="connsiteY400" fmla="*/ 505856 h 1059043"/>
                <a:gd name="connsiteX401" fmla="*/ 70934 w 3024845"/>
                <a:gd name="connsiteY401" fmla="*/ 505856 h 1059043"/>
                <a:gd name="connsiteX402" fmla="*/ 85121 w 3024845"/>
                <a:gd name="connsiteY402" fmla="*/ 505856 h 1059043"/>
                <a:gd name="connsiteX403" fmla="*/ 85121 w 3024845"/>
                <a:gd name="connsiteY403" fmla="*/ 369664 h 1059043"/>
                <a:gd name="connsiteX404" fmla="*/ 86894 w 3024845"/>
                <a:gd name="connsiteY404" fmla="*/ 369664 h 1059043"/>
                <a:gd name="connsiteX405" fmla="*/ 99308 w 3024845"/>
                <a:gd name="connsiteY405" fmla="*/ 369664 h 1059043"/>
                <a:gd name="connsiteX406" fmla="*/ 99308 w 3024845"/>
                <a:gd name="connsiteY406" fmla="*/ 255090 h 1059043"/>
                <a:gd name="connsiteX407" fmla="*/ 103361 w 3024845"/>
                <a:gd name="connsiteY407" fmla="*/ 226986 h 1059043"/>
                <a:gd name="connsiteX408" fmla="*/ 105388 w 3024845"/>
                <a:gd name="connsiteY408" fmla="*/ 226986 h 1059043"/>
                <a:gd name="connsiteX409" fmla="*/ 119575 w 3024845"/>
                <a:gd name="connsiteY40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131868 h 1059043"/>
                <a:gd name="connsiteX317" fmla="*/ 2144240 w 3024845"/>
                <a:gd name="connsiteY317" fmla="*/ 125383 h 1059043"/>
                <a:gd name="connsiteX318" fmla="*/ 2150320 w 3024845"/>
                <a:gd name="connsiteY318" fmla="*/ 118897 h 1059043"/>
                <a:gd name="connsiteX319" fmla="*/ 2150320 w 3024845"/>
                <a:gd name="connsiteY319" fmla="*/ 60529 h 1059043"/>
                <a:gd name="connsiteX320" fmla="*/ 2152346 w 3024845"/>
                <a:gd name="connsiteY320" fmla="*/ 56206 h 1059043"/>
                <a:gd name="connsiteX321" fmla="*/ 2152346 w 3024845"/>
                <a:gd name="connsiteY321" fmla="*/ 0 h 1059043"/>
                <a:gd name="connsiteX322" fmla="*/ 2162480 w 3024845"/>
                <a:gd name="connsiteY322" fmla="*/ 118897 h 1059043"/>
                <a:gd name="connsiteX323" fmla="*/ 2168560 w 3024845"/>
                <a:gd name="connsiteY323" fmla="*/ 125383 h 1059043"/>
                <a:gd name="connsiteX324" fmla="*/ 2166533 w 3024845"/>
                <a:gd name="connsiteY324" fmla="*/ 131868 h 1059043"/>
                <a:gd name="connsiteX325" fmla="*/ 2180720 w 3024845"/>
                <a:gd name="connsiteY325" fmla="*/ 555577 h 1059043"/>
                <a:gd name="connsiteX326" fmla="*/ 2245574 w 3024845"/>
                <a:gd name="connsiteY326" fmla="*/ 555577 h 1059043"/>
                <a:gd name="connsiteX327" fmla="*/ 2245574 w 3024845"/>
                <a:gd name="connsiteY327" fmla="*/ 631239 h 1059043"/>
                <a:gd name="connsiteX328" fmla="*/ 2253681 w 3024845"/>
                <a:gd name="connsiteY328" fmla="*/ 631239 h 1059043"/>
                <a:gd name="connsiteX329" fmla="*/ 2255708 w 3024845"/>
                <a:gd name="connsiteY329" fmla="*/ 624754 h 1059043"/>
                <a:gd name="connsiteX330" fmla="*/ 2261788 w 3024845"/>
                <a:gd name="connsiteY330" fmla="*/ 624754 h 1059043"/>
                <a:gd name="connsiteX331" fmla="*/ 2263815 w 3024845"/>
                <a:gd name="connsiteY331" fmla="*/ 633401 h 1059043"/>
                <a:gd name="connsiteX332" fmla="*/ 2275975 w 3024845"/>
                <a:gd name="connsiteY332" fmla="*/ 633401 h 1059043"/>
                <a:gd name="connsiteX333" fmla="*/ 2275975 w 3024845"/>
                <a:gd name="connsiteY333" fmla="*/ 626915 h 1059043"/>
                <a:gd name="connsiteX334" fmla="*/ 2298268 w 3024845"/>
                <a:gd name="connsiteY334" fmla="*/ 626915 h 1059043"/>
                <a:gd name="connsiteX335" fmla="*/ 2298268 w 3024845"/>
                <a:gd name="connsiteY335" fmla="*/ 633401 h 1059043"/>
                <a:gd name="connsiteX336" fmla="*/ 2318535 w 3024845"/>
                <a:gd name="connsiteY336" fmla="*/ 633401 h 1059043"/>
                <a:gd name="connsiteX337" fmla="*/ 2318535 w 3024845"/>
                <a:gd name="connsiteY337" fmla="*/ 678798 h 1059043"/>
                <a:gd name="connsiteX338" fmla="*/ 2332722 w 3024845"/>
                <a:gd name="connsiteY338" fmla="*/ 678798 h 1059043"/>
                <a:gd name="connsiteX339" fmla="*/ 2332722 w 3024845"/>
                <a:gd name="connsiteY339" fmla="*/ 665827 h 1059043"/>
                <a:gd name="connsiteX340" fmla="*/ 2348936 w 3024845"/>
                <a:gd name="connsiteY340" fmla="*/ 665827 h 1059043"/>
                <a:gd name="connsiteX341" fmla="*/ 2348936 w 3024845"/>
                <a:gd name="connsiteY341" fmla="*/ 486400 h 1059043"/>
                <a:gd name="connsiteX342" fmla="*/ 2355016 w 3024845"/>
                <a:gd name="connsiteY342" fmla="*/ 479914 h 1059043"/>
                <a:gd name="connsiteX343" fmla="*/ 2427977 w 3024845"/>
                <a:gd name="connsiteY343" fmla="*/ 479914 h 1059043"/>
                <a:gd name="connsiteX344" fmla="*/ 2427977 w 3024845"/>
                <a:gd name="connsiteY344" fmla="*/ 488562 h 1059043"/>
                <a:gd name="connsiteX345" fmla="*/ 2438110 w 3024845"/>
                <a:gd name="connsiteY345" fmla="*/ 488562 h 1059043"/>
                <a:gd name="connsiteX346" fmla="*/ 2438110 w 3024845"/>
                <a:gd name="connsiteY346" fmla="*/ 603136 h 1059043"/>
                <a:gd name="connsiteX347" fmla="*/ 2460404 w 3024845"/>
                <a:gd name="connsiteY347" fmla="*/ 603136 h 1059043"/>
                <a:gd name="connsiteX348" fmla="*/ 2460404 w 3024845"/>
                <a:gd name="connsiteY348" fmla="*/ 536121 h 1059043"/>
                <a:gd name="connsiteX349" fmla="*/ 2486751 w 3024845"/>
                <a:gd name="connsiteY349" fmla="*/ 536121 h 1059043"/>
                <a:gd name="connsiteX350" fmla="*/ 2490804 w 3024845"/>
                <a:gd name="connsiteY350" fmla="*/ 531797 h 1059043"/>
                <a:gd name="connsiteX351" fmla="*/ 2498911 w 3024845"/>
                <a:gd name="connsiteY351" fmla="*/ 531797 h 1059043"/>
                <a:gd name="connsiteX352" fmla="*/ 2502964 w 3024845"/>
                <a:gd name="connsiteY352" fmla="*/ 536121 h 1059043"/>
                <a:gd name="connsiteX353" fmla="*/ 2525258 w 3024845"/>
                <a:gd name="connsiteY353" fmla="*/ 536121 h 1059043"/>
                <a:gd name="connsiteX354" fmla="*/ 2525258 w 3024845"/>
                <a:gd name="connsiteY354" fmla="*/ 419385 h 1059043"/>
                <a:gd name="connsiteX355" fmla="*/ 2582005 w 3024845"/>
                <a:gd name="connsiteY355" fmla="*/ 408576 h 1059043"/>
                <a:gd name="connsiteX356" fmla="*/ 2582005 w 3024845"/>
                <a:gd name="connsiteY356" fmla="*/ 409657 h 1059043"/>
                <a:gd name="connsiteX357" fmla="*/ 2582005 w 3024845"/>
                <a:gd name="connsiteY357" fmla="*/ 417223 h 1059043"/>
                <a:gd name="connsiteX358" fmla="*/ 2608352 w 3024845"/>
                <a:gd name="connsiteY358" fmla="*/ 417223 h 1059043"/>
                <a:gd name="connsiteX359" fmla="*/ 2608352 w 3024845"/>
                <a:gd name="connsiteY359" fmla="*/ 672313 h 1059043"/>
                <a:gd name="connsiteX360" fmla="*/ 2630646 w 3024845"/>
                <a:gd name="connsiteY360" fmla="*/ 672313 h 1059043"/>
                <a:gd name="connsiteX361" fmla="*/ 2630646 w 3024845"/>
                <a:gd name="connsiteY361" fmla="*/ 667989 h 1059043"/>
                <a:gd name="connsiteX362" fmla="*/ 2642806 w 3024845"/>
                <a:gd name="connsiteY362" fmla="*/ 667989 h 1059043"/>
                <a:gd name="connsiteX363" fmla="*/ 2642806 w 3024845"/>
                <a:gd name="connsiteY363" fmla="*/ 672313 h 1059043"/>
                <a:gd name="connsiteX364" fmla="*/ 2667126 w 3024845"/>
                <a:gd name="connsiteY364" fmla="*/ 672313 h 1059043"/>
                <a:gd name="connsiteX365" fmla="*/ 2667126 w 3024845"/>
                <a:gd name="connsiteY365" fmla="*/ 659342 h 1059043"/>
                <a:gd name="connsiteX366" fmla="*/ 2695500 w 3024845"/>
                <a:gd name="connsiteY366" fmla="*/ 659342 h 1059043"/>
                <a:gd name="connsiteX367" fmla="*/ 2707660 w 3024845"/>
                <a:gd name="connsiteY367" fmla="*/ 655018 h 1059043"/>
                <a:gd name="connsiteX368" fmla="*/ 2727927 w 3024845"/>
                <a:gd name="connsiteY368" fmla="*/ 659342 h 1059043"/>
                <a:gd name="connsiteX369" fmla="*/ 2727927 w 3024845"/>
                <a:gd name="connsiteY369" fmla="*/ 642048 h 1059043"/>
                <a:gd name="connsiteX370" fmla="*/ 2736034 w 3024845"/>
                <a:gd name="connsiteY370" fmla="*/ 642048 h 1059043"/>
                <a:gd name="connsiteX371" fmla="*/ 2736034 w 3024845"/>
                <a:gd name="connsiteY371" fmla="*/ 629077 h 1059043"/>
                <a:gd name="connsiteX372" fmla="*/ 2792781 w 3024845"/>
                <a:gd name="connsiteY372" fmla="*/ 629077 h 1059043"/>
                <a:gd name="connsiteX373" fmla="*/ 2792781 w 3024845"/>
                <a:gd name="connsiteY373" fmla="*/ 598812 h 1059043"/>
                <a:gd name="connsiteX374" fmla="*/ 2811021 w 3024845"/>
                <a:gd name="connsiteY374" fmla="*/ 598812 h 1059043"/>
                <a:gd name="connsiteX375" fmla="*/ 2811021 w 3024845"/>
                <a:gd name="connsiteY375" fmla="*/ 592327 h 1059043"/>
                <a:gd name="connsiteX376" fmla="*/ 2823181 w 3024845"/>
                <a:gd name="connsiteY376" fmla="*/ 592327 h 1059043"/>
                <a:gd name="connsiteX377" fmla="*/ 2823181 w 3024845"/>
                <a:gd name="connsiteY377" fmla="*/ 598812 h 1059043"/>
                <a:gd name="connsiteX378" fmla="*/ 2839395 w 3024845"/>
                <a:gd name="connsiteY378" fmla="*/ 598812 h 1059043"/>
                <a:gd name="connsiteX379" fmla="*/ 2839395 w 3024845"/>
                <a:gd name="connsiteY379" fmla="*/ 648533 h 1059043"/>
                <a:gd name="connsiteX380" fmla="*/ 2871822 w 3024845"/>
                <a:gd name="connsiteY380" fmla="*/ 648533 h 1059043"/>
                <a:gd name="connsiteX381" fmla="*/ 2871822 w 3024845"/>
                <a:gd name="connsiteY381" fmla="*/ 622592 h 1059043"/>
                <a:gd name="connsiteX382" fmla="*/ 2910329 w 3024845"/>
                <a:gd name="connsiteY382" fmla="*/ 622592 h 1059043"/>
                <a:gd name="connsiteX383" fmla="*/ 2910329 w 3024845"/>
                <a:gd name="connsiteY383" fmla="*/ 592327 h 1059043"/>
                <a:gd name="connsiteX384" fmla="*/ 2958970 w 3024845"/>
                <a:gd name="connsiteY384" fmla="*/ 592327 h 1059043"/>
                <a:gd name="connsiteX385" fmla="*/ 2958970 w 3024845"/>
                <a:gd name="connsiteY385" fmla="*/ 703483 h 1059043"/>
                <a:gd name="connsiteX386" fmla="*/ 2958970 w 3024845"/>
                <a:gd name="connsiteY386" fmla="*/ 717262 h 1059043"/>
                <a:gd name="connsiteX387" fmla="*/ 3024845 w 3024845"/>
                <a:gd name="connsiteY387" fmla="*/ 717262 h 1059043"/>
                <a:gd name="connsiteX388" fmla="*/ 3024845 w 3024845"/>
                <a:gd name="connsiteY388" fmla="*/ 1059043 h 1059043"/>
                <a:gd name="connsiteX389" fmla="*/ 2054 w 3024845"/>
                <a:gd name="connsiteY389" fmla="*/ 1056710 h 1059043"/>
                <a:gd name="connsiteX390" fmla="*/ 0 w 3024845"/>
                <a:gd name="connsiteY390" fmla="*/ 622592 h 1059043"/>
                <a:gd name="connsiteX391" fmla="*/ 20267 w 3024845"/>
                <a:gd name="connsiteY391" fmla="*/ 622592 h 1059043"/>
                <a:gd name="connsiteX392" fmla="*/ 20774 w 3024845"/>
                <a:gd name="connsiteY392" fmla="*/ 621511 h 1059043"/>
                <a:gd name="connsiteX393" fmla="*/ 24320 w 3024845"/>
                <a:gd name="connsiteY393" fmla="*/ 613945 h 1059043"/>
                <a:gd name="connsiteX394" fmla="*/ 26094 w 3024845"/>
                <a:gd name="connsiteY394" fmla="*/ 614215 h 1059043"/>
                <a:gd name="connsiteX395" fmla="*/ 38507 w 3024845"/>
                <a:gd name="connsiteY395" fmla="*/ 616106 h 1059043"/>
                <a:gd name="connsiteX396" fmla="*/ 39014 w 3024845"/>
                <a:gd name="connsiteY396" fmla="*/ 617458 h 1059043"/>
                <a:gd name="connsiteX397" fmla="*/ 42560 w 3024845"/>
                <a:gd name="connsiteY397" fmla="*/ 626915 h 1059043"/>
                <a:gd name="connsiteX398" fmla="*/ 68907 w 3024845"/>
                <a:gd name="connsiteY398" fmla="*/ 629077 h 1059043"/>
                <a:gd name="connsiteX399" fmla="*/ 68907 w 3024845"/>
                <a:gd name="connsiteY399" fmla="*/ 505856 h 1059043"/>
                <a:gd name="connsiteX400" fmla="*/ 70934 w 3024845"/>
                <a:gd name="connsiteY400" fmla="*/ 505856 h 1059043"/>
                <a:gd name="connsiteX401" fmla="*/ 85121 w 3024845"/>
                <a:gd name="connsiteY401" fmla="*/ 505856 h 1059043"/>
                <a:gd name="connsiteX402" fmla="*/ 85121 w 3024845"/>
                <a:gd name="connsiteY402" fmla="*/ 369664 h 1059043"/>
                <a:gd name="connsiteX403" fmla="*/ 86894 w 3024845"/>
                <a:gd name="connsiteY403" fmla="*/ 369664 h 1059043"/>
                <a:gd name="connsiteX404" fmla="*/ 99308 w 3024845"/>
                <a:gd name="connsiteY404" fmla="*/ 369664 h 1059043"/>
                <a:gd name="connsiteX405" fmla="*/ 99308 w 3024845"/>
                <a:gd name="connsiteY405" fmla="*/ 255090 h 1059043"/>
                <a:gd name="connsiteX406" fmla="*/ 103361 w 3024845"/>
                <a:gd name="connsiteY406" fmla="*/ 226986 h 1059043"/>
                <a:gd name="connsiteX407" fmla="*/ 105388 w 3024845"/>
                <a:gd name="connsiteY407" fmla="*/ 226986 h 1059043"/>
                <a:gd name="connsiteX408" fmla="*/ 119575 w 3024845"/>
                <a:gd name="connsiteY40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14016 h 1059043"/>
                <a:gd name="connsiteX315" fmla="*/ 2146266 w 3024845"/>
                <a:gd name="connsiteY315" fmla="*/ 131868 h 1059043"/>
                <a:gd name="connsiteX316" fmla="*/ 2144240 w 3024845"/>
                <a:gd name="connsiteY316" fmla="*/ 125383 h 1059043"/>
                <a:gd name="connsiteX317" fmla="*/ 2150320 w 3024845"/>
                <a:gd name="connsiteY317" fmla="*/ 118897 h 1059043"/>
                <a:gd name="connsiteX318" fmla="*/ 2150320 w 3024845"/>
                <a:gd name="connsiteY318" fmla="*/ 60529 h 1059043"/>
                <a:gd name="connsiteX319" fmla="*/ 2152346 w 3024845"/>
                <a:gd name="connsiteY319" fmla="*/ 56206 h 1059043"/>
                <a:gd name="connsiteX320" fmla="*/ 2152346 w 3024845"/>
                <a:gd name="connsiteY320" fmla="*/ 0 h 1059043"/>
                <a:gd name="connsiteX321" fmla="*/ 2162480 w 3024845"/>
                <a:gd name="connsiteY321" fmla="*/ 118897 h 1059043"/>
                <a:gd name="connsiteX322" fmla="*/ 2168560 w 3024845"/>
                <a:gd name="connsiteY322" fmla="*/ 125383 h 1059043"/>
                <a:gd name="connsiteX323" fmla="*/ 2166533 w 3024845"/>
                <a:gd name="connsiteY323" fmla="*/ 131868 h 1059043"/>
                <a:gd name="connsiteX324" fmla="*/ 2180720 w 3024845"/>
                <a:gd name="connsiteY324" fmla="*/ 555577 h 1059043"/>
                <a:gd name="connsiteX325" fmla="*/ 2245574 w 3024845"/>
                <a:gd name="connsiteY325" fmla="*/ 555577 h 1059043"/>
                <a:gd name="connsiteX326" fmla="*/ 2245574 w 3024845"/>
                <a:gd name="connsiteY326" fmla="*/ 631239 h 1059043"/>
                <a:gd name="connsiteX327" fmla="*/ 2253681 w 3024845"/>
                <a:gd name="connsiteY327" fmla="*/ 631239 h 1059043"/>
                <a:gd name="connsiteX328" fmla="*/ 2255708 w 3024845"/>
                <a:gd name="connsiteY328" fmla="*/ 624754 h 1059043"/>
                <a:gd name="connsiteX329" fmla="*/ 2261788 w 3024845"/>
                <a:gd name="connsiteY329" fmla="*/ 624754 h 1059043"/>
                <a:gd name="connsiteX330" fmla="*/ 2263815 w 3024845"/>
                <a:gd name="connsiteY330" fmla="*/ 633401 h 1059043"/>
                <a:gd name="connsiteX331" fmla="*/ 2275975 w 3024845"/>
                <a:gd name="connsiteY331" fmla="*/ 633401 h 1059043"/>
                <a:gd name="connsiteX332" fmla="*/ 2275975 w 3024845"/>
                <a:gd name="connsiteY332" fmla="*/ 626915 h 1059043"/>
                <a:gd name="connsiteX333" fmla="*/ 2298268 w 3024845"/>
                <a:gd name="connsiteY333" fmla="*/ 626915 h 1059043"/>
                <a:gd name="connsiteX334" fmla="*/ 2298268 w 3024845"/>
                <a:gd name="connsiteY334" fmla="*/ 633401 h 1059043"/>
                <a:gd name="connsiteX335" fmla="*/ 2318535 w 3024845"/>
                <a:gd name="connsiteY335" fmla="*/ 633401 h 1059043"/>
                <a:gd name="connsiteX336" fmla="*/ 2318535 w 3024845"/>
                <a:gd name="connsiteY336" fmla="*/ 678798 h 1059043"/>
                <a:gd name="connsiteX337" fmla="*/ 2332722 w 3024845"/>
                <a:gd name="connsiteY337" fmla="*/ 678798 h 1059043"/>
                <a:gd name="connsiteX338" fmla="*/ 2332722 w 3024845"/>
                <a:gd name="connsiteY338" fmla="*/ 665827 h 1059043"/>
                <a:gd name="connsiteX339" fmla="*/ 2348936 w 3024845"/>
                <a:gd name="connsiteY339" fmla="*/ 665827 h 1059043"/>
                <a:gd name="connsiteX340" fmla="*/ 2348936 w 3024845"/>
                <a:gd name="connsiteY340" fmla="*/ 486400 h 1059043"/>
                <a:gd name="connsiteX341" fmla="*/ 2355016 w 3024845"/>
                <a:gd name="connsiteY341" fmla="*/ 479914 h 1059043"/>
                <a:gd name="connsiteX342" fmla="*/ 2427977 w 3024845"/>
                <a:gd name="connsiteY342" fmla="*/ 479914 h 1059043"/>
                <a:gd name="connsiteX343" fmla="*/ 2427977 w 3024845"/>
                <a:gd name="connsiteY343" fmla="*/ 488562 h 1059043"/>
                <a:gd name="connsiteX344" fmla="*/ 2438110 w 3024845"/>
                <a:gd name="connsiteY344" fmla="*/ 488562 h 1059043"/>
                <a:gd name="connsiteX345" fmla="*/ 2438110 w 3024845"/>
                <a:gd name="connsiteY345" fmla="*/ 603136 h 1059043"/>
                <a:gd name="connsiteX346" fmla="*/ 2460404 w 3024845"/>
                <a:gd name="connsiteY346" fmla="*/ 603136 h 1059043"/>
                <a:gd name="connsiteX347" fmla="*/ 2460404 w 3024845"/>
                <a:gd name="connsiteY347" fmla="*/ 536121 h 1059043"/>
                <a:gd name="connsiteX348" fmla="*/ 2486751 w 3024845"/>
                <a:gd name="connsiteY348" fmla="*/ 536121 h 1059043"/>
                <a:gd name="connsiteX349" fmla="*/ 2490804 w 3024845"/>
                <a:gd name="connsiteY349" fmla="*/ 531797 h 1059043"/>
                <a:gd name="connsiteX350" fmla="*/ 2498911 w 3024845"/>
                <a:gd name="connsiteY350" fmla="*/ 531797 h 1059043"/>
                <a:gd name="connsiteX351" fmla="*/ 2502964 w 3024845"/>
                <a:gd name="connsiteY351" fmla="*/ 536121 h 1059043"/>
                <a:gd name="connsiteX352" fmla="*/ 2525258 w 3024845"/>
                <a:gd name="connsiteY352" fmla="*/ 536121 h 1059043"/>
                <a:gd name="connsiteX353" fmla="*/ 2525258 w 3024845"/>
                <a:gd name="connsiteY353" fmla="*/ 419385 h 1059043"/>
                <a:gd name="connsiteX354" fmla="*/ 2582005 w 3024845"/>
                <a:gd name="connsiteY354" fmla="*/ 408576 h 1059043"/>
                <a:gd name="connsiteX355" fmla="*/ 2582005 w 3024845"/>
                <a:gd name="connsiteY355" fmla="*/ 409657 h 1059043"/>
                <a:gd name="connsiteX356" fmla="*/ 2582005 w 3024845"/>
                <a:gd name="connsiteY356" fmla="*/ 417223 h 1059043"/>
                <a:gd name="connsiteX357" fmla="*/ 2608352 w 3024845"/>
                <a:gd name="connsiteY357" fmla="*/ 417223 h 1059043"/>
                <a:gd name="connsiteX358" fmla="*/ 2608352 w 3024845"/>
                <a:gd name="connsiteY358" fmla="*/ 672313 h 1059043"/>
                <a:gd name="connsiteX359" fmla="*/ 2630646 w 3024845"/>
                <a:gd name="connsiteY359" fmla="*/ 672313 h 1059043"/>
                <a:gd name="connsiteX360" fmla="*/ 2630646 w 3024845"/>
                <a:gd name="connsiteY360" fmla="*/ 667989 h 1059043"/>
                <a:gd name="connsiteX361" fmla="*/ 2642806 w 3024845"/>
                <a:gd name="connsiteY361" fmla="*/ 667989 h 1059043"/>
                <a:gd name="connsiteX362" fmla="*/ 2642806 w 3024845"/>
                <a:gd name="connsiteY362" fmla="*/ 672313 h 1059043"/>
                <a:gd name="connsiteX363" fmla="*/ 2667126 w 3024845"/>
                <a:gd name="connsiteY363" fmla="*/ 672313 h 1059043"/>
                <a:gd name="connsiteX364" fmla="*/ 2667126 w 3024845"/>
                <a:gd name="connsiteY364" fmla="*/ 659342 h 1059043"/>
                <a:gd name="connsiteX365" fmla="*/ 2695500 w 3024845"/>
                <a:gd name="connsiteY365" fmla="*/ 659342 h 1059043"/>
                <a:gd name="connsiteX366" fmla="*/ 2707660 w 3024845"/>
                <a:gd name="connsiteY366" fmla="*/ 655018 h 1059043"/>
                <a:gd name="connsiteX367" fmla="*/ 2727927 w 3024845"/>
                <a:gd name="connsiteY367" fmla="*/ 659342 h 1059043"/>
                <a:gd name="connsiteX368" fmla="*/ 2727927 w 3024845"/>
                <a:gd name="connsiteY368" fmla="*/ 642048 h 1059043"/>
                <a:gd name="connsiteX369" fmla="*/ 2736034 w 3024845"/>
                <a:gd name="connsiteY369" fmla="*/ 642048 h 1059043"/>
                <a:gd name="connsiteX370" fmla="*/ 2736034 w 3024845"/>
                <a:gd name="connsiteY370" fmla="*/ 629077 h 1059043"/>
                <a:gd name="connsiteX371" fmla="*/ 2792781 w 3024845"/>
                <a:gd name="connsiteY371" fmla="*/ 629077 h 1059043"/>
                <a:gd name="connsiteX372" fmla="*/ 2792781 w 3024845"/>
                <a:gd name="connsiteY372" fmla="*/ 598812 h 1059043"/>
                <a:gd name="connsiteX373" fmla="*/ 2811021 w 3024845"/>
                <a:gd name="connsiteY373" fmla="*/ 598812 h 1059043"/>
                <a:gd name="connsiteX374" fmla="*/ 2811021 w 3024845"/>
                <a:gd name="connsiteY374" fmla="*/ 592327 h 1059043"/>
                <a:gd name="connsiteX375" fmla="*/ 2823181 w 3024845"/>
                <a:gd name="connsiteY375" fmla="*/ 592327 h 1059043"/>
                <a:gd name="connsiteX376" fmla="*/ 2823181 w 3024845"/>
                <a:gd name="connsiteY376" fmla="*/ 598812 h 1059043"/>
                <a:gd name="connsiteX377" fmla="*/ 2839395 w 3024845"/>
                <a:gd name="connsiteY377" fmla="*/ 598812 h 1059043"/>
                <a:gd name="connsiteX378" fmla="*/ 2839395 w 3024845"/>
                <a:gd name="connsiteY378" fmla="*/ 648533 h 1059043"/>
                <a:gd name="connsiteX379" fmla="*/ 2871822 w 3024845"/>
                <a:gd name="connsiteY379" fmla="*/ 648533 h 1059043"/>
                <a:gd name="connsiteX380" fmla="*/ 2871822 w 3024845"/>
                <a:gd name="connsiteY380" fmla="*/ 622592 h 1059043"/>
                <a:gd name="connsiteX381" fmla="*/ 2910329 w 3024845"/>
                <a:gd name="connsiteY381" fmla="*/ 622592 h 1059043"/>
                <a:gd name="connsiteX382" fmla="*/ 2910329 w 3024845"/>
                <a:gd name="connsiteY382" fmla="*/ 592327 h 1059043"/>
                <a:gd name="connsiteX383" fmla="*/ 2958970 w 3024845"/>
                <a:gd name="connsiteY383" fmla="*/ 592327 h 1059043"/>
                <a:gd name="connsiteX384" fmla="*/ 2958970 w 3024845"/>
                <a:gd name="connsiteY384" fmla="*/ 703483 h 1059043"/>
                <a:gd name="connsiteX385" fmla="*/ 2958970 w 3024845"/>
                <a:gd name="connsiteY385" fmla="*/ 717262 h 1059043"/>
                <a:gd name="connsiteX386" fmla="*/ 3024845 w 3024845"/>
                <a:gd name="connsiteY386" fmla="*/ 717262 h 1059043"/>
                <a:gd name="connsiteX387" fmla="*/ 3024845 w 3024845"/>
                <a:gd name="connsiteY387" fmla="*/ 1059043 h 1059043"/>
                <a:gd name="connsiteX388" fmla="*/ 2054 w 3024845"/>
                <a:gd name="connsiteY388" fmla="*/ 1056710 h 1059043"/>
                <a:gd name="connsiteX389" fmla="*/ 0 w 3024845"/>
                <a:gd name="connsiteY389" fmla="*/ 622592 h 1059043"/>
                <a:gd name="connsiteX390" fmla="*/ 20267 w 3024845"/>
                <a:gd name="connsiteY390" fmla="*/ 622592 h 1059043"/>
                <a:gd name="connsiteX391" fmla="*/ 20774 w 3024845"/>
                <a:gd name="connsiteY391" fmla="*/ 621511 h 1059043"/>
                <a:gd name="connsiteX392" fmla="*/ 24320 w 3024845"/>
                <a:gd name="connsiteY392" fmla="*/ 613945 h 1059043"/>
                <a:gd name="connsiteX393" fmla="*/ 26094 w 3024845"/>
                <a:gd name="connsiteY393" fmla="*/ 614215 h 1059043"/>
                <a:gd name="connsiteX394" fmla="*/ 38507 w 3024845"/>
                <a:gd name="connsiteY394" fmla="*/ 616106 h 1059043"/>
                <a:gd name="connsiteX395" fmla="*/ 39014 w 3024845"/>
                <a:gd name="connsiteY395" fmla="*/ 617458 h 1059043"/>
                <a:gd name="connsiteX396" fmla="*/ 42560 w 3024845"/>
                <a:gd name="connsiteY396" fmla="*/ 626915 h 1059043"/>
                <a:gd name="connsiteX397" fmla="*/ 68907 w 3024845"/>
                <a:gd name="connsiteY397" fmla="*/ 629077 h 1059043"/>
                <a:gd name="connsiteX398" fmla="*/ 68907 w 3024845"/>
                <a:gd name="connsiteY398" fmla="*/ 505856 h 1059043"/>
                <a:gd name="connsiteX399" fmla="*/ 70934 w 3024845"/>
                <a:gd name="connsiteY399" fmla="*/ 505856 h 1059043"/>
                <a:gd name="connsiteX400" fmla="*/ 85121 w 3024845"/>
                <a:gd name="connsiteY400" fmla="*/ 505856 h 1059043"/>
                <a:gd name="connsiteX401" fmla="*/ 85121 w 3024845"/>
                <a:gd name="connsiteY401" fmla="*/ 369664 h 1059043"/>
                <a:gd name="connsiteX402" fmla="*/ 86894 w 3024845"/>
                <a:gd name="connsiteY402" fmla="*/ 369664 h 1059043"/>
                <a:gd name="connsiteX403" fmla="*/ 99308 w 3024845"/>
                <a:gd name="connsiteY403" fmla="*/ 369664 h 1059043"/>
                <a:gd name="connsiteX404" fmla="*/ 99308 w 3024845"/>
                <a:gd name="connsiteY404" fmla="*/ 255090 h 1059043"/>
                <a:gd name="connsiteX405" fmla="*/ 103361 w 3024845"/>
                <a:gd name="connsiteY405" fmla="*/ 226986 h 1059043"/>
                <a:gd name="connsiteX406" fmla="*/ 105388 w 3024845"/>
                <a:gd name="connsiteY406" fmla="*/ 226986 h 1059043"/>
                <a:gd name="connsiteX407" fmla="*/ 119575 w 3024845"/>
                <a:gd name="connsiteY40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44240 w 3024845"/>
                <a:gd name="connsiteY313" fmla="*/ 214016 h 1059043"/>
                <a:gd name="connsiteX314" fmla="*/ 2146266 w 3024845"/>
                <a:gd name="connsiteY314" fmla="*/ 131868 h 1059043"/>
                <a:gd name="connsiteX315" fmla="*/ 2144240 w 3024845"/>
                <a:gd name="connsiteY315" fmla="*/ 125383 h 1059043"/>
                <a:gd name="connsiteX316" fmla="*/ 2150320 w 3024845"/>
                <a:gd name="connsiteY316" fmla="*/ 118897 h 1059043"/>
                <a:gd name="connsiteX317" fmla="*/ 2150320 w 3024845"/>
                <a:gd name="connsiteY317" fmla="*/ 60529 h 1059043"/>
                <a:gd name="connsiteX318" fmla="*/ 2152346 w 3024845"/>
                <a:gd name="connsiteY318" fmla="*/ 56206 h 1059043"/>
                <a:gd name="connsiteX319" fmla="*/ 2152346 w 3024845"/>
                <a:gd name="connsiteY319" fmla="*/ 0 h 1059043"/>
                <a:gd name="connsiteX320" fmla="*/ 2162480 w 3024845"/>
                <a:gd name="connsiteY320" fmla="*/ 118897 h 1059043"/>
                <a:gd name="connsiteX321" fmla="*/ 2168560 w 3024845"/>
                <a:gd name="connsiteY321" fmla="*/ 125383 h 1059043"/>
                <a:gd name="connsiteX322" fmla="*/ 2166533 w 3024845"/>
                <a:gd name="connsiteY322" fmla="*/ 131868 h 1059043"/>
                <a:gd name="connsiteX323" fmla="*/ 2180720 w 3024845"/>
                <a:gd name="connsiteY323" fmla="*/ 555577 h 1059043"/>
                <a:gd name="connsiteX324" fmla="*/ 2245574 w 3024845"/>
                <a:gd name="connsiteY324" fmla="*/ 555577 h 1059043"/>
                <a:gd name="connsiteX325" fmla="*/ 2245574 w 3024845"/>
                <a:gd name="connsiteY325" fmla="*/ 631239 h 1059043"/>
                <a:gd name="connsiteX326" fmla="*/ 2253681 w 3024845"/>
                <a:gd name="connsiteY326" fmla="*/ 631239 h 1059043"/>
                <a:gd name="connsiteX327" fmla="*/ 2255708 w 3024845"/>
                <a:gd name="connsiteY327" fmla="*/ 624754 h 1059043"/>
                <a:gd name="connsiteX328" fmla="*/ 2261788 w 3024845"/>
                <a:gd name="connsiteY328" fmla="*/ 624754 h 1059043"/>
                <a:gd name="connsiteX329" fmla="*/ 2263815 w 3024845"/>
                <a:gd name="connsiteY329" fmla="*/ 633401 h 1059043"/>
                <a:gd name="connsiteX330" fmla="*/ 2275975 w 3024845"/>
                <a:gd name="connsiteY330" fmla="*/ 633401 h 1059043"/>
                <a:gd name="connsiteX331" fmla="*/ 2275975 w 3024845"/>
                <a:gd name="connsiteY331" fmla="*/ 626915 h 1059043"/>
                <a:gd name="connsiteX332" fmla="*/ 2298268 w 3024845"/>
                <a:gd name="connsiteY332" fmla="*/ 626915 h 1059043"/>
                <a:gd name="connsiteX333" fmla="*/ 2298268 w 3024845"/>
                <a:gd name="connsiteY333" fmla="*/ 633401 h 1059043"/>
                <a:gd name="connsiteX334" fmla="*/ 2318535 w 3024845"/>
                <a:gd name="connsiteY334" fmla="*/ 633401 h 1059043"/>
                <a:gd name="connsiteX335" fmla="*/ 2318535 w 3024845"/>
                <a:gd name="connsiteY335" fmla="*/ 678798 h 1059043"/>
                <a:gd name="connsiteX336" fmla="*/ 2332722 w 3024845"/>
                <a:gd name="connsiteY336" fmla="*/ 678798 h 1059043"/>
                <a:gd name="connsiteX337" fmla="*/ 2332722 w 3024845"/>
                <a:gd name="connsiteY337" fmla="*/ 665827 h 1059043"/>
                <a:gd name="connsiteX338" fmla="*/ 2348936 w 3024845"/>
                <a:gd name="connsiteY338" fmla="*/ 665827 h 1059043"/>
                <a:gd name="connsiteX339" fmla="*/ 2348936 w 3024845"/>
                <a:gd name="connsiteY339" fmla="*/ 486400 h 1059043"/>
                <a:gd name="connsiteX340" fmla="*/ 2355016 w 3024845"/>
                <a:gd name="connsiteY340" fmla="*/ 479914 h 1059043"/>
                <a:gd name="connsiteX341" fmla="*/ 2427977 w 3024845"/>
                <a:gd name="connsiteY341" fmla="*/ 479914 h 1059043"/>
                <a:gd name="connsiteX342" fmla="*/ 2427977 w 3024845"/>
                <a:gd name="connsiteY342" fmla="*/ 488562 h 1059043"/>
                <a:gd name="connsiteX343" fmla="*/ 2438110 w 3024845"/>
                <a:gd name="connsiteY343" fmla="*/ 488562 h 1059043"/>
                <a:gd name="connsiteX344" fmla="*/ 2438110 w 3024845"/>
                <a:gd name="connsiteY344" fmla="*/ 603136 h 1059043"/>
                <a:gd name="connsiteX345" fmla="*/ 2460404 w 3024845"/>
                <a:gd name="connsiteY345" fmla="*/ 603136 h 1059043"/>
                <a:gd name="connsiteX346" fmla="*/ 2460404 w 3024845"/>
                <a:gd name="connsiteY346" fmla="*/ 536121 h 1059043"/>
                <a:gd name="connsiteX347" fmla="*/ 2486751 w 3024845"/>
                <a:gd name="connsiteY347" fmla="*/ 536121 h 1059043"/>
                <a:gd name="connsiteX348" fmla="*/ 2490804 w 3024845"/>
                <a:gd name="connsiteY348" fmla="*/ 531797 h 1059043"/>
                <a:gd name="connsiteX349" fmla="*/ 2498911 w 3024845"/>
                <a:gd name="connsiteY349" fmla="*/ 531797 h 1059043"/>
                <a:gd name="connsiteX350" fmla="*/ 2502964 w 3024845"/>
                <a:gd name="connsiteY350" fmla="*/ 536121 h 1059043"/>
                <a:gd name="connsiteX351" fmla="*/ 2525258 w 3024845"/>
                <a:gd name="connsiteY351" fmla="*/ 536121 h 1059043"/>
                <a:gd name="connsiteX352" fmla="*/ 2525258 w 3024845"/>
                <a:gd name="connsiteY352" fmla="*/ 419385 h 1059043"/>
                <a:gd name="connsiteX353" fmla="*/ 2582005 w 3024845"/>
                <a:gd name="connsiteY353" fmla="*/ 408576 h 1059043"/>
                <a:gd name="connsiteX354" fmla="*/ 2582005 w 3024845"/>
                <a:gd name="connsiteY354" fmla="*/ 409657 h 1059043"/>
                <a:gd name="connsiteX355" fmla="*/ 2582005 w 3024845"/>
                <a:gd name="connsiteY355" fmla="*/ 417223 h 1059043"/>
                <a:gd name="connsiteX356" fmla="*/ 2608352 w 3024845"/>
                <a:gd name="connsiteY356" fmla="*/ 417223 h 1059043"/>
                <a:gd name="connsiteX357" fmla="*/ 2608352 w 3024845"/>
                <a:gd name="connsiteY357" fmla="*/ 672313 h 1059043"/>
                <a:gd name="connsiteX358" fmla="*/ 2630646 w 3024845"/>
                <a:gd name="connsiteY358" fmla="*/ 672313 h 1059043"/>
                <a:gd name="connsiteX359" fmla="*/ 2630646 w 3024845"/>
                <a:gd name="connsiteY359" fmla="*/ 667989 h 1059043"/>
                <a:gd name="connsiteX360" fmla="*/ 2642806 w 3024845"/>
                <a:gd name="connsiteY360" fmla="*/ 667989 h 1059043"/>
                <a:gd name="connsiteX361" fmla="*/ 2642806 w 3024845"/>
                <a:gd name="connsiteY361" fmla="*/ 672313 h 1059043"/>
                <a:gd name="connsiteX362" fmla="*/ 2667126 w 3024845"/>
                <a:gd name="connsiteY362" fmla="*/ 672313 h 1059043"/>
                <a:gd name="connsiteX363" fmla="*/ 2667126 w 3024845"/>
                <a:gd name="connsiteY363" fmla="*/ 659342 h 1059043"/>
                <a:gd name="connsiteX364" fmla="*/ 2695500 w 3024845"/>
                <a:gd name="connsiteY364" fmla="*/ 659342 h 1059043"/>
                <a:gd name="connsiteX365" fmla="*/ 2707660 w 3024845"/>
                <a:gd name="connsiteY365" fmla="*/ 655018 h 1059043"/>
                <a:gd name="connsiteX366" fmla="*/ 2727927 w 3024845"/>
                <a:gd name="connsiteY366" fmla="*/ 659342 h 1059043"/>
                <a:gd name="connsiteX367" fmla="*/ 2727927 w 3024845"/>
                <a:gd name="connsiteY367" fmla="*/ 642048 h 1059043"/>
                <a:gd name="connsiteX368" fmla="*/ 2736034 w 3024845"/>
                <a:gd name="connsiteY368" fmla="*/ 642048 h 1059043"/>
                <a:gd name="connsiteX369" fmla="*/ 2736034 w 3024845"/>
                <a:gd name="connsiteY369" fmla="*/ 629077 h 1059043"/>
                <a:gd name="connsiteX370" fmla="*/ 2792781 w 3024845"/>
                <a:gd name="connsiteY370" fmla="*/ 629077 h 1059043"/>
                <a:gd name="connsiteX371" fmla="*/ 2792781 w 3024845"/>
                <a:gd name="connsiteY371" fmla="*/ 598812 h 1059043"/>
                <a:gd name="connsiteX372" fmla="*/ 2811021 w 3024845"/>
                <a:gd name="connsiteY372" fmla="*/ 598812 h 1059043"/>
                <a:gd name="connsiteX373" fmla="*/ 2811021 w 3024845"/>
                <a:gd name="connsiteY373" fmla="*/ 592327 h 1059043"/>
                <a:gd name="connsiteX374" fmla="*/ 2823181 w 3024845"/>
                <a:gd name="connsiteY374" fmla="*/ 592327 h 1059043"/>
                <a:gd name="connsiteX375" fmla="*/ 2823181 w 3024845"/>
                <a:gd name="connsiteY375" fmla="*/ 598812 h 1059043"/>
                <a:gd name="connsiteX376" fmla="*/ 2839395 w 3024845"/>
                <a:gd name="connsiteY376" fmla="*/ 598812 h 1059043"/>
                <a:gd name="connsiteX377" fmla="*/ 2839395 w 3024845"/>
                <a:gd name="connsiteY377" fmla="*/ 648533 h 1059043"/>
                <a:gd name="connsiteX378" fmla="*/ 2871822 w 3024845"/>
                <a:gd name="connsiteY378" fmla="*/ 648533 h 1059043"/>
                <a:gd name="connsiteX379" fmla="*/ 2871822 w 3024845"/>
                <a:gd name="connsiteY379" fmla="*/ 622592 h 1059043"/>
                <a:gd name="connsiteX380" fmla="*/ 2910329 w 3024845"/>
                <a:gd name="connsiteY380" fmla="*/ 622592 h 1059043"/>
                <a:gd name="connsiteX381" fmla="*/ 2910329 w 3024845"/>
                <a:gd name="connsiteY381" fmla="*/ 592327 h 1059043"/>
                <a:gd name="connsiteX382" fmla="*/ 2958970 w 3024845"/>
                <a:gd name="connsiteY382" fmla="*/ 592327 h 1059043"/>
                <a:gd name="connsiteX383" fmla="*/ 2958970 w 3024845"/>
                <a:gd name="connsiteY383" fmla="*/ 703483 h 1059043"/>
                <a:gd name="connsiteX384" fmla="*/ 2958970 w 3024845"/>
                <a:gd name="connsiteY384" fmla="*/ 717262 h 1059043"/>
                <a:gd name="connsiteX385" fmla="*/ 3024845 w 3024845"/>
                <a:gd name="connsiteY385" fmla="*/ 717262 h 1059043"/>
                <a:gd name="connsiteX386" fmla="*/ 3024845 w 3024845"/>
                <a:gd name="connsiteY386" fmla="*/ 1059043 h 1059043"/>
                <a:gd name="connsiteX387" fmla="*/ 2054 w 3024845"/>
                <a:gd name="connsiteY387" fmla="*/ 1056710 h 1059043"/>
                <a:gd name="connsiteX388" fmla="*/ 0 w 3024845"/>
                <a:gd name="connsiteY388" fmla="*/ 622592 h 1059043"/>
                <a:gd name="connsiteX389" fmla="*/ 20267 w 3024845"/>
                <a:gd name="connsiteY389" fmla="*/ 622592 h 1059043"/>
                <a:gd name="connsiteX390" fmla="*/ 20774 w 3024845"/>
                <a:gd name="connsiteY390" fmla="*/ 621511 h 1059043"/>
                <a:gd name="connsiteX391" fmla="*/ 24320 w 3024845"/>
                <a:gd name="connsiteY391" fmla="*/ 613945 h 1059043"/>
                <a:gd name="connsiteX392" fmla="*/ 26094 w 3024845"/>
                <a:gd name="connsiteY392" fmla="*/ 614215 h 1059043"/>
                <a:gd name="connsiteX393" fmla="*/ 38507 w 3024845"/>
                <a:gd name="connsiteY393" fmla="*/ 616106 h 1059043"/>
                <a:gd name="connsiteX394" fmla="*/ 39014 w 3024845"/>
                <a:gd name="connsiteY394" fmla="*/ 617458 h 1059043"/>
                <a:gd name="connsiteX395" fmla="*/ 42560 w 3024845"/>
                <a:gd name="connsiteY395" fmla="*/ 626915 h 1059043"/>
                <a:gd name="connsiteX396" fmla="*/ 68907 w 3024845"/>
                <a:gd name="connsiteY396" fmla="*/ 629077 h 1059043"/>
                <a:gd name="connsiteX397" fmla="*/ 68907 w 3024845"/>
                <a:gd name="connsiteY397" fmla="*/ 505856 h 1059043"/>
                <a:gd name="connsiteX398" fmla="*/ 70934 w 3024845"/>
                <a:gd name="connsiteY398" fmla="*/ 505856 h 1059043"/>
                <a:gd name="connsiteX399" fmla="*/ 85121 w 3024845"/>
                <a:gd name="connsiteY399" fmla="*/ 505856 h 1059043"/>
                <a:gd name="connsiteX400" fmla="*/ 85121 w 3024845"/>
                <a:gd name="connsiteY400" fmla="*/ 369664 h 1059043"/>
                <a:gd name="connsiteX401" fmla="*/ 86894 w 3024845"/>
                <a:gd name="connsiteY401" fmla="*/ 369664 h 1059043"/>
                <a:gd name="connsiteX402" fmla="*/ 99308 w 3024845"/>
                <a:gd name="connsiteY402" fmla="*/ 369664 h 1059043"/>
                <a:gd name="connsiteX403" fmla="*/ 99308 w 3024845"/>
                <a:gd name="connsiteY403" fmla="*/ 255090 h 1059043"/>
                <a:gd name="connsiteX404" fmla="*/ 103361 w 3024845"/>
                <a:gd name="connsiteY404" fmla="*/ 226986 h 1059043"/>
                <a:gd name="connsiteX405" fmla="*/ 105388 w 3024845"/>
                <a:gd name="connsiteY405" fmla="*/ 226986 h 1059043"/>
                <a:gd name="connsiteX406" fmla="*/ 119575 w 3024845"/>
                <a:gd name="connsiteY40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44240 w 3024845"/>
                <a:gd name="connsiteY312" fmla="*/ 214016 h 1059043"/>
                <a:gd name="connsiteX313" fmla="*/ 2146266 w 3024845"/>
                <a:gd name="connsiteY313" fmla="*/ 131868 h 1059043"/>
                <a:gd name="connsiteX314" fmla="*/ 2144240 w 3024845"/>
                <a:gd name="connsiteY314" fmla="*/ 125383 h 1059043"/>
                <a:gd name="connsiteX315" fmla="*/ 2150320 w 3024845"/>
                <a:gd name="connsiteY315" fmla="*/ 118897 h 1059043"/>
                <a:gd name="connsiteX316" fmla="*/ 2150320 w 3024845"/>
                <a:gd name="connsiteY316" fmla="*/ 60529 h 1059043"/>
                <a:gd name="connsiteX317" fmla="*/ 2152346 w 3024845"/>
                <a:gd name="connsiteY317" fmla="*/ 56206 h 1059043"/>
                <a:gd name="connsiteX318" fmla="*/ 2152346 w 3024845"/>
                <a:gd name="connsiteY318" fmla="*/ 0 h 1059043"/>
                <a:gd name="connsiteX319" fmla="*/ 2162480 w 3024845"/>
                <a:gd name="connsiteY319" fmla="*/ 118897 h 1059043"/>
                <a:gd name="connsiteX320" fmla="*/ 2168560 w 3024845"/>
                <a:gd name="connsiteY320" fmla="*/ 125383 h 1059043"/>
                <a:gd name="connsiteX321" fmla="*/ 2166533 w 3024845"/>
                <a:gd name="connsiteY321" fmla="*/ 131868 h 1059043"/>
                <a:gd name="connsiteX322" fmla="*/ 2180720 w 3024845"/>
                <a:gd name="connsiteY322" fmla="*/ 555577 h 1059043"/>
                <a:gd name="connsiteX323" fmla="*/ 2245574 w 3024845"/>
                <a:gd name="connsiteY323" fmla="*/ 555577 h 1059043"/>
                <a:gd name="connsiteX324" fmla="*/ 2245574 w 3024845"/>
                <a:gd name="connsiteY324" fmla="*/ 631239 h 1059043"/>
                <a:gd name="connsiteX325" fmla="*/ 2253681 w 3024845"/>
                <a:gd name="connsiteY325" fmla="*/ 631239 h 1059043"/>
                <a:gd name="connsiteX326" fmla="*/ 2255708 w 3024845"/>
                <a:gd name="connsiteY326" fmla="*/ 624754 h 1059043"/>
                <a:gd name="connsiteX327" fmla="*/ 2261788 w 3024845"/>
                <a:gd name="connsiteY327" fmla="*/ 624754 h 1059043"/>
                <a:gd name="connsiteX328" fmla="*/ 2263815 w 3024845"/>
                <a:gd name="connsiteY328" fmla="*/ 633401 h 1059043"/>
                <a:gd name="connsiteX329" fmla="*/ 2275975 w 3024845"/>
                <a:gd name="connsiteY329" fmla="*/ 633401 h 1059043"/>
                <a:gd name="connsiteX330" fmla="*/ 2275975 w 3024845"/>
                <a:gd name="connsiteY330" fmla="*/ 626915 h 1059043"/>
                <a:gd name="connsiteX331" fmla="*/ 2298268 w 3024845"/>
                <a:gd name="connsiteY331" fmla="*/ 626915 h 1059043"/>
                <a:gd name="connsiteX332" fmla="*/ 2298268 w 3024845"/>
                <a:gd name="connsiteY332" fmla="*/ 633401 h 1059043"/>
                <a:gd name="connsiteX333" fmla="*/ 2318535 w 3024845"/>
                <a:gd name="connsiteY333" fmla="*/ 633401 h 1059043"/>
                <a:gd name="connsiteX334" fmla="*/ 2318535 w 3024845"/>
                <a:gd name="connsiteY334" fmla="*/ 678798 h 1059043"/>
                <a:gd name="connsiteX335" fmla="*/ 2332722 w 3024845"/>
                <a:gd name="connsiteY335" fmla="*/ 678798 h 1059043"/>
                <a:gd name="connsiteX336" fmla="*/ 2332722 w 3024845"/>
                <a:gd name="connsiteY336" fmla="*/ 665827 h 1059043"/>
                <a:gd name="connsiteX337" fmla="*/ 2348936 w 3024845"/>
                <a:gd name="connsiteY337" fmla="*/ 665827 h 1059043"/>
                <a:gd name="connsiteX338" fmla="*/ 2348936 w 3024845"/>
                <a:gd name="connsiteY338" fmla="*/ 486400 h 1059043"/>
                <a:gd name="connsiteX339" fmla="*/ 2355016 w 3024845"/>
                <a:gd name="connsiteY339" fmla="*/ 479914 h 1059043"/>
                <a:gd name="connsiteX340" fmla="*/ 2427977 w 3024845"/>
                <a:gd name="connsiteY340" fmla="*/ 479914 h 1059043"/>
                <a:gd name="connsiteX341" fmla="*/ 2427977 w 3024845"/>
                <a:gd name="connsiteY341" fmla="*/ 488562 h 1059043"/>
                <a:gd name="connsiteX342" fmla="*/ 2438110 w 3024845"/>
                <a:gd name="connsiteY342" fmla="*/ 488562 h 1059043"/>
                <a:gd name="connsiteX343" fmla="*/ 2438110 w 3024845"/>
                <a:gd name="connsiteY343" fmla="*/ 603136 h 1059043"/>
                <a:gd name="connsiteX344" fmla="*/ 2460404 w 3024845"/>
                <a:gd name="connsiteY344" fmla="*/ 603136 h 1059043"/>
                <a:gd name="connsiteX345" fmla="*/ 2460404 w 3024845"/>
                <a:gd name="connsiteY345" fmla="*/ 536121 h 1059043"/>
                <a:gd name="connsiteX346" fmla="*/ 2486751 w 3024845"/>
                <a:gd name="connsiteY346" fmla="*/ 536121 h 1059043"/>
                <a:gd name="connsiteX347" fmla="*/ 2490804 w 3024845"/>
                <a:gd name="connsiteY347" fmla="*/ 531797 h 1059043"/>
                <a:gd name="connsiteX348" fmla="*/ 2498911 w 3024845"/>
                <a:gd name="connsiteY348" fmla="*/ 531797 h 1059043"/>
                <a:gd name="connsiteX349" fmla="*/ 2502964 w 3024845"/>
                <a:gd name="connsiteY349" fmla="*/ 536121 h 1059043"/>
                <a:gd name="connsiteX350" fmla="*/ 2525258 w 3024845"/>
                <a:gd name="connsiteY350" fmla="*/ 536121 h 1059043"/>
                <a:gd name="connsiteX351" fmla="*/ 2525258 w 3024845"/>
                <a:gd name="connsiteY351" fmla="*/ 419385 h 1059043"/>
                <a:gd name="connsiteX352" fmla="*/ 2582005 w 3024845"/>
                <a:gd name="connsiteY352" fmla="*/ 408576 h 1059043"/>
                <a:gd name="connsiteX353" fmla="*/ 2582005 w 3024845"/>
                <a:gd name="connsiteY353" fmla="*/ 409657 h 1059043"/>
                <a:gd name="connsiteX354" fmla="*/ 2582005 w 3024845"/>
                <a:gd name="connsiteY354" fmla="*/ 417223 h 1059043"/>
                <a:gd name="connsiteX355" fmla="*/ 2608352 w 3024845"/>
                <a:gd name="connsiteY355" fmla="*/ 417223 h 1059043"/>
                <a:gd name="connsiteX356" fmla="*/ 2608352 w 3024845"/>
                <a:gd name="connsiteY356" fmla="*/ 672313 h 1059043"/>
                <a:gd name="connsiteX357" fmla="*/ 2630646 w 3024845"/>
                <a:gd name="connsiteY357" fmla="*/ 672313 h 1059043"/>
                <a:gd name="connsiteX358" fmla="*/ 2630646 w 3024845"/>
                <a:gd name="connsiteY358" fmla="*/ 667989 h 1059043"/>
                <a:gd name="connsiteX359" fmla="*/ 2642806 w 3024845"/>
                <a:gd name="connsiteY359" fmla="*/ 667989 h 1059043"/>
                <a:gd name="connsiteX360" fmla="*/ 2642806 w 3024845"/>
                <a:gd name="connsiteY360" fmla="*/ 672313 h 1059043"/>
                <a:gd name="connsiteX361" fmla="*/ 2667126 w 3024845"/>
                <a:gd name="connsiteY361" fmla="*/ 672313 h 1059043"/>
                <a:gd name="connsiteX362" fmla="*/ 2667126 w 3024845"/>
                <a:gd name="connsiteY362" fmla="*/ 659342 h 1059043"/>
                <a:gd name="connsiteX363" fmla="*/ 2695500 w 3024845"/>
                <a:gd name="connsiteY363" fmla="*/ 659342 h 1059043"/>
                <a:gd name="connsiteX364" fmla="*/ 2707660 w 3024845"/>
                <a:gd name="connsiteY364" fmla="*/ 655018 h 1059043"/>
                <a:gd name="connsiteX365" fmla="*/ 2727927 w 3024845"/>
                <a:gd name="connsiteY365" fmla="*/ 659342 h 1059043"/>
                <a:gd name="connsiteX366" fmla="*/ 2727927 w 3024845"/>
                <a:gd name="connsiteY366" fmla="*/ 642048 h 1059043"/>
                <a:gd name="connsiteX367" fmla="*/ 2736034 w 3024845"/>
                <a:gd name="connsiteY367" fmla="*/ 642048 h 1059043"/>
                <a:gd name="connsiteX368" fmla="*/ 2736034 w 3024845"/>
                <a:gd name="connsiteY368" fmla="*/ 629077 h 1059043"/>
                <a:gd name="connsiteX369" fmla="*/ 2792781 w 3024845"/>
                <a:gd name="connsiteY369" fmla="*/ 629077 h 1059043"/>
                <a:gd name="connsiteX370" fmla="*/ 2792781 w 3024845"/>
                <a:gd name="connsiteY370" fmla="*/ 598812 h 1059043"/>
                <a:gd name="connsiteX371" fmla="*/ 2811021 w 3024845"/>
                <a:gd name="connsiteY371" fmla="*/ 598812 h 1059043"/>
                <a:gd name="connsiteX372" fmla="*/ 2811021 w 3024845"/>
                <a:gd name="connsiteY372" fmla="*/ 592327 h 1059043"/>
                <a:gd name="connsiteX373" fmla="*/ 2823181 w 3024845"/>
                <a:gd name="connsiteY373" fmla="*/ 592327 h 1059043"/>
                <a:gd name="connsiteX374" fmla="*/ 2823181 w 3024845"/>
                <a:gd name="connsiteY374" fmla="*/ 598812 h 1059043"/>
                <a:gd name="connsiteX375" fmla="*/ 2839395 w 3024845"/>
                <a:gd name="connsiteY375" fmla="*/ 598812 h 1059043"/>
                <a:gd name="connsiteX376" fmla="*/ 2839395 w 3024845"/>
                <a:gd name="connsiteY376" fmla="*/ 648533 h 1059043"/>
                <a:gd name="connsiteX377" fmla="*/ 2871822 w 3024845"/>
                <a:gd name="connsiteY377" fmla="*/ 648533 h 1059043"/>
                <a:gd name="connsiteX378" fmla="*/ 2871822 w 3024845"/>
                <a:gd name="connsiteY378" fmla="*/ 622592 h 1059043"/>
                <a:gd name="connsiteX379" fmla="*/ 2910329 w 3024845"/>
                <a:gd name="connsiteY379" fmla="*/ 622592 h 1059043"/>
                <a:gd name="connsiteX380" fmla="*/ 2910329 w 3024845"/>
                <a:gd name="connsiteY380" fmla="*/ 592327 h 1059043"/>
                <a:gd name="connsiteX381" fmla="*/ 2958970 w 3024845"/>
                <a:gd name="connsiteY381" fmla="*/ 592327 h 1059043"/>
                <a:gd name="connsiteX382" fmla="*/ 2958970 w 3024845"/>
                <a:gd name="connsiteY382" fmla="*/ 703483 h 1059043"/>
                <a:gd name="connsiteX383" fmla="*/ 2958970 w 3024845"/>
                <a:gd name="connsiteY383" fmla="*/ 717262 h 1059043"/>
                <a:gd name="connsiteX384" fmla="*/ 3024845 w 3024845"/>
                <a:gd name="connsiteY384" fmla="*/ 717262 h 1059043"/>
                <a:gd name="connsiteX385" fmla="*/ 3024845 w 3024845"/>
                <a:gd name="connsiteY385" fmla="*/ 1059043 h 1059043"/>
                <a:gd name="connsiteX386" fmla="*/ 2054 w 3024845"/>
                <a:gd name="connsiteY386" fmla="*/ 1056710 h 1059043"/>
                <a:gd name="connsiteX387" fmla="*/ 0 w 3024845"/>
                <a:gd name="connsiteY387" fmla="*/ 622592 h 1059043"/>
                <a:gd name="connsiteX388" fmla="*/ 20267 w 3024845"/>
                <a:gd name="connsiteY388" fmla="*/ 622592 h 1059043"/>
                <a:gd name="connsiteX389" fmla="*/ 20774 w 3024845"/>
                <a:gd name="connsiteY389" fmla="*/ 621511 h 1059043"/>
                <a:gd name="connsiteX390" fmla="*/ 24320 w 3024845"/>
                <a:gd name="connsiteY390" fmla="*/ 613945 h 1059043"/>
                <a:gd name="connsiteX391" fmla="*/ 26094 w 3024845"/>
                <a:gd name="connsiteY391" fmla="*/ 614215 h 1059043"/>
                <a:gd name="connsiteX392" fmla="*/ 38507 w 3024845"/>
                <a:gd name="connsiteY392" fmla="*/ 616106 h 1059043"/>
                <a:gd name="connsiteX393" fmla="*/ 39014 w 3024845"/>
                <a:gd name="connsiteY393" fmla="*/ 617458 h 1059043"/>
                <a:gd name="connsiteX394" fmla="*/ 42560 w 3024845"/>
                <a:gd name="connsiteY394" fmla="*/ 626915 h 1059043"/>
                <a:gd name="connsiteX395" fmla="*/ 68907 w 3024845"/>
                <a:gd name="connsiteY395" fmla="*/ 629077 h 1059043"/>
                <a:gd name="connsiteX396" fmla="*/ 68907 w 3024845"/>
                <a:gd name="connsiteY396" fmla="*/ 505856 h 1059043"/>
                <a:gd name="connsiteX397" fmla="*/ 70934 w 3024845"/>
                <a:gd name="connsiteY397" fmla="*/ 505856 h 1059043"/>
                <a:gd name="connsiteX398" fmla="*/ 85121 w 3024845"/>
                <a:gd name="connsiteY398" fmla="*/ 505856 h 1059043"/>
                <a:gd name="connsiteX399" fmla="*/ 85121 w 3024845"/>
                <a:gd name="connsiteY399" fmla="*/ 369664 h 1059043"/>
                <a:gd name="connsiteX400" fmla="*/ 86894 w 3024845"/>
                <a:gd name="connsiteY400" fmla="*/ 369664 h 1059043"/>
                <a:gd name="connsiteX401" fmla="*/ 99308 w 3024845"/>
                <a:gd name="connsiteY401" fmla="*/ 369664 h 1059043"/>
                <a:gd name="connsiteX402" fmla="*/ 99308 w 3024845"/>
                <a:gd name="connsiteY402" fmla="*/ 255090 h 1059043"/>
                <a:gd name="connsiteX403" fmla="*/ 103361 w 3024845"/>
                <a:gd name="connsiteY403" fmla="*/ 226986 h 1059043"/>
                <a:gd name="connsiteX404" fmla="*/ 105388 w 3024845"/>
                <a:gd name="connsiteY404" fmla="*/ 226986 h 1059043"/>
                <a:gd name="connsiteX405" fmla="*/ 119575 w 3024845"/>
                <a:gd name="connsiteY40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44240 w 3024845"/>
                <a:gd name="connsiteY311" fmla="*/ 214016 h 1059043"/>
                <a:gd name="connsiteX312" fmla="*/ 2146266 w 3024845"/>
                <a:gd name="connsiteY312" fmla="*/ 131868 h 1059043"/>
                <a:gd name="connsiteX313" fmla="*/ 2144240 w 3024845"/>
                <a:gd name="connsiteY313" fmla="*/ 125383 h 1059043"/>
                <a:gd name="connsiteX314" fmla="*/ 2150320 w 3024845"/>
                <a:gd name="connsiteY314" fmla="*/ 118897 h 1059043"/>
                <a:gd name="connsiteX315" fmla="*/ 2150320 w 3024845"/>
                <a:gd name="connsiteY315" fmla="*/ 60529 h 1059043"/>
                <a:gd name="connsiteX316" fmla="*/ 2152346 w 3024845"/>
                <a:gd name="connsiteY316" fmla="*/ 56206 h 1059043"/>
                <a:gd name="connsiteX317" fmla="*/ 2152346 w 3024845"/>
                <a:gd name="connsiteY317" fmla="*/ 0 h 1059043"/>
                <a:gd name="connsiteX318" fmla="*/ 2162480 w 3024845"/>
                <a:gd name="connsiteY318" fmla="*/ 118897 h 1059043"/>
                <a:gd name="connsiteX319" fmla="*/ 2168560 w 3024845"/>
                <a:gd name="connsiteY319" fmla="*/ 125383 h 1059043"/>
                <a:gd name="connsiteX320" fmla="*/ 2166533 w 3024845"/>
                <a:gd name="connsiteY320" fmla="*/ 131868 h 1059043"/>
                <a:gd name="connsiteX321" fmla="*/ 2180720 w 3024845"/>
                <a:gd name="connsiteY321" fmla="*/ 555577 h 1059043"/>
                <a:gd name="connsiteX322" fmla="*/ 2245574 w 3024845"/>
                <a:gd name="connsiteY322" fmla="*/ 555577 h 1059043"/>
                <a:gd name="connsiteX323" fmla="*/ 2245574 w 3024845"/>
                <a:gd name="connsiteY323" fmla="*/ 631239 h 1059043"/>
                <a:gd name="connsiteX324" fmla="*/ 2253681 w 3024845"/>
                <a:gd name="connsiteY324" fmla="*/ 631239 h 1059043"/>
                <a:gd name="connsiteX325" fmla="*/ 2255708 w 3024845"/>
                <a:gd name="connsiteY325" fmla="*/ 624754 h 1059043"/>
                <a:gd name="connsiteX326" fmla="*/ 2261788 w 3024845"/>
                <a:gd name="connsiteY326" fmla="*/ 624754 h 1059043"/>
                <a:gd name="connsiteX327" fmla="*/ 2263815 w 3024845"/>
                <a:gd name="connsiteY327" fmla="*/ 633401 h 1059043"/>
                <a:gd name="connsiteX328" fmla="*/ 2275975 w 3024845"/>
                <a:gd name="connsiteY328" fmla="*/ 633401 h 1059043"/>
                <a:gd name="connsiteX329" fmla="*/ 2275975 w 3024845"/>
                <a:gd name="connsiteY329" fmla="*/ 626915 h 1059043"/>
                <a:gd name="connsiteX330" fmla="*/ 2298268 w 3024845"/>
                <a:gd name="connsiteY330" fmla="*/ 626915 h 1059043"/>
                <a:gd name="connsiteX331" fmla="*/ 2298268 w 3024845"/>
                <a:gd name="connsiteY331" fmla="*/ 633401 h 1059043"/>
                <a:gd name="connsiteX332" fmla="*/ 2318535 w 3024845"/>
                <a:gd name="connsiteY332" fmla="*/ 633401 h 1059043"/>
                <a:gd name="connsiteX333" fmla="*/ 2318535 w 3024845"/>
                <a:gd name="connsiteY333" fmla="*/ 678798 h 1059043"/>
                <a:gd name="connsiteX334" fmla="*/ 2332722 w 3024845"/>
                <a:gd name="connsiteY334" fmla="*/ 678798 h 1059043"/>
                <a:gd name="connsiteX335" fmla="*/ 2332722 w 3024845"/>
                <a:gd name="connsiteY335" fmla="*/ 665827 h 1059043"/>
                <a:gd name="connsiteX336" fmla="*/ 2348936 w 3024845"/>
                <a:gd name="connsiteY336" fmla="*/ 665827 h 1059043"/>
                <a:gd name="connsiteX337" fmla="*/ 2348936 w 3024845"/>
                <a:gd name="connsiteY337" fmla="*/ 486400 h 1059043"/>
                <a:gd name="connsiteX338" fmla="*/ 2355016 w 3024845"/>
                <a:gd name="connsiteY338" fmla="*/ 479914 h 1059043"/>
                <a:gd name="connsiteX339" fmla="*/ 2427977 w 3024845"/>
                <a:gd name="connsiteY339" fmla="*/ 479914 h 1059043"/>
                <a:gd name="connsiteX340" fmla="*/ 2427977 w 3024845"/>
                <a:gd name="connsiteY340" fmla="*/ 488562 h 1059043"/>
                <a:gd name="connsiteX341" fmla="*/ 2438110 w 3024845"/>
                <a:gd name="connsiteY341" fmla="*/ 488562 h 1059043"/>
                <a:gd name="connsiteX342" fmla="*/ 2438110 w 3024845"/>
                <a:gd name="connsiteY342" fmla="*/ 603136 h 1059043"/>
                <a:gd name="connsiteX343" fmla="*/ 2460404 w 3024845"/>
                <a:gd name="connsiteY343" fmla="*/ 603136 h 1059043"/>
                <a:gd name="connsiteX344" fmla="*/ 2460404 w 3024845"/>
                <a:gd name="connsiteY344" fmla="*/ 536121 h 1059043"/>
                <a:gd name="connsiteX345" fmla="*/ 2486751 w 3024845"/>
                <a:gd name="connsiteY345" fmla="*/ 536121 h 1059043"/>
                <a:gd name="connsiteX346" fmla="*/ 2490804 w 3024845"/>
                <a:gd name="connsiteY346" fmla="*/ 531797 h 1059043"/>
                <a:gd name="connsiteX347" fmla="*/ 2498911 w 3024845"/>
                <a:gd name="connsiteY347" fmla="*/ 531797 h 1059043"/>
                <a:gd name="connsiteX348" fmla="*/ 2502964 w 3024845"/>
                <a:gd name="connsiteY348" fmla="*/ 536121 h 1059043"/>
                <a:gd name="connsiteX349" fmla="*/ 2525258 w 3024845"/>
                <a:gd name="connsiteY349" fmla="*/ 536121 h 1059043"/>
                <a:gd name="connsiteX350" fmla="*/ 2525258 w 3024845"/>
                <a:gd name="connsiteY350" fmla="*/ 419385 h 1059043"/>
                <a:gd name="connsiteX351" fmla="*/ 2582005 w 3024845"/>
                <a:gd name="connsiteY351" fmla="*/ 408576 h 1059043"/>
                <a:gd name="connsiteX352" fmla="*/ 2582005 w 3024845"/>
                <a:gd name="connsiteY352" fmla="*/ 409657 h 1059043"/>
                <a:gd name="connsiteX353" fmla="*/ 2582005 w 3024845"/>
                <a:gd name="connsiteY353" fmla="*/ 417223 h 1059043"/>
                <a:gd name="connsiteX354" fmla="*/ 2608352 w 3024845"/>
                <a:gd name="connsiteY354" fmla="*/ 417223 h 1059043"/>
                <a:gd name="connsiteX355" fmla="*/ 2608352 w 3024845"/>
                <a:gd name="connsiteY355" fmla="*/ 672313 h 1059043"/>
                <a:gd name="connsiteX356" fmla="*/ 2630646 w 3024845"/>
                <a:gd name="connsiteY356" fmla="*/ 672313 h 1059043"/>
                <a:gd name="connsiteX357" fmla="*/ 2630646 w 3024845"/>
                <a:gd name="connsiteY357" fmla="*/ 667989 h 1059043"/>
                <a:gd name="connsiteX358" fmla="*/ 2642806 w 3024845"/>
                <a:gd name="connsiteY358" fmla="*/ 667989 h 1059043"/>
                <a:gd name="connsiteX359" fmla="*/ 2642806 w 3024845"/>
                <a:gd name="connsiteY359" fmla="*/ 672313 h 1059043"/>
                <a:gd name="connsiteX360" fmla="*/ 2667126 w 3024845"/>
                <a:gd name="connsiteY360" fmla="*/ 672313 h 1059043"/>
                <a:gd name="connsiteX361" fmla="*/ 2667126 w 3024845"/>
                <a:gd name="connsiteY361" fmla="*/ 659342 h 1059043"/>
                <a:gd name="connsiteX362" fmla="*/ 2695500 w 3024845"/>
                <a:gd name="connsiteY362" fmla="*/ 659342 h 1059043"/>
                <a:gd name="connsiteX363" fmla="*/ 2707660 w 3024845"/>
                <a:gd name="connsiteY363" fmla="*/ 655018 h 1059043"/>
                <a:gd name="connsiteX364" fmla="*/ 2727927 w 3024845"/>
                <a:gd name="connsiteY364" fmla="*/ 659342 h 1059043"/>
                <a:gd name="connsiteX365" fmla="*/ 2727927 w 3024845"/>
                <a:gd name="connsiteY365" fmla="*/ 642048 h 1059043"/>
                <a:gd name="connsiteX366" fmla="*/ 2736034 w 3024845"/>
                <a:gd name="connsiteY366" fmla="*/ 642048 h 1059043"/>
                <a:gd name="connsiteX367" fmla="*/ 2736034 w 3024845"/>
                <a:gd name="connsiteY367" fmla="*/ 629077 h 1059043"/>
                <a:gd name="connsiteX368" fmla="*/ 2792781 w 3024845"/>
                <a:gd name="connsiteY368" fmla="*/ 629077 h 1059043"/>
                <a:gd name="connsiteX369" fmla="*/ 2792781 w 3024845"/>
                <a:gd name="connsiteY369" fmla="*/ 598812 h 1059043"/>
                <a:gd name="connsiteX370" fmla="*/ 2811021 w 3024845"/>
                <a:gd name="connsiteY370" fmla="*/ 598812 h 1059043"/>
                <a:gd name="connsiteX371" fmla="*/ 2811021 w 3024845"/>
                <a:gd name="connsiteY371" fmla="*/ 592327 h 1059043"/>
                <a:gd name="connsiteX372" fmla="*/ 2823181 w 3024845"/>
                <a:gd name="connsiteY372" fmla="*/ 592327 h 1059043"/>
                <a:gd name="connsiteX373" fmla="*/ 2823181 w 3024845"/>
                <a:gd name="connsiteY373" fmla="*/ 598812 h 1059043"/>
                <a:gd name="connsiteX374" fmla="*/ 2839395 w 3024845"/>
                <a:gd name="connsiteY374" fmla="*/ 598812 h 1059043"/>
                <a:gd name="connsiteX375" fmla="*/ 2839395 w 3024845"/>
                <a:gd name="connsiteY375" fmla="*/ 648533 h 1059043"/>
                <a:gd name="connsiteX376" fmla="*/ 2871822 w 3024845"/>
                <a:gd name="connsiteY376" fmla="*/ 648533 h 1059043"/>
                <a:gd name="connsiteX377" fmla="*/ 2871822 w 3024845"/>
                <a:gd name="connsiteY377" fmla="*/ 622592 h 1059043"/>
                <a:gd name="connsiteX378" fmla="*/ 2910329 w 3024845"/>
                <a:gd name="connsiteY378" fmla="*/ 622592 h 1059043"/>
                <a:gd name="connsiteX379" fmla="*/ 2910329 w 3024845"/>
                <a:gd name="connsiteY379" fmla="*/ 592327 h 1059043"/>
                <a:gd name="connsiteX380" fmla="*/ 2958970 w 3024845"/>
                <a:gd name="connsiteY380" fmla="*/ 592327 h 1059043"/>
                <a:gd name="connsiteX381" fmla="*/ 2958970 w 3024845"/>
                <a:gd name="connsiteY381" fmla="*/ 703483 h 1059043"/>
                <a:gd name="connsiteX382" fmla="*/ 2958970 w 3024845"/>
                <a:gd name="connsiteY382" fmla="*/ 717262 h 1059043"/>
                <a:gd name="connsiteX383" fmla="*/ 3024845 w 3024845"/>
                <a:gd name="connsiteY383" fmla="*/ 717262 h 1059043"/>
                <a:gd name="connsiteX384" fmla="*/ 3024845 w 3024845"/>
                <a:gd name="connsiteY384" fmla="*/ 1059043 h 1059043"/>
                <a:gd name="connsiteX385" fmla="*/ 2054 w 3024845"/>
                <a:gd name="connsiteY385" fmla="*/ 1056710 h 1059043"/>
                <a:gd name="connsiteX386" fmla="*/ 0 w 3024845"/>
                <a:gd name="connsiteY386" fmla="*/ 622592 h 1059043"/>
                <a:gd name="connsiteX387" fmla="*/ 20267 w 3024845"/>
                <a:gd name="connsiteY387" fmla="*/ 622592 h 1059043"/>
                <a:gd name="connsiteX388" fmla="*/ 20774 w 3024845"/>
                <a:gd name="connsiteY388" fmla="*/ 621511 h 1059043"/>
                <a:gd name="connsiteX389" fmla="*/ 24320 w 3024845"/>
                <a:gd name="connsiteY389" fmla="*/ 613945 h 1059043"/>
                <a:gd name="connsiteX390" fmla="*/ 26094 w 3024845"/>
                <a:gd name="connsiteY390" fmla="*/ 614215 h 1059043"/>
                <a:gd name="connsiteX391" fmla="*/ 38507 w 3024845"/>
                <a:gd name="connsiteY391" fmla="*/ 616106 h 1059043"/>
                <a:gd name="connsiteX392" fmla="*/ 39014 w 3024845"/>
                <a:gd name="connsiteY392" fmla="*/ 617458 h 1059043"/>
                <a:gd name="connsiteX393" fmla="*/ 42560 w 3024845"/>
                <a:gd name="connsiteY393" fmla="*/ 626915 h 1059043"/>
                <a:gd name="connsiteX394" fmla="*/ 68907 w 3024845"/>
                <a:gd name="connsiteY394" fmla="*/ 629077 h 1059043"/>
                <a:gd name="connsiteX395" fmla="*/ 68907 w 3024845"/>
                <a:gd name="connsiteY395" fmla="*/ 505856 h 1059043"/>
                <a:gd name="connsiteX396" fmla="*/ 70934 w 3024845"/>
                <a:gd name="connsiteY396" fmla="*/ 505856 h 1059043"/>
                <a:gd name="connsiteX397" fmla="*/ 85121 w 3024845"/>
                <a:gd name="connsiteY397" fmla="*/ 505856 h 1059043"/>
                <a:gd name="connsiteX398" fmla="*/ 85121 w 3024845"/>
                <a:gd name="connsiteY398" fmla="*/ 369664 h 1059043"/>
                <a:gd name="connsiteX399" fmla="*/ 86894 w 3024845"/>
                <a:gd name="connsiteY399" fmla="*/ 369664 h 1059043"/>
                <a:gd name="connsiteX400" fmla="*/ 99308 w 3024845"/>
                <a:gd name="connsiteY400" fmla="*/ 369664 h 1059043"/>
                <a:gd name="connsiteX401" fmla="*/ 99308 w 3024845"/>
                <a:gd name="connsiteY401" fmla="*/ 255090 h 1059043"/>
                <a:gd name="connsiteX402" fmla="*/ 103361 w 3024845"/>
                <a:gd name="connsiteY402" fmla="*/ 226986 h 1059043"/>
                <a:gd name="connsiteX403" fmla="*/ 105388 w 3024845"/>
                <a:gd name="connsiteY403" fmla="*/ 226986 h 1059043"/>
                <a:gd name="connsiteX404" fmla="*/ 119575 w 3024845"/>
                <a:gd name="connsiteY40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4240 w 3024845"/>
                <a:gd name="connsiteY310" fmla="*/ 214016 h 1059043"/>
                <a:gd name="connsiteX311" fmla="*/ 2146266 w 3024845"/>
                <a:gd name="connsiteY311" fmla="*/ 131868 h 1059043"/>
                <a:gd name="connsiteX312" fmla="*/ 2144240 w 3024845"/>
                <a:gd name="connsiteY312" fmla="*/ 125383 h 1059043"/>
                <a:gd name="connsiteX313" fmla="*/ 2150320 w 3024845"/>
                <a:gd name="connsiteY313" fmla="*/ 118897 h 1059043"/>
                <a:gd name="connsiteX314" fmla="*/ 2150320 w 3024845"/>
                <a:gd name="connsiteY314" fmla="*/ 60529 h 1059043"/>
                <a:gd name="connsiteX315" fmla="*/ 2152346 w 3024845"/>
                <a:gd name="connsiteY315" fmla="*/ 56206 h 1059043"/>
                <a:gd name="connsiteX316" fmla="*/ 2152346 w 3024845"/>
                <a:gd name="connsiteY316" fmla="*/ 0 h 1059043"/>
                <a:gd name="connsiteX317" fmla="*/ 2162480 w 3024845"/>
                <a:gd name="connsiteY317" fmla="*/ 118897 h 1059043"/>
                <a:gd name="connsiteX318" fmla="*/ 2168560 w 3024845"/>
                <a:gd name="connsiteY318" fmla="*/ 125383 h 1059043"/>
                <a:gd name="connsiteX319" fmla="*/ 2166533 w 3024845"/>
                <a:gd name="connsiteY319" fmla="*/ 131868 h 1059043"/>
                <a:gd name="connsiteX320" fmla="*/ 2180720 w 3024845"/>
                <a:gd name="connsiteY320" fmla="*/ 555577 h 1059043"/>
                <a:gd name="connsiteX321" fmla="*/ 2245574 w 3024845"/>
                <a:gd name="connsiteY321" fmla="*/ 555577 h 1059043"/>
                <a:gd name="connsiteX322" fmla="*/ 2245574 w 3024845"/>
                <a:gd name="connsiteY322" fmla="*/ 631239 h 1059043"/>
                <a:gd name="connsiteX323" fmla="*/ 2253681 w 3024845"/>
                <a:gd name="connsiteY323" fmla="*/ 631239 h 1059043"/>
                <a:gd name="connsiteX324" fmla="*/ 2255708 w 3024845"/>
                <a:gd name="connsiteY324" fmla="*/ 624754 h 1059043"/>
                <a:gd name="connsiteX325" fmla="*/ 2261788 w 3024845"/>
                <a:gd name="connsiteY325" fmla="*/ 624754 h 1059043"/>
                <a:gd name="connsiteX326" fmla="*/ 2263815 w 3024845"/>
                <a:gd name="connsiteY326" fmla="*/ 633401 h 1059043"/>
                <a:gd name="connsiteX327" fmla="*/ 2275975 w 3024845"/>
                <a:gd name="connsiteY327" fmla="*/ 633401 h 1059043"/>
                <a:gd name="connsiteX328" fmla="*/ 2275975 w 3024845"/>
                <a:gd name="connsiteY328" fmla="*/ 626915 h 1059043"/>
                <a:gd name="connsiteX329" fmla="*/ 2298268 w 3024845"/>
                <a:gd name="connsiteY329" fmla="*/ 626915 h 1059043"/>
                <a:gd name="connsiteX330" fmla="*/ 2298268 w 3024845"/>
                <a:gd name="connsiteY330" fmla="*/ 633401 h 1059043"/>
                <a:gd name="connsiteX331" fmla="*/ 2318535 w 3024845"/>
                <a:gd name="connsiteY331" fmla="*/ 633401 h 1059043"/>
                <a:gd name="connsiteX332" fmla="*/ 2318535 w 3024845"/>
                <a:gd name="connsiteY332" fmla="*/ 678798 h 1059043"/>
                <a:gd name="connsiteX333" fmla="*/ 2332722 w 3024845"/>
                <a:gd name="connsiteY333" fmla="*/ 678798 h 1059043"/>
                <a:gd name="connsiteX334" fmla="*/ 2332722 w 3024845"/>
                <a:gd name="connsiteY334" fmla="*/ 665827 h 1059043"/>
                <a:gd name="connsiteX335" fmla="*/ 2348936 w 3024845"/>
                <a:gd name="connsiteY335" fmla="*/ 665827 h 1059043"/>
                <a:gd name="connsiteX336" fmla="*/ 2348936 w 3024845"/>
                <a:gd name="connsiteY336" fmla="*/ 486400 h 1059043"/>
                <a:gd name="connsiteX337" fmla="*/ 2355016 w 3024845"/>
                <a:gd name="connsiteY337" fmla="*/ 479914 h 1059043"/>
                <a:gd name="connsiteX338" fmla="*/ 2427977 w 3024845"/>
                <a:gd name="connsiteY338" fmla="*/ 479914 h 1059043"/>
                <a:gd name="connsiteX339" fmla="*/ 2427977 w 3024845"/>
                <a:gd name="connsiteY339" fmla="*/ 488562 h 1059043"/>
                <a:gd name="connsiteX340" fmla="*/ 2438110 w 3024845"/>
                <a:gd name="connsiteY340" fmla="*/ 488562 h 1059043"/>
                <a:gd name="connsiteX341" fmla="*/ 2438110 w 3024845"/>
                <a:gd name="connsiteY341" fmla="*/ 603136 h 1059043"/>
                <a:gd name="connsiteX342" fmla="*/ 2460404 w 3024845"/>
                <a:gd name="connsiteY342" fmla="*/ 603136 h 1059043"/>
                <a:gd name="connsiteX343" fmla="*/ 2460404 w 3024845"/>
                <a:gd name="connsiteY343" fmla="*/ 536121 h 1059043"/>
                <a:gd name="connsiteX344" fmla="*/ 2486751 w 3024845"/>
                <a:gd name="connsiteY344" fmla="*/ 536121 h 1059043"/>
                <a:gd name="connsiteX345" fmla="*/ 2490804 w 3024845"/>
                <a:gd name="connsiteY345" fmla="*/ 531797 h 1059043"/>
                <a:gd name="connsiteX346" fmla="*/ 2498911 w 3024845"/>
                <a:gd name="connsiteY346" fmla="*/ 531797 h 1059043"/>
                <a:gd name="connsiteX347" fmla="*/ 2502964 w 3024845"/>
                <a:gd name="connsiteY347" fmla="*/ 536121 h 1059043"/>
                <a:gd name="connsiteX348" fmla="*/ 2525258 w 3024845"/>
                <a:gd name="connsiteY348" fmla="*/ 536121 h 1059043"/>
                <a:gd name="connsiteX349" fmla="*/ 2525258 w 3024845"/>
                <a:gd name="connsiteY349" fmla="*/ 419385 h 1059043"/>
                <a:gd name="connsiteX350" fmla="*/ 2582005 w 3024845"/>
                <a:gd name="connsiteY350" fmla="*/ 408576 h 1059043"/>
                <a:gd name="connsiteX351" fmla="*/ 2582005 w 3024845"/>
                <a:gd name="connsiteY351" fmla="*/ 409657 h 1059043"/>
                <a:gd name="connsiteX352" fmla="*/ 2582005 w 3024845"/>
                <a:gd name="connsiteY352" fmla="*/ 417223 h 1059043"/>
                <a:gd name="connsiteX353" fmla="*/ 2608352 w 3024845"/>
                <a:gd name="connsiteY353" fmla="*/ 417223 h 1059043"/>
                <a:gd name="connsiteX354" fmla="*/ 2608352 w 3024845"/>
                <a:gd name="connsiteY354" fmla="*/ 672313 h 1059043"/>
                <a:gd name="connsiteX355" fmla="*/ 2630646 w 3024845"/>
                <a:gd name="connsiteY355" fmla="*/ 672313 h 1059043"/>
                <a:gd name="connsiteX356" fmla="*/ 2630646 w 3024845"/>
                <a:gd name="connsiteY356" fmla="*/ 667989 h 1059043"/>
                <a:gd name="connsiteX357" fmla="*/ 2642806 w 3024845"/>
                <a:gd name="connsiteY357" fmla="*/ 667989 h 1059043"/>
                <a:gd name="connsiteX358" fmla="*/ 2642806 w 3024845"/>
                <a:gd name="connsiteY358" fmla="*/ 672313 h 1059043"/>
                <a:gd name="connsiteX359" fmla="*/ 2667126 w 3024845"/>
                <a:gd name="connsiteY359" fmla="*/ 672313 h 1059043"/>
                <a:gd name="connsiteX360" fmla="*/ 2667126 w 3024845"/>
                <a:gd name="connsiteY360" fmla="*/ 659342 h 1059043"/>
                <a:gd name="connsiteX361" fmla="*/ 2695500 w 3024845"/>
                <a:gd name="connsiteY361" fmla="*/ 659342 h 1059043"/>
                <a:gd name="connsiteX362" fmla="*/ 2707660 w 3024845"/>
                <a:gd name="connsiteY362" fmla="*/ 655018 h 1059043"/>
                <a:gd name="connsiteX363" fmla="*/ 2727927 w 3024845"/>
                <a:gd name="connsiteY363" fmla="*/ 659342 h 1059043"/>
                <a:gd name="connsiteX364" fmla="*/ 2727927 w 3024845"/>
                <a:gd name="connsiteY364" fmla="*/ 642048 h 1059043"/>
                <a:gd name="connsiteX365" fmla="*/ 2736034 w 3024845"/>
                <a:gd name="connsiteY365" fmla="*/ 642048 h 1059043"/>
                <a:gd name="connsiteX366" fmla="*/ 2736034 w 3024845"/>
                <a:gd name="connsiteY366" fmla="*/ 629077 h 1059043"/>
                <a:gd name="connsiteX367" fmla="*/ 2792781 w 3024845"/>
                <a:gd name="connsiteY367" fmla="*/ 629077 h 1059043"/>
                <a:gd name="connsiteX368" fmla="*/ 2792781 w 3024845"/>
                <a:gd name="connsiteY368" fmla="*/ 598812 h 1059043"/>
                <a:gd name="connsiteX369" fmla="*/ 2811021 w 3024845"/>
                <a:gd name="connsiteY369" fmla="*/ 598812 h 1059043"/>
                <a:gd name="connsiteX370" fmla="*/ 2811021 w 3024845"/>
                <a:gd name="connsiteY370" fmla="*/ 592327 h 1059043"/>
                <a:gd name="connsiteX371" fmla="*/ 2823181 w 3024845"/>
                <a:gd name="connsiteY371" fmla="*/ 592327 h 1059043"/>
                <a:gd name="connsiteX372" fmla="*/ 2823181 w 3024845"/>
                <a:gd name="connsiteY372" fmla="*/ 598812 h 1059043"/>
                <a:gd name="connsiteX373" fmla="*/ 2839395 w 3024845"/>
                <a:gd name="connsiteY373" fmla="*/ 598812 h 1059043"/>
                <a:gd name="connsiteX374" fmla="*/ 2839395 w 3024845"/>
                <a:gd name="connsiteY374" fmla="*/ 648533 h 1059043"/>
                <a:gd name="connsiteX375" fmla="*/ 2871822 w 3024845"/>
                <a:gd name="connsiteY375" fmla="*/ 648533 h 1059043"/>
                <a:gd name="connsiteX376" fmla="*/ 2871822 w 3024845"/>
                <a:gd name="connsiteY376" fmla="*/ 622592 h 1059043"/>
                <a:gd name="connsiteX377" fmla="*/ 2910329 w 3024845"/>
                <a:gd name="connsiteY377" fmla="*/ 622592 h 1059043"/>
                <a:gd name="connsiteX378" fmla="*/ 2910329 w 3024845"/>
                <a:gd name="connsiteY378" fmla="*/ 592327 h 1059043"/>
                <a:gd name="connsiteX379" fmla="*/ 2958970 w 3024845"/>
                <a:gd name="connsiteY379" fmla="*/ 592327 h 1059043"/>
                <a:gd name="connsiteX380" fmla="*/ 2958970 w 3024845"/>
                <a:gd name="connsiteY380" fmla="*/ 703483 h 1059043"/>
                <a:gd name="connsiteX381" fmla="*/ 2958970 w 3024845"/>
                <a:gd name="connsiteY381" fmla="*/ 717262 h 1059043"/>
                <a:gd name="connsiteX382" fmla="*/ 3024845 w 3024845"/>
                <a:gd name="connsiteY382" fmla="*/ 717262 h 1059043"/>
                <a:gd name="connsiteX383" fmla="*/ 3024845 w 3024845"/>
                <a:gd name="connsiteY383" fmla="*/ 1059043 h 1059043"/>
                <a:gd name="connsiteX384" fmla="*/ 2054 w 3024845"/>
                <a:gd name="connsiteY384" fmla="*/ 1056710 h 1059043"/>
                <a:gd name="connsiteX385" fmla="*/ 0 w 3024845"/>
                <a:gd name="connsiteY385" fmla="*/ 622592 h 1059043"/>
                <a:gd name="connsiteX386" fmla="*/ 20267 w 3024845"/>
                <a:gd name="connsiteY386" fmla="*/ 622592 h 1059043"/>
                <a:gd name="connsiteX387" fmla="*/ 20774 w 3024845"/>
                <a:gd name="connsiteY387" fmla="*/ 621511 h 1059043"/>
                <a:gd name="connsiteX388" fmla="*/ 24320 w 3024845"/>
                <a:gd name="connsiteY388" fmla="*/ 613945 h 1059043"/>
                <a:gd name="connsiteX389" fmla="*/ 26094 w 3024845"/>
                <a:gd name="connsiteY389" fmla="*/ 614215 h 1059043"/>
                <a:gd name="connsiteX390" fmla="*/ 38507 w 3024845"/>
                <a:gd name="connsiteY390" fmla="*/ 616106 h 1059043"/>
                <a:gd name="connsiteX391" fmla="*/ 39014 w 3024845"/>
                <a:gd name="connsiteY391" fmla="*/ 617458 h 1059043"/>
                <a:gd name="connsiteX392" fmla="*/ 42560 w 3024845"/>
                <a:gd name="connsiteY392" fmla="*/ 626915 h 1059043"/>
                <a:gd name="connsiteX393" fmla="*/ 68907 w 3024845"/>
                <a:gd name="connsiteY393" fmla="*/ 629077 h 1059043"/>
                <a:gd name="connsiteX394" fmla="*/ 68907 w 3024845"/>
                <a:gd name="connsiteY394" fmla="*/ 505856 h 1059043"/>
                <a:gd name="connsiteX395" fmla="*/ 70934 w 3024845"/>
                <a:gd name="connsiteY395" fmla="*/ 505856 h 1059043"/>
                <a:gd name="connsiteX396" fmla="*/ 85121 w 3024845"/>
                <a:gd name="connsiteY396" fmla="*/ 505856 h 1059043"/>
                <a:gd name="connsiteX397" fmla="*/ 85121 w 3024845"/>
                <a:gd name="connsiteY397" fmla="*/ 369664 h 1059043"/>
                <a:gd name="connsiteX398" fmla="*/ 86894 w 3024845"/>
                <a:gd name="connsiteY398" fmla="*/ 369664 h 1059043"/>
                <a:gd name="connsiteX399" fmla="*/ 99308 w 3024845"/>
                <a:gd name="connsiteY399" fmla="*/ 369664 h 1059043"/>
                <a:gd name="connsiteX400" fmla="*/ 99308 w 3024845"/>
                <a:gd name="connsiteY400" fmla="*/ 255090 h 1059043"/>
                <a:gd name="connsiteX401" fmla="*/ 103361 w 3024845"/>
                <a:gd name="connsiteY401" fmla="*/ 226986 h 1059043"/>
                <a:gd name="connsiteX402" fmla="*/ 105388 w 3024845"/>
                <a:gd name="connsiteY402" fmla="*/ 226986 h 1059043"/>
                <a:gd name="connsiteX403" fmla="*/ 119575 w 3024845"/>
                <a:gd name="connsiteY40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66533 w 3024845"/>
                <a:gd name="connsiteY318" fmla="*/ 131868 h 1059043"/>
                <a:gd name="connsiteX319" fmla="*/ 2180720 w 3024845"/>
                <a:gd name="connsiteY319" fmla="*/ 555577 h 1059043"/>
                <a:gd name="connsiteX320" fmla="*/ 2245574 w 3024845"/>
                <a:gd name="connsiteY320" fmla="*/ 555577 h 1059043"/>
                <a:gd name="connsiteX321" fmla="*/ 2245574 w 3024845"/>
                <a:gd name="connsiteY321" fmla="*/ 631239 h 1059043"/>
                <a:gd name="connsiteX322" fmla="*/ 2253681 w 3024845"/>
                <a:gd name="connsiteY322" fmla="*/ 631239 h 1059043"/>
                <a:gd name="connsiteX323" fmla="*/ 2255708 w 3024845"/>
                <a:gd name="connsiteY323" fmla="*/ 624754 h 1059043"/>
                <a:gd name="connsiteX324" fmla="*/ 2261788 w 3024845"/>
                <a:gd name="connsiteY324" fmla="*/ 624754 h 1059043"/>
                <a:gd name="connsiteX325" fmla="*/ 2263815 w 3024845"/>
                <a:gd name="connsiteY325" fmla="*/ 633401 h 1059043"/>
                <a:gd name="connsiteX326" fmla="*/ 2275975 w 3024845"/>
                <a:gd name="connsiteY326" fmla="*/ 633401 h 1059043"/>
                <a:gd name="connsiteX327" fmla="*/ 2275975 w 3024845"/>
                <a:gd name="connsiteY327" fmla="*/ 626915 h 1059043"/>
                <a:gd name="connsiteX328" fmla="*/ 2298268 w 3024845"/>
                <a:gd name="connsiteY328" fmla="*/ 626915 h 1059043"/>
                <a:gd name="connsiteX329" fmla="*/ 2298268 w 3024845"/>
                <a:gd name="connsiteY329" fmla="*/ 633401 h 1059043"/>
                <a:gd name="connsiteX330" fmla="*/ 2318535 w 3024845"/>
                <a:gd name="connsiteY330" fmla="*/ 633401 h 1059043"/>
                <a:gd name="connsiteX331" fmla="*/ 2318535 w 3024845"/>
                <a:gd name="connsiteY331" fmla="*/ 678798 h 1059043"/>
                <a:gd name="connsiteX332" fmla="*/ 2332722 w 3024845"/>
                <a:gd name="connsiteY332" fmla="*/ 678798 h 1059043"/>
                <a:gd name="connsiteX333" fmla="*/ 2332722 w 3024845"/>
                <a:gd name="connsiteY333" fmla="*/ 665827 h 1059043"/>
                <a:gd name="connsiteX334" fmla="*/ 2348936 w 3024845"/>
                <a:gd name="connsiteY334" fmla="*/ 665827 h 1059043"/>
                <a:gd name="connsiteX335" fmla="*/ 2348936 w 3024845"/>
                <a:gd name="connsiteY335" fmla="*/ 486400 h 1059043"/>
                <a:gd name="connsiteX336" fmla="*/ 2355016 w 3024845"/>
                <a:gd name="connsiteY336" fmla="*/ 479914 h 1059043"/>
                <a:gd name="connsiteX337" fmla="*/ 2427977 w 3024845"/>
                <a:gd name="connsiteY337" fmla="*/ 479914 h 1059043"/>
                <a:gd name="connsiteX338" fmla="*/ 2427977 w 3024845"/>
                <a:gd name="connsiteY338" fmla="*/ 488562 h 1059043"/>
                <a:gd name="connsiteX339" fmla="*/ 2438110 w 3024845"/>
                <a:gd name="connsiteY339" fmla="*/ 488562 h 1059043"/>
                <a:gd name="connsiteX340" fmla="*/ 2438110 w 3024845"/>
                <a:gd name="connsiteY340" fmla="*/ 603136 h 1059043"/>
                <a:gd name="connsiteX341" fmla="*/ 2460404 w 3024845"/>
                <a:gd name="connsiteY341" fmla="*/ 603136 h 1059043"/>
                <a:gd name="connsiteX342" fmla="*/ 2460404 w 3024845"/>
                <a:gd name="connsiteY342" fmla="*/ 536121 h 1059043"/>
                <a:gd name="connsiteX343" fmla="*/ 2486751 w 3024845"/>
                <a:gd name="connsiteY343" fmla="*/ 536121 h 1059043"/>
                <a:gd name="connsiteX344" fmla="*/ 2490804 w 3024845"/>
                <a:gd name="connsiteY344" fmla="*/ 531797 h 1059043"/>
                <a:gd name="connsiteX345" fmla="*/ 2498911 w 3024845"/>
                <a:gd name="connsiteY345" fmla="*/ 531797 h 1059043"/>
                <a:gd name="connsiteX346" fmla="*/ 2502964 w 3024845"/>
                <a:gd name="connsiteY346" fmla="*/ 536121 h 1059043"/>
                <a:gd name="connsiteX347" fmla="*/ 2525258 w 3024845"/>
                <a:gd name="connsiteY347" fmla="*/ 536121 h 1059043"/>
                <a:gd name="connsiteX348" fmla="*/ 2525258 w 3024845"/>
                <a:gd name="connsiteY348" fmla="*/ 419385 h 1059043"/>
                <a:gd name="connsiteX349" fmla="*/ 2582005 w 3024845"/>
                <a:gd name="connsiteY349" fmla="*/ 408576 h 1059043"/>
                <a:gd name="connsiteX350" fmla="*/ 2582005 w 3024845"/>
                <a:gd name="connsiteY350" fmla="*/ 409657 h 1059043"/>
                <a:gd name="connsiteX351" fmla="*/ 2582005 w 3024845"/>
                <a:gd name="connsiteY351" fmla="*/ 417223 h 1059043"/>
                <a:gd name="connsiteX352" fmla="*/ 2608352 w 3024845"/>
                <a:gd name="connsiteY352" fmla="*/ 417223 h 1059043"/>
                <a:gd name="connsiteX353" fmla="*/ 2608352 w 3024845"/>
                <a:gd name="connsiteY353" fmla="*/ 672313 h 1059043"/>
                <a:gd name="connsiteX354" fmla="*/ 2630646 w 3024845"/>
                <a:gd name="connsiteY354" fmla="*/ 672313 h 1059043"/>
                <a:gd name="connsiteX355" fmla="*/ 2630646 w 3024845"/>
                <a:gd name="connsiteY355" fmla="*/ 667989 h 1059043"/>
                <a:gd name="connsiteX356" fmla="*/ 2642806 w 3024845"/>
                <a:gd name="connsiteY356" fmla="*/ 667989 h 1059043"/>
                <a:gd name="connsiteX357" fmla="*/ 2642806 w 3024845"/>
                <a:gd name="connsiteY357" fmla="*/ 672313 h 1059043"/>
                <a:gd name="connsiteX358" fmla="*/ 2667126 w 3024845"/>
                <a:gd name="connsiteY358" fmla="*/ 672313 h 1059043"/>
                <a:gd name="connsiteX359" fmla="*/ 2667126 w 3024845"/>
                <a:gd name="connsiteY359" fmla="*/ 659342 h 1059043"/>
                <a:gd name="connsiteX360" fmla="*/ 2695500 w 3024845"/>
                <a:gd name="connsiteY360" fmla="*/ 659342 h 1059043"/>
                <a:gd name="connsiteX361" fmla="*/ 2707660 w 3024845"/>
                <a:gd name="connsiteY361" fmla="*/ 655018 h 1059043"/>
                <a:gd name="connsiteX362" fmla="*/ 2727927 w 3024845"/>
                <a:gd name="connsiteY362" fmla="*/ 659342 h 1059043"/>
                <a:gd name="connsiteX363" fmla="*/ 2727927 w 3024845"/>
                <a:gd name="connsiteY363" fmla="*/ 642048 h 1059043"/>
                <a:gd name="connsiteX364" fmla="*/ 2736034 w 3024845"/>
                <a:gd name="connsiteY364" fmla="*/ 642048 h 1059043"/>
                <a:gd name="connsiteX365" fmla="*/ 2736034 w 3024845"/>
                <a:gd name="connsiteY365" fmla="*/ 629077 h 1059043"/>
                <a:gd name="connsiteX366" fmla="*/ 2792781 w 3024845"/>
                <a:gd name="connsiteY366" fmla="*/ 629077 h 1059043"/>
                <a:gd name="connsiteX367" fmla="*/ 2792781 w 3024845"/>
                <a:gd name="connsiteY367" fmla="*/ 598812 h 1059043"/>
                <a:gd name="connsiteX368" fmla="*/ 2811021 w 3024845"/>
                <a:gd name="connsiteY368" fmla="*/ 598812 h 1059043"/>
                <a:gd name="connsiteX369" fmla="*/ 2811021 w 3024845"/>
                <a:gd name="connsiteY369" fmla="*/ 592327 h 1059043"/>
                <a:gd name="connsiteX370" fmla="*/ 2823181 w 3024845"/>
                <a:gd name="connsiteY370" fmla="*/ 592327 h 1059043"/>
                <a:gd name="connsiteX371" fmla="*/ 2823181 w 3024845"/>
                <a:gd name="connsiteY371" fmla="*/ 598812 h 1059043"/>
                <a:gd name="connsiteX372" fmla="*/ 2839395 w 3024845"/>
                <a:gd name="connsiteY372" fmla="*/ 598812 h 1059043"/>
                <a:gd name="connsiteX373" fmla="*/ 2839395 w 3024845"/>
                <a:gd name="connsiteY373" fmla="*/ 648533 h 1059043"/>
                <a:gd name="connsiteX374" fmla="*/ 2871822 w 3024845"/>
                <a:gd name="connsiteY374" fmla="*/ 648533 h 1059043"/>
                <a:gd name="connsiteX375" fmla="*/ 2871822 w 3024845"/>
                <a:gd name="connsiteY375" fmla="*/ 622592 h 1059043"/>
                <a:gd name="connsiteX376" fmla="*/ 2910329 w 3024845"/>
                <a:gd name="connsiteY376" fmla="*/ 622592 h 1059043"/>
                <a:gd name="connsiteX377" fmla="*/ 2910329 w 3024845"/>
                <a:gd name="connsiteY377" fmla="*/ 592327 h 1059043"/>
                <a:gd name="connsiteX378" fmla="*/ 2958970 w 3024845"/>
                <a:gd name="connsiteY378" fmla="*/ 592327 h 1059043"/>
                <a:gd name="connsiteX379" fmla="*/ 2958970 w 3024845"/>
                <a:gd name="connsiteY379" fmla="*/ 703483 h 1059043"/>
                <a:gd name="connsiteX380" fmla="*/ 2958970 w 3024845"/>
                <a:gd name="connsiteY380" fmla="*/ 717262 h 1059043"/>
                <a:gd name="connsiteX381" fmla="*/ 3024845 w 3024845"/>
                <a:gd name="connsiteY381" fmla="*/ 717262 h 1059043"/>
                <a:gd name="connsiteX382" fmla="*/ 3024845 w 3024845"/>
                <a:gd name="connsiteY382" fmla="*/ 1059043 h 1059043"/>
                <a:gd name="connsiteX383" fmla="*/ 2054 w 3024845"/>
                <a:gd name="connsiteY383" fmla="*/ 1056710 h 1059043"/>
                <a:gd name="connsiteX384" fmla="*/ 0 w 3024845"/>
                <a:gd name="connsiteY384" fmla="*/ 622592 h 1059043"/>
                <a:gd name="connsiteX385" fmla="*/ 20267 w 3024845"/>
                <a:gd name="connsiteY385" fmla="*/ 622592 h 1059043"/>
                <a:gd name="connsiteX386" fmla="*/ 20774 w 3024845"/>
                <a:gd name="connsiteY386" fmla="*/ 621511 h 1059043"/>
                <a:gd name="connsiteX387" fmla="*/ 24320 w 3024845"/>
                <a:gd name="connsiteY387" fmla="*/ 613945 h 1059043"/>
                <a:gd name="connsiteX388" fmla="*/ 26094 w 3024845"/>
                <a:gd name="connsiteY388" fmla="*/ 614215 h 1059043"/>
                <a:gd name="connsiteX389" fmla="*/ 38507 w 3024845"/>
                <a:gd name="connsiteY389" fmla="*/ 616106 h 1059043"/>
                <a:gd name="connsiteX390" fmla="*/ 39014 w 3024845"/>
                <a:gd name="connsiteY390" fmla="*/ 617458 h 1059043"/>
                <a:gd name="connsiteX391" fmla="*/ 42560 w 3024845"/>
                <a:gd name="connsiteY391" fmla="*/ 626915 h 1059043"/>
                <a:gd name="connsiteX392" fmla="*/ 68907 w 3024845"/>
                <a:gd name="connsiteY392" fmla="*/ 629077 h 1059043"/>
                <a:gd name="connsiteX393" fmla="*/ 68907 w 3024845"/>
                <a:gd name="connsiteY393" fmla="*/ 505856 h 1059043"/>
                <a:gd name="connsiteX394" fmla="*/ 70934 w 3024845"/>
                <a:gd name="connsiteY394" fmla="*/ 505856 h 1059043"/>
                <a:gd name="connsiteX395" fmla="*/ 85121 w 3024845"/>
                <a:gd name="connsiteY395" fmla="*/ 505856 h 1059043"/>
                <a:gd name="connsiteX396" fmla="*/ 85121 w 3024845"/>
                <a:gd name="connsiteY396" fmla="*/ 369664 h 1059043"/>
                <a:gd name="connsiteX397" fmla="*/ 86894 w 3024845"/>
                <a:gd name="connsiteY397" fmla="*/ 369664 h 1059043"/>
                <a:gd name="connsiteX398" fmla="*/ 99308 w 3024845"/>
                <a:gd name="connsiteY398" fmla="*/ 369664 h 1059043"/>
                <a:gd name="connsiteX399" fmla="*/ 99308 w 3024845"/>
                <a:gd name="connsiteY399" fmla="*/ 255090 h 1059043"/>
                <a:gd name="connsiteX400" fmla="*/ 103361 w 3024845"/>
                <a:gd name="connsiteY400" fmla="*/ 226986 h 1059043"/>
                <a:gd name="connsiteX401" fmla="*/ 105388 w 3024845"/>
                <a:gd name="connsiteY401" fmla="*/ 226986 h 1059043"/>
                <a:gd name="connsiteX402" fmla="*/ 119575 w 3024845"/>
                <a:gd name="connsiteY40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80720 w 3024845"/>
                <a:gd name="connsiteY318" fmla="*/ 555577 h 1059043"/>
                <a:gd name="connsiteX319" fmla="*/ 2245574 w 3024845"/>
                <a:gd name="connsiteY319" fmla="*/ 555577 h 1059043"/>
                <a:gd name="connsiteX320" fmla="*/ 2245574 w 3024845"/>
                <a:gd name="connsiteY320" fmla="*/ 631239 h 1059043"/>
                <a:gd name="connsiteX321" fmla="*/ 2253681 w 3024845"/>
                <a:gd name="connsiteY321" fmla="*/ 631239 h 1059043"/>
                <a:gd name="connsiteX322" fmla="*/ 2255708 w 3024845"/>
                <a:gd name="connsiteY322" fmla="*/ 624754 h 1059043"/>
                <a:gd name="connsiteX323" fmla="*/ 2261788 w 3024845"/>
                <a:gd name="connsiteY323" fmla="*/ 624754 h 1059043"/>
                <a:gd name="connsiteX324" fmla="*/ 2263815 w 3024845"/>
                <a:gd name="connsiteY324" fmla="*/ 633401 h 1059043"/>
                <a:gd name="connsiteX325" fmla="*/ 2275975 w 3024845"/>
                <a:gd name="connsiteY325" fmla="*/ 633401 h 1059043"/>
                <a:gd name="connsiteX326" fmla="*/ 2275975 w 3024845"/>
                <a:gd name="connsiteY326" fmla="*/ 626915 h 1059043"/>
                <a:gd name="connsiteX327" fmla="*/ 2298268 w 3024845"/>
                <a:gd name="connsiteY327" fmla="*/ 626915 h 1059043"/>
                <a:gd name="connsiteX328" fmla="*/ 2298268 w 3024845"/>
                <a:gd name="connsiteY328" fmla="*/ 633401 h 1059043"/>
                <a:gd name="connsiteX329" fmla="*/ 2318535 w 3024845"/>
                <a:gd name="connsiteY329" fmla="*/ 633401 h 1059043"/>
                <a:gd name="connsiteX330" fmla="*/ 2318535 w 3024845"/>
                <a:gd name="connsiteY330" fmla="*/ 678798 h 1059043"/>
                <a:gd name="connsiteX331" fmla="*/ 2332722 w 3024845"/>
                <a:gd name="connsiteY331" fmla="*/ 678798 h 1059043"/>
                <a:gd name="connsiteX332" fmla="*/ 2332722 w 3024845"/>
                <a:gd name="connsiteY332" fmla="*/ 665827 h 1059043"/>
                <a:gd name="connsiteX333" fmla="*/ 2348936 w 3024845"/>
                <a:gd name="connsiteY333" fmla="*/ 665827 h 1059043"/>
                <a:gd name="connsiteX334" fmla="*/ 2348936 w 3024845"/>
                <a:gd name="connsiteY334" fmla="*/ 486400 h 1059043"/>
                <a:gd name="connsiteX335" fmla="*/ 2355016 w 3024845"/>
                <a:gd name="connsiteY335" fmla="*/ 479914 h 1059043"/>
                <a:gd name="connsiteX336" fmla="*/ 2427977 w 3024845"/>
                <a:gd name="connsiteY336" fmla="*/ 479914 h 1059043"/>
                <a:gd name="connsiteX337" fmla="*/ 2427977 w 3024845"/>
                <a:gd name="connsiteY337" fmla="*/ 488562 h 1059043"/>
                <a:gd name="connsiteX338" fmla="*/ 2438110 w 3024845"/>
                <a:gd name="connsiteY338" fmla="*/ 488562 h 1059043"/>
                <a:gd name="connsiteX339" fmla="*/ 2438110 w 3024845"/>
                <a:gd name="connsiteY339" fmla="*/ 603136 h 1059043"/>
                <a:gd name="connsiteX340" fmla="*/ 2460404 w 3024845"/>
                <a:gd name="connsiteY340" fmla="*/ 603136 h 1059043"/>
                <a:gd name="connsiteX341" fmla="*/ 2460404 w 3024845"/>
                <a:gd name="connsiteY341" fmla="*/ 536121 h 1059043"/>
                <a:gd name="connsiteX342" fmla="*/ 2486751 w 3024845"/>
                <a:gd name="connsiteY342" fmla="*/ 536121 h 1059043"/>
                <a:gd name="connsiteX343" fmla="*/ 2490804 w 3024845"/>
                <a:gd name="connsiteY343" fmla="*/ 531797 h 1059043"/>
                <a:gd name="connsiteX344" fmla="*/ 2498911 w 3024845"/>
                <a:gd name="connsiteY344" fmla="*/ 531797 h 1059043"/>
                <a:gd name="connsiteX345" fmla="*/ 2502964 w 3024845"/>
                <a:gd name="connsiteY345" fmla="*/ 536121 h 1059043"/>
                <a:gd name="connsiteX346" fmla="*/ 2525258 w 3024845"/>
                <a:gd name="connsiteY346" fmla="*/ 536121 h 1059043"/>
                <a:gd name="connsiteX347" fmla="*/ 2525258 w 3024845"/>
                <a:gd name="connsiteY347" fmla="*/ 419385 h 1059043"/>
                <a:gd name="connsiteX348" fmla="*/ 2582005 w 3024845"/>
                <a:gd name="connsiteY348" fmla="*/ 408576 h 1059043"/>
                <a:gd name="connsiteX349" fmla="*/ 2582005 w 3024845"/>
                <a:gd name="connsiteY349" fmla="*/ 409657 h 1059043"/>
                <a:gd name="connsiteX350" fmla="*/ 2582005 w 3024845"/>
                <a:gd name="connsiteY350" fmla="*/ 417223 h 1059043"/>
                <a:gd name="connsiteX351" fmla="*/ 2608352 w 3024845"/>
                <a:gd name="connsiteY351" fmla="*/ 417223 h 1059043"/>
                <a:gd name="connsiteX352" fmla="*/ 2608352 w 3024845"/>
                <a:gd name="connsiteY352" fmla="*/ 672313 h 1059043"/>
                <a:gd name="connsiteX353" fmla="*/ 2630646 w 3024845"/>
                <a:gd name="connsiteY353" fmla="*/ 672313 h 1059043"/>
                <a:gd name="connsiteX354" fmla="*/ 2630646 w 3024845"/>
                <a:gd name="connsiteY354" fmla="*/ 667989 h 1059043"/>
                <a:gd name="connsiteX355" fmla="*/ 2642806 w 3024845"/>
                <a:gd name="connsiteY355" fmla="*/ 667989 h 1059043"/>
                <a:gd name="connsiteX356" fmla="*/ 2642806 w 3024845"/>
                <a:gd name="connsiteY356" fmla="*/ 672313 h 1059043"/>
                <a:gd name="connsiteX357" fmla="*/ 2667126 w 3024845"/>
                <a:gd name="connsiteY357" fmla="*/ 672313 h 1059043"/>
                <a:gd name="connsiteX358" fmla="*/ 2667126 w 3024845"/>
                <a:gd name="connsiteY358" fmla="*/ 659342 h 1059043"/>
                <a:gd name="connsiteX359" fmla="*/ 2695500 w 3024845"/>
                <a:gd name="connsiteY359" fmla="*/ 659342 h 1059043"/>
                <a:gd name="connsiteX360" fmla="*/ 2707660 w 3024845"/>
                <a:gd name="connsiteY360" fmla="*/ 655018 h 1059043"/>
                <a:gd name="connsiteX361" fmla="*/ 2727927 w 3024845"/>
                <a:gd name="connsiteY361" fmla="*/ 659342 h 1059043"/>
                <a:gd name="connsiteX362" fmla="*/ 2727927 w 3024845"/>
                <a:gd name="connsiteY362" fmla="*/ 642048 h 1059043"/>
                <a:gd name="connsiteX363" fmla="*/ 2736034 w 3024845"/>
                <a:gd name="connsiteY363" fmla="*/ 642048 h 1059043"/>
                <a:gd name="connsiteX364" fmla="*/ 2736034 w 3024845"/>
                <a:gd name="connsiteY364" fmla="*/ 629077 h 1059043"/>
                <a:gd name="connsiteX365" fmla="*/ 2792781 w 3024845"/>
                <a:gd name="connsiteY365" fmla="*/ 629077 h 1059043"/>
                <a:gd name="connsiteX366" fmla="*/ 2792781 w 3024845"/>
                <a:gd name="connsiteY366" fmla="*/ 598812 h 1059043"/>
                <a:gd name="connsiteX367" fmla="*/ 2811021 w 3024845"/>
                <a:gd name="connsiteY367" fmla="*/ 598812 h 1059043"/>
                <a:gd name="connsiteX368" fmla="*/ 2811021 w 3024845"/>
                <a:gd name="connsiteY368" fmla="*/ 592327 h 1059043"/>
                <a:gd name="connsiteX369" fmla="*/ 2823181 w 3024845"/>
                <a:gd name="connsiteY369" fmla="*/ 592327 h 1059043"/>
                <a:gd name="connsiteX370" fmla="*/ 2823181 w 3024845"/>
                <a:gd name="connsiteY370" fmla="*/ 598812 h 1059043"/>
                <a:gd name="connsiteX371" fmla="*/ 2839395 w 3024845"/>
                <a:gd name="connsiteY371" fmla="*/ 598812 h 1059043"/>
                <a:gd name="connsiteX372" fmla="*/ 2839395 w 3024845"/>
                <a:gd name="connsiteY372" fmla="*/ 648533 h 1059043"/>
                <a:gd name="connsiteX373" fmla="*/ 2871822 w 3024845"/>
                <a:gd name="connsiteY373" fmla="*/ 648533 h 1059043"/>
                <a:gd name="connsiteX374" fmla="*/ 2871822 w 3024845"/>
                <a:gd name="connsiteY374" fmla="*/ 622592 h 1059043"/>
                <a:gd name="connsiteX375" fmla="*/ 2910329 w 3024845"/>
                <a:gd name="connsiteY375" fmla="*/ 622592 h 1059043"/>
                <a:gd name="connsiteX376" fmla="*/ 2910329 w 3024845"/>
                <a:gd name="connsiteY376" fmla="*/ 592327 h 1059043"/>
                <a:gd name="connsiteX377" fmla="*/ 2958970 w 3024845"/>
                <a:gd name="connsiteY377" fmla="*/ 592327 h 1059043"/>
                <a:gd name="connsiteX378" fmla="*/ 2958970 w 3024845"/>
                <a:gd name="connsiteY378" fmla="*/ 703483 h 1059043"/>
                <a:gd name="connsiteX379" fmla="*/ 2958970 w 3024845"/>
                <a:gd name="connsiteY379" fmla="*/ 717262 h 1059043"/>
                <a:gd name="connsiteX380" fmla="*/ 3024845 w 3024845"/>
                <a:gd name="connsiteY380" fmla="*/ 717262 h 1059043"/>
                <a:gd name="connsiteX381" fmla="*/ 3024845 w 3024845"/>
                <a:gd name="connsiteY381" fmla="*/ 1059043 h 1059043"/>
                <a:gd name="connsiteX382" fmla="*/ 2054 w 3024845"/>
                <a:gd name="connsiteY382" fmla="*/ 1056710 h 1059043"/>
                <a:gd name="connsiteX383" fmla="*/ 0 w 3024845"/>
                <a:gd name="connsiteY383" fmla="*/ 622592 h 1059043"/>
                <a:gd name="connsiteX384" fmla="*/ 20267 w 3024845"/>
                <a:gd name="connsiteY384" fmla="*/ 622592 h 1059043"/>
                <a:gd name="connsiteX385" fmla="*/ 20774 w 3024845"/>
                <a:gd name="connsiteY385" fmla="*/ 621511 h 1059043"/>
                <a:gd name="connsiteX386" fmla="*/ 24320 w 3024845"/>
                <a:gd name="connsiteY386" fmla="*/ 613945 h 1059043"/>
                <a:gd name="connsiteX387" fmla="*/ 26094 w 3024845"/>
                <a:gd name="connsiteY387" fmla="*/ 614215 h 1059043"/>
                <a:gd name="connsiteX388" fmla="*/ 38507 w 3024845"/>
                <a:gd name="connsiteY388" fmla="*/ 616106 h 1059043"/>
                <a:gd name="connsiteX389" fmla="*/ 39014 w 3024845"/>
                <a:gd name="connsiteY389" fmla="*/ 617458 h 1059043"/>
                <a:gd name="connsiteX390" fmla="*/ 42560 w 3024845"/>
                <a:gd name="connsiteY390" fmla="*/ 626915 h 1059043"/>
                <a:gd name="connsiteX391" fmla="*/ 68907 w 3024845"/>
                <a:gd name="connsiteY391" fmla="*/ 629077 h 1059043"/>
                <a:gd name="connsiteX392" fmla="*/ 68907 w 3024845"/>
                <a:gd name="connsiteY392" fmla="*/ 505856 h 1059043"/>
                <a:gd name="connsiteX393" fmla="*/ 70934 w 3024845"/>
                <a:gd name="connsiteY393" fmla="*/ 505856 h 1059043"/>
                <a:gd name="connsiteX394" fmla="*/ 85121 w 3024845"/>
                <a:gd name="connsiteY394" fmla="*/ 505856 h 1059043"/>
                <a:gd name="connsiteX395" fmla="*/ 85121 w 3024845"/>
                <a:gd name="connsiteY395" fmla="*/ 369664 h 1059043"/>
                <a:gd name="connsiteX396" fmla="*/ 86894 w 3024845"/>
                <a:gd name="connsiteY396" fmla="*/ 369664 h 1059043"/>
                <a:gd name="connsiteX397" fmla="*/ 99308 w 3024845"/>
                <a:gd name="connsiteY397" fmla="*/ 369664 h 1059043"/>
                <a:gd name="connsiteX398" fmla="*/ 99308 w 3024845"/>
                <a:gd name="connsiteY398" fmla="*/ 255090 h 1059043"/>
                <a:gd name="connsiteX399" fmla="*/ 103361 w 3024845"/>
                <a:gd name="connsiteY399" fmla="*/ 226986 h 1059043"/>
                <a:gd name="connsiteX400" fmla="*/ 105388 w 3024845"/>
                <a:gd name="connsiteY400" fmla="*/ 226986 h 1059043"/>
                <a:gd name="connsiteX401" fmla="*/ 119575 w 3024845"/>
                <a:gd name="connsiteY40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8560 w 3024845"/>
                <a:gd name="connsiteY316" fmla="*/ 125383 h 1059043"/>
                <a:gd name="connsiteX317" fmla="*/ 2180720 w 3024845"/>
                <a:gd name="connsiteY317" fmla="*/ 555577 h 1059043"/>
                <a:gd name="connsiteX318" fmla="*/ 2245574 w 3024845"/>
                <a:gd name="connsiteY318" fmla="*/ 555577 h 1059043"/>
                <a:gd name="connsiteX319" fmla="*/ 2245574 w 3024845"/>
                <a:gd name="connsiteY319" fmla="*/ 631239 h 1059043"/>
                <a:gd name="connsiteX320" fmla="*/ 2253681 w 3024845"/>
                <a:gd name="connsiteY320" fmla="*/ 631239 h 1059043"/>
                <a:gd name="connsiteX321" fmla="*/ 2255708 w 3024845"/>
                <a:gd name="connsiteY321" fmla="*/ 624754 h 1059043"/>
                <a:gd name="connsiteX322" fmla="*/ 2261788 w 3024845"/>
                <a:gd name="connsiteY322" fmla="*/ 624754 h 1059043"/>
                <a:gd name="connsiteX323" fmla="*/ 2263815 w 3024845"/>
                <a:gd name="connsiteY323" fmla="*/ 633401 h 1059043"/>
                <a:gd name="connsiteX324" fmla="*/ 2275975 w 3024845"/>
                <a:gd name="connsiteY324" fmla="*/ 633401 h 1059043"/>
                <a:gd name="connsiteX325" fmla="*/ 2275975 w 3024845"/>
                <a:gd name="connsiteY325" fmla="*/ 626915 h 1059043"/>
                <a:gd name="connsiteX326" fmla="*/ 2298268 w 3024845"/>
                <a:gd name="connsiteY326" fmla="*/ 626915 h 1059043"/>
                <a:gd name="connsiteX327" fmla="*/ 2298268 w 3024845"/>
                <a:gd name="connsiteY327" fmla="*/ 633401 h 1059043"/>
                <a:gd name="connsiteX328" fmla="*/ 2318535 w 3024845"/>
                <a:gd name="connsiteY328" fmla="*/ 633401 h 1059043"/>
                <a:gd name="connsiteX329" fmla="*/ 2318535 w 3024845"/>
                <a:gd name="connsiteY329" fmla="*/ 678798 h 1059043"/>
                <a:gd name="connsiteX330" fmla="*/ 2332722 w 3024845"/>
                <a:gd name="connsiteY330" fmla="*/ 678798 h 1059043"/>
                <a:gd name="connsiteX331" fmla="*/ 2332722 w 3024845"/>
                <a:gd name="connsiteY331" fmla="*/ 665827 h 1059043"/>
                <a:gd name="connsiteX332" fmla="*/ 2348936 w 3024845"/>
                <a:gd name="connsiteY332" fmla="*/ 665827 h 1059043"/>
                <a:gd name="connsiteX333" fmla="*/ 2348936 w 3024845"/>
                <a:gd name="connsiteY333" fmla="*/ 486400 h 1059043"/>
                <a:gd name="connsiteX334" fmla="*/ 2355016 w 3024845"/>
                <a:gd name="connsiteY334" fmla="*/ 479914 h 1059043"/>
                <a:gd name="connsiteX335" fmla="*/ 2427977 w 3024845"/>
                <a:gd name="connsiteY335" fmla="*/ 479914 h 1059043"/>
                <a:gd name="connsiteX336" fmla="*/ 2427977 w 3024845"/>
                <a:gd name="connsiteY336" fmla="*/ 488562 h 1059043"/>
                <a:gd name="connsiteX337" fmla="*/ 2438110 w 3024845"/>
                <a:gd name="connsiteY337" fmla="*/ 488562 h 1059043"/>
                <a:gd name="connsiteX338" fmla="*/ 2438110 w 3024845"/>
                <a:gd name="connsiteY338" fmla="*/ 603136 h 1059043"/>
                <a:gd name="connsiteX339" fmla="*/ 2460404 w 3024845"/>
                <a:gd name="connsiteY339" fmla="*/ 603136 h 1059043"/>
                <a:gd name="connsiteX340" fmla="*/ 2460404 w 3024845"/>
                <a:gd name="connsiteY340" fmla="*/ 536121 h 1059043"/>
                <a:gd name="connsiteX341" fmla="*/ 2486751 w 3024845"/>
                <a:gd name="connsiteY341" fmla="*/ 536121 h 1059043"/>
                <a:gd name="connsiteX342" fmla="*/ 2490804 w 3024845"/>
                <a:gd name="connsiteY342" fmla="*/ 531797 h 1059043"/>
                <a:gd name="connsiteX343" fmla="*/ 2498911 w 3024845"/>
                <a:gd name="connsiteY343" fmla="*/ 531797 h 1059043"/>
                <a:gd name="connsiteX344" fmla="*/ 2502964 w 3024845"/>
                <a:gd name="connsiteY344" fmla="*/ 536121 h 1059043"/>
                <a:gd name="connsiteX345" fmla="*/ 2525258 w 3024845"/>
                <a:gd name="connsiteY345" fmla="*/ 536121 h 1059043"/>
                <a:gd name="connsiteX346" fmla="*/ 2525258 w 3024845"/>
                <a:gd name="connsiteY346" fmla="*/ 419385 h 1059043"/>
                <a:gd name="connsiteX347" fmla="*/ 2582005 w 3024845"/>
                <a:gd name="connsiteY347" fmla="*/ 408576 h 1059043"/>
                <a:gd name="connsiteX348" fmla="*/ 2582005 w 3024845"/>
                <a:gd name="connsiteY348" fmla="*/ 409657 h 1059043"/>
                <a:gd name="connsiteX349" fmla="*/ 2582005 w 3024845"/>
                <a:gd name="connsiteY349" fmla="*/ 417223 h 1059043"/>
                <a:gd name="connsiteX350" fmla="*/ 2608352 w 3024845"/>
                <a:gd name="connsiteY350" fmla="*/ 417223 h 1059043"/>
                <a:gd name="connsiteX351" fmla="*/ 2608352 w 3024845"/>
                <a:gd name="connsiteY351" fmla="*/ 672313 h 1059043"/>
                <a:gd name="connsiteX352" fmla="*/ 2630646 w 3024845"/>
                <a:gd name="connsiteY352" fmla="*/ 672313 h 1059043"/>
                <a:gd name="connsiteX353" fmla="*/ 2630646 w 3024845"/>
                <a:gd name="connsiteY353" fmla="*/ 667989 h 1059043"/>
                <a:gd name="connsiteX354" fmla="*/ 2642806 w 3024845"/>
                <a:gd name="connsiteY354" fmla="*/ 667989 h 1059043"/>
                <a:gd name="connsiteX355" fmla="*/ 2642806 w 3024845"/>
                <a:gd name="connsiteY355" fmla="*/ 672313 h 1059043"/>
                <a:gd name="connsiteX356" fmla="*/ 2667126 w 3024845"/>
                <a:gd name="connsiteY356" fmla="*/ 672313 h 1059043"/>
                <a:gd name="connsiteX357" fmla="*/ 2667126 w 3024845"/>
                <a:gd name="connsiteY357" fmla="*/ 659342 h 1059043"/>
                <a:gd name="connsiteX358" fmla="*/ 2695500 w 3024845"/>
                <a:gd name="connsiteY358" fmla="*/ 659342 h 1059043"/>
                <a:gd name="connsiteX359" fmla="*/ 2707660 w 3024845"/>
                <a:gd name="connsiteY359" fmla="*/ 655018 h 1059043"/>
                <a:gd name="connsiteX360" fmla="*/ 2727927 w 3024845"/>
                <a:gd name="connsiteY360" fmla="*/ 659342 h 1059043"/>
                <a:gd name="connsiteX361" fmla="*/ 2727927 w 3024845"/>
                <a:gd name="connsiteY361" fmla="*/ 642048 h 1059043"/>
                <a:gd name="connsiteX362" fmla="*/ 2736034 w 3024845"/>
                <a:gd name="connsiteY362" fmla="*/ 642048 h 1059043"/>
                <a:gd name="connsiteX363" fmla="*/ 2736034 w 3024845"/>
                <a:gd name="connsiteY363" fmla="*/ 629077 h 1059043"/>
                <a:gd name="connsiteX364" fmla="*/ 2792781 w 3024845"/>
                <a:gd name="connsiteY364" fmla="*/ 629077 h 1059043"/>
                <a:gd name="connsiteX365" fmla="*/ 2792781 w 3024845"/>
                <a:gd name="connsiteY365" fmla="*/ 598812 h 1059043"/>
                <a:gd name="connsiteX366" fmla="*/ 2811021 w 3024845"/>
                <a:gd name="connsiteY366" fmla="*/ 598812 h 1059043"/>
                <a:gd name="connsiteX367" fmla="*/ 2811021 w 3024845"/>
                <a:gd name="connsiteY367" fmla="*/ 592327 h 1059043"/>
                <a:gd name="connsiteX368" fmla="*/ 2823181 w 3024845"/>
                <a:gd name="connsiteY368" fmla="*/ 592327 h 1059043"/>
                <a:gd name="connsiteX369" fmla="*/ 2823181 w 3024845"/>
                <a:gd name="connsiteY369" fmla="*/ 598812 h 1059043"/>
                <a:gd name="connsiteX370" fmla="*/ 2839395 w 3024845"/>
                <a:gd name="connsiteY370" fmla="*/ 598812 h 1059043"/>
                <a:gd name="connsiteX371" fmla="*/ 2839395 w 3024845"/>
                <a:gd name="connsiteY371" fmla="*/ 648533 h 1059043"/>
                <a:gd name="connsiteX372" fmla="*/ 2871822 w 3024845"/>
                <a:gd name="connsiteY372" fmla="*/ 648533 h 1059043"/>
                <a:gd name="connsiteX373" fmla="*/ 2871822 w 3024845"/>
                <a:gd name="connsiteY373" fmla="*/ 622592 h 1059043"/>
                <a:gd name="connsiteX374" fmla="*/ 2910329 w 3024845"/>
                <a:gd name="connsiteY374" fmla="*/ 622592 h 1059043"/>
                <a:gd name="connsiteX375" fmla="*/ 2910329 w 3024845"/>
                <a:gd name="connsiteY375" fmla="*/ 592327 h 1059043"/>
                <a:gd name="connsiteX376" fmla="*/ 2958970 w 3024845"/>
                <a:gd name="connsiteY376" fmla="*/ 592327 h 1059043"/>
                <a:gd name="connsiteX377" fmla="*/ 2958970 w 3024845"/>
                <a:gd name="connsiteY377" fmla="*/ 703483 h 1059043"/>
                <a:gd name="connsiteX378" fmla="*/ 2958970 w 3024845"/>
                <a:gd name="connsiteY378" fmla="*/ 717262 h 1059043"/>
                <a:gd name="connsiteX379" fmla="*/ 3024845 w 3024845"/>
                <a:gd name="connsiteY379" fmla="*/ 717262 h 1059043"/>
                <a:gd name="connsiteX380" fmla="*/ 3024845 w 3024845"/>
                <a:gd name="connsiteY380" fmla="*/ 1059043 h 1059043"/>
                <a:gd name="connsiteX381" fmla="*/ 2054 w 3024845"/>
                <a:gd name="connsiteY381" fmla="*/ 1056710 h 1059043"/>
                <a:gd name="connsiteX382" fmla="*/ 0 w 3024845"/>
                <a:gd name="connsiteY382" fmla="*/ 622592 h 1059043"/>
                <a:gd name="connsiteX383" fmla="*/ 20267 w 3024845"/>
                <a:gd name="connsiteY383" fmla="*/ 622592 h 1059043"/>
                <a:gd name="connsiteX384" fmla="*/ 20774 w 3024845"/>
                <a:gd name="connsiteY384" fmla="*/ 621511 h 1059043"/>
                <a:gd name="connsiteX385" fmla="*/ 24320 w 3024845"/>
                <a:gd name="connsiteY385" fmla="*/ 613945 h 1059043"/>
                <a:gd name="connsiteX386" fmla="*/ 26094 w 3024845"/>
                <a:gd name="connsiteY386" fmla="*/ 614215 h 1059043"/>
                <a:gd name="connsiteX387" fmla="*/ 38507 w 3024845"/>
                <a:gd name="connsiteY387" fmla="*/ 616106 h 1059043"/>
                <a:gd name="connsiteX388" fmla="*/ 39014 w 3024845"/>
                <a:gd name="connsiteY388" fmla="*/ 617458 h 1059043"/>
                <a:gd name="connsiteX389" fmla="*/ 42560 w 3024845"/>
                <a:gd name="connsiteY389" fmla="*/ 626915 h 1059043"/>
                <a:gd name="connsiteX390" fmla="*/ 68907 w 3024845"/>
                <a:gd name="connsiteY390" fmla="*/ 629077 h 1059043"/>
                <a:gd name="connsiteX391" fmla="*/ 68907 w 3024845"/>
                <a:gd name="connsiteY391" fmla="*/ 505856 h 1059043"/>
                <a:gd name="connsiteX392" fmla="*/ 70934 w 3024845"/>
                <a:gd name="connsiteY392" fmla="*/ 505856 h 1059043"/>
                <a:gd name="connsiteX393" fmla="*/ 85121 w 3024845"/>
                <a:gd name="connsiteY393" fmla="*/ 505856 h 1059043"/>
                <a:gd name="connsiteX394" fmla="*/ 85121 w 3024845"/>
                <a:gd name="connsiteY394" fmla="*/ 369664 h 1059043"/>
                <a:gd name="connsiteX395" fmla="*/ 86894 w 3024845"/>
                <a:gd name="connsiteY395" fmla="*/ 369664 h 1059043"/>
                <a:gd name="connsiteX396" fmla="*/ 99308 w 3024845"/>
                <a:gd name="connsiteY396" fmla="*/ 369664 h 1059043"/>
                <a:gd name="connsiteX397" fmla="*/ 99308 w 3024845"/>
                <a:gd name="connsiteY397" fmla="*/ 255090 h 1059043"/>
                <a:gd name="connsiteX398" fmla="*/ 103361 w 3024845"/>
                <a:gd name="connsiteY398" fmla="*/ 226986 h 1059043"/>
                <a:gd name="connsiteX399" fmla="*/ 105388 w 3024845"/>
                <a:gd name="connsiteY399" fmla="*/ 226986 h 1059043"/>
                <a:gd name="connsiteX400" fmla="*/ 119575 w 3024845"/>
                <a:gd name="connsiteY40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80720 w 3024845"/>
                <a:gd name="connsiteY316" fmla="*/ 555577 h 1059043"/>
                <a:gd name="connsiteX317" fmla="*/ 2245574 w 3024845"/>
                <a:gd name="connsiteY317" fmla="*/ 555577 h 1059043"/>
                <a:gd name="connsiteX318" fmla="*/ 2245574 w 3024845"/>
                <a:gd name="connsiteY318" fmla="*/ 631239 h 1059043"/>
                <a:gd name="connsiteX319" fmla="*/ 2253681 w 3024845"/>
                <a:gd name="connsiteY319" fmla="*/ 631239 h 1059043"/>
                <a:gd name="connsiteX320" fmla="*/ 2255708 w 3024845"/>
                <a:gd name="connsiteY320" fmla="*/ 624754 h 1059043"/>
                <a:gd name="connsiteX321" fmla="*/ 2261788 w 3024845"/>
                <a:gd name="connsiteY321" fmla="*/ 624754 h 1059043"/>
                <a:gd name="connsiteX322" fmla="*/ 2263815 w 3024845"/>
                <a:gd name="connsiteY322" fmla="*/ 633401 h 1059043"/>
                <a:gd name="connsiteX323" fmla="*/ 2275975 w 3024845"/>
                <a:gd name="connsiteY323" fmla="*/ 633401 h 1059043"/>
                <a:gd name="connsiteX324" fmla="*/ 2275975 w 3024845"/>
                <a:gd name="connsiteY324" fmla="*/ 626915 h 1059043"/>
                <a:gd name="connsiteX325" fmla="*/ 2298268 w 3024845"/>
                <a:gd name="connsiteY325" fmla="*/ 626915 h 1059043"/>
                <a:gd name="connsiteX326" fmla="*/ 2298268 w 3024845"/>
                <a:gd name="connsiteY326" fmla="*/ 633401 h 1059043"/>
                <a:gd name="connsiteX327" fmla="*/ 2318535 w 3024845"/>
                <a:gd name="connsiteY327" fmla="*/ 633401 h 1059043"/>
                <a:gd name="connsiteX328" fmla="*/ 2318535 w 3024845"/>
                <a:gd name="connsiteY328" fmla="*/ 678798 h 1059043"/>
                <a:gd name="connsiteX329" fmla="*/ 2332722 w 3024845"/>
                <a:gd name="connsiteY329" fmla="*/ 678798 h 1059043"/>
                <a:gd name="connsiteX330" fmla="*/ 2332722 w 3024845"/>
                <a:gd name="connsiteY330" fmla="*/ 665827 h 1059043"/>
                <a:gd name="connsiteX331" fmla="*/ 2348936 w 3024845"/>
                <a:gd name="connsiteY331" fmla="*/ 665827 h 1059043"/>
                <a:gd name="connsiteX332" fmla="*/ 2348936 w 3024845"/>
                <a:gd name="connsiteY332" fmla="*/ 486400 h 1059043"/>
                <a:gd name="connsiteX333" fmla="*/ 2355016 w 3024845"/>
                <a:gd name="connsiteY333" fmla="*/ 479914 h 1059043"/>
                <a:gd name="connsiteX334" fmla="*/ 2427977 w 3024845"/>
                <a:gd name="connsiteY334" fmla="*/ 479914 h 1059043"/>
                <a:gd name="connsiteX335" fmla="*/ 2427977 w 3024845"/>
                <a:gd name="connsiteY335" fmla="*/ 488562 h 1059043"/>
                <a:gd name="connsiteX336" fmla="*/ 2438110 w 3024845"/>
                <a:gd name="connsiteY336" fmla="*/ 488562 h 1059043"/>
                <a:gd name="connsiteX337" fmla="*/ 2438110 w 3024845"/>
                <a:gd name="connsiteY337" fmla="*/ 603136 h 1059043"/>
                <a:gd name="connsiteX338" fmla="*/ 2460404 w 3024845"/>
                <a:gd name="connsiteY338" fmla="*/ 603136 h 1059043"/>
                <a:gd name="connsiteX339" fmla="*/ 2460404 w 3024845"/>
                <a:gd name="connsiteY339" fmla="*/ 536121 h 1059043"/>
                <a:gd name="connsiteX340" fmla="*/ 2486751 w 3024845"/>
                <a:gd name="connsiteY340" fmla="*/ 536121 h 1059043"/>
                <a:gd name="connsiteX341" fmla="*/ 2490804 w 3024845"/>
                <a:gd name="connsiteY341" fmla="*/ 531797 h 1059043"/>
                <a:gd name="connsiteX342" fmla="*/ 2498911 w 3024845"/>
                <a:gd name="connsiteY342" fmla="*/ 531797 h 1059043"/>
                <a:gd name="connsiteX343" fmla="*/ 2502964 w 3024845"/>
                <a:gd name="connsiteY343" fmla="*/ 536121 h 1059043"/>
                <a:gd name="connsiteX344" fmla="*/ 2525258 w 3024845"/>
                <a:gd name="connsiteY344" fmla="*/ 536121 h 1059043"/>
                <a:gd name="connsiteX345" fmla="*/ 2525258 w 3024845"/>
                <a:gd name="connsiteY345" fmla="*/ 419385 h 1059043"/>
                <a:gd name="connsiteX346" fmla="*/ 2582005 w 3024845"/>
                <a:gd name="connsiteY346" fmla="*/ 408576 h 1059043"/>
                <a:gd name="connsiteX347" fmla="*/ 2582005 w 3024845"/>
                <a:gd name="connsiteY347" fmla="*/ 409657 h 1059043"/>
                <a:gd name="connsiteX348" fmla="*/ 2582005 w 3024845"/>
                <a:gd name="connsiteY348" fmla="*/ 417223 h 1059043"/>
                <a:gd name="connsiteX349" fmla="*/ 2608352 w 3024845"/>
                <a:gd name="connsiteY349" fmla="*/ 417223 h 1059043"/>
                <a:gd name="connsiteX350" fmla="*/ 2608352 w 3024845"/>
                <a:gd name="connsiteY350" fmla="*/ 672313 h 1059043"/>
                <a:gd name="connsiteX351" fmla="*/ 2630646 w 3024845"/>
                <a:gd name="connsiteY351" fmla="*/ 672313 h 1059043"/>
                <a:gd name="connsiteX352" fmla="*/ 2630646 w 3024845"/>
                <a:gd name="connsiteY352" fmla="*/ 667989 h 1059043"/>
                <a:gd name="connsiteX353" fmla="*/ 2642806 w 3024845"/>
                <a:gd name="connsiteY353" fmla="*/ 667989 h 1059043"/>
                <a:gd name="connsiteX354" fmla="*/ 2642806 w 3024845"/>
                <a:gd name="connsiteY354" fmla="*/ 672313 h 1059043"/>
                <a:gd name="connsiteX355" fmla="*/ 2667126 w 3024845"/>
                <a:gd name="connsiteY355" fmla="*/ 672313 h 1059043"/>
                <a:gd name="connsiteX356" fmla="*/ 2667126 w 3024845"/>
                <a:gd name="connsiteY356" fmla="*/ 659342 h 1059043"/>
                <a:gd name="connsiteX357" fmla="*/ 2695500 w 3024845"/>
                <a:gd name="connsiteY357" fmla="*/ 659342 h 1059043"/>
                <a:gd name="connsiteX358" fmla="*/ 2707660 w 3024845"/>
                <a:gd name="connsiteY358" fmla="*/ 655018 h 1059043"/>
                <a:gd name="connsiteX359" fmla="*/ 2727927 w 3024845"/>
                <a:gd name="connsiteY359" fmla="*/ 659342 h 1059043"/>
                <a:gd name="connsiteX360" fmla="*/ 2727927 w 3024845"/>
                <a:gd name="connsiteY360" fmla="*/ 642048 h 1059043"/>
                <a:gd name="connsiteX361" fmla="*/ 2736034 w 3024845"/>
                <a:gd name="connsiteY361" fmla="*/ 642048 h 1059043"/>
                <a:gd name="connsiteX362" fmla="*/ 2736034 w 3024845"/>
                <a:gd name="connsiteY362" fmla="*/ 629077 h 1059043"/>
                <a:gd name="connsiteX363" fmla="*/ 2792781 w 3024845"/>
                <a:gd name="connsiteY363" fmla="*/ 629077 h 1059043"/>
                <a:gd name="connsiteX364" fmla="*/ 2792781 w 3024845"/>
                <a:gd name="connsiteY364" fmla="*/ 598812 h 1059043"/>
                <a:gd name="connsiteX365" fmla="*/ 2811021 w 3024845"/>
                <a:gd name="connsiteY365" fmla="*/ 598812 h 1059043"/>
                <a:gd name="connsiteX366" fmla="*/ 2811021 w 3024845"/>
                <a:gd name="connsiteY366" fmla="*/ 592327 h 1059043"/>
                <a:gd name="connsiteX367" fmla="*/ 2823181 w 3024845"/>
                <a:gd name="connsiteY367" fmla="*/ 592327 h 1059043"/>
                <a:gd name="connsiteX368" fmla="*/ 2823181 w 3024845"/>
                <a:gd name="connsiteY368" fmla="*/ 598812 h 1059043"/>
                <a:gd name="connsiteX369" fmla="*/ 2839395 w 3024845"/>
                <a:gd name="connsiteY369" fmla="*/ 598812 h 1059043"/>
                <a:gd name="connsiteX370" fmla="*/ 2839395 w 3024845"/>
                <a:gd name="connsiteY370" fmla="*/ 648533 h 1059043"/>
                <a:gd name="connsiteX371" fmla="*/ 2871822 w 3024845"/>
                <a:gd name="connsiteY371" fmla="*/ 648533 h 1059043"/>
                <a:gd name="connsiteX372" fmla="*/ 2871822 w 3024845"/>
                <a:gd name="connsiteY372" fmla="*/ 622592 h 1059043"/>
                <a:gd name="connsiteX373" fmla="*/ 2910329 w 3024845"/>
                <a:gd name="connsiteY373" fmla="*/ 622592 h 1059043"/>
                <a:gd name="connsiteX374" fmla="*/ 2910329 w 3024845"/>
                <a:gd name="connsiteY374" fmla="*/ 592327 h 1059043"/>
                <a:gd name="connsiteX375" fmla="*/ 2958970 w 3024845"/>
                <a:gd name="connsiteY375" fmla="*/ 592327 h 1059043"/>
                <a:gd name="connsiteX376" fmla="*/ 2958970 w 3024845"/>
                <a:gd name="connsiteY376" fmla="*/ 703483 h 1059043"/>
                <a:gd name="connsiteX377" fmla="*/ 2958970 w 3024845"/>
                <a:gd name="connsiteY377" fmla="*/ 717262 h 1059043"/>
                <a:gd name="connsiteX378" fmla="*/ 3024845 w 3024845"/>
                <a:gd name="connsiteY378" fmla="*/ 717262 h 1059043"/>
                <a:gd name="connsiteX379" fmla="*/ 3024845 w 3024845"/>
                <a:gd name="connsiteY379" fmla="*/ 1059043 h 1059043"/>
                <a:gd name="connsiteX380" fmla="*/ 2054 w 3024845"/>
                <a:gd name="connsiteY380" fmla="*/ 1056710 h 1059043"/>
                <a:gd name="connsiteX381" fmla="*/ 0 w 3024845"/>
                <a:gd name="connsiteY381" fmla="*/ 622592 h 1059043"/>
                <a:gd name="connsiteX382" fmla="*/ 20267 w 3024845"/>
                <a:gd name="connsiteY382" fmla="*/ 622592 h 1059043"/>
                <a:gd name="connsiteX383" fmla="*/ 20774 w 3024845"/>
                <a:gd name="connsiteY383" fmla="*/ 621511 h 1059043"/>
                <a:gd name="connsiteX384" fmla="*/ 24320 w 3024845"/>
                <a:gd name="connsiteY384" fmla="*/ 613945 h 1059043"/>
                <a:gd name="connsiteX385" fmla="*/ 26094 w 3024845"/>
                <a:gd name="connsiteY385" fmla="*/ 614215 h 1059043"/>
                <a:gd name="connsiteX386" fmla="*/ 38507 w 3024845"/>
                <a:gd name="connsiteY386" fmla="*/ 616106 h 1059043"/>
                <a:gd name="connsiteX387" fmla="*/ 39014 w 3024845"/>
                <a:gd name="connsiteY387" fmla="*/ 617458 h 1059043"/>
                <a:gd name="connsiteX388" fmla="*/ 42560 w 3024845"/>
                <a:gd name="connsiteY388" fmla="*/ 626915 h 1059043"/>
                <a:gd name="connsiteX389" fmla="*/ 68907 w 3024845"/>
                <a:gd name="connsiteY389" fmla="*/ 629077 h 1059043"/>
                <a:gd name="connsiteX390" fmla="*/ 68907 w 3024845"/>
                <a:gd name="connsiteY390" fmla="*/ 505856 h 1059043"/>
                <a:gd name="connsiteX391" fmla="*/ 70934 w 3024845"/>
                <a:gd name="connsiteY391" fmla="*/ 505856 h 1059043"/>
                <a:gd name="connsiteX392" fmla="*/ 85121 w 3024845"/>
                <a:gd name="connsiteY392" fmla="*/ 505856 h 1059043"/>
                <a:gd name="connsiteX393" fmla="*/ 85121 w 3024845"/>
                <a:gd name="connsiteY393" fmla="*/ 369664 h 1059043"/>
                <a:gd name="connsiteX394" fmla="*/ 86894 w 3024845"/>
                <a:gd name="connsiteY394" fmla="*/ 369664 h 1059043"/>
                <a:gd name="connsiteX395" fmla="*/ 99308 w 3024845"/>
                <a:gd name="connsiteY395" fmla="*/ 369664 h 1059043"/>
                <a:gd name="connsiteX396" fmla="*/ 99308 w 3024845"/>
                <a:gd name="connsiteY396" fmla="*/ 255090 h 1059043"/>
                <a:gd name="connsiteX397" fmla="*/ 103361 w 3024845"/>
                <a:gd name="connsiteY397" fmla="*/ 226986 h 1059043"/>
                <a:gd name="connsiteX398" fmla="*/ 105388 w 3024845"/>
                <a:gd name="connsiteY398" fmla="*/ 226986 h 1059043"/>
                <a:gd name="connsiteX399" fmla="*/ 119575 w 3024845"/>
                <a:gd name="connsiteY39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60529 h 1059043"/>
                <a:gd name="connsiteX313" fmla="*/ 2152346 w 3024845"/>
                <a:gd name="connsiteY313" fmla="*/ 56206 h 1059043"/>
                <a:gd name="connsiteX314" fmla="*/ 2152346 w 3024845"/>
                <a:gd name="connsiteY314" fmla="*/ 0 h 1059043"/>
                <a:gd name="connsiteX315" fmla="*/ 2180720 w 3024845"/>
                <a:gd name="connsiteY315" fmla="*/ 555577 h 1059043"/>
                <a:gd name="connsiteX316" fmla="*/ 2245574 w 3024845"/>
                <a:gd name="connsiteY316" fmla="*/ 555577 h 1059043"/>
                <a:gd name="connsiteX317" fmla="*/ 2245574 w 3024845"/>
                <a:gd name="connsiteY317" fmla="*/ 631239 h 1059043"/>
                <a:gd name="connsiteX318" fmla="*/ 2253681 w 3024845"/>
                <a:gd name="connsiteY318" fmla="*/ 631239 h 1059043"/>
                <a:gd name="connsiteX319" fmla="*/ 2255708 w 3024845"/>
                <a:gd name="connsiteY319" fmla="*/ 624754 h 1059043"/>
                <a:gd name="connsiteX320" fmla="*/ 2261788 w 3024845"/>
                <a:gd name="connsiteY320" fmla="*/ 624754 h 1059043"/>
                <a:gd name="connsiteX321" fmla="*/ 2263815 w 3024845"/>
                <a:gd name="connsiteY321" fmla="*/ 633401 h 1059043"/>
                <a:gd name="connsiteX322" fmla="*/ 2275975 w 3024845"/>
                <a:gd name="connsiteY322" fmla="*/ 633401 h 1059043"/>
                <a:gd name="connsiteX323" fmla="*/ 2275975 w 3024845"/>
                <a:gd name="connsiteY323" fmla="*/ 626915 h 1059043"/>
                <a:gd name="connsiteX324" fmla="*/ 2298268 w 3024845"/>
                <a:gd name="connsiteY324" fmla="*/ 626915 h 1059043"/>
                <a:gd name="connsiteX325" fmla="*/ 2298268 w 3024845"/>
                <a:gd name="connsiteY325" fmla="*/ 633401 h 1059043"/>
                <a:gd name="connsiteX326" fmla="*/ 2318535 w 3024845"/>
                <a:gd name="connsiteY326" fmla="*/ 633401 h 1059043"/>
                <a:gd name="connsiteX327" fmla="*/ 2318535 w 3024845"/>
                <a:gd name="connsiteY327" fmla="*/ 678798 h 1059043"/>
                <a:gd name="connsiteX328" fmla="*/ 2332722 w 3024845"/>
                <a:gd name="connsiteY328" fmla="*/ 678798 h 1059043"/>
                <a:gd name="connsiteX329" fmla="*/ 2332722 w 3024845"/>
                <a:gd name="connsiteY329" fmla="*/ 665827 h 1059043"/>
                <a:gd name="connsiteX330" fmla="*/ 2348936 w 3024845"/>
                <a:gd name="connsiteY330" fmla="*/ 665827 h 1059043"/>
                <a:gd name="connsiteX331" fmla="*/ 2348936 w 3024845"/>
                <a:gd name="connsiteY331" fmla="*/ 486400 h 1059043"/>
                <a:gd name="connsiteX332" fmla="*/ 2355016 w 3024845"/>
                <a:gd name="connsiteY332" fmla="*/ 479914 h 1059043"/>
                <a:gd name="connsiteX333" fmla="*/ 2427977 w 3024845"/>
                <a:gd name="connsiteY333" fmla="*/ 479914 h 1059043"/>
                <a:gd name="connsiteX334" fmla="*/ 2427977 w 3024845"/>
                <a:gd name="connsiteY334" fmla="*/ 488562 h 1059043"/>
                <a:gd name="connsiteX335" fmla="*/ 2438110 w 3024845"/>
                <a:gd name="connsiteY335" fmla="*/ 488562 h 1059043"/>
                <a:gd name="connsiteX336" fmla="*/ 2438110 w 3024845"/>
                <a:gd name="connsiteY336" fmla="*/ 603136 h 1059043"/>
                <a:gd name="connsiteX337" fmla="*/ 2460404 w 3024845"/>
                <a:gd name="connsiteY337" fmla="*/ 603136 h 1059043"/>
                <a:gd name="connsiteX338" fmla="*/ 2460404 w 3024845"/>
                <a:gd name="connsiteY338" fmla="*/ 536121 h 1059043"/>
                <a:gd name="connsiteX339" fmla="*/ 2486751 w 3024845"/>
                <a:gd name="connsiteY339" fmla="*/ 536121 h 1059043"/>
                <a:gd name="connsiteX340" fmla="*/ 2490804 w 3024845"/>
                <a:gd name="connsiteY340" fmla="*/ 531797 h 1059043"/>
                <a:gd name="connsiteX341" fmla="*/ 2498911 w 3024845"/>
                <a:gd name="connsiteY341" fmla="*/ 531797 h 1059043"/>
                <a:gd name="connsiteX342" fmla="*/ 2502964 w 3024845"/>
                <a:gd name="connsiteY342" fmla="*/ 536121 h 1059043"/>
                <a:gd name="connsiteX343" fmla="*/ 2525258 w 3024845"/>
                <a:gd name="connsiteY343" fmla="*/ 536121 h 1059043"/>
                <a:gd name="connsiteX344" fmla="*/ 2525258 w 3024845"/>
                <a:gd name="connsiteY344" fmla="*/ 419385 h 1059043"/>
                <a:gd name="connsiteX345" fmla="*/ 2582005 w 3024845"/>
                <a:gd name="connsiteY345" fmla="*/ 408576 h 1059043"/>
                <a:gd name="connsiteX346" fmla="*/ 2582005 w 3024845"/>
                <a:gd name="connsiteY346" fmla="*/ 409657 h 1059043"/>
                <a:gd name="connsiteX347" fmla="*/ 2582005 w 3024845"/>
                <a:gd name="connsiteY347" fmla="*/ 417223 h 1059043"/>
                <a:gd name="connsiteX348" fmla="*/ 2608352 w 3024845"/>
                <a:gd name="connsiteY348" fmla="*/ 417223 h 1059043"/>
                <a:gd name="connsiteX349" fmla="*/ 2608352 w 3024845"/>
                <a:gd name="connsiteY349" fmla="*/ 672313 h 1059043"/>
                <a:gd name="connsiteX350" fmla="*/ 2630646 w 3024845"/>
                <a:gd name="connsiteY350" fmla="*/ 672313 h 1059043"/>
                <a:gd name="connsiteX351" fmla="*/ 2630646 w 3024845"/>
                <a:gd name="connsiteY351" fmla="*/ 667989 h 1059043"/>
                <a:gd name="connsiteX352" fmla="*/ 2642806 w 3024845"/>
                <a:gd name="connsiteY352" fmla="*/ 667989 h 1059043"/>
                <a:gd name="connsiteX353" fmla="*/ 2642806 w 3024845"/>
                <a:gd name="connsiteY353" fmla="*/ 672313 h 1059043"/>
                <a:gd name="connsiteX354" fmla="*/ 2667126 w 3024845"/>
                <a:gd name="connsiteY354" fmla="*/ 672313 h 1059043"/>
                <a:gd name="connsiteX355" fmla="*/ 2667126 w 3024845"/>
                <a:gd name="connsiteY355" fmla="*/ 659342 h 1059043"/>
                <a:gd name="connsiteX356" fmla="*/ 2695500 w 3024845"/>
                <a:gd name="connsiteY356" fmla="*/ 659342 h 1059043"/>
                <a:gd name="connsiteX357" fmla="*/ 2707660 w 3024845"/>
                <a:gd name="connsiteY357" fmla="*/ 655018 h 1059043"/>
                <a:gd name="connsiteX358" fmla="*/ 2727927 w 3024845"/>
                <a:gd name="connsiteY358" fmla="*/ 659342 h 1059043"/>
                <a:gd name="connsiteX359" fmla="*/ 2727927 w 3024845"/>
                <a:gd name="connsiteY359" fmla="*/ 642048 h 1059043"/>
                <a:gd name="connsiteX360" fmla="*/ 2736034 w 3024845"/>
                <a:gd name="connsiteY360" fmla="*/ 642048 h 1059043"/>
                <a:gd name="connsiteX361" fmla="*/ 2736034 w 3024845"/>
                <a:gd name="connsiteY361" fmla="*/ 629077 h 1059043"/>
                <a:gd name="connsiteX362" fmla="*/ 2792781 w 3024845"/>
                <a:gd name="connsiteY362" fmla="*/ 629077 h 1059043"/>
                <a:gd name="connsiteX363" fmla="*/ 2792781 w 3024845"/>
                <a:gd name="connsiteY363" fmla="*/ 598812 h 1059043"/>
                <a:gd name="connsiteX364" fmla="*/ 2811021 w 3024845"/>
                <a:gd name="connsiteY364" fmla="*/ 598812 h 1059043"/>
                <a:gd name="connsiteX365" fmla="*/ 2811021 w 3024845"/>
                <a:gd name="connsiteY365" fmla="*/ 592327 h 1059043"/>
                <a:gd name="connsiteX366" fmla="*/ 2823181 w 3024845"/>
                <a:gd name="connsiteY366" fmla="*/ 592327 h 1059043"/>
                <a:gd name="connsiteX367" fmla="*/ 2823181 w 3024845"/>
                <a:gd name="connsiteY367" fmla="*/ 598812 h 1059043"/>
                <a:gd name="connsiteX368" fmla="*/ 2839395 w 3024845"/>
                <a:gd name="connsiteY368" fmla="*/ 598812 h 1059043"/>
                <a:gd name="connsiteX369" fmla="*/ 2839395 w 3024845"/>
                <a:gd name="connsiteY369" fmla="*/ 648533 h 1059043"/>
                <a:gd name="connsiteX370" fmla="*/ 2871822 w 3024845"/>
                <a:gd name="connsiteY370" fmla="*/ 648533 h 1059043"/>
                <a:gd name="connsiteX371" fmla="*/ 2871822 w 3024845"/>
                <a:gd name="connsiteY371" fmla="*/ 622592 h 1059043"/>
                <a:gd name="connsiteX372" fmla="*/ 2910329 w 3024845"/>
                <a:gd name="connsiteY372" fmla="*/ 622592 h 1059043"/>
                <a:gd name="connsiteX373" fmla="*/ 2910329 w 3024845"/>
                <a:gd name="connsiteY373" fmla="*/ 592327 h 1059043"/>
                <a:gd name="connsiteX374" fmla="*/ 2958970 w 3024845"/>
                <a:gd name="connsiteY374" fmla="*/ 592327 h 1059043"/>
                <a:gd name="connsiteX375" fmla="*/ 2958970 w 3024845"/>
                <a:gd name="connsiteY375" fmla="*/ 703483 h 1059043"/>
                <a:gd name="connsiteX376" fmla="*/ 2958970 w 3024845"/>
                <a:gd name="connsiteY376" fmla="*/ 717262 h 1059043"/>
                <a:gd name="connsiteX377" fmla="*/ 3024845 w 3024845"/>
                <a:gd name="connsiteY377" fmla="*/ 717262 h 1059043"/>
                <a:gd name="connsiteX378" fmla="*/ 3024845 w 3024845"/>
                <a:gd name="connsiteY378" fmla="*/ 1059043 h 1059043"/>
                <a:gd name="connsiteX379" fmla="*/ 2054 w 3024845"/>
                <a:gd name="connsiteY379" fmla="*/ 1056710 h 1059043"/>
                <a:gd name="connsiteX380" fmla="*/ 0 w 3024845"/>
                <a:gd name="connsiteY380" fmla="*/ 622592 h 1059043"/>
                <a:gd name="connsiteX381" fmla="*/ 20267 w 3024845"/>
                <a:gd name="connsiteY381" fmla="*/ 622592 h 1059043"/>
                <a:gd name="connsiteX382" fmla="*/ 20774 w 3024845"/>
                <a:gd name="connsiteY382" fmla="*/ 621511 h 1059043"/>
                <a:gd name="connsiteX383" fmla="*/ 24320 w 3024845"/>
                <a:gd name="connsiteY383" fmla="*/ 613945 h 1059043"/>
                <a:gd name="connsiteX384" fmla="*/ 26094 w 3024845"/>
                <a:gd name="connsiteY384" fmla="*/ 614215 h 1059043"/>
                <a:gd name="connsiteX385" fmla="*/ 38507 w 3024845"/>
                <a:gd name="connsiteY385" fmla="*/ 616106 h 1059043"/>
                <a:gd name="connsiteX386" fmla="*/ 39014 w 3024845"/>
                <a:gd name="connsiteY386" fmla="*/ 617458 h 1059043"/>
                <a:gd name="connsiteX387" fmla="*/ 42560 w 3024845"/>
                <a:gd name="connsiteY387" fmla="*/ 626915 h 1059043"/>
                <a:gd name="connsiteX388" fmla="*/ 68907 w 3024845"/>
                <a:gd name="connsiteY388" fmla="*/ 629077 h 1059043"/>
                <a:gd name="connsiteX389" fmla="*/ 68907 w 3024845"/>
                <a:gd name="connsiteY389" fmla="*/ 505856 h 1059043"/>
                <a:gd name="connsiteX390" fmla="*/ 70934 w 3024845"/>
                <a:gd name="connsiteY390" fmla="*/ 505856 h 1059043"/>
                <a:gd name="connsiteX391" fmla="*/ 85121 w 3024845"/>
                <a:gd name="connsiteY391" fmla="*/ 505856 h 1059043"/>
                <a:gd name="connsiteX392" fmla="*/ 85121 w 3024845"/>
                <a:gd name="connsiteY392" fmla="*/ 369664 h 1059043"/>
                <a:gd name="connsiteX393" fmla="*/ 86894 w 3024845"/>
                <a:gd name="connsiteY393" fmla="*/ 369664 h 1059043"/>
                <a:gd name="connsiteX394" fmla="*/ 99308 w 3024845"/>
                <a:gd name="connsiteY394" fmla="*/ 369664 h 1059043"/>
                <a:gd name="connsiteX395" fmla="*/ 99308 w 3024845"/>
                <a:gd name="connsiteY395" fmla="*/ 255090 h 1059043"/>
                <a:gd name="connsiteX396" fmla="*/ 103361 w 3024845"/>
                <a:gd name="connsiteY396" fmla="*/ 226986 h 1059043"/>
                <a:gd name="connsiteX397" fmla="*/ 105388 w 3024845"/>
                <a:gd name="connsiteY397" fmla="*/ 226986 h 1059043"/>
                <a:gd name="connsiteX398" fmla="*/ 119575 w 3024845"/>
                <a:gd name="connsiteY39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50320 w 3024845"/>
                <a:gd name="connsiteY311" fmla="*/ 60529 h 1059043"/>
                <a:gd name="connsiteX312" fmla="*/ 2152346 w 3024845"/>
                <a:gd name="connsiteY312" fmla="*/ 56206 h 1059043"/>
                <a:gd name="connsiteX313" fmla="*/ 2152346 w 3024845"/>
                <a:gd name="connsiteY313" fmla="*/ 0 h 1059043"/>
                <a:gd name="connsiteX314" fmla="*/ 2180720 w 3024845"/>
                <a:gd name="connsiteY314" fmla="*/ 555577 h 1059043"/>
                <a:gd name="connsiteX315" fmla="*/ 2245574 w 3024845"/>
                <a:gd name="connsiteY315" fmla="*/ 555577 h 1059043"/>
                <a:gd name="connsiteX316" fmla="*/ 2245574 w 3024845"/>
                <a:gd name="connsiteY316" fmla="*/ 631239 h 1059043"/>
                <a:gd name="connsiteX317" fmla="*/ 2253681 w 3024845"/>
                <a:gd name="connsiteY317" fmla="*/ 631239 h 1059043"/>
                <a:gd name="connsiteX318" fmla="*/ 2255708 w 3024845"/>
                <a:gd name="connsiteY318" fmla="*/ 624754 h 1059043"/>
                <a:gd name="connsiteX319" fmla="*/ 2261788 w 3024845"/>
                <a:gd name="connsiteY319" fmla="*/ 624754 h 1059043"/>
                <a:gd name="connsiteX320" fmla="*/ 2263815 w 3024845"/>
                <a:gd name="connsiteY320" fmla="*/ 633401 h 1059043"/>
                <a:gd name="connsiteX321" fmla="*/ 2275975 w 3024845"/>
                <a:gd name="connsiteY321" fmla="*/ 633401 h 1059043"/>
                <a:gd name="connsiteX322" fmla="*/ 2275975 w 3024845"/>
                <a:gd name="connsiteY322" fmla="*/ 626915 h 1059043"/>
                <a:gd name="connsiteX323" fmla="*/ 2298268 w 3024845"/>
                <a:gd name="connsiteY323" fmla="*/ 626915 h 1059043"/>
                <a:gd name="connsiteX324" fmla="*/ 2298268 w 3024845"/>
                <a:gd name="connsiteY324" fmla="*/ 633401 h 1059043"/>
                <a:gd name="connsiteX325" fmla="*/ 2318535 w 3024845"/>
                <a:gd name="connsiteY325" fmla="*/ 633401 h 1059043"/>
                <a:gd name="connsiteX326" fmla="*/ 2318535 w 3024845"/>
                <a:gd name="connsiteY326" fmla="*/ 678798 h 1059043"/>
                <a:gd name="connsiteX327" fmla="*/ 2332722 w 3024845"/>
                <a:gd name="connsiteY327" fmla="*/ 678798 h 1059043"/>
                <a:gd name="connsiteX328" fmla="*/ 2332722 w 3024845"/>
                <a:gd name="connsiteY328" fmla="*/ 665827 h 1059043"/>
                <a:gd name="connsiteX329" fmla="*/ 2348936 w 3024845"/>
                <a:gd name="connsiteY329" fmla="*/ 665827 h 1059043"/>
                <a:gd name="connsiteX330" fmla="*/ 2348936 w 3024845"/>
                <a:gd name="connsiteY330" fmla="*/ 486400 h 1059043"/>
                <a:gd name="connsiteX331" fmla="*/ 2355016 w 3024845"/>
                <a:gd name="connsiteY331" fmla="*/ 479914 h 1059043"/>
                <a:gd name="connsiteX332" fmla="*/ 2427977 w 3024845"/>
                <a:gd name="connsiteY332" fmla="*/ 479914 h 1059043"/>
                <a:gd name="connsiteX333" fmla="*/ 2427977 w 3024845"/>
                <a:gd name="connsiteY333" fmla="*/ 488562 h 1059043"/>
                <a:gd name="connsiteX334" fmla="*/ 2438110 w 3024845"/>
                <a:gd name="connsiteY334" fmla="*/ 488562 h 1059043"/>
                <a:gd name="connsiteX335" fmla="*/ 2438110 w 3024845"/>
                <a:gd name="connsiteY335" fmla="*/ 603136 h 1059043"/>
                <a:gd name="connsiteX336" fmla="*/ 2460404 w 3024845"/>
                <a:gd name="connsiteY336" fmla="*/ 603136 h 1059043"/>
                <a:gd name="connsiteX337" fmla="*/ 2460404 w 3024845"/>
                <a:gd name="connsiteY337" fmla="*/ 536121 h 1059043"/>
                <a:gd name="connsiteX338" fmla="*/ 2486751 w 3024845"/>
                <a:gd name="connsiteY338" fmla="*/ 536121 h 1059043"/>
                <a:gd name="connsiteX339" fmla="*/ 2490804 w 3024845"/>
                <a:gd name="connsiteY339" fmla="*/ 531797 h 1059043"/>
                <a:gd name="connsiteX340" fmla="*/ 2498911 w 3024845"/>
                <a:gd name="connsiteY340" fmla="*/ 531797 h 1059043"/>
                <a:gd name="connsiteX341" fmla="*/ 2502964 w 3024845"/>
                <a:gd name="connsiteY341" fmla="*/ 536121 h 1059043"/>
                <a:gd name="connsiteX342" fmla="*/ 2525258 w 3024845"/>
                <a:gd name="connsiteY342" fmla="*/ 536121 h 1059043"/>
                <a:gd name="connsiteX343" fmla="*/ 2525258 w 3024845"/>
                <a:gd name="connsiteY343" fmla="*/ 419385 h 1059043"/>
                <a:gd name="connsiteX344" fmla="*/ 2582005 w 3024845"/>
                <a:gd name="connsiteY344" fmla="*/ 408576 h 1059043"/>
                <a:gd name="connsiteX345" fmla="*/ 2582005 w 3024845"/>
                <a:gd name="connsiteY345" fmla="*/ 409657 h 1059043"/>
                <a:gd name="connsiteX346" fmla="*/ 2582005 w 3024845"/>
                <a:gd name="connsiteY346" fmla="*/ 417223 h 1059043"/>
                <a:gd name="connsiteX347" fmla="*/ 2608352 w 3024845"/>
                <a:gd name="connsiteY347" fmla="*/ 417223 h 1059043"/>
                <a:gd name="connsiteX348" fmla="*/ 2608352 w 3024845"/>
                <a:gd name="connsiteY348" fmla="*/ 672313 h 1059043"/>
                <a:gd name="connsiteX349" fmla="*/ 2630646 w 3024845"/>
                <a:gd name="connsiteY349" fmla="*/ 672313 h 1059043"/>
                <a:gd name="connsiteX350" fmla="*/ 2630646 w 3024845"/>
                <a:gd name="connsiteY350" fmla="*/ 667989 h 1059043"/>
                <a:gd name="connsiteX351" fmla="*/ 2642806 w 3024845"/>
                <a:gd name="connsiteY351" fmla="*/ 667989 h 1059043"/>
                <a:gd name="connsiteX352" fmla="*/ 2642806 w 3024845"/>
                <a:gd name="connsiteY352" fmla="*/ 672313 h 1059043"/>
                <a:gd name="connsiteX353" fmla="*/ 2667126 w 3024845"/>
                <a:gd name="connsiteY353" fmla="*/ 672313 h 1059043"/>
                <a:gd name="connsiteX354" fmla="*/ 2667126 w 3024845"/>
                <a:gd name="connsiteY354" fmla="*/ 659342 h 1059043"/>
                <a:gd name="connsiteX355" fmla="*/ 2695500 w 3024845"/>
                <a:gd name="connsiteY355" fmla="*/ 659342 h 1059043"/>
                <a:gd name="connsiteX356" fmla="*/ 2707660 w 3024845"/>
                <a:gd name="connsiteY356" fmla="*/ 655018 h 1059043"/>
                <a:gd name="connsiteX357" fmla="*/ 2727927 w 3024845"/>
                <a:gd name="connsiteY357" fmla="*/ 659342 h 1059043"/>
                <a:gd name="connsiteX358" fmla="*/ 2727927 w 3024845"/>
                <a:gd name="connsiteY358" fmla="*/ 642048 h 1059043"/>
                <a:gd name="connsiteX359" fmla="*/ 2736034 w 3024845"/>
                <a:gd name="connsiteY359" fmla="*/ 642048 h 1059043"/>
                <a:gd name="connsiteX360" fmla="*/ 2736034 w 3024845"/>
                <a:gd name="connsiteY360" fmla="*/ 629077 h 1059043"/>
                <a:gd name="connsiteX361" fmla="*/ 2792781 w 3024845"/>
                <a:gd name="connsiteY361" fmla="*/ 629077 h 1059043"/>
                <a:gd name="connsiteX362" fmla="*/ 2792781 w 3024845"/>
                <a:gd name="connsiteY362" fmla="*/ 598812 h 1059043"/>
                <a:gd name="connsiteX363" fmla="*/ 2811021 w 3024845"/>
                <a:gd name="connsiteY363" fmla="*/ 598812 h 1059043"/>
                <a:gd name="connsiteX364" fmla="*/ 2811021 w 3024845"/>
                <a:gd name="connsiteY364" fmla="*/ 592327 h 1059043"/>
                <a:gd name="connsiteX365" fmla="*/ 2823181 w 3024845"/>
                <a:gd name="connsiteY365" fmla="*/ 592327 h 1059043"/>
                <a:gd name="connsiteX366" fmla="*/ 2823181 w 3024845"/>
                <a:gd name="connsiteY366" fmla="*/ 598812 h 1059043"/>
                <a:gd name="connsiteX367" fmla="*/ 2839395 w 3024845"/>
                <a:gd name="connsiteY367" fmla="*/ 598812 h 1059043"/>
                <a:gd name="connsiteX368" fmla="*/ 2839395 w 3024845"/>
                <a:gd name="connsiteY368" fmla="*/ 648533 h 1059043"/>
                <a:gd name="connsiteX369" fmla="*/ 2871822 w 3024845"/>
                <a:gd name="connsiteY369" fmla="*/ 648533 h 1059043"/>
                <a:gd name="connsiteX370" fmla="*/ 2871822 w 3024845"/>
                <a:gd name="connsiteY370" fmla="*/ 622592 h 1059043"/>
                <a:gd name="connsiteX371" fmla="*/ 2910329 w 3024845"/>
                <a:gd name="connsiteY371" fmla="*/ 622592 h 1059043"/>
                <a:gd name="connsiteX372" fmla="*/ 2910329 w 3024845"/>
                <a:gd name="connsiteY372" fmla="*/ 592327 h 1059043"/>
                <a:gd name="connsiteX373" fmla="*/ 2958970 w 3024845"/>
                <a:gd name="connsiteY373" fmla="*/ 592327 h 1059043"/>
                <a:gd name="connsiteX374" fmla="*/ 2958970 w 3024845"/>
                <a:gd name="connsiteY374" fmla="*/ 703483 h 1059043"/>
                <a:gd name="connsiteX375" fmla="*/ 2958970 w 3024845"/>
                <a:gd name="connsiteY375" fmla="*/ 717262 h 1059043"/>
                <a:gd name="connsiteX376" fmla="*/ 3024845 w 3024845"/>
                <a:gd name="connsiteY376" fmla="*/ 717262 h 1059043"/>
                <a:gd name="connsiteX377" fmla="*/ 3024845 w 3024845"/>
                <a:gd name="connsiteY377" fmla="*/ 1059043 h 1059043"/>
                <a:gd name="connsiteX378" fmla="*/ 2054 w 3024845"/>
                <a:gd name="connsiteY378" fmla="*/ 1056710 h 1059043"/>
                <a:gd name="connsiteX379" fmla="*/ 0 w 3024845"/>
                <a:gd name="connsiteY379" fmla="*/ 622592 h 1059043"/>
                <a:gd name="connsiteX380" fmla="*/ 20267 w 3024845"/>
                <a:gd name="connsiteY380" fmla="*/ 622592 h 1059043"/>
                <a:gd name="connsiteX381" fmla="*/ 20774 w 3024845"/>
                <a:gd name="connsiteY381" fmla="*/ 621511 h 1059043"/>
                <a:gd name="connsiteX382" fmla="*/ 24320 w 3024845"/>
                <a:gd name="connsiteY382" fmla="*/ 613945 h 1059043"/>
                <a:gd name="connsiteX383" fmla="*/ 26094 w 3024845"/>
                <a:gd name="connsiteY383" fmla="*/ 614215 h 1059043"/>
                <a:gd name="connsiteX384" fmla="*/ 38507 w 3024845"/>
                <a:gd name="connsiteY384" fmla="*/ 616106 h 1059043"/>
                <a:gd name="connsiteX385" fmla="*/ 39014 w 3024845"/>
                <a:gd name="connsiteY385" fmla="*/ 617458 h 1059043"/>
                <a:gd name="connsiteX386" fmla="*/ 42560 w 3024845"/>
                <a:gd name="connsiteY386" fmla="*/ 626915 h 1059043"/>
                <a:gd name="connsiteX387" fmla="*/ 68907 w 3024845"/>
                <a:gd name="connsiteY387" fmla="*/ 629077 h 1059043"/>
                <a:gd name="connsiteX388" fmla="*/ 68907 w 3024845"/>
                <a:gd name="connsiteY388" fmla="*/ 505856 h 1059043"/>
                <a:gd name="connsiteX389" fmla="*/ 70934 w 3024845"/>
                <a:gd name="connsiteY389" fmla="*/ 505856 h 1059043"/>
                <a:gd name="connsiteX390" fmla="*/ 85121 w 3024845"/>
                <a:gd name="connsiteY390" fmla="*/ 505856 h 1059043"/>
                <a:gd name="connsiteX391" fmla="*/ 85121 w 3024845"/>
                <a:gd name="connsiteY391" fmla="*/ 369664 h 1059043"/>
                <a:gd name="connsiteX392" fmla="*/ 86894 w 3024845"/>
                <a:gd name="connsiteY392" fmla="*/ 369664 h 1059043"/>
                <a:gd name="connsiteX393" fmla="*/ 99308 w 3024845"/>
                <a:gd name="connsiteY393" fmla="*/ 369664 h 1059043"/>
                <a:gd name="connsiteX394" fmla="*/ 99308 w 3024845"/>
                <a:gd name="connsiteY394" fmla="*/ 255090 h 1059043"/>
                <a:gd name="connsiteX395" fmla="*/ 103361 w 3024845"/>
                <a:gd name="connsiteY395" fmla="*/ 226986 h 1059043"/>
                <a:gd name="connsiteX396" fmla="*/ 105388 w 3024845"/>
                <a:gd name="connsiteY396" fmla="*/ 226986 h 1059043"/>
                <a:gd name="connsiteX397" fmla="*/ 119575 w 3024845"/>
                <a:gd name="connsiteY397" fmla="*/ 226986 h 1059043"/>
                <a:gd name="connsiteX0" fmla="*/ 119575 w 3024845"/>
                <a:gd name="connsiteY0" fmla="*/ 255427 h 1087484"/>
                <a:gd name="connsiteX1" fmla="*/ 200642 w 3024845"/>
                <a:gd name="connsiteY1" fmla="*/ 253266 h 1087484"/>
                <a:gd name="connsiteX2" fmla="*/ 202669 w 3024845"/>
                <a:gd name="connsiteY2" fmla="*/ 253266 h 1087484"/>
                <a:gd name="connsiteX3" fmla="*/ 216856 w 3024845"/>
                <a:gd name="connsiteY3" fmla="*/ 253266 h 1087484"/>
                <a:gd name="connsiteX4" fmla="*/ 216856 w 3024845"/>
                <a:gd name="connsiteY4" fmla="*/ 277045 h 1087484"/>
                <a:gd name="connsiteX5" fmla="*/ 217363 w 3024845"/>
                <a:gd name="connsiteY5" fmla="*/ 277856 h 1087484"/>
                <a:gd name="connsiteX6" fmla="*/ 220909 w 3024845"/>
                <a:gd name="connsiteY6" fmla="*/ 283531 h 1087484"/>
                <a:gd name="connsiteX7" fmla="*/ 220909 w 3024845"/>
                <a:gd name="connsiteY7" fmla="*/ 398105 h 1087484"/>
                <a:gd name="connsiteX8" fmla="*/ 223189 w 3024845"/>
                <a:gd name="connsiteY8" fmla="*/ 398105 h 1087484"/>
                <a:gd name="connsiteX9" fmla="*/ 239150 w 3024845"/>
                <a:gd name="connsiteY9" fmla="*/ 398105 h 1087484"/>
                <a:gd name="connsiteX10" fmla="*/ 239150 w 3024845"/>
                <a:gd name="connsiteY10" fmla="*/ 538620 h 1087484"/>
                <a:gd name="connsiteX11" fmla="*/ 240670 w 3024845"/>
                <a:gd name="connsiteY11" fmla="*/ 538350 h 1087484"/>
                <a:gd name="connsiteX12" fmla="*/ 251310 w 3024845"/>
                <a:gd name="connsiteY12" fmla="*/ 536459 h 1087484"/>
                <a:gd name="connsiteX13" fmla="*/ 249283 w 3024845"/>
                <a:gd name="connsiteY13" fmla="*/ 625091 h 1087484"/>
                <a:gd name="connsiteX14" fmla="*/ 250803 w 3024845"/>
                <a:gd name="connsiteY14" fmla="*/ 625362 h 1087484"/>
                <a:gd name="connsiteX15" fmla="*/ 261443 w 3024845"/>
                <a:gd name="connsiteY15" fmla="*/ 627253 h 1087484"/>
                <a:gd name="connsiteX16" fmla="*/ 261696 w 3024845"/>
                <a:gd name="connsiteY16" fmla="*/ 628064 h 1087484"/>
                <a:gd name="connsiteX17" fmla="*/ 263470 w 3024845"/>
                <a:gd name="connsiteY17" fmla="*/ 633739 h 1087484"/>
                <a:gd name="connsiteX18" fmla="*/ 264230 w 3024845"/>
                <a:gd name="connsiteY18" fmla="*/ 631307 h 1087484"/>
                <a:gd name="connsiteX19" fmla="*/ 269550 w 3024845"/>
                <a:gd name="connsiteY19" fmla="*/ 614283 h 1087484"/>
                <a:gd name="connsiteX20" fmla="*/ 271323 w 3024845"/>
                <a:gd name="connsiteY20" fmla="*/ 614283 h 1087484"/>
                <a:gd name="connsiteX21" fmla="*/ 283737 w 3024845"/>
                <a:gd name="connsiteY21" fmla="*/ 614283 h 1087484"/>
                <a:gd name="connsiteX22" fmla="*/ 283737 w 3024845"/>
                <a:gd name="connsiteY22" fmla="*/ 646709 h 1087484"/>
                <a:gd name="connsiteX23" fmla="*/ 284750 w 3024845"/>
                <a:gd name="connsiteY23" fmla="*/ 647250 h 1087484"/>
                <a:gd name="connsiteX24" fmla="*/ 291844 w 3024845"/>
                <a:gd name="connsiteY24" fmla="*/ 651033 h 1087484"/>
                <a:gd name="connsiteX25" fmla="*/ 291844 w 3024845"/>
                <a:gd name="connsiteY25" fmla="*/ 652384 h 1087484"/>
                <a:gd name="connsiteX26" fmla="*/ 291844 w 3024845"/>
                <a:gd name="connsiteY26" fmla="*/ 661842 h 1087484"/>
                <a:gd name="connsiteX27" fmla="*/ 336431 w 3024845"/>
                <a:gd name="connsiteY27" fmla="*/ 661842 h 1087484"/>
                <a:gd name="connsiteX28" fmla="*/ 336431 w 3024845"/>
                <a:gd name="connsiteY28" fmla="*/ 662923 h 1087484"/>
                <a:gd name="connsiteX29" fmla="*/ 336431 w 3024845"/>
                <a:gd name="connsiteY29" fmla="*/ 670489 h 1087484"/>
                <a:gd name="connsiteX30" fmla="*/ 338457 w 3024845"/>
                <a:gd name="connsiteY30" fmla="*/ 670489 h 1087484"/>
                <a:gd name="connsiteX31" fmla="*/ 352644 w 3024845"/>
                <a:gd name="connsiteY31" fmla="*/ 670489 h 1087484"/>
                <a:gd name="connsiteX32" fmla="*/ 352644 w 3024845"/>
                <a:gd name="connsiteY32" fmla="*/ 640224 h 1087484"/>
                <a:gd name="connsiteX33" fmla="*/ 397231 w 3024845"/>
                <a:gd name="connsiteY33" fmla="*/ 640224 h 1087484"/>
                <a:gd name="connsiteX34" fmla="*/ 397231 w 3024845"/>
                <a:gd name="connsiteY34" fmla="*/ 638873 h 1087484"/>
                <a:gd name="connsiteX35" fmla="*/ 397231 w 3024845"/>
                <a:gd name="connsiteY35" fmla="*/ 629415 h 1087484"/>
                <a:gd name="connsiteX36" fmla="*/ 398245 w 3024845"/>
                <a:gd name="connsiteY36" fmla="*/ 629415 h 1087484"/>
                <a:gd name="connsiteX37" fmla="*/ 405338 w 3024845"/>
                <a:gd name="connsiteY37" fmla="*/ 629415 h 1087484"/>
                <a:gd name="connsiteX38" fmla="*/ 405338 w 3024845"/>
                <a:gd name="connsiteY38" fmla="*/ 627524 h 1087484"/>
                <a:gd name="connsiteX39" fmla="*/ 405338 w 3024845"/>
                <a:gd name="connsiteY39" fmla="*/ 614283 h 1087484"/>
                <a:gd name="connsiteX40" fmla="*/ 406098 w 3024845"/>
                <a:gd name="connsiteY40" fmla="*/ 614283 h 1087484"/>
                <a:gd name="connsiteX41" fmla="*/ 411418 w 3024845"/>
                <a:gd name="connsiteY41" fmla="*/ 614283 h 1087484"/>
                <a:gd name="connsiteX42" fmla="*/ 411418 w 3024845"/>
                <a:gd name="connsiteY42" fmla="*/ 613202 h 1087484"/>
                <a:gd name="connsiteX43" fmla="*/ 411418 w 3024845"/>
                <a:gd name="connsiteY43" fmla="*/ 605635 h 1087484"/>
                <a:gd name="connsiteX44" fmla="*/ 413445 w 3024845"/>
                <a:gd name="connsiteY44" fmla="*/ 605635 h 1087484"/>
                <a:gd name="connsiteX45" fmla="*/ 427632 w 3024845"/>
                <a:gd name="connsiteY45" fmla="*/ 605635 h 1087484"/>
                <a:gd name="connsiteX46" fmla="*/ 427632 w 3024845"/>
                <a:gd name="connsiteY46" fmla="*/ 606716 h 1087484"/>
                <a:gd name="connsiteX47" fmla="*/ 427632 w 3024845"/>
                <a:gd name="connsiteY47" fmla="*/ 614283 h 1087484"/>
                <a:gd name="connsiteX48" fmla="*/ 449925 w 3024845"/>
                <a:gd name="connsiteY48" fmla="*/ 614283 h 1087484"/>
                <a:gd name="connsiteX49" fmla="*/ 449925 w 3024845"/>
                <a:gd name="connsiteY49" fmla="*/ 612391 h 1087484"/>
                <a:gd name="connsiteX50" fmla="*/ 449925 w 3024845"/>
                <a:gd name="connsiteY50" fmla="*/ 599150 h 1087484"/>
                <a:gd name="connsiteX51" fmla="*/ 451699 w 3024845"/>
                <a:gd name="connsiteY51" fmla="*/ 599150 h 1087484"/>
                <a:gd name="connsiteX52" fmla="*/ 464112 w 3024845"/>
                <a:gd name="connsiteY52" fmla="*/ 599150 h 1087484"/>
                <a:gd name="connsiteX53" fmla="*/ 464112 w 3024845"/>
                <a:gd name="connsiteY53" fmla="*/ 622930 h 1087484"/>
                <a:gd name="connsiteX54" fmla="*/ 465126 w 3024845"/>
                <a:gd name="connsiteY54" fmla="*/ 622930 h 1087484"/>
                <a:gd name="connsiteX55" fmla="*/ 472219 w 3024845"/>
                <a:gd name="connsiteY55" fmla="*/ 622930 h 1087484"/>
                <a:gd name="connsiteX56" fmla="*/ 472219 w 3024845"/>
                <a:gd name="connsiteY56" fmla="*/ 621849 h 1087484"/>
                <a:gd name="connsiteX57" fmla="*/ 472219 w 3024845"/>
                <a:gd name="connsiteY57" fmla="*/ 614283 h 1087484"/>
                <a:gd name="connsiteX58" fmla="*/ 473992 w 3024845"/>
                <a:gd name="connsiteY58" fmla="*/ 614283 h 1087484"/>
                <a:gd name="connsiteX59" fmla="*/ 486406 w 3024845"/>
                <a:gd name="connsiteY59" fmla="*/ 614283 h 1087484"/>
                <a:gd name="connsiteX60" fmla="*/ 486406 w 3024845"/>
                <a:gd name="connsiteY60" fmla="*/ 640224 h 1087484"/>
                <a:gd name="connsiteX61" fmla="*/ 488433 w 3024845"/>
                <a:gd name="connsiteY61" fmla="*/ 640224 h 1087484"/>
                <a:gd name="connsiteX62" fmla="*/ 502619 w 3024845"/>
                <a:gd name="connsiteY62" fmla="*/ 640224 h 1087484"/>
                <a:gd name="connsiteX63" fmla="*/ 502619 w 3024845"/>
                <a:gd name="connsiteY63" fmla="*/ 641845 h 1087484"/>
                <a:gd name="connsiteX64" fmla="*/ 502619 w 3024845"/>
                <a:gd name="connsiteY64" fmla="*/ 653195 h 1087484"/>
                <a:gd name="connsiteX65" fmla="*/ 503379 w 3024845"/>
                <a:gd name="connsiteY65" fmla="*/ 653195 h 1087484"/>
                <a:gd name="connsiteX66" fmla="*/ 508700 w 3024845"/>
                <a:gd name="connsiteY66" fmla="*/ 653195 h 1087484"/>
                <a:gd name="connsiteX67" fmla="*/ 508700 w 3024845"/>
                <a:gd name="connsiteY67" fmla="*/ 652384 h 1087484"/>
                <a:gd name="connsiteX68" fmla="*/ 508700 w 3024845"/>
                <a:gd name="connsiteY68" fmla="*/ 646709 h 1087484"/>
                <a:gd name="connsiteX69" fmla="*/ 539100 w 3024845"/>
                <a:gd name="connsiteY69" fmla="*/ 646709 h 1087484"/>
                <a:gd name="connsiteX70" fmla="*/ 539100 w 3024845"/>
                <a:gd name="connsiteY70" fmla="*/ 670489 h 1087484"/>
                <a:gd name="connsiteX71" fmla="*/ 540113 w 3024845"/>
                <a:gd name="connsiteY71" fmla="*/ 670489 h 1087484"/>
                <a:gd name="connsiteX72" fmla="*/ 547207 w 3024845"/>
                <a:gd name="connsiteY72" fmla="*/ 670489 h 1087484"/>
                <a:gd name="connsiteX73" fmla="*/ 547207 w 3024845"/>
                <a:gd name="connsiteY73" fmla="*/ 671570 h 1087484"/>
                <a:gd name="connsiteX74" fmla="*/ 547207 w 3024845"/>
                <a:gd name="connsiteY74" fmla="*/ 679136 h 1087484"/>
                <a:gd name="connsiteX75" fmla="*/ 547967 w 3024845"/>
                <a:gd name="connsiteY75" fmla="*/ 679136 h 1087484"/>
                <a:gd name="connsiteX76" fmla="*/ 553287 w 3024845"/>
                <a:gd name="connsiteY76" fmla="*/ 679136 h 1087484"/>
                <a:gd name="connsiteX77" fmla="*/ 553287 w 3024845"/>
                <a:gd name="connsiteY77" fmla="*/ 676974 h 1087484"/>
                <a:gd name="connsiteX78" fmla="*/ 553287 w 3024845"/>
                <a:gd name="connsiteY78" fmla="*/ 661842 h 1087484"/>
                <a:gd name="connsiteX79" fmla="*/ 554300 w 3024845"/>
                <a:gd name="connsiteY79" fmla="*/ 661842 h 1087484"/>
                <a:gd name="connsiteX80" fmla="*/ 561394 w 3024845"/>
                <a:gd name="connsiteY80" fmla="*/ 661842 h 1087484"/>
                <a:gd name="connsiteX81" fmla="*/ 561394 w 3024845"/>
                <a:gd name="connsiteY81" fmla="*/ 662923 h 1087484"/>
                <a:gd name="connsiteX82" fmla="*/ 561394 w 3024845"/>
                <a:gd name="connsiteY82" fmla="*/ 670489 h 1087484"/>
                <a:gd name="connsiteX83" fmla="*/ 566714 w 3024845"/>
                <a:gd name="connsiteY83" fmla="*/ 668496 h 1087484"/>
                <a:gd name="connsiteX84" fmla="*/ 567474 w 3024845"/>
                <a:gd name="connsiteY84" fmla="*/ 667516 h 1087484"/>
                <a:gd name="connsiteX85" fmla="*/ 567474 w 3024845"/>
                <a:gd name="connsiteY85" fmla="*/ 661842 h 1087484"/>
                <a:gd name="connsiteX86" fmla="*/ 605981 w 3024845"/>
                <a:gd name="connsiteY86" fmla="*/ 661842 h 1087484"/>
                <a:gd name="connsiteX87" fmla="*/ 605981 w 3024845"/>
                <a:gd name="connsiteY87" fmla="*/ 685621 h 1087484"/>
                <a:gd name="connsiteX88" fmla="*/ 608007 w 3024845"/>
                <a:gd name="connsiteY88" fmla="*/ 685621 h 1087484"/>
                <a:gd name="connsiteX89" fmla="*/ 622194 w 3024845"/>
                <a:gd name="connsiteY89" fmla="*/ 685621 h 1087484"/>
                <a:gd name="connsiteX90" fmla="*/ 622194 w 3024845"/>
                <a:gd name="connsiteY90" fmla="*/ 686702 h 1087484"/>
                <a:gd name="connsiteX91" fmla="*/ 622194 w 3024845"/>
                <a:gd name="connsiteY91" fmla="*/ 694268 h 1087484"/>
                <a:gd name="connsiteX92" fmla="*/ 623968 w 3024845"/>
                <a:gd name="connsiteY92" fmla="*/ 694268 h 1087484"/>
                <a:gd name="connsiteX93" fmla="*/ 636381 w 3024845"/>
                <a:gd name="connsiteY93" fmla="*/ 694268 h 1087484"/>
                <a:gd name="connsiteX94" fmla="*/ 636381 w 3024845"/>
                <a:gd name="connsiteY94" fmla="*/ 670489 h 1087484"/>
                <a:gd name="connsiteX95" fmla="*/ 637394 w 3024845"/>
                <a:gd name="connsiteY95" fmla="*/ 670489 h 1087484"/>
                <a:gd name="connsiteX96" fmla="*/ 644488 w 3024845"/>
                <a:gd name="connsiteY96" fmla="*/ 670489 h 1087484"/>
                <a:gd name="connsiteX97" fmla="*/ 644488 w 3024845"/>
                <a:gd name="connsiteY97" fmla="*/ 638062 h 1087484"/>
                <a:gd name="connsiteX98" fmla="*/ 645501 w 3024845"/>
                <a:gd name="connsiteY98" fmla="*/ 638062 h 1087484"/>
                <a:gd name="connsiteX99" fmla="*/ 652595 w 3024845"/>
                <a:gd name="connsiteY99" fmla="*/ 638062 h 1087484"/>
                <a:gd name="connsiteX100" fmla="*/ 652595 w 3024845"/>
                <a:gd name="connsiteY100" fmla="*/ 636171 h 1087484"/>
                <a:gd name="connsiteX101" fmla="*/ 652595 w 3024845"/>
                <a:gd name="connsiteY101" fmla="*/ 622930 h 1087484"/>
                <a:gd name="connsiteX102" fmla="*/ 651328 w 3024845"/>
                <a:gd name="connsiteY102" fmla="*/ 621308 h 1087484"/>
                <a:gd name="connsiteX103" fmla="*/ 656648 w 3024845"/>
                <a:gd name="connsiteY103" fmla="*/ 609959 h 1087484"/>
                <a:gd name="connsiteX104" fmla="*/ 664755 w 3024845"/>
                <a:gd name="connsiteY104" fmla="*/ 638062 h 1087484"/>
                <a:gd name="connsiteX105" fmla="*/ 665515 w 3024845"/>
                <a:gd name="connsiteY105" fmla="*/ 638062 h 1087484"/>
                <a:gd name="connsiteX106" fmla="*/ 670835 w 3024845"/>
                <a:gd name="connsiteY106" fmla="*/ 638062 h 1087484"/>
                <a:gd name="connsiteX107" fmla="*/ 670835 w 3024845"/>
                <a:gd name="connsiteY107" fmla="*/ 532135 h 1087484"/>
                <a:gd name="connsiteX108" fmla="*/ 672355 w 3024845"/>
                <a:gd name="connsiteY108" fmla="*/ 532135 h 1087484"/>
                <a:gd name="connsiteX109" fmla="*/ 682995 w 3024845"/>
                <a:gd name="connsiteY109" fmla="*/ 532135 h 1087484"/>
                <a:gd name="connsiteX110" fmla="*/ 682995 w 3024845"/>
                <a:gd name="connsiteY110" fmla="*/ 484576 h 1087484"/>
                <a:gd name="connsiteX111" fmla="*/ 709342 w 3024845"/>
                <a:gd name="connsiteY111" fmla="*/ 484576 h 1087484"/>
                <a:gd name="connsiteX112" fmla="*/ 709342 w 3024845"/>
                <a:gd name="connsiteY112" fmla="*/ 462958 h 1087484"/>
                <a:gd name="connsiteX113" fmla="*/ 743796 w 3024845"/>
                <a:gd name="connsiteY113" fmla="*/ 462958 h 1087484"/>
                <a:gd name="connsiteX114" fmla="*/ 743796 w 3024845"/>
                <a:gd name="connsiteY114" fmla="*/ 465390 h 1087484"/>
                <a:gd name="connsiteX115" fmla="*/ 743796 w 3024845"/>
                <a:gd name="connsiteY115" fmla="*/ 482414 h 1087484"/>
                <a:gd name="connsiteX116" fmla="*/ 746076 w 3024845"/>
                <a:gd name="connsiteY116" fmla="*/ 482414 h 1087484"/>
                <a:gd name="connsiteX117" fmla="*/ 762036 w 3024845"/>
                <a:gd name="connsiteY117" fmla="*/ 482414 h 1087484"/>
                <a:gd name="connsiteX118" fmla="*/ 762036 w 3024845"/>
                <a:gd name="connsiteY118" fmla="*/ 529973 h 1087484"/>
                <a:gd name="connsiteX119" fmla="*/ 763049 w 3024845"/>
                <a:gd name="connsiteY119" fmla="*/ 529973 h 1087484"/>
                <a:gd name="connsiteX120" fmla="*/ 770143 w 3024845"/>
                <a:gd name="connsiteY120" fmla="*/ 529973 h 1087484"/>
                <a:gd name="connsiteX121" fmla="*/ 784330 w 3024845"/>
                <a:gd name="connsiteY121" fmla="*/ 534297 h 1087484"/>
                <a:gd name="connsiteX122" fmla="*/ 784330 w 3024845"/>
                <a:gd name="connsiteY122" fmla="*/ 573209 h 1087484"/>
                <a:gd name="connsiteX123" fmla="*/ 785343 w 3024845"/>
                <a:gd name="connsiteY123" fmla="*/ 573209 h 1087484"/>
                <a:gd name="connsiteX124" fmla="*/ 792436 w 3024845"/>
                <a:gd name="connsiteY124" fmla="*/ 573209 h 1087484"/>
                <a:gd name="connsiteX125" fmla="*/ 792436 w 3024845"/>
                <a:gd name="connsiteY125" fmla="*/ 574830 h 1087484"/>
                <a:gd name="connsiteX126" fmla="*/ 792436 w 3024845"/>
                <a:gd name="connsiteY126" fmla="*/ 586179 h 1087484"/>
                <a:gd name="connsiteX127" fmla="*/ 794463 w 3024845"/>
                <a:gd name="connsiteY127" fmla="*/ 586179 h 1087484"/>
                <a:gd name="connsiteX128" fmla="*/ 808650 w 3024845"/>
                <a:gd name="connsiteY128" fmla="*/ 586179 h 1087484"/>
                <a:gd name="connsiteX129" fmla="*/ 814730 w 3024845"/>
                <a:gd name="connsiteY129" fmla="*/ 592665 h 1087484"/>
                <a:gd name="connsiteX130" fmla="*/ 814730 w 3024845"/>
                <a:gd name="connsiteY130" fmla="*/ 614283 h 1087484"/>
                <a:gd name="connsiteX131" fmla="*/ 817010 w 3024845"/>
                <a:gd name="connsiteY131" fmla="*/ 614283 h 1087484"/>
                <a:gd name="connsiteX132" fmla="*/ 832970 w 3024845"/>
                <a:gd name="connsiteY132" fmla="*/ 614283 h 1087484"/>
                <a:gd name="connsiteX133" fmla="*/ 832970 w 3024845"/>
                <a:gd name="connsiteY133" fmla="*/ 615363 h 1087484"/>
                <a:gd name="connsiteX134" fmla="*/ 832970 w 3024845"/>
                <a:gd name="connsiteY134" fmla="*/ 622930 h 1087484"/>
                <a:gd name="connsiteX135" fmla="*/ 834237 w 3024845"/>
                <a:gd name="connsiteY135" fmla="*/ 622930 h 1087484"/>
                <a:gd name="connsiteX136" fmla="*/ 843104 w 3024845"/>
                <a:gd name="connsiteY136" fmla="*/ 622930 h 1087484"/>
                <a:gd name="connsiteX137" fmla="*/ 843104 w 3024845"/>
                <a:gd name="connsiteY137" fmla="*/ 625091 h 1087484"/>
                <a:gd name="connsiteX138" fmla="*/ 843104 w 3024845"/>
                <a:gd name="connsiteY138" fmla="*/ 640224 h 1087484"/>
                <a:gd name="connsiteX139" fmla="*/ 847157 w 3024845"/>
                <a:gd name="connsiteY139" fmla="*/ 638332 h 1087484"/>
                <a:gd name="connsiteX140" fmla="*/ 847157 w 3024845"/>
                <a:gd name="connsiteY140" fmla="*/ 625091 h 1087484"/>
                <a:gd name="connsiteX141" fmla="*/ 848170 w 3024845"/>
                <a:gd name="connsiteY141" fmla="*/ 625091 h 1087484"/>
                <a:gd name="connsiteX142" fmla="*/ 855264 w 3024845"/>
                <a:gd name="connsiteY142" fmla="*/ 625091 h 1087484"/>
                <a:gd name="connsiteX143" fmla="*/ 855264 w 3024845"/>
                <a:gd name="connsiteY143" fmla="*/ 626713 h 1087484"/>
                <a:gd name="connsiteX144" fmla="*/ 855264 w 3024845"/>
                <a:gd name="connsiteY144" fmla="*/ 638062 h 1087484"/>
                <a:gd name="connsiteX145" fmla="*/ 856024 w 3024845"/>
                <a:gd name="connsiteY145" fmla="*/ 638062 h 1087484"/>
                <a:gd name="connsiteX146" fmla="*/ 861344 w 3024845"/>
                <a:gd name="connsiteY146" fmla="*/ 638062 h 1087484"/>
                <a:gd name="connsiteX147" fmla="*/ 909984 w 3024845"/>
                <a:gd name="connsiteY147" fmla="*/ 633739 h 1087484"/>
                <a:gd name="connsiteX148" fmla="*/ 909984 w 3024845"/>
                <a:gd name="connsiteY148" fmla="*/ 635090 h 1087484"/>
                <a:gd name="connsiteX149" fmla="*/ 909984 w 3024845"/>
                <a:gd name="connsiteY149" fmla="*/ 644547 h 1087484"/>
                <a:gd name="connsiteX150" fmla="*/ 910744 w 3024845"/>
                <a:gd name="connsiteY150" fmla="*/ 644547 h 1087484"/>
                <a:gd name="connsiteX151" fmla="*/ 916065 w 3024845"/>
                <a:gd name="connsiteY151" fmla="*/ 644547 h 1087484"/>
                <a:gd name="connsiteX152" fmla="*/ 916065 w 3024845"/>
                <a:gd name="connsiteY152" fmla="*/ 646709 h 1087484"/>
                <a:gd name="connsiteX153" fmla="*/ 916065 w 3024845"/>
                <a:gd name="connsiteY153" fmla="*/ 661842 h 1087484"/>
                <a:gd name="connsiteX154" fmla="*/ 918091 w 3024845"/>
                <a:gd name="connsiteY154" fmla="*/ 660491 h 1087484"/>
                <a:gd name="connsiteX155" fmla="*/ 932278 w 3024845"/>
                <a:gd name="connsiteY155" fmla="*/ 651033 h 1087484"/>
                <a:gd name="connsiteX156" fmla="*/ 938358 w 3024845"/>
                <a:gd name="connsiteY156" fmla="*/ 609959 h 1087484"/>
                <a:gd name="connsiteX157" fmla="*/ 939118 w 3024845"/>
                <a:gd name="connsiteY157" fmla="*/ 609689 h 1087484"/>
                <a:gd name="connsiteX158" fmla="*/ 944438 w 3024845"/>
                <a:gd name="connsiteY158" fmla="*/ 607797 h 1087484"/>
                <a:gd name="connsiteX159" fmla="*/ 946465 w 3024845"/>
                <a:gd name="connsiteY159" fmla="*/ 538620 h 1087484"/>
                <a:gd name="connsiteX160" fmla="*/ 948492 w 3024845"/>
                <a:gd name="connsiteY160" fmla="*/ 607797 h 1087484"/>
                <a:gd name="connsiteX161" fmla="*/ 949252 w 3024845"/>
                <a:gd name="connsiteY161" fmla="*/ 608067 h 1087484"/>
                <a:gd name="connsiteX162" fmla="*/ 954572 w 3024845"/>
                <a:gd name="connsiteY162" fmla="*/ 609959 h 1087484"/>
                <a:gd name="connsiteX163" fmla="*/ 954572 w 3024845"/>
                <a:gd name="connsiteY163" fmla="*/ 523488 h 1087484"/>
                <a:gd name="connsiteX164" fmla="*/ 958625 w 3024845"/>
                <a:gd name="connsiteY164" fmla="*/ 491061 h 1087484"/>
                <a:gd name="connsiteX165" fmla="*/ 997132 w 3024845"/>
                <a:gd name="connsiteY165" fmla="*/ 491061 h 1087484"/>
                <a:gd name="connsiteX166" fmla="*/ 997132 w 3024845"/>
                <a:gd name="connsiteY166" fmla="*/ 523488 h 1087484"/>
                <a:gd name="connsiteX167" fmla="*/ 997892 w 3024845"/>
                <a:gd name="connsiteY167" fmla="*/ 523488 h 1087484"/>
                <a:gd name="connsiteX168" fmla="*/ 1003212 w 3024845"/>
                <a:gd name="connsiteY168" fmla="*/ 523488 h 1087484"/>
                <a:gd name="connsiteX169" fmla="*/ 1003212 w 3024845"/>
                <a:gd name="connsiteY169" fmla="*/ 441340 h 1087484"/>
                <a:gd name="connsiteX170" fmla="*/ 1004986 w 3024845"/>
                <a:gd name="connsiteY170" fmla="*/ 441340 h 1087484"/>
                <a:gd name="connsiteX171" fmla="*/ 1017399 w 3024845"/>
                <a:gd name="connsiteY171" fmla="*/ 441340 h 1087484"/>
                <a:gd name="connsiteX172" fmla="*/ 1017399 w 3024845"/>
                <a:gd name="connsiteY172" fmla="*/ 439449 h 1087484"/>
                <a:gd name="connsiteX173" fmla="*/ 1017399 w 3024845"/>
                <a:gd name="connsiteY173" fmla="*/ 426208 h 1087484"/>
                <a:gd name="connsiteX174" fmla="*/ 1039693 w 3024845"/>
                <a:gd name="connsiteY174" fmla="*/ 426208 h 1087484"/>
                <a:gd name="connsiteX175" fmla="*/ 1039693 w 3024845"/>
                <a:gd name="connsiteY175" fmla="*/ 425127 h 1087484"/>
                <a:gd name="connsiteX176" fmla="*/ 1039693 w 3024845"/>
                <a:gd name="connsiteY176" fmla="*/ 417561 h 1087484"/>
                <a:gd name="connsiteX177" fmla="*/ 1041466 w 3024845"/>
                <a:gd name="connsiteY177" fmla="*/ 417561 h 1087484"/>
                <a:gd name="connsiteX178" fmla="*/ 1053880 w 3024845"/>
                <a:gd name="connsiteY178" fmla="*/ 417561 h 1087484"/>
                <a:gd name="connsiteX179" fmla="*/ 1053880 w 3024845"/>
                <a:gd name="connsiteY179" fmla="*/ 418642 h 1087484"/>
                <a:gd name="connsiteX180" fmla="*/ 1053880 w 3024845"/>
                <a:gd name="connsiteY180" fmla="*/ 426208 h 1087484"/>
                <a:gd name="connsiteX181" fmla="*/ 1054640 w 3024845"/>
                <a:gd name="connsiteY181" fmla="*/ 426208 h 1087484"/>
                <a:gd name="connsiteX182" fmla="*/ 1059960 w 3024845"/>
                <a:gd name="connsiteY182" fmla="*/ 426208 h 1087484"/>
                <a:gd name="connsiteX183" fmla="*/ 1070093 w 3024845"/>
                <a:gd name="connsiteY183" fmla="*/ 421884 h 1087484"/>
                <a:gd name="connsiteX184" fmla="*/ 1074146 w 3024845"/>
                <a:gd name="connsiteY184" fmla="*/ 425127 h 1087484"/>
                <a:gd name="connsiteX185" fmla="*/ 1074146 w 3024845"/>
                <a:gd name="connsiteY185" fmla="*/ 417561 h 1087484"/>
                <a:gd name="connsiteX186" fmla="*/ 1076426 w 3024845"/>
                <a:gd name="connsiteY186" fmla="*/ 417561 h 1087484"/>
                <a:gd name="connsiteX187" fmla="*/ 1092387 w 3024845"/>
                <a:gd name="connsiteY187" fmla="*/ 417561 h 1087484"/>
                <a:gd name="connsiteX188" fmla="*/ 1092387 w 3024845"/>
                <a:gd name="connsiteY188" fmla="*/ 418642 h 1087484"/>
                <a:gd name="connsiteX189" fmla="*/ 1092387 w 3024845"/>
                <a:gd name="connsiteY189" fmla="*/ 426208 h 1087484"/>
                <a:gd name="connsiteX190" fmla="*/ 1122787 w 3024845"/>
                <a:gd name="connsiteY190" fmla="*/ 426208 h 1087484"/>
                <a:gd name="connsiteX191" fmla="*/ 1122787 w 3024845"/>
                <a:gd name="connsiteY191" fmla="*/ 427829 h 1087484"/>
                <a:gd name="connsiteX192" fmla="*/ 1122787 w 3024845"/>
                <a:gd name="connsiteY192" fmla="*/ 439179 h 1087484"/>
                <a:gd name="connsiteX193" fmla="*/ 1149134 w 3024845"/>
                <a:gd name="connsiteY193" fmla="*/ 439179 h 1087484"/>
                <a:gd name="connsiteX194" fmla="*/ 1149134 w 3024845"/>
                <a:gd name="connsiteY194" fmla="*/ 469443 h 1087484"/>
                <a:gd name="connsiteX195" fmla="*/ 1149894 w 3024845"/>
                <a:gd name="connsiteY195" fmla="*/ 469443 h 1087484"/>
                <a:gd name="connsiteX196" fmla="*/ 1155214 w 3024845"/>
                <a:gd name="connsiteY196" fmla="*/ 469443 h 1087484"/>
                <a:gd name="connsiteX197" fmla="*/ 1155214 w 3024845"/>
                <a:gd name="connsiteY197" fmla="*/ 470524 h 1087484"/>
                <a:gd name="connsiteX198" fmla="*/ 1155214 w 3024845"/>
                <a:gd name="connsiteY198" fmla="*/ 478091 h 1087484"/>
                <a:gd name="connsiteX199" fmla="*/ 1159268 w 3024845"/>
                <a:gd name="connsiteY199" fmla="*/ 508355 h 1087484"/>
                <a:gd name="connsiteX200" fmla="*/ 1160028 w 3024845"/>
                <a:gd name="connsiteY200" fmla="*/ 508355 h 1087484"/>
                <a:gd name="connsiteX201" fmla="*/ 1165348 w 3024845"/>
                <a:gd name="connsiteY201" fmla="*/ 508355 h 1087484"/>
                <a:gd name="connsiteX202" fmla="*/ 1165348 w 3024845"/>
                <a:gd name="connsiteY202" fmla="*/ 509166 h 1087484"/>
                <a:gd name="connsiteX203" fmla="*/ 1165348 w 3024845"/>
                <a:gd name="connsiteY203" fmla="*/ 514841 h 1087484"/>
                <a:gd name="connsiteX204" fmla="*/ 1166361 w 3024845"/>
                <a:gd name="connsiteY204" fmla="*/ 514841 h 1087484"/>
                <a:gd name="connsiteX205" fmla="*/ 1173454 w 3024845"/>
                <a:gd name="connsiteY205" fmla="*/ 514841 h 1087484"/>
                <a:gd name="connsiteX206" fmla="*/ 1173454 w 3024845"/>
                <a:gd name="connsiteY206" fmla="*/ 545106 h 1087484"/>
                <a:gd name="connsiteX207" fmla="*/ 1175481 w 3024845"/>
                <a:gd name="connsiteY207" fmla="*/ 545106 h 1087484"/>
                <a:gd name="connsiteX208" fmla="*/ 1189668 w 3024845"/>
                <a:gd name="connsiteY208" fmla="*/ 545106 h 1087484"/>
                <a:gd name="connsiteX209" fmla="*/ 1189668 w 3024845"/>
                <a:gd name="connsiteY209" fmla="*/ 568885 h 1087484"/>
                <a:gd name="connsiteX210" fmla="*/ 1191695 w 3024845"/>
                <a:gd name="connsiteY210" fmla="*/ 570506 h 1087484"/>
                <a:gd name="connsiteX211" fmla="*/ 1191695 w 3024845"/>
                <a:gd name="connsiteY211" fmla="*/ 581856 h 1087484"/>
                <a:gd name="connsiteX212" fmla="*/ 1192455 w 3024845"/>
                <a:gd name="connsiteY212" fmla="*/ 581856 h 1087484"/>
                <a:gd name="connsiteX213" fmla="*/ 1197775 w 3024845"/>
                <a:gd name="connsiteY213" fmla="*/ 581856 h 1087484"/>
                <a:gd name="connsiteX214" fmla="*/ 1197775 w 3024845"/>
                <a:gd name="connsiteY214" fmla="*/ 605635 h 1087484"/>
                <a:gd name="connsiteX215" fmla="*/ 1199041 w 3024845"/>
                <a:gd name="connsiteY215" fmla="*/ 605635 h 1087484"/>
                <a:gd name="connsiteX216" fmla="*/ 1207908 w 3024845"/>
                <a:gd name="connsiteY216" fmla="*/ 605635 h 1087484"/>
                <a:gd name="connsiteX217" fmla="*/ 1209935 w 3024845"/>
                <a:gd name="connsiteY217" fmla="*/ 609689 h 1087484"/>
                <a:gd name="connsiteX218" fmla="*/ 1209935 w 3024845"/>
                <a:gd name="connsiteY218" fmla="*/ 622930 h 1087484"/>
                <a:gd name="connsiteX219" fmla="*/ 1211455 w 3024845"/>
                <a:gd name="connsiteY219" fmla="*/ 621038 h 1087484"/>
                <a:gd name="connsiteX220" fmla="*/ 1222095 w 3024845"/>
                <a:gd name="connsiteY220" fmla="*/ 607797 h 1087484"/>
                <a:gd name="connsiteX221" fmla="*/ 1250469 w 3024845"/>
                <a:gd name="connsiteY221" fmla="*/ 607797 h 1087484"/>
                <a:gd name="connsiteX222" fmla="*/ 1250469 w 3024845"/>
                <a:gd name="connsiteY222" fmla="*/ 694268 h 1087484"/>
                <a:gd name="connsiteX223" fmla="*/ 1251229 w 3024845"/>
                <a:gd name="connsiteY223" fmla="*/ 694268 h 1087484"/>
                <a:gd name="connsiteX224" fmla="*/ 1256549 w 3024845"/>
                <a:gd name="connsiteY224" fmla="*/ 694268 h 1087484"/>
                <a:gd name="connsiteX225" fmla="*/ 1257309 w 3024845"/>
                <a:gd name="connsiteY225" fmla="*/ 692917 h 1087484"/>
                <a:gd name="connsiteX226" fmla="*/ 1262629 w 3024845"/>
                <a:gd name="connsiteY226" fmla="*/ 683459 h 1087484"/>
                <a:gd name="connsiteX227" fmla="*/ 1262629 w 3024845"/>
                <a:gd name="connsiteY227" fmla="*/ 685351 h 1087484"/>
                <a:gd name="connsiteX228" fmla="*/ 1262629 w 3024845"/>
                <a:gd name="connsiteY228" fmla="*/ 698592 h 1087484"/>
                <a:gd name="connsiteX229" fmla="*/ 1266682 w 3024845"/>
                <a:gd name="connsiteY229" fmla="*/ 653195 h 1087484"/>
                <a:gd name="connsiteX230" fmla="*/ 1267442 w 3024845"/>
                <a:gd name="connsiteY230" fmla="*/ 653195 h 1087484"/>
                <a:gd name="connsiteX231" fmla="*/ 1272762 w 3024845"/>
                <a:gd name="connsiteY231" fmla="*/ 653195 h 1087484"/>
                <a:gd name="connsiteX232" fmla="*/ 1272762 w 3024845"/>
                <a:gd name="connsiteY232" fmla="*/ 588341 h 1087484"/>
                <a:gd name="connsiteX233" fmla="*/ 1273776 w 3024845"/>
                <a:gd name="connsiteY233" fmla="*/ 588341 h 1087484"/>
                <a:gd name="connsiteX234" fmla="*/ 1280869 w 3024845"/>
                <a:gd name="connsiteY234" fmla="*/ 588341 h 1087484"/>
                <a:gd name="connsiteX235" fmla="*/ 1293029 w 3024845"/>
                <a:gd name="connsiteY235" fmla="*/ 545106 h 1087484"/>
                <a:gd name="connsiteX236" fmla="*/ 1294296 w 3024845"/>
                <a:gd name="connsiteY236" fmla="*/ 545106 h 1087484"/>
                <a:gd name="connsiteX237" fmla="*/ 1303163 w 3024845"/>
                <a:gd name="connsiteY237" fmla="*/ 545106 h 1087484"/>
                <a:gd name="connsiteX238" fmla="*/ 1313296 w 3024845"/>
                <a:gd name="connsiteY238" fmla="*/ 588341 h 1087484"/>
                <a:gd name="connsiteX239" fmla="*/ 1314309 w 3024845"/>
                <a:gd name="connsiteY239" fmla="*/ 588341 h 1087484"/>
                <a:gd name="connsiteX240" fmla="*/ 1321403 w 3024845"/>
                <a:gd name="connsiteY240" fmla="*/ 588341 h 1087484"/>
                <a:gd name="connsiteX241" fmla="*/ 1321403 w 3024845"/>
                <a:gd name="connsiteY241" fmla="*/ 627253 h 1087484"/>
                <a:gd name="connsiteX242" fmla="*/ 1323176 w 3024845"/>
                <a:gd name="connsiteY242" fmla="*/ 627253 h 1087484"/>
                <a:gd name="connsiteX243" fmla="*/ 1335590 w 3024845"/>
                <a:gd name="connsiteY243" fmla="*/ 627253 h 1087484"/>
                <a:gd name="connsiteX244" fmla="*/ 1335590 w 3024845"/>
                <a:gd name="connsiteY244" fmla="*/ 629415 h 1087484"/>
                <a:gd name="connsiteX245" fmla="*/ 1335590 w 3024845"/>
                <a:gd name="connsiteY245" fmla="*/ 644547 h 1087484"/>
                <a:gd name="connsiteX246" fmla="*/ 1339643 w 3024845"/>
                <a:gd name="connsiteY246" fmla="*/ 642386 h 1087484"/>
                <a:gd name="connsiteX247" fmla="*/ 1339643 w 3024845"/>
                <a:gd name="connsiteY247" fmla="*/ 627253 h 1087484"/>
                <a:gd name="connsiteX248" fmla="*/ 1341163 w 3024845"/>
                <a:gd name="connsiteY248" fmla="*/ 627253 h 1087484"/>
                <a:gd name="connsiteX249" fmla="*/ 1351803 w 3024845"/>
                <a:gd name="connsiteY249" fmla="*/ 627253 h 1087484"/>
                <a:gd name="connsiteX250" fmla="*/ 1351803 w 3024845"/>
                <a:gd name="connsiteY250" fmla="*/ 628874 h 1087484"/>
                <a:gd name="connsiteX251" fmla="*/ 1351803 w 3024845"/>
                <a:gd name="connsiteY251" fmla="*/ 640224 h 1087484"/>
                <a:gd name="connsiteX252" fmla="*/ 1382204 w 3024845"/>
                <a:gd name="connsiteY252" fmla="*/ 640224 h 1087484"/>
                <a:gd name="connsiteX253" fmla="*/ 1382204 w 3024845"/>
                <a:gd name="connsiteY253" fmla="*/ 603474 h 1087484"/>
                <a:gd name="connsiteX254" fmla="*/ 1383470 w 3024845"/>
                <a:gd name="connsiteY254" fmla="*/ 603474 h 1087484"/>
                <a:gd name="connsiteX255" fmla="*/ 1392337 w 3024845"/>
                <a:gd name="connsiteY255" fmla="*/ 603474 h 1087484"/>
                <a:gd name="connsiteX256" fmla="*/ 1392337 w 3024845"/>
                <a:gd name="connsiteY256" fmla="*/ 625091 h 1087484"/>
                <a:gd name="connsiteX257" fmla="*/ 1394364 w 3024845"/>
                <a:gd name="connsiteY257" fmla="*/ 592665 h 1087484"/>
                <a:gd name="connsiteX258" fmla="*/ 1416657 w 3024845"/>
                <a:gd name="connsiteY258" fmla="*/ 592665 h 1087484"/>
                <a:gd name="connsiteX259" fmla="*/ 1416657 w 3024845"/>
                <a:gd name="connsiteY259" fmla="*/ 591043 h 1087484"/>
                <a:gd name="connsiteX260" fmla="*/ 1416657 w 3024845"/>
                <a:gd name="connsiteY260" fmla="*/ 579694 h 1087484"/>
                <a:gd name="connsiteX261" fmla="*/ 1417417 w 3024845"/>
                <a:gd name="connsiteY261" fmla="*/ 579694 h 1087484"/>
                <a:gd name="connsiteX262" fmla="*/ 1422737 w 3024845"/>
                <a:gd name="connsiteY262" fmla="*/ 579694 h 1087484"/>
                <a:gd name="connsiteX263" fmla="*/ 1422737 w 3024845"/>
                <a:gd name="connsiteY263" fmla="*/ 577803 h 1087484"/>
                <a:gd name="connsiteX264" fmla="*/ 1422737 w 3024845"/>
                <a:gd name="connsiteY264" fmla="*/ 564562 h 1087484"/>
                <a:gd name="connsiteX265" fmla="*/ 1426791 w 3024845"/>
                <a:gd name="connsiteY265" fmla="*/ 571047 h 1087484"/>
                <a:gd name="connsiteX266" fmla="*/ 1429071 w 3024845"/>
                <a:gd name="connsiteY266" fmla="*/ 571047 h 1087484"/>
                <a:gd name="connsiteX267" fmla="*/ 1445031 w 3024845"/>
                <a:gd name="connsiteY267" fmla="*/ 571047 h 1087484"/>
                <a:gd name="connsiteX268" fmla="*/ 1445031 w 3024845"/>
                <a:gd name="connsiteY268" fmla="*/ 570236 h 1087484"/>
                <a:gd name="connsiteX269" fmla="*/ 1445031 w 3024845"/>
                <a:gd name="connsiteY269" fmla="*/ 564562 h 1087484"/>
                <a:gd name="connsiteX270" fmla="*/ 1445791 w 3024845"/>
                <a:gd name="connsiteY270" fmla="*/ 564562 h 1087484"/>
                <a:gd name="connsiteX271" fmla="*/ 1451111 w 3024845"/>
                <a:gd name="connsiteY271" fmla="*/ 564562 h 1087484"/>
                <a:gd name="connsiteX272" fmla="*/ 1451111 w 3024845"/>
                <a:gd name="connsiteY272" fmla="*/ 565913 h 1087484"/>
                <a:gd name="connsiteX273" fmla="*/ 1451111 w 3024845"/>
                <a:gd name="connsiteY273" fmla="*/ 575371 h 1087484"/>
                <a:gd name="connsiteX274" fmla="*/ 1489618 w 3024845"/>
                <a:gd name="connsiteY274" fmla="*/ 575371 h 1087484"/>
                <a:gd name="connsiteX275" fmla="*/ 1489618 w 3024845"/>
                <a:gd name="connsiteY275" fmla="*/ 713724 h 1087484"/>
                <a:gd name="connsiteX276" fmla="*/ 1491138 w 3024845"/>
                <a:gd name="connsiteY276" fmla="*/ 713724 h 1087484"/>
                <a:gd name="connsiteX277" fmla="*/ 1501778 w 3024845"/>
                <a:gd name="connsiteY277" fmla="*/ 713724 h 1087484"/>
                <a:gd name="connsiteX278" fmla="*/ 1501778 w 3024845"/>
                <a:gd name="connsiteY278" fmla="*/ 700754 h 1087484"/>
                <a:gd name="connsiteX279" fmla="*/ 1505832 w 3024845"/>
                <a:gd name="connsiteY279" fmla="*/ 700754 h 1087484"/>
                <a:gd name="connsiteX280" fmla="*/ 1505832 w 3024845"/>
                <a:gd name="connsiteY280" fmla="*/ 713724 h 1087484"/>
                <a:gd name="connsiteX281" fmla="*/ 1536232 w 3024845"/>
                <a:gd name="connsiteY281" fmla="*/ 713724 h 1087484"/>
                <a:gd name="connsiteX282" fmla="*/ 1536232 w 3024845"/>
                <a:gd name="connsiteY282" fmla="*/ 683459 h 1087484"/>
                <a:gd name="connsiteX283" fmla="*/ 1548392 w 3024845"/>
                <a:gd name="connsiteY283" fmla="*/ 683459 h 1087484"/>
                <a:gd name="connsiteX284" fmla="*/ 1560552 w 3024845"/>
                <a:gd name="connsiteY284" fmla="*/ 681298 h 1087484"/>
                <a:gd name="connsiteX285" fmla="*/ 1564606 w 3024845"/>
                <a:gd name="connsiteY285" fmla="*/ 683459 h 1087484"/>
                <a:gd name="connsiteX286" fmla="*/ 1574739 w 3024845"/>
                <a:gd name="connsiteY286" fmla="*/ 683459 h 1087484"/>
                <a:gd name="connsiteX287" fmla="*/ 1574739 w 3024845"/>
                <a:gd name="connsiteY287" fmla="*/ 713724 h 1087484"/>
                <a:gd name="connsiteX288" fmla="*/ 1582846 w 3024845"/>
                <a:gd name="connsiteY288" fmla="*/ 713724 h 1087484"/>
                <a:gd name="connsiteX289" fmla="*/ 1582846 w 3024845"/>
                <a:gd name="connsiteY289" fmla="*/ 731019 h 1087484"/>
                <a:gd name="connsiteX290" fmla="*/ 1592182 w 3024845"/>
                <a:gd name="connsiteY290" fmla="*/ 731924 h 1087484"/>
                <a:gd name="connsiteX291" fmla="*/ 1605140 w 3024845"/>
                <a:gd name="connsiteY291" fmla="*/ 731924 h 1087484"/>
                <a:gd name="connsiteX292" fmla="*/ 1605140 w 3024845"/>
                <a:gd name="connsiteY292" fmla="*/ 715886 h 1087484"/>
                <a:gd name="connsiteX293" fmla="*/ 1673096 w 3024845"/>
                <a:gd name="connsiteY293" fmla="*/ 715886 h 1087484"/>
                <a:gd name="connsiteX294" fmla="*/ 1673096 w 3024845"/>
                <a:gd name="connsiteY294" fmla="*/ 630633 h 1087484"/>
                <a:gd name="connsiteX295" fmla="*/ 1745104 w 3024845"/>
                <a:gd name="connsiteY295" fmla="*/ 630633 h 1087484"/>
                <a:gd name="connsiteX296" fmla="*/ 1745104 w 3024845"/>
                <a:gd name="connsiteY296" fmla="*/ 709401 h 1087484"/>
                <a:gd name="connsiteX297" fmla="*/ 1747008 w 3024845"/>
                <a:gd name="connsiteY297" fmla="*/ 709401 h 1087484"/>
                <a:gd name="connsiteX298" fmla="*/ 1748250 w 3024845"/>
                <a:gd name="connsiteY298" fmla="*/ 731924 h 1087484"/>
                <a:gd name="connsiteX299" fmla="*/ 1757926 w 3024845"/>
                <a:gd name="connsiteY299" fmla="*/ 731924 h 1087484"/>
                <a:gd name="connsiteX300" fmla="*/ 1759168 w 3024845"/>
                <a:gd name="connsiteY300" fmla="*/ 709401 h 1087484"/>
                <a:gd name="connsiteX301" fmla="*/ 1765248 w 3024845"/>
                <a:gd name="connsiteY301" fmla="*/ 709401 h 1087484"/>
                <a:gd name="connsiteX302" fmla="*/ 1766490 w 3024845"/>
                <a:gd name="connsiteY302" fmla="*/ 731924 h 1087484"/>
                <a:gd name="connsiteX303" fmla="*/ 1817112 w 3024845"/>
                <a:gd name="connsiteY303" fmla="*/ 731924 h 1087484"/>
                <a:gd name="connsiteX304" fmla="*/ 1817112 w 3024845"/>
                <a:gd name="connsiteY304" fmla="*/ 568896 h 1087484"/>
                <a:gd name="connsiteX305" fmla="*/ 2014439 w 3024845"/>
                <a:gd name="connsiteY305" fmla="*/ 568896 h 1087484"/>
                <a:gd name="connsiteX306" fmla="*/ 2014439 w 3024845"/>
                <a:gd name="connsiteY306" fmla="*/ 731924 h 1087484"/>
                <a:gd name="connsiteX307" fmla="*/ 2033136 w 3024845"/>
                <a:gd name="connsiteY307" fmla="*/ 731924 h 1087484"/>
                <a:gd name="connsiteX308" fmla="*/ 2033136 w 3024845"/>
                <a:gd name="connsiteY308" fmla="*/ 649231 h 1087484"/>
                <a:gd name="connsiteX309" fmla="*/ 2128256 w 3024845"/>
                <a:gd name="connsiteY309" fmla="*/ 649231 h 1087484"/>
                <a:gd name="connsiteX310" fmla="*/ 2146266 w 3024845"/>
                <a:gd name="connsiteY310" fmla="*/ 160309 h 1087484"/>
                <a:gd name="connsiteX311" fmla="*/ 2150320 w 3024845"/>
                <a:gd name="connsiteY311" fmla="*/ 88970 h 1087484"/>
                <a:gd name="connsiteX312" fmla="*/ 2152346 w 3024845"/>
                <a:gd name="connsiteY312" fmla="*/ 28441 h 1087484"/>
                <a:gd name="connsiteX313" fmla="*/ 2180720 w 3024845"/>
                <a:gd name="connsiteY313" fmla="*/ 584018 h 1087484"/>
                <a:gd name="connsiteX314" fmla="*/ 2245574 w 3024845"/>
                <a:gd name="connsiteY314" fmla="*/ 584018 h 1087484"/>
                <a:gd name="connsiteX315" fmla="*/ 2245574 w 3024845"/>
                <a:gd name="connsiteY315" fmla="*/ 659680 h 1087484"/>
                <a:gd name="connsiteX316" fmla="*/ 2253681 w 3024845"/>
                <a:gd name="connsiteY316" fmla="*/ 659680 h 1087484"/>
                <a:gd name="connsiteX317" fmla="*/ 2255708 w 3024845"/>
                <a:gd name="connsiteY317" fmla="*/ 653195 h 1087484"/>
                <a:gd name="connsiteX318" fmla="*/ 2261788 w 3024845"/>
                <a:gd name="connsiteY318" fmla="*/ 653195 h 1087484"/>
                <a:gd name="connsiteX319" fmla="*/ 2263815 w 3024845"/>
                <a:gd name="connsiteY319" fmla="*/ 661842 h 1087484"/>
                <a:gd name="connsiteX320" fmla="*/ 2275975 w 3024845"/>
                <a:gd name="connsiteY320" fmla="*/ 661842 h 1087484"/>
                <a:gd name="connsiteX321" fmla="*/ 2275975 w 3024845"/>
                <a:gd name="connsiteY321" fmla="*/ 655356 h 1087484"/>
                <a:gd name="connsiteX322" fmla="*/ 2298268 w 3024845"/>
                <a:gd name="connsiteY322" fmla="*/ 655356 h 1087484"/>
                <a:gd name="connsiteX323" fmla="*/ 2298268 w 3024845"/>
                <a:gd name="connsiteY323" fmla="*/ 661842 h 1087484"/>
                <a:gd name="connsiteX324" fmla="*/ 2318535 w 3024845"/>
                <a:gd name="connsiteY324" fmla="*/ 661842 h 1087484"/>
                <a:gd name="connsiteX325" fmla="*/ 2318535 w 3024845"/>
                <a:gd name="connsiteY325" fmla="*/ 707239 h 1087484"/>
                <a:gd name="connsiteX326" fmla="*/ 2332722 w 3024845"/>
                <a:gd name="connsiteY326" fmla="*/ 707239 h 1087484"/>
                <a:gd name="connsiteX327" fmla="*/ 2332722 w 3024845"/>
                <a:gd name="connsiteY327" fmla="*/ 694268 h 1087484"/>
                <a:gd name="connsiteX328" fmla="*/ 2348936 w 3024845"/>
                <a:gd name="connsiteY328" fmla="*/ 694268 h 1087484"/>
                <a:gd name="connsiteX329" fmla="*/ 2348936 w 3024845"/>
                <a:gd name="connsiteY329" fmla="*/ 514841 h 1087484"/>
                <a:gd name="connsiteX330" fmla="*/ 2355016 w 3024845"/>
                <a:gd name="connsiteY330" fmla="*/ 508355 h 1087484"/>
                <a:gd name="connsiteX331" fmla="*/ 2427977 w 3024845"/>
                <a:gd name="connsiteY331" fmla="*/ 508355 h 1087484"/>
                <a:gd name="connsiteX332" fmla="*/ 2427977 w 3024845"/>
                <a:gd name="connsiteY332" fmla="*/ 517003 h 1087484"/>
                <a:gd name="connsiteX333" fmla="*/ 2438110 w 3024845"/>
                <a:gd name="connsiteY333" fmla="*/ 517003 h 1087484"/>
                <a:gd name="connsiteX334" fmla="*/ 2438110 w 3024845"/>
                <a:gd name="connsiteY334" fmla="*/ 631577 h 1087484"/>
                <a:gd name="connsiteX335" fmla="*/ 2460404 w 3024845"/>
                <a:gd name="connsiteY335" fmla="*/ 631577 h 1087484"/>
                <a:gd name="connsiteX336" fmla="*/ 2460404 w 3024845"/>
                <a:gd name="connsiteY336" fmla="*/ 564562 h 1087484"/>
                <a:gd name="connsiteX337" fmla="*/ 2486751 w 3024845"/>
                <a:gd name="connsiteY337" fmla="*/ 564562 h 1087484"/>
                <a:gd name="connsiteX338" fmla="*/ 2490804 w 3024845"/>
                <a:gd name="connsiteY338" fmla="*/ 560238 h 1087484"/>
                <a:gd name="connsiteX339" fmla="*/ 2498911 w 3024845"/>
                <a:gd name="connsiteY339" fmla="*/ 560238 h 1087484"/>
                <a:gd name="connsiteX340" fmla="*/ 2502964 w 3024845"/>
                <a:gd name="connsiteY340" fmla="*/ 564562 h 1087484"/>
                <a:gd name="connsiteX341" fmla="*/ 2525258 w 3024845"/>
                <a:gd name="connsiteY341" fmla="*/ 564562 h 1087484"/>
                <a:gd name="connsiteX342" fmla="*/ 2525258 w 3024845"/>
                <a:gd name="connsiteY342" fmla="*/ 447826 h 1087484"/>
                <a:gd name="connsiteX343" fmla="*/ 2582005 w 3024845"/>
                <a:gd name="connsiteY343" fmla="*/ 437017 h 1087484"/>
                <a:gd name="connsiteX344" fmla="*/ 2582005 w 3024845"/>
                <a:gd name="connsiteY344" fmla="*/ 438098 h 1087484"/>
                <a:gd name="connsiteX345" fmla="*/ 2582005 w 3024845"/>
                <a:gd name="connsiteY345" fmla="*/ 445664 h 1087484"/>
                <a:gd name="connsiteX346" fmla="*/ 2608352 w 3024845"/>
                <a:gd name="connsiteY346" fmla="*/ 445664 h 1087484"/>
                <a:gd name="connsiteX347" fmla="*/ 2608352 w 3024845"/>
                <a:gd name="connsiteY347" fmla="*/ 700754 h 1087484"/>
                <a:gd name="connsiteX348" fmla="*/ 2630646 w 3024845"/>
                <a:gd name="connsiteY348" fmla="*/ 700754 h 1087484"/>
                <a:gd name="connsiteX349" fmla="*/ 2630646 w 3024845"/>
                <a:gd name="connsiteY349" fmla="*/ 696430 h 1087484"/>
                <a:gd name="connsiteX350" fmla="*/ 2642806 w 3024845"/>
                <a:gd name="connsiteY350" fmla="*/ 696430 h 1087484"/>
                <a:gd name="connsiteX351" fmla="*/ 2642806 w 3024845"/>
                <a:gd name="connsiteY351" fmla="*/ 700754 h 1087484"/>
                <a:gd name="connsiteX352" fmla="*/ 2667126 w 3024845"/>
                <a:gd name="connsiteY352" fmla="*/ 700754 h 1087484"/>
                <a:gd name="connsiteX353" fmla="*/ 2667126 w 3024845"/>
                <a:gd name="connsiteY353" fmla="*/ 687783 h 1087484"/>
                <a:gd name="connsiteX354" fmla="*/ 2695500 w 3024845"/>
                <a:gd name="connsiteY354" fmla="*/ 687783 h 1087484"/>
                <a:gd name="connsiteX355" fmla="*/ 2707660 w 3024845"/>
                <a:gd name="connsiteY355" fmla="*/ 683459 h 1087484"/>
                <a:gd name="connsiteX356" fmla="*/ 2727927 w 3024845"/>
                <a:gd name="connsiteY356" fmla="*/ 687783 h 1087484"/>
                <a:gd name="connsiteX357" fmla="*/ 2727927 w 3024845"/>
                <a:gd name="connsiteY357" fmla="*/ 670489 h 1087484"/>
                <a:gd name="connsiteX358" fmla="*/ 2736034 w 3024845"/>
                <a:gd name="connsiteY358" fmla="*/ 670489 h 1087484"/>
                <a:gd name="connsiteX359" fmla="*/ 2736034 w 3024845"/>
                <a:gd name="connsiteY359" fmla="*/ 657518 h 1087484"/>
                <a:gd name="connsiteX360" fmla="*/ 2792781 w 3024845"/>
                <a:gd name="connsiteY360" fmla="*/ 657518 h 1087484"/>
                <a:gd name="connsiteX361" fmla="*/ 2792781 w 3024845"/>
                <a:gd name="connsiteY361" fmla="*/ 627253 h 1087484"/>
                <a:gd name="connsiteX362" fmla="*/ 2811021 w 3024845"/>
                <a:gd name="connsiteY362" fmla="*/ 627253 h 1087484"/>
                <a:gd name="connsiteX363" fmla="*/ 2811021 w 3024845"/>
                <a:gd name="connsiteY363" fmla="*/ 620768 h 1087484"/>
                <a:gd name="connsiteX364" fmla="*/ 2823181 w 3024845"/>
                <a:gd name="connsiteY364" fmla="*/ 620768 h 1087484"/>
                <a:gd name="connsiteX365" fmla="*/ 2823181 w 3024845"/>
                <a:gd name="connsiteY365" fmla="*/ 627253 h 1087484"/>
                <a:gd name="connsiteX366" fmla="*/ 2839395 w 3024845"/>
                <a:gd name="connsiteY366" fmla="*/ 627253 h 1087484"/>
                <a:gd name="connsiteX367" fmla="*/ 2839395 w 3024845"/>
                <a:gd name="connsiteY367" fmla="*/ 676974 h 1087484"/>
                <a:gd name="connsiteX368" fmla="*/ 2871822 w 3024845"/>
                <a:gd name="connsiteY368" fmla="*/ 676974 h 1087484"/>
                <a:gd name="connsiteX369" fmla="*/ 2871822 w 3024845"/>
                <a:gd name="connsiteY369" fmla="*/ 651033 h 1087484"/>
                <a:gd name="connsiteX370" fmla="*/ 2910329 w 3024845"/>
                <a:gd name="connsiteY370" fmla="*/ 651033 h 1087484"/>
                <a:gd name="connsiteX371" fmla="*/ 2910329 w 3024845"/>
                <a:gd name="connsiteY371" fmla="*/ 620768 h 1087484"/>
                <a:gd name="connsiteX372" fmla="*/ 2958970 w 3024845"/>
                <a:gd name="connsiteY372" fmla="*/ 620768 h 1087484"/>
                <a:gd name="connsiteX373" fmla="*/ 2958970 w 3024845"/>
                <a:gd name="connsiteY373" fmla="*/ 731924 h 1087484"/>
                <a:gd name="connsiteX374" fmla="*/ 2958970 w 3024845"/>
                <a:gd name="connsiteY374" fmla="*/ 745703 h 1087484"/>
                <a:gd name="connsiteX375" fmla="*/ 3024845 w 3024845"/>
                <a:gd name="connsiteY375" fmla="*/ 745703 h 1087484"/>
                <a:gd name="connsiteX376" fmla="*/ 3024845 w 3024845"/>
                <a:gd name="connsiteY376" fmla="*/ 1087484 h 1087484"/>
                <a:gd name="connsiteX377" fmla="*/ 2054 w 3024845"/>
                <a:gd name="connsiteY377" fmla="*/ 1085151 h 1087484"/>
                <a:gd name="connsiteX378" fmla="*/ 0 w 3024845"/>
                <a:gd name="connsiteY378" fmla="*/ 651033 h 1087484"/>
                <a:gd name="connsiteX379" fmla="*/ 20267 w 3024845"/>
                <a:gd name="connsiteY379" fmla="*/ 651033 h 1087484"/>
                <a:gd name="connsiteX380" fmla="*/ 20774 w 3024845"/>
                <a:gd name="connsiteY380" fmla="*/ 649952 h 1087484"/>
                <a:gd name="connsiteX381" fmla="*/ 24320 w 3024845"/>
                <a:gd name="connsiteY381" fmla="*/ 642386 h 1087484"/>
                <a:gd name="connsiteX382" fmla="*/ 26094 w 3024845"/>
                <a:gd name="connsiteY382" fmla="*/ 642656 h 1087484"/>
                <a:gd name="connsiteX383" fmla="*/ 38507 w 3024845"/>
                <a:gd name="connsiteY383" fmla="*/ 644547 h 1087484"/>
                <a:gd name="connsiteX384" fmla="*/ 39014 w 3024845"/>
                <a:gd name="connsiteY384" fmla="*/ 645899 h 1087484"/>
                <a:gd name="connsiteX385" fmla="*/ 42560 w 3024845"/>
                <a:gd name="connsiteY385" fmla="*/ 655356 h 1087484"/>
                <a:gd name="connsiteX386" fmla="*/ 68907 w 3024845"/>
                <a:gd name="connsiteY386" fmla="*/ 657518 h 1087484"/>
                <a:gd name="connsiteX387" fmla="*/ 68907 w 3024845"/>
                <a:gd name="connsiteY387" fmla="*/ 534297 h 1087484"/>
                <a:gd name="connsiteX388" fmla="*/ 70934 w 3024845"/>
                <a:gd name="connsiteY388" fmla="*/ 534297 h 1087484"/>
                <a:gd name="connsiteX389" fmla="*/ 85121 w 3024845"/>
                <a:gd name="connsiteY389" fmla="*/ 534297 h 1087484"/>
                <a:gd name="connsiteX390" fmla="*/ 85121 w 3024845"/>
                <a:gd name="connsiteY390" fmla="*/ 398105 h 1087484"/>
                <a:gd name="connsiteX391" fmla="*/ 86894 w 3024845"/>
                <a:gd name="connsiteY391" fmla="*/ 398105 h 1087484"/>
                <a:gd name="connsiteX392" fmla="*/ 99308 w 3024845"/>
                <a:gd name="connsiteY392" fmla="*/ 398105 h 1087484"/>
                <a:gd name="connsiteX393" fmla="*/ 99308 w 3024845"/>
                <a:gd name="connsiteY393" fmla="*/ 283531 h 1087484"/>
                <a:gd name="connsiteX394" fmla="*/ 103361 w 3024845"/>
                <a:gd name="connsiteY394" fmla="*/ 255427 h 1087484"/>
                <a:gd name="connsiteX395" fmla="*/ 105388 w 3024845"/>
                <a:gd name="connsiteY395" fmla="*/ 255427 h 1087484"/>
                <a:gd name="connsiteX396" fmla="*/ 119575 w 3024845"/>
                <a:gd name="connsiteY396" fmla="*/ 255427 h 1087484"/>
                <a:gd name="connsiteX0" fmla="*/ 119575 w 3024845"/>
                <a:gd name="connsiteY0" fmla="*/ 200101 h 1032158"/>
                <a:gd name="connsiteX1" fmla="*/ 200642 w 3024845"/>
                <a:gd name="connsiteY1" fmla="*/ 197940 h 1032158"/>
                <a:gd name="connsiteX2" fmla="*/ 202669 w 3024845"/>
                <a:gd name="connsiteY2" fmla="*/ 197940 h 1032158"/>
                <a:gd name="connsiteX3" fmla="*/ 216856 w 3024845"/>
                <a:gd name="connsiteY3" fmla="*/ 197940 h 1032158"/>
                <a:gd name="connsiteX4" fmla="*/ 216856 w 3024845"/>
                <a:gd name="connsiteY4" fmla="*/ 221719 h 1032158"/>
                <a:gd name="connsiteX5" fmla="*/ 217363 w 3024845"/>
                <a:gd name="connsiteY5" fmla="*/ 222530 h 1032158"/>
                <a:gd name="connsiteX6" fmla="*/ 220909 w 3024845"/>
                <a:gd name="connsiteY6" fmla="*/ 228205 h 1032158"/>
                <a:gd name="connsiteX7" fmla="*/ 220909 w 3024845"/>
                <a:gd name="connsiteY7" fmla="*/ 342779 h 1032158"/>
                <a:gd name="connsiteX8" fmla="*/ 223189 w 3024845"/>
                <a:gd name="connsiteY8" fmla="*/ 342779 h 1032158"/>
                <a:gd name="connsiteX9" fmla="*/ 239150 w 3024845"/>
                <a:gd name="connsiteY9" fmla="*/ 342779 h 1032158"/>
                <a:gd name="connsiteX10" fmla="*/ 239150 w 3024845"/>
                <a:gd name="connsiteY10" fmla="*/ 483294 h 1032158"/>
                <a:gd name="connsiteX11" fmla="*/ 240670 w 3024845"/>
                <a:gd name="connsiteY11" fmla="*/ 483024 h 1032158"/>
                <a:gd name="connsiteX12" fmla="*/ 251310 w 3024845"/>
                <a:gd name="connsiteY12" fmla="*/ 481133 h 1032158"/>
                <a:gd name="connsiteX13" fmla="*/ 249283 w 3024845"/>
                <a:gd name="connsiteY13" fmla="*/ 569765 h 1032158"/>
                <a:gd name="connsiteX14" fmla="*/ 250803 w 3024845"/>
                <a:gd name="connsiteY14" fmla="*/ 570036 h 1032158"/>
                <a:gd name="connsiteX15" fmla="*/ 261443 w 3024845"/>
                <a:gd name="connsiteY15" fmla="*/ 571927 h 1032158"/>
                <a:gd name="connsiteX16" fmla="*/ 261696 w 3024845"/>
                <a:gd name="connsiteY16" fmla="*/ 572738 h 1032158"/>
                <a:gd name="connsiteX17" fmla="*/ 263470 w 3024845"/>
                <a:gd name="connsiteY17" fmla="*/ 578413 h 1032158"/>
                <a:gd name="connsiteX18" fmla="*/ 264230 w 3024845"/>
                <a:gd name="connsiteY18" fmla="*/ 575981 h 1032158"/>
                <a:gd name="connsiteX19" fmla="*/ 269550 w 3024845"/>
                <a:gd name="connsiteY19" fmla="*/ 558957 h 1032158"/>
                <a:gd name="connsiteX20" fmla="*/ 271323 w 3024845"/>
                <a:gd name="connsiteY20" fmla="*/ 558957 h 1032158"/>
                <a:gd name="connsiteX21" fmla="*/ 283737 w 3024845"/>
                <a:gd name="connsiteY21" fmla="*/ 558957 h 1032158"/>
                <a:gd name="connsiteX22" fmla="*/ 283737 w 3024845"/>
                <a:gd name="connsiteY22" fmla="*/ 591383 h 1032158"/>
                <a:gd name="connsiteX23" fmla="*/ 284750 w 3024845"/>
                <a:gd name="connsiteY23" fmla="*/ 591924 h 1032158"/>
                <a:gd name="connsiteX24" fmla="*/ 291844 w 3024845"/>
                <a:gd name="connsiteY24" fmla="*/ 595707 h 1032158"/>
                <a:gd name="connsiteX25" fmla="*/ 291844 w 3024845"/>
                <a:gd name="connsiteY25" fmla="*/ 597058 h 1032158"/>
                <a:gd name="connsiteX26" fmla="*/ 291844 w 3024845"/>
                <a:gd name="connsiteY26" fmla="*/ 606516 h 1032158"/>
                <a:gd name="connsiteX27" fmla="*/ 336431 w 3024845"/>
                <a:gd name="connsiteY27" fmla="*/ 606516 h 1032158"/>
                <a:gd name="connsiteX28" fmla="*/ 336431 w 3024845"/>
                <a:gd name="connsiteY28" fmla="*/ 607597 h 1032158"/>
                <a:gd name="connsiteX29" fmla="*/ 336431 w 3024845"/>
                <a:gd name="connsiteY29" fmla="*/ 615163 h 1032158"/>
                <a:gd name="connsiteX30" fmla="*/ 338457 w 3024845"/>
                <a:gd name="connsiteY30" fmla="*/ 615163 h 1032158"/>
                <a:gd name="connsiteX31" fmla="*/ 352644 w 3024845"/>
                <a:gd name="connsiteY31" fmla="*/ 615163 h 1032158"/>
                <a:gd name="connsiteX32" fmla="*/ 352644 w 3024845"/>
                <a:gd name="connsiteY32" fmla="*/ 584898 h 1032158"/>
                <a:gd name="connsiteX33" fmla="*/ 397231 w 3024845"/>
                <a:gd name="connsiteY33" fmla="*/ 584898 h 1032158"/>
                <a:gd name="connsiteX34" fmla="*/ 397231 w 3024845"/>
                <a:gd name="connsiteY34" fmla="*/ 583547 h 1032158"/>
                <a:gd name="connsiteX35" fmla="*/ 397231 w 3024845"/>
                <a:gd name="connsiteY35" fmla="*/ 574089 h 1032158"/>
                <a:gd name="connsiteX36" fmla="*/ 398245 w 3024845"/>
                <a:gd name="connsiteY36" fmla="*/ 574089 h 1032158"/>
                <a:gd name="connsiteX37" fmla="*/ 405338 w 3024845"/>
                <a:gd name="connsiteY37" fmla="*/ 574089 h 1032158"/>
                <a:gd name="connsiteX38" fmla="*/ 405338 w 3024845"/>
                <a:gd name="connsiteY38" fmla="*/ 572198 h 1032158"/>
                <a:gd name="connsiteX39" fmla="*/ 405338 w 3024845"/>
                <a:gd name="connsiteY39" fmla="*/ 558957 h 1032158"/>
                <a:gd name="connsiteX40" fmla="*/ 406098 w 3024845"/>
                <a:gd name="connsiteY40" fmla="*/ 558957 h 1032158"/>
                <a:gd name="connsiteX41" fmla="*/ 411418 w 3024845"/>
                <a:gd name="connsiteY41" fmla="*/ 558957 h 1032158"/>
                <a:gd name="connsiteX42" fmla="*/ 411418 w 3024845"/>
                <a:gd name="connsiteY42" fmla="*/ 557876 h 1032158"/>
                <a:gd name="connsiteX43" fmla="*/ 411418 w 3024845"/>
                <a:gd name="connsiteY43" fmla="*/ 550309 h 1032158"/>
                <a:gd name="connsiteX44" fmla="*/ 413445 w 3024845"/>
                <a:gd name="connsiteY44" fmla="*/ 550309 h 1032158"/>
                <a:gd name="connsiteX45" fmla="*/ 427632 w 3024845"/>
                <a:gd name="connsiteY45" fmla="*/ 550309 h 1032158"/>
                <a:gd name="connsiteX46" fmla="*/ 427632 w 3024845"/>
                <a:gd name="connsiteY46" fmla="*/ 551390 h 1032158"/>
                <a:gd name="connsiteX47" fmla="*/ 427632 w 3024845"/>
                <a:gd name="connsiteY47" fmla="*/ 558957 h 1032158"/>
                <a:gd name="connsiteX48" fmla="*/ 449925 w 3024845"/>
                <a:gd name="connsiteY48" fmla="*/ 558957 h 1032158"/>
                <a:gd name="connsiteX49" fmla="*/ 449925 w 3024845"/>
                <a:gd name="connsiteY49" fmla="*/ 557065 h 1032158"/>
                <a:gd name="connsiteX50" fmla="*/ 449925 w 3024845"/>
                <a:gd name="connsiteY50" fmla="*/ 543824 h 1032158"/>
                <a:gd name="connsiteX51" fmla="*/ 451699 w 3024845"/>
                <a:gd name="connsiteY51" fmla="*/ 543824 h 1032158"/>
                <a:gd name="connsiteX52" fmla="*/ 464112 w 3024845"/>
                <a:gd name="connsiteY52" fmla="*/ 543824 h 1032158"/>
                <a:gd name="connsiteX53" fmla="*/ 464112 w 3024845"/>
                <a:gd name="connsiteY53" fmla="*/ 567604 h 1032158"/>
                <a:gd name="connsiteX54" fmla="*/ 465126 w 3024845"/>
                <a:gd name="connsiteY54" fmla="*/ 567604 h 1032158"/>
                <a:gd name="connsiteX55" fmla="*/ 472219 w 3024845"/>
                <a:gd name="connsiteY55" fmla="*/ 567604 h 1032158"/>
                <a:gd name="connsiteX56" fmla="*/ 472219 w 3024845"/>
                <a:gd name="connsiteY56" fmla="*/ 566523 h 1032158"/>
                <a:gd name="connsiteX57" fmla="*/ 472219 w 3024845"/>
                <a:gd name="connsiteY57" fmla="*/ 558957 h 1032158"/>
                <a:gd name="connsiteX58" fmla="*/ 473992 w 3024845"/>
                <a:gd name="connsiteY58" fmla="*/ 558957 h 1032158"/>
                <a:gd name="connsiteX59" fmla="*/ 486406 w 3024845"/>
                <a:gd name="connsiteY59" fmla="*/ 558957 h 1032158"/>
                <a:gd name="connsiteX60" fmla="*/ 486406 w 3024845"/>
                <a:gd name="connsiteY60" fmla="*/ 584898 h 1032158"/>
                <a:gd name="connsiteX61" fmla="*/ 488433 w 3024845"/>
                <a:gd name="connsiteY61" fmla="*/ 584898 h 1032158"/>
                <a:gd name="connsiteX62" fmla="*/ 502619 w 3024845"/>
                <a:gd name="connsiteY62" fmla="*/ 584898 h 1032158"/>
                <a:gd name="connsiteX63" fmla="*/ 502619 w 3024845"/>
                <a:gd name="connsiteY63" fmla="*/ 586519 h 1032158"/>
                <a:gd name="connsiteX64" fmla="*/ 502619 w 3024845"/>
                <a:gd name="connsiteY64" fmla="*/ 597869 h 1032158"/>
                <a:gd name="connsiteX65" fmla="*/ 503379 w 3024845"/>
                <a:gd name="connsiteY65" fmla="*/ 597869 h 1032158"/>
                <a:gd name="connsiteX66" fmla="*/ 508700 w 3024845"/>
                <a:gd name="connsiteY66" fmla="*/ 597869 h 1032158"/>
                <a:gd name="connsiteX67" fmla="*/ 508700 w 3024845"/>
                <a:gd name="connsiteY67" fmla="*/ 597058 h 1032158"/>
                <a:gd name="connsiteX68" fmla="*/ 508700 w 3024845"/>
                <a:gd name="connsiteY68" fmla="*/ 591383 h 1032158"/>
                <a:gd name="connsiteX69" fmla="*/ 539100 w 3024845"/>
                <a:gd name="connsiteY69" fmla="*/ 591383 h 1032158"/>
                <a:gd name="connsiteX70" fmla="*/ 539100 w 3024845"/>
                <a:gd name="connsiteY70" fmla="*/ 615163 h 1032158"/>
                <a:gd name="connsiteX71" fmla="*/ 540113 w 3024845"/>
                <a:gd name="connsiteY71" fmla="*/ 615163 h 1032158"/>
                <a:gd name="connsiteX72" fmla="*/ 547207 w 3024845"/>
                <a:gd name="connsiteY72" fmla="*/ 615163 h 1032158"/>
                <a:gd name="connsiteX73" fmla="*/ 547207 w 3024845"/>
                <a:gd name="connsiteY73" fmla="*/ 616244 h 1032158"/>
                <a:gd name="connsiteX74" fmla="*/ 547207 w 3024845"/>
                <a:gd name="connsiteY74" fmla="*/ 623810 h 1032158"/>
                <a:gd name="connsiteX75" fmla="*/ 547967 w 3024845"/>
                <a:gd name="connsiteY75" fmla="*/ 623810 h 1032158"/>
                <a:gd name="connsiteX76" fmla="*/ 553287 w 3024845"/>
                <a:gd name="connsiteY76" fmla="*/ 623810 h 1032158"/>
                <a:gd name="connsiteX77" fmla="*/ 553287 w 3024845"/>
                <a:gd name="connsiteY77" fmla="*/ 621648 h 1032158"/>
                <a:gd name="connsiteX78" fmla="*/ 553287 w 3024845"/>
                <a:gd name="connsiteY78" fmla="*/ 606516 h 1032158"/>
                <a:gd name="connsiteX79" fmla="*/ 554300 w 3024845"/>
                <a:gd name="connsiteY79" fmla="*/ 606516 h 1032158"/>
                <a:gd name="connsiteX80" fmla="*/ 561394 w 3024845"/>
                <a:gd name="connsiteY80" fmla="*/ 606516 h 1032158"/>
                <a:gd name="connsiteX81" fmla="*/ 561394 w 3024845"/>
                <a:gd name="connsiteY81" fmla="*/ 607597 h 1032158"/>
                <a:gd name="connsiteX82" fmla="*/ 561394 w 3024845"/>
                <a:gd name="connsiteY82" fmla="*/ 615163 h 1032158"/>
                <a:gd name="connsiteX83" fmla="*/ 566714 w 3024845"/>
                <a:gd name="connsiteY83" fmla="*/ 613170 h 1032158"/>
                <a:gd name="connsiteX84" fmla="*/ 567474 w 3024845"/>
                <a:gd name="connsiteY84" fmla="*/ 612190 h 1032158"/>
                <a:gd name="connsiteX85" fmla="*/ 567474 w 3024845"/>
                <a:gd name="connsiteY85" fmla="*/ 606516 h 1032158"/>
                <a:gd name="connsiteX86" fmla="*/ 605981 w 3024845"/>
                <a:gd name="connsiteY86" fmla="*/ 606516 h 1032158"/>
                <a:gd name="connsiteX87" fmla="*/ 605981 w 3024845"/>
                <a:gd name="connsiteY87" fmla="*/ 630295 h 1032158"/>
                <a:gd name="connsiteX88" fmla="*/ 608007 w 3024845"/>
                <a:gd name="connsiteY88" fmla="*/ 630295 h 1032158"/>
                <a:gd name="connsiteX89" fmla="*/ 622194 w 3024845"/>
                <a:gd name="connsiteY89" fmla="*/ 630295 h 1032158"/>
                <a:gd name="connsiteX90" fmla="*/ 622194 w 3024845"/>
                <a:gd name="connsiteY90" fmla="*/ 631376 h 1032158"/>
                <a:gd name="connsiteX91" fmla="*/ 622194 w 3024845"/>
                <a:gd name="connsiteY91" fmla="*/ 638942 h 1032158"/>
                <a:gd name="connsiteX92" fmla="*/ 623968 w 3024845"/>
                <a:gd name="connsiteY92" fmla="*/ 638942 h 1032158"/>
                <a:gd name="connsiteX93" fmla="*/ 636381 w 3024845"/>
                <a:gd name="connsiteY93" fmla="*/ 638942 h 1032158"/>
                <a:gd name="connsiteX94" fmla="*/ 636381 w 3024845"/>
                <a:gd name="connsiteY94" fmla="*/ 615163 h 1032158"/>
                <a:gd name="connsiteX95" fmla="*/ 637394 w 3024845"/>
                <a:gd name="connsiteY95" fmla="*/ 615163 h 1032158"/>
                <a:gd name="connsiteX96" fmla="*/ 644488 w 3024845"/>
                <a:gd name="connsiteY96" fmla="*/ 615163 h 1032158"/>
                <a:gd name="connsiteX97" fmla="*/ 644488 w 3024845"/>
                <a:gd name="connsiteY97" fmla="*/ 582736 h 1032158"/>
                <a:gd name="connsiteX98" fmla="*/ 645501 w 3024845"/>
                <a:gd name="connsiteY98" fmla="*/ 582736 h 1032158"/>
                <a:gd name="connsiteX99" fmla="*/ 652595 w 3024845"/>
                <a:gd name="connsiteY99" fmla="*/ 582736 h 1032158"/>
                <a:gd name="connsiteX100" fmla="*/ 652595 w 3024845"/>
                <a:gd name="connsiteY100" fmla="*/ 580845 h 1032158"/>
                <a:gd name="connsiteX101" fmla="*/ 652595 w 3024845"/>
                <a:gd name="connsiteY101" fmla="*/ 567604 h 1032158"/>
                <a:gd name="connsiteX102" fmla="*/ 651328 w 3024845"/>
                <a:gd name="connsiteY102" fmla="*/ 565982 h 1032158"/>
                <a:gd name="connsiteX103" fmla="*/ 656648 w 3024845"/>
                <a:gd name="connsiteY103" fmla="*/ 554633 h 1032158"/>
                <a:gd name="connsiteX104" fmla="*/ 664755 w 3024845"/>
                <a:gd name="connsiteY104" fmla="*/ 582736 h 1032158"/>
                <a:gd name="connsiteX105" fmla="*/ 665515 w 3024845"/>
                <a:gd name="connsiteY105" fmla="*/ 582736 h 1032158"/>
                <a:gd name="connsiteX106" fmla="*/ 670835 w 3024845"/>
                <a:gd name="connsiteY106" fmla="*/ 582736 h 1032158"/>
                <a:gd name="connsiteX107" fmla="*/ 670835 w 3024845"/>
                <a:gd name="connsiteY107" fmla="*/ 476809 h 1032158"/>
                <a:gd name="connsiteX108" fmla="*/ 672355 w 3024845"/>
                <a:gd name="connsiteY108" fmla="*/ 476809 h 1032158"/>
                <a:gd name="connsiteX109" fmla="*/ 682995 w 3024845"/>
                <a:gd name="connsiteY109" fmla="*/ 476809 h 1032158"/>
                <a:gd name="connsiteX110" fmla="*/ 682995 w 3024845"/>
                <a:gd name="connsiteY110" fmla="*/ 429250 h 1032158"/>
                <a:gd name="connsiteX111" fmla="*/ 709342 w 3024845"/>
                <a:gd name="connsiteY111" fmla="*/ 429250 h 1032158"/>
                <a:gd name="connsiteX112" fmla="*/ 709342 w 3024845"/>
                <a:gd name="connsiteY112" fmla="*/ 407632 h 1032158"/>
                <a:gd name="connsiteX113" fmla="*/ 743796 w 3024845"/>
                <a:gd name="connsiteY113" fmla="*/ 407632 h 1032158"/>
                <a:gd name="connsiteX114" fmla="*/ 743796 w 3024845"/>
                <a:gd name="connsiteY114" fmla="*/ 410064 h 1032158"/>
                <a:gd name="connsiteX115" fmla="*/ 743796 w 3024845"/>
                <a:gd name="connsiteY115" fmla="*/ 427088 h 1032158"/>
                <a:gd name="connsiteX116" fmla="*/ 746076 w 3024845"/>
                <a:gd name="connsiteY116" fmla="*/ 427088 h 1032158"/>
                <a:gd name="connsiteX117" fmla="*/ 762036 w 3024845"/>
                <a:gd name="connsiteY117" fmla="*/ 427088 h 1032158"/>
                <a:gd name="connsiteX118" fmla="*/ 762036 w 3024845"/>
                <a:gd name="connsiteY118" fmla="*/ 474647 h 1032158"/>
                <a:gd name="connsiteX119" fmla="*/ 763049 w 3024845"/>
                <a:gd name="connsiteY119" fmla="*/ 474647 h 1032158"/>
                <a:gd name="connsiteX120" fmla="*/ 770143 w 3024845"/>
                <a:gd name="connsiteY120" fmla="*/ 474647 h 1032158"/>
                <a:gd name="connsiteX121" fmla="*/ 784330 w 3024845"/>
                <a:gd name="connsiteY121" fmla="*/ 478971 h 1032158"/>
                <a:gd name="connsiteX122" fmla="*/ 784330 w 3024845"/>
                <a:gd name="connsiteY122" fmla="*/ 517883 h 1032158"/>
                <a:gd name="connsiteX123" fmla="*/ 785343 w 3024845"/>
                <a:gd name="connsiteY123" fmla="*/ 517883 h 1032158"/>
                <a:gd name="connsiteX124" fmla="*/ 792436 w 3024845"/>
                <a:gd name="connsiteY124" fmla="*/ 517883 h 1032158"/>
                <a:gd name="connsiteX125" fmla="*/ 792436 w 3024845"/>
                <a:gd name="connsiteY125" fmla="*/ 519504 h 1032158"/>
                <a:gd name="connsiteX126" fmla="*/ 792436 w 3024845"/>
                <a:gd name="connsiteY126" fmla="*/ 530853 h 1032158"/>
                <a:gd name="connsiteX127" fmla="*/ 794463 w 3024845"/>
                <a:gd name="connsiteY127" fmla="*/ 530853 h 1032158"/>
                <a:gd name="connsiteX128" fmla="*/ 808650 w 3024845"/>
                <a:gd name="connsiteY128" fmla="*/ 530853 h 1032158"/>
                <a:gd name="connsiteX129" fmla="*/ 814730 w 3024845"/>
                <a:gd name="connsiteY129" fmla="*/ 537339 h 1032158"/>
                <a:gd name="connsiteX130" fmla="*/ 814730 w 3024845"/>
                <a:gd name="connsiteY130" fmla="*/ 558957 h 1032158"/>
                <a:gd name="connsiteX131" fmla="*/ 817010 w 3024845"/>
                <a:gd name="connsiteY131" fmla="*/ 558957 h 1032158"/>
                <a:gd name="connsiteX132" fmla="*/ 832970 w 3024845"/>
                <a:gd name="connsiteY132" fmla="*/ 558957 h 1032158"/>
                <a:gd name="connsiteX133" fmla="*/ 832970 w 3024845"/>
                <a:gd name="connsiteY133" fmla="*/ 560037 h 1032158"/>
                <a:gd name="connsiteX134" fmla="*/ 832970 w 3024845"/>
                <a:gd name="connsiteY134" fmla="*/ 567604 h 1032158"/>
                <a:gd name="connsiteX135" fmla="*/ 834237 w 3024845"/>
                <a:gd name="connsiteY135" fmla="*/ 567604 h 1032158"/>
                <a:gd name="connsiteX136" fmla="*/ 843104 w 3024845"/>
                <a:gd name="connsiteY136" fmla="*/ 567604 h 1032158"/>
                <a:gd name="connsiteX137" fmla="*/ 843104 w 3024845"/>
                <a:gd name="connsiteY137" fmla="*/ 569765 h 1032158"/>
                <a:gd name="connsiteX138" fmla="*/ 843104 w 3024845"/>
                <a:gd name="connsiteY138" fmla="*/ 584898 h 1032158"/>
                <a:gd name="connsiteX139" fmla="*/ 847157 w 3024845"/>
                <a:gd name="connsiteY139" fmla="*/ 583006 h 1032158"/>
                <a:gd name="connsiteX140" fmla="*/ 847157 w 3024845"/>
                <a:gd name="connsiteY140" fmla="*/ 569765 h 1032158"/>
                <a:gd name="connsiteX141" fmla="*/ 848170 w 3024845"/>
                <a:gd name="connsiteY141" fmla="*/ 569765 h 1032158"/>
                <a:gd name="connsiteX142" fmla="*/ 855264 w 3024845"/>
                <a:gd name="connsiteY142" fmla="*/ 569765 h 1032158"/>
                <a:gd name="connsiteX143" fmla="*/ 855264 w 3024845"/>
                <a:gd name="connsiteY143" fmla="*/ 571387 h 1032158"/>
                <a:gd name="connsiteX144" fmla="*/ 855264 w 3024845"/>
                <a:gd name="connsiteY144" fmla="*/ 582736 h 1032158"/>
                <a:gd name="connsiteX145" fmla="*/ 856024 w 3024845"/>
                <a:gd name="connsiteY145" fmla="*/ 582736 h 1032158"/>
                <a:gd name="connsiteX146" fmla="*/ 861344 w 3024845"/>
                <a:gd name="connsiteY146" fmla="*/ 582736 h 1032158"/>
                <a:gd name="connsiteX147" fmla="*/ 909984 w 3024845"/>
                <a:gd name="connsiteY147" fmla="*/ 578413 h 1032158"/>
                <a:gd name="connsiteX148" fmla="*/ 909984 w 3024845"/>
                <a:gd name="connsiteY148" fmla="*/ 579764 h 1032158"/>
                <a:gd name="connsiteX149" fmla="*/ 909984 w 3024845"/>
                <a:gd name="connsiteY149" fmla="*/ 589221 h 1032158"/>
                <a:gd name="connsiteX150" fmla="*/ 910744 w 3024845"/>
                <a:gd name="connsiteY150" fmla="*/ 589221 h 1032158"/>
                <a:gd name="connsiteX151" fmla="*/ 916065 w 3024845"/>
                <a:gd name="connsiteY151" fmla="*/ 589221 h 1032158"/>
                <a:gd name="connsiteX152" fmla="*/ 916065 w 3024845"/>
                <a:gd name="connsiteY152" fmla="*/ 591383 h 1032158"/>
                <a:gd name="connsiteX153" fmla="*/ 916065 w 3024845"/>
                <a:gd name="connsiteY153" fmla="*/ 606516 h 1032158"/>
                <a:gd name="connsiteX154" fmla="*/ 918091 w 3024845"/>
                <a:gd name="connsiteY154" fmla="*/ 605165 h 1032158"/>
                <a:gd name="connsiteX155" fmla="*/ 932278 w 3024845"/>
                <a:gd name="connsiteY155" fmla="*/ 595707 h 1032158"/>
                <a:gd name="connsiteX156" fmla="*/ 938358 w 3024845"/>
                <a:gd name="connsiteY156" fmla="*/ 554633 h 1032158"/>
                <a:gd name="connsiteX157" fmla="*/ 939118 w 3024845"/>
                <a:gd name="connsiteY157" fmla="*/ 554363 h 1032158"/>
                <a:gd name="connsiteX158" fmla="*/ 944438 w 3024845"/>
                <a:gd name="connsiteY158" fmla="*/ 552471 h 1032158"/>
                <a:gd name="connsiteX159" fmla="*/ 946465 w 3024845"/>
                <a:gd name="connsiteY159" fmla="*/ 483294 h 1032158"/>
                <a:gd name="connsiteX160" fmla="*/ 948492 w 3024845"/>
                <a:gd name="connsiteY160" fmla="*/ 552471 h 1032158"/>
                <a:gd name="connsiteX161" fmla="*/ 949252 w 3024845"/>
                <a:gd name="connsiteY161" fmla="*/ 552741 h 1032158"/>
                <a:gd name="connsiteX162" fmla="*/ 954572 w 3024845"/>
                <a:gd name="connsiteY162" fmla="*/ 554633 h 1032158"/>
                <a:gd name="connsiteX163" fmla="*/ 954572 w 3024845"/>
                <a:gd name="connsiteY163" fmla="*/ 468162 h 1032158"/>
                <a:gd name="connsiteX164" fmla="*/ 958625 w 3024845"/>
                <a:gd name="connsiteY164" fmla="*/ 435735 h 1032158"/>
                <a:gd name="connsiteX165" fmla="*/ 997132 w 3024845"/>
                <a:gd name="connsiteY165" fmla="*/ 435735 h 1032158"/>
                <a:gd name="connsiteX166" fmla="*/ 997132 w 3024845"/>
                <a:gd name="connsiteY166" fmla="*/ 468162 h 1032158"/>
                <a:gd name="connsiteX167" fmla="*/ 997892 w 3024845"/>
                <a:gd name="connsiteY167" fmla="*/ 468162 h 1032158"/>
                <a:gd name="connsiteX168" fmla="*/ 1003212 w 3024845"/>
                <a:gd name="connsiteY168" fmla="*/ 468162 h 1032158"/>
                <a:gd name="connsiteX169" fmla="*/ 1003212 w 3024845"/>
                <a:gd name="connsiteY169" fmla="*/ 386014 h 1032158"/>
                <a:gd name="connsiteX170" fmla="*/ 1004986 w 3024845"/>
                <a:gd name="connsiteY170" fmla="*/ 386014 h 1032158"/>
                <a:gd name="connsiteX171" fmla="*/ 1017399 w 3024845"/>
                <a:gd name="connsiteY171" fmla="*/ 386014 h 1032158"/>
                <a:gd name="connsiteX172" fmla="*/ 1017399 w 3024845"/>
                <a:gd name="connsiteY172" fmla="*/ 384123 h 1032158"/>
                <a:gd name="connsiteX173" fmla="*/ 1017399 w 3024845"/>
                <a:gd name="connsiteY173" fmla="*/ 370882 h 1032158"/>
                <a:gd name="connsiteX174" fmla="*/ 1039693 w 3024845"/>
                <a:gd name="connsiteY174" fmla="*/ 370882 h 1032158"/>
                <a:gd name="connsiteX175" fmla="*/ 1039693 w 3024845"/>
                <a:gd name="connsiteY175" fmla="*/ 369801 h 1032158"/>
                <a:gd name="connsiteX176" fmla="*/ 1039693 w 3024845"/>
                <a:gd name="connsiteY176" fmla="*/ 362235 h 1032158"/>
                <a:gd name="connsiteX177" fmla="*/ 1041466 w 3024845"/>
                <a:gd name="connsiteY177" fmla="*/ 362235 h 1032158"/>
                <a:gd name="connsiteX178" fmla="*/ 1053880 w 3024845"/>
                <a:gd name="connsiteY178" fmla="*/ 362235 h 1032158"/>
                <a:gd name="connsiteX179" fmla="*/ 1053880 w 3024845"/>
                <a:gd name="connsiteY179" fmla="*/ 363316 h 1032158"/>
                <a:gd name="connsiteX180" fmla="*/ 1053880 w 3024845"/>
                <a:gd name="connsiteY180" fmla="*/ 370882 h 1032158"/>
                <a:gd name="connsiteX181" fmla="*/ 1054640 w 3024845"/>
                <a:gd name="connsiteY181" fmla="*/ 370882 h 1032158"/>
                <a:gd name="connsiteX182" fmla="*/ 1059960 w 3024845"/>
                <a:gd name="connsiteY182" fmla="*/ 370882 h 1032158"/>
                <a:gd name="connsiteX183" fmla="*/ 1070093 w 3024845"/>
                <a:gd name="connsiteY183" fmla="*/ 366558 h 1032158"/>
                <a:gd name="connsiteX184" fmla="*/ 1074146 w 3024845"/>
                <a:gd name="connsiteY184" fmla="*/ 369801 h 1032158"/>
                <a:gd name="connsiteX185" fmla="*/ 1074146 w 3024845"/>
                <a:gd name="connsiteY185" fmla="*/ 362235 h 1032158"/>
                <a:gd name="connsiteX186" fmla="*/ 1076426 w 3024845"/>
                <a:gd name="connsiteY186" fmla="*/ 362235 h 1032158"/>
                <a:gd name="connsiteX187" fmla="*/ 1092387 w 3024845"/>
                <a:gd name="connsiteY187" fmla="*/ 362235 h 1032158"/>
                <a:gd name="connsiteX188" fmla="*/ 1092387 w 3024845"/>
                <a:gd name="connsiteY188" fmla="*/ 363316 h 1032158"/>
                <a:gd name="connsiteX189" fmla="*/ 1092387 w 3024845"/>
                <a:gd name="connsiteY189" fmla="*/ 370882 h 1032158"/>
                <a:gd name="connsiteX190" fmla="*/ 1122787 w 3024845"/>
                <a:gd name="connsiteY190" fmla="*/ 370882 h 1032158"/>
                <a:gd name="connsiteX191" fmla="*/ 1122787 w 3024845"/>
                <a:gd name="connsiteY191" fmla="*/ 372503 h 1032158"/>
                <a:gd name="connsiteX192" fmla="*/ 1122787 w 3024845"/>
                <a:gd name="connsiteY192" fmla="*/ 383853 h 1032158"/>
                <a:gd name="connsiteX193" fmla="*/ 1149134 w 3024845"/>
                <a:gd name="connsiteY193" fmla="*/ 383853 h 1032158"/>
                <a:gd name="connsiteX194" fmla="*/ 1149134 w 3024845"/>
                <a:gd name="connsiteY194" fmla="*/ 414117 h 1032158"/>
                <a:gd name="connsiteX195" fmla="*/ 1149894 w 3024845"/>
                <a:gd name="connsiteY195" fmla="*/ 414117 h 1032158"/>
                <a:gd name="connsiteX196" fmla="*/ 1155214 w 3024845"/>
                <a:gd name="connsiteY196" fmla="*/ 414117 h 1032158"/>
                <a:gd name="connsiteX197" fmla="*/ 1155214 w 3024845"/>
                <a:gd name="connsiteY197" fmla="*/ 415198 h 1032158"/>
                <a:gd name="connsiteX198" fmla="*/ 1155214 w 3024845"/>
                <a:gd name="connsiteY198" fmla="*/ 422765 h 1032158"/>
                <a:gd name="connsiteX199" fmla="*/ 1159268 w 3024845"/>
                <a:gd name="connsiteY199" fmla="*/ 453029 h 1032158"/>
                <a:gd name="connsiteX200" fmla="*/ 1160028 w 3024845"/>
                <a:gd name="connsiteY200" fmla="*/ 453029 h 1032158"/>
                <a:gd name="connsiteX201" fmla="*/ 1165348 w 3024845"/>
                <a:gd name="connsiteY201" fmla="*/ 453029 h 1032158"/>
                <a:gd name="connsiteX202" fmla="*/ 1165348 w 3024845"/>
                <a:gd name="connsiteY202" fmla="*/ 453840 h 1032158"/>
                <a:gd name="connsiteX203" fmla="*/ 1165348 w 3024845"/>
                <a:gd name="connsiteY203" fmla="*/ 459515 h 1032158"/>
                <a:gd name="connsiteX204" fmla="*/ 1166361 w 3024845"/>
                <a:gd name="connsiteY204" fmla="*/ 459515 h 1032158"/>
                <a:gd name="connsiteX205" fmla="*/ 1173454 w 3024845"/>
                <a:gd name="connsiteY205" fmla="*/ 459515 h 1032158"/>
                <a:gd name="connsiteX206" fmla="*/ 1173454 w 3024845"/>
                <a:gd name="connsiteY206" fmla="*/ 489780 h 1032158"/>
                <a:gd name="connsiteX207" fmla="*/ 1175481 w 3024845"/>
                <a:gd name="connsiteY207" fmla="*/ 489780 h 1032158"/>
                <a:gd name="connsiteX208" fmla="*/ 1189668 w 3024845"/>
                <a:gd name="connsiteY208" fmla="*/ 489780 h 1032158"/>
                <a:gd name="connsiteX209" fmla="*/ 1189668 w 3024845"/>
                <a:gd name="connsiteY209" fmla="*/ 513559 h 1032158"/>
                <a:gd name="connsiteX210" fmla="*/ 1191695 w 3024845"/>
                <a:gd name="connsiteY210" fmla="*/ 515180 h 1032158"/>
                <a:gd name="connsiteX211" fmla="*/ 1191695 w 3024845"/>
                <a:gd name="connsiteY211" fmla="*/ 526530 h 1032158"/>
                <a:gd name="connsiteX212" fmla="*/ 1192455 w 3024845"/>
                <a:gd name="connsiteY212" fmla="*/ 526530 h 1032158"/>
                <a:gd name="connsiteX213" fmla="*/ 1197775 w 3024845"/>
                <a:gd name="connsiteY213" fmla="*/ 526530 h 1032158"/>
                <a:gd name="connsiteX214" fmla="*/ 1197775 w 3024845"/>
                <a:gd name="connsiteY214" fmla="*/ 550309 h 1032158"/>
                <a:gd name="connsiteX215" fmla="*/ 1199041 w 3024845"/>
                <a:gd name="connsiteY215" fmla="*/ 550309 h 1032158"/>
                <a:gd name="connsiteX216" fmla="*/ 1207908 w 3024845"/>
                <a:gd name="connsiteY216" fmla="*/ 550309 h 1032158"/>
                <a:gd name="connsiteX217" fmla="*/ 1209935 w 3024845"/>
                <a:gd name="connsiteY217" fmla="*/ 554363 h 1032158"/>
                <a:gd name="connsiteX218" fmla="*/ 1209935 w 3024845"/>
                <a:gd name="connsiteY218" fmla="*/ 567604 h 1032158"/>
                <a:gd name="connsiteX219" fmla="*/ 1211455 w 3024845"/>
                <a:gd name="connsiteY219" fmla="*/ 565712 h 1032158"/>
                <a:gd name="connsiteX220" fmla="*/ 1222095 w 3024845"/>
                <a:gd name="connsiteY220" fmla="*/ 552471 h 1032158"/>
                <a:gd name="connsiteX221" fmla="*/ 1250469 w 3024845"/>
                <a:gd name="connsiteY221" fmla="*/ 552471 h 1032158"/>
                <a:gd name="connsiteX222" fmla="*/ 1250469 w 3024845"/>
                <a:gd name="connsiteY222" fmla="*/ 638942 h 1032158"/>
                <a:gd name="connsiteX223" fmla="*/ 1251229 w 3024845"/>
                <a:gd name="connsiteY223" fmla="*/ 638942 h 1032158"/>
                <a:gd name="connsiteX224" fmla="*/ 1256549 w 3024845"/>
                <a:gd name="connsiteY224" fmla="*/ 638942 h 1032158"/>
                <a:gd name="connsiteX225" fmla="*/ 1257309 w 3024845"/>
                <a:gd name="connsiteY225" fmla="*/ 637591 h 1032158"/>
                <a:gd name="connsiteX226" fmla="*/ 1262629 w 3024845"/>
                <a:gd name="connsiteY226" fmla="*/ 628133 h 1032158"/>
                <a:gd name="connsiteX227" fmla="*/ 1262629 w 3024845"/>
                <a:gd name="connsiteY227" fmla="*/ 630025 h 1032158"/>
                <a:gd name="connsiteX228" fmla="*/ 1262629 w 3024845"/>
                <a:gd name="connsiteY228" fmla="*/ 643266 h 1032158"/>
                <a:gd name="connsiteX229" fmla="*/ 1266682 w 3024845"/>
                <a:gd name="connsiteY229" fmla="*/ 597869 h 1032158"/>
                <a:gd name="connsiteX230" fmla="*/ 1267442 w 3024845"/>
                <a:gd name="connsiteY230" fmla="*/ 597869 h 1032158"/>
                <a:gd name="connsiteX231" fmla="*/ 1272762 w 3024845"/>
                <a:gd name="connsiteY231" fmla="*/ 597869 h 1032158"/>
                <a:gd name="connsiteX232" fmla="*/ 1272762 w 3024845"/>
                <a:gd name="connsiteY232" fmla="*/ 533015 h 1032158"/>
                <a:gd name="connsiteX233" fmla="*/ 1273776 w 3024845"/>
                <a:gd name="connsiteY233" fmla="*/ 533015 h 1032158"/>
                <a:gd name="connsiteX234" fmla="*/ 1280869 w 3024845"/>
                <a:gd name="connsiteY234" fmla="*/ 533015 h 1032158"/>
                <a:gd name="connsiteX235" fmla="*/ 1293029 w 3024845"/>
                <a:gd name="connsiteY235" fmla="*/ 489780 h 1032158"/>
                <a:gd name="connsiteX236" fmla="*/ 1294296 w 3024845"/>
                <a:gd name="connsiteY236" fmla="*/ 489780 h 1032158"/>
                <a:gd name="connsiteX237" fmla="*/ 1303163 w 3024845"/>
                <a:gd name="connsiteY237" fmla="*/ 489780 h 1032158"/>
                <a:gd name="connsiteX238" fmla="*/ 1313296 w 3024845"/>
                <a:gd name="connsiteY238" fmla="*/ 533015 h 1032158"/>
                <a:gd name="connsiteX239" fmla="*/ 1314309 w 3024845"/>
                <a:gd name="connsiteY239" fmla="*/ 533015 h 1032158"/>
                <a:gd name="connsiteX240" fmla="*/ 1321403 w 3024845"/>
                <a:gd name="connsiteY240" fmla="*/ 533015 h 1032158"/>
                <a:gd name="connsiteX241" fmla="*/ 1321403 w 3024845"/>
                <a:gd name="connsiteY241" fmla="*/ 571927 h 1032158"/>
                <a:gd name="connsiteX242" fmla="*/ 1323176 w 3024845"/>
                <a:gd name="connsiteY242" fmla="*/ 571927 h 1032158"/>
                <a:gd name="connsiteX243" fmla="*/ 1335590 w 3024845"/>
                <a:gd name="connsiteY243" fmla="*/ 571927 h 1032158"/>
                <a:gd name="connsiteX244" fmla="*/ 1335590 w 3024845"/>
                <a:gd name="connsiteY244" fmla="*/ 574089 h 1032158"/>
                <a:gd name="connsiteX245" fmla="*/ 1335590 w 3024845"/>
                <a:gd name="connsiteY245" fmla="*/ 589221 h 1032158"/>
                <a:gd name="connsiteX246" fmla="*/ 1339643 w 3024845"/>
                <a:gd name="connsiteY246" fmla="*/ 587060 h 1032158"/>
                <a:gd name="connsiteX247" fmla="*/ 1339643 w 3024845"/>
                <a:gd name="connsiteY247" fmla="*/ 571927 h 1032158"/>
                <a:gd name="connsiteX248" fmla="*/ 1341163 w 3024845"/>
                <a:gd name="connsiteY248" fmla="*/ 571927 h 1032158"/>
                <a:gd name="connsiteX249" fmla="*/ 1351803 w 3024845"/>
                <a:gd name="connsiteY249" fmla="*/ 571927 h 1032158"/>
                <a:gd name="connsiteX250" fmla="*/ 1351803 w 3024845"/>
                <a:gd name="connsiteY250" fmla="*/ 573548 h 1032158"/>
                <a:gd name="connsiteX251" fmla="*/ 1351803 w 3024845"/>
                <a:gd name="connsiteY251" fmla="*/ 584898 h 1032158"/>
                <a:gd name="connsiteX252" fmla="*/ 1382204 w 3024845"/>
                <a:gd name="connsiteY252" fmla="*/ 584898 h 1032158"/>
                <a:gd name="connsiteX253" fmla="*/ 1382204 w 3024845"/>
                <a:gd name="connsiteY253" fmla="*/ 548148 h 1032158"/>
                <a:gd name="connsiteX254" fmla="*/ 1383470 w 3024845"/>
                <a:gd name="connsiteY254" fmla="*/ 548148 h 1032158"/>
                <a:gd name="connsiteX255" fmla="*/ 1392337 w 3024845"/>
                <a:gd name="connsiteY255" fmla="*/ 548148 h 1032158"/>
                <a:gd name="connsiteX256" fmla="*/ 1392337 w 3024845"/>
                <a:gd name="connsiteY256" fmla="*/ 569765 h 1032158"/>
                <a:gd name="connsiteX257" fmla="*/ 1394364 w 3024845"/>
                <a:gd name="connsiteY257" fmla="*/ 537339 h 1032158"/>
                <a:gd name="connsiteX258" fmla="*/ 1416657 w 3024845"/>
                <a:gd name="connsiteY258" fmla="*/ 537339 h 1032158"/>
                <a:gd name="connsiteX259" fmla="*/ 1416657 w 3024845"/>
                <a:gd name="connsiteY259" fmla="*/ 535717 h 1032158"/>
                <a:gd name="connsiteX260" fmla="*/ 1416657 w 3024845"/>
                <a:gd name="connsiteY260" fmla="*/ 524368 h 1032158"/>
                <a:gd name="connsiteX261" fmla="*/ 1417417 w 3024845"/>
                <a:gd name="connsiteY261" fmla="*/ 524368 h 1032158"/>
                <a:gd name="connsiteX262" fmla="*/ 1422737 w 3024845"/>
                <a:gd name="connsiteY262" fmla="*/ 524368 h 1032158"/>
                <a:gd name="connsiteX263" fmla="*/ 1422737 w 3024845"/>
                <a:gd name="connsiteY263" fmla="*/ 522477 h 1032158"/>
                <a:gd name="connsiteX264" fmla="*/ 1422737 w 3024845"/>
                <a:gd name="connsiteY264" fmla="*/ 509236 h 1032158"/>
                <a:gd name="connsiteX265" fmla="*/ 1426791 w 3024845"/>
                <a:gd name="connsiteY265" fmla="*/ 515721 h 1032158"/>
                <a:gd name="connsiteX266" fmla="*/ 1429071 w 3024845"/>
                <a:gd name="connsiteY266" fmla="*/ 515721 h 1032158"/>
                <a:gd name="connsiteX267" fmla="*/ 1445031 w 3024845"/>
                <a:gd name="connsiteY267" fmla="*/ 515721 h 1032158"/>
                <a:gd name="connsiteX268" fmla="*/ 1445031 w 3024845"/>
                <a:gd name="connsiteY268" fmla="*/ 514910 h 1032158"/>
                <a:gd name="connsiteX269" fmla="*/ 1445031 w 3024845"/>
                <a:gd name="connsiteY269" fmla="*/ 509236 h 1032158"/>
                <a:gd name="connsiteX270" fmla="*/ 1445791 w 3024845"/>
                <a:gd name="connsiteY270" fmla="*/ 509236 h 1032158"/>
                <a:gd name="connsiteX271" fmla="*/ 1451111 w 3024845"/>
                <a:gd name="connsiteY271" fmla="*/ 509236 h 1032158"/>
                <a:gd name="connsiteX272" fmla="*/ 1451111 w 3024845"/>
                <a:gd name="connsiteY272" fmla="*/ 510587 h 1032158"/>
                <a:gd name="connsiteX273" fmla="*/ 1451111 w 3024845"/>
                <a:gd name="connsiteY273" fmla="*/ 520045 h 1032158"/>
                <a:gd name="connsiteX274" fmla="*/ 1489618 w 3024845"/>
                <a:gd name="connsiteY274" fmla="*/ 520045 h 1032158"/>
                <a:gd name="connsiteX275" fmla="*/ 1489618 w 3024845"/>
                <a:gd name="connsiteY275" fmla="*/ 658398 h 1032158"/>
                <a:gd name="connsiteX276" fmla="*/ 1491138 w 3024845"/>
                <a:gd name="connsiteY276" fmla="*/ 658398 h 1032158"/>
                <a:gd name="connsiteX277" fmla="*/ 1501778 w 3024845"/>
                <a:gd name="connsiteY277" fmla="*/ 658398 h 1032158"/>
                <a:gd name="connsiteX278" fmla="*/ 1501778 w 3024845"/>
                <a:gd name="connsiteY278" fmla="*/ 645428 h 1032158"/>
                <a:gd name="connsiteX279" fmla="*/ 1505832 w 3024845"/>
                <a:gd name="connsiteY279" fmla="*/ 645428 h 1032158"/>
                <a:gd name="connsiteX280" fmla="*/ 1505832 w 3024845"/>
                <a:gd name="connsiteY280" fmla="*/ 658398 h 1032158"/>
                <a:gd name="connsiteX281" fmla="*/ 1536232 w 3024845"/>
                <a:gd name="connsiteY281" fmla="*/ 658398 h 1032158"/>
                <a:gd name="connsiteX282" fmla="*/ 1536232 w 3024845"/>
                <a:gd name="connsiteY282" fmla="*/ 628133 h 1032158"/>
                <a:gd name="connsiteX283" fmla="*/ 1548392 w 3024845"/>
                <a:gd name="connsiteY283" fmla="*/ 628133 h 1032158"/>
                <a:gd name="connsiteX284" fmla="*/ 1560552 w 3024845"/>
                <a:gd name="connsiteY284" fmla="*/ 625972 h 1032158"/>
                <a:gd name="connsiteX285" fmla="*/ 1564606 w 3024845"/>
                <a:gd name="connsiteY285" fmla="*/ 628133 h 1032158"/>
                <a:gd name="connsiteX286" fmla="*/ 1574739 w 3024845"/>
                <a:gd name="connsiteY286" fmla="*/ 628133 h 1032158"/>
                <a:gd name="connsiteX287" fmla="*/ 1574739 w 3024845"/>
                <a:gd name="connsiteY287" fmla="*/ 658398 h 1032158"/>
                <a:gd name="connsiteX288" fmla="*/ 1582846 w 3024845"/>
                <a:gd name="connsiteY288" fmla="*/ 658398 h 1032158"/>
                <a:gd name="connsiteX289" fmla="*/ 1582846 w 3024845"/>
                <a:gd name="connsiteY289" fmla="*/ 675693 h 1032158"/>
                <a:gd name="connsiteX290" fmla="*/ 1592182 w 3024845"/>
                <a:gd name="connsiteY290" fmla="*/ 676598 h 1032158"/>
                <a:gd name="connsiteX291" fmla="*/ 1605140 w 3024845"/>
                <a:gd name="connsiteY291" fmla="*/ 676598 h 1032158"/>
                <a:gd name="connsiteX292" fmla="*/ 1605140 w 3024845"/>
                <a:gd name="connsiteY292" fmla="*/ 660560 h 1032158"/>
                <a:gd name="connsiteX293" fmla="*/ 1673096 w 3024845"/>
                <a:gd name="connsiteY293" fmla="*/ 660560 h 1032158"/>
                <a:gd name="connsiteX294" fmla="*/ 1673096 w 3024845"/>
                <a:gd name="connsiteY294" fmla="*/ 575307 h 1032158"/>
                <a:gd name="connsiteX295" fmla="*/ 1745104 w 3024845"/>
                <a:gd name="connsiteY295" fmla="*/ 575307 h 1032158"/>
                <a:gd name="connsiteX296" fmla="*/ 1745104 w 3024845"/>
                <a:gd name="connsiteY296" fmla="*/ 654075 h 1032158"/>
                <a:gd name="connsiteX297" fmla="*/ 1747008 w 3024845"/>
                <a:gd name="connsiteY297" fmla="*/ 654075 h 1032158"/>
                <a:gd name="connsiteX298" fmla="*/ 1748250 w 3024845"/>
                <a:gd name="connsiteY298" fmla="*/ 676598 h 1032158"/>
                <a:gd name="connsiteX299" fmla="*/ 1757926 w 3024845"/>
                <a:gd name="connsiteY299" fmla="*/ 676598 h 1032158"/>
                <a:gd name="connsiteX300" fmla="*/ 1759168 w 3024845"/>
                <a:gd name="connsiteY300" fmla="*/ 654075 h 1032158"/>
                <a:gd name="connsiteX301" fmla="*/ 1765248 w 3024845"/>
                <a:gd name="connsiteY301" fmla="*/ 654075 h 1032158"/>
                <a:gd name="connsiteX302" fmla="*/ 1766490 w 3024845"/>
                <a:gd name="connsiteY302" fmla="*/ 676598 h 1032158"/>
                <a:gd name="connsiteX303" fmla="*/ 1817112 w 3024845"/>
                <a:gd name="connsiteY303" fmla="*/ 676598 h 1032158"/>
                <a:gd name="connsiteX304" fmla="*/ 1817112 w 3024845"/>
                <a:gd name="connsiteY304" fmla="*/ 513570 h 1032158"/>
                <a:gd name="connsiteX305" fmla="*/ 2014439 w 3024845"/>
                <a:gd name="connsiteY305" fmla="*/ 513570 h 1032158"/>
                <a:gd name="connsiteX306" fmla="*/ 2014439 w 3024845"/>
                <a:gd name="connsiteY306" fmla="*/ 676598 h 1032158"/>
                <a:gd name="connsiteX307" fmla="*/ 2033136 w 3024845"/>
                <a:gd name="connsiteY307" fmla="*/ 676598 h 1032158"/>
                <a:gd name="connsiteX308" fmla="*/ 2033136 w 3024845"/>
                <a:gd name="connsiteY308" fmla="*/ 593905 h 1032158"/>
                <a:gd name="connsiteX309" fmla="*/ 2128256 w 3024845"/>
                <a:gd name="connsiteY309" fmla="*/ 593905 h 1032158"/>
                <a:gd name="connsiteX310" fmla="*/ 2146266 w 3024845"/>
                <a:gd name="connsiteY310" fmla="*/ 104983 h 1032158"/>
                <a:gd name="connsiteX311" fmla="*/ 2150320 w 3024845"/>
                <a:gd name="connsiteY311" fmla="*/ 33644 h 1032158"/>
                <a:gd name="connsiteX312" fmla="*/ 2180720 w 3024845"/>
                <a:gd name="connsiteY312" fmla="*/ 528692 h 1032158"/>
                <a:gd name="connsiteX313" fmla="*/ 2245574 w 3024845"/>
                <a:gd name="connsiteY313" fmla="*/ 528692 h 1032158"/>
                <a:gd name="connsiteX314" fmla="*/ 2245574 w 3024845"/>
                <a:gd name="connsiteY314" fmla="*/ 604354 h 1032158"/>
                <a:gd name="connsiteX315" fmla="*/ 2253681 w 3024845"/>
                <a:gd name="connsiteY315" fmla="*/ 604354 h 1032158"/>
                <a:gd name="connsiteX316" fmla="*/ 2255708 w 3024845"/>
                <a:gd name="connsiteY316" fmla="*/ 597869 h 1032158"/>
                <a:gd name="connsiteX317" fmla="*/ 2261788 w 3024845"/>
                <a:gd name="connsiteY317" fmla="*/ 597869 h 1032158"/>
                <a:gd name="connsiteX318" fmla="*/ 2263815 w 3024845"/>
                <a:gd name="connsiteY318" fmla="*/ 606516 h 1032158"/>
                <a:gd name="connsiteX319" fmla="*/ 2275975 w 3024845"/>
                <a:gd name="connsiteY319" fmla="*/ 606516 h 1032158"/>
                <a:gd name="connsiteX320" fmla="*/ 2275975 w 3024845"/>
                <a:gd name="connsiteY320" fmla="*/ 600030 h 1032158"/>
                <a:gd name="connsiteX321" fmla="*/ 2298268 w 3024845"/>
                <a:gd name="connsiteY321" fmla="*/ 600030 h 1032158"/>
                <a:gd name="connsiteX322" fmla="*/ 2298268 w 3024845"/>
                <a:gd name="connsiteY322" fmla="*/ 606516 h 1032158"/>
                <a:gd name="connsiteX323" fmla="*/ 2318535 w 3024845"/>
                <a:gd name="connsiteY323" fmla="*/ 606516 h 1032158"/>
                <a:gd name="connsiteX324" fmla="*/ 2318535 w 3024845"/>
                <a:gd name="connsiteY324" fmla="*/ 651913 h 1032158"/>
                <a:gd name="connsiteX325" fmla="*/ 2332722 w 3024845"/>
                <a:gd name="connsiteY325" fmla="*/ 651913 h 1032158"/>
                <a:gd name="connsiteX326" fmla="*/ 2332722 w 3024845"/>
                <a:gd name="connsiteY326" fmla="*/ 638942 h 1032158"/>
                <a:gd name="connsiteX327" fmla="*/ 2348936 w 3024845"/>
                <a:gd name="connsiteY327" fmla="*/ 638942 h 1032158"/>
                <a:gd name="connsiteX328" fmla="*/ 2348936 w 3024845"/>
                <a:gd name="connsiteY328" fmla="*/ 459515 h 1032158"/>
                <a:gd name="connsiteX329" fmla="*/ 2355016 w 3024845"/>
                <a:gd name="connsiteY329" fmla="*/ 453029 h 1032158"/>
                <a:gd name="connsiteX330" fmla="*/ 2427977 w 3024845"/>
                <a:gd name="connsiteY330" fmla="*/ 453029 h 1032158"/>
                <a:gd name="connsiteX331" fmla="*/ 2427977 w 3024845"/>
                <a:gd name="connsiteY331" fmla="*/ 461677 h 1032158"/>
                <a:gd name="connsiteX332" fmla="*/ 2438110 w 3024845"/>
                <a:gd name="connsiteY332" fmla="*/ 461677 h 1032158"/>
                <a:gd name="connsiteX333" fmla="*/ 2438110 w 3024845"/>
                <a:gd name="connsiteY333" fmla="*/ 576251 h 1032158"/>
                <a:gd name="connsiteX334" fmla="*/ 2460404 w 3024845"/>
                <a:gd name="connsiteY334" fmla="*/ 576251 h 1032158"/>
                <a:gd name="connsiteX335" fmla="*/ 2460404 w 3024845"/>
                <a:gd name="connsiteY335" fmla="*/ 509236 h 1032158"/>
                <a:gd name="connsiteX336" fmla="*/ 2486751 w 3024845"/>
                <a:gd name="connsiteY336" fmla="*/ 509236 h 1032158"/>
                <a:gd name="connsiteX337" fmla="*/ 2490804 w 3024845"/>
                <a:gd name="connsiteY337" fmla="*/ 504912 h 1032158"/>
                <a:gd name="connsiteX338" fmla="*/ 2498911 w 3024845"/>
                <a:gd name="connsiteY338" fmla="*/ 504912 h 1032158"/>
                <a:gd name="connsiteX339" fmla="*/ 2502964 w 3024845"/>
                <a:gd name="connsiteY339" fmla="*/ 509236 h 1032158"/>
                <a:gd name="connsiteX340" fmla="*/ 2525258 w 3024845"/>
                <a:gd name="connsiteY340" fmla="*/ 509236 h 1032158"/>
                <a:gd name="connsiteX341" fmla="*/ 2525258 w 3024845"/>
                <a:gd name="connsiteY341" fmla="*/ 392500 h 1032158"/>
                <a:gd name="connsiteX342" fmla="*/ 2582005 w 3024845"/>
                <a:gd name="connsiteY342" fmla="*/ 381691 h 1032158"/>
                <a:gd name="connsiteX343" fmla="*/ 2582005 w 3024845"/>
                <a:gd name="connsiteY343" fmla="*/ 382772 h 1032158"/>
                <a:gd name="connsiteX344" fmla="*/ 2582005 w 3024845"/>
                <a:gd name="connsiteY344" fmla="*/ 390338 h 1032158"/>
                <a:gd name="connsiteX345" fmla="*/ 2608352 w 3024845"/>
                <a:gd name="connsiteY345" fmla="*/ 390338 h 1032158"/>
                <a:gd name="connsiteX346" fmla="*/ 2608352 w 3024845"/>
                <a:gd name="connsiteY346" fmla="*/ 645428 h 1032158"/>
                <a:gd name="connsiteX347" fmla="*/ 2630646 w 3024845"/>
                <a:gd name="connsiteY347" fmla="*/ 645428 h 1032158"/>
                <a:gd name="connsiteX348" fmla="*/ 2630646 w 3024845"/>
                <a:gd name="connsiteY348" fmla="*/ 641104 h 1032158"/>
                <a:gd name="connsiteX349" fmla="*/ 2642806 w 3024845"/>
                <a:gd name="connsiteY349" fmla="*/ 641104 h 1032158"/>
                <a:gd name="connsiteX350" fmla="*/ 2642806 w 3024845"/>
                <a:gd name="connsiteY350" fmla="*/ 645428 h 1032158"/>
                <a:gd name="connsiteX351" fmla="*/ 2667126 w 3024845"/>
                <a:gd name="connsiteY351" fmla="*/ 645428 h 1032158"/>
                <a:gd name="connsiteX352" fmla="*/ 2667126 w 3024845"/>
                <a:gd name="connsiteY352" fmla="*/ 632457 h 1032158"/>
                <a:gd name="connsiteX353" fmla="*/ 2695500 w 3024845"/>
                <a:gd name="connsiteY353" fmla="*/ 632457 h 1032158"/>
                <a:gd name="connsiteX354" fmla="*/ 2707660 w 3024845"/>
                <a:gd name="connsiteY354" fmla="*/ 628133 h 1032158"/>
                <a:gd name="connsiteX355" fmla="*/ 2727927 w 3024845"/>
                <a:gd name="connsiteY355" fmla="*/ 632457 h 1032158"/>
                <a:gd name="connsiteX356" fmla="*/ 2727927 w 3024845"/>
                <a:gd name="connsiteY356" fmla="*/ 615163 h 1032158"/>
                <a:gd name="connsiteX357" fmla="*/ 2736034 w 3024845"/>
                <a:gd name="connsiteY357" fmla="*/ 615163 h 1032158"/>
                <a:gd name="connsiteX358" fmla="*/ 2736034 w 3024845"/>
                <a:gd name="connsiteY358" fmla="*/ 602192 h 1032158"/>
                <a:gd name="connsiteX359" fmla="*/ 2792781 w 3024845"/>
                <a:gd name="connsiteY359" fmla="*/ 602192 h 1032158"/>
                <a:gd name="connsiteX360" fmla="*/ 2792781 w 3024845"/>
                <a:gd name="connsiteY360" fmla="*/ 571927 h 1032158"/>
                <a:gd name="connsiteX361" fmla="*/ 2811021 w 3024845"/>
                <a:gd name="connsiteY361" fmla="*/ 571927 h 1032158"/>
                <a:gd name="connsiteX362" fmla="*/ 2811021 w 3024845"/>
                <a:gd name="connsiteY362" fmla="*/ 565442 h 1032158"/>
                <a:gd name="connsiteX363" fmla="*/ 2823181 w 3024845"/>
                <a:gd name="connsiteY363" fmla="*/ 565442 h 1032158"/>
                <a:gd name="connsiteX364" fmla="*/ 2823181 w 3024845"/>
                <a:gd name="connsiteY364" fmla="*/ 571927 h 1032158"/>
                <a:gd name="connsiteX365" fmla="*/ 2839395 w 3024845"/>
                <a:gd name="connsiteY365" fmla="*/ 571927 h 1032158"/>
                <a:gd name="connsiteX366" fmla="*/ 2839395 w 3024845"/>
                <a:gd name="connsiteY366" fmla="*/ 621648 h 1032158"/>
                <a:gd name="connsiteX367" fmla="*/ 2871822 w 3024845"/>
                <a:gd name="connsiteY367" fmla="*/ 621648 h 1032158"/>
                <a:gd name="connsiteX368" fmla="*/ 2871822 w 3024845"/>
                <a:gd name="connsiteY368" fmla="*/ 595707 h 1032158"/>
                <a:gd name="connsiteX369" fmla="*/ 2910329 w 3024845"/>
                <a:gd name="connsiteY369" fmla="*/ 595707 h 1032158"/>
                <a:gd name="connsiteX370" fmla="*/ 2910329 w 3024845"/>
                <a:gd name="connsiteY370" fmla="*/ 565442 h 1032158"/>
                <a:gd name="connsiteX371" fmla="*/ 2958970 w 3024845"/>
                <a:gd name="connsiteY371" fmla="*/ 565442 h 1032158"/>
                <a:gd name="connsiteX372" fmla="*/ 2958970 w 3024845"/>
                <a:gd name="connsiteY372" fmla="*/ 676598 h 1032158"/>
                <a:gd name="connsiteX373" fmla="*/ 2958970 w 3024845"/>
                <a:gd name="connsiteY373" fmla="*/ 690377 h 1032158"/>
                <a:gd name="connsiteX374" fmla="*/ 3024845 w 3024845"/>
                <a:gd name="connsiteY374" fmla="*/ 690377 h 1032158"/>
                <a:gd name="connsiteX375" fmla="*/ 3024845 w 3024845"/>
                <a:gd name="connsiteY375" fmla="*/ 1032158 h 1032158"/>
                <a:gd name="connsiteX376" fmla="*/ 2054 w 3024845"/>
                <a:gd name="connsiteY376" fmla="*/ 1029825 h 1032158"/>
                <a:gd name="connsiteX377" fmla="*/ 0 w 3024845"/>
                <a:gd name="connsiteY377" fmla="*/ 595707 h 1032158"/>
                <a:gd name="connsiteX378" fmla="*/ 20267 w 3024845"/>
                <a:gd name="connsiteY378" fmla="*/ 595707 h 1032158"/>
                <a:gd name="connsiteX379" fmla="*/ 20774 w 3024845"/>
                <a:gd name="connsiteY379" fmla="*/ 594626 h 1032158"/>
                <a:gd name="connsiteX380" fmla="*/ 24320 w 3024845"/>
                <a:gd name="connsiteY380" fmla="*/ 587060 h 1032158"/>
                <a:gd name="connsiteX381" fmla="*/ 26094 w 3024845"/>
                <a:gd name="connsiteY381" fmla="*/ 587330 h 1032158"/>
                <a:gd name="connsiteX382" fmla="*/ 38507 w 3024845"/>
                <a:gd name="connsiteY382" fmla="*/ 589221 h 1032158"/>
                <a:gd name="connsiteX383" fmla="*/ 39014 w 3024845"/>
                <a:gd name="connsiteY383" fmla="*/ 590573 h 1032158"/>
                <a:gd name="connsiteX384" fmla="*/ 42560 w 3024845"/>
                <a:gd name="connsiteY384" fmla="*/ 600030 h 1032158"/>
                <a:gd name="connsiteX385" fmla="*/ 68907 w 3024845"/>
                <a:gd name="connsiteY385" fmla="*/ 602192 h 1032158"/>
                <a:gd name="connsiteX386" fmla="*/ 68907 w 3024845"/>
                <a:gd name="connsiteY386" fmla="*/ 478971 h 1032158"/>
                <a:gd name="connsiteX387" fmla="*/ 70934 w 3024845"/>
                <a:gd name="connsiteY387" fmla="*/ 478971 h 1032158"/>
                <a:gd name="connsiteX388" fmla="*/ 85121 w 3024845"/>
                <a:gd name="connsiteY388" fmla="*/ 478971 h 1032158"/>
                <a:gd name="connsiteX389" fmla="*/ 85121 w 3024845"/>
                <a:gd name="connsiteY389" fmla="*/ 342779 h 1032158"/>
                <a:gd name="connsiteX390" fmla="*/ 86894 w 3024845"/>
                <a:gd name="connsiteY390" fmla="*/ 342779 h 1032158"/>
                <a:gd name="connsiteX391" fmla="*/ 99308 w 3024845"/>
                <a:gd name="connsiteY391" fmla="*/ 342779 h 1032158"/>
                <a:gd name="connsiteX392" fmla="*/ 99308 w 3024845"/>
                <a:gd name="connsiteY392" fmla="*/ 228205 h 1032158"/>
                <a:gd name="connsiteX393" fmla="*/ 103361 w 3024845"/>
                <a:gd name="connsiteY393" fmla="*/ 200101 h 1032158"/>
                <a:gd name="connsiteX394" fmla="*/ 105388 w 3024845"/>
                <a:gd name="connsiteY394" fmla="*/ 200101 h 1032158"/>
                <a:gd name="connsiteX395" fmla="*/ 119575 w 3024845"/>
                <a:gd name="connsiteY395" fmla="*/ 200101 h 1032158"/>
                <a:gd name="connsiteX0" fmla="*/ 119575 w 3024845"/>
                <a:gd name="connsiteY0" fmla="*/ 95357 h 927414"/>
                <a:gd name="connsiteX1" fmla="*/ 200642 w 3024845"/>
                <a:gd name="connsiteY1" fmla="*/ 93196 h 927414"/>
                <a:gd name="connsiteX2" fmla="*/ 202669 w 3024845"/>
                <a:gd name="connsiteY2" fmla="*/ 93196 h 927414"/>
                <a:gd name="connsiteX3" fmla="*/ 216856 w 3024845"/>
                <a:gd name="connsiteY3" fmla="*/ 93196 h 927414"/>
                <a:gd name="connsiteX4" fmla="*/ 216856 w 3024845"/>
                <a:gd name="connsiteY4" fmla="*/ 116975 h 927414"/>
                <a:gd name="connsiteX5" fmla="*/ 217363 w 3024845"/>
                <a:gd name="connsiteY5" fmla="*/ 117786 h 927414"/>
                <a:gd name="connsiteX6" fmla="*/ 220909 w 3024845"/>
                <a:gd name="connsiteY6" fmla="*/ 123461 h 927414"/>
                <a:gd name="connsiteX7" fmla="*/ 220909 w 3024845"/>
                <a:gd name="connsiteY7" fmla="*/ 238035 h 927414"/>
                <a:gd name="connsiteX8" fmla="*/ 223189 w 3024845"/>
                <a:gd name="connsiteY8" fmla="*/ 238035 h 927414"/>
                <a:gd name="connsiteX9" fmla="*/ 239150 w 3024845"/>
                <a:gd name="connsiteY9" fmla="*/ 238035 h 927414"/>
                <a:gd name="connsiteX10" fmla="*/ 239150 w 3024845"/>
                <a:gd name="connsiteY10" fmla="*/ 378550 h 927414"/>
                <a:gd name="connsiteX11" fmla="*/ 240670 w 3024845"/>
                <a:gd name="connsiteY11" fmla="*/ 378280 h 927414"/>
                <a:gd name="connsiteX12" fmla="*/ 251310 w 3024845"/>
                <a:gd name="connsiteY12" fmla="*/ 376389 h 927414"/>
                <a:gd name="connsiteX13" fmla="*/ 249283 w 3024845"/>
                <a:gd name="connsiteY13" fmla="*/ 465021 h 927414"/>
                <a:gd name="connsiteX14" fmla="*/ 250803 w 3024845"/>
                <a:gd name="connsiteY14" fmla="*/ 465292 h 927414"/>
                <a:gd name="connsiteX15" fmla="*/ 261443 w 3024845"/>
                <a:gd name="connsiteY15" fmla="*/ 467183 h 927414"/>
                <a:gd name="connsiteX16" fmla="*/ 261696 w 3024845"/>
                <a:gd name="connsiteY16" fmla="*/ 467994 h 927414"/>
                <a:gd name="connsiteX17" fmla="*/ 263470 w 3024845"/>
                <a:gd name="connsiteY17" fmla="*/ 473669 h 927414"/>
                <a:gd name="connsiteX18" fmla="*/ 264230 w 3024845"/>
                <a:gd name="connsiteY18" fmla="*/ 471237 h 927414"/>
                <a:gd name="connsiteX19" fmla="*/ 269550 w 3024845"/>
                <a:gd name="connsiteY19" fmla="*/ 454213 h 927414"/>
                <a:gd name="connsiteX20" fmla="*/ 271323 w 3024845"/>
                <a:gd name="connsiteY20" fmla="*/ 454213 h 927414"/>
                <a:gd name="connsiteX21" fmla="*/ 283737 w 3024845"/>
                <a:gd name="connsiteY21" fmla="*/ 454213 h 927414"/>
                <a:gd name="connsiteX22" fmla="*/ 283737 w 3024845"/>
                <a:gd name="connsiteY22" fmla="*/ 486639 h 927414"/>
                <a:gd name="connsiteX23" fmla="*/ 284750 w 3024845"/>
                <a:gd name="connsiteY23" fmla="*/ 487180 h 927414"/>
                <a:gd name="connsiteX24" fmla="*/ 291844 w 3024845"/>
                <a:gd name="connsiteY24" fmla="*/ 490963 h 927414"/>
                <a:gd name="connsiteX25" fmla="*/ 291844 w 3024845"/>
                <a:gd name="connsiteY25" fmla="*/ 492314 h 927414"/>
                <a:gd name="connsiteX26" fmla="*/ 291844 w 3024845"/>
                <a:gd name="connsiteY26" fmla="*/ 501772 h 927414"/>
                <a:gd name="connsiteX27" fmla="*/ 336431 w 3024845"/>
                <a:gd name="connsiteY27" fmla="*/ 501772 h 927414"/>
                <a:gd name="connsiteX28" fmla="*/ 336431 w 3024845"/>
                <a:gd name="connsiteY28" fmla="*/ 502853 h 927414"/>
                <a:gd name="connsiteX29" fmla="*/ 336431 w 3024845"/>
                <a:gd name="connsiteY29" fmla="*/ 510419 h 927414"/>
                <a:gd name="connsiteX30" fmla="*/ 338457 w 3024845"/>
                <a:gd name="connsiteY30" fmla="*/ 510419 h 927414"/>
                <a:gd name="connsiteX31" fmla="*/ 352644 w 3024845"/>
                <a:gd name="connsiteY31" fmla="*/ 510419 h 927414"/>
                <a:gd name="connsiteX32" fmla="*/ 352644 w 3024845"/>
                <a:gd name="connsiteY32" fmla="*/ 480154 h 927414"/>
                <a:gd name="connsiteX33" fmla="*/ 397231 w 3024845"/>
                <a:gd name="connsiteY33" fmla="*/ 480154 h 927414"/>
                <a:gd name="connsiteX34" fmla="*/ 397231 w 3024845"/>
                <a:gd name="connsiteY34" fmla="*/ 478803 h 927414"/>
                <a:gd name="connsiteX35" fmla="*/ 397231 w 3024845"/>
                <a:gd name="connsiteY35" fmla="*/ 469345 h 927414"/>
                <a:gd name="connsiteX36" fmla="*/ 398245 w 3024845"/>
                <a:gd name="connsiteY36" fmla="*/ 469345 h 927414"/>
                <a:gd name="connsiteX37" fmla="*/ 405338 w 3024845"/>
                <a:gd name="connsiteY37" fmla="*/ 469345 h 927414"/>
                <a:gd name="connsiteX38" fmla="*/ 405338 w 3024845"/>
                <a:gd name="connsiteY38" fmla="*/ 467454 h 927414"/>
                <a:gd name="connsiteX39" fmla="*/ 405338 w 3024845"/>
                <a:gd name="connsiteY39" fmla="*/ 454213 h 927414"/>
                <a:gd name="connsiteX40" fmla="*/ 406098 w 3024845"/>
                <a:gd name="connsiteY40" fmla="*/ 454213 h 927414"/>
                <a:gd name="connsiteX41" fmla="*/ 411418 w 3024845"/>
                <a:gd name="connsiteY41" fmla="*/ 454213 h 927414"/>
                <a:gd name="connsiteX42" fmla="*/ 411418 w 3024845"/>
                <a:gd name="connsiteY42" fmla="*/ 453132 h 927414"/>
                <a:gd name="connsiteX43" fmla="*/ 411418 w 3024845"/>
                <a:gd name="connsiteY43" fmla="*/ 445565 h 927414"/>
                <a:gd name="connsiteX44" fmla="*/ 413445 w 3024845"/>
                <a:gd name="connsiteY44" fmla="*/ 445565 h 927414"/>
                <a:gd name="connsiteX45" fmla="*/ 427632 w 3024845"/>
                <a:gd name="connsiteY45" fmla="*/ 445565 h 927414"/>
                <a:gd name="connsiteX46" fmla="*/ 427632 w 3024845"/>
                <a:gd name="connsiteY46" fmla="*/ 446646 h 927414"/>
                <a:gd name="connsiteX47" fmla="*/ 427632 w 3024845"/>
                <a:gd name="connsiteY47" fmla="*/ 454213 h 927414"/>
                <a:gd name="connsiteX48" fmla="*/ 449925 w 3024845"/>
                <a:gd name="connsiteY48" fmla="*/ 454213 h 927414"/>
                <a:gd name="connsiteX49" fmla="*/ 449925 w 3024845"/>
                <a:gd name="connsiteY49" fmla="*/ 452321 h 927414"/>
                <a:gd name="connsiteX50" fmla="*/ 449925 w 3024845"/>
                <a:gd name="connsiteY50" fmla="*/ 439080 h 927414"/>
                <a:gd name="connsiteX51" fmla="*/ 451699 w 3024845"/>
                <a:gd name="connsiteY51" fmla="*/ 439080 h 927414"/>
                <a:gd name="connsiteX52" fmla="*/ 464112 w 3024845"/>
                <a:gd name="connsiteY52" fmla="*/ 439080 h 927414"/>
                <a:gd name="connsiteX53" fmla="*/ 464112 w 3024845"/>
                <a:gd name="connsiteY53" fmla="*/ 462860 h 927414"/>
                <a:gd name="connsiteX54" fmla="*/ 465126 w 3024845"/>
                <a:gd name="connsiteY54" fmla="*/ 462860 h 927414"/>
                <a:gd name="connsiteX55" fmla="*/ 472219 w 3024845"/>
                <a:gd name="connsiteY55" fmla="*/ 462860 h 927414"/>
                <a:gd name="connsiteX56" fmla="*/ 472219 w 3024845"/>
                <a:gd name="connsiteY56" fmla="*/ 461779 h 927414"/>
                <a:gd name="connsiteX57" fmla="*/ 472219 w 3024845"/>
                <a:gd name="connsiteY57" fmla="*/ 454213 h 927414"/>
                <a:gd name="connsiteX58" fmla="*/ 473992 w 3024845"/>
                <a:gd name="connsiteY58" fmla="*/ 454213 h 927414"/>
                <a:gd name="connsiteX59" fmla="*/ 486406 w 3024845"/>
                <a:gd name="connsiteY59" fmla="*/ 454213 h 927414"/>
                <a:gd name="connsiteX60" fmla="*/ 486406 w 3024845"/>
                <a:gd name="connsiteY60" fmla="*/ 480154 h 927414"/>
                <a:gd name="connsiteX61" fmla="*/ 488433 w 3024845"/>
                <a:gd name="connsiteY61" fmla="*/ 480154 h 927414"/>
                <a:gd name="connsiteX62" fmla="*/ 502619 w 3024845"/>
                <a:gd name="connsiteY62" fmla="*/ 480154 h 927414"/>
                <a:gd name="connsiteX63" fmla="*/ 502619 w 3024845"/>
                <a:gd name="connsiteY63" fmla="*/ 481775 h 927414"/>
                <a:gd name="connsiteX64" fmla="*/ 502619 w 3024845"/>
                <a:gd name="connsiteY64" fmla="*/ 493125 h 927414"/>
                <a:gd name="connsiteX65" fmla="*/ 503379 w 3024845"/>
                <a:gd name="connsiteY65" fmla="*/ 493125 h 927414"/>
                <a:gd name="connsiteX66" fmla="*/ 508700 w 3024845"/>
                <a:gd name="connsiteY66" fmla="*/ 493125 h 927414"/>
                <a:gd name="connsiteX67" fmla="*/ 508700 w 3024845"/>
                <a:gd name="connsiteY67" fmla="*/ 492314 h 927414"/>
                <a:gd name="connsiteX68" fmla="*/ 508700 w 3024845"/>
                <a:gd name="connsiteY68" fmla="*/ 486639 h 927414"/>
                <a:gd name="connsiteX69" fmla="*/ 539100 w 3024845"/>
                <a:gd name="connsiteY69" fmla="*/ 486639 h 927414"/>
                <a:gd name="connsiteX70" fmla="*/ 539100 w 3024845"/>
                <a:gd name="connsiteY70" fmla="*/ 510419 h 927414"/>
                <a:gd name="connsiteX71" fmla="*/ 540113 w 3024845"/>
                <a:gd name="connsiteY71" fmla="*/ 510419 h 927414"/>
                <a:gd name="connsiteX72" fmla="*/ 547207 w 3024845"/>
                <a:gd name="connsiteY72" fmla="*/ 510419 h 927414"/>
                <a:gd name="connsiteX73" fmla="*/ 547207 w 3024845"/>
                <a:gd name="connsiteY73" fmla="*/ 511500 h 927414"/>
                <a:gd name="connsiteX74" fmla="*/ 547207 w 3024845"/>
                <a:gd name="connsiteY74" fmla="*/ 519066 h 927414"/>
                <a:gd name="connsiteX75" fmla="*/ 547967 w 3024845"/>
                <a:gd name="connsiteY75" fmla="*/ 519066 h 927414"/>
                <a:gd name="connsiteX76" fmla="*/ 553287 w 3024845"/>
                <a:gd name="connsiteY76" fmla="*/ 519066 h 927414"/>
                <a:gd name="connsiteX77" fmla="*/ 553287 w 3024845"/>
                <a:gd name="connsiteY77" fmla="*/ 516904 h 927414"/>
                <a:gd name="connsiteX78" fmla="*/ 553287 w 3024845"/>
                <a:gd name="connsiteY78" fmla="*/ 501772 h 927414"/>
                <a:gd name="connsiteX79" fmla="*/ 554300 w 3024845"/>
                <a:gd name="connsiteY79" fmla="*/ 501772 h 927414"/>
                <a:gd name="connsiteX80" fmla="*/ 561394 w 3024845"/>
                <a:gd name="connsiteY80" fmla="*/ 501772 h 927414"/>
                <a:gd name="connsiteX81" fmla="*/ 561394 w 3024845"/>
                <a:gd name="connsiteY81" fmla="*/ 502853 h 927414"/>
                <a:gd name="connsiteX82" fmla="*/ 561394 w 3024845"/>
                <a:gd name="connsiteY82" fmla="*/ 510419 h 927414"/>
                <a:gd name="connsiteX83" fmla="*/ 566714 w 3024845"/>
                <a:gd name="connsiteY83" fmla="*/ 508426 h 927414"/>
                <a:gd name="connsiteX84" fmla="*/ 567474 w 3024845"/>
                <a:gd name="connsiteY84" fmla="*/ 507446 h 927414"/>
                <a:gd name="connsiteX85" fmla="*/ 567474 w 3024845"/>
                <a:gd name="connsiteY85" fmla="*/ 501772 h 927414"/>
                <a:gd name="connsiteX86" fmla="*/ 605981 w 3024845"/>
                <a:gd name="connsiteY86" fmla="*/ 501772 h 927414"/>
                <a:gd name="connsiteX87" fmla="*/ 605981 w 3024845"/>
                <a:gd name="connsiteY87" fmla="*/ 525551 h 927414"/>
                <a:gd name="connsiteX88" fmla="*/ 608007 w 3024845"/>
                <a:gd name="connsiteY88" fmla="*/ 525551 h 927414"/>
                <a:gd name="connsiteX89" fmla="*/ 622194 w 3024845"/>
                <a:gd name="connsiteY89" fmla="*/ 525551 h 927414"/>
                <a:gd name="connsiteX90" fmla="*/ 622194 w 3024845"/>
                <a:gd name="connsiteY90" fmla="*/ 526632 h 927414"/>
                <a:gd name="connsiteX91" fmla="*/ 622194 w 3024845"/>
                <a:gd name="connsiteY91" fmla="*/ 534198 h 927414"/>
                <a:gd name="connsiteX92" fmla="*/ 623968 w 3024845"/>
                <a:gd name="connsiteY92" fmla="*/ 534198 h 927414"/>
                <a:gd name="connsiteX93" fmla="*/ 636381 w 3024845"/>
                <a:gd name="connsiteY93" fmla="*/ 534198 h 927414"/>
                <a:gd name="connsiteX94" fmla="*/ 636381 w 3024845"/>
                <a:gd name="connsiteY94" fmla="*/ 510419 h 927414"/>
                <a:gd name="connsiteX95" fmla="*/ 637394 w 3024845"/>
                <a:gd name="connsiteY95" fmla="*/ 510419 h 927414"/>
                <a:gd name="connsiteX96" fmla="*/ 644488 w 3024845"/>
                <a:gd name="connsiteY96" fmla="*/ 510419 h 927414"/>
                <a:gd name="connsiteX97" fmla="*/ 644488 w 3024845"/>
                <a:gd name="connsiteY97" fmla="*/ 477992 h 927414"/>
                <a:gd name="connsiteX98" fmla="*/ 645501 w 3024845"/>
                <a:gd name="connsiteY98" fmla="*/ 477992 h 927414"/>
                <a:gd name="connsiteX99" fmla="*/ 652595 w 3024845"/>
                <a:gd name="connsiteY99" fmla="*/ 477992 h 927414"/>
                <a:gd name="connsiteX100" fmla="*/ 652595 w 3024845"/>
                <a:gd name="connsiteY100" fmla="*/ 476101 h 927414"/>
                <a:gd name="connsiteX101" fmla="*/ 652595 w 3024845"/>
                <a:gd name="connsiteY101" fmla="*/ 462860 h 927414"/>
                <a:gd name="connsiteX102" fmla="*/ 651328 w 3024845"/>
                <a:gd name="connsiteY102" fmla="*/ 461238 h 927414"/>
                <a:gd name="connsiteX103" fmla="*/ 656648 w 3024845"/>
                <a:gd name="connsiteY103" fmla="*/ 449889 h 927414"/>
                <a:gd name="connsiteX104" fmla="*/ 664755 w 3024845"/>
                <a:gd name="connsiteY104" fmla="*/ 477992 h 927414"/>
                <a:gd name="connsiteX105" fmla="*/ 665515 w 3024845"/>
                <a:gd name="connsiteY105" fmla="*/ 477992 h 927414"/>
                <a:gd name="connsiteX106" fmla="*/ 670835 w 3024845"/>
                <a:gd name="connsiteY106" fmla="*/ 477992 h 927414"/>
                <a:gd name="connsiteX107" fmla="*/ 670835 w 3024845"/>
                <a:gd name="connsiteY107" fmla="*/ 372065 h 927414"/>
                <a:gd name="connsiteX108" fmla="*/ 672355 w 3024845"/>
                <a:gd name="connsiteY108" fmla="*/ 372065 h 927414"/>
                <a:gd name="connsiteX109" fmla="*/ 682995 w 3024845"/>
                <a:gd name="connsiteY109" fmla="*/ 372065 h 927414"/>
                <a:gd name="connsiteX110" fmla="*/ 682995 w 3024845"/>
                <a:gd name="connsiteY110" fmla="*/ 324506 h 927414"/>
                <a:gd name="connsiteX111" fmla="*/ 709342 w 3024845"/>
                <a:gd name="connsiteY111" fmla="*/ 324506 h 927414"/>
                <a:gd name="connsiteX112" fmla="*/ 709342 w 3024845"/>
                <a:gd name="connsiteY112" fmla="*/ 302888 h 927414"/>
                <a:gd name="connsiteX113" fmla="*/ 743796 w 3024845"/>
                <a:gd name="connsiteY113" fmla="*/ 302888 h 927414"/>
                <a:gd name="connsiteX114" fmla="*/ 743796 w 3024845"/>
                <a:gd name="connsiteY114" fmla="*/ 305320 h 927414"/>
                <a:gd name="connsiteX115" fmla="*/ 743796 w 3024845"/>
                <a:gd name="connsiteY115" fmla="*/ 322344 h 927414"/>
                <a:gd name="connsiteX116" fmla="*/ 746076 w 3024845"/>
                <a:gd name="connsiteY116" fmla="*/ 322344 h 927414"/>
                <a:gd name="connsiteX117" fmla="*/ 762036 w 3024845"/>
                <a:gd name="connsiteY117" fmla="*/ 322344 h 927414"/>
                <a:gd name="connsiteX118" fmla="*/ 762036 w 3024845"/>
                <a:gd name="connsiteY118" fmla="*/ 369903 h 927414"/>
                <a:gd name="connsiteX119" fmla="*/ 763049 w 3024845"/>
                <a:gd name="connsiteY119" fmla="*/ 369903 h 927414"/>
                <a:gd name="connsiteX120" fmla="*/ 770143 w 3024845"/>
                <a:gd name="connsiteY120" fmla="*/ 369903 h 927414"/>
                <a:gd name="connsiteX121" fmla="*/ 784330 w 3024845"/>
                <a:gd name="connsiteY121" fmla="*/ 374227 h 927414"/>
                <a:gd name="connsiteX122" fmla="*/ 784330 w 3024845"/>
                <a:gd name="connsiteY122" fmla="*/ 413139 h 927414"/>
                <a:gd name="connsiteX123" fmla="*/ 785343 w 3024845"/>
                <a:gd name="connsiteY123" fmla="*/ 413139 h 927414"/>
                <a:gd name="connsiteX124" fmla="*/ 792436 w 3024845"/>
                <a:gd name="connsiteY124" fmla="*/ 413139 h 927414"/>
                <a:gd name="connsiteX125" fmla="*/ 792436 w 3024845"/>
                <a:gd name="connsiteY125" fmla="*/ 414760 h 927414"/>
                <a:gd name="connsiteX126" fmla="*/ 792436 w 3024845"/>
                <a:gd name="connsiteY126" fmla="*/ 426109 h 927414"/>
                <a:gd name="connsiteX127" fmla="*/ 794463 w 3024845"/>
                <a:gd name="connsiteY127" fmla="*/ 426109 h 927414"/>
                <a:gd name="connsiteX128" fmla="*/ 808650 w 3024845"/>
                <a:gd name="connsiteY128" fmla="*/ 426109 h 927414"/>
                <a:gd name="connsiteX129" fmla="*/ 814730 w 3024845"/>
                <a:gd name="connsiteY129" fmla="*/ 432595 h 927414"/>
                <a:gd name="connsiteX130" fmla="*/ 814730 w 3024845"/>
                <a:gd name="connsiteY130" fmla="*/ 454213 h 927414"/>
                <a:gd name="connsiteX131" fmla="*/ 817010 w 3024845"/>
                <a:gd name="connsiteY131" fmla="*/ 454213 h 927414"/>
                <a:gd name="connsiteX132" fmla="*/ 832970 w 3024845"/>
                <a:gd name="connsiteY132" fmla="*/ 454213 h 927414"/>
                <a:gd name="connsiteX133" fmla="*/ 832970 w 3024845"/>
                <a:gd name="connsiteY133" fmla="*/ 455293 h 927414"/>
                <a:gd name="connsiteX134" fmla="*/ 832970 w 3024845"/>
                <a:gd name="connsiteY134" fmla="*/ 462860 h 927414"/>
                <a:gd name="connsiteX135" fmla="*/ 834237 w 3024845"/>
                <a:gd name="connsiteY135" fmla="*/ 462860 h 927414"/>
                <a:gd name="connsiteX136" fmla="*/ 843104 w 3024845"/>
                <a:gd name="connsiteY136" fmla="*/ 462860 h 927414"/>
                <a:gd name="connsiteX137" fmla="*/ 843104 w 3024845"/>
                <a:gd name="connsiteY137" fmla="*/ 465021 h 927414"/>
                <a:gd name="connsiteX138" fmla="*/ 843104 w 3024845"/>
                <a:gd name="connsiteY138" fmla="*/ 480154 h 927414"/>
                <a:gd name="connsiteX139" fmla="*/ 847157 w 3024845"/>
                <a:gd name="connsiteY139" fmla="*/ 478262 h 927414"/>
                <a:gd name="connsiteX140" fmla="*/ 847157 w 3024845"/>
                <a:gd name="connsiteY140" fmla="*/ 465021 h 927414"/>
                <a:gd name="connsiteX141" fmla="*/ 848170 w 3024845"/>
                <a:gd name="connsiteY141" fmla="*/ 465021 h 927414"/>
                <a:gd name="connsiteX142" fmla="*/ 855264 w 3024845"/>
                <a:gd name="connsiteY142" fmla="*/ 465021 h 927414"/>
                <a:gd name="connsiteX143" fmla="*/ 855264 w 3024845"/>
                <a:gd name="connsiteY143" fmla="*/ 466643 h 927414"/>
                <a:gd name="connsiteX144" fmla="*/ 855264 w 3024845"/>
                <a:gd name="connsiteY144" fmla="*/ 477992 h 927414"/>
                <a:gd name="connsiteX145" fmla="*/ 856024 w 3024845"/>
                <a:gd name="connsiteY145" fmla="*/ 477992 h 927414"/>
                <a:gd name="connsiteX146" fmla="*/ 861344 w 3024845"/>
                <a:gd name="connsiteY146" fmla="*/ 477992 h 927414"/>
                <a:gd name="connsiteX147" fmla="*/ 909984 w 3024845"/>
                <a:gd name="connsiteY147" fmla="*/ 473669 h 927414"/>
                <a:gd name="connsiteX148" fmla="*/ 909984 w 3024845"/>
                <a:gd name="connsiteY148" fmla="*/ 475020 h 927414"/>
                <a:gd name="connsiteX149" fmla="*/ 909984 w 3024845"/>
                <a:gd name="connsiteY149" fmla="*/ 484477 h 927414"/>
                <a:gd name="connsiteX150" fmla="*/ 910744 w 3024845"/>
                <a:gd name="connsiteY150" fmla="*/ 484477 h 927414"/>
                <a:gd name="connsiteX151" fmla="*/ 916065 w 3024845"/>
                <a:gd name="connsiteY151" fmla="*/ 484477 h 927414"/>
                <a:gd name="connsiteX152" fmla="*/ 916065 w 3024845"/>
                <a:gd name="connsiteY152" fmla="*/ 486639 h 927414"/>
                <a:gd name="connsiteX153" fmla="*/ 916065 w 3024845"/>
                <a:gd name="connsiteY153" fmla="*/ 501772 h 927414"/>
                <a:gd name="connsiteX154" fmla="*/ 918091 w 3024845"/>
                <a:gd name="connsiteY154" fmla="*/ 500421 h 927414"/>
                <a:gd name="connsiteX155" fmla="*/ 932278 w 3024845"/>
                <a:gd name="connsiteY155" fmla="*/ 490963 h 927414"/>
                <a:gd name="connsiteX156" fmla="*/ 938358 w 3024845"/>
                <a:gd name="connsiteY156" fmla="*/ 449889 h 927414"/>
                <a:gd name="connsiteX157" fmla="*/ 939118 w 3024845"/>
                <a:gd name="connsiteY157" fmla="*/ 449619 h 927414"/>
                <a:gd name="connsiteX158" fmla="*/ 944438 w 3024845"/>
                <a:gd name="connsiteY158" fmla="*/ 447727 h 927414"/>
                <a:gd name="connsiteX159" fmla="*/ 946465 w 3024845"/>
                <a:gd name="connsiteY159" fmla="*/ 378550 h 927414"/>
                <a:gd name="connsiteX160" fmla="*/ 948492 w 3024845"/>
                <a:gd name="connsiteY160" fmla="*/ 447727 h 927414"/>
                <a:gd name="connsiteX161" fmla="*/ 949252 w 3024845"/>
                <a:gd name="connsiteY161" fmla="*/ 447997 h 927414"/>
                <a:gd name="connsiteX162" fmla="*/ 954572 w 3024845"/>
                <a:gd name="connsiteY162" fmla="*/ 449889 h 927414"/>
                <a:gd name="connsiteX163" fmla="*/ 954572 w 3024845"/>
                <a:gd name="connsiteY163" fmla="*/ 363418 h 927414"/>
                <a:gd name="connsiteX164" fmla="*/ 958625 w 3024845"/>
                <a:gd name="connsiteY164" fmla="*/ 330991 h 927414"/>
                <a:gd name="connsiteX165" fmla="*/ 997132 w 3024845"/>
                <a:gd name="connsiteY165" fmla="*/ 330991 h 927414"/>
                <a:gd name="connsiteX166" fmla="*/ 997132 w 3024845"/>
                <a:gd name="connsiteY166" fmla="*/ 363418 h 927414"/>
                <a:gd name="connsiteX167" fmla="*/ 997892 w 3024845"/>
                <a:gd name="connsiteY167" fmla="*/ 363418 h 927414"/>
                <a:gd name="connsiteX168" fmla="*/ 1003212 w 3024845"/>
                <a:gd name="connsiteY168" fmla="*/ 363418 h 927414"/>
                <a:gd name="connsiteX169" fmla="*/ 1003212 w 3024845"/>
                <a:gd name="connsiteY169" fmla="*/ 281270 h 927414"/>
                <a:gd name="connsiteX170" fmla="*/ 1004986 w 3024845"/>
                <a:gd name="connsiteY170" fmla="*/ 281270 h 927414"/>
                <a:gd name="connsiteX171" fmla="*/ 1017399 w 3024845"/>
                <a:gd name="connsiteY171" fmla="*/ 281270 h 927414"/>
                <a:gd name="connsiteX172" fmla="*/ 1017399 w 3024845"/>
                <a:gd name="connsiteY172" fmla="*/ 279379 h 927414"/>
                <a:gd name="connsiteX173" fmla="*/ 1017399 w 3024845"/>
                <a:gd name="connsiteY173" fmla="*/ 266138 h 927414"/>
                <a:gd name="connsiteX174" fmla="*/ 1039693 w 3024845"/>
                <a:gd name="connsiteY174" fmla="*/ 266138 h 927414"/>
                <a:gd name="connsiteX175" fmla="*/ 1039693 w 3024845"/>
                <a:gd name="connsiteY175" fmla="*/ 265057 h 927414"/>
                <a:gd name="connsiteX176" fmla="*/ 1039693 w 3024845"/>
                <a:gd name="connsiteY176" fmla="*/ 257491 h 927414"/>
                <a:gd name="connsiteX177" fmla="*/ 1041466 w 3024845"/>
                <a:gd name="connsiteY177" fmla="*/ 257491 h 927414"/>
                <a:gd name="connsiteX178" fmla="*/ 1053880 w 3024845"/>
                <a:gd name="connsiteY178" fmla="*/ 257491 h 927414"/>
                <a:gd name="connsiteX179" fmla="*/ 1053880 w 3024845"/>
                <a:gd name="connsiteY179" fmla="*/ 258572 h 927414"/>
                <a:gd name="connsiteX180" fmla="*/ 1053880 w 3024845"/>
                <a:gd name="connsiteY180" fmla="*/ 266138 h 927414"/>
                <a:gd name="connsiteX181" fmla="*/ 1054640 w 3024845"/>
                <a:gd name="connsiteY181" fmla="*/ 266138 h 927414"/>
                <a:gd name="connsiteX182" fmla="*/ 1059960 w 3024845"/>
                <a:gd name="connsiteY182" fmla="*/ 266138 h 927414"/>
                <a:gd name="connsiteX183" fmla="*/ 1070093 w 3024845"/>
                <a:gd name="connsiteY183" fmla="*/ 261814 h 927414"/>
                <a:gd name="connsiteX184" fmla="*/ 1074146 w 3024845"/>
                <a:gd name="connsiteY184" fmla="*/ 265057 h 927414"/>
                <a:gd name="connsiteX185" fmla="*/ 1074146 w 3024845"/>
                <a:gd name="connsiteY185" fmla="*/ 257491 h 927414"/>
                <a:gd name="connsiteX186" fmla="*/ 1076426 w 3024845"/>
                <a:gd name="connsiteY186" fmla="*/ 257491 h 927414"/>
                <a:gd name="connsiteX187" fmla="*/ 1092387 w 3024845"/>
                <a:gd name="connsiteY187" fmla="*/ 257491 h 927414"/>
                <a:gd name="connsiteX188" fmla="*/ 1092387 w 3024845"/>
                <a:gd name="connsiteY188" fmla="*/ 258572 h 927414"/>
                <a:gd name="connsiteX189" fmla="*/ 1092387 w 3024845"/>
                <a:gd name="connsiteY189" fmla="*/ 266138 h 927414"/>
                <a:gd name="connsiteX190" fmla="*/ 1122787 w 3024845"/>
                <a:gd name="connsiteY190" fmla="*/ 266138 h 927414"/>
                <a:gd name="connsiteX191" fmla="*/ 1122787 w 3024845"/>
                <a:gd name="connsiteY191" fmla="*/ 267759 h 927414"/>
                <a:gd name="connsiteX192" fmla="*/ 1122787 w 3024845"/>
                <a:gd name="connsiteY192" fmla="*/ 279109 h 927414"/>
                <a:gd name="connsiteX193" fmla="*/ 1149134 w 3024845"/>
                <a:gd name="connsiteY193" fmla="*/ 279109 h 927414"/>
                <a:gd name="connsiteX194" fmla="*/ 1149134 w 3024845"/>
                <a:gd name="connsiteY194" fmla="*/ 309373 h 927414"/>
                <a:gd name="connsiteX195" fmla="*/ 1149894 w 3024845"/>
                <a:gd name="connsiteY195" fmla="*/ 309373 h 927414"/>
                <a:gd name="connsiteX196" fmla="*/ 1155214 w 3024845"/>
                <a:gd name="connsiteY196" fmla="*/ 309373 h 927414"/>
                <a:gd name="connsiteX197" fmla="*/ 1155214 w 3024845"/>
                <a:gd name="connsiteY197" fmla="*/ 310454 h 927414"/>
                <a:gd name="connsiteX198" fmla="*/ 1155214 w 3024845"/>
                <a:gd name="connsiteY198" fmla="*/ 318021 h 927414"/>
                <a:gd name="connsiteX199" fmla="*/ 1159268 w 3024845"/>
                <a:gd name="connsiteY199" fmla="*/ 348285 h 927414"/>
                <a:gd name="connsiteX200" fmla="*/ 1160028 w 3024845"/>
                <a:gd name="connsiteY200" fmla="*/ 348285 h 927414"/>
                <a:gd name="connsiteX201" fmla="*/ 1165348 w 3024845"/>
                <a:gd name="connsiteY201" fmla="*/ 348285 h 927414"/>
                <a:gd name="connsiteX202" fmla="*/ 1165348 w 3024845"/>
                <a:gd name="connsiteY202" fmla="*/ 349096 h 927414"/>
                <a:gd name="connsiteX203" fmla="*/ 1165348 w 3024845"/>
                <a:gd name="connsiteY203" fmla="*/ 354771 h 927414"/>
                <a:gd name="connsiteX204" fmla="*/ 1166361 w 3024845"/>
                <a:gd name="connsiteY204" fmla="*/ 354771 h 927414"/>
                <a:gd name="connsiteX205" fmla="*/ 1173454 w 3024845"/>
                <a:gd name="connsiteY205" fmla="*/ 354771 h 927414"/>
                <a:gd name="connsiteX206" fmla="*/ 1173454 w 3024845"/>
                <a:gd name="connsiteY206" fmla="*/ 385036 h 927414"/>
                <a:gd name="connsiteX207" fmla="*/ 1175481 w 3024845"/>
                <a:gd name="connsiteY207" fmla="*/ 385036 h 927414"/>
                <a:gd name="connsiteX208" fmla="*/ 1189668 w 3024845"/>
                <a:gd name="connsiteY208" fmla="*/ 385036 h 927414"/>
                <a:gd name="connsiteX209" fmla="*/ 1189668 w 3024845"/>
                <a:gd name="connsiteY209" fmla="*/ 408815 h 927414"/>
                <a:gd name="connsiteX210" fmla="*/ 1191695 w 3024845"/>
                <a:gd name="connsiteY210" fmla="*/ 410436 h 927414"/>
                <a:gd name="connsiteX211" fmla="*/ 1191695 w 3024845"/>
                <a:gd name="connsiteY211" fmla="*/ 421786 h 927414"/>
                <a:gd name="connsiteX212" fmla="*/ 1192455 w 3024845"/>
                <a:gd name="connsiteY212" fmla="*/ 421786 h 927414"/>
                <a:gd name="connsiteX213" fmla="*/ 1197775 w 3024845"/>
                <a:gd name="connsiteY213" fmla="*/ 421786 h 927414"/>
                <a:gd name="connsiteX214" fmla="*/ 1197775 w 3024845"/>
                <a:gd name="connsiteY214" fmla="*/ 445565 h 927414"/>
                <a:gd name="connsiteX215" fmla="*/ 1199041 w 3024845"/>
                <a:gd name="connsiteY215" fmla="*/ 445565 h 927414"/>
                <a:gd name="connsiteX216" fmla="*/ 1207908 w 3024845"/>
                <a:gd name="connsiteY216" fmla="*/ 445565 h 927414"/>
                <a:gd name="connsiteX217" fmla="*/ 1209935 w 3024845"/>
                <a:gd name="connsiteY217" fmla="*/ 449619 h 927414"/>
                <a:gd name="connsiteX218" fmla="*/ 1209935 w 3024845"/>
                <a:gd name="connsiteY218" fmla="*/ 462860 h 927414"/>
                <a:gd name="connsiteX219" fmla="*/ 1211455 w 3024845"/>
                <a:gd name="connsiteY219" fmla="*/ 460968 h 927414"/>
                <a:gd name="connsiteX220" fmla="*/ 1222095 w 3024845"/>
                <a:gd name="connsiteY220" fmla="*/ 447727 h 927414"/>
                <a:gd name="connsiteX221" fmla="*/ 1250469 w 3024845"/>
                <a:gd name="connsiteY221" fmla="*/ 447727 h 927414"/>
                <a:gd name="connsiteX222" fmla="*/ 1250469 w 3024845"/>
                <a:gd name="connsiteY222" fmla="*/ 534198 h 927414"/>
                <a:gd name="connsiteX223" fmla="*/ 1251229 w 3024845"/>
                <a:gd name="connsiteY223" fmla="*/ 534198 h 927414"/>
                <a:gd name="connsiteX224" fmla="*/ 1256549 w 3024845"/>
                <a:gd name="connsiteY224" fmla="*/ 534198 h 927414"/>
                <a:gd name="connsiteX225" fmla="*/ 1257309 w 3024845"/>
                <a:gd name="connsiteY225" fmla="*/ 532847 h 927414"/>
                <a:gd name="connsiteX226" fmla="*/ 1262629 w 3024845"/>
                <a:gd name="connsiteY226" fmla="*/ 523389 h 927414"/>
                <a:gd name="connsiteX227" fmla="*/ 1262629 w 3024845"/>
                <a:gd name="connsiteY227" fmla="*/ 525281 h 927414"/>
                <a:gd name="connsiteX228" fmla="*/ 1262629 w 3024845"/>
                <a:gd name="connsiteY228" fmla="*/ 538522 h 927414"/>
                <a:gd name="connsiteX229" fmla="*/ 1266682 w 3024845"/>
                <a:gd name="connsiteY229" fmla="*/ 493125 h 927414"/>
                <a:gd name="connsiteX230" fmla="*/ 1267442 w 3024845"/>
                <a:gd name="connsiteY230" fmla="*/ 493125 h 927414"/>
                <a:gd name="connsiteX231" fmla="*/ 1272762 w 3024845"/>
                <a:gd name="connsiteY231" fmla="*/ 493125 h 927414"/>
                <a:gd name="connsiteX232" fmla="*/ 1272762 w 3024845"/>
                <a:gd name="connsiteY232" fmla="*/ 428271 h 927414"/>
                <a:gd name="connsiteX233" fmla="*/ 1273776 w 3024845"/>
                <a:gd name="connsiteY233" fmla="*/ 428271 h 927414"/>
                <a:gd name="connsiteX234" fmla="*/ 1280869 w 3024845"/>
                <a:gd name="connsiteY234" fmla="*/ 428271 h 927414"/>
                <a:gd name="connsiteX235" fmla="*/ 1293029 w 3024845"/>
                <a:gd name="connsiteY235" fmla="*/ 385036 h 927414"/>
                <a:gd name="connsiteX236" fmla="*/ 1294296 w 3024845"/>
                <a:gd name="connsiteY236" fmla="*/ 385036 h 927414"/>
                <a:gd name="connsiteX237" fmla="*/ 1303163 w 3024845"/>
                <a:gd name="connsiteY237" fmla="*/ 385036 h 927414"/>
                <a:gd name="connsiteX238" fmla="*/ 1313296 w 3024845"/>
                <a:gd name="connsiteY238" fmla="*/ 428271 h 927414"/>
                <a:gd name="connsiteX239" fmla="*/ 1314309 w 3024845"/>
                <a:gd name="connsiteY239" fmla="*/ 428271 h 927414"/>
                <a:gd name="connsiteX240" fmla="*/ 1321403 w 3024845"/>
                <a:gd name="connsiteY240" fmla="*/ 428271 h 927414"/>
                <a:gd name="connsiteX241" fmla="*/ 1321403 w 3024845"/>
                <a:gd name="connsiteY241" fmla="*/ 467183 h 927414"/>
                <a:gd name="connsiteX242" fmla="*/ 1323176 w 3024845"/>
                <a:gd name="connsiteY242" fmla="*/ 467183 h 927414"/>
                <a:gd name="connsiteX243" fmla="*/ 1335590 w 3024845"/>
                <a:gd name="connsiteY243" fmla="*/ 467183 h 927414"/>
                <a:gd name="connsiteX244" fmla="*/ 1335590 w 3024845"/>
                <a:gd name="connsiteY244" fmla="*/ 469345 h 927414"/>
                <a:gd name="connsiteX245" fmla="*/ 1335590 w 3024845"/>
                <a:gd name="connsiteY245" fmla="*/ 484477 h 927414"/>
                <a:gd name="connsiteX246" fmla="*/ 1339643 w 3024845"/>
                <a:gd name="connsiteY246" fmla="*/ 482316 h 927414"/>
                <a:gd name="connsiteX247" fmla="*/ 1339643 w 3024845"/>
                <a:gd name="connsiteY247" fmla="*/ 467183 h 927414"/>
                <a:gd name="connsiteX248" fmla="*/ 1341163 w 3024845"/>
                <a:gd name="connsiteY248" fmla="*/ 467183 h 927414"/>
                <a:gd name="connsiteX249" fmla="*/ 1351803 w 3024845"/>
                <a:gd name="connsiteY249" fmla="*/ 467183 h 927414"/>
                <a:gd name="connsiteX250" fmla="*/ 1351803 w 3024845"/>
                <a:gd name="connsiteY250" fmla="*/ 468804 h 927414"/>
                <a:gd name="connsiteX251" fmla="*/ 1351803 w 3024845"/>
                <a:gd name="connsiteY251" fmla="*/ 480154 h 927414"/>
                <a:gd name="connsiteX252" fmla="*/ 1382204 w 3024845"/>
                <a:gd name="connsiteY252" fmla="*/ 480154 h 927414"/>
                <a:gd name="connsiteX253" fmla="*/ 1382204 w 3024845"/>
                <a:gd name="connsiteY253" fmla="*/ 443404 h 927414"/>
                <a:gd name="connsiteX254" fmla="*/ 1383470 w 3024845"/>
                <a:gd name="connsiteY254" fmla="*/ 443404 h 927414"/>
                <a:gd name="connsiteX255" fmla="*/ 1392337 w 3024845"/>
                <a:gd name="connsiteY255" fmla="*/ 443404 h 927414"/>
                <a:gd name="connsiteX256" fmla="*/ 1392337 w 3024845"/>
                <a:gd name="connsiteY256" fmla="*/ 465021 h 927414"/>
                <a:gd name="connsiteX257" fmla="*/ 1394364 w 3024845"/>
                <a:gd name="connsiteY257" fmla="*/ 432595 h 927414"/>
                <a:gd name="connsiteX258" fmla="*/ 1416657 w 3024845"/>
                <a:gd name="connsiteY258" fmla="*/ 432595 h 927414"/>
                <a:gd name="connsiteX259" fmla="*/ 1416657 w 3024845"/>
                <a:gd name="connsiteY259" fmla="*/ 430973 h 927414"/>
                <a:gd name="connsiteX260" fmla="*/ 1416657 w 3024845"/>
                <a:gd name="connsiteY260" fmla="*/ 419624 h 927414"/>
                <a:gd name="connsiteX261" fmla="*/ 1417417 w 3024845"/>
                <a:gd name="connsiteY261" fmla="*/ 419624 h 927414"/>
                <a:gd name="connsiteX262" fmla="*/ 1422737 w 3024845"/>
                <a:gd name="connsiteY262" fmla="*/ 419624 h 927414"/>
                <a:gd name="connsiteX263" fmla="*/ 1422737 w 3024845"/>
                <a:gd name="connsiteY263" fmla="*/ 417733 h 927414"/>
                <a:gd name="connsiteX264" fmla="*/ 1422737 w 3024845"/>
                <a:gd name="connsiteY264" fmla="*/ 404492 h 927414"/>
                <a:gd name="connsiteX265" fmla="*/ 1426791 w 3024845"/>
                <a:gd name="connsiteY265" fmla="*/ 410977 h 927414"/>
                <a:gd name="connsiteX266" fmla="*/ 1429071 w 3024845"/>
                <a:gd name="connsiteY266" fmla="*/ 410977 h 927414"/>
                <a:gd name="connsiteX267" fmla="*/ 1445031 w 3024845"/>
                <a:gd name="connsiteY267" fmla="*/ 410977 h 927414"/>
                <a:gd name="connsiteX268" fmla="*/ 1445031 w 3024845"/>
                <a:gd name="connsiteY268" fmla="*/ 410166 h 927414"/>
                <a:gd name="connsiteX269" fmla="*/ 1445031 w 3024845"/>
                <a:gd name="connsiteY269" fmla="*/ 404492 h 927414"/>
                <a:gd name="connsiteX270" fmla="*/ 1445791 w 3024845"/>
                <a:gd name="connsiteY270" fmla="*/ 404492 h 927414"/>
                <a:gd name="connsiteX271" fmla="*/ 1451111 w 3024845"/>
                <a:gd name="connsiteY271" fmla="*/ 404492 h 927414"/>
                <a:gd name="connsiteX272" fmla="*/ 1451111 w 3024845"/>
                <a:gd name="connsiteY272" fmla="*/ 405843 h 927414"/>
                <a:gd name="connsiteX273" fmla="*/ 1451111 w 3024845"/>
                <a:gd name="connsiteY273" fmla="*/ 415301 h 927414"/>
                <a:gd name="connsiteX274" fmla="*/ 1489618 w 3024845"/>
                <a:gd name="connsiteY274" fmla="*/ 415301 h 927414"/>
                <a:gd name="connsiteX275" fmla="*/ 1489618 w 3024845"/>
                <a:gd name="connsiteY275" fmla="*/ 553654 h 927414"/>
                <a:gd name="connsiteX276" fmla="*/ 1491138 w 3024845"/>
                <a:gd name="connsiteY276" fmla="*/ 553654 h 927414"/>
                <a:gd name="connsiteX277" fmla="*/ 1501778 w 3024845"/>
                <a:gd name="connsiteY277" fmla="*/ 553654 h 927414"/>
                <a:gd name="connsiteX278" fmla="*/ 1501778 w 3024845"/>
                <a:gd name="connsiteY278" fmla="*/ 540684 h 927414"/>
                <a:gd name="connsiteX279" fmla="*/ 1505832 w 3024845"/>
                <a:gd name="connsiteY279" fmla="*/ 540684 h 927414"/>
                <a:gd name="connsiteX280" fmla="*/ 1505832 w 3024845"/>
                <a:gd name="connsiteY280" fmla="*/ 553654 h 927414"/>
                <a:gd name="connsiteX281" fmla="*/ 1536232 w 3024845"/>
                <a:gd name="connsiteY281" fmla="*/ 553654 h 927414"/>
                <a:gd name="connsiteX282" fmla="*/ 1536232 w 3024845"/>
                <a:gd name="connsiteY282" fmla="*/ 523389 h 927414"/>
                <a:gd name="connsiteX283" fmla="*/ 1548392 w 3024845"/>
                <a:gd name="connsiteY283" fmla="*/ 523389 h 927414"/>
                <a:gd name="connsiteX284" fmla="*/ 1560552 w 3024845"/>
                <a:gd name="connsiteY284" fmla="*/ 521228 h 927414"/>
                <a:gd name="connsiteX285" fmla="*/ 1564606 w 3024845"/>
                <a:gd name="connsiteY285" fmla="*/ 523389 h 927414"/>
                <a:gd name="connsiteX286" fmla="*/ 1574739 w 3024845"/>
                <a:gd name="connsiteY286" fmla="*/ 523389 h 927414"/>
                <a:gd name="connsiteX287" fmla="*/ 1574739 w 3024845"/>
                <a:gd name="connsiteY287" fmla="*/ 553654 h 927414"/>
                <a:gd name="connsiteX288" fmla="*/ 1582846 w 3024845"/>
                <a:gd name="connsiteY288" fmla="*/ 553654 h 927414"/>
                <a:gd name="connsiteX289" fmla="*/ 1582846 w 3024845"/>
                <a:gd name="connsiteY289" fmla="*/ 570949 h 927414"/>
                <a:gd name="connsiteX290" fmla="*/ 1592182 w 3024845"/>
                <a:gd name="connsiteY290" fmla="*/ 571854 h 927414"/>
                <a:gd name="connsiteX291" fmla="*/ 1605140 w 3024845"/>
                <a:gd name="connsiteY291" fmla="*/ 571854 h 927414"/>
                <a:gd name="connsiteX292" fmla="*/ 1605140 w 3024845"/>
                <a:gd name="connsiteY292" fmla="*/ 555816 h 927414"/>
                <a:gd name="connsiteX293" fmla="*/ 1673096 w 3024845"/>
                <a:gd name="connsiteY293" fmla="*/ 555816 h 927414"/>
                <a:gd name="connsiteX294" fmla="*/ 1673096 w 3024845"/>
                <a:gd name="connsiteY294" fmla="*/ 470563 h 927414"/>
                <a:gd name="connsiteX295" fmla="*/ 1745104 w 3024845"/>
                <a:gd name="connsiteY295" fmla="*/ 470563 h 927414"/>
                <a:gd name="connsiteX296" fmla="*/ 1745104 w 3024845"/>
                <a:gd name="connsiteY296" fmla="*/ 549331 h 927414"/>
                <a:gd name="connsiteX297" fmla="*/ 1747008 w 3024845"/>
                <a:gd name="connsiteY297" fmla="*/ 549331 h 927414"/>
                <a:gd name="connsiteX298" fmla="*/ 1748250 w 3024845"/>
                <a:gd name="connsiteY298" fmla="*/ 571854 h 927414"/>
                <a:gd name="connsiteX299" fmla="*/ 1757926 w 3024845"/>
                <a:gd name="connsiteY299" fmla="*/ 571854 h 927414"/>
                <a:gd name="connsiteX300" fmla="*/ 1759168 w 3024845"/>
                <a:gd name="connsiteY300" fmla="*/ 549331 h 927414"/>
                <a:gd name="connsiteX301" fmla="*/ 1765248 w 3024845"/>
                <a:gd name="connsiteY301" fmla="*/ 549331 h 927414"/>
                <a:gd name="connsiteX302" fmla="*/ 1766490 w 3024845"/>
                <a:gd name="connsiteY302" fmla="*/ 571854 h 927414"/>
                <a:gd name="connsiteX303" fmla="*/ 1817112 w 3024845"/>
                <a:gd name="connsiteY303" fmla="*/ 571854 h 927414"/>
                <a:gd name="connsiteX304" fmla="*/ 1817112 w 3024845"/>
                <a:gd name="connsiteY304" fmla="*/ 408826 h 927414"/>
                <a:gd name="connsiteX305" fmla="*/ 2014439 w 3024845"/>
                <a:gd name="connsiteY305" fmla="*/ 408826 h 927414"/>
                <a:gd name="connsiteX306" fmla="*/ 2014439 w 3024845"/>
                <a:gd name="connsiteY306" fmla="*/ 571854 h 927414"/>
                <a:gd name="connsiteX307" fmla="*/ 2033136 w 3024845"/>
                <a:gd name="connsiteY307" fmla="*/ 571854 h 927414"/>
                <a:gd name="connsiteX308" fmla="*/ 2033136 w 3024845"/>
                <a:gd name="connsiteY308" fmla="*/ 489161 h 927414"/>
                <a:gd name="connsiteX309" fmla="*/ 2128256 w 3024845"/>
                <a:gd name="connsiteY309" fmla="*/ 489161 h 927414"/>
                <a:gd name="connsiteX310" fmla="*/ 2146266 w 3024845"/>
                <a:gd name="connsiteY310" fmla="*/ 239 h 927414"/>
                <a:gd name="connsiteX311" fmla="*/ 2180720 w 3024845"/>
                <a:gd name="connsiteY311" fmla="*/ 423948 h 927414"/>
                <a:gd name="connsiteX312" fmla="*/ 2245574 w 3024845"/>
                <a:gd name="connsiteY312" fmla="*/ 423948 h 927414"/>
                <a:gd name="connsiteX313" fmla="*/ 2245574 w 3024845"/>
                <a:gd name="connsiteY313" fmla="*/ 499610 h 927414"/>
                <a:gd name="connsiteX314" fmla="*/ 2253681 w 3024845"/>
                <a:gd name="connsiteY314" fmla="*/ 499610 h 927414"/>
                <a:gd name="connsiteX315" fmla="*/ 2255708 w 3024845"/>
                <a:gd name="connsiteY315" fmla="*/ 493125 h 927414"/>
                <a:gd name="connsiteX316" fmla="*/ 2261788 w 3024845"/>
                <a:gd name="connsiteY316" fmla="*/ 493125 h 927414"/>
                <a:gd name="connsiteX317" fmla="*/ 2263815 w 3024845"/>
                <a:gd name="connsiteY317" fmla="*/ 501772 h 927414"/>
                <a:gd name="connsiteX318" fmla="*/ 2275975 w 3024845"/>
                <a:gd name="connsiteY318" fmla="*/ 501772 h 927414"/>
                <a:gd name="connsiteX319" fmla="*/ 2275975 w 3024845"/>
                <a:gd name="connsiteY319" fmla="*/ 495286 h 927414"/>
                <a:gd name="connsiteX320" fmla="*/ 2298268 w 3024845"/>
                <a:gd name="connsiteY320" fmla="*/ 495286 h 927414"/>
                <a:gd name="connsiteX321" fmla="*/ 2298268 w 3024845"/>
                <a:gd name="connsiteY321" fmla="*/ 501772 h 927414"/>
                <a:gd name="connsiteX322" fmla="*/ 2318535 w 3024845"/>
                <a:gd name="connsiteY322" fmla="*/ 501772 h 927414"/>
                <a:gd name="connsiteX323" fmla="*/ 2318535 w 3024845"/>
                <a:gd name="connsiteY323" fmla="*/ 547169 h 927414"/>
                <a:gd name="connsiteX324" fmla="*/ 2332722 w 3024845"/>
                <a:gd name="connsiteY324" fmla="*/ 547169 h 927414"/>
                <a:gd name="connsiteX325" fmla="*/ 2332722 w 3024845"/>
                <a:gd name="connsiteY325" fmla="*/ 534198 h 927414"/>
                <a:gd name="connsiteX326" fmla="*/ 2348936 w 3024845"/>
                <a:gd name="connsiteY326" fmla="*/ 534198 h 927414"/>
                <a:gd name="connsiteX327" fmla="*/ 2348936 w 3024845"/>
                <a:gd name="connsiteY327" fmla="*/ 354771 h 927414"/>
                <a:gd name="connsiteX328" fmla="*/ 2355016 w 3024845"/>
                <a:gd name="connsiteY328" fmla="*/ 348285 h 927414"/>
                <a:gd name="connsiteX329" fmla="*/ 2427977 w 3024845"/>
                <a:gd name="connsiteY329" fmla="*/ 348285 h 927414"/>
                <a:gd name="connsiteX330" fmla="*/ 2427977 w 3024845"/>
                <a:gd name="connsiteY330" fmla="*/ 356933 h 927414"/>
                <a:gd name="connsiteX331" fmla="*/ 2438110 w 3024845"/>
                <a:gd name="connsiteY331" fmla="*/ 356933 h 927414"/>
                <a:gd name="connsiteX332" fmla="*/ 2438110 w 3024845"/>
                <a:gd name="connsiteY332" fmla="*/ 471507 h 927414"/>
                <a:gd name="connsiteX333" fmla="*/ 2460404 w 3024845"/>
                <a:gd name="connsiteY333" fmla="*/ 471507 h 927414"/>
                <a:gd name="connsiteX334" fmla="*/ 2460404 w 3024845"/>
                <a:gd name="connsiteY334" fmla="*/ 404492 h 927414"/>
                <a:gd name="connsiteX335" fmla="*/ 2486751 w 3024845"/>
                <a:gd name="connsiteY335" fmla="*/ 404492 h 927414"/>
                <a:gd name="connsiteX336" fmla="*/ 2490804 w 3024845"/>
                <a:gd name="connsiteY336" fmla="*/ 400168 h 927414"/>
                <a:gd name="connsiteX337" fmla="*/ 2498911 w 3024845"/>
                <a:gd name="connsiteY337" fmla="*/ 400168 h 927414"/>
                <a:gd name="connsiteX338" fmla="*/ 2502964 w 3024845"/>
                <a:gd name="connsiteY338" fmla="*/ 404492 h 927414"/>
                <a:gd name="connsiteX339" fmla="*/ 2525258 w 3024845"/>
                <a:gd name="connsiteY339" fmla="*/ 404492 h 927414"/>
                <a:gd name="connsiteX340" fmla="*/ 2525258 w 3024845"/>
                <a:gd name="connsiteY340" fmla="*/ 287756 h 927414"/>
                <a:gd name="connsiteX341" fmla="*/ 2582005 w 3024845"/>
                <a:gd name="connsiteY341" fmla="*/ 276947 h 927414"/>
                <a:gd name="connsiteX342" fmla="*/ 2582005 w 3024845"/>
                <a:gd name="connsiteY342" fmla="*/ 278028 h 927414"/>
                <a:gd name="connsiteX343" fmla="*/ 2582005 w 3024845"/>
                <a:gd name="connsiteY343" fmla="*/ 285594 h 927414"/>
                <a:gd name="connsiteX344" fmla="*/ 2608352 w 3024845"/>
                <a:gd name="connsiteY344" fmla="*/ 285594 h 927414"/>
                <a:gd name="connsiteX345" fmla="*/ 2608352 w 3024845"/>
                <a:gd name="connsiteY345" fmla="*/ 540684 h 927414"/>
                <a:gd name="connsiteX346" fmla="*/ 2630646 w 3024845"/>
                <a:gd name="connsiteY346" fmla="*/ 540684 h 927414"/>
                <a:gd name="connsiteX347" fmla="*/ 2630646 w 3024845"/>
                <a:gd name="connsiteY347" fmla="*/ 536360 h 927414"/>
                <a:gd name="connsiteX348" fmla="*/ 2642806 w 3024845"/>
                <a:gd name="connsiteY348" fmla="*/ 536360 h 927414"/>
                <a:gd name="connsiteX349" fmla="*/ 2642806 w 3024845"/>
                <a:gd name="connsiteY349" fmla="*/ 540684 h 927414"/>
                <a:gd name="connsiteX350" fmla="*/ 2667126 w 3024845"/>
                <a:gd name="connsiteY350" fmla="*/ 540684 h 927414"/>
                <a:gd name="connsiteX351" fmla="*/ 2667126 w 3024845"/>
                <a:gd name="connsiteY351" fmla="*/ 527713 h 927414"/>
                <a:gd name="connsiteX352" fmla="*/ 2695500 w 3024845"/>
                <a:gd name="connsiteY352" fmla="*/ 527713 h 927414"/>
                <a:gd name="connsiteX353" fmla="*/ 2707660 w 3024845"/>
                <a:gd name="connsiteY353" fmla="*/ 523389 h 927414"/>
                <a:gd name="connsiteX354" fmla="*/ 2727927 w 3024845"/>
                <a:gd name="connsiteY354" fmla="*/ 527713 h 927414"/>
                <a:gd name="connsiteX355" fmla="*/ 2727927 w 3024845"/>
                <a:gd name="connsiteY355" fmla="*/ 510419 h 927414"/>
                <a:gd name="connsiteX356" fmla="*/ 2736034 w 3024845"/>
                <a:gd name="connsiteY356" fmla="*/ 510419 h 927414"/>
                <a:gd name="connsiteX357" fmla="*/ 2736034 w 3024845"/>
                <a:gd name="connsiteY357" fmla="*/ 497448 h 927414"/>
                <a:gd name="connsiteX358" fmla="*/ 2792781 w 3024845"/>
                <a:gd name="connsiteY358" fmla="*/ 497448 h 927414"/>
                <a:gd name="connsiteX359" fmla="*/ 2792781 w 3024845"/>
                <a:gd name="connsiteY359" fmla="*/ 467183 h 927414"/>
                <a:gd name="connsiteX360" fmla="*/ 2811021 w 3024845"/>
                <a:gd name="connsiteY360" fmla="*/ 467183 h 927414"/>
                <a:gd name="connsiteX361" fmla="*/ 2811021 w 3024845"/>
                <a:gd name="connsiteY361" fmla="*/ 460698 h 927414"/>
                <a:gd name="connsiteX362" fmla="*/ 2823181 w 3024845"/>
                <a:gd name="connsiteY362" fmla="*/ 460698 h 927414"/>
                <a:gd name="connsiteX363" fmla="*/ 2823181 w 3024845"/>
                <a:gd name="connsiteY363" fmla="*/ 467183 h 927414"/>
                <a:gd name="connsiteX364" fmla="*/ 2839395 w 3024845"/>
                <a:gd name="connsiteY364" fmla="*/ 467183 h 927414"/>
                <a:gd name="connsiteX365" fmla="*/ 2839395 w 3024845"/>
                <a:gd name="connsiteY365" fmla="*/ 516904 h 927414"/>
                <a:gd name="connsiteX366" fmla="*/ 2871822 w 3024845"/>
                <a:gd name="connsiteY366" fmla="*/ 516904 h 927414"/>
                <a:gd name="connsiteX367" fmla="*/ 2871822 w 3024845"/>
                <a:gd name="connsiteY367" fmla="*/ 490963 h 927414"/>
                <a:gd name="connsiteX368" fmla="*/ 2910329 w 3024845"/>
                <a:gd name="connsiteY368" fmla="*/ 490963 h 927414"/>
                <a:gd name="connsiteX369" fmla="*/ 2910329 w 3024845"/>
                <a:gd name="connsiteY369" fmla="*/ 460698 h 927414"/>
                <a:gd name="connsiteX370" fmla="*/ 2958970 w 3024845"/>
                <a:gd name="connsiteY370" fmla="*/ 460698 h 927414"/>
                <a:gd name="connsiteX371" fmla="*/ 2958970 w 3024845"/>
                <a:gd name="connsiteY371" fmla="*/ 571854 h 927414"/>
                <a:gd name="connsiteX372" fmla="*/ 2958970 w 3024845"/>
                <a:gd name="connsiteY372" fmla="*/ 585633 h 927414"/>
                <a:gd name="connsiteX373" fmla="*/ 3024845 w 3024845"/>
                <a:gd name="connsiteY373" fmla="*/ 585633 h 927414"/>
                <a:gd name="connsiteX374" fmla="*/ 3024845 w 3024845"/>
                <a:gd name="connsiteY374" fmla="*/ 927414 h 927414"/>
                <a:gd name="connsiteX375" fmla="*/ 2054 w 3024845"/>
                <a:gd name="connsiteY375" fmla="*/ 925081 h 927414"/>
                <a:gd name="connsiteX376" fmla="*/ 0 w 3024845"/>
                <a:gd name="connsiteY376" fmla="*/ 490963 h 927414"/>
                <a:gd name="connsiteX377" fmla="*/ 20267 w 3024845"/>
                <a:gd name="connsiteY377" fmla="*/ 490963 h 927414"/>
                <a:gd name="connsiteX378" fmla="*/ 20774 w 3024845"/>
                <a:gd name="connsiteY378" fmla="*/ 489882 h 927414"/>
                <a:gd name="connsiteX379" fmla="*/ 24320 w 3024845"/>
                <a:gd name="connsiteY379" fmla="*/ 482316 h 927414"/>
                <a:gd name="connsiteX380" fmla="*/ 26094 w 3024845"/>
                <a:gd name="connsiteY380" fmla="*/ 482586 h 927414"/>
                <a:gd name="connsiteX381" fmla="*/ 38507 w 3024845"/>
                <a:gd name="connsiteY381" fmla="*/ 484477 h 927414"/>
                <a:gd name="connsiteX382" fmla="*/ 39014 w 3024845"/>
                <a:gd name="connsiteY382" fmla="*/ 485829 h 927414"/>
                <a:gd name="connsiteX383" fmla="*/ 42560 w 3024845"/>
                <a:gd name="connsiteY383" fmla="*/ 495286 h 927414"/>
                <a:gd name="connsiteX384" fmla="*/ 68907 w 3024845"/>
                <a:gd name="connsiteY384" fmla="*/ 497448 h 927414"/>
                <a:gd name="connsiteX385" fmla="*/ 68907 w 3024845"/>
                <a:gd name="connsiteY385" fmla="*/ 374227 h 927414"/>
                <a:gd name="connsiteX386" fmla="*/ 70934 w 3024845"/>
                <a:gd name="connsiteY386" fmla="*/ 374227 h 927414"/>
                <a:gd name="connsiteX387" fmla="*/ 85121 w 3024845"/>
                <a:gd name="connsiteY387" fmla="*/ 374227 h 927414"/>
                <a:gd name="connsiteX388" fmla="*/ 85121 w 3024845"/>
                <a:gd name="connsiteY388" fmla="*/ 238035 h 927414"/>
                <a:gd name="connsiteX389" fmla="*/ 86894 w 3024845"/>
                <a:gd name="connsiteY389" fmla="*/ 238035 h 927414"/>
                <a:gd name="connsiteX390" fmla="*/ 99308 w 3024845"/>
                <a:gd name="connsiteY390" fmla="*/ 238035 h 927414"/>
                <a:gd name="connsiteX391" fmla="*/ 99308 w 3024845"/>
                <a:gd name="connsiteY391" fmla="*/ 123461 h 927414"/>
                <a:gd name="connsiteX392" fmla="*/ 103361 w 3024845"/>
                <a:gd name="connsiteY392" fmla="*/ 95357 h 927414"/>
                <a:gd name="connsiteX393" fmla="*/ 105388 w 3024845"/>
                <a:gd name="connsiteY393" fmla="*/ 95357 h 927414"/>
                <a:gd name="connsiteX394" fmla="*/ 119575 w 3024845"/>
                <a:gd name="connsiteY394" fmla="*/ 95357 h 927414"/>
                <a:gd name="connsiteX0" fmla="*/ 119575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393" fmla="*/ 119575 w 3024845"/>
                <a:gd name="connsiteY393" fmla="*/ 2161 h 834218"/>
                <a:gd name="connsiteX0" fmla="*/ 105388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20909 w 3024845"/>
                <a:gd name="connsiteY5" fmla="*/ 30265 h 834218"/>
                <a:gd name="connsiteX6" fmla="*/ 220909 w 3024845"/>
                <a:gd name="connsiteY6" fmla="*/ 144839 h 834218"/>
                <a:gd name="connsiteX7" fmla="*/ 223189 w 3024845"/>
                <a:gd name="connsiteY7" fmla="*/ 144839 h 834218"/>
                <a:gd name="connsiteX8" fmla="*/ 239150 w 3024845"/>
                <a:gd name="connsiteY8" fmla="*/ 144839 h 834218"/>
                <a:gd name="connsiteX9" fmla="*/ 239150 w 3024845"/>
                <a:gd name="connsiteY9" fmla="*/ 285354 h 834218"/>
                <a:gd name="connsiteX10" fmla="*/ 240670 w 3024845"/>
                <a:gd name="connsiteY10" fmla="*/ 285084 h 834218"/>
                <a:gd name="connsiteX11" fmla="*/ 251310 w 3024845"/>
                <a:gd name="connsiteY11" fmla="*/ 283193 h 834218"/>
                <a:gd name="connsiteX12" fmla="*/ 249283 w 3024845"/>
                <a:gd name="connsiteY12" fmla="*/ 371825 h 834218"/>
                <a:gd name="connsiteX13" fmla="*/ 250803 w 3024845"/>
                <a:gd name="connsiteY13" fmla="*/ 372096 h 834218"/>
                <a:gd name="connsiteX14" fmla="*/ 261443 w 3024845"/>
                <a:gd name="connsiteY14" fmla="*/ 373987 h 834218"/>
                <a:gd name="connsiteX15" fmla="*/ 261696 w 3024845"/>
                <a:gd name="connsiteY15" fmla="*/ 374798 h 834218"/>
                <a:gd name="connsiteX16" fmla="*/ 263470 w 3024845"/>
                <a:gd name="connsiteY16" fmla="*/ 380473 h 834218"/>
                <a:gd name="connsiteX17" fmla="*/ 264230 w 3024845"/>
                <a:gd name="connsiteY17" fmla="*/ 378041 h 834218"/>
                <a:gd name="connsiteX18" fmla="*/ 269550 w 3024845"/>
                <a:gd name="connsiteY18" fmla="*/ 361017 h 834218"/>
                <a:gd name="connsiteX19" fmla="*/ 271323 w 3024845"/>
                <a:gd name="connsiteY19" fmla="*/ 361017 h 834218"/>
                <a:gd name="connsiteX20" fmla="*/ 283737 w 3024845"/>
                <a:gd name="connsiteY20" fmla="*/ 361017 h 834218"/>
                <a:gd name="connsiteX21" fmla="*/ 283737 w 3024845"/>
                <a:gd name="connsiteY21" fmla="*/ 393443 h 834218"/>
                <a:gd name="connsiteX22" fmla="*/ 284750 w 3024845"/>
                <a:gd name="connsiteY22" fmla="*/ 393984 h 834218"/>
                <a:gd name="connsiteX23" fmla="*/ 291844 w 3024845"/>
                <a:gd name="connsiteY23" fmla="*/ 397767 h 834218"/>
                <a:gd name="connsiteX24" fmla="*/ 291844 w 3024845"/>
                <a:gd name="connsiteY24" fmla="*/ 399118 h 834218"/>
                <a:gd name="connsiteX25" fmla="*/ 291844 w 3024845"/>
                <a:gd name="connsiteY25" fmla="*/ 408576 h 834218"/>
                <a:gd name="connsiteX26" fmla="*/ 336431 w 3024845"/>
                <a:gd name="connsiteY26" fmla="*/ 408576 h 834218"/>
                <a:gd name="connsiteX27" fmla="*/ 336431 w 3024845"/>
                <a:gd name="connsiteY27" fmla="*/ 409657 h 834218"/>
                <a:gd name="connsiteX28" fmla="*/ 336431 w 3024845"/>
                <a:gd name="connsiteY28" fmla="*/ 417223 h 834218"/>
                <a:gd name="connsiteX29" fmla="*/ 338457 w 3024845"/>
                <a:gd name="connsiteY29" fmla="*/ 417223 h 834218"/>
                <a:gd name="connsiteX30" fmla="*/ 352644 w 3024845"/>
                <a:gd name="connsiteY30" fmla="*/ 417223 h 834218"/>
                <a:gd name="connsiteX31" fmla="*/ 352644 w 3024845"/>
                <a:gd name="connsiteY31" fmla="*/ 386958 h 834218"/>
                <a:gd name="connsiteX32" fmla="*/ 397231 w 3024845"/>
                <a:gd name="connsiteY32" fmla="*/ 386958 h 834218"/>
                <a:gd name="connsiteX33" fmla="*/ 397231 w 3024845"/>
                <a:gd name="connsiteY33" fmla="*/ 385607 h 834218"/>
                <a:gd name="connsiteX34" fmla="*/ 397231 w 3024845"/>
                <a:gd name="connsiteY34" fmla="*/ 376149 h 834218"/>
                <a:gd name="connsiteX35" fmla="*/ 398245 w 3024845"/>
                <a:gd name="connsiteY35" fmla="*/ 376149 h 834218"/>
                <a:gd name="connsiteX36" fmla="*/ 405338 w 3024845"/>
                <a:gd name="connsiteY36" fmla="*/ 376149 h 834218"/>
                <a:gd name="connsiteX37" fmla="*/ 405338 w 3024845"/>
                <a:gd name="connsiteY37" fmla="*/ 374258 h 834218"/>
                <a:gd name="connsiteX38" fmla="*/ 405338 w 3024845"/>
                <a:gd name="connsiteY38" fmla="*/ 361017 h 834218"/>
                <a:gd name="connsiteX39" fmla="*/ 406098 w 3024845"/>
                <a:gd name="connsiteY39" fmla="*/ 361017 h 834218"/>
                <a:gd name="connsiteX40" fmla="*/ 411418 w 3024845"/>
                <a:gd name="connsiteY40" fmla="*/ 361017 h 834218"/>
                <a:gd name="connsiteX41" fmla="*/ 411418 w 3024845"/>
                <a:gd name="connsiteY41" fmla="*/ 359936 h 834218"/>
                <a:gd name="connsiteX42" fmla="*/ 411418 w 3024845"/>
                <a:gd name="connsiteY42" fmla="*/ 352369 h 834218"/>
                <a:gd name="connsiteX43" fmla="*/ 413445 w 3024845"/>
                <a:gd name="connsiteY43" fmla="*/ 352369 h 834218"/>
                <a:gd name="connsiteX44" fmla="*/ 427632 w 3024845"/>
                <a:gd name="connsiteY44" fmla="*/ 352369 h 834218"/>
                <a:gd name="connsiteX45" fmla="*/ 427632 w 3024845"/>
                <a:gd name="connsiteY45" fmla="*/ 353450 h 834218"/>
                <a:gd name="connsiteX46" fmla="*/ 427632 w 3024845"/>
                <a:gd name="connsiteY46" fmla="*/ 361017 h 834218"/>
                <a:gd name="connsiteX47" fmla="*/ 449925 w 3024845"/>
                <a:gd name="connsiteY47" fmla="*/ 361017 h 834218"/>
                <a:gd name="connsiteX48" fmla="*/ 449925 w 3024845"/>
                <a:gd name="connsiteY48" fmla="*/ 359125 h 834218"/>
                <a:gd name="connsiteX49" fmla="*/ 449925 w 3024845"/>
                <a:gd name="connsiteY49" fmla="*/ 345884 h 834218"/>
                <a:gd name="connsiteX50" fmla="*/ 451699 w 3024845"/>
                <a:gd name="connsiteY50" fmla="*/ 345884 h 834218"/>
                <a:gd name="connsiteX51" fmla="*/ 464112 w 3024845"/>
                <a:gd name="connsiteY51" fmla="*/ 345884 h 834218"/>
                <a:gd name="connsiteX52" fmla="*/ 464112 w 3024845"/>
                <a:gd name="connsiteY52" fmla="*/ 369664 h 834218"/>
                <a:gd name="connsiteX53" fmla="*/ 465126 w 3024845"/>
                <a:gd name="connsiteY53" fmla="*/ 369664 h 834218"/>
                <a:gd name="connsiteX54" fmla="*/ 472219 w 3024845"/>
                <a:gd name="connsiteY54" fmla="*/ 369664 h 834218"/>
                <a:gd name="connsiteX55" fmla="*/ 472219 w 3024845"/>
                <a:gd name="connsiteY55" fmla="*/ 368583 h 834218"/>
                <a:gd name="connsiteX56" fmla="*/ 472219 w 3024845"/>
                <a:gd name="connsiteY56" fmla="*/ 361017 h 834218"/>
                <a:gd name="connsiteX57" fmla="*/ 473992 w 3024845"/>
                <a:gd name="connsiteY57" fmla="*/ 361017 h 834218"/>
                <a:gd name="connsiteX58" fmla="*/ 486406 w 3024845"/>
                <a:gd name="connsiteY58" fmla="*/ 361017 h 834218"/>
                <a:gd name="connsiteX59" fmla="*/ 486406 w 3024845"/>
                <a:gd name="connsiteY59" fmla="*/ 386958 h 834218"/>
                <a:gd name="connsiteX60" fmla="*/ 488433 w 3024845"/>
                <a:gd name="connsiteY60" fmla="*/ 386958 h 834218"/>
                <a:gd name="connsiteX61" fmla="*/ 502619 w 3024845"/>
                <a:gd name="connsiteY61" fmla="*/ 386958 h 834218"/>
                <a:gd name="connsiteX62" fmla="*/ 502619 w 3024845"/>
                <a:gd name="connsiteY62" fmla="*/ 388579 h 834218"/>
                <a:gd name="connsiteX63" fmla="*/ 502619 w 3024845"/>
                <a:gd name="connsiteY63" fmla="*/ 399929 h 834218"/>
                <a:gd name="connsiteX64" fmla="*/ 503379 w 3024845"/>
                <a:gd name="connsiteY64" fmla="*/ 399929 h 834218"/>
                <a:gd name="connsiteX65" fmla="*/ 508700 w 3024845"/>
                <a:gd name="connsiteY65" fmla="*/ 399929 h 834218"/>
                <a:gd name="connsiteX66" fmla="*/ 508700 w 3024845"/>
                <a:gd name="connsiteY66" fmla="*/ 399118 h 834218"/>
                <a:gd name="connsiteX67" fmla="*/ 508700 w 3024845"/>
                <a:gd name="connsiteY67" fmla="*/ 393443 h 834218"/>
                <a:gd name="connsiteX68" fmla="*/ 539100 w 3024845"/>
                <a:gd name="connsiteY68" fmla="*/ 393443 h 834218"/>
                <a:gd name="connsiteX69" fmla="*/ 539100 w 3024845"/>
                <a:gd name="connsiteY69" fmla="*/ 417223 h 834218"/>
                <a:gd name="connsiteX70" fmla="*/ 540113 w 3024845"/>
                <a:gd name="connsiteY70" fmla="*/ 417223 h 834218"/>
                <a:gd name="connsiteX71" fmla="*/ 547207 w 3024845"/>
                <a:gd name="connsiteY71" fmla="*/ 417223 h 834218"/>
                <a:gd name="connsiteX72" fmla="*/ 547207 w 3024845"/>
                <a:gd name="connsiteY72" fmla="*/ 418304 h 834218"/>
                <a:gd name="connsiteX73" fmla="*/ 547207 w 3024845"/>
                <a:gd name="connsiteY73" fmla="*/ 425870 h 834218"/>
                <a:gd name="connsiteX74" fmla="*/ 547967 w 3024845"/>
                <a:gd name="connsiteY74" fmla="*/ 425870 h 834218"/>
                <a:gd name="connsiteX75" fmla="*/ 553287 w 3024845"/>
                <a:gd name="connsiteY75" fmla="*/ 425870 h 834218"/>
                <a:gd name="connsiteX76" fmla="*/ 553287 w 3024845"/>
                <a:gd name="connsiteY76" fmla="*/ 423708 h 834218"/>
                <a:gd name="connsiteX77" fmla="*/ 553287 w 3024845"/>
                <a:gd name="connsiteY77" fmla="*/ 408576 h 834218"/>
                <a:gd name="connsiteX78" fmla="*/ 554300 w 3024845"/>
                <a:gd name="connsiteY78" fmla="*/ 408576 h 834218"/>
                <a:gd name="connsiteX79" fmla="*/ 561394 w 3024845"/>
                <a:gd name="connsiteY79" fmla="*/ 408576 h 834218"/>
                <a:gd name="connsiteX80" fmla="*/ 561394 w 3024845"/>
                <a:gd name="connsiteY80" fmla="*/ 409657 h 834218"/>
                <a:gd name="connsiteX81" fmla="*/ 561394 w 3024845"/>
                <a:gd name="connsiteY81" fmla="*/ 417223 h 834218"/>
                <a:gd name="connsiteX82" fmla="*/ 566714 w 3024845"/>
                <a:gd name="connsiteY82" fmla="*/ 415230 h 834218"/>
                <a:gd name="connsiteX83" fmla="*/ 567474 w 3024845"/>
                <a:gd name="connsiteY83" fmla="*/ 414250 h 834218"/>
                <a:gd name="connsiteX84" fmla="*/ 567474 w 3024845"/>
                <a:gd name="connsiteY84" fmla="*/ 408576 h 834218"/>
                <a:gd name="connsiteX85" fmla="*/ 605981 w 3024845"/>
                <a:gd name="connsiteY85" fmla="*/ 408576 h 834218"/>
                <a:gd name="connsiteX86" fmla="*/ 605981 w 3024845"/>
                <a:gd name="connsiteY86" fmla="*/ 432355 h 834218"/>
                <a:gd name="connsiteX87" fmla="*/ 608007 w 3024845"/>
                <a:gd name="connsiteY87" fmla="*/ 432355 h 834218"/>
                <a:gd name="connsiteX88" fmla="*/ 622194 w 3024845"/>
                <a:gd name="connsiteY88" fmla="*/ 432355 h 834218"/>
                <a:gd name="connsiteX89" fmla="*/ 622194 w 3024845"/>
                <a:gd name="connsiteY89" fmla="*/ 433436 h 834218"/>
                <a:gd name="connsiteX90" fmla="*/ 622194 w 3024845"/>
                <a:gd name="connsiteY90" fmla="*/ 441002 h 834218"/>
                <a:gd name="connsiteX91" fmla="*/ 623968 w 3024845"/>
                <a:gd name="connsiteY91" fmla="*/ 441002 h 834218"/>
                <a:gd name="connsiteX92" fmla="*/ 636381 w 3024845"/>
                <a:gd name="connsiteY92" fmla="*/ 441002 h 834218"/>
                <a:gd name="connsiteX93" fmla="*/ 636381 w 3024845"/>
                <a:gd name="connsiteY93" fmla="*/ 417223 h 834218"/>
                <a:gd name="connsiteX94" fmla="*/ 637394 w 3024845"/>
                <a:gd name="connsiteY94" fmla="*/ 417223 h 834218"/>
                <a:gd name="connsiteX95" fmla="*/ 644488 w 3024845"/>
                <a:gd name="connsiteY95" fmla="*/ 417223 h 834218"/>
                <a:gd name="connsiteX96" fmla="*/ 644488 w 3024845"/>
                <a:gd name="connsiteY96" fmla="*/ 384796 h 834218"/>
                <a:gd name="connsiteX97" fmla="*/ 645501 w 3024845"/>
                <a:gd name="connsiteY97" fmla="*/ 384796 h 834218"/>
                <a:gd name="connsiteX98" fmla="*/ 652595 w 3024845"/>
                <a:gd name="connsiteY98" fmla="*/ 384796 h 834218"/>
                <a:gd name="connsiteX99" fmla="*/ 652595 w 3024845"/>
                <a:gd name="connsiteY99" fmla="*/ 382905 h 834218"/>
                <a:gd name="connsiteX100" fmla="*/ 652595 w 3024845"/>
                <a:gd name="connsiteY100" fmla="*/ 369664 h 834218"/>
                <a:gd name="connsiteX101" fmla="*/ 651328 w 3024845"/>
                <a:gd name="connsiteY101" fmla="*/ 368042 h 834218"/>
                <a:gd name="connsiteX102" fmla="*/ 656648 w 3024845"/>
                <a:gd name="connsiteY102" fmla="*/ 356693 h 834218"/>
                <a:gd name="connsiteX103" fmla="*/ 664755 w 3024845"/>
                <a:gd name="connsiteY103" fmla="*/ 384796 h 834218"/>
                <a:gd name="connsiteX104" fmla="*/ 665515 w 3024845"/>
                <a:gd name="connsiteY104" fmla="*/ 384796 h 834218"/>
                <a:gd name="connsiteX105" fmla="*/ 670835 w 3024845"/>
                <a:gd name="connsiteY105" fmla="*/ 384796 h 834218"/>
                <a:gd name="connsiteX106" fmla="*/ 670835 w 3024845"/>
                <a:gd name="connsiteY106" fmla="*/ 278869 h 834218"/>
                <a:gd name="connsiteX107" fmla="*/ 672355 w 3024845"/>
                <a:gd name="connsiteY107" fmla="*/ 278869 h 834218"/>
                <a:gd name="connsiteX108" fmla="*/ 682995 w 3024845"/>
                <a:gd name="connsiteY108" fmla="*/ 278869 h 834218"/>
                <a:gd name="connsiteX109" fmla="*/ 682995 w 3024845"/>
                <a:gd name="connsiteY109" fmla="*/ 231310 h 834218"/>
                <a:gd name="connsiteX110" fmla="*/ 709342 w 3024845"/>
                <a:gd name="connsiteY110" fmla="*/ 231310 h 834218"/>
                <a:gd name="connsiteX111" fmla="*/ 709342 w 3024845"/>
                <a:gd name="connsiteY111" fmla="*/ 209692 h 834218"/>
                <a:gd name="connsiteX112" fmla="*/ 743796 w 3024845"/>
                <a:gd name="connsiteY112" fmla="*/ 209692 h 834218"/>
                <a:gd name="connsiteX113" fmla="*/ 743796 w 3024845"/>
                <a:gd name="connsiteY113" fmla="*/ 212124 h 834218"/>
                <a:gd name="connsiteX114" fmla="*/ 743796 w 3024845"/>
                <a:gd name="connsiteY114" fmla="*/ 229148 h 834218"/>
                <a:gd name="connsiteX115" fmla="*/ 746076 w 3024845"/>
                <a:gd name="connsiteY115" fmla="*/ 229148 h 834218"/>
                <a:gd name="connsiteX116" fmla="*/ 762036 w 3024845"/>
                <a:gd name="connsiteY116" fmla="*/ 229148 h 834218"/>
                <a:gd name="connsiteX117" fmla="*/ 762036 w 3024845"/>
                <a:gd name="connsiteY117" fmla="*/ 276707 h 834218"/>
                <a:gd name="connsiteX118" fmla="*/ 763049 w 3024845"/>
                <a:gd name="connsiteY118" fmla="*/ 276707 h 834218"/>
                <a:gd name="connsiteX119" fmla="*/ 770143 w 3024845"/>
                <a:gd name="connsiteY119" fmla="*/ 276707 h 834218"/>
                <a:gd name="connsiteX120" fmla="*/ 784330 w 3024845"/>
                <a:gd name="connsiteY120" fmla="*/ 281031 h 834218"/>
                <a:gd name="connsiteX121" fmla="*/ 784330 w 3024845"/>
                <a:gd name="connsiteY121" fmla="*/ 319943 h 834218"/>
                <a:gd name="connsiteX122" fmla="*/ 785343 w 3024845"/>
                <a:gd name="connsiteY122" fmla="*/ 319943 h 834218"/>
                <a:gd name="connsiteX123" fmla="*/ 792436 w 3024845"/>
                <a:gd name="connsiteY123" fmla="*/ 319943 h 834218"/>
                <a:gd name="connsiteX124" fmla="*/ 792436 w 3024845"/>
                <a:gd name="connsiteY124" fmla="*/ 321564 h 834218"/>
                <a:gd name="connsiteX125" fmla="*/ 792436 w 3024845"/>
                <a:gd name="connsiteY125" fmla="*/ 332913 h 834218"/>
                <a:gd name="connsiteX126" fmla="*/ 794463 w 3024845"/>
                <a:gd name="connsiteY126" fmla="*/ 332913 h 834218"/>
                <a:gd name="connsiteX127" fmla="*/ 808650 w 3024845"/>
                <a:gd name="connsiteY127" fmla="*/ 332913 h 834218"/>
                <a:gd name="connsiteX128" fmla="*/ 814730 w 3024845"/>
                <a:gd name="connsiteY128" fmla="*/ 339399 h 834218"/>
                <a:gd name="connsiteX129" fmla="*/ 814730 w 3024845"/>
                <a:gd name="connsiteY129" fmla="*/ 361017 h 834218"/>
                <a:gd name="connsiteX130" fmla="*/ 817010 w 3024845"/>
                <a:gd name="connsiteY130" fmla="*/ 361017 h 834218"/>
                <a:gd name="connsiteX131" fmla="*/ 832970 w 3024845"/>
                <a:gd name="connsiteY131" fmla="*/ 361017 h 834218"/>
                <a:gd name="connsiteX132" fmla="*/ 832970 w 3024845"/>
                <a:gd name="connsiteY132" fmla="*/ 362097 h 834218"/>
                <a:gd name="connsiteX133" fmla="*/ 832970 w 3024845"/>
                <a:gd name="connsiteY133" fmla="*/ 369664 h 834218"/>
                <a:gd name="connsiteX134" fmla="*/ 834237 w 3024845"/>
                <a:gd name="connsiteY134" fmla="*/ 369664 h 834218"/>
                <a:gd name="connsiteX135" fmla="*/ 843104 w 3024845"/>
                <a:gd name="connsiteY135" fmla="*/ 369664 h 834218"/>
                <a:gd name="connsiteX136" fmla="*/ 843104 w 3024845"/>
                <a:gd name="connsiteY136" fmla="*/ 371825 h 834218"/>
                <a:gd name="connsiteX137" fmla="*/ 843104 w 3024845"/>
                <a:gd name="connsiteY137" fmla="*/ 386958 h 834218"/>
                <a:gd name="connsiteX138" fmla="*/ 847157 w 3024845"/>
                <a:gd name="connsiteY138" fmla="*/ 385066 h 834218"/>
                <a:gd name="connsiteX139" fmla="*/ 847157 w 3024845"/>
                <a:gd name="connsiteY139" fmla="*/ 371825 h 834218"/>
                <a:gd name="connsiteX140" fmla="*/ 848170 w 3024845"/>
                <a:gd name="connsiteY140" fmla="*/ 371825 h 834218"/>
                <a:gd name="connsiteX141" fmla="*/ 855264 w 3024845"/>
                <a:gd name="connsiteY141" fmla="*/ 371825 h 834218"/>
                <a:gd name="connsiteX142" fmla="*/ 855264 w 3024845"/>
                <a:gd name="connsiteY142" fmla="*/ 373447 h 834218"/>
                <a:gd name="connsiteX143" fmla="*/ 855264 w 3024845"/>
                <a:gd name="connsiteY143" fmla="*/ 384796 h 834218"/>
                <a:gd name="connsiteX144" fmla="*/ 856024 w 3024845"/>
                <a:gd name="connsiteY144" fmla="*/ 384796 h 834218"/>
                <a:gd name="connsiteX145" fmla="*/ 861344 w 3024845"/>
                <a:gd name="connsiteY145" fmla="*/ 384796 h 834218"/>
                <a:gd name="connsiteX146" fmla="*/ 909984 w 3024845"/>
                <a:gd name="connsiteY146" fmla="*/ 380473 h 834218"/>
                <a:gd name="connsiteX147" fmla="*/ 909984 w 3024845"/>
                <a:gd name="connsiteY147" fmla="*/ 381824 h 834218"/>
                <a:gd name="connsiteX148" fmla="*/ 909984 w 3024845"/>
                <a:gd name="connsiteY148" fmla="*/ 391281 h 834218"/>
                <a:gd name="connsiteX149" fmla="*/ 910744 w 3024845"/>
                <a:gd name="connsiteY149" fmla="*/ 391281 h 834218"/>
                <a:gd name="connsiteX150" fmla="*/ 916065 w 3024845"/>
                <a:gd name="connsiteY150" fmla="*/ 391281 h 834218"/>
                <a:gd name="connsiteX151" fmla="*/ 916065 w 3024845"/>
                <a:gd name="connsiteY151" fmla="*/ 393443 h 834218"/>
                <a:gd name="connsiteX152" fmla="*/ 916065 w 3024845"/>
                <a:gd name="connsiteY152" fmla="*/ 408576 h 834218"/>
                <a:gd name="connsiteX153" fmla="*/ 918091 w 3024845"/>
                <a:gd name="connsiteY153" fmla="*/ 407225 h 834218"/>
                <a:gd name="connsiteX154" fmla="*/ 932278 w 3024845"/>
                <a:gd name="connsiteY154" fmla="*/ 397767 h 834218"/>
                <a:gd name="connsiteX155" fmla="*/ 938358 w 3024845"/>
                <a:gd name="connsiteY155" fmla="*/ 356693 h 834218"/>
                <a:gd name="connsiteX156" fmla="*/ 939118 w 3024845"/>
                <a:gd name="connsiteY156" fmla="*/ 356423 h 834218"/>
                <a:gd name="connsiteX157" fmla="*/ 944438 w 3024845"/>
                <a:gd name="connsiteY157" fmla="*/ 354531 h 834218"/>
                <a:gd name="connsiteX158" fmla="*/ 946465 w 3024845"/>
                <a:gd name="connsiteY158" fmla="*/ 285354 h 834218"/>
                <a:gd name="connsiteX159" fmla="*/ 948492 w 3024845"/>
                <a:gd name="connsiteY159" fmla="*/ 354531 h 834218"/>
                <a:gd name="connsiteX160" fmla="*/ 949252 w 3024845"/>
                <a:gd name="connsiteY160" fmla="*/ 354801 h 834218"/>
                <a:gd name="connsiteX161" fmla="*/ 954572 w 3024845"/>
                <a:gd name="connsiteY161" fmla="*/ 356693 h 834218"/>
                <a:gd name="connsiteX162" fmla="*/ 954572 w 3024845"/>
                <a:gd name="connsiteY162" fmla="*/ 270222 h 834218"/>
                <a:gd name="connsiteX163" fmla="*/ 958625 w 3024845"/>
                <a:gd name="connsiteY163" fmla="*/ 237795 h 834218"/>
                <a:gd name="connsiteX164" fmla="*/ 997132 w 3024845"/>
                <a:gd name="connsiteY164" fmla="*/ 237795 h 834218"/>
                <a:gd name="connsiteX165" fmla="*/ 997132 w 3024845"/>
                <a:gd name="connsiteY165" fmla="*/ 270222 h 834218"/>
                <a:gd name="connsiteX166" fmla="*/ 997892 w 3024845"/>
                <a:gd name="connsiteY166" fmla="*/ 270222 h 834218"/>
                <a:gd name="connsiteX167" fmla="*/ 1003212 w 3024845"/>
                <a:gd name="connsiteY167" fmla="*/ 270222 h 834218"/>
                <a:gd name="connsiteX168" fmla="*/ 1003212 w 3024845"/>
                <a:gd name="connsiteY168" fmla="*/ 188074 h 834218"/>
                <a:gd name="connsiteX169" fmla="*/ 1004986 w 3024845"/>
                <a:gd name="connsiteY169" fmla="*/ 188074 h 834218"/>
                <a:gd name="connsiteX170" fmla="*/ 1017399 w 3024845"/>
                <a:gd name="connsiteY170" fmla="*/ 188074 h 834218"/>
                <a:gd name="connsiteX171" fmla="*/ 1017399 w 3024845"/>
                <a:gd name="connsiteY171" fmla="*/ 186183 h 834218"/>
                <a:gd name="connsiteX172" fmla="*/ 1017399 w 3024845"/>
                <a:gd name="connsiteY172" fmla="*/ 172942 h 834218"/>
                <a:gd name="connsiteX173" fmla="*/ 1039693 w 3024845"/>
                <a:gd name="connsiteY173" fmla="*/ 172942 h 834218"/>
                <a:gd name="connsiteX174" fmla="*/ 1039693 w 3024845"/>
                <a:gd name="connsiteY174" fmla="*/ 171861 h 834218"/>
                <a:gd name="connsiteX175" fmla="*/ 1039693 w 3024845"/>
                <a:gd name="connsiteY175" fmla="*/ 164295 h 834218"/>
                <a:gd name="connsiteX176" fmla="*/ 1041466 w 3024845"/>
                <a:gd name="connsiteY176" fmla="*/ 164295 h 834218"/>
                <a:gd name="connsiteX177" fmla="*/ 1053880 w 3024845"/>
                <a:gd name="connsiteY177" fmla="*/ 164295 h 834218"/>
                <a:gd name="connsiteX178" fmla="*/ 1053880 w 3024845"/>
                <a:gd name="connsiteY178" fmla="*/ 165376 h 834218"/>
                <a:gd name="connsiteX179" fmla="*/ 1053880 w 3024845"/>
                <a:gd name="connsiteY179" fmla="*/ 172942 h 834218"/>
                <a:gd name="connsiteX180" fmla="*/ 1054640 w 3024845"/>
                <a:gd name="connsiteY180" fmla="*/ 172942 h 834218"/>
                <a:gd name="connsiteX181" fmla="*/ 1059960 w 3024845"/>
                <a:gd name="connsiteY181" fmla="*/ 172942 h 834218"/>
                <a:gd name="connsiteX182" fmla="*/ 1070093 w 3024845"/>
                <a:gd name="connsiteY182" fmla="*/ 168618 h 834218"/>
                <a:gd name="connsiteX183" fmla="*/ 1074146 w 3024845"/>
                <a:gd name="connsiteY183" fmla="*/ 171861 h 834218"/>
                <a:gd name="connsiteX184" fmla="*/ 1074146 w 3024845"/>
                <a:gd name="connsiteY184" fmla="*/ 164295 h 834218"/>
                <a:gd name="connsiteX185" fmla="*/ 1076426 w 3024845"/>
                <a:gd name="connsiteY185" fmla="*/ 164295 h 834218"/>
                <a:gd name="connsiteX186" fmla="*/ 1092387 w 3024845"/>
                <a:gd name="connsiteY186" fmla="*/ 164295 h 834218"/>
                <a:gd name="connsiteX187" fmla="*/ 1092387 w 3024845"/>
                <a:gd name="connsiteY187" fmla="*/ 165376 h 834218"/>
                <a:gd name="connsiteX188" fmla="*/ 1092387 w 3024845"/>
                <a:gd name="connsiteY188" fmla="*/ 172942 h 834218"/>
                <a:gd name="connsiteX189" fmla="*/ 1122787 w 3024845"/>
                <a:gd name="connsiteY189" fmla="*/ 172942 h 834218"/>
                <a:gd name="connsiteX190" fmla="*/ 1122787 w 3024845"/>
                <a:gd name="connsiteY190" fmla="*/ 174563 h 834218"/>
                <a:gd name="connsiteX191" fmla="*/ 1122787 w 3024845"/>
                <a:gd name="connsiteY191" fmla="*/ 185913 h 834218"/>
                <a:gd name="connsiteX192" fmla="*/ 1149134 w 3024845"/>
                <a:gd name="connsiteY192" fmla="*/ 185913 h 834218"/>
                <a:gd name="connsiteX193" fmla="*/ 1149134 w 3024845"/>
                <a:gd name="connsiteY193" fmla="*/ 216177 h 834218"/>
                <a:gd name="connsiteX194" fmla="*/ 1149894 w 3024845"/>
                <a:gd name="connsiteY194" fmla="*/ 216177 h 834218"/>
                <a:gd name="connsiteX195" fmla="*/ 1155214 w 3024845"/>
                <a:gd name="connsiteY195" fmla="*/ 216177 h 834218"/>
                <a:gd name="connsiteX196" fmla="*/ 1155214 w 3024845"/>
                <a:gd name="connsiteY196" fmla="*/ 217258 h 834218"/>
                <a:gd name="connsiteX197" fmla="*/ 1155214 w 3024845"/>
                <a:gd name="connsiteY197" fmla="*/ 224825 h 834218"/>
                <a:gd name="connsiteX198" fmla="*/ 1159268 w 3024845"/>
                <a:gd name="connsiteY198" fmla="*/ 255089 h 834218"/>
                <a:gd name="connsiteX199" fmla="*/ 1160028 w 3024845"/>
                <a:gd name="connsiteY199" fmla="*/ 255089 h 834218"/>
                <a:gd name="connsiteX200" fmla="*/ 1165348 w 3024845"/>
                <a:gd name="connsiteY200" fmla="*/ 255089 h 834218"/>
                <a:gd name="connsiteX201" fmla="*/ 1165348 w 3024845"/>
                <a:gd name="connsiteY201" fmla="*/ 255900 h 834218"/>
                <a:gd name="connsiteX202" fmla="*/ 1165348 w 3024845"/>
                <a:gd name="connsiteY202" fmla="*/ 261575 h 834218"/>
                <a:gd name="connsiteX203" fmla="*/ 1166361 w 3024845"/>
                <a:gd name="connsiteY203" fmla="*/ 261575 h 834218"/>
                <a:gd name="connsiteX204" fmla="*/ 1173454 w 3024845"/>
                <a:gd name="connsiteY204" fmla="*/ 261575 h 834218"/>
                <a:gd name="connsiteX205" fmla="*/ 1173454 w 3024845"/>
                <a:gd name="connsiteY205" fmla="*/ 291840 h 834218"/>
                <a:gd name="connsiteX206" fmla="*/ 1175481 w 3024845"/>
                <a:gd name="connsiteY206" fmla="*/ 291840 h 834218"/>
                <a:gd name="connsiteX207" fmla="*/ 1189668 w 3024845"/>
                <a:gd name="connsiteY207" fmla="*/ 291840 h 834218"/>
                <a:gd name="connsiteX208" fmla="*/ 1189668 w 3024845"/>
                <a:gd name="connsiteY208" fmla="*/ 315619 h 834218"/>
                <a:gd name="connsiteX209" fmla="*/ 1191695 w 3024845"/>
                <a:gd name="connsiteY209" fmla="*/ 317240 h 834218"/>
                <a:gd name="connsiteX210" fmla="*/ 1191695 w 3024845"/>
                <a:gd name="connsiteY210" fmla="*/ 328590 h 834218"/>
                <a:gd name="connsiteX211" fmla="*/ 1192455 w 3024845"/>
                <a:gd name="connsiteY211" fmla="*/ 328590 h 834218"/>
                <a:gd name="connsiteX212" fmla="*/ 1197775 w 3024845"/>
                <a:gd name="connsiteY212" fmla="*/ 328590 h 834218"/>
                <a:gd name="connsiteX213" fmla="*/ 1197775 w 3024845"/>
                <a:gd name="connsiteY213" fmla="*/ 352369 h 834218"/>
                <a:gd name="connsiteX214" fmla="*/ 1199041 w 3024845"/>
                <a:gd name="connsiteY214" fmla="*/ 352369 h 834218"/>
                <a:gd name="connsiteX215" fmla="*/ 1207908 w 3024845"/>
                <a:gd name="connsiteY215" fmla="*/ 352369 h 834218"/>
                <a:gd name="connsiteX216" fmla="*/ 1209935 w 3024845"/>
                <a:gd name="connsiteY216" fmla="*/ 356423 h 834218"/>
                <a:gd name="connsiteX217" fmla="*/ 1209935 w 3024845"/>
                <a:gd name="connsiteY217" fmla="*/ 369664 h 834218"/>
                <a:gd name="connsiteX218" fmla="*/ 1211455 w 3024845"/>
                <a:gd name="connsiteY218" fmla="*/ 367772 h 834218"/>
                <a:gd name="connsiteX219" fmla="*/ 1222095 w 3024845"/>
                <a:gd name="connsiteY219" fmla="*/ 354531 h 834218"/>
                <a:gd name="connsiteX220" fmla="*/ 1250469 w 3024845"/>
                <a:gd name="connsiteY220" fmla="*/ 354531 h 834218"/>
                <a:gd name="connsiteX221" fmla="*/ 1250469 w 3024845"/>
                <a:gd name="connsiteY221" fmla="*/ 441002 h 834218"/>
                <a:gd name="connsiteX222" fmla="*/ 1251229 w 3024845"/>
                <a:gd name="connsiteY222" fmla="*/ 441002 h 834218"/>
                <a:gd name="connsiteX223" fmla="*/ 1256549 w 3024845"/>
                <a:gd name="connsiteY223" fmla="*/ 441002 h 834218"/>
                <a:gd name="connsiteX224" fmla="*/ 1257309 w 3024845"/>
                <a:gd name="connsiteY224" fmla="*/ 439651 h 834218"/>
                <a:gd name="connsiteX225" fmla="*/ 1262629 w 3024845"/>
                <a:gd name="connsiteY225" fmla="*/ 430193 h 834218"/>
                <a:gd name="connsiteX226" fmla="*/ 1262629 w 3024845"/>
                <a:gd name="connsiteY226" fmla="*/ 432085 h 834218"/>
                <a:gd name="connsiteX227" fmla="*/ 1262629 w 3024845"/>
                <a:gd name="connsiteY227" fmla="*/ 445326 h 834218"/>
                <a:gd name="connsiteX228" fmla="*/ 1266682 w 3024845"/>
                <a:gd name="connsiteY228" fmla="*/ 399929 h 834218"/>
                <a:gd name="connsiteX229" fmla="*/ 1267442 w 3024845"/>
                <a:gd name="connsiteY229" fmla="*/ 399929 h 834218"/>
                <a:gd name="connsiteX230" fmla="*/ 1272762 w 3024845"/>
                <a:gd name="connsiteY230" fmla="*/ 399929 h 834218"/>
                <a:gd name="connsiteX231" fmla="*/ 1272762 w 3024845"/>
                <a:gd name="connsiteY231" fmla="*/ 335075 h 834218"/>
                <a:gd name="connsiteX232" fmla="*/ 1273776 w 3024845"/>
                <a:gd name="connsiteY232" fmla="*/ 335075 h 834218"/>
                <a:gd name="connsiteX233" fmla="*/ 1280869 w 3024845"/>
                <a:gd name="connsiteY233" fmla="*/ 335075 h 834218"/>
                <a:gd name="connsiteX234" fmla="*/ 1293029 w 3024845"/>
                <a:gd name="connsiteY234" fmla="*/ 291840 h 834218"/>
                <a:gd name="connsiteX235" fmla="*/ 1294296 w 3024845"/>
                <a:gd name="connsiteY235" fmla="*/ 291840 h 834218"/>
                <a:gd name="connsiteX236" fmla="*/ 1303163 w 3024845"/>
                <a:gd name="connsiteY236" fmla="*/ 291840 h 834218"/>
                <a:gd name="connsiteX237" fmla="*/ 1313296 w 3024845"/>
                <a:gd name="connsiteY237" fmla="*/ 335075 h 834218"/>
                <a:gd name="connsiteX238" fmla="*/ 1314309 w 3024845"/>
                <a:gd name="connsiteY238" fmla="*/ 335075 h 834218"/>
                <a:gd name="connsiteX239" fmla="*/ 1321403 w 3024845"/>
                <a:gd name="connsiteY239" fmla="*/ 335075 h 834218"/>
                <a:gd name="connsiteX240" fmla="*/ 1321403 w 3024845"/>
                <a:gd name="connsiteY240" fmla="*/ 373987 h 834218"/>
                <a:gd name="connsiteX241" fmla="*/ 1323176 w 3024845"/>
                <a:gd name="connsiteY241" fmla="*/ 373987 h 834218"/>
                <a:gd name="connsiteX242" fmla="*/ 1335590 w 3024845"/>
                <a:gd name="connsiteY242" fmla="*/ 373987 h 834218"/>
                <a:gd name="connsiteX243" fmla="*/ 1335590 w 3024845"/>
                <a:gd name="connsiteY243" fmla="*/ 376149 h 834218"/>
                <a:gd name="connsiteX244" fmla="*/ 1335590 w 3024845"/>
                <a:gd name="connsiteY244" fmla="*/ 391281 h 834218"/>
                <a:gd name="connsiteX245" fmla="*/ 1339643 w 3024845"/>
                <a:gd name="connsiteY245" fmla="*/ 389120 h 834218"/>
                <a:gd name="connsiteX246" fmla="*/ 1339643 w 3024845"/>
                <a:gd name="connsiteY246" fmla="*/ 373987 h 834218"/>
                <a:gd name="connsiteX247" fmla="*/ 1341163 w 3024845"/>
                <a:gd name="connsiteY247" fmla="*/ 373987 h 834218"/>
                <a:gd name="connsiteX248" fmla="*/ 1351803 w 3024845"/>
                <a:gd name="connsiteY248" fmla="*/ 373987 h 834218"/>
                <a:gd name="connsiteX249" fmla="*/ 1351803 w 3024845"/>
                <a:gd name="connsiteY249" fmla="*/ 375608 h 834218"/>
                <a:gd name="connsiteX250" fmla="*/ 1351803 w 3024845"/>
                <a:gd name="connsiteY250" fmla="*/ 386958 h 834218"/>
                <a:gd name="connsiteX251" fmla="*/ 1382204 w 3024845"/>
                <a:gd name="connsiteY251" fmla="*/ 386958 h 834218"/>
                <a:gd name="connsiteX252" fmla="*/ 1382204 w 3024845"/>
                <a:gd name="connsiteY252" fmla="*/ 350208 h 834218"/>
                <a:gd name="connsiteX253" fmla="*/ 1383470 w 3024845"/>
                <a:gd name="connsiteY253" fmla="*/ 350208 h 834218"/>
                <a:gd name="connsiteX254" fmla="*/ 1392337 w 3024845"/>
                <a:gd name="connsiteY254" fmla="*/ 350208 h 834218"/>
                <a:gd name="connsiteX255" fmla="*/ 1392337 w 3024845"/>
                <a:gd name="connsiteY255" fmla="*/ 371825 h 834218"/>
                <a:gd name="connsiteX256" fmla="*/ 1394364 w 3024845"/>
                <a:gd name="connsiteY256" fmla="*/ 339399 h 834218"/>
                <a:gd name="connsiteX257" fmla="*/ 1416657 w 3024845"/>
                <a:gd name="connsiteY257" fmla="*/ 339399 h 834218"/>
                <a:gd name="connsiteX258" fmla="*/ 1416657 w 3024845"/>
                <a:gd name="connsiteY258" fmla="*/ 337777 h 834218"/>
                <a:gd name="connsiteX259" fmla="*/ 1416657 w 3024845"/>
                <a:gd name="connsiteY259" fmla="*/ 326428 h 834218"/>
                <a:gd name="connsiteX260" fmla="*/ 1417417 w 3024845"/>
                <a:gd name="connsiteY260" fmla="*/ 326428 h 834218"/>
                <a:gd name="connsiteX261" fmla="*/ 1422737 w 3024845"/>
                <a:gd name="connsiteY261" fmla="*/ 326428 h 834218"/>
                <a:gd name="connsiteX262" fmla="*/ 1422737 w 3024845"/>
                <a:gd name="connsiteY262" fmla="*/ 324537 h 834218"/>
                <a:gd name="connsiteX263" fmla="*/ 1422737 w 3024845"/>
                <a:gd name="connsiteY263" fmla="*/ 311296 h 834218"/>
                <a:gd name="connsiteX264" fmla="*/ 1426791 w 3024845"/>
                <a:gd name="connsiteY264" fmla="*/ 317781 h 834218"/>
                <a:gd name="connsiteX265" fmla="*/ 1429071 w 3024845"/>
                <a:gd name="connsiteY265" fmla="*/ 317781 h 834218"/>
                <a:gd name="connsiteX266" fmla="*/ 1445031 w 3024845"/>
                <a:gd name="connsiteY266" fmla="*/ 317781 h 834218"/>
                <a:gd name="connsiteX267" fmla="*/ 1445031 w 3024845"/>
                <a:gd name="connsiteY267" fmla="*/ 316970 h 834218"/>
                <a:gd name="connsiteX268" fmla="*/ 1445031 w 3024845"/>
                <a:gd name="connsiteY268" fmla="*/ 311296 h 834218"/>
                <a:gd name="connsiteX269" fmla="*/ 1445791 w 3024845"/>
                <a:gd name="connsiteY269" fmla="*/ 311296 h 834218"/>
                <a:gd name="connsiteX270" fmla="*/ 1451111 w 3024845"/>
                <a:gd name="connsiteY270" fmla="*/ 311296 h 834218"/>
                <a:gd name="connsiteX271" fmla="*/ 1451111 w 3024845"/>
                <a:gd name="connsiteY271" fmla="*/ 312647 h 834218"/>
                <a:gd name="connsiteX272" fmla="*/ 1451111 w 3024845"/>
                <a:gd name="connsiteY272" fmla="*/ 322105 h 834218"/>
                <a:gd name="connsiteX273" fmla="*/ 1489618 w 3024845"/>
                <a:gd name="connsiteY273" fmla="*/ 322105 h 834218"/>
                <a:gd name="connsiteX274" fmla="*/ 1489618 w 3024845"/>
                <a:gd name="connsiteY274" fmla="*/ 460458 h 834218"/>
                <a:gd name="connsiteX275" fmla="*/ 1491138 w 3024845"/>
                <a:gd name="connsiteY275" fmla="*/ 460458 h 834218"/>
                <a:gd name="connsiteX276" fmla="*/ 1501778 w 3024845"/>
                <a:gd name="connsiteY276" fmla="*/ 460458 h 834218"/>
                <a:gd name="connsiteX277" fmla="*/ 1501778 w 3024845"/>
                <a:gd name="connsiteY277" fmla="*/ 447488 h 834218"/>
                <a:gd name="connsiteX278" fmla="*/ 1505832 w 3024845"/>
                <a:gd name="connsiteY278" fmla="*/ 447488 h 834218"/>
                <a:gd name="connsiteX279" fmla="*/ 1505832 w 3024845"/>
                <a:gd name="connsiteY279" fmla="*/ 460458 h 834218"/>
                <a:gd name="connsiteX280" fmla="*/ 1536232 w 3024845"/>
                <a:gd name="connsiteY280" fmla="*/ 460458 h 834218"/>
                <a:gd name="connsiteX281" fmla="*/ 1536232 w 3024845"/>
                <a:gd name="connsiteY281" fmla="*/ 430193 h 834218"/>
                <a:gd name="connsiteX282" fmla="*/ 1548392 w 3024845"/>
                <a:gd name="connsiteY282" fmla="*/ 430193 h 834218"/>
                <a:gd name="connsiteX283" fmla="*/ 1560552 w 3024845"/>
                <a:gd name="connsiteY283" fmla="*/ 428032 h 834218"/>
                <a:gd name="connsiteX284" fmla="*/ 1564606 w 3024845"/>
                <a:gd name="connsiteY284" fmla="*/ 430193 h 834218"/>
                <a:gd name="connsiteX285" fmla="*/ 1574739 w 3024845"/>
                <a:gd name="connsiteY285" fmla="*/ 430193 h 834218"/>
                <a:gd name="connsiteX286" fmla="*/ 1574739 w 3024845"/>
                <a:gd name="connsiteY286" fmla="*/ 460458 h 834218"/>
                <a:gd name="connsiteX287" fmla="*/ 1582846 w 3024845"/>
                <a:gd name="connsiteY287" fmla="*/ 460458 h 834218"/>
                <a:gd name="connsiteX288" fmla="*/ 1582846 w 3024845"/>
                <a:gd name="connsiteY288" fmla="*/ 477753 h 834218"/>
                <a:gd name="connsiteX289" fmla="*/ 1592182 w 3024845"/>
                <a:gd name="connsiteY289" fmla="*/ 478658 h 834218"/>
                <a:gd name="connsiteX290" fmla="*/ 1605140 w 3024845"/>
                <a:gd name="connsiteY290" fmla="*/ 478658 h 834218"/>
                <a:gd name="connsiteX291" fmla="*/ 1605140 w 3024845"/>
                <a:gd name="connsiteY291" fmla="*/ 462620 h 834218"/>
                <a:gd name="connsiteX292" fmla="*/ 1673096 w 3024845"/>
                <a:gd name="connsiteY292" fmla="*/ 462620 h 834218"/>
                <a:gd name="connsiteX293" fmla="*/ 1673096 w 3024845"/>
                <a:gd name="connsiteY293" fmla="*/ 377367 h 834218"/>
                <a:gd name="connsiteX294" fmla="*/ 1745104 w 3024845"/>
                <a:gd name="connsiteY294" fmla="*/ 377367 h 834218"/>
                <a:gd name="connsiteX295" fmla="*/ 1745104 w 3024845"/>
                <a:gd name="connsiteY295" fmla="*/ 456135 h 834218"/>
                <a:gd name="connsiteX296" fmla="*/ 1747008 w 3024845"/>
                <a:gd name="connsiteY296" fmla="*/ 456135 h 834218"/>
                <a:gd name="connsiteX297" fmla="*/ 1748250 w 3024845"/>
                <a:gd name="connsiteY297" fmla="*/ 478658 h 834218"/>
                <a:gd name="connsiteX298" fmla="*/ 1757926 w 3024845"/>
                <a:gd name="connsiteY298" fmla="*/ 478658 h 834218"/>
                <a:gd name="connsiteX299" fmla="*/ 1759168 w 3024845"/>
                <a:gd name="connsiteY299" fmla="*/ 456135 h 834218"/>
                <a:gd name="connsiteX300" fmla="*/ 1765248 w 3024845"/>
                <a:gd name="connsiteY300" fmla="*/ 456135 h 834218"/>
                <a:gd name="connsiteX301" fmla="*/ 1766490 w 3024845"/>
                <a:gd name="connsiteY301" fmla="*/ 478658 h 834218"/>
                <a:gd name="connsiteX302" fmla="*/ 1817112 w 3024845"/>
                <a:gd name="connsiteY302" fmla="*/ 478658 h 834218"/>
                <a:gd name="connsiteX303" fmla="*/ 1817112 w 3024845"/>
                <a:gd name="connsiteY303" fmla="*/ 315630 h 834218"/>
                <a:gd name="connsiteX304" fmla="*/ 2014439 w 3024845"/>
                <a:gd name="connsiteY304" fmla="*/ 315630 h 834218"/>
                <a:gd name="connsiteX305" fmla="*/ 2014439 w 3024845"/>
                <a:gd name="connsiteY305" fmla="*/ 478658 h 834218"/>
                <a:gd name="connsiteX306" fmla="*/ 2033136 w 3024845"/>
                <a:gd name="connsiteY306" fmla="*/ 478658 h 834218"/>
                <a:gd name="connsiteX307" fmla="*/ 2033136 w 3024845"/>
                <a:gd name="connsiteY307" fmla="*/ 395965 h 834218"/>
                <a:gd name="connsiteX308" fmla="*/ 2128256 w 3024845"/>
                <a:gd name="connsiteY308" fmla="*/ 395965 h 834218"/>
                <a:gd name="connsiteX309" fmla="*/ 2180720 w 3024845"/>
                <a:gd name="connsiteY309" fmla="*/ 330752 h 834218"/>
                <a:gd name="connsiteX310" fmla="*/ 2245574 w 3024845"/>
                <a:gd name="connsiteY310" fmla="*/ 330752 h 834218"/>
                <a:gd name="connsiteX311" fmla="*/ 2245574 w 3024845"/>
                <a:gd name="connsiteY311" fmla="*/ 406414 h 834218"/>
                <a:gd name="connsiteX312" fmla="*/ 2253681 w 3024845"/>
                <a:gd name="connsiteY312" fmla="*/ 406414 h 834218"/>
                <a:gd name="connsiteX313" fmla="*/ 2255708 w 3024845"/>
                <a:gd name="connsiteY313" fmla="*/ 399929 h 834218"/>
                <a:gd name="connsiteX314" fmla="*/ 2261788 w 3024845"/>
                <a:gd name="connsiteY314" fmla="*/ 399929 h 834218"/>
                <a:gd name="connsiteX315" fmla="*/ 2263815 w 3024845"/>
                <a:gd name="connsiteY315" fmla="*/ 408576 h 834218"/>
                <a:gd name="connsiteX316" fmla="*/ 2275975 w 3024845"/>
                <a:gd name="connsiteY316" fmla="*/ 408576 h 834218"/>
                <a:gd name="connsiteX317" fmla="*/ 2275975 w 3024845"/>
                <a:gd name="connsiteY317" fmla="*/ 402090 h 834218"/>
                <a:gd name="connsiteX318" fmla="*/ 2298268 w 3024845"/>
                <a:gd name="connsiteY318" fmla="*/ 402090 h 834218"/>
                <a:gd name="connsiteX319" fmla="*/ 2298268 w 3024845"/>
                <a:gd name="connsiteY319" fmla="*/ 408576 h 834218"/>
                <a:gd name="connsiteX320" fmla="*/ 2318535 w 3024845"/>
                <a:gd name="connsiteY320" fmla="*/ 408576 h 834218"/>
                <a:gd name="connsiteX321" fmla="*/ 2318535 w 3024845"/>
                <a:gd name="connsiteY321" fmla="*/ 453973 h 834218"/>
                <a:gd name="connsiteX322" fmla="*/ 2332722 w 3024845"/>
                <a:gd name="connsiteY322" fmla="*/ 453973 h 834218"/>
                <a:gd name="connsiteX323" fmla="*/ 2332722 w 3024845"/>
                <a:gd name="connsiteY323" fmla="*/ 441002 h 834218"/>
                <a:gd name="connsiteX324" fmla="*/ 2348936 w 3024845"/>
                <a:gd name="connsiteY324" fmla="*/ 441002 h 834218"/>
                <a:gd name="connsiteX325" fmla="*/ 2348936 w 3024845"/>
                <a:gd name="connsiteY325" fmla="*/ 261575 h 834218"/>
                <a:gd name="connsiteX326" fmla="*/ 2355016 w 3024845"/>
                <a:gd name="connsiteY326" fmla="*/ 255089 h 834218"/>
                <a:gd name="connsiteX327" fmla="*/ 2427977 w 3024845"/>
                <a:gd name="connsiteY327" fmla="*/ 255089 h 834218"/>
                <a:gd name="connsiteX328" fmla="*/ 2427977 w 3024845"/>
                <a:gd name="connsiteY328" fmla="*/ 263737 h 834218"/>
                <a:gd name="connsiteX329" fmla="*/ 2438110 w 3024845"/>
                <a:gd name="connsiteY329" fmla="*/ 263737 h 834218"/>
                <a:gd name="connsiteX330" fmla="*/ 2438110 w 3024845"/>
                <a:gd name="connsiteY330" fmla="*/ 378311 h 834218"/>
                <a:gd name="connsiteX331" fmla="*/ 2460404 w 3024845"/>
                <a:gd name="connsiteY331" fmla="*/ 378311 h 834218"/>
                <a:gd name="connsiteX332" fmla="*/ 2460404 w 3024845"/>
                <a:gd name="connsiteY332" fmla="*/ 311296 h 834218"/>
                <a:gd name="connsiteX333" fmla="*/ 2486751 w 3024845"/>
                <a:gd name="connsiteY333" fmla="*/ 311296 h 834218"/>
                <a:gd name="connsiteX334" fmla="*/ 2490804 w 3024845"/>
                <a:gd name="connsiteY334" fmla="*/ 306972 h 834218"/>
                <a:gd name="connsiteX335" fmla="*/ 2498911 w 3024845"/>
                <a:gd name="connsiteY335" fmla="*/ 306972 h 834218"/>
                <a:gd name="connsiteX336" fmla="*/ 2502964 w 3024845"/>
                <a:gd name="connsiteY336" fmla="*/ 311296 h 834218"/>
                <a:gd name="connsiteX337" fmla="*/ 2525258 w 3024845"/>
                <a:gd name="connsiteY337" fmla="*/ 311296 h 834218"/>
                <a:gd name="connsiteX338" fmla="*/ 2525258 w 3024845"/>
                <a:gd name="connsiteY338" fmla="*/ 194560 h 834218"/>
                <a:gd name="connsiteX339" fmla="*/ 2582005 w 3024845"/>
                <a:gd name="connsiteY339" fmla="*/ 183751 h 834218"/>
                <a:gd name="connsiteX340" fmla="*/ 2582005 w 3024845"/>
                <a:gd name="connsiteY340" fmla="*/ 184832 h 834218"/>
                <a:gd name="connsiteX341" fmla="*/ 2582005 w 3024845"/>
                <a:gd name="connsiteY341" fmla="*/ 192398 h 834218"/>
                <a:gd name="connsiteX342" fmla="*/ 2608352 w 3024845"/>
                <a:gd name="connsiteY342" fmla="*/ 192398 h 834218"/>
                <a:gd name="connsiteX343" fmla="*/ 2608352 w 3024845"/>
                <a:gd name="connsiteY343" fmla="*/ 447488 h 834218"/>
                <a:gd name="connsiteX344" fmla="*/ 2630646 w 3024845"/>
                <a:gd name="connsiteY344" fmla="*/ 447488 h 834218"/>
                <a:gd name="connsiteX345" fmla="*/ 2630646 w 3024845"/>
                <a:gd name="connsiteY345" fmla="*/ 443164 h 834218"/>
                <a:gd name="connsiteX346" fmla="*/ 2642806 w 3024845"/>
                <a:gd name="connsiteY346" fmla="*/ 443164 h 834218"/>
                <a:gd name="connsiteX347" fmla="*/ 2642806 w 3024845"/>
                <a:gd name="connsiteY347" fmla="*/ 447488 h 834218"/>
                <a:gd name="connsiteX348" fmla="*/ 2667126 w 3024845"/>
                <a:gd name="connsiteY348" fmla="*/ 447488 h 834218"/>
                <a:gd name="connsiteX349" fmla="*/ 2667126 w 3024845"/>
                <a:gd name="connsiteY349" fmla="*/ 434517 h 834218"/>
                <a:gd name="connsiteX350" fmla="*/ 2695500 w 3024845"/>
                <a:gd name="connsiteY350" fmla="*/ 434517 h 834218"/>
                <a:gd name="connsiteX351" fmla="*/ 2707660 w 3024845"/>
                <a:gd name="connsiteY351" fmla="*/ 430193 h 834218"/>
                <a:gd name="connsiteX352" fmla="*/ 2727927 w 3024845"/>
                <a:gd name="connsiteY352" fmla="*/ 434517 h 834218"/>
                <a:gd name="connsiteX353" fmla="*/ 2727927 w 3024845"/>
                <a:gd name="connsiteY353" fmla="*/ 417223 h 834218"/>
                <a:gd name="connsiteX354" fmla="*/ 2736034 w 3024845"/>
                <a:gd name="connsiteY354" fmla="*/ 417223 h 834218"/>
                <a:gd name="connsiteX355" fmla="*/ 2736034 w 3024845"/>
                <a:gd name="connsiteY355" fmla="*/ 404252 h 834218"/>
                <a:gd name="connsiteX356" fmla="*/ 2792781 w 3024845"/>
                <a:gd name="connsiteY356" fmla="*/ 404252 h 834218"/>
                <a:gd name="connsiteX357" fmla="*/ 2792781 w 3024845"/>
                <a:gd name="connsiteY357" fmla="*/ 373987 h 834218"/>
                <a:gd name="connsiteX358" fmla="*/ 2811021 w 3024845"/>
                <a:gd name="connsiteY358" fmla="*/ 373987 h 834218"/>
                <a:gd name="connsiteX359" fmla="*/ 2811021 w 3024845"/>
                <a:gd name="connsiteY359" fmla="*/ 367502 h 834218"/>
                <a:gd name="connsiteX360" fmla="*/ 2823181 w 3024845"/>
                <a:gd name="connsiteY360" fmla="*/ 367502 h 834218"/>
                <a:gd name="connsiteX361" fmla="*/ 2823181 w 3024845"/>
                <a:gd name="connsiteY361" fmla="*/ 373987 h 834218"/>
                <a:gd name="connsiteX362" fmla="*/ 2839395 w 3024845"/>
                <a:gd name="connsiteY362" fmla="*/ 373987 h 834218"/>
                <a:gd name="connsiteX363" fmla="*/ 2839395 w 3024845"/>
                <a:gd name="connsiteY363" fmla="*/ 423708 h 834218"/>
                <a:gd name="connsiteX364" fmla="*/ 2871822 w 3024845"/>
                <a:gd name="connsiteY364" fmla="*/ 423708 h 834218"/>
                <a:gd name="connsiteX365" fmla="*/ 2871822 w 3024845"/>
                <a:gd name="connsiteY365" fmla="*/ 397767 h 834218"/>
                <a:gd name="connsiteX366" fmla="*/ 2910329 w 3024845"/>
                <a:gd name="connsiteY366" fmla="*/ 397767 h 834218"/>
                <a:gd name="connsiteX367" fmla="*/ 2910329 w 3024845"/>
                <a:gd name="connsiteY367" fmla="*/ 367502 h 834218"/>
                <a:gd name="connsiteX368" fmla="*/ 2958970 w 3024845"/>
                <a:gd name="connsiteY368" fmla="*/ 367502 h 834218"/>
                <a:gd name="connsiteX369" fmla="*/ 2958970 w 3024845"/>
                <a:gd name="connsiteY369" fmla="*/ 478658 h 834218"/>
                <a:gd name="connsiteX370" fmla="*/ 2958970 w 3024845"/>
                <a:gd name="connsiteY370" fmla="*/ 492437 h 834218"/>
                <a:gd name="connsiteX371" fmla="*/ 3024845 w 3024845"/>
                <a:gd name="connsiteY371" fmla="*/ 492437 h 834218"/>
                <a:gd name="connsiteX372" fmla="*/ 3024845 w 3024845"/>
                <a:gd name="connsiteY372" fmla="*/ 834218 h 834218"/>
                <a:gd name="connsiteX373" fmla="*/ 2054 w 3024845"/>
                <a:gd name="connsiteY373" fmla="*/ 831885 h 834218"/>
                <a:gd name="connsiteX374" fmla="*/ 0 w 3024845"/>
                <a:gd name="connsiteY374" fmla="*/ 397767 h 834218"/>
                <a:gd name="connsiteX375" fmla="*/ 20267 w 3024845"/>
                <a:gd name="connsiteY375" fmla="*/ 397767 h 834218"/>
                <a:gd name="connsiteX376" fmla="*/ 20774 w 3024845"/>
                <a:gd name="connsiteY376" fmla="*/ 396686 h 834218"/>
                <a:gd name="connsiteX377" fmla="*/ 24320 w 3024845"/>
                <a:gd name="connsiteY377" fmla="*/ 389120 h 834218"/>
                <a:gd name="connsiteX378" fmla="*/ 26094 w 3024845"/>
                <a:gd name="connsiteY378" fmla="*/ 389390 h 834218"/>
                <a:gd name="connsiteX379" fmla="*/ 38507 w 3024845"/>
                <a:gd name="connsiteY379" fmla="*/ 391281 h 834218"/>
                <a:gd name="connsiteX380" fmla="*/ 39014 w 3024845"/>
                <a:gd name="connsiteY380" fmla="*/ 392633 h 834218"/>
                <a:gd name="connsiteX381" fmla="*/ 42560 w 3024845"/>
                <a:gd name="connsiteY381" fmla="*/ 402090 h 834218"/>
                <a:gd name="connsiteX382" fmla="*/ 68907 w 3024845"/>
                <a:gd name="connsiteY382" fmla="*/ 404252 h 834218"/>
                <a:gd name="connsiteX383" fmla="*/ 68907 w 3024845"/>
                <a:gd name="connsiteY383" fmla="*/ 281031 h 834218"/>
                <a:gd name="connsiteX384" fmla="*/ 70934 w 3024845"/>
                <a:gd name="connsiteY384" fmla="*/ 281031 h 834218"/>
                <a:gd name="connsiteX385" fmla="*/ 85121 w 3024845"/>
                <a:gd name="connsiteY385" fmla="*/ 281031 h 834218"/>
                <a:gd name="connsiteX386" fmla="*/ 85121 w 3024845"/>
                <a:gd name="connsiteY386" fmla="*/ 144839 h 834218"/>
                <a:gd name="connsiteX387" fmla="*/ 86894 w 3024845"/>
                <a:gd name="connsiteY387" fmla="*/ 144839 h 834218"/>
                <a:gd name="connsiteX388" fmla="*/ 99308 w 3024845"/>
                <a:gd name="connsiteY388" fmla="*/ 144839 h 834218"/>
                <a:gd name="connsiteX389" fmla="*/ 99308 w 3024845"/>
                <a:gd name="connsiteY389" fmla="*/ 30265 h 834218"/>
                <a:gd name="connsiteX390" fmla="*/ 103361 w 3024845"/>
                <a:gd name="connsiteY390"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30265 h 834218"/>
                <a:gd name="connsiteX5" fmla="*/ 220909 w 3024845"/>
                <a:gd name="connsiteY5" fmla="*/ 144839 h 834218"/>
                <a:gd name="connsiteX6" fmla="*/ 223189 w 3024845"/>
                <a:gd name="connsiteY6" fmla="*/ 144839 h 834218"/>
                <a:gd name="connsiteX7" fmla="*/ 239150 w 3024845"/>
                <a:gd name="connsiteY7" fmla="*/ 144839 h 834218"/>
                <a:gd name="connsiteX8" fmla="*/ 239150 w 3024845"/>
                <a:gd name="connsiteY8" fmla="*/ 285354 h 834218"/>
                <a:gd name="connsiteX9" fmla="*/ 240670 w 3024845"/>
                <a:gd name="connsiteY9" fmla="*/ 285084 h 834218"/>
                <a:gd name="connsiteX10" fmla="*/ 251310 w 3024845"/>
                <a:gd name="connsiteY10" fmla="*/ 283193 h 834218"/>
                <a:gd name="connsiteX11" fmla="*/ 249283 w 3024845"/>
                <a:gd name="connsiteY11" fmla="*/ 371825 h 834218"/>
                <a:gd name="connsiteX12" fmla="*/ 250803 w 3024845"/>
                <a:gd name="connsiteY12" fmla="*/ 372096 h 834218"/>
                <a:gd name="connsiteX13" fmla="*/ 261443 w 3024845"/>
                <a:gd name="connsiteY13" fmla="*/ 373987 h 834218"/>
                <a:gd name="connsiteX14" fmla="*/ 261696 w 3024845"/>
                <a:gd name="connsiteY14" fmla="*/ 374798 h 834218"/>
                <a:gd name="connsiteX15" fmla="*/ 263470 w 3024845"/>
                <a:gd name="connsiteY15" fmla="*/ 380473 h 834218"/>
                <a:gd name="connsiteX16" fmla="*/ 264230 w 3024845"/>
                <a:gd name="connsiteY16" fmla="*/ 378041 h 834218"/>
                <a:gd name="connsiteX17" fmla="*/ 269550 w 3024845"/>
                <a:gd name="connsiteY17" fmla="*/ 361017 h 834218"/>
                <a:gd name="connsiteX18" fmla="*/ 271323 w 3024845"/>
                <a:gd name="connsiteY18" fmla="*/ 361017 h 834218"/>
                <a:gd name="connsiteX19" fmla="*/ 283737 w 3024845"/>
                <a:gd name="connsiteY19" fmla="*/ 361017 h 834218"/>
                <a:gd name="connsiteX20" fmla="*/ 283737 w 3024845"/>
                <a:gd name="connsiteY20" fmla="*/ 393443 h 834218"/>
                <a:gd name="connsiteX21" fmla="*/ 284750 w 3024845"/>
                <a:gd name="connsiteY21" fmla="*/ 393984 h 834218"/>
                <a:gd name="connsiteX22" fmla="*/ 291844 w 3024845"/>
                <a:gd name="connsiteY22" fmla="*/ 397767 h 834218"/>
                <a:gd name="connsiteX23" fmla="*/ 291844 w 3024845"/>
                <a:gd name="connsiteY23" fmla="*/ 399118 h 834218"/>
                <a:gd name="connsiteX24" fmla="*/ 291844 w 3024845"/>
                <a:gd name="connsiteY24" fmla="*/ 408576 h 834218"/>
                <a:gd name="connsiteX25" fmla="*/ 336431 w 3024845"/>
                <a:gd name="connsiteY25" fmla="*/ 408576 h 834218"/>
                <a:gd name="connsiteX26" fmla="*/ 336431 w 3024845"/>
                <a:gd name="connsiteY26" fmla="*/ 409657 h 834218"/>
                <a:gd name="connsiteX27" fmla="*/ 336431 w 3024845"/>
                <a:gd name="connsiteY27" fmla="*/ 417223 h 834218"/>
                <a:gd name="connsiteX28" fmla="*/ 338457 w 3024845"/>
                <a:gd name="connsiteY28" fmla="*/ 417223 h 834218"/>
                <a:gd name="connsiteX29" fmla="*/ 352644 w 3024845"/>
                <a:gd name="connsiteY29" fmla="*/ 417223 h 834218"/>
                <a:gd name="connsiteX30" fmla="*/ 352644 w 3024845"/>
                <a:gd name="connsiteY30" fmla="*/ 386958 h 834218"/>
                <a:gd name="connsiteX31" fmla="*/ 397231 w 3024845"/>
                <a:gd name="connsiteY31" fmla="*/ 386958 h 834218"/>
                <a:gd name="connsiteX32" fmla="*/ 397231 w 3024845"/>
                <a:gd name="connsiteY32" fmla="*/ 385607 h 834218"/>
                <a:gd name="connsiteX33" fmla="*/ 397231 w 3024845"/>
                <a:gd name="connsiteY33" fmla="*/ 376149 h 834218"/>
                <a:gd name="connsiteX34" fmla="*/ 398245 w 3024845"/>
                <a:gd name="connsiteY34" fmla="*/ 376149 h 834218"/>
                <a:gd name="connsiteX35" fmla="*/ 405338 w 3024845"/>
                <a:gd name="connsiteY35" fmla="*/ 376149 h 834218"/>
                <a:gd name="connsiteX36" fmla="*/ 405338 w 3024845"/>
                <a:gd name="connsiteY36" fmla="*/ 374258 h 834218"/>
                <a:gd name="connsiteX37" fmla="*/ 405338 w 3024845"/>
                <a:gd name="connsiteY37" fmla="*/ 361017 h 834218"/>
                <a:gd name="connsiteX38" fmla="*/ 406098 w 3024845"/>
                <a:gd name="connsiteY38" fmla="*/ 361017 h 834218"/>
                <a:gd name="connsiteX39" fmla="*/ 411418 w 3024845"/>
                <a:gd name="connsiteY39" fmla="*/ 361017 h 834218"/>
                <a:gd name="connsiteX40" fmla="*/ 411418 w 3024845"/>
                <a:gd name="connsiteY40" fmla="*/ 359936 h 834218"/>
                <a:gd name="connsiteX41" fmla="*/ 411418 w 3024845"/>
                <a:gd name="connsiteY41" fmla="*/ 352369 h 834218"/>
                <a:gd name="connsiteX42" fmla="*/ 413445 w 3024845"/>
                <a:gd name="connsiteY42" fmla="*/ 352369 h 834218"/>
                <a:gd name="connsiteX43" fmla="*/ 427632 w 3024845"/>
                <a:gd name="connsiteY43" fmla="*/ 352369 h 834218"/>
                <a:gd name="connsiteX44" fmla="*/ 427632 w 3024845"/>
                <a:gd name="connsiteY44" fmla="*/ 353450 h 834218"/>
                <a:gd name="connsiteX45" fmla="*/ 427632 w 3024845"/>
                <a:gd name="connsiteY45" fmla="*/ 361017 h 834218"/>
                <a:gd name="connsiteX46" fmla="*/ 449925 w 3024845"/>
                <a:gd name="connsiteY46" fmla="*/ 361017 h 834218"/>
                <a:gd name="connsiteX47" fmla="*/ 449925 w 3024845"/>
                <a:gd name="connsiteY47" fmla="*/ 359125 h 834218"/>
                <a:gd name="connsiteX48" fmla="*/ 449925 w 3024845"/>
                <a:gd name="connsiteY48" fmla="*/ 345884 h 834218"/>
                <a:gd name="connsiteX49" fmla="*/ 451699 w 3024845"/>
                <a:gd name="connsiteY49" fmla="*/ 345884 h 834218"/>
                <a:gd name="connsiteX50" fmla="*/ 464112 w 3024845"/>
                <a:gd name="connsiteY50" fmla="*/ 345884 h 834218"/>
                <a:gd name="connsiteX51" fmla="*/ 464112 w 3024845"/>
                <a:gd name="connsiteY51" fmla="*/ 369664 h 834218"/>
                <a:gd name="connsiteX52" fmla="*/ 465126 w 3024845"/>
                <a:gd name="connsiteY52" fmla="*/ 369664 h 834218"/>
                <a:gd name="connsiteX53" fmla="*/ 472219 w 3024845"/>
                <a:gd name="connsiteY53" fmla="*/ 369664 h 834218"/>
                <a:gd name="connsiteX54" fmla="*/ 472219 w 3024845"/>
                <a:gd name="connsiteY54" fmla="*/ 368583 h 834218"/>
                <a:gd name="connsiteX55" fmla="*/ 472219 w 3024845"/>
                <a:gd name="connsiteY55" fmla="*/ 361017 h 834218"/>
                <a:gd name="connsiteX56" fmla="*/ 473992 w 3024845"/>
                <a:gd name="connsiteY56" fmla="*/ 361017 h 834218"/>
                <a:gd name="connsiteX57" fmla="*/ 486406 w 3024845"/>
                <a:gd name="connsiteY57" fmla="*/ 361017 h 834218"/>
                <a:gd name="connsiteX58" fmla="*/ 486406 w 3024845"/>
                <a:gd name="connsiteY58" fmla="*/ 386958 h 834218"/>
                <a:gd name="connsiteX59" fmla="*/ 488433 w 3024845"/>
                <a:gd name="connsiteY59" fmla="*/ 386958 h 834218"/>
                <a:gd name="connsiteX60" fmla="*/ 502619 w 3024845"/>
                <a:gd name="connsiteY60" fmla="*/ 386958 h 834218"/>
                <a:gd name="connsiteX61" fmla="*/ 502619 w 3024845"/>
                <a:gd name="connsiteY61" fmla="*/ 388579 h 834218"/>
                <a:gd name="connsiteX62" fmla="*/ 502619 w 3024845"/>
                <a:gd name="connsiteY62" fmla="*/ 399929 h 834218"/>
                <a:gd name="connsiteX63" fmla="*/ 503379 w 3024845"/>
                <a:gd name="connsiteY63" fmla="*/ 399929 h 834218"/>
                <a:gd name="connsiteX64" fmla="*/ 508700 w 3024845"/>
                <a:gd name="connsiteY64" fmla="*/ 399929 h 834218"/>
                <a:gd name="connsiteX65" fmla="*/ 508700 w 3024845"/>
                <a:gd name="connsiteY65" fmla="*/ 399118 h 834218"/>
                <a:gd name="connsiteX66" fmla="*/ 508700 w 3024845"/>
                <a:gd name="connsiteY66" fmla="*/ 393443 h 834218"/>
                <a:gd name="connsiteX67" fmla="*/ 539100 w 3024845"/>
                <a:gd name="connsiteY67" fmla="*/ 393443 h 834218"/>
                <a:gd name="connsiteX68" fmla="*/ 539100 w 3024845"/>
                <a:gd name="connsiteY68" fmla="*/ 417223 h 834218"/>
                <a:gd name="connsiteX69" fmla="*/ 540113 w 3024845"/>
                <a:gd name="connsiteY69" fmla="*/ 417223 h 834218"/>
                <a:gd name="connsiteX70" fmla="*/ 547207 w 3024845"/>
                <a:gd name="connsiteY70" fmla="*/ 417223 h 834218"/>
                <a:gd name="connsiteX71" fmla="*/ 547207 w 3024845"/>
                <a:gd name="connsiteY71" fmla="*/ 418304 h 834218"/>
                <a:gd name="connsiteX72" fmla="*/ 547207 w 3024845"/>
                <a:gd name="connsiteY72" fmla="*/ 425870 h 834218"/>
                <a:gd name="connsiteX73" fmla="*/ 547967 w 3024845"/>
                <a:gd name="connsiteY73" fmla="*/ 425870 h 834218"/>
                <a:gd name="connsiteX74" fmla="*/ 553287 w 3024845"/>
                <a:gd name="connsiteY74" fmla="*/ 425870 h 834218"/>
                <a:gd name="connsiteX75" fmla="*/ 553287 w 3024845"/>
                <a:gd name="connsiteY75" fmla="*/ 423708 h 834218"/>
                <a:gd name="connsiteX76" fmla="*/ 553287 w 3024845"/>
                <a:gd name="connsiteY76" fmla="*/ 408576 h 834218"/>
                <a:gd name="connsiteX77" fmla="*/ 554300 w 3024845"/>
                <a:gd name="connsiteY77" fmla="*/ 408576 h 834218"/>
                <a:gd name="connsiteX78" fmla="*/ 561394 w 3024845"/>
                <a:gd name="connsiteY78" fmla="*/ 408576 h 834218"/>
                <a:gd name="connsiteX79" fmla="*/ 561394 w 3024845"/>
                <a:gd name="connsiteY79" fmla="*/ 409657 h 834218"/>
                <a:gd name="connsiteX80" fmla="*/ 561394 w 3024845"/>
                <a:gd name="connsiteY80" fmla="*/ 417223 h 834218"/>
                <a:gd name="connsiteX81" fmla="*/ 566714 w 3024845"/>
                <a:gd name="connsiteY81" fmla="*/ 415230 h 834218"/>
                <a:gd name="connsiteX82" fmla="*/ 567474 w 3024845"/>
                <a:gd name="connsiteY82" fmla="*/ 414250 h 834218"/>
                <a:gd name="connsiteX83" fmla="*/ 567474 w 3024845"/>
                <a:gd name="connsiteY83" fmla="*/ 408576 h 834218"/>
                <a:gd name="connsiteX84" fmla="*/ 605981 w 3024845"/>
                <a:gd name="connsiteY84" fmla="*/ 408576 h 834218"/>
                <a:gd name="connsiteX85" fmla="*/ 605981 w 3024845"/>
                <a:gd name="connsiteY85" fmla="*/ 432355 h 834218"/>
                <a:gd name="connsiteX86" fmla="*/ 608007 w 3024845"/>
                <a:gd name="connsiteY86" fmla="*/ 432355 h 834218"/>
                <a:gd name="connsiteX87" fmla="*/ 622194 w 3024845"/>
                <a:gd name="connsiteY87" fmla="*/ 432355 h 834218"/>
                <a:gd name="connsiteX88" fmla="*/ 622194 w 3024845"/>
                <a:gd name="connsiteY88" fmla="*/ 433436 h 834218"/>
                <a:gd name="connsiteX89" fmla="*/ 622194 w 3024845"/>
                <a:gd name="connsiteY89" fmla="*/ 441002 h 834218"/>
                <a:gd name="connsiteX90" fmla="*/ 623968 w 3024845"/>
                <a:gd name="connsiteY90" fmla="*/ 441002 h 834218"/>
                <a:gd name="connsiteX91" fmla="*/ 636381 w 3024845"/>
                <a:gd name="connsiteY91" fmla="*/ 441002 h 834218"/>
                <a:gd name="connsiteX92" fmla="*/ 636381 w 3024845"/>
                <a:gd name="connsiteY92" fmla="*/ 417223 h 834218"/>
                <a:gd name="connsiteX93" fmla="*/ 637394 w 3024845"/>
                <a:gd name="connsiteY93" fmla="*/ 417223 h 834218"/>
                <a:gd name="connsiteX94" fmla="*/ 644488 w 3024845"/>
                <a:gd name="connsiteY94" fmla="*/ 417223 h 834218"/>
                <a:gd name="connsiteX95" fmla="*/ 644488 w 3024845"/>
                <a:gd name="connsiteY95" fmla="*/ 384796 h 834218"/>
                <a:gd name="connsiteX96" fmla="*/ 645501 w 3024845"/>
                <a:gd name="connsiteY96" fmla="*/ 384796 h 834218"/>
                <a:gd name="connsiteX97" fmla="*/ 652595 w 3024845"/>
                <a:gd name="connsiteY97" fmla="*/ 384796 h 834218"/>
                <a:gd name="connsiteX98" fmla="*/ 652595 w 3024845"/>
                <a:gd name="connsiteY98" fmla="*/ 382905 h 834218"/>
                <a:gd name="connsiteX99" fmla="*/ 652595 w 3024845"/>
                <a:gd name="connsiteY99" fmla="*/ 369664 h 834218"/>
                <a:gd name="connsiteX100" fmla="*/ 651328 w 3024845"/>
                <a:gd name="connsiteY100" fmla="*/ 368042 h 834218"/>
                <a:gd name="connsiteX101" fmla="*/ 656648 w 3024845"/>
                <a:gd name="connsiteY101" fmla="*/ 356693 h 834218"/>
                <a:gd name="connsiteX102" fmla="*/ 664755 w 3024845"/>
                <a:gd name="connsiteY102" fmla="*/ 384796 h 834218"/>
                <a:gd name="connsiteX103" fmla="*/ 665515 w 3024845"/>
                <a:gd name="connsiteY103" fmla="*/ 384796 h 834218"/>
                <a:gd name="connsiteX104" fmla="*/ 670835 w 3024845"/>
                <a:gd name="connsiteY104" fmla="*/ 384796 h 834218"/>
                <a:gd name="connsiteX105" fmla="*/ 670835 w 3024845"/>
                <a:gd name="connsiteY105" fmla="*/ 278869 h 834218"/>
                <a:gd name="connsiteX106" fmla="*/ 672355 w 3024845"/>
                <a:gd name="connsiteY106" fmla="*/ 278869 h 834218"/>
                <a:gd name="connsiteX107" fmla="*/ 682995 w 3024845"/>
                <a:gd name="connsiteY107" fmla="*/ 278869 h 834218"/>
                <a:gd name="connsiteX108" fmla="*/ 682995 w 3024845"/>
                <a:gd name="connsiteY108" fmla="*/ 231310 h 834218"/>
                <a:gd name="connsiteX109" fmla="*/ 709342 w 3024845"/>
                <a:gd name="connsiteY109" fmla="*/ 231310 h 834218"/>
                <a:gd name="connsiteX110" fmla="*/ 709342 w 3024845"/>
                <a:gd name="connsiteY110" fmla="*/ 209692 h 834218"/>
                <a:gd name="connsiteX111" fmla="*/ 743796 w 3024845"/>
                <a:gd name="connsiteY111" fmla="*/ 209692 h 834218"/>
                <a:gd name="connsiteX112" fmla="*/ 743796 w 3024845"/>
                <a:gd name="connsiteY112" fmla="*/ 212124 h 834218"/>
                <a:gd name="connsiteX113" fmla="*/ 743796 w 3024845"/>
                <a:gd name="connsiteY113" fmla="*/ 229148 h 834218"/>
                <a:gd name="connsiteX114" fmla="*/ 746076 w 3024845"/>
                <a:gd name="connsiteY114" fmla="*/ 229148 h 834218"/>
                <a:gd name="connsiteX115" fmla="*/ 762036 w 3024845"/>
                <a:gd name="connsiteY115" fmla="*/ 229148 h 834218"/>
                <a:gd name="connsiteX116" fmla="*/ 762036 w 3024845"/>
                <a:gd name="connsiteY116" fmla="*/ 276707 h 834218"/>
                <a:gd name="connsiteX117" fmla="*/ 763049 w 3024845"/>
                <a:gd name="connsiteY117" fmla="*/ 276707 h 834218"/>
                <a:gd name="connsiteX118" fmla="*/ 770143 w 3024845"/>
                <a:gd name="connsiteY118" fmla="*/ 276707 h 834218"/>
                <a:gd name="connsiteX119" fmla="*/ 784330 w 3024845"/>
                <a:gd name="connsiteY119" fmla="*/ 281031 h 834218"/>
                <a:gd name="connsiteX120" fmla="*/ 784330 w 3024845"/>
                <a:gd name="connsiteY120" fmla="*/ 319943 h 834218"/>
                <a:gd name="connsiteX121" fmla="*/ 785343 w 3024845"/>
                <a:gd name="connsiteY121" fmla="*/ 319943 h 834218"/>
                <a:gd name="connsiteX122" fmla="*/ 792436 w 3024845"/>
                <a:gd name="connsiteY122" fmla="*/ 319943 h 834218"/>
                <a:gd name="connsiteX123" fmla="*/ 792436 w 3024845"/>
                <a:gd name="connsiteY123" fmla="*/ 321564 h 834218"/>
                <a:gd name="connsiteX124" fmla="*/ 792436 w 3024845"/>
                <a:gd name="connsiteY124" fmla="*/ 332913 h 834218"/>
                <a:gd name="connsiteX125" fmla="*/ 794463 w 3024845"/>
                <a:gd name="connsiteY125" fmla="*/ 332913 h 834218"/>
                <a:gd name="connsiteX126" fmla="*/ 808650 w 3024845"/>
                <a:gd name="connsiteY126" fmla="*/ 332913 h 834218"/>
                <a:gd name="connsiteX127" fmla="*/ 814730 w 3024845"/>
                <a:gd name="connsiteY127" fmla="*/ 339399 h 834218"/>
                <a:gd name="connsiteX128" fmla="*/ 814730 w 3024845"/>
                <a:gd name="connsiteY128" fmla="*/ 361017 h 834218"/>
                <a:gd name="connsiteX129" fmla="*/ 817010 w 3024845"/>
                <a:gd name="connsiteY129" fmla="*/ 361017 h 834218"/>
                <a:gd name="connsiteX130" fmla="*/ 832970 w 3024845"/>
                <a:gd name="connsiteY130" fmla="*/ 361017 h 834218"/>
                <a:gd name="connsiteX131" fmla="*/ 832970 w 3024845"/>
                <a:gd name="connsiteY131" fmla="*/ 362097 h 834218"/>
                <a:gd name="connsiteX132" fmla="*/ 832970 w 3024845"/>
                <a:gd name="connsiteY132" fmla="*/ 369664 h 834218"/>
                <a:gd name="connsiteX133" fmla="*/ 834237 w 3024845"/>
                <a:gd name="connsiteY133" fmla="*/ 369664 h 834218"/>
                <a:gd name="connsiteX134" fmla="*/ 843104 w 3024845"/>
                <a:gd name="connsiteY134" fmla="*/ 369664 h 834218"/>
                <a:gd name="connsiteX135" fmla="*/ 843104 w 3024845"/>
                <a:gd name="connsiteY135" fmla="*/ 371825 h 834218"/>
                <a:gd name="connsiteX136" fmla="*/ 843104 w 3024845"/>
                <a:gd name="connsiteY136" fmla="*/ 386958 h 834218"/>
                <a:gd name="connsiteX137" fmla="*/ 847157 w 3024845"/>
                <a:gd name="connsiteY137" fmla="*/ 385066 h 834218"/>
                <a:gd name="connsiteX138" fmla="*/ 847157 w 3024845"/>
                <a:gd name="connsiteY138" fmla="*/ 371825 h 834218"/>
                <a:gd name="connsiteX139" fmla="*/ 848170 w 3024845"/>
                <a:gd name="connsiteY139" fmla="*/ 371825 h 834218"/>
                <a:gd name="connsiteX140" fmla="*/ 855264 w 3024845"/>
                <a:gd name="connsiteY140" fmla="*/ 371825 h 834218"/>
                <a:gd name="connsiteX141" fmla="*/ 855264 w 3024845"/>
                <a:gd name="connsiteY141" fmla="*/ 373447 h 834218"/>
                <a:gd name="connsiteX142" fmla="*/ 855264 w 3024845"/>
                <a:gd name="connsiteY142" fmla="*/ 384796 h 834218"/>
                <a:gd name="connsiteX143" fmla="*/ 856024 w 3024845"/>
                <a:gd name="connsiteY143" fmla="*/ 384796 h 834218"/>
                <a:gd name="connsiteX144" fmla="*/ 861344 w 3024845"/>
                <a:gd name="connsiteY144" fmla="*/ 384796 h 834218"/>
                <a:gd name="connsiteX145" fmla="*/ 909984 w 3024845"/>
                <a:gd name="connsiteY145" fmla="*/ 380473 h 834218"/>
                <a:gd name="connsiteX146" fmla="*/ 909984 w 3024845"/>
                <a:gd name="connsiteY146" fmla="*/ 381824 h 834218"/>
                <a:gd name="connsiteX147" fmla="*/ 909984 w 3024845"/>
                <a:gd name="connsiteY147" fmla="*/ 391281 h 834218"/>
                <a:gd name="connsiteX148" fmla="*/ 910744 w 3024845"/>
                <a:gd name="connsiteY148" fmla="*/ 391281 h 834218"/>
                <a:gd name="connsiteX149" fmla="*/ 916065 w 3024845"/>
                <a:gd name="connsiteY149" fmla="*/ 391281 h 834218"/>
                <a:gd name="connsiteX150" fmla="*/ 916065 w 3024845"/>
                <a:gd name="connsiteY150" fmla="*/ 393443 h 834218"/>
                <a:gd name="connsiteX151" fmla="*/ 916065 w 3024845"/>
                <a:gd name="connsiteY151" fmla="*/ 408576 h 834218"/>
                <a:gd name="connsiteX152" fmla="*/ 918091 w 3024845"/>
                <a:gd name="connsiteY152" fmla="*/ 407225 h 834218"/>
                <a:gd name="connsiteX153" fmla="*/ 932278 w 3024845"/>
                <a:gd name="connsiteY153" fmla="*/ 397767 h 834218"/>
                <a:gd name="connsiteX154" fmla="*/ 938358 w 3024845"/>
                <a:gd name="connsiteY154" fmla="*/ 356693 h 834218"/>
                <a:gd name="connsiteX155" fmla="*/ 939118 w 3024845"/>
                <a:gd name="connsiteY155" fmla="*/ 356423 h 834218"/>
                <a:gd name="connsiteX156" fmla="*/ 944438 w 3024845"/>
                <a:gd name="connsiteY156" fmla="*/ 354531 h 834218"/>
                <a:gd name="connsiteX157" fmla="*/ 946465 w 3024845"/>
                <a:gd name="connsiteY157" fmla="*/ 285354 h 834218"/>
                <a:gd name="connsiteX158" fmla="*/ 948492 w 3024845"/>
                <a:gd name="connsiteY158" fmla="*/ 354531 h 834218"/>
                <a:gd name="connsiteX159" fmla="*/ 949252 w 3024845"/>
                <a:gd name="connsiteY159" fmla="*/ 354801 h 834218"/>
                <a:gd name="connsiteX160" fmla="*/ 954572 w 3024845"/>
                <a:gd name="connsiteY160" fmla="*/ 356693 h 834218"/>
                <a:gd name="connsiteX161" fmla="*/ 954572 w 3024845"/>
                <a:gd name="connsiteY161" fmla="*/ 270222 h 834218"/>
                <a:gd name="connsiteX162" fmla="*/ 958625 w 3024845"/>
                <a:gd name="connsiteY162" fmla="*/ 237795 h 834218"/>
                <a:gd name="connsiteX163" fmla="*/ 997132 w 3024845"/>
                <a:gd name="connsiteY163" fmla="*/ 237795 h 834218"/>
                <a:gd name="connsiteX164" fmla="*/ 997132 w 3024845"/>
                <a:gd name="connsiteY164" fmla="*/ 270222 h 834218"/>
                <a:gd name="connsiteX165" fmla="*/ 997892 w 3024845"/>
                <a:gd name="connsiteY165" fmla="*/ 270222 h 834218"/>
                <a:gd name="connsiteX166" fmla="*/ 1003212 w 3024845"/>
                <a:gd name="connsiteY166" fmla="*/ 270222 h 834218"/>
                <a:gd name="connsiteX167" fmla="*/ 1003212 w 3024845"/>
                <a:gd name="connsiteY167" fmla="*/ 188074 h 834218"/>
                <a:gd name="connsiteX168" fmla="*/ 1004986 w 3024845"/>
                <a:gd name="connsiteY168" fmla="*/ 188074 h 834218"/>
                <a:gd name="connsiteX169" fmla="*/ 1017399 w 3024845"/>
                <a:gd name="connsiteY169" fmla="*/ 188074 h 834218"/>
                <a:gd name="connsiteX170" fmla="*/ 1017399 w 3024845"/>
                <a:gd name="connsiteY170" fmla="*/ 186183 h 834218"/>
                <a:gd name="connsiteX171" fmla="*/ 1017399 w 3024845"/>
                <a:gd name="connsiteY171" fmla="*/ 172942 h 834218"/>
                <a:gd name="connsiteX172" fmla="*/ 1039693 w 3024845"/>
                <a:gd name="connsiteY172" fmla="*/ 172942 h 834218"/>
                <a:gd name="connsiteX173" fmla="*/ 1039693 w 3024845"/>
                <a:gd name="connsiteY173" fmla="*/ 171861 h 834218"/>
                <a:gd name="connsiteX174" fmla="*/ 1039693 w 3024845"/>
                <a:gd name="connsiteY174" fmla="*/ 164295 h 834218"/>
                <a:gd name="connsiteX175" fmla="*/ 1041466 w 3024845"/>
                <a:gd name="connsiteY175" fmla="*/ 164295 h 834218"/>
                <a:gd name="connsiteX176" fmla="*/ 1053880 w 3024845"/>
                <a:gd name="connsiteY176" fmla="*/ 164295 h 834218"/>
                <a:gd name="connsiteX177" fmla="*/ 1053880 w 3024845"/>
                <a:gd name="connsiteY177" fmla="*/ 165376 h 834218"/>
                <a:gd name="connsiteX178" fmla="*/ 1053880 w 3024845"/>
                <a:gd name="connsiteY178" fmla="*/ 172942 h 834218"/>
                <a:gd name="connsiteX179" fmla="*/ 1054640 w 3024845"/>
                <a:gd name="connsiteY179" fmla="*/ 172942 h 834218"/>
                <a:gd name="connsiteX180" fmla="*/ 1059960 w 3024845"/>
                <a:gd name="connsiteY180" fmla="*/ 172942 h 834218"/>
                <a:gd name="connsiteX181" fmla="*/ 1070093 w 3024845"/>
                <a:gd name="connsiteY181" fmla="*/ 168618 h 834218"/>
                <a:gd name="connsiteX182" fmla="*/ 1074146 w 3024845"/>
                <a:gd name="connsiteY182" fmla="*/ 171861 h 834218"/>
                <a:gd name="connsiteX183" fmla="*/ 1074146 w 3024845"/>
                <a:gd name="connsiteY183" fmla="*/ 164295 h 834218"/>
                <a:gd name="connsiteX184" fmla="*/ 1076426 w 3024845"/>
                <a:gd name="connsiteY184" fmla="*/ 164295 h 834218"/>
                <a:gd name="connsiteX185" fmla="*/ 1092387 w 3024845"/>
                <a:gd name="connsiteY185" fmla="*/ 164295 h 834218"/>
                <a:gd name="connsiteX186" fmla="*/ 1092387 w 3024845"/>
                <a:gd name="connsiteY186" fmla="*/ 165376 h 834218"/>
                <a:gd name="connsiteX187" fmla="*/ 1092387 w 3024845"/>
                <a:gd name="connsiteY187" fmla="*/ 172942 h 834218"/>
                <a:gd name="connsiteX188" fmla="*/ 1122787 w 3024845"/>
                <a:gd name="connsiteY188" fmla="*/ 172942 h 834218"/>
                <a:gd name="connsiteX189" fmla="*/ 1122787 w 3024845"/>
                <a:gd name="connsiteY189" fmla="*/ 174563 h 834218"/>
                <a:gd name="connsiteX190" fmla="*/ 1122787 w 3024845"/>
                <a:gd name="connsiteY190" fmla="*/ 185913 h 834218"/>
                <a:gd name="connsiteX191" fmla="*/ 1149134 w 3024845"/>
                <a:gd name="connsiteY191" fmla="*/ 185913 h 834218"/>
                <a:gd name="connsiteX192" fmla="*/ 1149134 w 3024845"/>
                <a:gd name="connsiteY192" fmla="*/ 216177 h 834218"/>
                <a:gd name="connsiteX193" fmla="*/ 1149894 w 3024845"/>
                <a:gd name="connsiteY193" fmla="*/ 216177 h 834218"/>
                <a:gd name="connsiteX194" fmla="*/ 1155214 w 3024845"/>
                <a:gd name="connsiteY194" fmla="*/ 216177 h 834218"/>
                <a:gd name="connsiteX195" fmla="*/ 1155214 w 3024845"/>
                <a:gd name="connsiteY195" fmla="*/ 217258 h 834218"/>
                <a:gd name="connsiteX196" fmla="*/ 1155214 w 3024845"/>
                <a:gd name="connsiteY196" fmla="*/ 224825 h 834218"/>
                <a:gd name="connsiteX197" fmla="*/ 1159268 w 3024845"/>
                <a:gd name="connsiteY197" fmla="*/ 255089 h 834218"/>
                <a:gd name="connsiteX198" fmla="*/ 1160028 w 3024845"/>
                <a:gd name="connsiteY198" fmla="*/ 255089 h 834218"/>
                <a:gd name="connsiteX199" fmla="*/ 1165348 w 3024845"/>
                <a:gd name="connsiteY199" fmla="*/ 255089 h 834218"/>
                <a:gd name="connsiteX200" fmla="*/ 1165348 w 3024845"/>
                <a:gd name="connsiteY200" fmla="*/ 255900 h 834218"/>
                <a:gd name="connsiteX201" fmla="*/ 1165348 w 3024845"/>
                <a:gd name="connsiteY201" fmla="*/ 261575 h 834218"/>
                <a:gd name="connsiteX202" fmla="*/ 1166361 w 3024845"/>
                <a:gd name="connsiteY202" fmla="*/ 261575 h 834218"/>
                <a:gd name="connsiteX203" fmla="*/ 1173454 w 3024845"/>
                <a:gd name="connsiteY203" fmla="*/ 261575 h 834218"/>
                <a:gd name="connsiteX204" fmla="*/ 1173454 w 3024845"/>
                <a:gd name="connsiteY204" fmla="*/ 291840 h 834218"/>
                <a:gd name="connsiteX205" fmla="*/ 1175481 w 3024845"/>
                <a:gd name="connsiteY205" fmla="*/ 291840 h 834218"/>
                <a:gd name="connsiteX206" fmla="*/ 1189668 w 3024845"/>
                <a:gd name="connsiteY206" fmla="*/ 291840 h 834218"/>
                <a:gd name="connsiteX207" fmla="*/ 1189668 w 3024845"/>
                <a:gd name="connsiteY207" fmla="*/ 315619 h 834218"/>
                <a:gd name="connsiteX208" fmla="*/ 1191695 w 3024845"/>
                <a:gd name="connsiteY208" fmla="*/ 317240 h 834218"/>
                <a:gd name="connsiteX209" fmla="*/ 1191695 w 3024845"/>
                <a:gd name="connsiteY209" fmla="*/ 328590 h 834218"/>
                <a:gd name="connsiteX210" fmla="*/ 1192455 w 3024845"/>
                <a:gd name="connsiteY210" fmla="*/ 328590 h 834218"/>
                <a:gd name="connsiteX211" fmla="*/ 1197775 w 3024845"/>
                <a:gd name="connsiteY211" fmla="*/ 328590 h 834218"/>
                <a:gd name="connsiteX212" fmla="*/ 1197775 w 3024845"/>
                <a:gd name="connsiteY212" fmla="*/ 352369 h 834218"/>
                <a:gd name="connsiteX213" fmla="*/ 1199041 w 3024845"/>
                <a:gd name="connsiteY213" fmla="*/ 352369 h 834218"/>
                <a:gd name="connsiteX214" fmla="*/ 1207908 w 3024845"/>
                <a:gd name="connsiteY214" fmla="*/ 352369 h 834218"/>
                <a:gd name="connsiteX215" fmla="*/ 1209935 w 3024845"/>
                <a:gd name="connsiteY215" fmla="*/ 356423 h 834218"/>
                <a:gd name="connsiteX216" fmla="*/ 1209935 w 3024845"/>
                <a:gd name="connsiteY216" fmla="*/ 369664 h 834218"/>
                <a:gd name="connsiteX217" fmla="*/ 1211455 w 3024845"/>
                <a:gd name="connsiteY217" fmla="*/ 367772 h 834218"/>
                <a:gd name="connsiteX218" fmla="*/ 1222095 w 3024845"/>
                <a:gd name="connsiteY218" fmla="*/ 354531 h 834218"/>
                <a:gd name="connsiteX219" fmla="*/ 1250469 w 3024845"/>
                <a:gd name="connsiteY219" fmla="*/ 354531 h 834218"/>
                <a:gd name="connsiteX220" fmla="*/ 1250469 w 3024845"/>
                <a:gd name="connsiteY220" fmla="*/ 441002 h 834218"/>
                <a:gd name="connsiteX221" fmla="*/ 1251229 w 3024845"/>
                <a:gd name="connsiteY221" fmla="*/ 441002 h 834218"/>
                <a:gd name="connsiteX222" fmla="*/ 1256549 w 3024845"/>
                <a:gd name="connsiteY222" fmla="*/ 441002 h 834218"/>
                <a:gd name="connsiteX223" fmla="*/ 1257309 w 3024845"/>
                <a:gd name="connsiteY223" fmla="*/ 439651 h 834218"/>
                <a:gd name="connsiteX224" fmla="*/ 1262629 w 3024845"/>
                <a:gd name="connsiteY224" fmla="*/ 430193 h 834218"/>
                <a:gd name="connsiteX225" fmla="*/ 1262629 w 3024845"/>
                <a:gd name="connsiteY225" fmla="*/ 432085 h 834218"/>
                <a:gd name="connsiteX226" fmla="*/ 1262629 w 3024845"/>
                <a:gd name="connsiteY226" fmla="*/ 445326 h 834218"/>
                <a:gd name="connsiteX227" fmla="*/ 1266682 w 3024845"/>
                <a:gd name="connsiteY227" fmla="*/ 399929 h 834218"/>
                <a:gd name="connsiteX228" fmla="*/ 1267442 w 3024845"/>
                <a:gd name="connsiteY228" fmla="*/ 399929 h 834218"/>
                <a:gd name="connsiteX229" fmla="*/ 1272762 w 3024845"/>
                <a:gd name="connsiteY229" fmla="*/ 399929 h 834218"/>
                <a:gd name="connsiteX230" fmla="*/ 1272762 w 3024845"/>
                <a:gd name="connsiteY230" fmla="*/ 335075 h 834218"/>
                <a:gd name="connsiteX231" fmla="*/ 1273776 w 3024845"/>
                <a:gd name="connsiteY231" fmla="*/ 335075 h 834218"/>
                <a:gd name="connsiteX232" fmla="*/ 1280869 w 3024845"/>
                <a:gd name="connsiteY232" fmla="*/ 335075 h 834218"/>
                <a:gd name="connsiteX233" fmla="*/ 1293029 w 3024845"/>
                <a:gd name="connsiteY233" fmla="*/ 291840 h 834218"/>
                <a:gd name="connsiteX234" fmla="*/ 1294296 w 3024845"/>
                <a:gd name="connsiteY234" fmla="*/ 291840 h 834218"/>
                <a:gd name="connsiteX235" fmla="*/ 1303163 w 3024845"/>
                <a:gd name="connsiteY235" fmla="*/ 291840 h 834218"/>
                <a:gd name="connsiteX236" fmla="*/ 1313296 w 3024845"/>
                <a:gd name="connsiteY236" fmla="*/ 335075 h 834218"/>
                <a:gd name="connsiteX237" fmla="*/ 1314309 w 3024845"/>
                <a:gd name="connsiteY237" fmla="*/ 335075 h 834218"/>
                <a:gd name="connsiteX238" fmla="*/ 1321403 w 3024845"/>
                <a:gd name="connsiteY238" fmla="*/ 335075 h 834218"/>
                <a:gd name="connsiteX239" fmla="*/ 1321403 w 3024845"/>
                <a:gd name="connsiteY239" fmla="*/ 373987 h 834218"/>
                <a:gd name="connsiteX240" fmla="*/ 1323176 w 3024845"/>
                <a:gd name="connsiteY240" fmla="*/ 373987 h 834218"/>
                <a:gd name="connsiteX241" fmla="*/ 1335590 w 3024845"/>
                <a:gd name="connsiteY241" fmla="*/ 373987 h 834218"/>
                <a:gd name="connsiteX242" fmla="*/ 1335590 w 3024845"/>
                <a:gd name="connsiteY242" fmla="*/ 376149 h 834218"/>
                <a:gd name="connsiteX243" fmla="*/ 1335590 w 3024845"/>
                <a:gd name="connsiteY243" fmla="*/ 391281 h 834218"/>
                <a:gd name="connsiteX244" fmla="*/ 1339643 w 3024845"/>
                <a:gd name="connsiteY244" fmla="*/ 389120 h 834218"/>
                <a:gd name="connsiteX245" fmla="*/ 1339643 w 3024845"/>
                <a:gd name="connsiteY245" fmla="*/ 373987 h 834218"/>
                <a:gd name="connsiteX246" fmla="*/ 1341163 w 3024845"/>
                <a:gd name="connsiteY246" fmla="*/ 373987 h 834218"/>
                <a:gd name="connsiteX247" fmla="*/ 1351803 w 3024845"/>
                <a:gd name="connsiteY247" fmla="*/ 373987 h 834218"/>
                <a:gd name="connsiteX248" fmla="*/ 1351803 w 3024845"/>
                <a:gd name="connsiteY248" fmla="*/ 375608 h 834218"/>
                <a:gd name="connsiteX249" fmla="*/ 1351803 w 3024845"/>
                <a:gd name="connsiteY249" fmla="*/ 386958 h 834218"/>
                <a:gd name="connsiteX250" fmla="*/ 1382204 w 3024845"/>
                <a:gd name="connsiteY250" fmla="*/ 386958 h 834218"/>
                <a:gd name="connsiteX251" fmla="*/ 1382204 w 3024845"/>
                <a:gd name="connsiteY251" fmla="*/ 350208 h 834218"/>
                <a:gd name="connsiteX252" fmla="*/ 1383470 w 3024845"/>
                <a:gd name="connsiteY252" fmla="*/ 350208 h 834218"/>
                <a:gd name="connsiteX253" fmla="*/ 1392337 w 3024845"/>
                <a:gd name="connsiteY253" fmla="*/ 350208 h 834218"/>
                <a:gd name="connsiteX254" fmla="*/ 1392337 w 3024845"/>
                <a:gd name="connsiteY254" fmla="*/ 371825 h 834218"/>
                <a:gd name="connsiteX255" fmla="*/ 1394364 w 3024845"/>
                <a:gd name="connsiteY255" fmla="*/ 339399 h 834218"/>
                <a:gd name="connsiteX256" fmla="*/ 1416657 w 3024845"/>
                <a:gd name="connsiteY256" fmla="*/ 339399 h 834218"/>
                <a:gd name="connsiteX257" fmla="*/ 1416657 w 3024845"/>
                <a:gd name="connsiteY257" fmla="*/ 337777 h 834218"/>
                <a:gd name="connsiteX258" fmla="*/ 1416657 w 3024845"/>
                <a:gd name="connsiteY258" fmla="*/ 326428 h 834218"/>
                <a:gd name="connsiteX259" fmla="*/ 1417417 w 3024845"/>
                <a:gd name="connsiteY259" fmla="*/ 326428 h 834218"/>
                <a:gd name="connsiteX260" fmla="*/ 1422737 w 3024845"/>
                <a:gd name="connsiteY260" fmla="*/ 326428 h 834218"/>
                <a:gd name="connsiteX261" fmla="*/ 1422737 w 3024845"/>
                <a:gd name="connsiteY261" fmla="*/ 324537 h 834218"/>
                <a:gd name="connsiteX262" fmla="*/ 1422737 w 3024845"/>
                <a:gd name="connsiteY262" fmla="*/ 311296 h 834218"/>
                <a:gd name="connsiteX263" fmla="*/ 1426791 w 3024845"/>
                <a:gd name="connsiteY263" fmla="*/ 317781 h 834218"/>
                <a:gd name="connsiteX264" fmla="*/ 1429071 w 3024845"/>
                <a:gd name="connsiteY264" fmla="*/ 317781 h 834218"/>
                <a:gd name="connsiteX265" fmla="*/ 1445031 w 3024845"/>
                <a:gd name="connsiteY265" fmla="*/ 317781 h 834218"/>
                <a:gd name="connsiteX266" fmla="*/ 1445031 w 3024845"/>
                <a:gd name="connsiteY266" fmla="*/ 316970 h 834218"/>
                <a:gd name="connsiteX267" fmla="*/ 1445031 w 3024845"/>
                <a:gd name="connsiteY267" fmla="*/ 311296 h 834218"/>
                <a:gd name="connsiteX268" fmla="*/ 1445791 w 3024845"/>
                <a:gd name="connsiteY268" fmla="*/ 311296 h 834218"/>
                <a:gd name="connsiteX269" fmla="*/ 1451111 w 3024845"/>
                <a:gd name="connsiteY269" fmla="*/ 311296 h 834218"/>
                <a:gd name="connsiteX270" fmla="*/ 1451111 w 3024845"/>
                <a:gd name="connsiteY270" fmla="*/ 312647 h 834218"/>
                <a:gd name="connsiteX271" fmla="*/ 1451111 w 3024845"/>
                <a:gd name="connsiteY271" fmla="*/ 322105 h 834218"/>
                <a:gd name="connsiteX272" fmla="*/ 1489618 w 3024845"/>
                <a:gd name="connsiteY272" fmla="*/ 322105 h 834218"/>
                <a:gd name="connsiteX273" fmla="*/ 1489618 w 3024845"/>
                <a:gd name="connsiteY273" fmla="*/ 460458 h 834218"/>
                <a:gd name="connsiteX274" fmla="*/ 1491138 w 3024845"/>
                <a:gd name="connsiteY274" fmla="*/ 460458 h 834218"/>
                <a:gd name="connsiteX275" fmla="*/ 1501778 w 3024845"/>
                <a:gd name="connsiteY275" fmla="*/ 460458 h 834218"/>
                <a:gd name="connsiteX276" fmla="*/ 1501778 w 3024845"/>
                <a:gd name="connsiteY276" fmla="*/ 447488 h 834218"/>
                <a:gd name="connsiteX277" fmla="*/ 1505832 w 3024845"/>
                <a:gd name="connsiteY277" fmla="*/ 447488 h 834218"/>
                <a:gd name="connsiteX278" fmla="*/ 1505832 w 3024845"/>
                <a:gd name="connsiteY278" fmla="*/ 460458 h 834218"/>
                <a:gd name="connsiteX279" fmla="*/ 1536232 w 3024845"/>
                <a:gd name="connsiteY279" fmla="*/ 460458 h 834218"/>
                <a:gd name="connsiteX280" fmla="*/ 1536232 w 3024845"/>
                <a:gd name="connsiteY280" fmla="*/ 430193 h 834218"/>
                <a:gd name="connsiteX281" fmla="*/ 1548392 w 3024845"/>
                <a:gd name="connsiteY281" fmla="*/ 430193 h 834218"/>
                <a:gd name="connsiteX282" fmla="*/ 1560552 w 3024845"/>
                <a:gd name="connsiteY282" fmla="*/ 428032 h 834218"/>
                <a:gd name="connsiteX283" fmla="*/ 1564606 w 3024845"/>
                <a:gd name="connsiteY283" fmla="*/ 430193 h 834218"/>
                <a:gd name="connsiteX284" fmla="*/ 1574739 w 3024845"/>
                <a:gd name="connsiteY284" fmla="*/ 430193 h 834218"/>
                <a:gd name="connsiteX285" fmla="*/ 1574739 w 3024845"/>
                <a:gd name="connsiteY285" fmla="*/ 460458 h 834218"/>
                <a:gd name="connsiteX286" fmla="*/ 1582846 w 3024845"/>
                <a:gd name="connsiteY286" fmla="*/ 460458 h 834218"/>
                <a:gd name="connsiteX287" fmla="*/ 1582846 w 3024845"/>
                <a:gd name="connsiteY287" fmla="*/ 477753 h 834218"/>
                <a:gd name="connsiteX288" fmla="*/ 1592182 w 3024845"/>
                <a:gd name="connsiteY288" fmla="*/ 478658 h 834218"/>
                <a:gd name="connsiteX289" fmla="*/ 1605140 w 3024845"/>
                <a:gd name="connsiteY289" fmla="*/ 478658 h 834218"/>
                <a:gd name="connsiteX290" fmla="*/ 1605140 w 3024845"/>
                <a:gd name="connsiteY290" fmla="*/ 462620 h 834218"/>
                <a:gd name="connsiteX291" fmla="*/ 1673096 w 3024845"/>
                <a:gd name="connsiteY291" fmla="*/ 462620 h 834218"/>
                <a:gd name="connsiteX292" fmla="*/ 1673096 w 3024845"/>
                <a:gd name="connsiteY292" fmla="*/ 377367 h 834218"/>
                <a:gd name="connsiteX293" fmla="*/ 1745104 w 3024845"/>
                <a:gd name="connsiteY293" fmla="*/ 377367 h 834218"/>
                <a:gd name="connsiteX294" fmla="*/ 1745104 w 3024845"/>
                <a:gd name="connsiteY294" fmla="*/ 456135 h 834218"/>
                <a:gd name="connsiteX295" fmla="*/ 1747008 w 3024845"/>
                <a:gd name="connsiteY295" fmla="*/ 456135 h 834218"/>
                <a:gd name="connsiteX296" fmla="*/ 1748250 w 3024845"/>
                <a:gd name="connsiteY296" fmla="*/ 478658 h 834218"/>
                <a:gd name="connsiteX297" fmla="*/ 1757926 w 3024845"/>
                <a:gd name="connsiteY297" fmla="*/ 478658 h 834218"/>
                <a:gd name="connsiteX298" fmla="*/ 1759168 w 3024845"/>
                <a:gd name="connsiteY298" fmla="*/ 456135 h 834218"/>
                <a:gd name="connsiteX299" fmla="*/ 1765248 w 3024845"/>
                <a:gd name="connsiteY299" fmla="*/ 456135 h 834218"/>
                <a:gd name="connsiteX300" fmla="*/ 1766490 w 3024845"/>
                <a:gd name="connsiteY300" fmla="*/ 478658 h 834218"/>
                <a:gd name="connsiteX301" fmla="*/ 1817112 w 3024845"/>
                <a:gd name="connsiteY301" fmla="*/ 478658 h 834218"/>
                <a:gd name="connsiteX302" fmla="*/ 1817112 w 3024845"/>
                <a:gd name="connsiteY302" fmla="*/ 315630 h 834218"/>
                <a:gd name="connsiteX303" fmla="*/ 2014439 w 3024845"/>
                <a:gd name="connsiteY303" fmla="*/ 315630 h 834218"/>
                <a:gd name="connsiteX304" fmla="*/ 2014439 w 3024845"/>
                <a:gd name="connsiteY304" fmla="*/ 478658 h 834218"/>
                <a:gd name="connsiteX305" fmla="*/ 2033136 w 3024845"/>
                <a:gd name="connsiteY305" fmla="*/ 478658 h 834218"/>
                <a:gd name="connsiteX306" fmla="*/ 2033136 w 3024845"/>
                <a:gd name="connsiteY306" fmla="*/ 395965 h 834218"/>
                <a:gd name="connsiteX307" fmla="*/ 2128256 w 3024845"/>
                <a:gd name="connsiteY307" fmla="*/ 395965 h 834218"/>
                <a:gd name="connsiteX308" fmla="*/ 2180720 w 3024845"/>
                <a:gd name="connsiteY308" fmla="*/ 330752 h 834218"/>
                <a:gd name="connsiteX309" fmla="*/ 2245574 w 3024845"/>
                <a:gd name="connsiteY309" fmla="*/ 330752 h 834218"/>
                <a:gd name="connsiteX310" fmla="*/ 2245574 w 3024845"/>
                <a:gd name="connsiteY310" fmla="*/ 406414 h 834218"/>
                <a:gd name="connsiteX311" fmla="*/ 2253681 w 3024845"/>
                <a:gd name="connsiteY311" fmla="*/ 406414 h 834218"/>
                <a:gd name="connsiteX312" fmla="*/ 2255708 w 3024845"/>
                <a:gd name="connsiteY312" fmla="*/ 399929 h 834218"/>
                <a:gd name="connsiteX313" fmla="*/ 2261788 w 3024845"/>
                <a:gd name="connsiteY313" fmla="*/ 399929 h 834218"/>
                <a:gd name="connsiteX314" fmla="*/ 2263815 w 3024845"/>
                <a:gd name="connsiteY314" fmla="*/ 408576 h 834218"/>
                <a:gd name="connsiteX315" fmla="*/ 2275975 w 3024845"/>
                <a:gd name="connsiteY315" fmla="*/ 408576 h 834218"/>
                <a:gd name="connsiteX316" fmla="*/ 2275975 w 3024845"/>
                <a:gd name="connsiteY316" fmla="*/ 402090 h 834218"/>
                <a:gd name="connsiteX317" fmla="*/ 2298268 w 3024845"/>
                <a:gd name="connsiteY317" fmla="*/ 402090 h 834218"/>
                <a:gd name="connsiteX318" fmla="*/ 2298268 w 3024845"/>
                <a:gd name="connsiteY318" fmla="*/ 408576 h 834218"/>
                <a:gd name="connsiteX319" fmla="*/ 2318535 w 3024845"/>
                <a:gd name="connsiteY319" fmla="*/ 408576 h 834218"/>
                <a:gd name="connsiteX320" fmla="*/ 2318535 w 3024845"/>
                <a:gd name="connsiteY320" fmla="*/ 453973 h 834218"/>
                <a:gd name="connsiteX321" fmla="*/ 2332722 w 3024845"/>
                <a:gd name="connsiteY321" fmla="*/ 453973 h 834218"/>
                <a:gd name="connsiteX322" fmla="*/ 2332722 w 3024845"/>
                <a:gd name="connsiteY322" fmla="*/ 441002 h 834218"/>
                <a:gd name="connsiteX323" fmla="*/ 2348936 w 3024845"/>
                <a:gd name="connsiteY323" fmla="*/ 441002 h 834218"/>
                <a:gd name="connsiteX324" fmla="*/ 2348936 w 3024845"/>
                <a:gd name="connsiteY324" fmla="*/ 261575 h 834218"/>
                <a:gd name="connsiteX325" fmla="*/ 2355016 w 3024845"/>
                <a:gd name="connsiteY325" fmla="*/ 255089 h 834218"/>
                <a:gd name="connsiteX326" fmla="*/ 2427977 w 3024845"/>
                <a:gd name="connsiteY326" fmla="*/ 255089 h 834218"/>
                <a:gd name="connsiteX327" fmla="*/ 2427977 w 3024845"/>
                <a:gd name="connsiteY327" fmla="*/ 263737 h 834218"/>
                <a:gd name="connsiteX328" fmla="*/ 2438110 w 3024845"/>
                <a:gd name="connsiteY328" fmla="*/ 263737 h 834218"/>
                <a:gd name="connsiteX329" fmla="*/ 2438110 w 3024845"/>
                <a:gd name="connsiteY329" fmla="*/ 378311 h 834218"/>
                <a:gd name="connsiteX330" fmla="*/ 2460404 w 3024845"/>
                <a:gd name="connsiteY330" fmla="*/ 378311 h 834218"/>
                <a:gd name="connsiteX331" fmla="*/ 2460404 w 3024845"/>
                <a:gd name="connsiteY331" fmla="*/ 311296 h 834218"/>
                <a:gd name="connsiteX332" fmla="*/ 2486751 w 3024845"/>
                <a:gd name="connsiteY332" fmla="*/ 311296 h 834218"/>
                <a:gd name="connsiteX333" fmla="*/ 2490804 w 3024845"/>
                <a:gd name="connsiteY333" fmla="*/ 306972 h 834218"/>
                <a:gd name="connsiteX334" fmla="*/ 2498911 w 3024845"/>
                <a:gd name="connsiteY334" fmla="*/ 306972 h 834218"/>
                <a:gd name="connsiteX335" fmla="*/ 2502964 w 3024845"/>
                <a:gd name="connsiteY335" fmla="*/ 311296 h 834218"/>
                <a:gd name="connsiteX336" fmla="*/ 2525258 w 3024845"/>
                <a:gd name="connsiteY336" fmla="*/ 311296 h 834218"/>
                <a:gd name="connsiteX337" fmla="*/ 2525258 w 3024845"/>
                <a:gd name="connsiteY337" fmla="*/ 194560 h 834218"/>
                <a:gd name="connsiteX338" fmla="*/ 2582005 w 3024845"/>
                <a:gd name="connsiteY338" fmla="*/ 183751 h 834218"/>
                <a:gd name="connsiteX339" fmla="*/ 2582005 w 3024845"/>
                <a:gd name="connsiteY339" fmla="*/ 184832 h 834218"/>
                <a:gd name="connsiteX340" fmla="*/ 2582005 w 3024845"/>
                <a:gd name="connsiteY340" fmla="*/ 192398 h 834218"/>
                <a:gd name="connsiteX341" fmla="*/ 2608352 w 3024845"/>
                <a:gd name="connsiteY341" fmla="*/ 192398 h 834218"/>
                <a:gd name="connsiteX342" fmla="*/ 2608352 w 3024845"/>
                <a:gd name="connsiteY342" fmla="*/ 447488 h 834218"/>
                <a:gd name="connsiteX343" fmla="*/ 2630646 w 3024845"/>
                <a:gd name="connsiteY343" fmla="*/ 447488 h 834218"/>
                <a:gd name="connsiteX344" fmla="*/ 2630646 w 3024845"/>
                <a:gd name="connsiteY344" fmla="*/ 443164 h 834218"/>
                <a:gd name="connsiteX345" fmla="*/ 2642806 w 3024845"/>
                <a:gd name="connsiteY345" fmla="*/ 443164 h 834218"/>
                <a:gd name="connsiteX346" fmla="*/ 2642806 w 3024845"/>
                <a:gd name="connsiteY346" fmla="*/ 447488 h 834218"/>
                <a:gd name="connsiteX347" fmla="*/ 2667126 w 3024845"/>
                <a:gd name="connsiteY347" fmla="*/ 447488 h 834218"/>
                <a:gd name="connsiteX348" fmla="*/ 2667126 w 3024845"/>
                <a:gd name="connsiteY348" fmla="*/ 434517 h 834218"/>
                <a:gd name="connsiteX349" fmla="*/ 2695500 w 3024845"/>
                <a:gd name="connsiteY349" fmla="*/ 434517 h 834218"/>
                <a:gd name="connsiteX350" fmla="*/ 2707660 w 3024845"/>
                <a:gd name="connsiteY350" fmla="*/ 430193 h 834218"/>
                <a:gd name="connsiteX351" fmla="*/ 2727927 w 3024845"/>
                <a:gd name="connsiteY351" fmla="*/ 434517 h 834218"/>
                <a:gd name="connsiteX352" fmla="*/ 2727927 w 3024845"/>
                <a:gd name="connsiteY352" fmla="*/ 417223 h 834218"/>
                <a:gd name="connsiteX353" fmla="*/ 2736034 w 3024845"/>
                <a:gd name="connsiteY353" fmla="*/ 417223 h 834218"/>
                <a:gd name="connsiteX354" fmla="*/ 2736034 w 3024845"/>
                <a:gd name="connsiteY354" fmla="*/ 404252 h 834218"/>
                <a:gd name="connsiteX355" fmla="*/ 2792781 w 3024845"/>
                <a:gd name="connsiteY355" fmla="*/ 404252 h 834218"/>
                <a:gd name="connsiteX356" fmla="*/ 2792781 w 3024845"/>
                <a:gd name="connsiteY356" fmla="*/ 373987 h 834218"/>
                <a:gd name="connsiteX357" fmla="*/ 2811021 w 3024845"/>
                <a:gd name="connsiteY357" fmla="*/ 373987 h 834218"/>
                <a:gd name="connsiteX358" fmla="*/ 2811021 w 3024845"/>
                <a:gd name="connsiteY358" fmla="*/ 367502 h 834218"/>
                <a:gd name="connsiteX359" fmla="*/ 2823181 w 3024845"/>
                <a:gd name="connsiteY359" fmla="*/ 367502 h 834218"/>
                <a:gd name="connsiteX360" fmla="*/ 2823181 w 3024845"/>
                <a:gd name="connsiteY360" fmla="*/ 373987 h 834218"/>
                <a:gd name="connsiteX361" fmla="*/ 2839395 w 3024845"/>
                <a:gd name="connsiteY361" fmla="*/ 373987 h 834218"/>
                <a:gd name="connsiteX362" fmla="*/ 2839395 w 3024845"/>
                <a:gd name="connsiteY362" fmla="*/ 423708 h 834218"/>
                <a:gd name="connsiteX363" fmla="*/ 2871822 w 3024845"/>
                <a:gd name="connsiteY363" fmla="*/ 423708 h 834218"/>
                <a:gd name="connsiteX364" fmla="*/ 2871822 w 3024845"/>
                <a:gd name="connsiteY364" fmla="*/ 397767 h 834218"/>
                <a:gd name="connsiteX365" fmla="*/ 2910329 w 3024845"/>
                <a:gd name="connsiteY365" fmla="*/ 397767 h 834218"/>
                <a:gd name="connsiteX366" fmla="*/ 2910329 w 3024845"/>
                <a:gd name="connsiteY366" fmla="*/ 367502 h 834218"/>
                <a:gd name="connsiteX367" fmla="*/ 2958970 w 3024845"/>
                <a:gd name="connsiteY367" fmla="*/ 367502 h 834218"/>
                <a:gd name="connsiteX368" fmla="*/ 2958970 w 3024845"/>
                <a:gd name="connsiteY368" fmla="*/ 478658 h 834218"/>
                <a:gd name="connsiteX369" fmla="*/ 2958970 w 3024845"/>
                <a:gd name="connsiteY369" fmla="*/ 492437 h 834218"/>
                <a:gd name="connsiteX370" fmla="*/ 3024845 w 3024845"/>
                <a:gd name="connsiteY370" fmla="*/ 492437 h 834218"/>
                <a:gd name="connsiteX371" fmla="*/ 3024845 w 3024845"/>
                <a:gd name="connsiteY371" fmla="*/ 834218 h 834218"/>
                <a:gd name="connsiteX372" fmla="*/ 2054 w 3024845"/>
                <a:gd name="connsiteY372" fmla="*/ 831885 h 834218"/>
                <a:gd name="connsiteX373" fmla="*/ 0 w 3024845"/>
                <a:gd name="connsiteY373" fmla="*/ 397767 h 834218"/>
                <a:gd name="connsiteX374" fmla="*/ 20267 w 3024845"/>
                <a:gd name="connsiteY374" fmla="*/ 397767 h 834218"/>
                <a:gd name="connsiteX375" fmla="*/ 20774 w 3024845"/>
                <a:gd name="connsiteY375" fmla="*/ 396686 h 834218"/>
                <a:gd name="connsiteX376" fmla="*/ 24320 w 3024845"/>
                <a:gd name="connsiteY376" fmla="*/ 389120 h 834218"/>
                <a:gd name="connsiteX377" fmla="*/ 26094 w 3024845"/>
                <a:gd name="connsiteY377" fmla="*/ 389390 h 834218"/>
                <a:gd name="connsiteX378" fmla="*/ 38507 w 3024845"/>
                <a:gd name="connsiteY378" fmla="*/ 391281 h 834218"/>
                <a:gd name="connsiteX379" fmla="*/ 39014 w 3024845"/>
                <a:gd name="connsiteY379" fmla="*/ 392633 h 834218"/>
                <a:gd name="connsiteX380" fmla="*/ 42560 w 3024845"/>
                <a:gd name="connsiteY380" fmla="*/ 402090 h 834218"/>
                <a:gd name="connsiteX381" fmla="*/ 68907 w 3024845"/>
                <a:gd name="connsiteY381" fmla="*/ 404252 h 834218"/>
                <a:gd name="connsiteX382" fmla="*/ 68907 w 3024845"/>
                <a:gd name="connsiteY382" fmla="*/ 281031 h 834218"/>
                <a:gd name="connsiteX383" fmla="*/ 70934 w 3024845"/>
                <a:gd name="connsiteY383" fmla="*/ 281031 h 834218"/>
                <a:gd name="connsiteX384" fmla="*/ 85121 w 3024845"/>
                <a:gd name="connsiteY384" fmla="*/ 281031 h 834218"/>
                <a:gd name="connsiteX385" fmla="*/ 85121 w 3024845"/>
                <a:gd name="connsiteY385" fmla="*/ 144839 h 834218"/>
                <a:gd name="connsiteX386" fmla="*/ 86894 w 3024845"/>
                <a:gd name="connsiteY386" fmla="*/ 144839 h 834218"/>
                <a:gd name="connsiteX387" fmla="*/ 99308 w 3024845"/>
                <a:gd name="connsiteY387" fmla="*/ 144839 h 834218"/>
                <a:gd name="connsiteX388" fmla="*/ 99308 w 3024845"/>
                <a:gd name="connsiteY388" fmla="*/ 30265 h 834218"/>
                <a:gd name="connsiteX389" fmla="*/ 103361 w 3024845"/>
                <a:gd name="connsiteY389"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144839 h 834218"/>
                <a:gd name="connsiteX5" fmla="*/ 223189 w 3024845"/>
                <a:gd name="connsiteY5" fmla="*/ 144839 h 834218"/>
                <a:gd name="connsiteX6" fmla="*/ 239150 w 3024845"/>
                <a:gd name="connsiteY6" fmla="*/ 144839 h 834218"/>
                <a:gd name="connsiteX7" fmla="*/ 239150 w 3024845"/>
                <a:gd name="connsiteY7" fmla="*/ 285354 h 834218"/>
                <a:gd name="connsiteX8" fmla="*/ 240670 w 3024845"/>
                <a:gd name="connsiteY8" fmla="*/ 285084 h 834218"/>
                <a:gd name="connsiteX9" fmla="*/ 251310 w 3024845"/>
                <a:gd name="connsiteY9" fmla="*/ 283193 h 834218"/>
                <a:gd name="connsiteX10" fmla="*/ 249283 w 3024845"/>
                <a:gd name="connsiteY10" fmla="*/ 371825 h 834218"/>
                <a:gd name="connsiteX11" fmla="*/ 250803 w 3024845"/>
                <a:gd name="connsiteY11" fmla="*/ 372096 h 834218"/>
                <a:gd name="connsiteX12" fmla="*/ 261443 w 3024845"/>
                <a:gd name="connsiteY12" fmla="*/ 373987 h 834218"/>
                <a:gd name="connsiteX13" fmla="*/ 261696 w 3024845"/>
                <a:gd name="connsiteY13" fmla="*/ 374798 h 834218"/>
                <a:gd name="connsiteX14" fmla="*/ 263470 w 3024845"/>
                <a:gd name="connsiteY14" fmla="*/ 380473 h 834218"/>
                <a:gd name="connsiteX15" fmla="*/ 264230 w 3024845"/>
                <a:gd name="connsiteY15" fmla="*/ 378041 h 834218"/>
                <a:gd name="connsiteX16" fmla="*/ 269550 w 3024845"/>
                <a:gd name="connsiteY16" fmla="*/ 361017 h 834218"/>
                <a:gd name="connsiteX17" fmla="*/ 271323 w 3024845"/>
                <a:gd name="connsiteY17" fmla="*/ 361017 h 834218"/>
                <a:gd name="connsiteX18" fmla="*/ 283737 w 3024845"/>
                <a:gd name="connsiteY18" fmla="*/ 361017 h 834218"/>
                <a:gd name="connsiteX19" fmla="*/ 283737 w 3024845"/>
                <a:gd name="connsiteY19" fmla="*/ 393443 h 834218"/>
                <a:gd name="connsiteX20" fmla="*/ 284750 w 3024845"/>
                <a:gd name="connsiteY20" fmla="*/ 393984 h 834218"/>
                <a:gd name="connsiteX21" fmla="*/ 291844 w 3024845"/>
                <a:gd name="connsiteY21" fmla="*/ 397767 h 834218"/>
                <a:gd name="connsiteX22" fmla="*/ 291844 w 3024845"/>
                <a:gd name="connsiteY22" fmla="*/ 399118 h 834218"/>
                <a:gd name="connsiteX23" fmla="*/ 291844 w 3024845"/>
                <a:gd name="connsiteY23" fmla="*/ 408576 h 834218"/>
                <a:gd name="connsiteX24" fmla="*/ 336431 w 3024845"/>
                <a:gd name="connsiteY24" fmla="*/ 408576 h 834218"/>
                <a:gd name="connsiteX25" fmla="*/ 336431 w 3024845"/>
                <a:gd name="connsiteY25" fmla="*/ 409657 h 834218"/>
                <a:gd name="connsiteX26" fmla="*/ 336431 w 3024845"/>
                <a:gd name="connsiteY26" fmla="*/ 417223 h 834218"/>
                <a:gd name="connsiteX27" fmla="*/ 338457 w 3024845"/>
                <a:gd name="connsiteY27" fmla="*/ 417223 h 834218"/>
                <a:gd name="connsiteX28" fmla="*/ 352644 w 3024845"/>
                <a:gd name="connsiteY28" fmla="*/ 417223 h 834218"/>
                <a:gd name="connsiteX29" fmla="*/ 352644 w 3024845"/>
                <a:gd name="connsiteY29" fmla="*/ 386958 h 834218"/>
                <a:gd name="connsiteX30" fmla="*/ 397231 w 3024845"/>
                <a:gd name="connsiteY30" fmla="*/ 386958 h 834218"/>
                <a:gd name="connsiteX31" fmla="*/ 397231 w 3024845"/>
                <a:gd name="connsiteY31" fmla="*/ 385607 h 834218"/>
                <a:gd name="connsiteX32" fmla="*/ 397231 w 3024845"/>
                <a:gd name="connsiteY32" fmla="*/ 376149 h 834218"/>
                <a:gd name="connsiteX33" fmla="*/ 398245 w 3024845"/>
                <a:gd name="connsiteY33" fmla="*/ 376149 h 834218"/>
                <a:gd name="connsiteX34" fmla="*/ 405338 w 3024845"/>
                <a:gd name="connsiteY34" fmla="*/ 376149 h 834218"/>
                <a:gd name="connsiteX35" fmla="*/ 405338 w 3024845"/>
                <a:gd name="connsiteY35" fmla="*/ 374258 h 834218"/>
                <a:gd name="connsiteX36" fmla="*/ 405338 w 3024845"/>
                <a:gd name="connsiteY36" fmla="*/ 361017 h 834218"/>
                <a:gd name="connsiteX37" fmla="*/ 406098 w 3024845"/>
                <a:gd name="connsiteY37" fmla="*/ 361017 h 834218"/>
                <a:gd name="connsiteX38" fmla="*/ 411418 w 3024845"/>
                <a:gd name="connsiteY38" fmla="*/ 361017 h 834218"/>
                <a:gd name="connsiteX39" fmla="*/ 411418 w 3024845"/>
                <a:gd name="connsiteY39" fmla="*/ 359936 h 834218"/>
                <a:gd name="connsiteX40" fmla="*/ 411418 w 3024845"/>
                <a:gd name="connsiteY40" fmla="*/ 352369 h 834218"/>
                <a:gd name="connsiteX41" fmla="*/ 413445 w 3024845"/>
                <a:gd name="connsiteY41" fmla="*/ 352369 h 834218"/>
                <a:gd name="connsiteX42" fmla="*/ 427632 w 3024845"/>
                <a:gd name="connsiteY42" fmla="*/ 352369 h 834218"/>
                <a:gd name="connsiteX43" fmla="*/ 427632 w 3024845"/>
                <a:gd name="connsiteY43" fmla="*/ 353450 h 834218"/>
                <a:gd name="connsiteX44" fmla="*/ 427632 w 3024845"/>
                <a:gd name="connsiteY44" fmla="*/ 361017 h 834218"/>
                <a:gd name="connsiteX45" fmla="*/ 449925 w 3024845"/>
                <a:gd name="connsiteY45" fmla="*/ 361017 h 834218"/>
                <a:gd name="connsiteX46" fmla="*/ 449925 w 3024845"/>
                <a:gd name="connsiteY46" fmla="*/ 359125 h 834218"/>
                <a:gd name="connsiteX47" fmla="*/ 449925 w 3024845"/>
                <a:gd name="connsiteY47" fmla="*/ 345884 h 834218"/>
                <a:gd name="connsiteX48" fmla="*/ 451699 w 3024845"/>
                <a:gd name="connsiteY48" fmla="*/ 345884 h 834218"/>
                <a:gd name="connsiteX49" fmla="*/ 464112 w 3024845"/>
                <a:gd name="connsiteY49" fmla="*/ 345884 h 834218"/>
                <a:gd name="connsiteX50" fmla="*/ 464112 w 3024845"/>
                <a:gd name="connsiteY50" fmla="*/ 369664 h 834218"/>
                <a:gd name="connsiteX51" fmla="*/ 465126 w 3024845"/>
                <a:gd name="connsiteY51" fmla="*/ 369664 h 834218"/>
                <a:gd name="connsiteX52" fmla="*/ 472219 w 3024845"/>
                <a:gd name="connsiteY52" fmla="*/ 369664 h 834218"/>
                <a:gd name="connsiteX53" fmla="*/ 472219 w 3024845"/>
                <a:gd name="connsiteY53" fmla="*/ 368583 h 834218"/>
                <a:gd name="connsiteX54" fmla="*/ 472219 w 3024845"/>
                <a:gd name="connsiteY54" fmla="*/ 361017 h 834218"/>
                <a:gd name="connsiteX55" fmla="*/ 473992 w 3024845"/>
                <a:gd name="connsiteY55" fmla="*/ 361017 h 834218"/>
                <a:gd name="connsiteX56" fmla="*/ 486406 w 3024845"/>
                <a:gd name="connsiteY56" fmla="*/ 361017 h 834218"/>
                <a:gd name="connsiteX57" fmla="*/ 486406 w 3024845"/>
                <a:gd name="connsiteY57" fmla="*/ 386958 h 834218"/>
                <a:gd name="connsiteX58" fmla="*/ 488433 w 3024845"/>
                <a:gd name="connsiteY58" fmla="*/ 386958 h 834218"/>
                <a:gd name="connsiteX59" fmla="*/ 502619 w 3024845"/>
                <a:gd name="connsiteY59" fmla="*/ 386958 h 834218"/>
                <a:gd name="connsiteX60" fmla="*/ 502619 w 3024845"/>
                <a:gd name="connsiteY60" fmla="*/ 388579 h 834218"/>
                <a:gd name="connsiteX61" fmla="*/ 502619 w 3024845"/>
                <a:gd name="connsiteY61" fmla="*/ 399929 h 834218"/>
                <a:gd name="connsiteX62" fmla="*/ 503379 w 3024845"/>
                <a:gd name="connsiteY62" fmla="*/ 399929 h 834218"/>
                <a:gd name="connsiteX63" fmla="*/ 508700 w 3024845"/>
                <a:gd name="connsiteY63" fmla="*/ 399929 h 834218"/>
                <a:gd name="connsiteX64" fmla="*/ 508700 w 3024845"/>
                <a:gd name="connsiteY64" fmla="*/ 399118 h 834218"/>
                <a:gd name="connsiteX65" fmla="*/ 508700 w 3024845"/>
                <a:gd name="connsiteY65" fmla="*/ 393443 h 834218"/>
                <a:gd name="connsiteX66" fmla="*/ 539100 w 3024845"/>
                <a:gd name="connsiteY66" fmla="*/ 393443 h 834218"/>
                <a:gd name="connsiteX67" fmla="*/ 539100 w 3024845"/>
                <a:gd name="connsiteY67" fmla="*/ 417223 h 834218"/>
                <a:gd name="connsiteX68" fmla="*/ 540113 w 3024845"/>
                <a:gd name="connsiteY68" fmla="*/ 417223 h 834218"/>
                <a:gd name="connsiteX69" fmla="*/ 547207 w 3024845"/>
                <a:gd name="connsiteY69" fmla="*/ 417223 h 834218"/>
                <a:gd name="connsiteX70" fmla="*/ 547207 w 3024845"/>
                <a:gd name="connsiteY70" fmla="*/ 418304 h 834218"/>
                <a:gd name="connsiteX71" fmla="*/ 547207 w 3024845"/>
                <a:gd name="connsiteY71" fmla="*/ 425870 h 834218"/>
                <a:gd name="connsiteX72" fmla="*/ 547967 w 3024845"/>
                <a:gd name="connsiteY72" fmla="*/ 425870 h 834218"/>
                <a:gd name="connsiteX73" fmla="*/ 553287 w 3024845"/>
                <a:gd name="connsiteY73" fmla="*/ 425870 h 834218"/>
                <a:gd name="connsiteX74" fmla="*/ 553287 w 3024845"/>
                <a:gd name="connsiteY74" fmla="*/ 423708 h 834218"/>
                <a:gd name="connsiteX75" fmla="*/ 553287 w 3024845"/>
                <a:gd name="connsiteY75" fmla="*/ 408576 h 834218"/>
                <a:gd name="connsiteX76" fmla="*/ 554300 w 3024845"/>
                <a:gd name="connsiteY76" fmla="*/ 408576 h 834218"/>
                <a:gd name="connsiteX77" fmla="*/ 561394 w 3024845"/>
                <a:gd name="connsiteY77" fmla="*/ 408576 h 834218"/>
                <a:gd name="connsiteX78" fmla="*/ 561394 w 3024845"/>
                <a:gd name="connsiteY78" fmla="*/ 409657 h 834218"/>
                <a:gd name="connsiteX79" fmla="*/ 561394 w 3024845"/>
                <a:gd name="connsiteY79" fmla="*/ 417223 h 834218"/>
                <a:gd name="connsiteX80" fmla="*/ 566714 w 3024845"/>
                <a:gd name="connsiteY80" fmla="*/ 415230 h 834218"/>
                <a:gd name="connsiteX81" fmla="*/ 567474 w 3024845"/>
                <a:gd name="connsiteY81" fmla="*/ 414250 h 834218"/>
                <a:gd name="connsiteX82" fmla="*/ 567474 w 3024845"/>
                <a:gd name="connsiteY82" fmla="*/ 408576 h 834218"/>
                <a:gd name="connsiteX83" fmla="*/ 605981 w 3024845"/>
                <a:gd name="connsiteY83" fmla="*/ 408576 h 834218"/>
                <a:gd name="connsiteX84" fmla="*/ 605981 w 3024845"/>
                <a:gd name="connsiteY84" fmla="*/ 432355 h 834218"/>
                <a:gd name="connsiteX85" fmla="*/ 608007 w 3024845"/>
                <a:gd name="connsiteY85" fmla="*/ 432355 h 834218"/>
                <a:gd name="connsiteX86" fmla="*/ 622194 w 3024845"/>
                <a:gd name="connsiteY86" fmla="*/ 432355 h 834218"/>
                <a:gd name="connsiteX87" fmla="*/ 622194 w 3024845"/>
                <a:gd name="connsiteY87" fmla="*/ 433436 h 834218"/>
                <a:gd name="connsiteX88" fmla="*/ 622194 w 3024845"/>
                <a:gd name="connsiteY88" fmla="*/ 441002 h 834218"/>
                <a:gd name="connsiteX89" fmla="*/ 623968 w 3024845"/>
                <a:gd name="connsiteY89" fmla="*/ 441002 h 834218"/>
                <a:gd name="connsiteX90" fmla="*/ 636381 w 3024845"/>
                <a:gd name="connsiteY90" fmla="*/ 441002 h 834218"/>
                <a:gd name="connsiteX91" fmla="*/ 636381 w 3024845"/>
                <a:gd name="connsiteY91" fmla="*/ 417223 h 834218"/>
                <a:gd name="connsiteX92" fmla="*/ 637394 w 3024845"/>
                <a:gd name="connsiteY92" fmla="*/ 417223 h 834218"/>
                <a:gd name="connsiteX93" fmla="*/ 644488 w 3024845"/>
                <a:gd name="connsiteY93" fmla="*/ 417223 h 834218"/>
                <a:gd name="connsiteX94" fmla="*/ 644488 w 3024845"/>
                <a:gd name="connsiteY94" fmla="*/ 384796 h 834218"/>
                <a:gd name="connsiteX95" fmla="*/ 645501 w 3024845"/>
                <a:gd name="connsiteY95" fmla="*/ 384796 h 834218"/>
                <a:gd name="connsiteX96" fmla="*/ 652595 w 3024845"/>
                <a:gd name="connsiteY96" fmla="*/ 384796 h 834218"/>
                <a:gd name="connsiteX97" fmla="*/ 652595 w 3024845"/>
                <a:gd name="connsiteY97" fmla="*/ 382905 h 834218"/>
                <a:gd name="connsiteX98" fmla="*/ 652595 w 3024845"/>
                <a:gd name="connsiteY98" fmla="*/ 369664 h 834218"/>
                <a:gd name="connsiteX99" fmla="*/ 651328 w 3024845"/>
                <a:gd name="connsiteY99" fmla="*/ 368042 h 834218"/>
                <a:gd name="connsiteX100" fmla="*/ 656648 w 3024845"/>
                <a:gd name="connsiteY100" fmla="*/ 356693 h 834218"/>
                <a:gd name="connsiteX101" fmla="*/ 664755 w 3024845"/>
                <a:gd name="connsiteY101" fmla="*/ 384796 h 834218"/>
                <a:gd name="connsiteX102" fmla="*/ 665515 w 3024845"/>
                <a:gd name="connsiteY102" fmla="*/ 384796 h 834218"/>
                <a:gd name="connsiteX103" fmla="*/ 670835 w 3024845"/>
                <a:gd name="connsiteY103" fmla="*/ 384796 h 834218"/>
                <a:gd name="connsiteX104" fmla="*/ 670835 w 3024845"/>
                <a:gd name="connsiteY104" fmla="*/ 278869 h 834218"/>
                <a:gd name="connsiteX105" fmla="*/ 672355 w 3024845"/>
                <a:gd name="connsiteY105" fmla="*/ 278869 h 834218"/>
                <a:gd name="connsiteX106" fmla="*/ 682995 w 3024845"/>
                <a:gd name="connsiteY106" fmla="*/ 278869 h 834218"/>
                <a:gd name="connsiteX107" fmla="*/ 682995 w 3024845"/>
                <a:gd name="connsiteY107" fmla="*/ 231310 h 834218"/>
                <a:gd name="connsiteX108" fmla="*/ 709342 w 3024845"/>
                <a:gd name="connsiteY108" fmla="*/ 231310 h 834218"/>
                <a:gd name="connsiteX109" fmla="*/ 709342 w 3024845"/>
                <a:gd name="connsiteY109" fmla="*/ 209692 h 834218"/>
                <a:gd name="connsiteX110" fmla="*/ 743796 w 3024845"/>
                <a:gd name="connsiteY110" fmla="*/ 209692 h 834218"/>
                <a:gd name="connsiteX111" fmla="*/ 743796 w 3024845"/>
                <a:gd name="connsiteY111" fmla="*/ 212124 h 834218"/>
                <a:gd name="connsiteX112" fmla="*/ 743796 w 3024845"/>
                <a:gd name="connsiteY112" fmla="*/ 229148 h 834218"/>
                <a:gd name="connsiteX113" fmla="*/ 746076 w 3024845"/>
                <a:gd name="connsiteY113" fmla="*/ 229148 h 834218"/>
                <a:gd name="connsiteX114" fmla="*/ 762036 w 3024845"/>
                <a:gd name="connsiteY114" fmla="*/ 229148 h 834218"/>
                <a:gd name="connsiteX115" fmla="*/ 762036 w 3024845"/>
                <a:gd name="connsiteY115" fmla="*/ 276707 h 834218"/>
                <a:gd name="connsiteX116" fmla="*/ 763049 w 3024845"/>
                <a:gd name="connsiteY116" fmla="*/ 276707 h 834218"/>
                <a:gd name="connsiteX117" fmla="*/ 770143 w 3024845"/>
                <a:gd name="connsiteY117" fmla="*/ 276707 h 834218"/>
                <a:gd name="connsiteX118" fmla="*/ 784330 w 3024845"/>
                <a:gd name="connsiteY118" fmla="*/ 281031 h 834218"/>
                <a:gd name="connsiteX119" fmla="*/ 784330 w 3024845"/>
                <a:gd name="connsiteY119" fmla="*/ 319943 h 834218"/>
                <a:gd name="connsiteX120" fmla="*/ 785343 w 3024845"/>
                <a:gd name="connsiteY120" fmla="*/ 319943 h 834218"/>
                <a:gd name="connsiteX121" fmla="*/ 792436 w 3024845"/>
                <a:gd name="connsiteY121" fmla="*/ 319943 h 834218"/>
                <a:gd name="connsiteX122" fmla="*/ 792436 w 3024845"/>
                <a:gd name="connsiteY122" fmla="*/ 321564 h 834218"/>
                <a:gd name="connsiteX123" fmla="*/ 792436 w 3024845"/>
                <a:gd name="connsiteY123" fmla="*/ 332913 h 834218"/>
                <a:gd name="connsiteX124" fmla="*/ 794463 w 3024845"/>
                <a:gd name="connsiteY124" fmla="*/ 332913 h 834218"/>
                <a:gd name="connsiteX125" fmla="*/ 808650 w 3024845"/>
                <a:gd name="connsiteY125" fmla="*/ 332913 h 834218"/>
                <a:gd name="connsiteX126" fmla="*/ 814730 w 3024845"/>
                <a:gd name="connsiteY126" fmla="*/ 339399 h 834218"/>
                <a:gd name="connsiteX127" fmla="*/ 814730 w 3024845"/>
                <a:gd name="connsiteY127" fmla="*/ 361017 h 834218"/>
                <a:gd name="connsiteX128" fmla="*/ 817010 w 3024845"/>
                <a:gd name="connsiteY128" fmla="*/ 361017 h 834218"/>
                <a:gd name="connsiteX129" fmla="*/ 832970 w 3024845"/>
                <a:gd name="connsiteY129" fmla="*/ 361017 h 834218"/>
                <a:gd name="connsiteX130" fmla="*/ 832970 w 3024845"/>
                <a:gd name="connsiteY130" fmla="*/ 362097 h 834218"/>
                <a:gd name="connsiteX131" fmla="*/ 832970 w 3024845"/>
                <a:gd name="connsiteY131" fmla="*/ 369664 h 834218"/>
                <a:gd name="connsiteX132" fmla="*/ 834237 w 3024845"/>
                <a:gd name="connsiteY132" fmla="*/ 369664 h 834218"/>
                <a:gd name="connsiteX133" fmla="*/ 843104 w 3024845"/>
                <a:gd name="connsiteY133" fmla="*/ 369664 h 834218"/>
                <a:gd name="connsiteX134" fmla="*/ 843104 w 3024845"/>
                <a:gd name="connsiteY134" fmla="*/ 371825 h 834218"/>
                <a:gd name="connsiteX135" fmla="*/ 843104 w 3024845"/>
                <a:gd name="connsiteY135" fmla="*/ 386958 h 834218"/>
                <a:gd name="connsiteX136" fmla="*/ 847157 w 3024845"/>
                <a:gd name="connsiteY136" fmla="*/ 385066 h 834218"/>
                <a:gd name="connsiteX137" fmla="*/ 847157 w 3024845"/>
                <a:gd name="connsiteY137" fmla="*/ 371825 h 834218"/>
                <a:gd name="connsiteX138" fmla="*/ 848170 w 3024845"/>
                <a:gd name="connsiteY138" fmla="*/ 371825 h 834218"/>
                <a:gd name="connsiteX139" fmla="*/ 855264 w 3024845"/>
                <a:gd name="connsiteY139" fmla="*/ 371825 h 834218"/>
                <a:gd name="connsiteX140" fmla="*/ 855264 w 3024845"/>
                <a:gd name="connsiteY140" fmla="*/ 373447 h 834218"/>
                <a:gd name="connsiteX141" fmla="*/ 855264 w 3024845"/>
                <a:gd name="connsiteY141" fmla="*/ 384796 h 834218"/>
                <a:gd name="connsiteX142" fmla="*/ 856024 w 3024845"/>
                <a:gd name="connsiteY142" fmla="*/ 384796 h 834218"/>
                <a:gd name="connsiteX143" fmla="*/ 861344 w 3024845"/>
                <a:gd name="connsiteY143" fmla="*/ 384796 h 834218"/>
                <a:gd name="connsiteX144" fmla="*/ 909984 w 3024845"/>
                <a:gd name="connsiteY144" fmla="*/ 380473 h 834218"/>
                <a:gd name="connsiteX145" fmla="*/ 909984 w 3024845"/>
                <a:gd name="connsiteY145" fmla="*/ 381824 h 834218"/>
                <a:gd name="connsiteX146" fmla="*/ 909984 w 3024845"/>
                <a:gd name="connsiteY146" fmla="*/ 391281 h 834218"/>
                <a:gd name="connsiteX147" fmla="*/ 910744 w 3024845"/>
                <a:gd name="connsiteY147" fmla="*/ 391281 h 834218"/>
                <a:gd name="connsiteX148" fmla="*/ 916065 w 3024845"/>
                <a:gd name="connsiteY148" fmla="*/ 391281 h 834218"/>
                <a:gd name="connsiteX149" fmla="*/ 916065 w 3024845"/>
                <a:gd name="connsiteY149" fmla="*/ 393443 h 834218"/>
                <a:gd name="connsiteX150" fmla="*/ 916065 w 3024845"/>
                <a:gd name="connsiteY150" fmla="*/ 408576 h 834218"/>
                <a:gd name="connsiteX151" fmla="*/ 918091 w 3024845"/>
                <a:gd name="connsiteY151" fmla="*/ 407225 h 834218"/>
                <a:gd name="connsiteX152" fmla="*/ 932278 w 3024845"/>
                <a:gd name="connsiteY152" fmla="*/ 397767 h 834218"/>
                <a:gd name="connsiteX153" fmla="*/ 938358 w 3024845"/>
                <a:gd name="connsiteY153" fmla="*/ 356693 h 834218"/>
                <a:gd name="connsiteX154" fmla="*/ 939118 w 3024845"/>
                <a:gd name="connsiteY154" fmla="*/ 356423 h 834218"/>
                <a:gd name="connsiteX155" fmla="*/ 944438 w 3024845"/>
                <a:gd name="connsiteY155" fmla="*/ 354531 h 834218"/>
                <a:gd name="connsiteX156" fmla="*/ 946465 w 3024845"/>
                <a:gd name="connsiteY156" fmla="*/ 285354 h 834218"/>
                <a:gd name="connsiteX157" fmla="*/ 948492 w 3024845"/>
                <a:gd name="connsiteY157" fmla="*/ 354531 h 834218"/>
                <a:gd name="connsiteX158" fmla="*/ 949252 w 3024845"/>
                <a:gd name="connsiteY158" fmla="*/ 354801 h 834218"/>
                <a:gd name="connsiteX159" fmla="*/ 954572 w 3024845"/>
                <a:gd name="connsiteY159" fmla="*/ 356693 h 834218"/>
                <a:gd name="connsiteX160" fmla="*/ 954572 w 3024845"/>
                <a:gd name="connsiteY160" fmla="*/ 270222 h 834218"/>
                <a:gd name="connsiteX161" fmla="*/ 958625 w 3024845"/>
                <a:gd name="connsiteY161" fmla="*/ 237795 h 834218"/>
                <a:gd name="connsiteX162" fmla="*/ 997132 w 3024845"/>
                <a:gd name="connsiteY162" fmla="*/ 237795 h 834218"/>
                <a:gd name="connsiteX163" fmla="*/ 997132 w 3024845"/>
                <a:gd name="connsiteY163" fmla="*/ 270222 h 834218"/>
                <a:gd name="connsiteX164" fmla="*/ 997892 w 3024845"/>
                <a:gd name="connsiteY164" fmla="*/ 270222 h 834218"/>
                <a:gd name="connsiteX165" fmla="*/ 1003212 w 3024845"/>
                <a:gd name="connsiteY165" fmla="*/ 270222 h 834218"/>
                <a:gd name="connsiteX166" fmla="*/ 1003212 w 3024845"/>
                <a:gd name="connsiteY166" fmla="*/ 188074 h 834218"/>
                <a:gd name="connsiteX167" fmla="*/ 1004986 w 3024845"/>
                <a:gd name="connsiteY167" fmla="*/ 188074 h 834218"/>
                <a:gd name="connsiteX168" fmla="*/ 1017399 w 3024845"/>
                <a:gd name="connsiteY168" fmla="*/ 188074 h 834218"/>
                <a:gd name="connsiteX169" fmla="*/ 1017399 w 3024845"/>
                <a:gd name="connsiteY169" fmla="*/ 186183 h 834218"/>
                <a:gd name="connsiteX170" fmla="*/ 1017399 w 3024845"/>
                <a:gd name="connsiteY170" fmla="*/ 172942 h 834218"/>
                <a:gd name="connsiteX171" fmla="*/ 1039693 w 3024845"/>
                <a:gd name="connsiteY171" fmla="*/ 172942 h 834218"/>
                <a:gd name="connsiteX172" fmla="*/ 1039693 w 3024845"/>
                <a:gd name="connsiteY172" fmla="*/ 171861 h 834218"/>
                <a:gd name="connsiteX173" fmla="*/ 1039693 w 3024845"/>
                <a:gd name="connsiteY173" fmla="*/ 164295 h 834218"/>
                <a:gd name="connsiteX174" fmla="*/ 1041466 w 3024845"/>
                <a:gd name="connsiteY174" fmla="*/ 164295 h 834218"/>
                <a:gd name="connsiteX175" fmla="*/ 1053880 w 3024845"/>
                <a:gd name="connsiteY175" fmla="*/ 164295 h 834218"/>
                <a:gd name="connsiteX176" fmla="*/ 1053880 w 3024845"/>
                <a:gd name="connsiteY176" fmla="*/ 165376 h 834218"/>
                <a:gd name="connsiteX177" fmla="*/ 1053880 w 3024845"/>
                <a:gd name="connsiteY177" fmla="*/ 172942 h 834218"/>
                <a:gd name="connsiteX178" fmla="*/ 1054640 w 3024845"/>
                <a:gd name="connsiteY178" fmla="*/ 172942 h 834218"/>
                <a:gd name="connsiteX179" fmla="*/ 1059960 w 3024845"/>
                <a:gd name="connsiteY179" fmla="*/ 172942 h 834218"/>
                <a:gd name="connsiteX180" fmla="*/ 1070093 w 3024845"/>
                <a:gd name="connsiteY180" fmla="*/ 168618 h 834218"/>
                <a:gd name="connsiteX181" fmla="*/ 1074146 w 3024845"/>
                <a:gd name="connsiteY181" fmla="*/ 171861 h 834218"/>
                <a:gd name="connsiteX182" fmla="*/ 1074146 w 3024845"/>
                <a:gd name="connsiteY182" fmla="*/ 164295 h 834218"/>
                <a:gd name="connsiteX183" fmla="*/ 1076426 w 3024845"/>
                <a:gd name="connsiteY183" fmla="*/ 164295 h 834218"/>
                <a:gd name="connsiteX184" fmla="*/ 1092387 w 3024845"/>
                <a:gd name="connsiteY184" fmla="*/ 164295 h 834218"/>
                <a:gd name="connsiteX185" fmla="*/ 1092387 w 3024845"/>
                <a:gd name="connsiteY185" fmla="*/ 165376 h 834218"/>
                <a:gd name="connsiteX186" fmla="*/ 1092387 w 3024845"/>
                <a:gd name="connsiteY186" fmla="*/ 172942 h 834218"/>
                <a:gd name="connsiteX187" fmla="*/ 1122787 w 3024845"/>
                <a:gd name="connsiteY187" fmla="*/ 172942 h 834218"/>
                <a:gd name="connsiteX188" fmla="*/ 1122787 w 3024845"/>
                <a:gd name="connsiteY188" fmla="*/ 174563 h 834218"/>
                <a:gd name="connsiteX189" fmla="*/ 1122787 w 3024845"/>
                <a:gd name="connsiteY189" fmla="*/ 185913 h 834218"/>
                <a:gd name="connsiteX190" fmla="*/ 1149134 w 3024845"/>
                <a:gd name="connsiteY190" fmla="*/ 185913 h 834218"/>
                <a:gd name="connsiteX191" fmla="*/ 1149134 w 3024845"/>
                <a:gd name="connsiteY191" fmla="*/ 216177 h 834218"/>
                <a:gd name="connsiteX192" fmla="*/ 1149894 w 3024845"/>
                <a:gd name="connsiteY192" fmla="*/ 216177 h 834218"/>
                <a:gd name="connsiteX193" fmla="*/ 1155214 w 3024845"/>
                <a:gd name="connsiteY193" fmla="*/ 216177 h 834218"/>
                <a:gd name="connsiteX194" fmla="*/ 1155214 w 3024845"/>
                <a:gd name="connsiteY194" fmla="*/ 217258 h 834218"/>
                <a:gd name="connsiteX195" fmla="*/ 1155214 w 3024845"/>
                <a:gd name="connsiteY195" fmla="*/ 224825 h 834218"/>
                <a:gd name="connsiteX196" fmla="*/ 1159268 w 3024845"/>
                <a:gd name="connsiteY196" fmla="*/ 255089 h 834218"/>
                <a:gd name="connsiteX197" fmla="*/ 1160028 w 3024845"/>
                <a:gd name="connsiteY197" fmla="*/ 255089 h 834218"/>
                <a:gd name="connsiteX198" fmla="*/ 1165348 w 3024845"/>
                <a:gd name="connsiteY198" fmla="*/ 255089 h 834218"/>
                <a:gd name="connsiteX199" fmla="*/ 1165348 w 3024845"/>
                <a:gd name="connsiteY199" fmla="*/ 255900 h 834218"/>
                <a:gd name="connsiteX200" fmla="*/ 1165348 w 3024845"/>
                <a:gd name="connsiteY200" fmla="*/ 261575 h 834218"/>
                <a:gd name="connsiteX201" fmla="*/ 1166361 w 3024845"/>
                <a:gd name="connsiteY201" fmla="*/ 261575 h 834218"/>
                <a:gd name="connsiteX202" fmla="*/ 1173454 w 3024845"/>
                <a:gd name="connsiteY202" fmla="*/ 261575 h 834218"/>
                <a:gd name="connsiteX203" fmla="*/ 1173454 w 3024845"/>
                <a:gd name="connsiteY203" fmla="*/ 291840 h 834218"/>
                <a:gd name="connsiteX204" fmla="*/ 1175481 w 3024845"/>
                <a:gd name="connsiteY204" fmla="*/ 291840 h 834218"/>
                <a:gd name="connsiteX205" fmla="*/ 1189668 w 3024845"/>
                <a:gd name="connsiteY205" fmla="*/ 291840 h 834218"/>
                <a:gd name="connsiteX206" fmla="*/ 1189668 w 3024845"/>
                <a:gd name="connsiteY206" fmla="*/ 315619 h 834218"/>
                <a:gd name="connsiteX207" fmla="*/ 1191695 w 3024845"/>
                <a:gd name="connsiteY207" fmla="*/ 317240 h 834218"/>
                <a:gd name="connsiteX208" fmla="*/ 1191695 w 3024845"/>
                <a:gd name="connsiteY208" fmla="*/ 328590 h 834218"/>
                <a:gd name="connsiteX209" fmla="*/ 1192455 w 3024845"/>
                <a:gd name="connsiteY209" fmla="*/ 328590 h 834218"/>
                <a:gd name="connsiteX210" fmla="*/ 1197775 w 3024845"/>
                <a:gd name="connsiteY210" fmla="*/ 328590 h 834218"/>
                <a:gd name="connsiteX211" fmla="*/ 1197775 w 3024845"/>
                <a:gd name="connsiteY211" fmla="*/ 352369 h 834218"/>
                <a:gd name="connsiteX212" fmla="*/ 1199041 w 3024845"/>
                <a:gd name="connsiteY212" fmla="*/ 352369 h 834218"/>
                <a:gd name="connsiteX213" fmla="*/ 1207908 w 3024845"/>
                <a:gd name="connsiteY213" fmla="*/ 352369 h 834218"/>
                <a:gd name="connsiteX214" fmla="*/ 1209935 w 3024845"/>
                <a:gd name="connsiteY214" fmla="*/ 356423 h 834218"/>
                <a:gd name="connsiteX215" fmla="*/ 1209935 w 3024845"/>
                <a:gd name="connsiteY215" fmla="*/ 369664 h 834218"/>
                <a:gd name="connsiteX216" fmla="*/ 1211455 w 3024845"/>
                <a:gd name="connsiteY216" fmla="*/ 367772 h 834218"/>
                <a:gd name="connsiteX217" fmla="*/ 1222095 w 3024845"/>
                <a:gd name="connsiteY217" fmla="*/ 354531 h 834218"/>
                <a:gd name="connsiteX218" fmla="*/ 1250469 w 3024845"/>
                <a:gd name="connsiteY218" fmla="*/ 354531 h 834218"/>
                <a:gd name="connsiteX219" fmla="*/ 1250469 w 3024845"/>
                <a:gd name="connsiteY219" fmla="*/ 441002 h 834218"/>
                <a:gd name="connsiteX220" fmla="*/ 1251229 w 3024845"/>
                <a:gd name="connsiteY220" fmla="*/ 441002 h 834218"/>
                <a:gd name="connsiteX221" fmla="*/ 1256549 w 3024845"/>
                <a:gd name="connsiteY221" fmla="*/ 441002 h 834218"/>
                <a:gd name="connsiteX222" fmla="*/ 1257309 w 3024845"/>
                <a:gd name="connsiteY222" fmla="*/ 439651 h 834218"/>
                <a:gd name="connsiteX223" fmla="*/ 1262629 w 3024845"/>
                <a:gd name="connsiteY223" fmla="*/ 430193 h 834218"/>
                <a:gd name="connsiteX224" fmla="*/ 1262629 w 3024845"/>
                <a:gd name="connsiteY224" fmla="*/ 432085 h 834218"/>
                <a:gd name="connsiteX225" fmla="*/ 1262629 w 3024845"/>
                <a:gd name="connsiteY225" fmla="*/ 445326 h 834218"/>
                <a:gd name="connsiteX226" fmla="*/ 1266682 w 3024845"/>
                <a:gd name="connsiteY226" fmla="*/ 399929 h 834218"/>
                <a:gd name="connsiteX227" fmla="*/ 1267442 w 3024845"/>
                <a:gd name="connsiteY227" fmla="*/ 399929 h 834218"/>
                <a:gd name="connsiteX228" fmla="*/ 1272762 w 3024845"/>
                <a:gd name="connsiteY228" fmla="*/ 399929 h 834218"/>
                <a:gd name="connsiteX229" fmla="*/ 1272762 w 3024845"/>
                <a:gd name="connsiteY229" fmla="*/ 335075 h 834218"/>
                <a:gd name="connsiteX230" fmla="*/ 1273776 w 3024845"/>
                <a:gd name="connsiteY230" fmla="*/ 335075 h 834218"/>
                <a:gd name="connsiteX231" fmla="*/ 1280869 w 3024845"/>
                <a:gd name="connsiteY231" fmla="*/ 335075 h 834218"/>
                <a:gd name="connsiteX232" fmla="*/ 1293029 w 3024845"/>
                <a:gd name="connsiteY232" fmla="*/ 291840 h 834218"/>
                <a:gd name="connsiteX233" fmla="*/ 1294296 w 3024845"/>
                <a:gd name="connsiteY233" fmla="*/ 291840 h 834218"/>
                <a:gd name="connsiteX234" fmla="*/ 1303163 w 3024845"/>
                <a:gd name="connsiteY234" fmla="*/ 291840 h 834218"/>
                <a:gd name="connsiteX235" fmla="*/ 1313296 w 3024845"/>
                <a:gd name="connsiteY235" fmla="*/ 335075 h 834218"/>
                <a:gd name="connsiteX236" fmla="*/ 1314309 w 3024845"/>
                <a:gd name="connsiteY236" fmla="*/ 335075 h 834218"/>
                <a:gd name="connsiteX237" fmla="*/ 1321403 w 3024845"/>
                <a:gd name="connsiteY237" fmla="*/ 335075 h 834218"/>
                <a:gd name="connsiteX238" fmla="*/ 1321403 w 3024845"/>
                <a:gd name="connsiteY238" fmla="*/ 373987 h 834218"/>
                <a:gd name="connsiteX239" fmla="*/ 1323176 w 3024845"/>
                <a:gd name="connsiteY239" fmla="*/ 373987 h 834218"/>
                <a:gd name="connsiteX240" fmla="*/ 1335590 w 3024845"/>
                <a:gd name="connsiteY240" fmla="*/ 373987 h 834218"/>
                <a:gd name="connsiteX241" fmla="*/ 1335590 w 3024845"/>
                <a:gd name="connsiteY241" fmla="*/ 376149 h 834218"/>
                <a:gd name="connsiteX242" fmla="*/ 1335590 w 3024845"/>
                <a:gd name="connsiteY242" fmla="*/ 391281 h 834218"/>
                <a:gd name="connsiteX243" fmla="*/ 1339643 w 3024845"/>
                <a:gd name="connsiteY243" fmla="*/ 389120 h 834218"/>
                <a:gd name="connsiteX244" fmla="*/ 1339643 w 3024845"/>
                <a:gd name="connsiteY244" fmla="*/ 373987 h 834218"/>
                <a:gd name="connsiteX245" fmla="*/ 1341163 w 3024845"/>
                <a:gd name="connsiteY245" fmla="*/ 373987 h 834218"/>
                <a:gd name="connsiteX246" fmla="*/ 1351803 w 3024845"/>
                <a:gd name="connsiteY246" fmla="*/ 373987 h 834218"/>
                <a:gd name="connsiteX247" fmla="*/ 1351803 w 3024845"/>
                <a:gd name="connsiteY247" fmla="*/ 375608 h 834218"/>
                <a:gd name="connsiteX248" fmla="*/ 1351803 w 3024845"/>
                <a:gd name="connsiteY248" fmla="*/ 386958 h 834218"/>
                <a:gd name="connsiteX249" fmla="*/ 1382204 w 3024845"/>
                <a:gd name="connsiteY249" fmla="*/ 386958 h 834218"/>
                <a:gd name="connsiteX250" fmla="*/ 1382204 w 3024845"/>
                <a:gd name="connsiteY250" fmla="*/ 350208 h 834218"/>
                <a:gd name="connsiteX251" fmla="*/ 1383470 w 3024845"/>
                <a:gd name="connsiteY251" fmla="*/ 350208 h 834218"/>
                <a:gd name="connsiteX252" fmla="*/ 1392337 w 3024845"/>
                <a:gd name="connsiteY252" fmla="*/ 350208 h 834218"/>
                <a:gd name="connsiteX253" fmla="*/ 1392337 w 3024845"/>
                <a:gd name="connsiteY253" fmla="*/ 371825 h 834218"/>
                <a:gd name="connsiteX254" fmla="*/ 1394364 w 3024845"/>
                <a:gd name="connsiteY254" fmla="*/ 339399 h 834218"/>
                <a:gd name="connsiteX255" fmla="*/ 1416657 w 3024845"/>
                <a:gd name="connsiteY255" fmla="*/ 339399 h 834218"/>
                <a:gd name="connsiteX256" fmla="*/ 1416657 w 3024845"/>
                <a:gd name="connsiteY256" fmla="*/ 337777 h 834218"/>
                <a:gd name="connsiteX257" fmla="*/ 1416657 w 3024845"/>
                <a:gd name="connsiteY257" fmla="*/ 326428 h 834218"/>
                <a:gd name="connsiteX258" fmla="*/ 1417417 w 3024845"/>
                <a:gd name="connsiteY258" fmla="*/ 326428 h 834218"/>
                <a:gd name="connsiteX259" fmla="*/ 1422737 w 3024845"/>
                <a:gd name="connsiteY259" fmla="*/ 326428 h 834218"/>
                <a:gd name="connsiteX260" fmla="*/ 1422737 w 3024845"/>
                <a:gd name="connsiteY260" fmla="*/ 324537 h 834218"/>
                <a:gd name="connsiteX261" fmla="*/ 1422737 w 3024845"/>
                <a:gd name="connsiteY261" fmla="*/ 311296 h 834218"/>
                <a:gd name="connsiteX262" fmla="*/ 1426791 w 3024845"/>
                <a:gd name="connsiteY262" fmla="*/ 317781 h 834218"/>
                <a:gd name="connsiteX263" fmla="*/ 1429071 w 3024845"/>
                <a:gd name="connsiteY263" fmla="*/ 317781 h 834218"/>
                <a:gd name="connsiteX264" fmla="*/ 1445031 w 3024845"/>
                <a:gd name="connsiteY264" fmla="*/ 317781 h 834218"/>
                <a:gd name="connsiteX265" fmla="*/ 1445031 w 3024845"/>
                <a:gd name="connsiteY265" fmla="*/ 316970 h 834218"/>
                <a:gd name="connsiteX266" fmla="*/ 1445031 w 3024845"/>
                <a:gd name="connsiteY266" fmla="*/ 311296 h 834218"/>
                <a:gd name="connsiteX267" fmla="*/ 1445791 w 3024845"/>
                <a:gd name="connsiteY267" fmla="*/ 311296 h 834218"/>
                <a:gd name="connsiteX268" fmla="*/ 1451111 w 3024845"/>
                <a:gd name="connsiteY268" fmla="*/ 311296 h 834218"/>
                <a:gd name="connsiteX269" fmla="*/ 1451111 w 3024845"/>
                <a:gd name="connsiteY269" fmla="*/ 312647 h 834218"/>
                <a:gd name="connsiteX270" fmla="*/ 1451111 w 3024845"/>
                <a:gd name="connsiteY270" fmla="*/ 322105 h 834218"/>
                <a:gd name="connsiteX271" fmla="*/ 1489618 w 3024845"/>
                <a:gd name="connsiteY271" fmla="*/ 322105 h 834218"/>
                <a:gd name="connsiteX272" fmla="*/ 1489618 w 3024845"/>
                <a:gd name="connsiteY272" fmla="*/ 460458 h 834218"/>
                <a:gd name="connsiteX273" fmla="*/ 1491138 w 3024845"/>
                <a:gd name="connsiteY273" fmla="*/ 460458 h 834218"/>
                <a:gd name="connsiteX274" fmla="*/ 1501778 w 3024845"/>
                <a:gd name="connsiteY274" fmla="*/ 460458 h 834218"/>
                <a:gd name="connsiteX275" fmla="*/ 1501778 w 3024845"/>
                <a:gd name="connsiteY275" fmla="*/ 447488 h 834218"/>
                <a:gd name="connsiteX276" fmla="*/ 1505832 w 3024845"/>
                <a:gd name="connsiteY276" fmla="*/ 447488 h 834218"/>
                <a:gd name="connsiteX277" fmla="*/ 1505832 w 3024845"/>
                <a:gd name="connsiteY277" fmla="*/ 460458 h 834218"/>
                <a:gd name="connsiteX278" fmla="*/ 1536232 w 3024845"/>
                <a:gd name="connsiteY278" fmla="*/ 460458 h 834218"/>
                <a:gd name="connsiteX279" fmla="*/ 1536232 w 3024845"/>
                <a:gd name="connsiteY279" fmla="*/ 430193 h 834218"/>
                <a:gd name="connsiteX280" fmla="*/ 1548392 w 3024845"/>
                <a:gd name="connsiteY280" fmla="*/ 430193 h 834218"/>
                <a:gd name="connsiteX281" fmla="*/ 1560552 w 3024845"/>
                <a:gd name="connsiteY281" fmla="*/ 428032 h 834218"/>
                <a:gd name="connsiteX282" fmla="*/ 1564606 w 3024845"/>
                <a:gd name="connsiteY282" fmla="*/ 430193 h 834218"/>
                <a:gd name="connsiteX283" fmla="*/ 1574739 w 3024845"/>
                <a:gd name="connsiteY283" fmla="*/ 430193 h 834218"/>
                <a:gd name="connsiteX284" fmla="*/ 1574739 w 3024845"/>
                <a:gd name="connsiteY284" fmla="*/ 460458 h 834218"/>
                <a:gd name="connsiteX285" fmla="*/ 1582846 w 3024845"/>
                <a:gd name="connsiteY285" fmla="*/ 460458 h 834218"/>
                <a:gd name="connsiteX286" fmla="*/ 1582846 w 3024845"/>
                <a:gd name="connsiteY286" fmla="*/ 477753 h 834218"/>
                <a:gd name="connsiteX287" fmla="*/ 1592182 w 3024845"/>
                <a:gd name="connsiteY287" fmla="*/ 478658 h 834218"/>
                <a:gd name="connsiteX288" fmla="*/ 1605140 w 3024845"/>
                <a:gd name="connsiteY288" fmla="*/ 478658 h 834218"/>
                <a:gd name="connsiteX289" fmla="*/ 1605140 w 3024845"/>
                <a:gd name="connsiteY289" fmla="*/ 462620 h 834218"/>
                <a:gd name="connsiteX290" fmla="*/ 1673096 w 3024845"/>
                <a:gd name="connsiteY290" fmla="*/ 462620 h 834218"/>
                <a:gd name="connsiteX291" fmla="*/ 1673096 w 3024845"/>
                <a:gd name="connsiteY291" fmla="*/ 377367 h 834218"/>
                <a:gd name="connsiteX292" fmla="*/ 1745104 w 3024845"/>
                <a:gd name="connsiteY292" fmla="*/ 377367 h 834218"/>
                <a:gd name="connsiteX293" fmla="*/ 1745104 w 3024845"/>
                <a:gd name="connsiteY293" fmla="*/ 456135 h 834218"/>
                <a:gd name="connsiteX294" fmla="*/ 1747008 w 3024845"/>
                <a:gd name="connsiteY294" fmla="*/ 456135 h 834218"/>
                <a:gd name="connsiteX295" fmla="*/ 1748250 w 3024845"/>
                <a:gd name="connsiteY295" fmla="*/ 478658 h 834218"/>
                <a:gd name="connsiteX296" fmla="*/ 1757926 w 3024845"/>
                <a:gd name="connsiteY296" fmla="*/ 478658 h 834218"/>
                <a:gd name="connsiteX297" fmla="*/ 1759168 w 3024845"/>
                <a:gd name="connsiteY297" fmla="*/ 456135 h 834218"/>
                <a:gd name="connsiteX298" fmla="*/ 1765248 w 3024845"/>
                <a:gd name="connsiteY298" fmla="*/ 456135 h 834218"/>
                <a:gd name="connsiteX299" fmla="*/ 1766490 w 3024845"/>
                <a:gd name="connsiteY299" fmla="*/ 478658 h 834218"/>
                <a:gd name="connsiteX300" fmla="*/ 1817112 w 3024845"/>
                <a:gd name="connsiteY300" fmla="*/ 478658 h 834218"/>
                <a:gd name="connsiteX301" fmla="*/ 1817112 w 3024845"/>
                <a:gd name="connsiteY301" fmla="*/ 315630 h 834218"/>
                <a:gd name="connsiteX302" fmla="*/ 2014439 w 3024845"/>
                <a:gd name="connsiteY302" fmla="*/ 315630 h 834218"/>
                <a:gd name="connsiteX303" fmla="*/ 2014439 w 3024845"/>
                <a:gd name="connsiteY303" fmla="*/ 478658 h 834218"/>
                <a:gd name="connsiteX304" fmla="*/ 2033136 w 3024845"/>
                <a:gd name="connsiteY304" fmla="*/ 478658 h 834218"/>
                <a:gd name="connsiteX305" fmla="*/ 2033136 w 3024845"/>
                <a:gd name="connsiteY305" fmla="*/ 395965 h 834218"/>
                <a:gd name="connsiteX306" fmla="*/ 2128256 w 3024845"/>
                <a:gd name="connsiteY306" fmla="*/ 395965 h 834218"/>
                <a:gd name="connsiteX307" fmla="*/ 2180720 w 3024845"/>
                <a:gd name="connsiteY307" fmla="*/ 330752 h 834218"/>
                <a:gd name="connsiteX308" fmla="*/ 2245574 w 3024845"/>
                <a:gd name="connsiteY308" fmla="*/ 330752 h 834218"/>
                <a:gd name="connsiteX309" fmla="*/ 2245574 w 3024845"/>
                <a:gd name="connsiteY309" fmla="*/ 406414 h 834218"/>
                <a:gd name="connsiteX310" fmla="*/ 2253681 w 3024845"/>
                <a:gd name="connsiteY310" fmla="*/ 406414 h 834218"/>
                <a:gd name="connsiteX311" fmla="*/ 2255708 w 3024845"/>
                <a:gd name="connsiteY311" fmla="*/ 399929 h 834218"/>
                <a:gd name="connsiteX312" fmla="*/ 2261788 w 3024845"/>
                <a:gd name="connsiteY312" fmla="*/ 399929 h 834218"/>
                <a:gd name="connsiteX313" fmla="*/ 2263815 w 3024845"/>
                <a:gd name="connsiteY313" fmla="*/ 408576 h 834218"/>
                <a:gd name="connsiteX314" fmla="*/ 2275975 w 3024845"/>
                <a:gd name="connsiteY314" fmla="*/ 408576 h 834218"/>
                <a:gd name="connsiteX315" fmla="*/ 2275975 w 3024845"/>
                <a:gd name="connsiteY315" fmla="*/ 402090 h 834218"/>
                <a:gd name="connsiteX316" fmla="*/ 2298268 w 3024845"/>
                <a:gd name="connsiteY316" fmla="*/ 402090 h 834218"/>
                <a:gd name="connsiteX317" fmla="*/ 2298268 w 3024845"/>
                <a:gd name="connsiteY317" fmla="*/ 408576 h 834218"/>
                <a:gd name="connsiteX318" fmla="*/ 2318535 w 3024845"/>
                <a:gd name="connsiteY318" fmla="*/ 408576 h 834218"/>
                <a:gd name="connsiteX319" fmla="*/ 2318535 w 3024845"/>
                <a:gd name="connsiteY319" fmla="*/ 453973 h 834218"/>
                <a:gd name="connsiteX320" fmla="*/ 2332722 w 3024845"/>
                <a:gd name="connsiteY320" fmla="*/ 453973 h 834218"/>
                <a:gd name="connsiteX321" fmla="*/ 2332722 w 3024845"/>
                <a:gd name="connsiteY321" fmla="*/ 441002 h 834218"/>
                <a:gd name="connsiteX322" fmla="*/ 2348936 w 3024845"/>
                <a:gd name="connsiteY322" fmla="*/ 441002 h 834218"/>
                <a:gd name="connsiteX323" fmla="*/ 2348936 w 3024845"/>
                <a:gd name="connsiteY323" fmla="*/ 261575 h 834218"/>
                <a:gd name="connsiteX324" fmla="*/ 2355016 w 3024845"/>
                <a:gd name="connsiteY324" fmla="*/ 255089 h 834218"/>
                <a:gd name="connsiteX325" fmla="*/ 2427977 w 3024845"/>
                <a:gd name="connsiteY325" fmla="*/ 255089 h 834218"/>
                <a:gd name="connsiteX326" fmla="*/ 2427977 w 3024845"/>
                <a:gd name="connsiteY326" fmla="*/ 263737 h 834218"/>
                <a:gd name="connsiteX327" fmla="*/ 2438110 w 3024845"/>
                <a:gd name="connsiteY327" fmla="*/ 263737 h 834218"/>
                <a:gd name="connsiteX328" fmla="*/ 2438110 w 3024845"/>
                <a:gd name="connsiteY328" fmla="*/ 378311 h 834218"/>
                <a:gd name="connsiteX329" fmla="*/ 2460404 w 3024845"/>
                <a:gd name="connsiteY329" fmla="*/ 378311 h 834218"/>
                <a:gd name="connsiteX330" fmla="*/ 2460404 w 3024845"/>
                <a:gd name="connsiteY330" fmla="*/ 311296 h 834218"/>
                <a:gd name="connsiteX331" fmla="*/ 2486751 w 3024845"/>
                <a:gd name="connsiteY331" fmla="*/ 311296 h 834218"/>
                <a:gd name="connsiteX332" fmla="*/ 2490804 w 3024845"/>
                <a:gd name="connsiteY332" fmla="*/ 306972 h 834218"/>
                <a:gd name="connsiteX333" fmla="*/ 2498911 w 3024845"/>
                <a:gd name="connsiteY333" fmla="*/ 306972 h 834218"/>
                <a:gd name="connsiteX334" fmla="*/ 2502964 w 3024845"/>
                <a:gd name="connsiteY334" fmla="*/ 311296 h 834218"/>
                <a:gd name="connsiteX335" fmla="*/ 2525258 w 3024845"/>
                <a:gd name="connsiteY335" fmla="*/ 311296 h 834218"/>
                <a:gd name="connsiteX336" fmla="*/ 2525258 w 3024845"/>
                <a:gd name="connsiteY336" fmla="*/ 194560 h 834218"/>
                <a:gd name="connsiteX337" fmla="*/ 2582005 w 3024845"/>
                <a:gd name="connsiteY337" fmla="*/ 183751 h 834218"/>
                <a:gd name="connsiteX338" fmla="*/ 2582005 w 3024845"/>
                <a:gd name="connsiteY338" fmla="*/ 184832 h 834218"/>
                <a:gd name="connsiteX339" fmla="*/ 2582005 w 3024845"/>
                <a:gd name="connsiteY339" fmla="*/ 192398 h 834218"/>
                <a:gd name="connsiteX340" fmla="*/ 2608352 w 3024845"/>
                <a:gd name="connsiteY340" fmla="*/ 192398 h 834218"/>
                <a:gd name="connsiteX341" fmla="*/ 2608352 w 3024845"/>
                <a:gd name="connsiteY341" fmla="*/ 447488 h 834218"/>
                <a:gd name="connsiteX342" fmla="*/ 2630646 w 3024845"/>
                <a:gd name="connsiteY342" fmla="*/ 447488 h 834218"/>
                <a:gd name="connsiteX343" fmla="*/ 2630646 w 3024845"/>
                <a:gd name="connsiteY343" fmla="*/ 443164 h 834218"/>
                <a:gd name="connsiteX344" fmla="*/ 2642806 w 3024845"/>
                <a:gd name="connsiteY344" fmla="*/ 443164 h 834218"/>
                <a:gd name="connsiteX345" fmla="*/ 2642806 w 3024845"/>
                <a:gd name="connsiteY345" fmla="*/ 447488 h 834218"/>
                <a:gd name="connsiteX346" fmla="*/ 2667126 w 3024845"/>
                <a:gd name="connsiteY346" fmla="*/ 447488 h 834218"/>
                <a:gd name="connsiteX347" fmla="*/ 2667126 w 3024845"/>
                <a:gd name="connsiteY347" fmla="*/ 434517 h 834218"/>
                <a:gd name="connsiteX348" fmla="*/ 2695500 w 3024845"/>
                <a:gd name="connsiteY348" fmla="*/ 434517 h 834218"/>
                <a:gd name="connsiteX349" fmla="*/ 2707660 w 3024845"/>
                <a:gd name="connsiteY349" fmla="*/ 430193 h 834218"/>
                <a:gd name="connsiteX350" fmla="*/ 2727927 w 3024845"/>
                <a:gd name="connsiteY350" fmla="*/ 434517 h 834218"/>
                <a:gd name="connsiteX351" fmla="*/ 2727927 w 3024845"/>
                <a:gd name="connsiteY351" fmla="*/ 417223 h 834218"/>
                <a:gd name="connsiteX352" fmla="*/ 2736034 w 3024845"/>
                <a:gd name="connsiteY352" fmla="*/ 417223 h 834218"/>
                <a:gd name="connsiteX353" fmla="*/ 2736034 w 3024845"/>
                <a:gd name="connsiteY353" fmla="*/ 404252 h 834218"/>
                <a:gd name="connsiteX354" fmla="*/ 2792781 w 3024845"/>
                <a:gd name="connsiteY354" fmla="*/ 404252 h 834218"/>
                <a:gd name="connsiteX355" fmla="*/ 2792781 w 3024845"/>
                <a:gd name="connsiteY355" fmla="*/ 373987 h 834218"/>
                <a:gd name="connsiteX356" fmla="*/ 2811021 w 3024845"/>
                <a:gd name="connsiteY356" fmla="*/ 373987 h 834218"/>
                <a:gd name="connsiteX357" fmla="*/ 2811021 w 3024845"/>
                <a:gd name="connsiteY357" fmla="*/ 367502 h 834218"/>
                <a:gd name="connsiteX358" fmla="*/ 2823181 w 3024845"/>
                <a:gd name="connsiteY358" fmla="*/ 367502 h 834218"/>
                <a:gd name="connsiteX359" fmla="*/ 2823181 w 3024845"/>
                <a:gd name="connsiteY359" fmla="*/ 373987 h 834218"/>
                <a:gd name="connsiteX360" fmla="*/ 2839395 w 3024845"/>
                <a:gd name="connsiteY360" fmla="*/ 373987 h 834218"/>
                <a:gd name="connsiteX361" fmla="*/ 2839395 w 3024845"/>
                <a:gd name="connsiteY361" fmla="*/ 423708 h 834218"/>
                <a:gd name="connsiteX362" fmla="*/ 2871822 w 3024845"/>
                <a:gd name="connsiteY362" fmla="*/ 423708 h 834218"/>
                <a:gd name="connsiteX363" fmla="*/ 2871822 w 3024845"/>
                <a:gd name="connsiteY363" fmla="*/ 397767 h 834218"/>
                <a:gd name="connsiteX364" fmla="*/ 2910329 w 3024845"/>
                <a:gd name="connsiteY364" fmla="*/ 397767 h 834218"/>
                <a:gd name="connsiteX365" fmla="*/ 2910329 w 3024845"/>
                <a:gd name="connsiteY365" fmla="*/ 367502 h 834218"/>
                <a:gd name="connsiteX366" fmla="*/ 2958970 w 3024845"/>
                <a:gd name="connsiteY366" fmla="*/ 367502 h 834218"/>
                <a:gd name="connsiteX367" fmla="*/ 2958970 w 3024845"/>
                <a:gd name="connsiteY367" fmla="*/ 478658 h 834218"/>
                <a:gd name="connsiteX368" fmla="*/ 2958970 w 3024845"/>
                <a:gd name="connsiteY368" fmla="*/ 492437 h 834218"/>
                <a:gd name="connsiteX369" fmla="*/ 3024845 w 3024845"/>
                <a:gd name="connsiteY369" fmla="*/ 492437 h 834218"/>
                <a:gd name="connsiteX370" fmla="*/ 3024845 w 3024845"/>
                <a:gd name="connsiteY370" fmla="*/ 834218 h 834218"/>
                <a:gd name="connsiteX371" fmla="*/ 2054 w 3024845"/>
                <a:gd name="connsiteY371" fmla="*/ 831885 h 834218"/>
                <a:gd name="connsiteX372" fmla="*/ 0 w 3024845"/>
                <a:gd name="connsiteY372" fmla="*/ 397767 h 834218"/>
                <a:gd name="connsiteX373" fmla="*/ 20267 w 3024845"/>
                <a:gd name="connsiteY373" fmla="*/ 397767 h 834218"/>
                <a:gd name="connsiteX374" fmla="*/ 20774 w 3024845"/>
                <a:gd name="connsiteY374" fmla="*/ 396686 h 834218"/>
                <a:gd name="connsiteX375" fmla="*/ 24320 w 3024845"/>
                <a:gd name="connsiteY375" fmla="*/ 389120 h 834218"/>
                <a:gd name="connsiteX376" fmla="*/ 26094 w 3024845"/>
                <a:gd name="connsiteY376" fmla="*/ 389390 h 834218"/>
                <a:gd name="connsiteX377" fmla="*/ 38507 w 3024845"/>
                <a:gd name="connsiteY377" fmla="*/ 391281 h 834218"/>
                <a:gd name="connsiteX378" fmla="*/ 39014 w 3024845"/>
                <a:gd name="connsiteY378" fmla="*/ 392633 h 834218"/>
                <a:gd name="connsiteX379" fmla="*/ 42560 w 3024845"/>
                <a:gd name="connsiteY379" fmla="*/ 402090 h 834218"/>
                <a:gd name="connsiteX380" fmla="*/ 68907 w 3024845"/>
                <a:gd name="connsiteY380" fmla="*/ 404252 h 834218"/>
                <a:gd name="connsiteX381" fmla="*/ 68907 w 3024845"/>
                <a:gd name="connsiteY381" fmla="*/ 281031 h 834218"/>
                <a:gd name="connsiteX382" fmla="*/ 70934 w 3024845"/>
                <a:gd name="connsiteY382" fmla="*/ 281031 h 834218"/>
                <a:gd name="connsiteX383" fmla="*/ 85121 w 3024845"/>
                <a:gd name="connsiteY383" fmla="*/ 281031 h 834218"/>
                <a:gd name="connsiteX384" fmla="*/ 85121 w 3024845"/>
                <a:gd name="connsiteY384" fmla="*/ 144839 h 834218"/>
                <a:gd name="connsiteX385" fmla="*/ 86894 w 3024845"/>
                <a:gd name="connsiteY385" fmla="*/ 144839 h 834218"/>
                <a:gd name="connsiteX386" fmla="*/ 99308 w 3024845"/>
                <a:gd name="connsiteY386" fmla="*/ 144839 h 834218"/>
                <a:gd name="connsiteX387" fmla="*/ 99308 w 3024845"/>
                <a:gd name="connsiteY387" fmla="*/ 30265 h 834218"/>
                <a:gd name="connsiteX388" fmla="*/ 103361 w 3024845"/>
                <a:gd name="connsiteY388" fmla="*/ 2161 h 834218"/>
                <a:gd name="connsiteX0" fmla="*/ 103361 w 3024845"/>
                <a:gd name="connsiteY0" fmla="*/ 2161 h 834218"/>
                <a:gd name="connsiteX1" fmla="*/ 200642 w 3024845"/>
                <a:gd name="connsiteY1" fmla="*/ 0 h 834218"/>
                <a:gd name="connsiteX2" fmla="*/ 202669 w 3024845"/>
                <a:gd name="connsiteY2" fmla="*/ 0 h 834218"/>
                <a:gd name="connsiteX3" fmla="*/ 220909 w 3024845"/>
                <a:gd name="connsiteY3" fmla="*/ 144839 h 834218"/>
                <a:gd name="connsiteX4" fmla="*/ 223189 w 3024845"/>
                <a:gd name="connsiteY4" fmla="*/ 144839 h 834218"/>
                <a:gd name="connsiteX5" fmla="*/ 239150 w 3024845"/>
                <a:gd name="connsiteY5" fmla="*/ 144839 h 834218"/>
                <a:gd name="connsiteX6" fmla="*/ 239150 w 3024845"/>
                <a:gd name="connsiteY6" fmla="*/ 285354 h 834218"/>
                <a:gd name="connsiteX7" fmla="*/ 240670 w 3024845"/>
                <a:gd name="connsiteY7" fmla="*/ 285084 h 834218"/>
                <a:gd name="connsiteX8" fmla="*/ 251310 w 3024845"/>
                <a:gd name="connsiteY8" fmla="*/ 283193 h 834218"/>
                <a:gd name="connsiteX9" fmla="*/ 249283 w 3024845"/>
                <a:gd name="connsiteY9" fmla="*/ 371825 h 834218"/>
                <a:gd name="connsiteX10" fmla="*/ 250803 w 3024845"/>
                <a:gd name="connsiteY10" fmla="*/ 372096 h 834218"/>
                <a:gd name="connsiteX11" fmla="*/ 261443 w 3024845"/>
                <a:gd name="connsiteY11" fmla="*/ 373987 h 834218"/>
                <a:gd name="connsiteX12" fmla="*/ 261696 w 3024845"/>
                <a:gd name="connsiteY12" fmla="*/ 374798 h 834218"/>
                <a:gd name="connsiteX13" fmla="*/ 263470 w 3024845"/>
                <a:gd name="connsiteY13" fmla="*/ 380473 h 834218"/>
                <a:gd name="connsiteX14" fmla="*/ 264230 w 3024845"/>
                <a:gd name="connsiteY14" fmla="*/ 378041 h 834218"/>
                <a:gd name="connsiteX15" fmla="*/ 269550 w 3024845"/>
                <a:gd name="connsiteY15" fmla="*/ 361017 h 834218"/>
                <a:gd name="connsiteX16" fmla="*/ 271323 w 3024845"/>
                <a:gd name="connsiteY16" fmla="*/ 361017 h 834218"/>
                <a:gd name="connsiteX17" fmla="*/ 283737 w 3024845"/>
                <a:gd name="connsiteY17" fmla="*/ 361017 h 834218"/>
                <a:gd name="connsiteX18" fmla="*/ 283737 w 3024845"/>
                <a:gd name="connsiteY18" fmla="*/ 393443 h 834218"/>
                <a:gd name="connsiteX19" fmla="*/ 284750 w 3024845"/>
                <a:gd name="connsiteY19" fmla="*/ 393984 h 834218"/>
                <a:gd name="connsiteX20" fmla="*/ 291844 w 3024845"/>
                <a:gd name="connsiteY20" fmla="*/ 397767 h 834218"/>
                <a:gd name="connsiteX21" fmla="*/ 291844 w 3024845"/>
                <a:gd name="connsiteY21" fmla="*/ 399118 h 834218"/>
                <a:gd name="connsiteX22" fmla="*/ 291844 w 3024845"/>
                <a:gd name="connsiteY22" fmla="*/ 408576 h 834218"/>
                <a:gd name="connsiteX23" fmla="*/ 336431 w 3024845"/>
                <a:gd name="connsiteY23" fmla="*/ 408576 h 834218"/>
                <a:gd name="connsiteX24" fmla="*/ 336431 w 3024845"/>
                <a:gd name="connsiteY24" fmla="*/ 409657 h 834218"/>
                <a:gd name="connsiteX25" fmla="*/ 336431 w 3024845"/>
                <a:gd name="connsiteY25" fmla="*/ 417223 h 834218"/>
                <a:gd name="connsiteX26" fmla="*/ 338457 w 3024845"/>
                <a:gd name="connsiteY26" fmla="*/ 417223 h 834218"/>
                <a:gd name="connsiteX27" fmla="*/ 352644 w 3024845"/>
                <a:gd name="connsiteY27" fmla="*/ 417223 h 834218"/>
                <a:gd name="connsiteX28" fmla="*/ 352644 w 3024845"/>
                <a:gd name="connsiteY28" fmla="*/ 386958 h 834218"/>
                <a:gd name="connsiteX29" fmla="*/ 397231 w 3024845"/>
                <a:gd name="connsiteY29" fmla="*/ 386958 h 834218"/>
                <a:gd name="connsiteX30" fmla="*/ 397231 w 3024845"/>
                <a:gd name="connsiteY30" fmla="*/ 385607 h 834218"/>
                <a:gd name="connsiteX31" fmla="*/ 397231 w 3024845"/>
                <a:gd name="connsiteY31" fmla="*/ 376149 h 834218"/>
                <a:gd name="connsiteX32" fmla="*/ 398245 w 3024845"/>
                <a:gd name="connsiteY32" fmla="*/ 376149 h 834218"/>
                <a:gd name="connsiteX33" fmla="*/ 405338 w 3024845"/>
                <a:gd name="connsiteY33" fmla="*/ 376149 h 834218"/>
                <a:gd name="connsiteX34" fmla="*/ 405338 w 3024845"/>
                <a:gd name="connsiteY34" fmla="*/ 374258 h 834218"/>
                <a:gd name="connsiteX35" fmla="*/ 405338 w 3024845"/>
                <a:gd name="connsiteY35" fmla="*/ 361017 h 834218"/>
                <a:gd name="connsiteX36" fmla="*/ 406098 w 3024845"/>
                <a:gd name="connsiteY36" fmla="*/ 361017 h 834218"/>
                <a:gd name="connsiteX37" fmla="*/ 411418 w 3024845"/>
                <a:gd name="connsiteY37" fmla="*/ 361017 h 834218"/>
                <a:gd name="connsiteX38" fmla="*/ 411418 w 3024845"/>
                <a:gd name="connsiteY38" fmla="*/ 359936 h 834218"/>
                <a:gd name="connsiteX39" fmla="*/ 411418 w 3024845"/>
                <a:gd name="connsiteY39" fmla="*/ 352369 h 834218"/>
                <a:gd name="connsiteX40" fmla="*/ 413445 w 3024845"/>
                <a:gd name="connsiteY40" fmla="*/ 352369 h 834218"/>
                <a:gd name="connsiteX41" fmla="*/ 427632 w 3024845"/>
                <a:gd name="connsiteY41" fmla="*/ 352369 h 834218"/>
                <a:gd name="connsiteX42" fmla="*/ 427632 w 3024845"/>
                <a:gd name="connsiteY42" fmla="*/ 353450 h 834218"/>
                <a:gd name="connsiteX43" fmla="*/ 427632 w 3024845"/>
                <a:gd name="connsiteY43" fmla="*/ 361017 h 834218"/>
                <a:gd name="connsiteX44" fmla="*/ 449925 w 3024845"/>
                <a:gd name="connsiteY44" fmla="*/ 361017 h 834218"/>
                <a:gd name="connsiteX45" fmla="*/ 449925 w 3024845"/>
                <a:gd name="connsiteY45" fmla="*/ 359125 h 834218"/>
                <a:gd name="connsiteX46" fmla="*/ 449925 w 3024845"/>
                <a:gd name="connsiteY46" fmla="*/ 345884 h 834218"/>
                <a:gd name="connsiteX47" fmla="*/ 451699 w 3024845"/>
                <a:gd name="connsiteY47" fmla="*/ 345884 h 834218"/>
                <a:gd name="connsiteX48" fmla="*/ 464112 w 3024845"/>
                <a:gd name="connsiteY48" fmla="*/ 345884 h 834218"/>
                <a:gd name="connsiteX49" fmla="*/ 464112 w 3024845"/>
                <a:gd name="connsiteY49" fmla="*/ 369664 h 834218"/>
                <a:gd name="connsiteX50" fmla="*/ 465126 w 3024845"/>
                <a:gd name="connsiteY50" fmla="*/ 369664 h 834218"/>
                <a:gd name="connsiteX51" fmla="*/ 472219 w 3024845"/>
                <a:gd name="connsiteY51" fmla="*/ 369664 h 834218"/>
                <a:gd name="connsiteX52" fmla="*/ 472219 w 3024845"/>
                <a:gd name="connsiteY52" fmla="*/ 368583 h 834218"/>
                <a:gd name="connsiteX53" fmla="*/ 472219 w 3024845"/>
                <a:gd name="connsiteY53" fmla="*/ 361017 h 834218"/>
                <a:gd name="connsiteX54" fmla="*/ 473992 w 3024845"/>
                <a:gd name="connsiteY54" fmla="*/ 361017 h 834218"/>
                <a:gd name="connsiteX55" fmla="*/ 486406 w 3024845"/>
                <a:gd name="connsiteY55" fmla="*/ 361017 h 834218"/>
                <a:gd name="connsiteX56" fmla="*/ 486406 w 3024845"/>
                <a:gd name="connsiteY56" fmla="*/ 386958 h 834218"/>
                <a:gd name="connsiteX57" fmla="*/ 488433 w 3024845"/>
                <a:gd name="connsiteY57" fmla="*/ 386958 h 834218"/>
                <a:gd name="connsiteX58" fmla="*/ 502619 w 3024845"/>
                <a:gd name="connsiteY58" fmla="*/ 386958 h 834218"/>
                <a:gd name="connsiteX59" fmla="*/ 502619 w 3024845"/>
                <a:gd name="connsiteY59" fmla="*/ 388579 h 834218"/>
                <a:gd name="connsiteX60" fmla="*/ 502619 w 3024845"/>
                <a:gd name="connsiteY60" fmla="*/ 399929 h 834218"/>
                <a:gd name="connsiteX61" fmla="*/ 503379 w 3024845"/>
                <a:gd name="connsiteY61" fmla="*/ 399929 h 834218"/>
                <a:gd name="connsiteX62" fmla="*/ 508700 w 3024845"/>
                <a:gd name="connsiteY62" fmla="*/ 399929 h 834218"/>
                <a:gd name="connsiteX63" fmla="*/ 508700 w 3024845"/>
                <a:gd name="connsiteY63" fmla="*/ 399118 h 834218"/>
                <a:gd name="connsiteX64" fmla="*/ 508700 w 3024845"/>
                <a:gd name="connsiteY64" fmla="*/ 393443 h 834218"/>
                <a:gd name="connsiteX65" fmla="*/ 539100 w 3024845"/>
                <a:gd name="connsiteY65" fmla="*/ 393443 h 834218"/>
                <a:gd name="connsiteX66" fmla="*/ 539100 w 3024845"/>
                <a:gd name="connsiteY66" fmla="*/ 417223 h 834218"/>
                <a:gd name="connsiteX67" fmla="*/ 540113 w 3024845"/>
                <a:gd name="connsiteY67" fmla="*/ 417223 h 834218"/>
                <a:gd name="connsiteX68" fmla="*/ 547207 w 3024845"/>
                <a:gd name="connsiteY68" fmla="*/ 417223 h 834218"/>
                <a:gd name="connsiteX69" fmla="*/ 547207 w 3024845"/>
                <a:gd name="connsiteY69" fmla="*/ 418304 h 834218"/>
                <a:gd name="connsiteX70" fmla="*/ 547207 w 3024845"/>
                <a:gd name="connsiteY70" fmla="*/ 425870 h 834218"/>
                <a:gd name="connsiteX71" fmla="*/ 547967 w 3024845"/>
                <a:gd name="connsiteY71" fmla="*/ 425870 h 834218"/>
                <a:gd name="connsiteX72" fmla="*/ 553287 w 3024845"/>
                <a:gd name="connsiteY72" fmla="*/ 425870 h 834218"/>
                <a:gd name="connsiteX73" fmla="*/ 553287 w 3024845"/>
                <a:gd name="connsiteY73" fmla="*/ 423708 h 834218"/>
                <a:gd name="connsiteX74" fmla="*/ 553287 w 3024845"/>
                <a:gd name="connsiteY74" fmla="*/ 408576 h 834218"/>
                <a:gd name="connsiteX75" fmla="*/ 554300 w 3024845"/>
                <a:gd name="connsiteY75" fmla="*/ 408576 h 834218"/>
                <a:gd name="connsiteX76" fmla="*/ 561394 w 3024845"/>
                <a:gd name="connsiteY76" fmla="*/ 408576 h 834218"/>
                <a:gd name="connsiteX77" fmla="*/ 561394 w 3024845"/>
                <a:gd name="connsiteY77" fmla="*/ 409657 h 834218"/>
                <a:gd name="connsiteX78" fmla="*/ 561394 w 3024845"/>
                <a:gd name="connsiteY78" fmla="*/ 417223 h 834218"/>
                <a:gd name="connsiteX79" fmla="*/ 566714 w 3024845"/>
                <a:gd name="connsiteY79" fmla="*/ 415230 h 834218"/>
                <a:gd name="connsiteX80" fmla="*/ 567474 w 3024845"/>
                <a:gd name="connsiteY80" fmla="*/ 414250 h 834218"/>
                <a:gd name="connsiteX81" fmla="*/ 567474 w 3024845"/>
                <a:gd name="connsiteY81" fmla="*/ 408576 h 834218"/>
                <a:gd name="connsiteX82" fmla="*/ 605981 w 3024845"/>
                <a:gd name="connsiteY82" fmla="*/ 408576 h 834218"/>
                <a:gd name="connsiteX83" fmla="*/ 605981 w 3024845"/>
                <a:gd name="connsiteY83" fmla="*/ 432355 h 834218"/>
                <a:gd name="connsiteX84" fmla="*/ 608007 w 3024845"/>
                <a:gd name="connsiteY84" fmla="*/ 432355 h 834218"/>
                <a:gd name="connsiteX85" fmla="*/ 622194 w 3024845"/>
                <a:gd name="connsiteY85" fmla="*/ 432355 h 834218"/>
                <a:gd name="connsiteX86" fmla="*/ 622194 w 3024845"/>
                <a:gd name="connsiteY86" fmla="*/ 433436 h 834218"/>
                <a:gd name="connsiteX87" fmla="*/ 622194 w 3024845"/>
                <a:gd name="connsiteY87" fmla="*/ 441002 h 834218"/>
                <a:gd name="connsiteX88" fmla="*/ 623968 w 3024845"/>
                <a:gd name="connsiteY88" fmla="*/ 441002 h 834218"/>
                <a:gd name="connsiteX89" fmla="*/ 636381 w 3024845"/>
                <a:gd name="connsiteY89" fmla="*/ 441002 h 834218"/>
                <a:gd name="connsiteX90" fmla="*/ 636381 w 3024845"/>
                <a:gd name="connsiteY90" fmla="*/ 417223 h 834218"/>
                <a:gd name="connsiteX91" fmla="*/ 637394 w 3024845"/>
                <a:gd name="connsiteY91" fmla="*/ 417223 h 834218"/>
                <a:gd name="connsiteX92" fmla="*/ 644488 w 3024845"/>
                <a:gd name="connsiteY92" fmla="*/ 417223 h 834218"/>
                <a:gd name="connsiteX93" fmla="*/ 644488 w 3024845"/>
                <a:gd name="connsiteY93" fmla="*/ 384796 h 834218"/>
                <a:gd name="connsiteX94" fmla="*/ 645501 w 3024845"/>
                <a:gd name="connsiteY94" fmla="*/ 384796 h 834218"/>
                <a:gd name="connsiteX95" fmla="*/ 652595 w 3024845"/>
                <a:gd name="connsiteY95" fmla="*/ 384796 h 834218"/>
                <a:gd name="connsiteX96" fmla="*/ 652595 w 3024845"/>
                <a:gd name="connsiteY96" fmla="*/ 382905 h 834218"/>
                <a:gd name="connsiteX97" fmla="*/ 652595 w 3024845"/>
                <a:gd name="connsiteY97" fmla="*/ 369664 h 834218"/>
                <a:gd name="connsiteX98" fmla="*/ 651328 w 3024845"/>
                <a:gd name="connsiteY98" fmla="*/ 368042 h 834218"/>
                <a:gd name="connsiteX99" fmla="*/ 656648 w 3024845"/>
                <a:gd name="connsiteY99" fmla="*/ 356693 h 834218"/>
                <a:gd name="connsiteX100" fmla="*/ 664755 w 3024845"/>
                <a:gd name="connsiteY100" fmla="*/ 384796 h 834218"/>
                <a:gd name="connsiteX101" fmla="*/ 665515 w 3024845"/>
                <a:gd name="connsiteY101" fmla="*/ 384796 h 834218"/>
                <a:gd name="connsiteX102" fmla="*/ 670835 w 3024845"/>
                <a:gd name="connsiteY102" fmla="*/ 384796 h 834218"/>
                <a:gd name="connsiteX103" fmla="*/ 670835 w 3024845"/>
                <a:gd name="connsiteY103" fmla="*/ 278869 h 834218"/>
                <a:gd name="connsiteX104" fmla="*/ 672355 w 3024845"/>
                <a:gd name="connsiteY104" fmla="*/ 278869 h 834218"/>
                <a:gd name="connsiteX105" fmla="*/ 682995 w 3024845"/>
                <a:gd name="connsiteY105" fmla="*/ 278869 h 834218"/>
                <a:gd name="connsiteX106" fmla="*/ 682995 w 3024845"/>
                <a:gd name="connsiteY106" fmla="*/ 231310 h 834218"/>
                <a:gd name="connsiteX107" fmla="*/ 709342 w 3024845"/>
                <a:gd name="connsiteY107" fmla="*/ 231310 h 834218"/>
                <a:gd name="connsiteX108" fmla="*/ 709342 w 3024845"/>
                <a:gd name="connsiteY108" fmla="*/ 209692 h 834218"/>
                <a:gd name="connsiteX109" fmla="*/ 743796 w 3024845"/>
                <a:gd name="connsiteY109" fmla="*/ 209692 h 834218"/>
                <a:gd name="connsiteX110" fmla="*/ 743796 w 3024845"/>
                <a:gd name="connsiteY110" fmla="*/ 212124 h 834218"/>
                <a:gd name="connsiteX111" fmla="*/ 743796 w 3024845"/>
                <a:gd name="connsiteY111" fmla="*/ 229148 h 834218"/>
                <a:gd name="connsiteX112" fmla="*/ 746076 w 3024845"/>
                <a:gd name="connsiteY112" fmla="*/ 229148 h 834218"/>
                <a:gd name="connsiteX113" fmla="*/ 762036 w 3024845"/>
                <a:gd name="connsiteY113" fmla="*/ 229148 h 834218"/>
                <a:gd name="connsiteX114" fmla="*/ 762036 w 3024845"/>
                <a:gd name="connsiteY114" fmla="*/ 276707 h 834218"/>
                <a:gd name="connsiteX115" fmla="*/ 763049 w 3024845"/>
                <a:gd name="connsiteY115" fmla="*/ 276707 h 834218"/>
                <a:gd name="connsiteX116" fmla="*/ 770143 w 3024845"/>
                <a:gd name="connsiteY116" fmla="*/ 276707 h 834218"/>
                <a:gd name="connsiteX117" fmla="*/ 784330 w 3024845"/>
                <a:gd name="connsiteY117" fmla="*/ 281031 h 834218"/>
                <a:gd name="connsiteX118" fmla="*/ 784330 w 3024845"/>
                <a:gd name="connsiteY118" fmla="*/ 319943 h 834218"/>
                <a:gd name="connsiteX119" fmla="*/ 785343 w 3024845"/>
                <a:gd name="connsiteY119" fmla="*/ 319943 h 834218"/>
                <a:gd name="connsiteX120" fmla="*/ 792436 w 3024845"/>
                <a:gd name="connsiteY120" fmla="*/ 319943 h 834218"/>
                <a:gd name="connsiteX121" fmla="*/ 792436 w 3024845"/>
                <a:gd name="connsiteY121" fmla="*/ 321564 h 834218"/>
                <a:gd name="connsiteX122" fmla="*/ 792436 w 3024845"/>
                <a:gd name="connsiteY122" fmla="*/ 332913 h 834218"/>
                <a:gd name="connsiteX123" fmla="*/ 794463 w 3024845"/>
                <a:gd name="connsiteY123" fmla="*/ 332913 h 834218"/>
                <a:gd name="connsiteX124" fmla="*/ 808650 w 3024845"/>
                <a:gd name="connsiteY124" fmla="*/ 332913 h 834218"/>
                <a:gd name="connsiteX125" fmla="*/ 814730 w 3024845"/>
                <a:gd name="connsiteY125" fmla="*/ 339399 h 834218"/>
                <a:gd name="connsiteX126" fmla="*/ 814730 w 3024845"/>
                <a:gd name="connsiteY126" fmla="*/ 361017 h 834218"/>
                <a:gd name="connsiteX127" fmla="*/ 817010 w 3024845"/>
                <a:gd name="connsiteY127" fmla="*/ 361017 h 834218"/>
                <a:gd name="connsiteX128" fmla="*/ 832970 w 3024845"/>
                <a:gd name="connsiteY128" fmla="*/ 361017 h 834218"/>
                <a:gd name="connsiteX129" fmla="*/ 832970 w 3024845"/>
                <a:gd name="connsiteY129" fmla="*/ 362097 h 834218"/>
                <a:gd name="connsiteX130" fmla="*/ 832970 w 3024845"/>
                <a:gd name="connsiteY130" fmla="*/ 369664 h 834218"/>
                <a:gd name="connsiteX131" fmla="*/ 834237 w 3024845"/>
                <a:gd name="connsiteY131" fmla="*/ 369664 h 834218"/>
                <a:gd name="connsiteX132" fmla="*/ 843104 w 3024845"/>
                <a:gd name="connsiteY132" fmla="*/ 369664 h 834218"/>
                <a:gd name="connsiteX133" fmla="*/ 843104 w 3024845"/>
                <a:gd name="connsiteY133" fmla="*/ 371825 h 834218"/>
                <a:gd name="connsiteX134" fmla="*/ 843104 w 3024845"/>
                <a:gd name="connsiteY134" fmla="*/ 386958 h 834218"/>
                <a:gd name="connsiteX135" fmla="*/ 847157 w 3024845"/>
                <a:gd name="connsiteY135" fmla="*/ 385066 h 834218"/>
                <a:gd name="connsiteX136" fmla="*/ 847157 w 3024845"/>
                <a:gd name="connsiteY136" fmla="*/ 371825 h 834218"/>
                <a:gd name="connsiteX137" fmla="*/ 848170 w 3024845"/>
                <a:gd name="connsiteY137" fmla="*/ 371825 h 834218"/>
                <a:gd name="connsiteX138" fmla="*/ 855264 w 3024845"/>
                <a:gd name="connsiteY138" fmla="*/ 371825 h 834218"/>
                <a:gd name="connsiteX139" fmla="*/ 855264 w 3024845"/>
                <a:gd name="connsiteY139" fmla="*/ 373447 h 834218"/>
                <a:gd name="connsiteX140" fmla="*/ 855264 w 3024845"/>
                <a:gd name="connsiteY140" fmla="*/ 384796 h 834218"/>
                <a:gd name="connsiteX141" fmla="*/ 856024 w 3024845"/>
                <a:gd name="connsiteY141" fmla="*/ 384796 h 834218"/>
                <a:gd name="connsiteX142" fmla="*/ 861344 w 3024845"/>
                <a:gd name="connsiteY142" fmla="*/ 384796 h 834218"/>
                <a:gd name="connsiteX143" fmla="*/ 909984 w 3024845"/>
                <a:gd name="connsiteY143" fmla="*/ 380473 h 834218"/>
                <a:gd name="connsiteX144" fmla="*/ 909984 w 3024845"/>
                <a:gd name="connsiteY144" fmla="*/ 381824 h 834218"/>
                <a:gd name="connsiteX145" fmla="*/ 909984 w 3024845"/>
                <a:gd name="connsiteY145" fmla="*/ 391281 h 834218"/>
                <a:gd name="connsiteX146" fmla="*/ 910744 w 3024845"/>
                <a:gd name="connsiteY146" fmla="*/ 391281 h 834218"/>
                <a:gd name="connsiteX147" fmla="*/ 916065 w 3024845"/>
                <a:gd name="connsiteY147" fmla="*/ 391281 h 834218"/>
                <a:gd name="connsiteX148" fmla="*/ 916065 w 3024845"/>
                <a:gd name="connsiteY148" fmla="*/ 393443 h 834218"/>
                <a:gd name="connsiteX149" fmla="*/ 916065 w 3024845"/>
                <a:gd name="connsiteY149" fmla="*/ 408576 h 834218"/>
                <a:gd name="connsiteX150" fmla="*/ 918091 w 3024845"/>
                <a:gd name="connsiteY150" fmla="*/ 407225 h 834218"/>
                <a:gd name="connsiteX151" fmla="*/ 932278 w 3024845"/>
                <a:gd name="connsiteY151" fmla="*/ 397767 h 834218"/>
                <a:gd name="connsiteX152" fmla="*/ 938358 w 3024845"/>
                <a:gd name="connsiteY152" fmla="*/ 356693 h 834218"/>
                <a:gd name="connsiteX153" fmla="*/ 939118 w 3024845"/>
                <a:gd name="connsiteY153" fmla="*/ 356423 h 834218"/>
                <a:gd name="connsiteX154" fmla="*/ 944438 w 3024845"/>
                <a:gd name="connsiteY154" fmla="*/ 354531 h 834218"/>
                <a:gd name="connsiteX155" fmla="*/ 946465 w 3024845"/>
                <a:gd name="connsiteY155" fmla="*/ 285354 h 834218"/>
                <a:gd name="connsiteX156" fmla="*/ 948492 w 3024845"/>
                <a:gd name="connsiteY156" fmla="*/ 354531 h 834218"/>
                <a:gd name="connsiteX157" fmla="*/ 949252 w 3024845"/>
                <a:gd name="connsiteY157" fmla="*/ 354801 h 834218"/>
                <a:gd name="connsiteX158" fmla="*/ 954572 w 3024845"/>
                <a:gd name="connsiteY158" fmla="*/ 356693 h 834218"/>
                <a:gd name="connsiteX159" fmla="*/ 954572 w 3024845"/>
                <a:gd name="connsiteY159" fmla="*/ 270222 h 834218"/>
                <a:gd name="connsiteX160" fmla="*/ 958625 w 3024845"/>
                <a:gd name="connsiteY160" fmla="*/ 237795 h 834218"/>
                <a:gd name="connsiteX161" fmla="*/ 997132 w 3024845"/>
                <a:gd name="connsiteY161" fmla="*/ 237795 h 834218"/>
                <a:gd name="connsiteX162" fmla="*/ 997132 w 3024845"/>
                <a:gd name="connsiteY162" fmla="*/ 270222 h 834218"/>
                <a:gd name="connsiteX163" fmla="*/ 997892 w 3024845"/>
                <a:gd name="connsiteY163" fmla="*/ 270222 h 834218"/>
                <a:gd name="connsiteX164" fmla="*/ 1003212 w 3024845"/>
                <a:gd name="connsiteY164" fmla="*/ 270222 h 834218"/>
                <a:gd name="connsiteX165" fmla="*/ 1003212 w 3024845"/>
                <a:gd name="connsiteY165" fmla="*/ 188074 h 834218"/>
                <a:gd name="connsiteX166" fmla="*/ 1004986 w 3024845"/>
                <a:gd name="connsiteY166" fmla="*/ 188074 h 834218"/>
                <a:gd name="connsiteX167" fmla="*/ 1017399 w 3024845"/>
                <a:gd name="connsiteY167" fmla="*/ 188074 h 834218"/>
                <a:gd name="connsiteX168" fmla="*/ 1017399 w 3024845"/>
                <a:gd name="connsiteY168" fmla="*/ 186183 h 834218"/>
                <a:gd name="connsiteX169" fmla="*/ 1017399 w 3024845"/>
                <a:gd name="connsiteY169" fmla="*/ 172942 h 834218"/>
                <a:gd name="connsiteX170" fmla="*/ 1039693 w 3024845"/>
                <a:gd name="connsiteY170" fmla="*/ 172942 h 834218"/>
                <a:gd name="connsiteX171" fmla="*/ 1039693 w 3024845"/>
                <a:gd name="connsiteY171" fmla="*/ 171861 h 834218"/>
                <a:gd name="connsiteX172" fmla="*/ 1039693 w 3024845"/>
                <a:gd name="connsiteY172" fmla="*/ 164295 h 834218"/>
                <a:gd name="connsiteX173" fmla="*/ 1041466 w 3024845"/>
                <a:gd name="connsiteY173" fmla="*/ 164295 h 834218"/>
                <a:gd name="connsiteX174" fmla="*/ 1053880 w 3024845"/>
                <a:gd name="connsiteY174" fmla="*/ 164295 h 834218"/>
                <a:gd name="connsiteX175" fmla="*/ 1053880 w 3024845"/>
                <a:gd name="connsiteY175" fmla="*/ 165376 h 834218"/>
                <a:gd name="connsiteX176" fmla="*/ 1053880 w 3024845"/>
                <a:gd name="connsiteY176" fmla="*/ 172942 h 834218"/>
                <a:gd name="connsiteX177" fmla="*/ 1054640 w 3024845"/>
                <a:gd name="connsiteY177" fmla="*/ 172942 h 834218"/>
                <a:gd name="connsiteX178" fmla="*/ 1059960 w 3024845"/>
                <a:gd name="connsiteY178" fmla="*/ 172942 h 834218"/>
                <a:gd name="connsiteX179" fmla="*/ 1070093 w 3024845"/>
                <a:gd name="connsiteY179" fmla="*/ 168618 h 834218"/>
                <a:gd name="connsiteX180" fmla="*/ 1074146 w 3024845"/>
                <a:gd name="connsiteY180" fmla="*/ 171861 h 834218"/>
                <a:gd name="connsiteX181" fmla="*/ 1074146 w 3024845"/>
                <a:gd name="connsiteY181" fmla="*/ 164295 h 834218"/>
                <a:gd name="connsiteX182" fmla="*/ 1076426 w 3024845"/>
                <a:gd name="connsiteY182" fmla="*/ 164295 h 834218"/>
                <a:gd name="connsiteX183" fmla="*/ 1092387 w 3024845"/>
                <a:gd name="connsiteY183" fmla="*/ 164295 h 834218"/>
                <a:gd name="connsiteX184" fmla="*/ 1092387 w 3024845"/>
                <a:gd name="connsiteY184" fmla="*/ 165376 h 834218"/>
                <a:gd name="connsiteX185" fmla="*/ 1092387 w 3024845"/>
                <a:gd name="connsiteY185" fmla="*/ 172942 h 834218"/>
                <a:gd name="connsiteX186" fmla="*/ 1122787 w 3024845"/>
                <a:gd name="connsiteY186" fmla="*/ 172942 h 834218"/>
                <a:gd name="connsiteX187" fmla="*/ 1122787 w 3024845"/>
                <a:gd name="connsiteY187" fmla="*/ 174563 h 834218"/>
                <a:gd name="connsiteX188" fmla="*/ 1122787 w 3024845"/>
                <a:gd name="connsiteY188" fmla="*/ 185913 h 834218"/>
                <a:gd name="connsiteX189" fmla="*/ 1149134 w 3024845"/>
                <a:gd name="connsiteY189" fmla="*/ 185913 h 834218"/>
                <a:gd name="connsiteX190" fmla="*/ 1149134 w 3024845"/>
                <a:gd name="connsiteY190" fmla="*/ 216177 h 834218"/>
                <a:gd name="connsiteX191" fmla="*/ 1149894 w 3024845"/>
                <a:gd name="connsiteY191" fmla="*/ 216177 h 834218"/>
                <a:gd name="connsiteX192" fmla="*/ 1155214 w 3024845"/>
                <a:gd name="connsiteY192" fmla="*/ 216177 h 834218"/>
                <a:gd name="connsiteX193" fmla="*/ 1155214 w 3024845"/>
                <a:gd name="connsiteY193" fmla="*/ 217258 h 834218"/>
                <a:gd name="connsiteX194" fmla="*/ 1155214 w 3024845"/>
                <a:gd name="connsiteY194" fmla="*/ 224825 h 834218"/>
                <a:gd name="connsiteX195" fmla="*/ 1159268 w 3024845"/>
                <a:gd name="connsiteY195" fmla="*/ 255089 h 834218"/>
                <a:gd name="connsiteX196" fmla="*/ 1160028 w 3024845"/>
                <a:gd name="connsiteY196" fmla="*/ 255089 h 834218"/>
                <a:gd name="connsiteX197" fmla="*/ 1165348 w 3024845"/>
                <a:gd name="connsiteY197" fmla="*/ 255089 h 834218"/>
                <a:gd name="connsiteX198" fmla="*/ 1165348 w 3024845"/>
                <a:gd name="connsiteY198" fmla="*/ 255900 h 834218"/>
                <a:gd name="connsiteX199" fmla="*/ 1165348 w 3024845"/>
                <a:gd name="connsiteY199" fmla="*/ 261575 h 834218"/>
                <a:gd name="connsiteX200" fmla="*/ 1166361 w 3024845"/>
                <a:gd name="connsiteY200" fmla="*/ 261575 h 834218"/>
                <a:gd name="connsiteX201" fmla="*/ 1173454 w 3024845"/>
                <a:gd name="connsiteY201" fmla="*/ 261575 h 834218"/>
                <a:gd name="connsiteX202" fmla="*/ 1173454 w 3024845"/>
                <a:gd name="connsiteY202" fmla="*/ 291840 h 834218"/>
                <a:gd name="connsiteX203" fmla="*/ 1175481 w 3024845"/>
                <a:gd name="connsiteY203" fmla="*/ 291840 h 834218"/>
                <a:gd name="connsiteX204" fmla="*/ 1189668 w 3024845"/>
                <a:gd name="connsiteY204" fmla="*/ 291840 h 834218"/>
                <a:gd name="connsiteX205" fmla="*/ 1189668 w 3024845"/>
                <a:gd name="connsiteY205" fmla="*/ 315619 h 834218"/>
                <a:gd name="connsiteX206" fmla="*/ 1191695 w 3024845"/>
                <a:gd name="connsiteY206" fmla="*/ 317240 h 834218"/>
                <a:gd name="connsiteX207" fmla="*/ 1191695 w 3024845"/>
                <a:gd name="connsiteY207" fmla="*/ 328590 h 834218"/>
                <a:gd name="connsiteX208" fmla="*/ 1192455 w 3024845"/>
                <a:gd name="connsiteY208" fmla="*/ 328590 h 834218"/>
                <a:gd name="connsiteX209" fmla="*/ 1197775 w 3024845"/>
                <a:gd name="connsiteY209" fmla="*/ 328590 h 834218"/>
                <a:gd name="connsiteX210" fmla="*/ 1197775 w 3024845"/>
                <a:gd name="connsiteY210" fmla="*/ 352369 h 834218"/>
                <a:gd name="connsiteX211" fmla="*/ 1199041 w 3024845"/>
                <a:gd name="connsiteY211" fmla="*/ 352369 h 834218"/>
                <a:gd name="connsiteX212" fmla="*/ 1207908 w 3024845"/>
                <a:gd name="connsiteY212" fmla="*/ 352369 h 834218"/>
                <a:gd name="connsiteX213" fmla="*/ 1209935 w 3024845"/>
                <a:gd name="connsiteY213" fmla="*/ 356423 h 834218"/>
                <a:gd name="connsiteX214" fmla="*/ 1209935 w 3024845"/>
                <a:gd name="connsiteY214" fmla="*/ 369664 h 834218"/>
                <a:gd name="connsiteX215" fmla="*/ 1211455 w 3024845"/>
                <a:gd name="connsiteY215" fmla="*/ 367772 h 834218"/>
                <a:gd name="connsiteX216" fmla="*/ 1222095 w 3024845"/>
                <a:gd name="connsiteY216" fmla="*/ 354531 h 834218"/>
                <a:gd name="connsiteX217" fmla="*/ 1250469 w 3024845"/>
                <a:gd name="connsiteY217" fmla="*/ 354531 h 834218"/>
                <a:gd name="connsiteX218" fmla="*/ 1250469 w 3024845"/>
                <a:gd name="connsiteY218" fmla="*/ 441002 h 834218"/>
                <a:gd name="connsiteX219" fmla="*/ 1251229 w 3024845"/>
                <a:gd name="connsiteY219" fmla="*/ 441002 h 834218"/>
                <a:gd name="connsiteX220" fmla="*/ 1256549 w 3024845"/>
                <a:gd name="connsiteY220" fmla="*/ 441002 h 834218"/>
                <a:gd name="connsiteX221" fmla="*/ 1257309 w 3024845"/>
                <a:gd name="connsiteY221" fmla="*/ 439651 h 834218"/>
                <a:gd name="connsiteX222" fmla="*/ 1262629 w 3024845"/>
                <a:gd name="connsiteY222" fmla="*/ 430193 h 834218"/>
                <a:gd name="connsiteX223" fmla="*/ 1262629 w 3024845"/>
                <a:gd name="connsiteY223" fmla="*/ 432085 h 834218"/>
                <a:gd name="connsiteX224" fmla="*/ 1262629 w 3024845"/>
                <a:gd name="connsiteY224" fmla="*/ 445326 h 834218"/>
                <a:gd name="connsiteX225" fmla="*/ 1266682 w 3024845"/>
                <a:gd name="connsiteY225" fmla="*/ 399929 h 834218"/>
                <a:gd name="connsiteX226" fmla="*/ 1267442 w 3024845"/>
                <a:gd name="connsiteY226" fmla="*/ 399929 h 834218"/>
                <a:gd name="connsiteX227" fmla="*/ 1272762 w 3024845"/>
                <a:gd name="connsiteY227" fmla="*/ 399929 h 834218"/>
                <a:gd name="connsiteX228" fmla="*/ 1272762 w 3024845"/>
                <a:gd name="connsiteY228" fmla="*/ 335075 h 834218"/>
                <a:gd name="connsiteX229" fmla="*/ 1273776 w 3024845"/>
                <a:gd name="connsiteY229" fmla="*/ 335075 h 834218"/>
                <a:gd name="connsiteX230" fmla="*/ 1280869 w 3024845"/>
                <a:gd name="connsiteY230" fmla="*/ 335075 h 834218"/>
                <a:gd name="connsiteX231" fmla="*/ 1293029 w 3024845"/>
                <a:gd name="connsiteY231" fmla="*/ 291840 h 834218"/>
                <a:gd name="connsiteX232" fmla="*/ 1294296 w 3024845"/>
                <a:gd name="connsiteY232" fmla="*/ 291840 h 834218"/>
                <a:gd name="connsiteX233" fmla="*/ 1303163 w 3024845"/>
                <a:gd name="connsiteY233" fmla="*/ 291840 h 834218"/>
                <a:gd name="connsiteX234" fmla="*/ 1313296 w 3024845"/>
                <a:gd name="connsiteY234" fmla="*/ 335075 h 834218"/>
                <a:gd name="connsiteX235" fmla="*/ 1314309 w 3024845"/>
                <a:gd name="connsiteY235" fmla="*/ 335075 h 834218"/>
                <a:gd name="connsiteX236" fmla="*/ 1321403 w 3024845"/>
                <a:gd name="connsiteY236" fmla="*/ 335075 h 834218"/>
                <a:gd name="connsiteX237" fmla="*/ 1321403 w 3024845"/>
                <a:gd name="connsiteY237" fmla="*/ 373987 h 834218"/>
                <a:gd name="connsiteX238" fmla="*/ 1323176 w 3024845"/>
                <a:gd name="connsiteY238" fmla="*/ 373987 h 834218"/>
                <a:gd name="connsiteX239" fmla="*/ 1335590 w 3024845"/>
                <a:gd name="connsiteY239" fmla="*/ 373987 h 834218"/>
                <a:gd name="connsiteX240" fmla="*/ 1335590 w 3024845"/>
                <a:gd name="connsiteY240" fmla="*/ 376149 h 834218"/>
                <a:gd name="connsiteX241" fmla="*/ 1335590 w 3024845"/>
                <a:gd name="connsiteY241" fmla="*/ 391281 h 834218"/>
                <a:gd name="connsiteX242" fmla="*/ 1339643 w 3024845"/>
                <a:gd name="connsiteY242" fmla="*/ 389120 h 834218"/>
                <a:gd name="connsiteX243" fmla="*/ 1339643 w 3024845"/>
                <a:gd name="connsiteY243" fmla="*/ 373987 h 834218"/>
                <a:gd name="connsiteX244" fmla="*/ 1341163 w 3024845"/>
                <a:gd name="connsiteY244" fmla="*/ 373987 h 834218"/>
                <a:gd name="connsiteX245" fmla="*/ 1351803 w 3024845"/>
                <a:gd name="connsiteY245" fmla="*/ 373987 h 834218"/>
                <a:gd name="connsiteX246" fmla="*/ 1351803 w 3024845"/>
                <a:gd name="connsiteY246" fmla="*/ 375608 h 834218"/>
                <a:gd name="connsiteX247" fmla="*/ 1351803 w 3024845"/>
                <a:gd name="connsiteY247" fmla="*/ 386958 h 834218"/>
                <a:gd name="connsiteX248" fmla="*/ 1382204 w 3024845"/>
                <a:gd name="connsiteY248" fmla="*/ 386958 h 834218"/>
                <a:gd name="connsiteX249" fmla="*/ 1382204 w 3024845"/>
                <a:gd name="connsiteY249" fmla="*/ 350208 h 834218"/>
                <a:gd name="connsiteX250" fmla="*/ 1383470 w 3024845"/>
                <a:gd name="connsiteY250" fmla="*/ 350208 h 834218"/>
                <a:gd name="connsiteX251" fmla="*/ 1392337 w 3024845"/>
                <a:gd name="connsiteY251" fmla="*/ 350208 h 834218"/>
                <a:gd name="connsiteX252" fmla="*/ 1392337 w 3024845"/>
                <a:gd name="connsiteY252" fmla="*/ 371825 h 834218"/>
                <a:gd name="connsiteX253" fmla="*/ 1394364 w 3024845"/>
                <a:gd name="connsiteY253" fmla="*/ 339399 h 834218"/>
                <a:gd name="connsiteX254" fmla="*/ 1416657 w 3024845"/>
                <a:gd name="connsiteY254" fmla="*/ 339399 h 834218"/>
                <a:gd name="connsiteX255" fmla="*/ 1416657 w 3024845"/>
                <a:gd name="connsiteY255" fmla="*/ 337777 h 834218"/>
                <a:gd name="connsiteX256" fmla="*/ 1416657 w 3024845"/>
                <a:gd name="connsiteY256" fmla="*/ 326428 h 834218"/>
                <a:gd name="connsiteX257" fmla="*/ 1417417 w 3024845"/>
                <a:gd name="connsiteY257" fmla="*/ 326428 h 834218"/>
                <a:gd name="connsiteX258" fmla="*/ 1422737 w 3024845"/>
                <a:gd name="connsiteY258" fmla="*/ 326428 h 834218"/>
                <a:gd name="connsiteX259" fmla="*/ 1422737 w 3024845"/>
                <a:gd name="connsiteY259" fmla="*/ 324537 h 834218"/>
                <a:gd name="connsiteX260" fmla="*/ 1422737 w 3024845"/>
                <a:gd name="connsiteY260" fmla="*/ 311296 h 834218"/>
                <a:gd name="connsiteX261" fmla="*/ 1426791 w 3024845"/>
                <a:gd name="connsiteY261" fmla="*/ 317781 h 834218"/>
                <a:gd name="connsiteX262" fmla="*/ 1429071 w 3024845"/>
                <a:gd name="connsiteY262" fmla="*/ 317781 h 834218"/>
                <a:gd name="connsiteX263" fmla="*/ 1445031 w 3024845"/>
                <a:gd name="connsiteY263" fmla="*/ 317781 h 834218"/>
                <a:gd name="connsiteX264" fmla="*/ 1445031 w 3024845"/>
                <a:gd name="connsiteY264" fmla="*/ 316970 h 834218"/>
                <a:gd name="connsiteX265" fmla="*/ 1445031 w 3024845"/>
                <a:gd name="connsiteY265" fmla="*/ 311296 h 834218"/>
                <a:gd name="connsiteX266" fmla="*/ 1445791 w 3024845"/>
                <a:gd name="connsiteY266" fmla="*/ 311296 h 834218"/>
                <a:gd name="connsiteX267" fmla="*/ 1451111 w 3024845"/>
                <a:gd name="connsiteY267" fmla="*/ 311296 h 834218"/>
                <a:gd name="connsiteX268" fmla="*/ 1451111 w 3024845"/>
                <a:gd name="connsiteY268" fmla="*/ 312647 h 834218"/>
                <a:gd name="connsiteX269" fmla="*/ 1451111 w 3024845"/>
                <a:gd name="connsiteY269" fmla="*/ 322105 h 834218"/>
                <a:gd name="connsiteX270" fmla="*/ 1489618 w 3024845"/>
                <a:gd name="connsiteY270" fmla="*/ 322105 h 834218"/>
                <a:gd name="connsiteX271" fmla="*/ 1489618 w 3024845"/>
                <a:gd name="connsiteY271" fmla="*/ 460458 h 834218"/>
                <a:gd name="connsiteX272" fmla="*/ 1491138 w 3024845"/>
                <a:gd name="connsiteY272" fmla="*/ 460458 h 834218"/>
                <a:gd name="connsiteX273" fmla="*/ 1501778 w 3024845"/>
                <a:gd name="connsiteY273" fmla="*/ 460458 h 834218"/>
                <a:gd name="connsiteX274" fmla="*/ 1501778 w 3024845"/>
                <a:gd name="connsiteY274" fmla="*/ 447488 h 834218"/>
                <a:gd name="connsiteX275" fmla="*/ 1505832 w 3024845"/>
                <a:gd name="connsiteY275" fmla="*/ 447488 h 834218"/>
                <a:gd name="connsiteX276" fmla="*/ 1505832 w 3024845"/>
                <a:gd name="connsiteY276" fmla="*/ 460458 h 834218"/>
                <a:gd name="connsiteX277" fmla="*/ 1536232 w 3024845"/>
                <a:gd name="connsiteY277" fmla="*/ 460458 h 834218"/>
                <a:gd name="connsiteX278" fmla="*/ 1536232 w 3024845"/>
                <a:gd name="connsiteY278" fmla="*/ 430193 h 834218"/>
                <a:gd name="connsiteX279" fmla="*/ 1548392 w 3024845"/>
                <a:gd name="connsiteY279" fmla="*/ 430193 h 834218"/>
                <a:gd name="connsiteX280" fmla="*/ 1560552 w 3024845"/>
                <a:gd name="connsiteY280" fmla="*/ 428032 h 834218"/>
                <a:gd name="connsiteX281" fmla="*/ 1564606 w 3024845"/>
                <a:gd name="connsiteY281" fmla="*/ 430193 h 834218"/>
                <a:gd name="connsiteX282" fmla="*/ 1574739 w 3024845"/>
                <a:gd name="connsiteY282" fmla="*/ 430193 h 834218"/>
                <a:gd name="connsiteX283" fmla="*/ 1574739 w 3024845"/>
                <a:gd name="connsiteY283" fmla="*/ 460458 h 834218"/>
                <a:gd name="connsiteX284" fmla="*/ 1582846 w 3024845"/>
                <a:gd name="connsiteY284" fmla="*/ 460458 h 834218"/>
                <a:gd name="connsiteX285" fmla="*/ 1582846 w 3024845"/>
                <a:gd name="connsiteY285" fmla="*/ 477753 h 834218"/>
                <a:gd name="connsiteX286" fmla="*/ 1592182 w 3024845"/>
                <a:gd name="connsiteY286" fmla="*/ 478658 h 834218"/>
                <a:gd name="connsiteX287" fmla="*/ 1605140 w 3024845"/>
                <a:gd name="connsiteY287" fmla="*/ 478658 h 834218"/>
                <a:gd name="connsiteX288" fmla="*/ 1605140 w 3024845"/>
                <a:gd name="connsiteY288" fmla="*/ 462620 h 834218"/>
                <a:gd name="connsiteX289" fmla="*/ 1673096 w 3024845"/>
                <a:gd name="connsiteY289" fmla="*/ 462620 h 834218"/>
                <a:gd name="connsiteX290" fmla="*/ 1673096 w 3024845"/>
                <a:gd name="connsiteY290" fmla="*/ 377367 h 834218"/>
                <a:gd name="connsiteX291" fmla="*/ 1745104 w 3024845"/>
                <a:gd name="connsiteY291" fmla="*/ 377367 h 834218"/>
                <a:gd name="connsiteX292" fmla="*/ 1745104 w 3024845"/>
                <a:gd name="connsiteY292" fmla="*/ 456135 h 834218"/>
                <a:gd name="connsiteX293" fmla="*/ 1747008 w 3024845"/>
                <a:gd name="connsiteY293" fmla="*/ 456135 h 834218"/>
                <a:gd name="connsiteX294" fmla="*/ 1748250 w 3024845"/>
                <a:gd name="connsiteY294" fmla="*/ 478658 h 834218"/>
                <a:gd name="connsiteX295" fmla="*/ 1757926 w 3024845"/>
                <a:gd name="connsiteY295" fmla="*/ 478658 h 834218"/>
                <a:gd name="connsiteX296" fmla="*/ 1759168 w 3024845"/>
                <a:gd name="connsiteY296" fmla="*/ 456135 h 834218"/>
                <a:gd name="connsiteX297" fmla="*/ 1765248 w 3024845"/>
                <a:gd name="connsiteY297" fmla="*/ 456135 h 834218"/>
                <a:gd name="connsiteX298" fmla="*/ 1766490 w 3024845"/>
                <a:gd name="connsiteY298" fmla="*/ 478658 h 834218"/>
                <a:gd name="connsiteX299" fmla="*/ 1817112 w 3024845"/>
                <a:gd name="connsiteY299" fmla="*/ 478658 h 834218"/>
                <a:gd name="connsiteX300" fmla="*/ 1817112 w 3024845"/>
                <a:gd name="connsiteY300" fmla="*/ 315630 h 834218"/>
                <a:gd name="connsiteX301" fmla="*/ 2014439 w 3024845"/>
                <a:gd name="connsiteY301" fmla="*/ 315630 h 834218"/>
                <a:gd name="connsiteX302" fmla="*/ 2014439 w 3024845"/>
                <a:gd name="connsiteY302" fmla="*/ 478658 h 834218"/>
                <a:gd name="connsiteX303" fmla="*/ 2033136 w 3024845"/>
                <a:gd name="connsiteY303" fmla="*/ 478658 h 834218"/>
                <a:gd name="connsiteX304" fmla="*/ 2033136 w 3024845"/>
                <a:gd name="connsiteY304" fmla="*/ 395965 h 834218"/>
                <a:gd name="connsiteX305" fmla="*/ 2128256 w 3024845"/>
                <a:gd name="connsiteY305" fmla="*/ 395965 h 834218"/>
                <a:gd name="connsiteX306" fmla="*/ 2180720 w 3024845"/>
                <a:gd name="connsiteY306" fmla="*/ 330752 h 834218"/>
                <a:gd name="connsiteX307" fmla="*/ 2245574 w 3024845"/>
                <a:gd name="connsiteY307" fmla="*/ 330752 h 834218"/>
                <a:gd name="connsiteX308" fmla="*/ 2245574 w 3024845"/>
                <a:gd name="connsiteY308" fmla="*/ 406414 h 834218"/>
                <a:gd name="connsiteX309" fmla="*/ 2253681 w 3024845"/>
                <a:gd name="connsiteY309" fmla="*/ 406414 h 834218"/>
                <a:gd name="connsiteX310" fmla="*/ 2255708 w 3024845"/>
                <a:gd name="connsiteY310" fmla="*/ 399929 h 834218"/>
                <a:gd name="connsiteX311" fmla="*/ 2261788 w 3024845"/>
                <a:gd name="connsiteY311" fmla="*/ 399929 h 834218"/>
                <a:gd name="connsiteX312" fmla="*/ 2263815 w 3024845"/>
                <a:gd name="connsiteY312" fmla="*/ 408576 h 834218"/>
                <a:gd name="connsiteX313" fmla="*/ 2275975 w 3024845"/>
                <a:gd name="connsiteY313" fmla="*/ 408576 h 834218"/>
                <a:gd name="connsiteX314" fmla="*/ 2275975 w 3024845"/>
                <a:gd name="connsiteY314" fmla="*/ 402090 h 834218"/>
                <a:gd name="connsiteX315" fmla="*/ 2298268 w 3024845"/>
                <a:gd name="connsiteY315" fmla="*/ 402090 h 834218"/>
                <a:gd name="connsiteX316" fmla="*/ 2298268 w 3024845"/>
                <a:gd name="connsiteY316" fmla="*/ 408576 h 834218"/>
                <a:gd name="connsiteX317" fmla="*/ 2318535 w 3024845"/>
                <a:gd name="connsiteY317" fmla="*/ 408576 h 834218"/>
                <a:gd name="connsiteX318" fmla="*/ 2318535 w 3024845"/>
                <a:gd name="connsiteY318" fmla="*/ 453973 h 834218"/>
                <a:gd name="connsiteX319" fmla="*/ 2332722 w 3024845"/>
                <a:gd name="connsiteY319" fmla="*/ 453973 h 834218"/>
                <a:gd name="connsiteX320" fmla="*/ 2332722 w 3024845"/>
                <a:gd name="connsiteY320" fmla="*/ 441002 h 834218"/>
                <a:gd name="connsiteX321" fmla="*/ 2348936 w 3024845"/>
                <a:gd name="connsiteY321" fmla="*/ 441002 h 834218"/>
                <a:gd name="connsiteX322" fmla="*/ 2348936 w 3024845"/>
                <a:gd name="connsiteY322" fmla="*/ 261575 h 834218"/>
                <a:gd name="connsiteX323" fmla="*/ 2355016 w 3024845"/>
                <a:gd name="connsiteY323" fmla="*/ 255089 h 834218"/>
                <a:gd name="connsiteX324" fmla="*/ 2427977 w 3024845"/>
                <a:gd name="connsiteY324" fmla="*/ 255089 h 834218"/>
                <a:gd name="connsiteX325" fmla="*/ 2427977 w 3024845"/>
                <a:gd name="connsiteY325" fmla="*/ 263737 h 834218"/>
                <a:gd name="connsiteX326" fmla="*/ 2438110 w 3024845"/>
                <a:gd name="connsiteY326" fmla="*/ 263737 h 834218"/>
                <a:gd name="connsiteX327" fmla="*/ 2438110 w 3024845"/>
                <a:gd name="connsiteY327" fmla="*/ 378311 h 834218"/>
                <a:gd name="connsiteX328" fmla="*/ 2460404 w 3024845"/>
                <a:gd name="connsiteY328" fmla="*/ 378311 h 834218"/>
                <a:gd name="connsiteX329" fmla="*/ 2460404 w 3024845"/>
                <a:gd name="connsiteY329" fmla="*/ 311296 h 834218"/>
                <a:gd name="connsiteX330" fmla="*/ 2486751 w 3024845"/>
                <a:gd name="connsiteY330" fmla="*/ 311296 h 834218"/>
                <a:gd name="connsiteX331" fmla="*/ 2490804 w 3024845"/>
                <a:gd name="connsiteY331" fmla="*/ 306972 h 834218"/>
                <a:gd name="connsiteX332" fmla="*/ 2498911 w 3024845"/>
                <a:gd name="connsiteY332" fmla="*/ 306972 h 834218"/>
                <a:gd name="connsiteX333" fmla="*/ 2502964 w 3024845"/>
                <a:gd name="connsiteY333" fmla="*/ 311296 h 834218"/>
                <a:gd name="connsiteX334" fmla="*/ 2525258 w 3024845"/>
                <a:gd name="connsiteY334" fmla="*/ 311296 h 834218"/>
                <a:gd name="connsiteX335" fmla="*/ 2525258 w 3024845"/>
                <a:gd name="connsiteY335" fmla="*/ 194560 h 834218"/>
                <a:gd name="connsiteX336" fmla="*/ 2582005 w 3024845"/>
                <a:gd name="connsiteY336" fmla="*/ 183751 h 834218"/>
                <a:gd name="connsiteX337" fmla="*/ 2582005 w 3024845"/>
                <a:gd name="connsiteY337" fmla="*/ 184832 h 834218"/>
                <a:gd name="connsiteX338" fmla="*/ 2582005 w 3024845"/>
                <a:gd name="connsiteY338" fmla="*/ 192398 h 834218"/>
                <a:gd name="connsiteX339" fmla="*/ 2608352 w 3024845"/>
                <a:gd name="connsiteY339" fmla="*/ 192398 h 834218"/>
                <a:gd name="connsiteX340" fmla="*/ 2608352 w 3024845"/>
                <a:gd name="connsiteY340" fmla="*/ 447488 h 834218"/>
                <a:gd name="connsiteX341" fmla="*/ 2630646 w 3024845"/>
                <a:gd name="connsiteY341" fmla="*/ 447488 h 834218"/>
                <a:gd name="connsiteX342" fmla="*/ 2630646 w 3024845"/>
                <a:gd name="connsiteY342" fmla="*/ 443164 h 834218"/>
                <a:gd name="connsiteX343" fmla="*/ 2642806 w 3024845"/>
                <a:gd name="connsiteY343" fmla="*/ 443164 h 834218"/>
                <a:gd name="connsiteX344" fmla="*/ 2642806 w 3024845"/>
                <a:gd name="connsiteY344" fmla="*/ 447488 h 834218"/>
                <a:gd name="connsiteX345" fmla="*/ 2667126 w 3024845"/>
                <a:gd name="connsiteY345" fmla="*/ 447488 h 834218"/>
                <a:gd name="connsiteX346" fmla="*/ 2667126 w 3024845"/>
                <a:gd name="connsiteY346" fmla="*/ 434517 h 834218"/>
                <a:gd name="connsiteX347" fmla="*/ 2695500 w 3024845"/>
                <a:gd name="connsiteY347" fmla="*/ 434517 h 834218"/>
                <a:gd name="connsiteX348" fmla="*/ 2707660 w 3024845"/>
                <a:gd name="connsiteY348" fmla="*/ 430193 h 834218"/>
                <a:gd name="connsiteX349" fmla="*/ 2727927 w 3024845"/>
                <a:gd name="connsiteY349" fmla="*/ 434517 h 834218"/>
                <a:gd name="connsiteX350" fmla="*/ 2727927 w 3024845"/>
                <a:gd name="connsiteY350" fmla="*/ 417223 h 834218"/>
                <a:gd name="connsiteX351" fmla="*/ 2736034 w 3024845"/>
                <a:gd name="connsiteY351" fmla="*/ 417223 h 834218"/>
                <a:gd name="connsiteX352" fmla="*/ 2736034 w 3024845"/>
                <a:gd name="connsiteY352" fmla="*/ 404252 h 834218"/>
                <a:gd name="connsiteX353" fmla="*/ 2792781 w 3024845"/>
                <a:gd name="connsiteY353" fmla="*/ 404252 h 834218"/>
                <a:gd name="connsiteX354" fmla="*/ 2792781 w 3024845"/>
                <a:gd name="connsiteY354" fmla="*/ 373987 h 834218"/>
                <a:gd name="connsiteX355" fmla="*/ 2811021 w 3024845"/>
                <a:gd name="connsiteY355" fmla="*/ 373987 h 834218"/>
                <a:gd name="connsiteX356" fmla="*/ 2811021 w 3024845"/>
                <a:gd name="connsiteY356" fmla="*/ 367502 h 834218"/>
                <a:gd name="connsiteX357" fmla="*/ 2823181 w 3024845"/>
                <a:gd name="connsiteY357" fmla="*/ 367502 h 834218"/>
                <a:gd name="connsiteX358" fmla="*/ 2823181 w 3024845"/>
                <a:gd name="connsiteY358" fmla="*/ 373987 h 834218"/>
                <a:gd name="connsiteX359" fmla="*/ 2839395 w 3024845"/>
                <a:gd name="connsiteY359" fmla="*/ 373987 h 834218"/>
                <a:gd name="connsiteX360" fmla="*/ 2839395 w 3024845"/>
                <a:gd name="connsiteY360" fmla="*/ 423708 h 834218"/>
                <a:gd name="connsiteX361" fmla="*/ 2871822 w 3024845"/>
                <a:gd name="connsiteY361" fmla="*/ 423708 h 834218"/>
                <a:gd name="connsiteX362" fmla="*/ 2871822 w 3024845"/>
                <a:gd name="connsiteY362" fmla="*/ 397767 h 834218"/>
                <a:gd name="connsiteX363" fmla="*/ 2910329 w 3024845"/>
                <a:gd name="connsiteY363" fmla="*/ 397767 h 834218"/>
                <a:gd name="connsiteX364" fmla="*/ 2910329 w 3024845"/>
                <a:gd name="connsiteY364" fmla="*/ 367502 h 834218"/>
                <a:gd name="connsiteX365" fmla="*/ 2958970 w 3024845"/>
                <a:gd name="connsiteY365" fmla="*/ 367502 h 834218"/>
                <a:gd name="connsiteX366" fmla="*/ 2958970 w 3024845"/>
                <a:gd name="connsiteY366" fmla="*/ 478658 h 834218"/>
                <a:gd name="connsiteX367" fmla="*/ 2958970 w 3024845"/>
                <a:gd name="connsiteY367" fmla="*/ 492437 h 834218"/>
                <a:gd name="connsiteX368" fmla="*/ 3024845 w 3024845"/>
                <a:gd name="connsiteY368" fmla="*/ 492437 h 834218"/>
                <a:gd name="connsiteX369" fmla="*/ 3024845 w 3024845"/>
                <a:gd name="connsiteY369" fmla="*/ 834218 h 834218"/>
                <a:gd name="connsiteX370" fmla="*/ 2054 w 3024845"/>
                <a:gd name="connsiteY370" fmla="*/ 831885 h 834218"/>
                <a:gd name="connsiteX371" fmla="*/ 0 w 3024845"/>
                <a:gd name="connsiteY371" fmla="*/ 397767 h 834218"/>
                <a:gd name="connsiteX372" fmla="*/ 20267 w 3024845"/>
                <a:gd name="connsiteY372" fmla="*/ 397767 h 834218"/>
                <a:gd name="connsiteX373" fmla="*/ 20774 w 3024845"/>
                <a:gd name="connsiteY373" fmla="*/ 396686 h 834218"/>
                <a:gd name="connsiteX374" fmla="*/ 24320 w 3024845"/>
                <a:gd name="connsiteY374" fmla="*/ 389120 h 834218"/>
                <a:gd name="connsiteX375" fmla="*/ 26094 w 3024845"/>
                <a:gd name="connsiteY375" fmla="*/ 389390 h 834218"/>
                <a:gd name="connsiteX376" fmla="*/ 38507 w 3024845"/>
                <a:gd name="connsiteY376" fmla="*/ 391281 h 834218"/>
                <a:gd name="connsiteX377" fmla="*/ 39014 w 3024845"/>
                <a:gd name="connsiteY377" fmla="*/ 392633 h 834218"/>
                <a:gd name="connsiteX378" fmla="*/ 42560 w 3024845"/>
                <a:gd name="connsiteY378" fmla="*/ 402090 h 834218"/>
                <a:gd name="connsiteX379" fmla="*/ 68907 w 3024845"/>
                <a:gd name="connsiteY379" fmla="*/ 404252 h 834218"/>
                <a:gd name="connsiteX380" fmla="*/ 68907 w 3024845"/>
                <a:gd name="connsiteY380" fmla="*/ 281031 h 834218"/>
                <a:gd name="connsiteX381" fmla="*/ 70934 w 3024845"/>
                <a:gd name="connsiteY381" fmla="*/ 281031 h 834218"/>
                <a:gd name="connsiteX382" fmla="*/ 85121 w 3024845"/>
                <a:gd name="connsiteY382" fmla="*/ 281031 h 834218"/>
                <a:gd name="connsiteX383" fmla="*/ 85121 w 3024845"/>
                <a:gd name="connsiteY383" fmla="*/ 144839 h 834218"/>
                <a:gd name="connsiteX384" fmla="*/ 86894 w 3024845"/>
                <a:gd name="connsiteY384" fmla="*/ 144839 h 834218"/>
                <a:gd name="connsiteX385" fmla="*/ 99308 w 3024845"/>
                <a:gd name="connsiteY385" fmla="*/ 144839 h 834218"/>
                <a:gd name="connsiteX386" fmla="*/ 99308 w 3024845"/>
                <a:gd name="connsiteY386" fmla="*/ 30265 h 834218"/>
                <a:gd name="connsiteX387" fmla="*/ 103361 w 3024845"/>
                <a:gd name="connsiteY387" fmla="*/ 2161 h 834218"/>
                <a:gd name="connsiteX0" fmla="*/ 103361 w 3024845"/>
                <a:gd name="connsiteY0" fmla="*/ 2161 h 834218"/>
                <a:gd name="connsiteX1" fmla="*/ 200642 w 3024845"/>
                <a:gd name="connsiteY1" fmla="*/ 0 h 834218"/>
                <a:gd name="connsiteX2" fmla="*/ 220909 w 3024845"/>
                <a:gd name="connsiteY2" fmla="*/ 144839 h 834218"/>
                <a:gd name="connsiteX3" fmla="*/ 223189 w 3024845"/>
                <a:gd name="connsiteY3" fmla="*/ 144839 h 834218"/>
                <a:gd name="connsiteX4" fmla="*/ 239150 w 3024845"/>
                <a:gd name="connsiteY4" fmla="*/ 144839 h 834218"/>
                <a:gd name="connsiteX5" fmla="*/ 239150 w 3024845"/>
                <a:gd name="connsiteY5" fmla="*/ 285354 h 834218"/>
                <a:gd name="connsiteX6" fmla="*/ 240670 w 3024845"/>
                <a:gd name="connsiteY6" fmla="*/ 285084 h 834218"/>
                <a:gd name="connsiteX7" fmla="*/ 251310 w 3024845"/>
                <a:gd name="connsiteY7" fmla="*/ 283193 h 834218"/>
                <a:gd name="connsiteX8" fmla="*/ 249283 w 3024845"/>
                <a:gd name="connsiteY8" fmla="*/ 371825 h 834218"/>
                <a:gd name="connsiteX9" fmla="*/ 250803 w 3024845"/>
                <a:gd name="connsiteY9" fmla="*/ 372096 h 834218"/>
                <a:gd name="connsiteX10" fmla="*/ 261443 w 3024845"/>
                <a:gd name="connsiteY10" fmla="*/ 373987 h 834218"/>
                <a:gd name="connsiteX11" fmla="*/ 261696 w 3024845"/>
                <a:gd name="connsiteY11" fmla="*/ 374798 h 834218"/>
                <a:gd name="connsiteX12" fmla="*/ 263470 w 3024845"/>
                <a:gd name="connsiteY12" fmla="*/ 380473 h 834218"/>
                <a:gd name="connsiteX13" fmla="*/ 264230 w 3024845"/>
                <a:gd name="connsiteY13" fmla="*/ 378041 h 834218"/>
                <a:gd name="connsiteX14" fmla="*/ 269550 w 3024845"/>
                <a:gd name="connsiteY14" fmla="*/ 361017 h 834218"/>
                <a:gd name="connsiteX15" fmla="*/ 271323 w 3024845"/>
                <a:gd name="connsiteY15" fmla="*/ 361017 h 834218"/>
                <a:gd name="connsiteX16" fmla="*/ 283737 w 3024845"/>
                <a:gd name="connsiteY16" fmla="*/ 361017 h 834218"/>
                <a:gd name="connsiteX17" fmla="*/ 283737 w 3024845"/>
                <a:gd name="connsiteY17" fmla="*/ 393443 h 834218"/>
                <a:gd name="connsiteX18" fmla="*/ 284750 w 3024845"/>
                <a:gd name="connsiteY18" fmla="*/ 393984 h 834218"/>
                <a:gd name="connsiteX19" fmla="*/ 291844 w 3024845"/>
                <a:gd name="connsiteY19" fmla="*/ 397767 h 834218"/>
                <a:gd name="connsiteX20" fmla="*/ 291844 w 3024845"/>
                <a:gd name="connsiteY20" fmla="*/ 399118 h 834218"/>
                <a:gd name="connsiteX21" fmla="*/ 291844 w 3024845"/>
                <a:gd name="connsiteY21" fmla="*/ 408576 h 834218"/>
                <a:gd name="connsiteX22" fmla="*/ 336431 w 3024845"/>
                <a:gd name="connsiteY22" fmla="*/ 408576 h 834218"/>
                <a:gd name="connsiteX23" fmla="*/ 336431 w 3024845"/>
                <a:gd name="connsiteY23" fmla="*/ 409657 h 834218"/>
                <a:gd name="connsiteX24" fmla="*/ 336431 w 3024845"/>
                <a:gd name="connsiteY24" fmla="*/ 417223 h 834218"/>
                <a:gd name="connsiteX25" fmla="*/ 338457 w 3024845"/>
                <a:gd name="connsiteY25" fmla="*/ 417223 h 834218"/>
                <a:gd name="connsiteX26" fmla="*/ 352644 w 3024845"/>
                <a:gd name="connsiteY26" fmla="*/ 417223 h 834218"/>
                <a:gd name="connsiteX27" fmla="*/ 352644 w 3024845"/>
                <a:gd name="connsiteY27" fmla="*/ 386958 h 834218"/>
                <a:gd name="connsiteX28" fmla="*/ 397231 w 3024845"/>
                <a:gd name="connsiteY28" fmla="*/ 386958 h 834218"/>
                <a:gd name="connsiteX29" fmla="*/ 397231 w 3024845"/>
                <a:gd name="connsiteY29" fmla="*/ 385607 h 834218"/>
                <a:gd name="connsiteX30" fmla="*/ 397231 w 3024845"/>
                <a:gd name="connsiteY30" fmla="*/ 376149 h 834218"/>
                <a:gd name="connsiteX31" fmla="*/ 398245 w 3024845"/>
                <a:gd name="connsiteY31" fmla="*/ 376149 h 834218"/>
                <a:gd name="connsiteX32" fmla="*/ 405338 w 3024845"/>
                <a:gd name="connsiteY32" fmla="*/ 376149 h 834218"/>
                <a:gd name="connsiteX33" fmla="*/ 405338 w 3024845"/>
                <a:gd name="connsiteY33" fmla="*/ 374258 h 834218"/>
                <a:gd name="connsiteX34" fmla="*/ 405338 w 3024845"/>
                <a:gd name="connsiteY34" fmla="*/ 361017 h 834218"/>
                <a:gd name="connsiteX35" fmla="*/ 406098 w 3024845"/>
                <a:gd name="connsiteY35" fmla="*/ 361017 h 834218"/>
                <a:gd name="connsiteX36" fmla="*/ 411418 w 3024845"/>
                <a:gd name="connsiteY36" fmla="*/ 361017 h 834218"/>
                <a:gd name="connsiteX37" fmla="*/ 411418 w 3024845"/>
                <a:gd name="connsiteY37" fmla="*/ 359936 h 834218"/>
                <a:gd name="connsiteX38" fmla="*/ 411418 w 3024845"/>
                <a:gd name="connsiteY38" fmla="*/ 352369 h 834218"/>
                <a:gd name="connsiteX39" fmla="*/ 413445 w 3024845"/>
                <a:gd name="connsiteY39" fmla="*/ 352369 h 834218"/>
                <a:gd name="connsiteX40" fmla="*/ 427632 w 3024845"/>
                <a:gd name="connsiteY40" fmla="*/ 352369 h 834218"/>
                <a:gd name="connsiteX41" fmla="*/ 427632 w 3024845"/>
                <a:gd name="connsiteY41" fmla="*/ 353450 h 834218"/>
                <a:gd name="connsiteX42" fmla="*/ 427632 w 3024845"/>
                <a:gd name="connsiteY42" fmla="*/ 361017 h 834218"/>
                <a:gd name="connsiteX43" fmla="*/ 449925 w 3024845"/>
                <a:gd name="connsiteY43" fmla="*/ 361017 h 834218"/>
                <a:gd name="connsiteX44" fmla="*/ 449925 w 3024845"/>
                <a:gd name="connsiteY44" fmla="*/ 359125 h 834218"/>
                <a:gd name="connsiteX45" fmla="*/ 449925 w 3024845"/>
                <a:gd name="connsiteY45" fmla="*/ 345884 h 834218"/>
                <a:gd name="connsiteX46" fmla="*/ 451699 w 3024845"/>
                <a:gd name="connsiteY46" fmla="*/ 345884 h 834218"/>
                <a:gd name="connsiteX47" fmla="*/ 464112 w 3024845"/>
                <a:gd name="connsiteY47" fmla="*/ 345884 h 834218"/>
                <a:gd name="connsiteX48" fmla="*/ 464112 w 3024845"/>
                <a:gd name="connsiteY48" fmla="*/ 369664 h 834218"/>
                <a:gd name="connsiteX49" fmla="*/ 465126 w 3024845"/>
                <a:gd name="connsiteY49" fmla="*/ 369664 h 834218"/>
                <a:gd name="connsiteX50" fmla="*/ 472219 w 3024845"/>
                <a:gd name="connsiteY50" fmla="*/ 369664 h 834218"/>
                <a:gd name="connsiteX51" fmla="*/ 472219 w 3024845"/>
                <a:gd name="connsiteY51" fmla="*/ 368583 h 834218"/>
                <a:gd name="connsiteX52" fmla="*/ 472219 w 3024845"/>
                <a:gd name="connsiteY52" fmla="*/ 361017 h 834218"/>
                <a:gd name="connsiteX53" fmla="*/ 473992 w 3024845"/>
                <a:gd name="connsiteY53" fmla="*/ 361017 h 834218"/>
                <a:gd name="connsiteX54" fmla="*/ 486406 w 3024845"/>
                <a:gd name="connsiteY54" fmla="*/ 361017 h 834218"/>
                <a:gd name="connsiteX55" fmla="*/ 486406 w 3024845"/>
                <a:gd name="connsiteY55" fmla="*/ 386958 h 834218"/>
                <a:gd name="connsiteX56" fmla="*/ 488433 w 3024845"/>
                <a:gd name="connsiteY56" fmla="*/ 386958 h 834218"/>
                <a:gd name="connsiteX57" fmla="*/ 502619 w 3024845"/>
                <a:gd name="connsiteY57" fmla="*/ 386958 h 834218"/>
                <a:gd name="connsiteX58" fmla="*/ 502619 w 3024845"/>
                <a:gd name="connsiteY58" fmla="*/ 388579 h 834218"/>
                <a:gd name="connsiteX59" fmla="*/ 502619 w 3024845"/>
                <a:gd name="connsiteY59" fmla="*/ 399929 h 834218"/>
                <a:gd name="connsiteX60" fmla="*/ 503379 w 3024845"/>
                <a:gd name="connsiteY60" fmla="*/ 399929 h 834218"/>
                <a:gd name="connsiteX61" fmla="*/ 508700 w 3024845"/>
                <a:gd name="connsiteY61" fmla="*/ 399929 h 834218"/>
                <a:gd name="connsiteX62" fmla="*/ 508700 w 3024845"/>
                <a:gd name="connsiteY62" fmla="*/ 399118 h 834218"/>
                <a:gd name="connsiteX63" fmla="*/ 508700 w 3024845"/>
                <a:gd name="connsiteY63" fmla="*/ 393443 h 834218"/>
                <a:gd name="connsiteX64" fmla="*/ 539100 w 3024845"/>
                <a:gd name="connsiteY64" fmla="*/ 393443 h 834218"/>
                <a:gd name="connsiteX65" fmla="*/ 539100 w 3024845"/>
                <a:gd name="connsiteY65" fmla="*/ 417223 h 834218"/>
                <a:gd name="connsiteX66" fmla="*/ 540113 w 3024845"/>
                <a:gd name="connsiteY66" fmla="*/ 417223 h 834218"/>
                <a:gd name="connsiteX67" fmla="*/ 547207 w 3024845"/>
                <a:gd name="connsiteY67" fmla="*/ 417223 h 834218"/>
                <a:gd name="connsiteX68" fmla="*/ 547207 w 3024845"/>
                <a:gd name="connsiteY68" fmla="*/ 418304 h 834218"/>
                <a:gd name="connsiteX69" fmla="*/ 547207 w 3024845"/>
                <a:gd name="connsiteY69" fmla="*/ 425870 h 834218"/>
                <a:gd name="connsiteX70" fmla="*/ 547967 w 3024845"/>
                <a:gd name="connsiteY70" fmla="*/ 425870 h 834218"/>
                <a:gd name="connsiteX71" fmla="*/ 553287 w 3024845"/>
                <a:gd name="connsiteY71" fmla="*/ 425870 h 834218"/>
                <a:gd name="connsiteX72" fmla="*/ 553287 w 3024845"/>
                <a:gd name="connsiteY72" fmla="*/ 423708 h 834218"/>
                <a:gd name="connsiteX73" fmla="*/ 553287 w 3024845"/>
                <a:gd name="connsiteY73" fmla="*/ 408576 h 834218"/>
                <a:gd name="connsiteX74" fmla="*/ 554300 w 3024845"/>
                <a:gd name="connsiteY74" fmla="*/ 408576 h 834218"/>
                <a:gd name="connsiteX75" fmla="*/ 561394 w 3024845"/>
                <a:gd name="connsiteY75" fmla="*/ 408576 h 834218"/>
                <a:gd name="connsiteX76" fmla="*/ 561394 w 3024845"/>
                <a:gd name="connsiteY76" fmla="*/ 409657 h 834218"/>
                <a:gd name="connsiteX77" fmla="*/ 561394 w 3024845"/>
                <a:gd name="connsiteY77" fmla="*/ 417223 h 834218"/>
                <a:gd name="connsiteX78" fmla="*/ 566714 w 3024845"/>
                <a:gd name="connsiteY78" fmla="*/ 415230 h 834218"/>
                <a:gd name="connsiteX79" fmla="*/ 567474 w 3024845"/>
                <a:gd name="connsiteY79" fmla="*/ 414250 h 834218"/>
                <a:gd name="connsiteX80" fmla="*/ 567474 w 3024845"/>
                <a:gd name="connsiteY80" fmla="*/ 408576 h 834218"/>
                <a:gd name="connsiteX81" fmla="*/ 605981 w 3024845"/>
                <a:gd name="connsiteY81" fmla="*/ 408576 h 834218"/>
                <a:gd name="connsiteX82" fmla="*/ 605981 w 3024845"/>
                <a:gd name="connsiteY82" fmla="*/ 432355 h 834218"/>
                <a:gd name="connsiteX83" fmla="*/ 608007 w 3024845"/>
                <a:gd name="connsiteY83" fmla="*/ 432355 h 834218"/>
                <a:gd name="connsiteX84" fmla="*/ 622194 w 3024845"/>
                <a:gd name="connsiteY84" fmla="*/ 432355 h 834218"/>
                <a:gd name="connsiteX85" fmla="*/ 622194 w 3024845"/>
                <a:gd name="connsiteY85" fmla="*/ 433436 h 834218"/>
                <a:gd name="connsiteX86" fmla="*/ 622194 w 3024845"/>
                <a:gd name="connsiteY86" fmla="*/ 441002 h 834218"/>
                <a:gd name="connsiteX87" fmla="*/ 623968 w 3024845"/>
                <a:gd name="connsiteY87" fmla="*/ 441002 h 834218"/>
                <a:gd name="connsiteX88" fmla="*/ 636381 w 3024845"/>
                <a:gd name="connsiteY88" fmla="*/ 441002 h 834218"/>
                <a:gd name="connsiteX89" fmla="*/ 636381 w 3024845"/>
                <a:gd name="connsiteY89" fmla="*/ 417223 h 834218"/>
                <a:gd name="connsiteX90" fmla="*/ 637394 w 3024845"/>
                <a:gd name="connsiteY90" fmla="*/ 417223 h 834218"/>
                <a:gd name="connsiteX91" fmla="*/ 644488 w 3024845"/>
                <a:gd name="connsiteY91" fmla="*/ 417223 h 834218"/>
                <a:gd name="connsiteX92" fmla="*/ 644488 w 3024845"/>
                <a:gd name="connsiteY92" fmla="*/ 384796 h 834218"/>
                <a:gd name="connsiteX93" fmla="*/ 645501 w 3024845"/>
                <a:gd name="connsiteY93" fmla="*/ 384796 h 834218"/>
                <a:gd name="connsiteX94" fmla="*/ 652595 w 3024845"/>
                <a:gd name="connsiteY94" fmla="*/ 384796 h 834218"/>
                <a:gd name="connsiteX95" fmla="*/ 652595 w 3024845"/>
                <a:gd name="connsiteY95" fmla="*/ 382905 h 834218"/>
                <a:gd name="connsiteX96" fmla="*/ 652595 w 3024845"/>
                <a:gd name="connsiteY96" fmla="*/ 369664 h 834218"/>
                <a:gd name="connsiteX97" fmla="*/ 651328 w 3024845"/>
                <a:gd name="connsiteY97" fmla="*/ 368042 h 834218"/>
                <a:gd name="connsiteX98" fmla="*/ 656648 w 3024845"/>
                <a:gd name="connsiteY98" fmla="*/ 356693 h 834218"/>
                <a:gd name="connsiteX99" fmla="*/ 664755 w 3024845"/>
                <a:gd name="connsiteY99" fmla="*/ 384796 h 834218"/>
                <a:gd name="connsiteX100" fmla="*/ 665515 w 3024845"/>
                <a:gd name="connsiteY100" fmla="*/ 384796 h 834218"/>
                <a:gd name="connsiteX101" fmla="*/ 670835 w 3024845"/>
                <a:gd name="connsiteY101" fmla="*/ 384796 h 834218"/>
                <a:gd name="connsiteX102" fmla="*/ 670835 w 3024845"/>
                <a:gd name="connsiteY102" fmla="*/ 278869 h 834218"/>
                <a:gd name="connsiteX103" fmla="*/ 672355 w 3024845"/>
                <a:gd name="connsiteY103" fmla="*/ 278869 h 834218"/>
                <a:gd name="connsiteX104" fmla="*/ 682995 w 3024845"/>
                <a:gd name="connsiteY104" fmla="*/ 278869 h 834218"/>
                <a:gd name="connsiteX105" fmla="*/ 682995 w 3024845"/>
                <a:gd name="connsiteY105" fmla="*/ 231310 h 834218"/>
                <a:gd name="connsiteX106" fmla="*/ 709342 w 3024845"/>
                <a:gd name="connsiteY106" fmla="*/ 231310 h 834218"/>
                <a:gd name="connsiteX107" fmla="*/ 709342 w 3024845"/>
                <a:gd name="connsiteY107" fmla="*/ 209692 h 834218"/>
                <a:gd name="connsiteX108" fmla="*/ 743796 w 3024845"/>
                <a:gd name="connsiteY108" fmla="*/ 209692 h 834218"/>
                <a:gd name="connsiteX109" fmla="*/ 743796 w 3024845"/>
                <a:gd name="connsiteY109" fmla="*/ 212124 h 834218"/>
                <a:gd name="connsiteX110" fmla="*/ 743796 w 3024845"/>
                <a:gd name="connsiteY110" fmla="*/ 229148 h 834218"/>
                <a:gd name="connsiteX111" fmla="*/ 746076 w 3024845"/>
                <a:gd name="connsiteY111" fmla="*/ 229148 h 834218"/>
                <a:gd name="connsiteX112" fmla="*/ 762036 w 3024845"/>
                <a:gd name="connsiteY112" fmla="*/ 229148 h 834218"/>
                <a:gd name="connsiteX113" fmla="*/ 762036 w 3024845"/>
                <a:gd name="connsiteY113" fmla="*/ 276707 h 834218"/>
                <a:gd name="connsiteX114" fmla="*/ 763049 w 3024845"/>
                <a:gd name="connsiteY114" fmla="*/ 276707 h 834218"/>
                <a:gd name="connsiteX115" fmla="*/ 770143 w 3024845"/>
                <a:gd name="connsiteY115" fmla="*/ 276707 h 834218"/>
                <a:gd name="connsiteX116" fmla="*/ 784330 w 3024845"/>
                <a:gd name="connsiteY116" fmla="*/ 281031 h 834218"/>
                <a:gd name="connsiteX117" fmla="*/ 784330 w 3024845"/>
                <a:gd name="connsiteY117" fmla="*/ 319943 h 834218"/>
                <a:gd name="connsiteX118" fmla="*/ 785343 w 3024845"/>
                <a:gd name="connsiteY118" fmla="*/ 319943 h 834218"/>
                <a:gd name="connsiteX119" fmla="*/ 792436 w 3024845"/>
                <a:gd name="connsiteY119" fmla="*/ 319943 h 834218"/>
                <a:gd name="connsiteX120" fmla="*/ 792436 w 3024845"/>
                <a:gd name="connsiteY120" fmla="*/ 321564 h 834218"/>
                <a:gd name="connsiteX121" fmla="*/ 792436 w 3024845"/>
                <a:gd name="connsiteY121" fmla="*/ 332913 h 834218"/>
                <a:gd name="connsiteX122" fmla="*/ 794463 w 3024845"/>
                <a:gd name="connsiteY122" fmla="*/ 332913 h 834218"/>
                <a:gd name="connsiteX123" fmla="*/ 808650 w 3024845"/>
                <a:gd name="connsiteY123" fmla="*/ 332913 h 834218"/>
                <a:gd name="connsiteX124" fmla="*/ 814730 w 3024845"/>
                <a:gd name="connsiteY124" fmla="*/ 339399 h 834218"/>
                <a:gd name="connsiteX125" fmla="*/ 814730 w 3024845"/>
                <a:gd name="connsiteY125" fmla="*/ 361017 h 834218"/>
                <a:gd name="connsiteX126" fmla="*/ 817010 w 3024845"/>
                <a:gd name="connsiteY126" fmla="*/ 361017 h 834218"/>
                <a:gd name="connsiteX127" fmla="*/ 832970 w 3024845"/>
                <a:gd name="connsiteY127" fmla="*/ 361017 h 834218"/>
                <a:gd name="connsiteX128" fmla="*/ 832970 w 3024845"/>
                <a:gd name="connsiteY128" fmla="*/ 362097 h 834218"/>
                <a:gd name="connsiteX129" fmla="*/ 832970 w 3024845"/>
                <a:gd name="connsiteY129" fmla="*/ 369664 h 834218"/>
                <a:gd name="connsiteX130" fmla="*/ 834237 w 3024845"/>
                <a:gd name="connsiteY130" fmla="*/ 369664 h 834218"/>
                <a:gd name="connsiteX131" fmla="*/ 843104 w 3024845"/>
                <a:gd name="connsiteY131" fmla="*/ 369664 h 834218"/>
                <a:gd name="connsiteX132" fmla="*/ 843104 w 3024845"/>
                <a:gd name="connsiteY132" fmla="*/ 371825 h 834218"/>
                <a:gd name="connsiteX133" fmla="*/ 843104 w 3024845"/>
                <a:gd name="connsiteY133" fmla="*/ 386958 h 834218"/>
                <a:gd name="connsiteX134" fmla="*/ 847157 w 3024845"/>
                <a:gd name="connsiteY134" fmla="*/ 385066 h 834218"/>
                <a:gd name="connsiteX135" fmla="*/ 847157 w 3024845"/>
                <a:gd name="connsiteY135" fmla="*/ 371825 h 834218"/>
                <a:gd name="connsiteX136" fmla="*/ 848170 w 3024845"/>
                <a:gd name="connsiteY136" fmla="*/ 371825 h 834218"/>
                <a:gd name="connsiteX137" fmla="*/ 855264 w 3024845"/>
                <a:gd name="connsiteY137" fmla="*/ 371825 h 834218"/>
                <a:gd name="connsiteX138" fmla="*/ 855264 w 3024845"/>
                <a:gd name="connsiteY138" fmla="*/ 373447 h 834218"/>
                <a:gd name="connsiteX139" fmla="*/ 855264 w 3024845"/>
                <a:gd name="connsiteY139" fmla="*/ 384796 h 834218"/>
                <a:gd name="connsiteX140" fmla="*/ 856024 w 3024845"/>
                <a:gd name="connsiteY140" fmla="*/ 384796 h 834218"/>
                <a:gd name="connsiteX141" fmla="*/ 861344 w 3024845"/>
                <a:gd name="connsiteY141" fmla="*/ 384796 h 834218"/>
                <a:gd name="connsiteX142" fmla="*/ 909984 w 3024845"/>
                <a:gd name="connsiteY142" fmla="*/ 380473 h 834218"/>
                <a:gd name="connsiteX143" fmla="*/ 909984 w 3024845"/>
                <a:gd name="connsiteY143" fmla="*/ 381824 h 834218"/>
                <a:gd name="connsiteX144" fmla="*/ 909984 w 3024845"/>
                <a:gd name="connsiteY144" fmla="*/ 391281 h 834218"/>
                <a:gd name="connsiteX145" fmla="*/ 910744 w 3024845"/>
                <a:gd name="connsiteY145" fmla="*/ 391281 h 834218"/>
                <a:gd name="connsiteX146" fmla="*/ 916065 w 3024845"/>
                <a:gd name="connsiteY146" fmla="*/ 391281 h 834218"/>
                <a:gd name="connsiteX147" fmla="*/ 916065 w 3024845"/>
                <a:gd name="connsiteY147" fmla="*/ 393443 h 834218"/>
                <a:gd name="connsiteX148" fmla="*/ 916065 w 3024845"/>
                <a:gd name="connsiteY148" fmla="*/ 408576 h 834218"/>
                <a:gd name="connsiteX149" fmla="*/ 918091 w 3024845"/>
                <a:gd name="connsiteY149" fmla="*/ 407225 h 834218"/>
                <a:gd name="connsiteX150" fmla="*/ 932278 w 3024845"/>
                <a:gd name="connsiteY150" fmla="*/ 397767 h 834218"/>
                <a:gd name="connsiteX151" fmla="*/ 938358 w 3024845"/>
                <a:gd name="connsiteY151" fmla="*/ 356693 h 834218"/>
                <a:gd name="connsiteX152" fmla="*/ 939118 w 3024845"/>
                <a:gd name="connsiteY152" fmla="*/ 356423 h 834218"/>
                <a:gd name="connsiteX153" fmla="*/ 944438 w 3024845"/>
                <a:gd name="connsiteY153" fmla="*/ 354531 h 834218"/>
                <a:gd name="connsiteX154" fmla="*/ 946465 w 3024845"/>
                <a:gd name="connsiteY154" fmla="*/ 285354 h 834218"/>
                <a:gd name="connsiteX155" fmla="*/ 948492 w 3024845"/>
                <a:gd name="connsiteY155" fmla="*/ 354531 h 834218"/>
                <a:gd name="connsiteX156" fmla="*/ 949252 w 3024845"/>
                <a:gd name="connsiteY156" fmla="*/ 354801 h 834218"/>
                <a:gd name="connsiteX157" fmla="*/ 954572 w 3024845"/>
                <a:gd name="connsiteY157" fmla="*/ 356693 h 834218"/>
                <a:gd name="connsiteX158" fmla="*/ 954572 w 3024845"/>
                <a:gd name="connsiteY158" fmla="*/ 270222 h 834218"/>
                <a:gd name="connsiteX159" fmla="*/ 958625 w 3024845"/>
                <a:gd name="connsiteY159" fmla="*/ 237795 h 834218"/>
                <a:gd name="connsiteX160" fmla="*/ 997132 w 3024845"/>
                <a:gd name="connsiteY160" fmla="*/ 237795 h 834218"/>
                <a:gd name="connsiteX161" fmla="*/ 997132 w 3024845"/>
                <a:gd name="connsiteY161" fmla="*/ 270222 h 834218"/>
                <a:gd name="connsiteX162" fmla="*/ 997892 w 3024845"/>
                <a:gd name="connsiteY162" fmla="*/ 270222 h 834218"/>
                <a:gd name="connsiteX163" fmla="*/ 1003212 w 3024845"/>
                <a:gd name="connsiteY163" fmla="*/ 270222 h 834218"/>
                <a:gd name="connsiteX164" fmla="*/ 1003212 w 3024845"/>
                <a:gd name="connsiteY164" fmla="*/ 188074 h 834218"/>
                <a:gd name="connsiteX165" fmla="*/ 1004986 w 3024845"/>
                <a:gd name="connsiteY165" fmla="*/ 188074 h 834218"/>
                <a:gd name="connsiteX166" fmla="*/ 1017399 w 3024845"/>
                <a:gd name="connsiteY166" fmla="*/ 188074 h 834218"/>
                <a:gd name="connsiteX167" fmla="*/ 1017399 w 3024845"/>
                <a:gd name="connsiteY167" fmla="*/ 186183 h 834218"/>
                <a:gd name="connsiteX168" fmla="*/ 1017399 w 3024845"/>
                <a:gd name="connsiteY168" fmla="*/ 172942 h 834218"/>
                <a:gd name="connsiteX169" fmla="*/ 1039693 w 3024845"/>
                <a:gd name="connsiteY169" fmla="*/ 172942 h 834218"/>
                <a:gd name="connsiteX170" fmla="*/ 1039693 w 3024845"/>
                <a:gd name="connsiteY170" fmla="*/ 171861 h 834218"/>
                <a:gd name="connsiteX171" fmla="*/ 1039693 w 3024845"/>
                <a:gd name="connsiteY171" fmla="*/ 164295 h 834218"/>
                <a:gd name="connsiteX172" fmla="*/ 1041466 w 3024845"/>
                <a:gd name="connsiteY172" fmla="*/ 164295 h 834218"/>
                <a:gd name="connsiteX173" fmla="*/ 1053880 w 3024845"/>
                <a:gd name="connsiteY173" fmla="*/ 164295 h 834218"/>
                <a:gd name="connsiteX174" fmla="*/ 1053880 w 3024845"/>
                <a:gd name="connsiteY174" fmla="*/ 165376 h 834218"/>
                <a:gd name="connsiteX175" fmla="*/ 1053880 w 3024845"/>
                <a:gd name="connsiteY175" fmla="*/ 172942 h 834218"/>
                <a:gd name="connsiteX176" fmla="*/ 1054640 w 3024845"/>
                <a:gd name="connsiteY176" fmla="*/ 172942 h 834218"/>
                <a:gd name="connsiteX177" fmla="*/ 1059960 w 3024845"/>
                <a:gd name="connsiteY177" fmla="*/ 172942 h 834218"/>
                <a:gd name="connsiteX178" fmla="*/ 1070093 w 3024845"/>
                <a:gd name="connsiteY178" fmla="*/ 168618 h 834218"/>
                <a:gd name="connsiteX179" fmla="*/ 1074146 w 3024845"/>
                <a:gd name="connsiteY179" fmla="*/ 171861 h 834218"/>
                <a:gd name="connsiteX180" fmla="*/ 1074146 w 3024845"/>
                <a:gd name="connsiteY180" fmla="*/ 164295 h 834218"/>
                <a:gd name="connsiteX181" fmla="*/ 1076426 w 3024845"/>
                <a:gd name="connsiteY181" fmla="*/ 164295 h 834218"/>
                <a:gd name="connsiteX182" fmla="*/ 1092387 w 3024845"/>
                <a:gd name="connsiteY182" fmla="*/ 164295 h 834218"/>
                <a:gd name="connsiteX183" fmla="*/ 1092387 w 3024845"/>
                <a:gd name="connsiteY183" fmla="*/ 165376 h 834218"/>
                <a:gd name="connsiteX184" fmla="*/ 1092387 w 3024845"/>
                <a:gd name="connsiteY184" fmla="*/ 172942 h 834218"/>
                <a:gd name="connsiteX185" fmla="*/ 1122787 w 3024845"/>
                <a:gd name="connsiteY185" fmla="*/ 172942 h 834218"/>
                <a:gd name="connsiteX186" fmla="*/ 1122787 w 3024845"/>
                <a:gd name="connsiteY186" fmla="*/ 174563 h 834218"/>
                <a:gd name="connsiteX187" fmla="*/ 1122787 w 3024845"/>
                <a:gd name="connsiteY187" fmla="*/ 185913 h 834218"/>
                <a:gd name="connsiteX188" fmla="*/ 1149134 w 3024845"/>
                <a:gd name="connsiteY188" fmla="*/ 185913 h 834218"/>
                <a:gd name="connsiteX189" fmla="*/ 1149134 w 3024845"/>
                <a:gd name="connsiteY189" fmla="*/ 216177 h 834218"/>
                <a:gd name="connsiteX190" fmla="*/ 1149894 w 3024845"/>
                <a:gd name="connsiteY190" fmla="*/ 216177 h 834218"/>
                <a:gd name="connsiteX191" fmla="*/ 1155214 w 3024845"/>
                <a:gd name="connsiteY191" fmla="*/ 216177 h 834218"/>
                <a:gd name="connsiteX192" fmla="*/ 1155214 w 3024845"/>
                <a:gd name="connsiteY192" fmla="*/ 217258 h 834218"/>
                <a:gd name="connsiteX193" fmla="*/ 1155214 w 3024845"/>
                <a:gd name="connsiteY193" fmla="*/ 224825 h 834218"/>
                <a:gd name="connsiteX194" fmla="*/ 1159268 w 3024845"/>
                <a:gd name="connsiteY194" fmla="*/ 255089 h 834218"/>
                <a:gd name="connsiteX195" fmla="*/ 1160028 w 3024845"/>
                <a:gd name="connsiteY195" fmla="*/ 255089 h 834218"/>
                <a:gd name="connsiteX196" fmla="*/ 1165348 w 3024845"/>
                <a:gd name="connsiteY196" fmla="*/ 255089 h 834218"/>
                <a:gd name="connsiteX197" fmla="*/ 1165348 w 3024845"/>
                <a:gd name="connsiteY197" fmla="*/ 255900 h 834218"/>
                <a:gd name="connsiteX198" fmla="*/ 1165348 w 3024845"/>
                <a:gd name="connsiteY198" fmla="*/ 261575 h 834218"/>
                <a:gd name="connsiteX199" fmla="*/ 1166361 w 3024845"/>
                <a:gd name="connsiteY199" fmla="*/ 261575 h 834218"/>
                <a:gd name="connsiteX200" fmla="*/ 1173454 w 3024845"/>
                <a:gd name="connsiteY200" fmla="*/ 261575 h 834218"/>
                <a:gd name="connsiteX201" fmla="*/ 1173454 w 3024845"/>
                <a:gd name="connsiteY201" fmla="*/ 291840 h 834218"/>
                <a:gd name="connsiteX202" fmla="*/ 1175481 w 3024845"/>
                <a:gd name="connsiteY202" fmla="*/ 291840 h 834218"/>
                <a:gd name="connsiteX203" fmla="*/ 1189668 w 3024845"/>
                <a:gd name="connsiteY203" fmla="*/ 291840 h 834218"/>
                <a:gd name="connsiteX204" fmla="*/ 1189668 w 3024845"/>
                <a:gd name="connsiteY204" fmla="*/ 315619 h 834218"/>
                <a:gd name="connsiteX205" fmla="*/ 1191695 w 3024845"/>
                <a:gd name="connsiteY205" fmla="*/ 317240 h 834218"/>
                <a:gd name="connsiteX206" fmla="*/ 1191695 w 3024845"/>
                <a:gd name="connsiteY206" fmla="*/ 328590 h 834218"/>
                <a:gd name="connsiteX207" fmla="*/ 1192455 w 3024845"/>
                <a:gd name="connsiteY207" fmla="*/ 328590 h 834218"/>
                <a:gd name="connsiteX208" fmla="*/ 1197775 w 3024845"/>
                <a:gd name="connsiteY208" fmla="*/ 328590 h 834218"/>
                <a:gd name="connsiteX209" fmla="*/ 1197775 w 3024845"/>
                <a:gd name="connsiteY209" fmla="*/ 352369 h 834218"/>
                <a:gd name="connsiteX210" fmla="*/ 1199041 w 3024845"/>
                <a:gd name="connsiteY210" fmla="*/ 352369 h 834218"/>
                <a:gd name="connsiteX211" fmla="*/ 1207908 w 3024845"/>
                <a:gd name="connsiteY211" fmla="*/ 352369 h 834218"/>
                <a:gd name="connsiteX212" fmla="*/ 1209935 w 3024845"/>
                <a:gd name="connsiteY212" fmla="*/ 356423 h 834218"/>
                <a:gd name="connsiteX213" fmla="*/ 1209935 w 3024845"/>
                <a:gd name="connsiteY213" fmla="*/ 369664 h 834218"/>
                <a:gd name="connsiteX214" fmla="*/ 1211455 w 3024845"/>
                <a:gd name="connsiteY214" fmla="*/ 367772 h 834218"/>
                <a:gd name="connsiteX215" fmla="*/ 1222095 w 3024845"/>
                <a:gd name="connsiteY215" fmla="*/ 354531 h 834218"/>
                <a:gd name="connsiteX216" fmla="*/ 1250469 w 3024845"/>
                <a:gd name="connsiteY216" fmla="*/ 354531 h 834218"/>
                <a:gd name="connsiteX217" fmla="*/ 1250469 w 3024845"/>
                <a:gd name="connsiteY217" fmla="*/ 441002 h 834218"/>
                <a:gd name="connsiteX218" fmla="*/ 1251229 w 3024845"/>
                <a:gd name="connsiteY218" fmla="*/ 441002 h 834218"/>
                <a:gd name="connsiteX219" fmla="*/ 1256549 w 3024845"/>
                <a:gd name="connsiteY219" fmla="*/ 441002 h 834218"/>
                <a:gd name="connsiteX220" fmla="*/ 1257309 w 3024845"/>
                <a:gd name="connsiteY220" fmla="*/ 439651 h 834218"/>
                <a:gd name="connsiteX221" fmla="*/ 1262629 w 3024845"/>
                <a:gd name="connsiteY221" fmla="*/ 430193 h 834218"/>
                <a:gd name="connsiteX222" fmla="*/ 1262629 w 3024845"/>
                <a:gd name="connsiteY222" fmla="*/ 432085 h 834218"/>
                <a:gd name="connsiteX223" fmla="*/ 1262629 w 3024845"/>
                <a:gd name="connsiteY223" fmla="*/ 445326 h 834218"/>
                <a:gd name="connsiteX224" fmla="*/ 1266682 w 3024845"/>
                <a:gd name="connsiteY224" fmla="*/ 399929 h 834218"/>
                <a:gd name="connsiteX225" fmla="*/ 1267442 w 3024845"/>
                <a:gd name="connsiteY225" fmla="*/ 399929 h 834218"/>
                <a:gd name="connsiteX226" fmla="*/ 1272762 w 3024845"/>
                <a:gd name="connsiteY226" fmla="*/ 399929 h 834218"/>
                <a:gd name="connsiteX227" fmla="*/ 1272762 w 3024845"/>
                <a:gd name="connsiteY227" fmla="*/ 335075 h 834218"/>
                <a:gd name="connsiteX228" fmla="*/ 1273776 w 3024845"/>
                <a:gd name="connsiteY228" fmla="*/ 335075 h 834218"/>
                <a:gd name="connsiteX229" fmla="*/ 1280869 w 3024845"/>
                <a:gd name="connsiteY229" fmla="*/ 335075 h 834218"/>
                <a:gd name="connsiteX230" fmla="*/ 1293029 w 3024845"/>
                <a:gd name="connsiteY230" fmla="*/ 291840 h 834218"/>
                <a:gd name="connsiteX231" fmla="*/ 1294296 w 3024845"/>
                <a:gd name="connsiteY231" fmla="*/ 291840 h 834218"/>
                <a:gd name="connsiteX232" fmla="*/ 1303163 w 3024845"/>
                <a:gd name="connsiteY232" fmla="*/ 291840 h 834218"/>
                <a:gd name="connsiteX233" fmla="*/ 1313296 w 3024845"/>
                <a:gd name="connsiteY233" fmla="*/ 335075 h 834218"/>
                <a:gd name="connsiteX234" fmla="*/ 1314309 w 3024845"/>
                <a:gd name="connsiteY234" fmla="*/ 335075 h 834218"/>
                <a:gd name="connsiteX235" fmla="*/ 1321403 w 3024845"/>
                <a:gd name="connsiteY235" fmla="*/ 335075 h 834218"/>
                <a:gd name="connsiteX236" fmla="*/ 1321403 w 3024845"/>
                <a:gd name="connsiteY236" fmla="*/ 373987 h 834218"/>
                <a:gd name="connsiteX237" fmla="*/ 1323176 w 3024845"/>
                <a:gd name="connsiteY237" fmla="*/ 373987 h 834218"/>
                <a:gd name="connsiteX238" fmla="*/ 1335590 w 3024845"/>
                <a:gd name="connsiteY238" fmla="*/ 373987 h 834218"/>
                <a:gd name="connsiteX239" fmla="*/ 1335590 w 3024845"/>
                <a:gd name="connsiteY239" fmla="*/ 376149 h 834218"/>
                <a:gd name="connsiteX240" fmla="*/ 1335590 w 3024845"/>
                <a:gd name="connsiteY240" fmla="*/ 391281 h 834218"/>
                <a:gd name="connsiteX241" fmla="*/ 1339643 w 3024845"/>
                <a:gd name="connsiteY241" fmla="*/ 389120 h 834218"/>
                <a:gd name="connsiteX242" fmla="*/ 1339643 w 3024845"/>
                <a:gd name="connsiteY242" fmla="*/ 373987 h 834218"/>
                <a:gd name="connsiteX243" fmla="*/ 1341163 w 3024845"/>
                <a:gd name="connsiteY243" fmla="*/ 373987 h 834218"/>
                <a:gd name="connsiteX244" fmla="*/ 1351803 w 3024845"/>
                <a:gd name="connsiteY244" fmla="*/ 373987 h 834218"/>
                <a:gd name="connsiteX245" fmla="*/ 1351803 w 3024845"/>
                <a:gd name="connsiteY245" fmla="*/ 375608 h 834218"/>
                <a:gd name="connsiteX246" fmla="*/ 1351803 w 3024845"/>
                <a:gd name="connsiteY246" fmla="*/ 386958 h 834218"/>
                <a:gd name="connsiteX247" fmla="*/ 1382204 w 3024845"/>
                <a:gd name="connsiteY247" fmla="*/ 386958 h 834218"/>
                <a:gd name="connsiteX248" fmla="*/ 1382204 w 3024845"/>
                <a:gd name="connsiteY248" fmla="*/ 350208 h 834218"/>
                <a:gd name="connsiteX249" fmla="*/ 1383470 w 3024845"/>
                <a:gd name="connsiteY249" fmla="*/ 350208 h 834218"/>
                <a:gd name="connsiteX250" fmla="*/ 1392337 w 3024845"/>
                <a:gd name="connsiteY250" fmla="*/ 350208 h 834218"/>
                <a:gd name="connsiteX251" fmla="*/ 1392337 w 3024845"/>
                <a:gd name="connsiteY251" fmla="*/ 371825 h 834218"/>
                <a:gd name="connsiteX252" fmla="*/ 1394364 w 3024845"/>
                <a:gd name="connsiteY252" fmla="*/ 339399 h 834218"/>
                <a:gd name="connsiteX253" fmla="*/ 1416657 w 3024845"/>
                <a:gd name="connsiteY253" fmla="*/ 339399 h 834218"/>
                <a:gd name="connsiteX254" fmla="*/ 1416657 w 3024845"/>
                <a:gd name="connsiteY254" fmla="*/ 337777 h 834218"/>
                <a:gd name="connsiteX255" fmla="*/ 1416657 w 3024845"/>
                <a:gd name="connsiteY255" fmla="*/ 326428 h 834218"/>
                <a:gd name="connsiteX256" fmla="*/ 1417417 w 3024845"/>
                <a:gd name="connsiteY256" fmla="*/ 326428 h 834218"/>
                <a:gd name="connsiteX257" fmla="*/ 1422737 w 3024845"/>
                <a:gd name="connsiteY257" fmla="*/ 326428 h 834218"/>
                <a:gd name="connsiteX258" fmla="*/ 1422737 w 3024845"/>
                <a:gd name="connsiteY258" fmla="*/ 324537 h 834218"/>
                <a:gd name="connsiteX259" fmla="*/ 1422737 w 3024845"/>
                <a:gd name="connsiteY259" fmla="*/ 311296 h 834218"/>
                <a:gd name="connsiteX260" fmla="*/ 1426791 w 3024845"/>
                <a:gd name="connsiteY260" fmla="*/ 317781 h 834218"/>
                <a:gd name="connsiteX261" fmla="*/ 1429071 w 3024845"/>
                <a:gd name="connsiteY261" fmla="*/ 317781 h 834218"/>
                <a:gd name="connsiteX262" fmla="*/ 1445031 w 3024845"/>
                <a:gd name="connsiteY262" fmla="*/ 317781 h 834218"/>
                <a:gd name="connsiteX263" fmla="*/ 1445031 w 3024845"/>
                <a:gd name="connsiteY263" fmla="*/ 316970 h 834218"/>
                <a:gd name="connsiteX264" fmla="*/ 1445031 w 3024845"/>
                <a:gd name="connsiteY264" fmla="*/ 311296 h 834218"/>
                <a:gd name="connsiteX265" fmla="*/ 1445791 w 3024845"/>
                <a:gd name="connsiteY265" fmla="*/ 311296 h 834218"/>
                <a:gd name="connsiteX266" fmla="*/ 1451111 w 3024845"/>
                <a:gd name="connsiteY266" fmla="*/ 311296 h 834218"/>
                <a:gd name="connsiteX267" fmla="*/ 1451111 w 3024845"/>
                <a:gd name="connsiteY267" fmla="*/ 312647 h 834218"/>
                <a:gd name="connsiteX268" fmla="*/ 1451111 w 3024845"/>
                <a:gd name="connsiteY268" fmla="*/ 322105 h 834218"/>
                <a:gd name="connsiteX269" fmla="*/ 1489618 w 3024845"/>
                <a:gd name="connsiteY269" fmla="*/ 322105 h 834218"/>
                <a:gd name="connsiteX270" fmla="*/ 1489618 w 3024845"/>
                <a:gd name="connsiteY270" fmla="*/ 460458 h 834218"/>
                <a:gd name="connsiteX271" fmla="*/ 1491138 w 3024845"/>
                <a:gd name="connsiteY271" fmla="*/ 460458 h 834218"/>
                <a:gd name="connsiteX272" fmla="*/ 1501778 w 3024845"/>
                <a:gd name="connsiteY272" fmla="*/ 460458 h 834218"/>
                <a:gd name="connsiteX273" fmla="*/ 1501778 w 3024845"/>
                <a:gd name="connsiteY273" fmla="*/ 447488 h 834218"/>
                <a:gd name="connsiteX274" fmla="*/ 1505832 w 3024845"/>
                <a:gd name="connsiteY274" fmla="*/ 447488 h 834218"/>
                <a:gd name="connsiteX275" fmla="*/ 1505832 w 3024845"/>
                <a:gd name="connsiteY275" fmla="*/ 460458 h 834218"/>
                <a:gd name="connsiteX276" fmla="*/ 1536232 w 3024845"/>
                <a:gd name="connsiteY276" fmla="*/ 460458 h 834218"/>
                <a:gd name="connsiteX277" fmla="*/ 1536232 w 3024845"/>
                <a:gd name="connsiteY277" fmla="*/ 430193 h 834218"/>
                <a:gd name="connsiteX278" fmla="*/ 1548392 w 3024845"/>
                <a:gd name="connsiteY278" fmla="*/ 430193 h 834218"/>
                <a:gd name="connsiteX279" fmla="*/ 1560552 w 3024845"/>
                <a:gd name="connsiteY279" fmla="*/ 428032 h 834218"/>
                <a:gd name="connsiteX280" fmla="*/ 1564606 w 3024845"/>
                <a:gd name="connsiteY280" fmla="*/ 430193 h 834218"/>
                <a:gd name="connsiteX281" fmla="*/ 1574739 w 3024845"/>
                <a:gd name="connsiteY281" fmla="*/ 430193 h 834218"/>
                <a:gd name="connsiteX282" fmla="*/ 1574739 w 3024845"/>
                <a:gd name="connsiteY282" fmla="*/ 460458 h 834218"/>
                <a:gd name="connsiteX283" fmla="*/ 1582846 w 3024845"/>
                <a:gd name="connsiteY283" fmla="*/ 460458 h 834218"/>
                <a:gd name="connsiteX284" fmla="*/ 1582846 w 3024845"/>
                <a:gd name="connsiteY284" fmla="*/ 477753 h 834218"/>
                <a:gd name="connsiteX285" fmla="*/ 1592182 w 3024845"/>
                <a:gd name="connsiteY285" fmla="*/ 478658 h 834218"/>
                <a:gd name="connsiteX286" fmla="*/ 1605140 w 3024845"/>
                <a:gd name="connsiteY286" fmla="*/ 478658 h 834218"/>
                <a:gd name="connsiteX287" fmla="*/ 1605140 w 3024845"/>
                <a:gd name="connsiteY287" fmla="*/ 462620 h 834218"/>
                <a:gd name="connsiteX288" fmla="*/ 1673096 w 3024845"/>
                <a:gd name="connsiteY288" fmla="*/ 462620 h 834218"/>
                <a:gd name="connsiteX289" fmla="*/ 1673096 w 3024845"/>
                <a:gd name="connsiteY289" fmla="*/ 377367 h 834218"/>
                <a:gd name="connsiteX290" fmla="*/ 1745104 w 3024845"/>
                <a:gd name="connsiteY290" fmla="*/ 377367 h 834218"/>
                <a:gd name="connsiteX291" fmla="*/ 1745104 w 3024845"/>
                <a:gd name="connsiteY291" fmla="*/ 456135 h 834218"/>
                <a:gd name="connsiteX292" fmla="*/ 1747008 w 3024845"/>
                <a:gd name="connsiteY292" fmla="*/ 456135 h 834218"/>
                <a:gd name="connsiteX293" fmla="*/ 1748250 w 3024845"/>
                <a:gd name="connsiteY293" fmla="*/ 478658 h 834218"/>
                <a:gd name="connsiteX294" fmla="*/ 1757926 w 3024845"/>
                <a:gd name="connsiteY294" fmla="*/ 478658 h 834218"/>
                <a:gd name="connsiteX295" fmla="*/ 1759168 w 3024845"/>
                <a:gd name="connsiteY295" fmla="*/ 456135 h 834218"/>
                <a:gd name="connsiteX296" fmla="*/ 1765248 w 3024845"/>
                <a:gd name="connsiteY296" fmla="*/ 456135 h 834218"/>
                <a:gd name="connsiteX297" fmla="*/ 1766490 w 3024845"/>
                <a:gd name="connsiteY297" fmla="*/ 478658 h 834218"/>
                <a:gd name="connsiteX298" fmla="*/ 1817112 w 3024845"/>
                <a:gd name="connsiteY298" fmla="*/ 478658 h 834218"/>
                <a:gd name="connsiteX299" fmla="*/ 1817112 w 3024845"/>
                <a:gd name="connsiteY299" fmla="*/ 315630 h 834218"/>
                <a:gd name="connsiteX300" fmla="*/ 2014439 w 3024845"/>
                <a:gd name="connsiteY300" fmla="*/ 315630 h 834218"/>
                <a:gd name="connsiteX301" fmla="*/ 2014439 w 3024845"/>
                <a:gd name="connsiteY301" fmla="*/ 478658 h 834218"/>
                <a:gd name="connsiteX302" fmla="*/ 2033136 w 3024845"/>
                <a:gd name="connsiteY302" fmla="*/ 478658 h 834218"/>
                <a:gd name="connsiteX303" fmla="*/ 2033136 w 3024845"/>
                <a:gd name="connsiteY303" fmla="*/ 395965 h 834218"/>
                <a:gd name="connsiteX304" fmla="*/ 2128256 w 3024845"/>
                <a:gd name="connsiteY304" fmla="*/ 395965 h 834218"/>
                <a:gd name="connsiteX305" fmla="*/ 2180720 w 3024845"/>
                <a:gd name="connsiteY305" fmla="*/ 330752 h 834218"/>
                <a:gd name="connsiteX306" fmla="*/ 2245574 w 3024845"/>
                <a:gd name="connsiteY306" fmla="*/ 330752 h 834218"/>
                <a:gd name="connsiteX307" fmla="*/ 2245574 w 3024845"/>
                <a:gd name="connsiteY307" fmla="*/ 406414 h 834218"/>
                <a:gd name="connsiteX308" fmla="*/ 2253681 w 3024845"/>
                <a:gd name="connsiteY308" fmla="*/ 406414 h 834218"/>
                <a:gd name="connsiteX309" fmla="*/ 2255708 w 3024845"/>
                <a:gd name="connsiteY309" fmla="*/ 399929 h 834218"/>
                <a:gd name="connsiteX310" fmla="*/ 2261788 w 3024845"/>
                <a:gd name="connsiteY310" fmla="*/ 399929 h 834218"/>
                <a:gd name="connsiteX311" fmla="*/ 2263815 w 3024845"/>
                <a:gd name="connsiteY311" fmla="*/ 408576 h 834218"/>
                <a:gd name="connsiteX312" fmla="*/ 2275975 w 3024845"/>
                <a:gd name="connsiteY312" fmla="*/ 408576 h 834218"/>
                <a:gd name="connsiteX313" fmla="*/ 2275975 w 3024845"/>
                <a:gd name="connsiteY313" fmla="*/ 402090 h 834218"/>
                <a:gd name="connsiteX314" fmla="*/ 2298268 w 3024845"/>
                <a:gd name="connsiteY314" fmla="*/ 402090 h 834218"/>
                <a:gd name="connsiteX315" fmla="*/ 2298268 w 3024845"/>
                <a:gd name="connsiteY315" fmla="*/ 408576 h 834218"/>
                <a:gd name="connsiteX316" fmla="*/ 2318535 w 3024845"/>
                <a:gd name="connsiteY316" fmla="*/ 408576 h 834218"/>
                <a:gd name="connsiteX317" fmla="*/ 2318535 w 3024845"/>
                <a:gd name="connsiteY317" fmla="*/ 453973 h 834218"/>
                <a:gd name="connsiteX318" fmla="*/ 2332722 w 3024845"/>
                <a:gd name="connsiteY318" fmla="*/ 453973 h 834218"/>
                <a:gd name="connsiteX319" fmla="*/ 2332722 w 3024845"/>
                <a:gd name="connsiteY319" fmla="*/ 441002 h 834218"/>
                <a:gd name="connsiteX320" fmla="*/ 2348936 w 3024845"/>
                <a:gd name="connsiteY320" fmla="*/ 441002 h 834218"/>
                <a:gd name="connsiteX321" fmla="*/ 2348936 w 3024845"/>
                <a:gd name="connsiteY321" fmla="*/ 261575 h 834218"/>
                <a:gd name="connsiteX322" fmla="*/ 2355016 w 3024845"/>
                <a:gd name="connsiteY322" fmla="*/ 255089 h 834218"/>
                <a:gd name="connsiteX323" fmla="*/ 2427977 w 3024845"/>
                <a:gd name="connsiteY323" fmla="*/ 255089 h 834218"/>
                <a:gd name="connsiteX324" fmla="*/ 2427977 w 3024845"/>
                <a:gd name="connsiteY324" fmla="*/ 263737 h 834218"/>
                <a:gd name="connsiteX325" fmla="*/ 2438110 w 3024845"/>
                <a:gd name="connsiteY325" fmla="*/ 263737 h 834218"/>
                <a:gd name="connsiteX326" fmla="*/ 2438110 w 3024845"/>
                <a:gd name="connsiteY326" fmla="*/ 378311 h 834218"/>
                <a:gd name="connsiteX327" fmla="*/ 2460404 w 3024845"/>
                <a:gd name="connsiteY327" fmla="*/ 378311 h 834218"/>
                <a:gd name="connsiteX328" fmla="*/ 2460404 w 3024845"/>
                <a:gd name="connsiteY328" fmla="*/ 311296 h 834218"/>
                <a:gd name="connsiteX329" fmla="*/ 2486751 w 3024845"/>
                <a:gd name="connsiteY329" fmla="*/ 311296 h 834218"/>
                <a:gd name="connsiteX330" fmla="*/ 2490804 w 3024845"/>
                <a:gd name="connsiteY330" fmla="*/ 306972 h 834218"/>
                <a:gd name="connsiteX331" fmla="*/ 2498911 w 3024845"/>
                <a:gd name="connsiteY331" fmla="*/ 306972 h 834218"/>
                <a:gd name="connsiteX332" fmla="*/ 2502964 w 3024845"/>
                <a:gd name="connsiteY332" fmla="*/ 311296 h 834218"/>
                <a:gd name="connsiteX333" fmla="*/ 2525258 w 3024845"/>
                <a:gd name="connsiteY333" fmla="*/ 311296 h 834218"/>
                <a:gd name="connsiteX334" fmla="*/ 2525258 w 3024845"/>
                <a:gd name="connsiteY334" fmla="*/ 194560 h 834218"/>
                <a:gd name="connsiteX335" fmla="*/ 2582005 w 3024845"/>
                <a:gd name="connsiteY335" fmla="*/ 183751 h 834218"/>
                <a:gd name="connsiteX336" fmla="*/ 2582005 w 3024845"/>
                <a:gd name="connsiteY336" fmla="*/ 184832 h 834218"/>
                <a:gd name="connsiteX337" fmla="*/ 2582005 w 3024845"/>
                <a:gd name="connsiteY337" fmla="*/ 192398 h 834218"/>
                <a:gd name="connsiteX338" fmla="*/ 2608352 w 3024845"/>
                <a:gd name="connsiteY338" fmla="*/ 192398 h 834218"/>
                <a:gd name="connsiteX339" fmla="*/ 2608352 w 3024845"/>
                <a:gd name="connsiteY339" fmla="*/ 447488 h 834218"/>
                <a:gd name="connsiteX340" fmla="*/ 2630646 w 3024845"/>
                <a:gd name="connsiteY340" fmla="*/ 447488 h 834218"/>
                <a:gd name="connsiteX341" fmla="*/ 2630646 w 3024845"/>
                <a:gd name="connsiteY341" fmla="*/ 443164 h 834218"/>
                <a:gd name="connsiteX342" fmla="*/ 2642806 w 3024845"/>
                <a:gd name="connsiteY342" fmla="*/ 443164 h 834218"/>
                <a:gd name="connsiteX343" fmla="*/ 2642806 w 3024845"/>
                <a:gd name="connsiteY343" fmla="*/ 447488 h 834218"/>
                <a:gd name="connsiteX344" fmla="*/ 2667126 w 3024845"/>
                <a:gd name="connsiteY344" fmla="*/ 447488 h 834218"/>
                <a:gd name="connsiteX345" fmla="*/ 2667126 w 3024845"/>
                <a:gd name="connsiteY345" fmla="*/ 434517 h 834218"/>
                <a:gd name="connsiteX346" fmla="*/ 2695500 w 3024845"/>
                <a:gd name="connsiteY346" fmla="*/ 434517 h 834218"/>
                <a:gd name="connsiteX347" fmla="*/ 2707660 w 3024845"/>
                <a:gd name="connsiteY347" fmla="*/ 430193 h 834218"/>
                <a:gd name="connsiteX348" fmla="*/ 2727927 w 3024845"/>
                <a:gd name="connsiteY348" fmla="*/ 434517 h 834218"/>
                <a:gd name="connsiteX349" fmla="*/ 2727927 w 3024845"/>
                <a:gd name="connsiteY349" fmla="*/ 417223 h 834218"/>
                <a:gd name="connsiteX350" fmla="*/ 2736034 w 3024845"/>
                <a:gd name="connsiteY350" fmla="*/ 417223 h 834218"/>
                <a:gd name="connsiteX351" fmla="*/ 2736034 w 3024845"/>
                <a:gd name="connsiteY351" fmla="*/ 404252 h 834218"/>
                <a:gd name="connsiteX352" fmla="*/ 2792781 w 3024845"/>
                <a:gd name="connsiteY352" fmla="*/ 404252 h 834218"/>
                <a:gd name="connsiteX353" fmla="*/ 2792781 w 3024845"/>
                <a:gd name="connsiteY353" fmla="*/ 373987 h 834218"/>
                <a:gd name="connsiteX354" fmla="*/ 2811021 w 3024845"/>
                <a:gd name="connsiteY354" fmla="*/ 373987 h 834218"/>
                <a:gd name="connsiteX355" fmla="*/ 2811021 w 3024845"/>
                <a:gd name="connsiteY355" fmla="*/ 367502 h 834218"/>
                <a:gd name="connsiteX356" fmla="*/ 2823181 w 3024845"/>
                <a:gd name="connsiteY356" fmla="*/ 367502 h 834218"/>
                <a:gd name="connsiteX357" fmla="*/ 2823181 w 3024845"/>
                <a:gd name="connsiteY357" fmla="*/ 373987 h 834218"/>
                <a:gd name="connsiteX358" fmla="*/ 2839395 w 3024845"/>
                <a:gd name="connsiteY358" fmla="*/ 373987 h 834218"/>
                <a:gd name="connsiteX359" fmla="*/ 2839395 w 3024845"/>
                <a:gd name="connsiteY359" fmla="*/ 423708 h 834218"/>
                <a:gd name="connsiteX360" fmla="*/ 2871822 w 3024845"/>
                <a:gd name="connsiteY360" fmla="*/ 423708 h 834218"/>
                <a:gd name="connsiteX361" fmla="*/ 2871822 w 3024845"/>
                <a:gd name="connsiteY361" fmla="*/ 397767 h 834218"/>
                <a:gd name="connsiteX362" fmla="*/ 2910329 w 3024845"/>
                <a:gd name="connsiteY362" fmla="*/ 397767 h 834218"/>
                <a:gd name="connsiteX363" fmla="*/ 2910329 w 3024845"/>
                <a:gd name="connsiteY363" fmla="*/ 367502 h 834218"/>
                <a:gd name="connsiteX364" fmla="*/ 2958970 w 3024845"/>
                <a:gd name="connsiteY364" fmla="*/ 367502 h 834218"/>
                <a:gd name="connsiteX365" fmla="*/ 2958970 w 3024845"/>
                <a:gd name="connsiteY365" fmla="*/ 478658 h 834218"/>
                <a:gd name="connsiteX366" fmla="*/ 2958970 w 3024845"/>
                <a:gd name="connsiteY366" fmla="*/ 492437 h 834218"/>
                <a:gd name="connsiteX367" fmla="*/ 3024845 w 3024845"/>
                <a:gd name="connsiteY367" fmla="*/ 492437 h 834218"/>
                <a:gd name="connsiteX368" fmla="*/ 3024845 w 3024845"/>
                <a:gd name="connsiteY368" fmla="*/ 834218 h 834218"/>
                <a:gd name="connsiteX369" fmla="*/ 2054 w 3024845"/>
                <a:gd name="connsiteY369" fmla="*/ 831885 h 834218"/>
                <a:gd name="connsiteX370" fmla="*/ 0 w 3024845"/>
                <a:gd name="connsiteY370" fmla="*/ 397767 h 834218"/>
                <a:gd name="connsiteX371" fmla="*/ 20267 w 3024845"/>
                <a:gd name="connsiteY371" fmla="*/ 397767 h 834218"/>
                <a:gd name="connsiteX372" fmla="*/ 20774 w 3024845"/>
                <a:gd name="connsiteY372" fmla="*/ 396686 h 834218"/>
                <a:gd name="connsiteX373" fmla="*/ 24320 w 3024845"/>
                <a:gd name="connsiteY373" fmla="*/ 389120 h 834218"/>
                <a:gd name="connsiteX374" fmla="*/ 26094 w 3024845"/>
                <a:gd name="connsiteY374" fmla="*/ 389390 h 834218"/>
                <a:gd name="connsiteX375" fmla="*/ 38507 w 3024845"/>
                <a:gd name="connsiteY375" fmla="*/ 391281 h 834218"/>
                <a:gd name="connsiteX376" fmla="*/ 39014 w 3024845"/>
                <a:gd name="connsiteY376" fmla="*/ 392633 h 834218"/>
                <a:gd name="connsiteX377" fmla="*/ 42560 w 3024845"/>
                <a:gd name="connsiteY377" fmla="*/ 402090 h 834218"/>
                <a:gd name="connsiteX378" fmla="*/ 68907 w 3024845"/>
                <a:gd name="connsiteY378" fmla="*/ 404252 h 834218"/>
                <a:gd name="connsiteX379" fmla="*/ 68907 w 3024845"/>
                <a:gd name="connsiteY379" fmla="*/ 281031 h 834218"/>
                <a:gd name="connsiteX380" fmla="*/ 70934 w 3024845"/>
                <a:gd name="connsiteY380" fmla="*/ 281031 h 834218"/>
                <a:gd name="connsiteX381" fmla="*/ 85121 w 3024845"/>
                <a:gd name="connsiteY381" fmla="*/ 281031 h 834218"/>
                <a:gd name="connsiteX382" fmla="*/ 85121 w 3024845"/>
                <a:gd name="connsiteY382" fmla="*/ 144839 h 834218"/>
                <a:gd name="connsiteX383" fmla="*/ 86894 w 3024845"/>
                <a:gd name="connsiteY383" fmla="*/ 144839 h 834218"/>
                <a:gd name="connsiteX384" fmla="*/ 99308 w 3024845"/>
                <a:gd name="connsiteY384" fmla="*/ 144839 h 834218"/>
                <a:gd name="connsiteX385" fmla="*/ 99308 w 3024845"/>
                <a:gd name="connsiteY385" fmla="*/ 30265 h 834218"/>
                <a:gd name="connsiteX386" fmla="*/ 103361 w 3024845"/>
                <a:gd name="connsiteY386" fmla="*/ 2161 h 834218"/>
                <a:gd name="connsiteX0" fmla="*/ 99308 w 3024845"/>
                <a:gd name="connsiteY0" fmla="*/ 36988 h 840941"/>
                <a:gd name="connsiteX1" fmla="*/ 200642 w 3024845"/>
                <a:gd name="connsiteY1" fmla="*/ 6723 h 840941"/>
                <a:gd name="connsiteX2" fmla="*/ 220909 w 3024845"/>
                <a:gd name="connsiteY2" fmla="*/ 151562 h 840941"/>
                <a:gd name="connsiteX3" fmla="*/ 223189 w 3024845"/>
                <a:gd name="connsiteY3" fmla="*/ 151562 h 840941"/>
                <a:gd name="connsiteX4" fmla="*/ 239150 w 3024845"/>
                <a:gd name="connsiteY4" fmla="*/ 151562 h 840941"/>
                <a:gd name="connsiteX5" fmla="*/ 239150 w 3024845"/>
                <a:gd name="connsiteY5" fmla="*/ 292077 h 840941"/>
                <a:gd name="connsiteX6" fmla="*/ 240670 w 3024845"/>
                <a:gd name="connsiteY6" fmla="*/ 291807 h 840941"/>
                <a:gd name="connsiteX7" fmla="*/ 251310 w 3024845"/>
                <a:gd name="connsiteY7" fmla="*/ 289916 h 840941"/>
                <a:gd name="connsiteX8" fmla="*/ 249283 w 3024845"/>
                <a:gd name="connsiteY8" fmla="*/ 378548 h 840941"/>
                <a:gd name="connsiteX9" fmla="*/ 250803 w 3024845"/>
                <a:gd name="connsiteY9" fmla="*/ 378819 h 840941"/>
                <a:gd name="connsiteX10" fmla="*/ 261443 w 3024845"/>
                <a:gd name="connsiteY10" fmla="*/ 380710 h 840941"/>
                <a:gd name="connsiteX11" fmla="*/ 261696 w 3024845"/>
                <a:gd name="connsiteY11" fmla="*/ 381521 h 840941"/>
                <a:gd name="connsiteX12" fmla="*/ 263470 w 3024845"/>
                <a:gd name="connsiteY12" fmla="*/ 387196 h 840941"/>
                <a:gd name="connsiteX13" fmla="*/ 264230 w 3024845"/>
                <a:gd name="connsiteY13" fmla="*/ 384764 h 840941"/>
                <a:gd name="connsiteX14" fmla="*/ 269550 w 3024845"/>
                <a:gd name="connsiteY14" fmla="*/ 367740 h 840941"/>
                <a:gd name="connsiteX15" fmla="*/ 271323 w 3024845"/>
                <a:gd name="connsiteY15" fmla="*/ 367740 h 840941"/>
                <a:gd name="connsiteX16" fmla="*/ 283737 w 3024845"/>
                <a:gd name="connsiteY16" fmla="*/ 367740 h 840941"/>
                <a:gd name="connsiteX17" fmla="*/ 283737 w 3024845"/>
                <a:gd name="connsiteY17" fmla="*/ 400166 h 840941"/>
                <a:gd name="connsiteX18" fmla="*/ 284750 w 3024845"/>
                <a:gd name="connsiteY18" fmla="*/ 400707 h 840941"/>
                <a:gd name="connsiteX19" fmla="*/ 291844 w 3024845"/>
                <a:gd name="connsiteY19" fmla="*/ 404490 h 840941"/>
                <a:gd name="connsiteX20" fmla="*/ 291844 w 3024845"/>
                <a:gd name="connsiteY20" fmla="*/ 405841 h 840941"/>
                <a:gd name="connsiteX21" fmla="*/ 291844 w 3024845"/>
                <a:gd name="connsiteY21" fmla="*/ 415299 h 840941"/>
                <a:gd name="connsiteX22" fmla="*/ 336431 w 3024845"/>
                <a:gd name="connsiteY22" fmla="*/ 415299 h 840941"/>
                <a:gd name="connsiteX23" fmla="*/ 336431 w 3024845"/>
                <a:gd name="connsiteY23" fmla="*/ 416380 h 840941"/>
                <a:gd name="connsiteX24" fmla="*/ 336431 w 3024845"/>
                <a:gd name="connsiteY24" fmla="*/ 423946 h 840941"/>
                <a:gd name="connsiteX25" fmla="*/ 338457 w 3024845"/>
                <a:gd name="connsiteY25" fmla="*/ 423946 h 840941"/>
                <a:gd name="connsiteX26" fmla="*/ 352644 w 3024845"/>
                <a:gd name="connsiteY26" fmla="*/ 423946 h 840941"/>
                <a:gd name="connsiteX27" fmla="*/ 352644 w 3024845"/>
                <a:gd name="connsiteY27" fmla="*/ 393681 h 840941"/>
                <a:gd name="connsiteX28" fmla="*/ 397231 w 3024845"/>
                <a:gd name="connsiteY28" fmla="*/ 393681 h 840941"/>
                <a:gd name="connsiteX29" fmla="*/ 397231 w 3024845"/>
                <a:gd name="connsiteY29" fmla="*/ 392330 h 840941"/>
                <a:gd name="connsiteX30" fmla="*/ 397231 w 3024845"/>
                <a:gd name="connsiteY30" fmla="*/ 382872 h 840941"/>
                <a:gd name="connsiteX31" fmla="*/ 398245 w 3024845"/>
                <a:gd name="connsiteY31" fmla="*/ 382872 h 840941"/>
                <a:gd name="connsiteX32" fmla="*/ 405338 w 3024845"/>
                <a:gd name="connsiteY32" fmla="*/ 382872 h 840941"/>
                <a:gd name="connsiteX33" fmla="*/ 405338 w 3024845"/>
                <a:gd name="connsiteY33" fmla="*/ 380981 h 840941"/>
                <a:gd name="connsiteX34" fmla="*/ 405338 w 3024845"/>
                <a:gd name="connsiteY34" fmla="*/ 367740 h 840941"/>
                <a:gd name="connsiteX35" fmla="*/ 406098 w 3024845"/>
                <a:gd name="connsiteY35" fmla="*/ 367740 h 840941"/>
                <a:gd name="connsiteX36" fmla="*/ 411418 w 3024845"/>
                <a:gd name="connsiteY36" fmla="*/ 367740 h 840941"/>
                <a:gd name="connsiteX37" fmla="*/ 411418 w 3024845"/>
                <a:gd name="connsiteY37" fmla="*/ 366659 h 840941"/>
                <a:gd name="connsiteX38" fmla="*/ 411418 w 3024845"/>
                <a:gd name="connsiteY38" fmla="*/ 359092 h 840941"/>
                <a:gd name="connsiteX39" fmla="*/ 413445 w 3024845"/>
                <a:gd name="connsiteY39" fmla="*/ 359092 h 840941"/>
                <a:gd name="connsiteX40" fmla="*/ 427632 w 3024845"/>
                <a:gd name="connsiteY40" fmla="*/ 359092 h 840941"/>
                <a:gd name="connsiteX41" fmla="*/ 427632 w 3024845"/>
                <a:gd name="connsiteY41" fmla="*/ 360173 h 840941"/>
                <a:gd name="connsiteX42" fmla="*/ 427632 w 3024845"/>
                <a:gd name="connsiteY42" fmla="*/ 367740 h 840941"/>
                <a:gd name="connsiteX43" fmla="*/ 449925 w 3024845"/>
                <a:gd name="connsiteY43" fmla="*/ 367740 h 840941"/>
                <a:gd name="connsiteX44" fmla="*/ 449925 w 3024845"/>
                <a:gd name="connsiteY44" fmla="*/ 365848 h 840941"/>
                <a:gd name="connsiteX45" fmla="*/ 449925 w 3024845"/>
                <a:gd name="connsiteY45" fmla="*/ 352607 h 840941"/>
                <a:gd name="connsiteX46" fmla="*/ 451699 w 3024845"/>
                <a:gd name="connsiteY46" fmla="*/ 352607 h 840941"/>
                <a:gd name="connsiteX47" fmla="*/ 464112 w 3024845"/>
                <a:gd name="connsiteY47" fmla="*/ 352607 h 840941"/>
                <a:gd name="connsiteX48" fmla="*/ 464112 w 3024845"/>
                <a:gd name="connsiteY48" fmla="*/ 376387 h 840941"/>
                <a:gd name="connsiteX49" fmla="*/ 465126 w 3024845"/>
                <a:gd name="connsiteY49" fmla="*/ 376387 h 840941"/>
                <a:gd name="connsiteX50" fmla="*/ 472219 w 3024845"/>
                <a:gd name="connsiteY50" fmla="*/ 376387 h 840941"/>
                <a:gd name="connsiteX51" fmla="*/ 472219 w 3024845"/>
                <a:gd name="connsiteY51" fmla="*/ 375306 h 840941"/>
                <a:gd name="connsiteX52" fmla="*/ 472219 w 3024845"/>
                <a:gd name="connsiteY52" fmla="*/ 367740 h 840941"/>
                <a:gd name="connsiteX53" fmla="*/ 473992 w 3024845"/>
                <a:gd name="connsiteY53" fmla="*/ 367740 h 840941"/>
                <a:gd name="connsiteX54" fmla="*/ 486406 w 3024845"/>
                <a:gd name="connsiteY54" fmla="*/ 367740 h 840941"/>
                <a:gd name="connsiteX55" fmla="*/ 486406 w 3024845"/>
                <a:gd name="connsiteY55" fmla="*/ 393681 h 840941"/>
                <a:gd name="connsiteX56" fmla="*/ 488433 w 3024845"/>
                <a:gd name="connsiteY56" fmla="*/ 393681 h 840941"/>
                <a:gd name="connsiteX57" fmla="*/ 502619 w 3024845"/>
                <a:gd name="connsiteY57" fmla="*/ 393681 h 840941"/>
                <a:gd name="connsiteX58" fmla="*/ 502619 w 3024845"/>
                <a:gd name="connsiteY58" fmla="*/ 395302 h 840941"/>
                <a:gd name="connsiteX59" fmla="*/ 502619 w 3024845"/>
                <a:gd name="connsiteY59" fmla="*/ 406652 h 840941"/>
                <a:gd name="connsiteX60" fmla="*/ 503379 w 3024845"/>
                <a:gd name="connsiteY60" fmla="*/ 406652 h 840941"/>
                <a:gd name="connsiteX61" fmla="*/ 508700 w 3024845"/>
                <a:gd name="connsiteY61" fmla="*/ 406652 h 840941"/>
                <a:gd name="connsiteX62" fmla="*/ 508700 w 3024845"/>
                <a:gd name="connsiteY62" fmla="*/ 405841 h 840941"/>
                <a:gd name="connsiteX63" fmla="*/ 508700 w 3024845"/>
                <a:gd name="connsiteY63" fmla="*/ 400166 h 840941"/>
                <a:gd name="connsiteX64" fmla="*/ 539100 w 3024845"/>
                <a:gd name="connsiteY64" fmla="*/ 400166 h 840941"/>
                <a:gd name="connsiteX65" fmla="*/ 539100 w 3024845"/>
                <a:gd name="connsiteY65" fmla="*/ 423946 h 840941"/>
                <a:gd name="connsiteX66" fmla="*/ 540113 w 3024845"/>
                <a:gd name="connsiteY66" fmla="*/ 423946 h 840941"/>
                <a:gd name="connsiteX67" fmla="*/ 547207 w 3024845"/>
                <a:gd name="connsiteY67" fmla="*/ 423946 h 840941"/>
                <a:gd name="connsiteX68" fmla="*/ 547207 w 3024845"/>
                <a:gd name="connsiteY68" fmla="*/ 425027 h 840941"/>
                <a:gd name="connsiteX69" fmla="*/ 547207 w 3024845"/>
                <a:gd name="connsiteY69" fmla="*/ 432593 h 840941"/>
                <a:gd name="connsiteX70" fmla="*/ 547967 w 3024845"/>
                <a:gd name="connsiteY70" fmla="*/ 432593 h 840941"/>
                <a:gd name="connsiteX71" fmla="*/ 553287 w 3024845"/>
                <a:gd name="connsiteY71" fmla="*/ 432593 h 840941"/>
                <a:gd name="connsiteX72" fmla="*/ 553287 w 3024845"/>
                <a:gd name="connsiteY72" fmla="*/ 430431 h 840941"/>
                <a:gd name="connsiteX73" fmla="*/ 553287 w 3024845"/>
                <a:gd name="connsiteY73" fmla="*/ 415299 h 840941"/>
                <a:gd name="connsiteX74" fmla="*/ 554300 w 3024845"/>
                <a:gd name="connsiteY74" fmla="*/ 415299 h 840941"/>
                <a:gd name="connsiteX75" fmla="*/ 561394 w 3024845"/>
                <a:gd name="connsiteY75" fmla="*/ 415299 h 840941"/>
                <a:gd name="connsiteX76" fmla="*/ 561394 w 3024845"/>
                <a:gd name="connsiteY76" fmla="*/ 416380 h 840941"/>
                <a:gd name="connsiteX77" fmla="*/ 561394 w 3024845"/>
                <a:gd name="connsiteY77" fmla="*/ 423946 h 840941"/>
                <a:gd name="connsiteX78" fmla="*/ 566714 w 3024845"/>
                <a:gd name="connsiteY78" fmla="*/ 421953 h 840941"/>
                <a:gd name="connsiteX79" fmla="*/ 567474 w 3024845"/>
                <a:gd name="connsiteY79" fmla="*/ 420973 h 840941"/>
                <a:gd name="connsiteX80" fmla="*/ 567474 w 3024845"/>
                <a:gd name="connsiteY80" fmla="*/ 415299 h 840941"/>
                <a:gd name="connsiteX81" fmla="*/ 605981 w 3024845"/>
                <a:gd name="connsiteY81" fmla="*/ 415299 h 840941"/>
                <a:gd name="connsiteX82" fmla="*/ 605981 w 3024845"/>
                <a:gd name="connsiteY82" fmla="*/ 439078 h 840941"/>
                <a:gd name="connsiteX83" fmla="*/ 608007 w 3024845"/>
                <a:gd name="connsiteY83" fmla="*/ 439078 h 840941"/>
                <a:gd name="connsiteX84" fmla="*/ 622194 w 3024845"/>
                <a:gd name="connsiteY84" fmla="*/ 439078 h 840941"/>
                <a:gd name="connsiteX85" fmla="*/ 622194 w 3024845"/>
                <a:gd name="connsiteY85" fmla="*/ 440159 h 840941"/>
                <a:gd name="connsiteX86" fmla="*/ 622194 w 3024845"/>
                <a:gd name="connsiteY86" fmla="*/ 447725 h 840941"/>
                <a:gd name="connsiteX87" fmla="*/ 623968 w 3024845"/>
                <a:gd name="connsiteY87" fmla="*/ 447725 h 840941"/>
                <a:gd name="connsiteX88" fmla="*/ 636381 w 3024845"/>
                <a:gd name="connsiteY88" fmla="*/ 447725 h 840941"/>
                <a:gd name="connsiteX89" fmla="*/ 636381 w 3024845"/>
                <a:gd name="connsiteY89" fmla="*/ 423946 h 840941"/>
                <a:gd name="connsiteX90" fmla="*/ 637394 w 3024845"/>
                <a:gd name="connsiteY90" fmla="*/ 423946 h 840941"/>
                <a:gd name="connsiteX91" fmla="*/ 644488 w 3024845"/>
                <a:gd name="connsiteY91" fmla="*/ 423946 h 840941"/>
                <a:gd name="connsiteX92" fmla="*/ 644488 w 3024845"/>
                <a:gd name="connsiteY92" fmla="*/ 391519 h 840941"/>
                <a:gd name="connsiteX93" fmla="*/ 645501 w 3024845"/>
                <a:gd name="connsiteY93" fmla="*/ 391519 h 840941"/>
                <a:gd name="connsiteX94" fmla="*/ 652595 w 3024845"/>
                <a:gd name="connsiteY94" fmla="*/ 391519 h 840941"/>
                <a:gd name="connsiteX95" fmla="*/ 652595 w 3024845"/>
                <a:gd name="connsiteY95" fmla="*/ 389628 h 840941"/>
                <a:gd name="connsiteX96" fmla="*/ 652595 w 3024845"/>
                <a:gd name="connsiteY96" fmla="*/ 376387 h 840941"/>
                <a:gd name="connsiteX97" fmla="*/ 651328 w 3024845"/>
                <a:gd name="connsiteY97" fmla="*/ 374765 h 840941"/>
                <a:gd name="connsiteX98" fmla="*/ 656648 w 3024845"/>
                <a:gd name="connsiteY98" fmla="*/ 363416 h 840941"/>
                <a:gd name="connsiteX99" fmla="*/ 664755 w 3024845"/>
                <a:gd name="connsiteY99" fmla="*/ 391519 h 840941"/>
                <a:gd name="connsiteX100" fmla="*/ 665515 w 3024845"/>
                <a:gd name="connsiteY100" fmla="*/ 391519 h 840941"/>
                <a:gd name="connsiteX101" fmla="*/ 670835 w 3024845"/>
                <a:gd name="connsiteY101" fmla="*/ 391519 h 840941"/>
                <a:gd name="connsiteX102" fmla="*/ 670835 w 3024845"/>
                <a:gd name="connsiteY102" fmla="*/ 285592 h 840941"/>
                <a:gd name="connsiteX103" fmla="*/ 672355 w 3024845"/>
                <a:gd name="connsiteY103" fmla="*/ 285592 h 840941"/>
                <a:gd name="connsiteX104" fmla="*/ 682995 w 3024845"/>
                <a:gd name="connsiteY104" fmla="*/ 285592 h 840941"/>
                <a:gd name="connsiteX105" fmla="*/ 682995 w 3024845"/>
                <a:gd name="connsiteY105" fmla="*/ 238033 h 840941"/>
                <a:gd name="connsiteX106" fmla="*/ 709342 w 3024845"/>
                <a:gd name="connsiteY106" fmla="*/ 238033 h 840941"/>
                <a:gd name="connsiteX107" fmla="*/ 709342 w 3024845"/>
                <a:gd name="connsiteY107" fmla="*/ 216415 h 840941"/>
                <a:gd name="connsiteX108" fmla="*/ 743796 w 3024845"/>
                <a:gd name="connsiteY108" fmla="*/ 216415 h 840941"/>
                <a:gd name="connsiteX109" fmla="*/ 743796 w 3024845"/>
                <a:gd name="connsiteY109" fmla="*/ 218847 h 840941"/>
                <a:gd name="connsiteX110" fmla="*/ 743796 w 3024845"/>
                <a:gd name="connsiteY110" fmla="*/ 235871 h 840941"/>
                <a:gd name="connsiteX111" fmla="*/ 746076 w 3024845"/>
                <a:gd name="connsiteY111" fmla="*/ 235871 h 840941"/>
                <a:gd name="connsiteX112" fmla="*/ 762036 w 3024845"/>
                <a:gd name="connsiteY112" fmla="*/ 235871 h 840941"/>
                <a:gd name="connsiteX113" fmla="*/ 762036 w 3024845"/>
                <a:gd name="connsiteY113" fmla="*/ 283430 h 840941"/>
                <a:gd name="connsiteX114" fmla="*/ 763049 w 3024845"/>
                <a:gd name="connsiteY114" fmla="*/ 283430 h 840941"/>
                <a:gd name="connsiteX115" fmla="*/ 770143 w 3024845"/>
                <a:gd name="connsiteY115" fmla="*/ 283430 h 840941"/>
                <a:gd name="connsiteX116" fmla="*/ 784330 w 3024845"/>
                <a:gd name="connsiteY116" fmla="*/ 287754 h 840941"/>
                <a:gd name="connsiteX117" fmla="*/ 784330 w 3024845"/>
                <a:gd name="connsiteY117" fmla="*/ 326666 h 840941"/>
                <a:gd name="connsiteX118" fmla="*/ 785343 w 3024845"/>
                <a:gd name="connsiteY118" fmla="*/ 326666 h 840941"/>
                <a:gd name="connsiteX119" fmla="*/ 792436 w 3024845"/>
                <a:gd name="connsiteY119" fmla="*/ 326666 h 840941"/>
                <a:gd name="connsiteX120" fmla="*/ 792436 w 3024845"/>
                <a:gd name="connsiteY120" fmla="*/ 328287 h 840941"/>
                <a:gd name="connsiteX121" fmla="*/ 792436 w 3024845"/>
                <a:gd name="connsiteY121" fmla="*/ 339636 h 840941"/>
                <a:gd name="connsiteX122" fmla="*/ 794463 w 3024845"/>
                <a:gd name="connsiteY122" fmla="*/ 339636 h 840941"/>
                <a:gd name="connsiteX123" fmla="*/ 808650 w 3024845"/>
                <a:gd name="connsiteY123" fmla="*/ 339636 h 840941"/>
                <a:gd name="connsiteX124" fmla="*/ 814730 w 3024845"/>
                <a:gd name="connsiteY124" fmla="*/ 346122 h 840941"/>
                <a:gd name="connsiteX125" fmla="*/ 814730 w 3024845"/>
                <a:gd name="connsiteY125" fmla="*/ 367740 h 840941"/>
                <a:gd name="connsiteX126" fmla="*/ 817010 w 3024845"/>
                <a:gd name="connsiteY126" fmla="*/ 367740 h 840941"/>
                <a:gd name="connsiteX127" fmla="*/ 832970 w 3024845"/>
                <a:gd name="connsiteY127" fmla="*/ 367740 h 840941"/>
                <a:gd name="connsiteX128" fmla="*/ 832970 w 3024845"/>
                <a:gd name="connsiteY128" fmla="*/ 368820 h 840941"/>
                <a:gd name="connsiteX129" fmla="*/ 832970 w 3024845"/>
                <a:gd name="connsiteY129" fmla="*/ 376387 h 840941"/>
                <a:gd name="connsiteX130" fmla="*/ 834237 w 3024845"/>
                <a:gd name="connsiteY130" fmla="*/ 376387 h 840941"/>
                <a:gd name="connsiteX131" fmla="*/ 843104 w 3024845"/>
                <a:gd name="connsiteY131" fmla="*/ 376387 h 840941"/>
                <a:gd name="connsiteX132" fmla="*/ 843104 w 3024845"/>
                <a:gd name="connsiteY132" fmla="*/ 378548 h 840941"/>
                <a:gd name="connsiteX133" fmla="*/ 843104 w 3024845"/>
                <a:gd name="connsiteY133" fmla="*/ 393681 h 840941"/>
                <a:gd name="connsiteX134" fmla="*/ 847157 w 3024845"/>
                <a:gd name="connsiteY134" fmla="*/ 391789 h 840941"/>
                <a:gd name="connsiteX135" fmla="*/ 847157 w 3024845"/>
                <a:gd name="connsiteY135" fmla="*/ 378548 h 840941"/>
                <a:gd name="connsiteX136" fmla="*/ 848170 w 3024845"/>
                <a:gd name="connsiteY136" fmla="*/ 378548 h 840941"/>
                <a:gd name="connsiteX137" fmla="*/ 855264 w 3024845"/>
                <a:gd name="connsiteY137" fmla="*/ 378548 h 840941"/>
                <a:gd name="connsiteX138" fmla="*/ 855264 w 3024845"/>
                <a:gd name="connsiteY138" fmla="*/ 380170 h 840941"/>
                <a:gd name="connsiteX139" fmla="*/ 855264 w 3024845"/>
                <a:gd name="connsiteY139" fmla="*/ 391519 h 840941"/>
                <a:gd name="connsiteX140" fmla="*/ 856024 w 3024845"/>
                <a:gd name="connsiteY140" fmla="*/ 391519 h 840941"/>
                <a:gd name="connsiteX141" fmla="*/ 861344 w 3024845"/>
                <a:gd name="connsiteY141" fmla="*/ 391519 h 840941"/>
                <a:gd name="connsiteX142" fmla="*/ 909984 w 3024845"/>
                <a:gd name="connsiteY142" fmla="*/ 387196 h 840941"/>
                <a:gd name="connsiteX143" fmla="*/ 909984 w 3024845"/>
                <a:gd name="connsiteY143" fmla="*/ 388547 h 840941"/>
                <a:gd name="connsiteX144" fmla="*/ 909984 w 3024845"/>
                <a:gd name="connsiteY144" fmla="*/ 398004 h 840941"/>
                <a:gd name="connsiteX145" fmla="*/ 910744 w 3024845"/>
                <a:gd name="connsiteY145" fmla="*/ 398004 h 840941"/>
                <a:gd name="connsiteX146" fmla="*/ 916065 w 3024845"/>
                <a:gd name="connsiteY146" fmla="*/ 398004 h 840941"/>
                <a:gd name="connsiteX147" fmla="*/ 916065 w 3024845"/>
                <a:gd name="connsiteY147" fmla="*/ 400166 h 840941"/>
                <a:gd name="connsiteX148" fmla="*/ 916065 w 3024845"/>
                <a:gd name="connsiteY148" fmla="*/ 415299 h 840941"/>
                <a:gd name="connsiteX149" fmla="*/ 918091 w 3024845"/>
                <a:gd name="connsiteY149" fmla="*/ 413948 h 840941"/>
                <a:gd name="connsiteX150" fmla="*/ 932278 w 3024845"/>
                <a:gd name="connsiteY150" fmla="*/ 404490 h 840941"/>
                <a:gd name="connsiteX151" fmla="*/ 938358 w 3024845"/>
                <a:gd name="connsiteY151" fmla="*/ 363416 h 840941"/>
                <a:gd name="connsiteX152" fmla="*/ 939118 w 3024845"/>
                <a:gd name="connsiteY152" fmla="*/ 363146 h 840941"/>
                <a:gd name="connsiteX153" fmla="*/ 944438 w 3024845"/>
                <a:gd name="connsiteY153" fmla="*/ 361254 h 840941"/>
                <a:gd name="connsiteX154" fmla="*/ 946465 w 3024845"/>
                <a:gd name="connsiteY154" fmla="*/ 292077 h 840941"/>
                <a:gd name="connsiteX155" fmla="*/ 948492 w 3024845"/>
                <a:gd name="connsiteY155" fmla="*/ 361254 h 840941"/>
                <a:gd name="connsiteX156" fmla="*/ 949252 w 3024845"/>
                <a:gd name="connsiteY156" fmla="*/ 361524 h 840941"/>
                <a:gd name="connsiteX157" fmla="*/ 954572 w 3024845"/>
                <a:gd name="connsiteY157" fmla="*/ 363416 h 840941"/>
                <a:gd name="connsiteX158" fmla="*/ 954572 w 3024845"/>
                <a:gd name="connsiteY158" fmla="*/ 276945 h 840941"/>
                <a:gd name="connsiteX159" fmla="*/ 958625 w 3024845"/>
                <a:gd name="connsiteY159" fmla="*/ 244518 h 840941"/>
                <a:gd name="connsiteX160" fmla="*/ 997132 w 3024845"/>
                <a:gd name="connsiteY160" fmla="*/ 244518 h 840941"/>
                <a:gd name="connsiteX161" fmla="*/ 997132 w 3024845"/>
                <a:gd name="connsiteY161" fmla="*/ 276945 h 840941"/>
                <a:gd name="connsiteX162" fmla="*/ 997892 w 3024845"/>
                <a:gd name="connsiteY162" fmla="*/ 276945 h 840941"/>
                <a:gd name="connsiteX163" fmla="*/ 1003212 w 3024845"/>
                <a:gd name="connsiteY163" fmla="*/ 276945 h 840941"/>
                <a:gd name="connsiteX164" fmla="*/ 1003212 w 3024845"/>
                <a:gd name="connsiteY164" fmla="*/ 194797 h 840941"/>
                <a:gd name="connsiteX165" fmla="*/ 1004986 w 3024845"/>
                <a:gd name="connsiteY165" fmla="*/ 194797 h 840941"/>
                <a:gd name="connsiteX166" fmla="*/ 1017399 w 3024845"/>
                <a:gd name="connsiteY166" fmla="*/ 194797 h 840941"/>
                <a:gd name="connsiteX167" fmla="*/ 1017399 w 3024845"/>
                <a:gd name="connsiteY167" fmla="*/ 192906 h 840941"/>
                <a:gd name="connsiteX168" fmla="*/ 1017399 w 3024845"/>
                <a:gd name="connsiteY168" fmla="*/ 179665 h 840941"/>
                <a:gd name="connsiteX169" fmla="*/ 1039693 w 3024845"/>
                <a:gd name="connsiteY169" fmla="*/ 179665 h 840941"/>
                <a:gd name="connsiteX170" fmla="*/ 1039693 w 3024845"/>
                <a:gd name="connsiteY170" fmla="*/ 178584 h 840941"/>
                <a:gd name="connsiteX171" fmla="*/ 1039693 w 3024845"/>
                <a:gd name="connsiteY171" fmla="*/ 171018 h 840941"/>
                <a:gd name="connsiteX172" fmla="*/ 1041466 w 3024845"/>
                <a:gd name="connsiteY172" fmla="*/ 171018 h 840941"/>
                <a:gd name="connsiteX173" fmla="*/ 1053880 w 3024845"/>
                <a:gd name="connsiteY173" fmla="*/ 171018 h 840941"/>
                <a:gd name="connsiteX174" fmla="*/ 1053880 w 3024845"/>
                <a:gd name="connsiteY174" fmla="*/ 172099 h 840941"/>
                <a:gd name="connsiteX175" fmla="*/ 1053880 w 3024845"/>
                <a:gd name="connsiteY175" fmla="*/ 179665 h 840941"/>
                <a:gd name="connsiteX176" fmla="*/ 1054640 w 3024845"/>
                <a:gd name="connsiteY176" fmla="*/ 179665 h 840941"/>
                <a:gd name="connsiteX177" fmla="*/ 1059960 w 3024845"/>
                <a:gd name="connsiteY177" fmla="*/ 179665 h 840941"/>
                <a:gd name="connsiteX178" fmla="*/ 1070093 w 3024845"/>
                <a:gd name="connsiteY178" fmla="*/ 175341 h 840941"/>
                <a:gd name="connsiteX179" fmla="*/ 1074146 w 3024845"/>
                <a:gd name="connsiteY179" fmla="*/ 178584 h 840941"/>
                <a:gd name="connsiteX180" fmla="*/ 1074146 w 3024845"/>
                <a:gd name="connsiteY180" fmla="*/ 171018 h 840941"/>
                <a:gd name="connsiteX181" fmla="*/ 1076426 w 3024845"/>
                <a:gd name="connsiteY181" fmla="*/ 171018 h 840941"/>
                <a:gd name="connsiteX182" fmla="*/ 1092387 w 3024845"/>
                <a:gd name="connsiteY182" fmla="*/ 171018 h 840941"/>
                <a:gd name="connsiteX183" fmla="*/ 1092387 w 3024845"/>
                <a:gd name="connsiteY183" fmla="*/ 172099 h 840941"/>
                <a:gd name="connsiteX184" fmla="*/ 1092387 w 3024845"/>
                <a:gd name="connsiteY184" fmla="*/ 179665 h 840941"/>
                <a:gd name="connsiteX185" fmla="*/ 1122787 w 3024845"/>
                <a:gd name="connsiteY185" fmla="*/ 179665 h 840941"/>
                <a:gd name="connsiteX186" fmla="*/ 1122787 w 3024845"/>
                <a:gd name="connsiteY186" fmla="*/ 181286 h 840941"/>
                <a:gd name="connsiteX187" fmla="*/ 1122787 w 3024845"/>
                <a:gd name="connsiteY187" fmla="*/ 192636 h 840941"/>
                <a:gd name="connsiteX188" fmla="*/ 1149134 w 3024845"/>
                <a:gd name="connsiteY188" fmla="*/ 192636 h 840941"/>
                <a:gd name="connsiteX189" fmla="*/ 1149134 w 3024845"/>
                <a:gd name="connsiteY189" fmla="*/ 222900 h 840941"/>
                <a:gd name="connsiteX190" fmla="*/ 1149894 w 3024845"/>
                <a:gd name="connsiteY190" fmla="*/ 222900 h 840941"/>
                <a:gd name="connsiteX191" fmla="*/ 1155214 w 3024845"/>
                <a:gd name="connsiteY191" fmla="*/ 222900 h 840941"/>
                <a:gd name="connsiteX192" fmla="*/ 1155214 w 3024845"/>
                <a:gd name="connsiteY192" fmla="*/ 223981 h 840941"/>
                <a:gd name="connsiteX193" fmla="*/ 1155214 w 3024845"/>
                <a:gd name="connsiteY193" fmla="*/ 231548 h 840941"/>
                <a:gd name="connsiteX194" fmla="*/ 1159268 w 3024845"/>
                <a:gd name="connsiteY194" fmla="*/ 261812 h 840941"/>
                <a:gd name="connsiteX195" fmla="*/ 1160028 w 3024845"/>
                <a:gd name="connsiteY195" fmla="*/ 261812 h 840941"/>
                <a:gd name="connsiteX196" fmla="*/ 1165348 w 3024845"/>
                <a:gd name="connsiteY196" fmla="*/ 261812 h 840941"/>
                <a:gd name="connsiteX197" fmla="*/ 1165348 w 3024845"/>
                <a:gd name="connsiteY197" fmla="*/ 262623 h 840941"/>
                <a:gd name="connsiteX198" fmla="*/ 1165348 w 3024845"/>
                <a:gd name="connsiteY198" fmla="*/ 268298 h 840941"/>
                <a:gd name="connsiteX199" fmla="*/ 1166361 w 3024845"/>
                <a:gd name="connsiteY199" fmla="*/ 268298 h 840941"/>
                <a:gd name="connsiteX200" fmla="*/ 1173454 w 3024845"/>
                <a:gd name="connsiteY200" fmla="*/ 268298 h 840941"/>
                <a:gd name="connsiteX201" fmla="*/ 1173454 w 3024845"/>
                <a:gd name="connsiteY201" fmla="*/ 298563 h 840941"/>
                <a:gd name="connsiteX202" fmla="*/ 1175481 w 3024845"/>
                <a:gd name="connsiteY202" fmla="*/ 298563 h 840941"/>
                <a:gd name="connsiteX203" fmla="*/ 1189668 w 3024845"/>
                <a:gd name="connsiteY203" fmla="*/ 298563 h 840941"/>
                <a:gd name="connsiteX204" fmla="*/ 1189668 w 3024845"/>
                <a:gd name="connsiteY204" fmla="*/ 322342 h 840941"/>
                <a:gd name="connsiteX205" fmla="*/ 1191695 w 3024845"/>
                <a:gd name="connsiteY205" fmla="*/ 323963 h 840941"/>
                <a:gd name="connsiteX206" fmla="*/ 1191695 w 3024845"/>
                <a:gd name="connsiteY206" fmla="*/ 335313 h 840941"/>
                <a:gd name="connsiteX207" fmla="*/ 1192455 w 3024845"/>
                <a:gd name="connsiteY207" fmla="*/ 335313 h 840941"/>
                <a:gd name="connsiteX208" fmla="*/ 1197775 w 3024845"/>
                <a:gd name="connsiteY208" fmla="*/ 335313 h 840941"/>
                <a:gd name="connsiteX209" fmla="*/ 1197775 w 3024845"/>
                <a:gd name="connsiteY209" fmla="*/ 359092 h 840941"/>
                <a:gd name="connsiteX210" fmla="*/ 1199041 w 3024845"/>
                <a:gd name="connsiteY210" fmla="*/ 359092 h 840941"/>
                <a:gd name="connsiteX211" fmla="*/ 1207908 w 3024845"/>
                <a:gd name="connsiteY211" fmla="*/ 359092 h 840941"/>
                <a:gd name="connsiteX212" fmla="*/ 1209935 w 3024845"/>
                <a:gd name="connsiteY212" fmla="*/ 363146 h 840941"/>
                <a:gd name="connsiteX213" fmla="*/ 1209935 w 3024845"/>
                <a:gd name="connsiteY213" fmla="*/ 376387 h 840941"/>
                <a:gd name="connsiteX214" fmla="*/ 1211455 w 3024845"/>
                <a:gd name="connsiteY214" fmla="*/ 374495 h 840941"/>
                <a:gd name="connsiteX215" fmla="*/ 1222095 w 3024845"/>
                <a:gd name="connsiteY215" fmla="*/ 361254 h 840941"/>
                <a:gd name="connsiteX216" fmla="*/ 1250469 w 3024845"/>
                <a:gd name="connsiteY216" fmla="*/ 361254 h 840941"/>
                <a:gd name="connsiteX217" fmla="*/ 1250469 w 3024845"/>
                <a:gd name="connsiteY217" fmla="*/ 447725 h 840941"/>
                <a:gd name="connsiteX218" fmla="*/ 1251229 w 3024845"/>
                <a:gd name="connsiteY218" fmla="*/ 447725 h 840941"/>
                <a:gd name="connsiteX219" fmla="*/ 1256549 w 3024845"/>
                <a:gd name="connsiteY219" fmla="*/ 447725 h 840941"/>
                <a:gd name="connsiteX220" fmla="*/ 1257309 w 3024845"/>
                <a:gd name="connsiteY220" fmla="*/ 446374 h 840941"/>
                <a:gd name="connsiteX221" fmla="*/ 1262629 w 3024845"/>
                <a:gd name="connsiteY221" fmla="*/ 436916 h 840941"/>
                <a:gd name="connsiteX222" fmla="*/ 1262629 w 3024845"/>
                <a:gd name="connsiteY222" fmla="*/ 438808 h 840941"/>
                <a:gd name="connsiteX223" fmla="*/ 1262629 w 3024845"/>
                <a:gd name="connsiteY223" fmla="*/ 452049 h 840941"/>
                <a:gd name="connsiteX224" fmla="*/ 1266682 w 3024845"/>
                <a:gd name="connsiteY224" fmla="*/ 406652 h 840941"/>
                <a:gd name="connsiteX225" fmla="*/ 1267442 w 3024845"/>
                <a:gd name="connsiteY225" fmla="*/ 406652 h 840941"/>
                <a:gd name="connsiteX226" fmla="*/ 1272762 w 3024845"/>
                <a:gd name="connsiteY226" fmla="*/ 406652 h 840941"/>
                <a:gd name="connsiteX227" fmla="*/ 1272762 w 3024845"/>
                <a:gd name="connsiteY227" fmla="*/ 341798 h 840941"/>
                <a:gd name="connsiteX228" fmla="*/ 1273776 w 3024845"/>
                <a:gd name="connsiteY228" fmla="*/ 341798 h 840941"/>
                <a:gd name="connsiteX229" fmla="*/ 1280869 w 3024845"/>
                <a:gd name="connsiteY229" fmla="*/ 341798 h 840941"/>
                <a:gd name="connsiteX230" fmla="*/ 1293029 w 3024845"/>
                <a:gd name="connsiteY230" fmla="*/ 298563 h 840941"/>
                <a:gd name="connsiteX231" fmla="*/ 1294296 w 3024845"/>
                <a:gd name="connsiteY231" fmla="*/ 298563 h 840941"/>
                <a:gd name="connsiteX232" fmla="*/ 1303163 w 3024845"/>
                <a:gd name="connsiteY232" fmla="*/ 298563 h 840941"/>
                <a:gd name="connsiteX233" fmla="*/ 1313296 w 3024845"/>
                <a:gd name="connsiteY233" fmla="*/ 341798 h 840941"/>
                <a:gd name="connsiteX234" fmla="*/ 1314309 w 3024845"/>
                <a:gd name="connsiteY234" fmla="*/ 341798 h 840941"/>
                <a:gd name="connsiteX235" fmla="*/ 1321403 w 3024845"/>
                <a:gd name="connsiteY235" fmla="*/ 341798 h 840941"/>
                <a:gd name="connsiteX236" fmla="*/ 1321403 w 3024845"/>
                <a:gd name="connsiteY236" fmla="*/ 380710 h 840941"/>
                <a:gd name="connsiteX237" fmla="*/ 1323176 w 3024845"/>
                <a:gd name="connsiteY237" fmla="*/ 380710 h 840941"/>
                <a:gd name="connsiteX238" fmla="*/ 1335590 w 3024845"/>
                <a:gd name="connsiteY238" fmla="*/ 380710 h 840941"/>
                <a:gd name="connsiteX239" fmla="*/ 1335590 w 3024845"/>
                <a:gd name="connsiteY239" fmla="*/ 382872 h 840941"/>
                <a:gd name="connsiteX240" fmla="*/ 1335590 w 3024845"/>
                <a:gd name="connsiteY240" fmla="*/ 398004 h 840941"/>
                <a:gd name="connsiteX241" fmla="*/ 1339643 w 3024845"/>
                <a:gd name="connsiteY241" fmla="*/ 395843 h 840941"/>
                <a:gd name="connsiteX242" fmla="*/ 1339643 w 3024845"/>
                <a:gd name="connsiteY242" fmla="*/ 380710 h 840941"/>
                <a:gd name="connsiteX243" fmla="*/ 1341163 w 3024845"/>
                <a:gd name="connsiteY243" fmla="*/ 380710 h 840941"/>
                <a:gd name="connsiteX244" fmla="*/ 1351803 w 3024845"/>
                <a:gd name="connsiteY244" fmla="*/ 380710 h 840941"/>
                <a:gd name="connsiteX245" fmla="*/ 1351803 w 3024845"/>
                <a:gd name="connsiteY245" fmla="*/ 382331 h 840941"/>
                <a:gd name="connsiteX246" fmla="*/ 1351803 w 3024845"/>
                <a:gd name="connsiteY246" fmla="*/ 393681 h 840941"/>
                <a:gd name="connsiteX247" fmla="*/ 1382204 w 3024845"/>
                <a:gd name="connsiteY247" fmla="*/ 393681 h 840941"/>
                <a:gd name="connsiteX248" fmla="*/ 1382204 w 3024845"/>
                <a:gd name="connsiteY248" fmla="*/ 356931 h 840941"/>
                <a:gd name="connsiteX249" fmla="*/ 1383470 w 3024845"/>
                <a:gd name="connsiteY249" fmla="*/ 356931 h 840941"/>
                <a:gd name="connsiteX250" fmla="*/ 1392337 w 3024845"/>
                <a:gd name="connsiteY250" fmla="*/ 356931 h 840941"/>
                <a:gd name="connsiteX251" fmla="*/ 1392337 w 3024845"/>
                <a:gd name="connsiteY251" fmla="*/ 378548 h 840941"/>
                <a:gd name="connsiteX252" fmla="*/ 1394364 w 3024845"/>
                <a:gd name="connsiteY252" fmla="*/ 346122 h 840941"/>
                <a:gd name="connsiteX253" fmla="*/ 1416657 w 3024845"/>
                <a:gd name="connsiteY253" fmla="*/ 346122 h 840941"/>
                <a:gd name="connsiteX254" fmla="*/ 1416657 w 3024845"/>
                <a:gd name="connsiteY254" fmla="*/ 344500 h 840941"/>
                <a:gd name="connsiteX255" fmla="*/ 1416657 w 3024845"/>
                <a:gd name="connsiteY255" fmla="*/ 333151 h 840941"/>
                <a:gd name="connsiteX256" fmla="*/ 1417417 w 3024845"/>
                <a:gd name="connsiteY256" fmla="*/ 333151 h 840941"/>
                <a:gd name="connsiteX257" fmla="*/ 1422737 w 3024845"/>
                <a:gd name="connsiteY257" fmla="*/ 333151 h 840941"/>
                <a:gd name="connsiteX258" fmla="*/ 1422737 w 3024845"/>
                <a:gd name="connsiteY258" fmla="*/ 331260 h 840941"/>
                <a:gd name="connsiteX259" fmla="*/ 1422737 w 3024845"/>
                <a:gd name="connsiteY259" fmla="*/ 318019 h 840941"/>
                <a:gd name="connsiteX260" fmla="*/ 1426791 w 3024845"/>
                <a:gd name="connsiteY260" fmla="*/ 324504 h 840941"/>
                <a:gd name="connsiteX261" fmla="*/ 1429071 w 3024845"/>
                <a:gd name="connsiteY261" fmla="*/ 324504 h 840941"/>
                <a:gd name="connsiteX262" fmla="*/ 1445031 w 3024845"/>
                <a:gd name="connsiteY262" fmla="*/ 324504 h 840941"/>
                <a:gd name="connsiteX263" fmla="*/ 1445031 w 3024845"/>
                <a:gd name="connsiteY263" fmla="*/ 323693 h 840941"/>
                <a:gd name="connsiteX264" fmla="*/ 1445031 w 3024845"/>
                <a:gd name="connsiteY264" fmla="*/ 318019 h 840941"/>
                <a:gd name="connsiteX265" fmla="*/ 1445791 w 3024845"/>
                <a:gd name="connsiteY265" fmla="*/ 318019 h 840941"/>
                <a:gd name="connsiteX266" fmla="*/ 1451111 w 3024845"/>
                <a:gd name="connsiteY266" fmla="*/ 318019 h 840941"/>
                <a:gd name="connsiteX267" fmla="*/ 1451111 w 3024845"/>
                <a:gd name="connsiteY267" fmla="*/ 319370 h 840941"/>
                <a:gd name="connsiteX268" fmla="*/ 1451111 w 3024845"/>
                <a:gd name="connsiteY268" fmla="*/ 328828 h 840941"/>
                <a:gd name="connsiteX269" fmla="*/ 1489618 w 3024845"/>
                <a:gd name="connsiteY269" fmla="*/ 328828 h 840941"/>
                <a:gd name="connsiteX270" fmla="*/ 1489618 w 3024845"/>
                <a:gd name="connsiteY270" fmla="*/ 467181 h 840941"/>
                <a:gd name="connsiteX271" fmla="*/ 1491138 w 3024845"/>
                <a:gd name="connsiteY271" fmla="*/ 467181 h 840941"/>
                <a:gd name="connsiteX272" fmla="*/ 1501778 w 3024845"/>
                <a:gd name="connsiteY272" fmla="*/ 467181 h 840941"/>
                <a:gd name="connsiteX273" fmla="*/ 1501778 w 3024845"/>
                <a:gd name="connsiteY273" fmla="*/ 454211 h 840941"/>
                <a:gd name="connsiteX274" fmla="*/ 1505832 w 3024845"/>
                <a:gd name="connsiteY274" fmla="*/ 454211 h 840941"/>
                <a:gd name="connsiteX275" fmla="*/ 1505832 w 3024845"/>
                <a:gd name="connsiteY275" fmla="*/ 467181 h 840941"/>
                <a:gd name="connsiteX276" fmla="*/ 1536232 w 3024845"/>
                <a:gd name="connsiteY276" fmla="*/ 467181 h 840941"/>
                <a:gd name="connsiteX277" fmla="*/ 1536232 w 3024845"/>
                <a:gd name="connsiteY277" fmla="*/ 436916 h 840941"/>
                <a:gd name="connsiteX278" fmla="*/ 1548392 w 3024845"/>
                <a:gd name="connsiteY278" fmla="*/ 436916 h 840941"/>
                <a:gd name="connsiteX279" fmla="*/ 1560552 w 3024845"/>
                <a:gd name="connsiteY279" fmla="*/ 434755 h 840941"/>
                <a:gd name="connsiteX280" fmla="*/ 1564606 w 3024845"/>
                <a:gd name="connsiteY280" fmla="*/ 436916 h 840941"/>
                <a:gd name="connsiteX281" fmla="*/ 1574739 w 3024845"/>
                <a:gd name="connsiteY281" fmla="*/ 436916 h 840941"/>
                <a:gd name="connsiteX282" fmla="*/ 1574739 w 3024845"/>
                <a:gd name="connsiteY282" fmla="*/ 467181 h 840941"/>
                <a:gd name="connsiteX283" fmla="*/ 1582846 w 3024845"/>
                <a:gd name="connsiteY283" fmla="*/ 467181 h 840941"/>
                <a:gd name="connsiteX284" fmla="*/ 1582846 w 3024845"/>
                <a:gd name="connsiteY284" fmla="*/ 484476 h 840941"/>
                <a:gd name="connsiteX285" fmla="*/ 1592182 w 3024845"/>
                <a:gd name="connsiteY285" fmla="*/ 485381 h 840941"/>
                <a:gd name="connsiteX286" fmla="*/ 1605140 w 3024845"/>
                <a:gd name="connsiteY286" fmla="*/ 485381 h 840941"/>
                <a:gd name="connsiteX287" fmla="*/ 1605140 w 3024845"/>
                <a:gd name="connsiteY287" fmla="*/ 469343 h 840941"/>
                <a:gd name="connsiteX288" fmla="*/ 1673096 w 3024845"/>
                <a:gd name="connsiteY288" fmla="*/ 469343 h 840941"/>
                <a:gd name="connsiteX289" fmla="*/ 1673096 w 3024845"/>
                <a:gd name="connsiteY289" fmla="*/ 384090 h 840941"/>
                <a:gd name="connsiteX290" fmla="*/ 1745104 w 3024845"/>
                <a:gd name="connsiteY290" fmla="*/ 384090 h 840941"/>
                <a:gd name="connsiteX291" fmla="*/ 1745104 w 3024845"/>
                <a:gd name="connsiteY291" fmla="*/ 462858 h 840941"/>
                <a:gd name="connsiteX292" fmla="*/ 1747008 w 3024845"/>
                <a:gd name="connsiteY292" fmla="*/ 462858 h 840941"/>
                <a:gd name="connsiteX293" fmla="*/ 1748250 w 3024845"/>
                <a:gd name="connsiteY293" fmla="*/ 485381 h 840941"/>
                <a:gd name="connsiteX294" fmla="*/ 1757926 w 3024845"/>
                <a:gd name="connsiteY294" fmla="*/ 485381 h 840941"/>
                <a:gd name="connsiteX295" fmla="*/ 1759168 w 3024845"/>
                <a:gd name="connsiteY295" fmla="*/ 462858 h 840941"/>
                <a:gd name="connsiteX296" fmla="*/ 1765248 w 3024845"/>
                <a:gd name="connsiteY296" fmla="*/ 462858 h 840941"/>
                <a:gd name="connsiteX297" fmla="*/ 1766490 w 3024845"/>
                <a:gd name="connsiteY297" fmla="*/ 485381 h 840941"/>
                <a:gd name="connsiteX298" fmla="*/ 1817112 w 3024845"/>
                <a:gd name="connsiteY298" fmla="*/ 485381 h 840941"/>
                <a:gd name="connsiteX299" fmla="*/ 1817112 w 3024845"/>
                <a:gd name="connsiteY299" fmla="*/ 322353 h 840941"/>
                <a:gd name="connsiteX300" fmla="*/ 2014439 w 3024845"/>
                <a:gd name="connsiteY300" fmla="*/ 322353 h 840941"/>
                <a:gd name="connsiteX301" fmla="*/ 2014439 w 3024845"/>
                <a:gd name="connsiteY301" fmla="*/ 485381 h 840941"/>
                <a:gd name="connsiteX302" fmla="*/ 2033136 w 3024845"/>
                <a:gd name="connsiteY302" fmla="*/ 485381 h 840941"/>
                <a:gd name="connsiteX303" fmla="*/ 2033136 w 3024845"/>
                <a:gd name="connsiteY303" fmla="*/ 402688 h 840941"/>
                <a:gd name="connsiteX304" fmla="*/ 2128256 w 3024845"/>
                <a:gd name="connsiteY304" fmla="*/ 402688 h 840941"/>
                <a:gd name="connsiteX305" fmla="*/ 2180720 w 3024845"/>
                <a:gd name="connsiteY305" fmla="*/ 337475 h 840941"/>
                <a:gd name="connsiteX306" fmla="*/ 2245574 w 3024845"/>
                <a:gd name="connsiteY306" fmla="*/ 337475 h 840941"/>
                <a:gd name="connsiteX307" fmla="*/ 2245574 w 3024845"/>
                <a:gd name="connsiteY307" fmla="*/ 413137 h 840941"/>
                <a:gd name="connsiteX308" fmla="*/ 2253681 w 3024845"/>
                <a:gd name="connsiteY308" fmla="*/ 413137 h 840941"/>
                <a:gd name="connsiteX309" fmla="*/ 2255708 w 3024845"/>
                <a:gd name="connsiteY309" fmla="*/ 406652 h 840941"/>
                <a:gd name="connsiteX310" fmla="*/ 2261788 w 3024845"/>
                <a:gd name="connsiteY310" fmla="*/ 406652 h 840941"/>
                <a:gd name="connsiteX311" fmla="*/ 2263815 w 3024845"/>
                <a:gd name="connsiteY311" fmla="*/ 415299 h 840941"/>
                <a:gd name="connsiteX312" fmla="*/ 2275975 w 3024845"/>
                <a:gd name="connsiteY312" fmla="*/ 415299 h 840941"/>
                <a:gd name="connsiteX313" fmla="*/ 2275975 w 3024845"/>
                <a:gd name="connsiteY313" fmla="*/ 408813 h 840941"/>
                <a:gd name="connsiteX314" fmla="*/ 2298268 w 3024845"/>
                <a:gd name="connsiteY314" fmla="*/ 408813 h 840941"/>
                <a:gd name="connsiteX315" fmla="*/ 2298268 w 3024845"/>
                <a:gd name="connsiteY315" fmla="*/ 415299 h 840941"/>
                <a:gd name="connsiteX316" fmla="*/ 2318535 w 3024845"/>
                <a:gd name="connsiteY316" fmla="*/ 415299 h 840941"/>
                <a:gd name="connsiteX317" fmla="*/ 2318535 w 3024845"/>
                <a:gd name="connsiteY317" fmla="*/ 460696 h 840941"/>
                <a:gd name="connsiteX318" fmla="*/ 2332722 w 3024845"/>
                <a:gd name="connsiteY318" fmla="*/ 460696 h 840941"/>
                <a:gd name="connsiteX319" fmla="*/ 2332722 w 3024845"/>
                <a:gd name="connsiteY319" fmla="*/ 447725 h 840941"/>
                <a:gd name="connsiteX320" fmla="*/ 2348936 w 3024845"/>
                <a:gd name="connsiteY320" fmla="*/ 447725 h 840941"/>
                <a:gd name="connsiteX321" fmla="*/ 2348936 w 3024845"/>
                <a:gd name="connsiteY321" fmla="*/ 268298 h 840941"/>
                <a:gd name="connsiteX322" fmla="*/ 2355016 w 3024845"/>
                <a:gd name="connsiteY322" fmla="*/ 261812 h 840941"/>
                <a:gd name="connsiteX323" fmla="*/ 2427977 w 3024845"/>
                <a:gd name="connsiteY323" fmla="*/ 261812 h 840941"/>
                <a:gd name="connsiteX324" fmla="*/ 2427977 w 3024845"/>
                <a:gd name="connsiteY324" fmla="*/ 270460 h 840941"/>
                <a:gd name="connsiteX325" fmla="*/ 2438110 w 3024845"/>
                <a:gd name="connsiteY325" fmla="*/ 270460 h 840941"/>
                <a:gd name="connsiteX326" fmla="*/ 2438110 w 3024845"/>
                <a:gd name="connsiteY326" fmla="*/ 385034 h 840941"/>
                <a:gd name="connsiteX327" fmla="*/ 2460404 w 3024845"/>
                <a:gd name="connsiteY327" fmla="*/ 385034 h 840941"/>
                <a:gd name="connsiteX328" fmla="*/ 2460404 w 3024845"/>
                <a:gd name="connsiteY328" fmla="*/ 318019 h 840941"/>
                <a:gd name="connsiteX329" fmla="*/ 2486751 w 3024845"/>
                <a:gd name="connsiteY329" fmla="*/ 318019 h 840941"/>
                <a:gd name="connsiteX330" fmla="*/ 2490804 w 3024845"/>
                <a:gd name="connsiteY330" fmla="*/ 313695 h 840941"/>
                <a:gd name="connsiteX331" fmla="*/ 2498911 w 3024845"/>
                <a:gd name="connsiteY331" fmla="*/ 313695 h 840941"/>
                <a:gd name="connsiteX332" fmla="*/ 2502964 w 3024845"/>
                <a:gd name="connsiteY332" fmla="*/ 318019 h 840941"/>
                <a:gd name="connsiteX333" fmla="*/ 2525258 w 3024845"/>
                <a:gd name="connsiteY333" fmla="*/ 318019 h 840941"/>
                <a:gd name="connsiteX334" fmla="*/ 2525258 w 3024845"/>
                <a:gd name="connsiteY334" fmla="*/ 201283 h 840941"/>
                <a:gd name="connsiteX335" fmla="*/ 2582005 w 3024845"/>
                <a:gd name="connsiteY335" fmla="*/ 190474 h 840941"/>
                <a:gd name="connsiteX336" fmla="*/ 2582005 w 3024845"/>
                <a:gd name="connsiteY336" fmla="*/ 191555 h 840941"/>
                <a:gd name="connsiteX337" fmla="*/ 2582005 w 3024845"/>
                <a:gd name="connsiteY337" fmla="*/ 199121 h 840941"/>
                <a:gd name="connsiteX338" fmla="*/ 2608352 w 3024845"/>
                <a:gd name="connsiteY338" fmla="*/ 199121 h 840941"/>
                <a:gd name="connsiteX339" fmla="*/ 2608352 w 3024845"/>
                <a:gd name="connsiteY339" fmla="*/ 454211 h 840941"/>
                <a:gd name="connsiteX340" fmla="*/ 2630646 w 3024845"/>
                <a:gd name="connsiteY340" fmla="*/ 454211 h 840941"/>
                <a:gd name="connsiteX341" fmla="*/ 2630646 w 3024845"/>
                <a:gd name="connsiteY341" fmla="*/ 449887 h 840941"/>
                <a:gd name="connsiteX342" fmla="*/ 2642806 w 3024845"/>
                <a:gd name="connsiteY342" fmla="*/ 449887 h 840941"/>
                <a:gd name="connsiteX343" fmla="*/ 2642806 w 3024845"/>
                <a:gd name="connsiteY343" fmla="*/ 454211 h 840941"/>
                <a:gd name="connsiteX344" fmla="*/ 2667126 w 3024845"/>
                <a:gd name="connsiteY344" fmla="*/ 454211 h 840941"/>
                <a:gd name="connsiteX345" fmla="*/ 2667126 w 3024845"/>
                <a:gd name="connsiteY345" fmla="*/ 441240 h 840941"/>
                <a:gd name="connsiteX346" fmla="*/ 2695500 w 3024845"/>
                <a:gd name="connsiteY346" fmla="*/ 441240 h 840941"/>
                <a:gd name="connsiteX347" fmla="*/ 2707660 w 3024845"/>
                <a:gd name="connsiteY347" fmla="*/ 436916 h 840941"/>
                <a:gd name="connsiteX348" fmla="*/ 2727927 w 3024845"/>
                <a:gd name="connsiteY348" fmla="*/ 441240 h 840941"/>
                <a:gd name="connsiteX349" fmla="*/ 2727927 w 3024845"/>
                <a:gd name="connsiteY349" fmla="*/ 423946 h 840941"/>
                <a:gd name="connsiteX350" fmla="*/ 2736034 w 3024845"/>
                <a:gd name="connsiteY350" fmla="*/ 423946 h 840941"/>
                <a:gd name="connsiteX351" fmla="*/ 2736034 w 3024845"/>
                <a:gd name="connsiteY351" fmla="*/ 410975 h 840941"/>
                <a:gd name="connsiteX352" fmla="*/ 2792781 w 3024845"/>
                <a:gd name="connsiteY352" fmla="*/ 410975 h 840941"/>
                <a:gd name="connsiteX353" fmla="*/ 2792781 w 3024845"/>
                <a:gd name="connsiteY353" fmla="*/ 380710 h 840941"/>
                <a:gd name="connsiteX354" fmla="*/ 2811021 w 3024845"/>
                <a:gd name="connsiteY354" fmla="*/ 380710 h 840941"/>
                <a:gd name="connsiteX355" fmla="*/ 2811021 w 3024845"/>
                <a:gd name="connsiteY355" fmla="*/ 374225 h 840941"/>
                <a:gd name="connsiteX356" fmla="*/ 2823181 w 3024845"/>
                <a:gd name="connsiteY356" fmla="*/ 374225 h 840941"/>
                <a:gd name="connsiteX357" fmla="*/ 2823181 w 3024845"/>
                <a:gd name="connsiteY357" fmla="*/ 380710 h 840941"/>
                <a:gd name="connsiteX358" fmla="*/ 2839395 w 3024845"/>
                <a:gd name="connsiteY358" fmla="*/ 380710 h 840941"/>
                <a:gd name="connsiteX359" fmla="*/ 2839395 w 3024845"/>
                <a:gd name="connsiteY359" fmla="*/ 430431 h 840941"/>
                <a:gd name="connsiteX360" fmla="*/ 2871822 w 3024845"/>
                <a:gd name="connsiteY360" fmla="*/ 430431 h 840941"/>
                <a:gd name="connsiteX361" fmla="*/ 2871822 w 3024845"/>
                <a:gd name="connsiteY361" fmla="*/ 404490 h 840941"/>
                <a:gd name="connsiteX362" fmla="*/ 2910329 w 3024845"/>
                <a:gd name="connsiteY362" fmla="*/ 404490 h 840941"/>
                <a:gd name="connsiteX363" fmla="*/ 2910329 w 3024845"/>
                <a:gd name="connsiteY363" fmla="*/ 374225 h 840941"/>
                <a:gd name="connsiteX364" fmla="*/ 2958970 w 3024845"/>
                <a:gd name="connsiteY364" fmla="*/ 374225 h 840941"/>
                <a:gd name="connsiteX365" fmla="*/ 2958970 w 3024845"/>
                <a:gd name="connsiteY365" fmla="*/ 485381 h 840941"/>
                <a:gd name="connsiteX366" fmla="*/ 2958970 w 3024845"/>
                <a:gd name="connsiteY366" fmla="*/ 499160 h 840941"/>
                <a:gd name="connsiteX367" fmla="*/ 3024845 w 3024845"/>
                <a:gd name="connsiteY367" fmla="*/ 499160 h 840941"/>
                <a:gd name="connsiteX368" fmla="*/ 3024845 w 3024845"/>
                <a:gd name="connsiteY368" fmla="*/ 840941 h 840941"/>
                <a:gd name="connsiteX369" fmla="*/ 2054 w 3024845"/>
                <a:gd name="connsiteY369" fmla="*/ 838608 h 840941"/>
                <a:gd name="connsiteX370" fmla="*/ 0 w 3024845"/>
                <a:gd name="connsiteY370" fmla="*/ 404490 h 840941"/>
                <a:gd name="connsiteX371" fmla="*/ 20267 w 3024845"/>
                <a:gd name="connsiteY371" fmla="*/ 404490 h 840941"/>
                <a:gd name="connsiteX372" fmla="*/ 20774 w 3024845"/>
                <a:gd name="connsiteY372" fmla="*/ 403409 h 840941"/>
                <a:gd name="connsiteX373" fmla="*/ 24320 w 3024845"/>
                <a:gd name="connsiteY373" fmla="*/ 395843 h 840941"/>
                <a:gd name="connsiteX374" fmla="*/ 26094 w 3024845"/>
                <a:gd name="connsiteY374" fmla="*/ 396113 h 840941"/>
                <a:gd name="connsiteX375" fmla="*/ 38507 w 3024845"/>
                <a:gd name="connsiteY375" fmla="*/ 398004 h 840941"/>
                <a:gd name="connsiteX376" fmla="*/ 39014 w 3024845"/>
                <a:gd name="connsiteY376" fmla="*/ 399356 h 840941"/>
                <a:gd name="connsiteX377" fmla="*/ 42560 w 3024845"/>
                <a:gd name="connsiteY377" fmla="*/ 408813 h 840941"/>
                <a:gd name="connsiteX378" fmla="*/ 68907 w 3024845"/>
                <a:gd name="connsiteY378" fmla="*/ 410975 h 840941"/>
                <a:gd name="connsiteX379" fmla="*/ 68907 w 3024845"/>
                <a:gd name="connsiteY379" fmla="*/ 287754 h 840941"/>
                <a:gd name="connsiteX380" fmla="*/ 70934 w 3024845"/>
                <a:gd name="connsiteY380" fmla="*/ 287754 h 840941"/>
                <a:gd name="connsiteX381" fmla="*/ 85121 w 3024845"/>
                <a:gd name="connsiteY381" fmla="*/ 287754 h 840941"/>
                <a:gd name="connsiteX382" fmla="*/ 85121 w 3024845"/>
                <a:gd name="connsiteY382" fmla="*/ 151562 h 840941"/>
                <a:gd name="connsiteX383" fmla="*/ 86894 w 3024845"/>
                <a:gd name="connsiteY383" fmla="*/ 151562 h 840941"/>
                <a:gd name="connsiteX384" fmla="*/ 99308 w 3024845"/>
                <a:gd name="connsiteY384" fmla="*/ 151562 h 840941"/>
                <a:gd name="connsiteX385" fmla="*/ 99308 w 3024845"/>
                <a:gd name="connsiteY385" fmla="*/ 36988 h 840941"/>
                <a:gd name="connsiteX0" fmla="*/ 99308 w 3024845"/>
                <a:gd name="connsiteY0" fmla="*/ 0 h 803953"/>
                <a:gd name="connsiteX1" fmla="*/ 220909 w 3024845"/>
                <a:gd name="connsiteY1" fmla="*/ 114574 h 803953"/>
                <a:gd name="connsiteX2" fmla="*/ 223189 w 3024845"/>
                <a:gd name="connsiteY2" fmla="*/ 114574 h 803953"/>
                <a:gd name="connsiteX3" fmla="*/ 239150 w 3024845"/>
                <a:gd name="connsiteY3" fmla="*/ 114574 h 803953"/>
                <a:gd name="connsiteX4" fmla="*/ 239150 w 3024845"/>
                <a:gd name="connsiteY4" fmla="*/ 255089 h 803953"/>
                <a:gd name="connsiteX5" fmla="*/ 240670 w 3024845"/>
                <a:gd name="connsiteY5" fmla="*/ 254819 h 803953"/>
                <a:gd name="connsiteX6" fmla="*/ 251310 w 3024845"/>
                <a:gd name="connsiteY6" fmla="*/ 252928 h 803953"/>
                <a:gd name="connsiteX7" fmla="*/ 249283 w 3024845"/>
                <a:gd name="connsiteY7" fmla="*/ 341560 h 803953"/>
                <a:gd name="connsiteX8" fmla="*/ 250803 w 3024845"/>
                <a:gd name="connsiteY8" fmla="*/ 341831 h 803953"/>
                <a:gd name="connsiteX9" fmla="*/ 261443 w 3024845"/>
                <a:gd name="connsiteY9" fmla="*/ 343722 h 803953"/>
                <a:gd name="connsiteX10" fmla="*/ 261696 w 3024845"/>
                <a:gd name="connsiteY10" fmla="*/ 344533 h 803953"/>
                <a:gd name="connsiteX11" fmla="*/ 263470 w 3024845"/>
                <a:gd name="connsiteY11" fmla="*/ 350208 h 803953"/>
                <a:gd name="connsiteX12" fmla="*/ 264230 w 3024845"/>
                <a:gd name="connsiteY12" fmla="*/ 347776 h 803953"/>
                <a:gd name="connsiteX13" fmla="*/ 269550 w 3024845"/>
                <a:gd name="connsiteY13" fmla="*/ 330752 h 803953"/>
                <a:gd name="connsiteX14" fmla="*/ 271323 w 3024845"/>
                <a:gd name="connsiteY14" fmla="*/ 330752 h 803953"/>
                <a:gd name="connsiteX15" fmla="*/ 283737 w 3024845"/>
                <a:gd name="connsiteY15" fmla="*/ 330752 h 803953"/>
                <a:gd name="connsiteX16" fmla="*/ 283737 w 3024845"/>
                <a:gd name="connsiteY16" fmla="*/ 363178 h 803953"/>
                <a:gd name="connsiteX17" fmla="*/ 284750 w 3024845"/>
                <a:gd name="connsiteY17" fmla="*/ 363719 h 803953"/>
                <a:gd name="connsiteX18" fmla="*/ 291844 w 3024845"/>
                <a:gd name="connsiteY18" fmla="*/ 367502 h 803953"/>
                <a:gd name="connsiteX19" fmla="*/ 291844 w 3024845"/>
                <a:gd name="connsiteY19" fmla="*/ 368853 h 803953"/>
                <a:gd name="connsiteX20" fmla="*/ 291844 w 3024845"/>
                <a:gd name="connsiteY20" fmla="*/ 378311 h 803953"/>
                <a:gd name="connsiteX21" fmla="*/ 336431 w 3024845"/>
                <a:gd name="connsiteY21" fmla="*/ 378311 h 803953"/>
                <a:gd name="connsiteX22" fmla="*/ 336431 w 3024845"/>
                <a:gd name="connsiteY22" fmla="*/ 379392 h 803953"/>
                <a:gd name="connsiteX23" fmla="*/ 336431 w 3024845"/>
                <a:gd name="connsiteY23" fmla="*/ 386958 h 803953"/>
                <a:gd name="connsiteX24" fmla="*/ 338457 w 3024845"/>
                <a:gd name="connsiteY24" fmla="*/ 386958 h 803953"/>
                <a:gd name="connsiteX25" fmla="*/ 352644 w 3024845"/>
                <a:gd name="connsiteY25" fmla="*/ 386958 h 803953"/>
                <a:gd name="connsiteX26" fmla="*/ 352644 w 3024845"/>
                <a:gd name="connsiteY26" fmla="*/ 356693 h 803953"/>
                <a:gd name="connsiteX27" fmla="*/ 397231 w 3024845"/>
                <a:gd name="connsiteY27" fmla="*/ 356693 h 803953"/>
                <a:gd name="connsiteX28" fmla="*/ 397231 w 3024845"/>
                <a:gd name="connsiteY28" fmla="*/ 355342 h 803953"/>
                <a:gd name="connsiteX29" fmla="*/ 397231 w 3024845"/>
                <a:gd name="connsiteY29" fmla="*/ 345884 h 803953"/>
                <a:gd name="connsiteX30" fmla="*/ 398245 w 3024845"/>
                <a:gd name="connsiteY30" fmla="*/ 345884 h 803953"/>
                <a:gd name="connsiteX31" fmla="*/ 405338 w 3024845"/>
                <a:gd name="connsiteY31" fmla="*/ 345884 h 803953"/>
                <a:gd name="connsiteX32" fmla="*/ 405338 w 3024845"/>
                <a:gd name="connsiteY32" fmla="*/ 343993 h 803953"/>
                <a:gd name="connsiteX33" fmla="*/ 405338 w 3024845"/>
                <a:gd name="connsiteY33" fmla="*/ 330752 h 803953"/>
                <a:gd name="connsiteX34" fmla="*/ 406098 w 3024845"/>
                <a:gd name="connsiteY34" fmla="*/ 330752 h 803953"/>
                <a:gd name="connsiteX35" fmla="*/ 411418 w 3024845"/>
                <a:gd name="connsiteY35" fmla="*/ 330752 h 803953"/>
                <a:gd name="connsiteX36" fmla="*/ 411418 w 3024845"/>
                <a:gd name="connsiteY36" fmla="*/ 329671 h 803953"/>
                <a:gd name="connsiteX37" fmla="*/ 411418 w 3024845"/>
                <a:gd name="connsiteY37" fmla="*/ 322104 h 803953"/>
                <a:gd name="connsiteX38" fmla="*/ 413445 w 3024845"/>
                <a:gd name="connsiteY38" fmla="*/ 322104 h 803953"/>
                <a:gd name="connsiteX39" fmla="*/ 427632 w 3024845"/>
                <a:gd name="connsiteY39" fmla="*/ 322104 h 803953"/>
                <a:gd name="connsiteX40" fmla="*/ 427632 w 3024845"/>
                <a:gd name="connsiteY40" fmla="*/ 323185 h 803953"/>
                <a:gd name="connsiteX41" fmla="*/ 427632 w 3024845"/>
                <a:gd name="connsiteY41" fmla="*/ 330752 h 803953"/>
                <a:gd name="connsiteX42" fmla="*/ 449925 w 3024845"/>
                <a:gd name="connsiteY42" fmla="*/ 330752 h 803953"/>
                <a:gd name="connsiteX43" fmla="*/ 449925 w 3024845"/>
                <a:gd name="connsiteY43" fmla="*/ 328860 h 803953"/>
                <a:gd name="connsiteX44" fmla="*/ 449925 w 3024845"/>
                <a:gd name="connsiteY44" fmla="*/ 315619 h 803953"/>
                <a:gd name="connsiteX45" fmla="*/ 451699 w 3024845"/>
                <a:gd name="connsiteY45" fmla="*/ 315619 h 803953"/>
                <a:gd name="connsiteX46" fmla="*/ 464112 w 3024845"/>
                <a:gd name="connsiteY46" fmla="*/ 315619 h 803953"/>
                <a:gd name="connsiteX47" fmla="*/ 464112 w 3024845"/>
                <a:gd name="connsiteY47" fmla="*/ 339399 h 803953"/>
                <a:gd name="connsiteX48" fmla="*/ 465126 w 3024845"/>
                <a:gd name="connsiteY48" fmla="*/ 339399 h 803953"/>
                <a:gd name="connsiteX49" fmla="*/ 472219 w 3024845"/>
                <a:gd name="connsiteY49" fmla="*/ 339399 h 803953"/>
                <a:gd name="connsiteX50" fmla="*/ 472219 w 3024845"/>
                <a:gd name="connsiteY50" fmla="*/ 338318 h 803953"/>
                <a:gd name="connsiteX51" fmla="*/ 472219 w 3024845"/>
                <a:gd name="connsiteY51" fmla="*/ 330752 h 803953"/>
                <a:gd name="connsiteX52" fmla="*/ 473992 w 3024845"/>
                <a:gd name="connsiteY52" fmla="*/ 330752 h 803953"/>
                <a:gd name="connsiteX53" fmla="*/ 486406 w 3024845"/>
                <a:gd name="connsiteY53" fmla="*/ 330752 h 803953"/>
                <a:gd name="connsiteX54" fmla="*/ 486406 w 3024845"/>
                <a:gd name="connsiteY54" fmla="*/ 356693 h 803953"/>
                <a:gd name="connsiteX55" fmla="*/ 488433 w 3024845"/>
                <a:gd name="connsiteY55" fmla="*/ 356693 h 803953"/>
                <a:gd name="connsiteX56" fmla="*/ 502619 w 3024845"/>
                <a:gd name="connsiteY56" fmla="*/ 356693 h 803953"/>
                <a:gd name="connsiteX57" fmla="*/ 502619 w 3024845"/>
                <a:gd name="connsiteY57" fmla="*/ 358314 h 803953"/>
                <a:gd name="connsiteX58" fmla="*/ 502619 w 3024845"/>
                <a:gd name="connsiteY58" fmla="*/ 369664 h 803953"/>
                <a:gd name="connsiteX59" fmla="*/ 503379 w 3024845"/>
                <a:gd name="connsiteY59" fmla="*/ 369664 h 803953"/>
                <a:gd name="connsiteX60" fmla="*/ 508700 w 3024845"/>
                <a:gd name="connsiteY60" fmla="*/ 369664 h 803953"/>
                <a:gd name="connsiteX61" fmla="*/ 508700 w 3024845"/>
                <a:gd name="connsiteY61" fmla="*/ 368853 h 803953"/>
                <a:gd name="connsiteX62" fmla="*/ 508700 w 3024845"/>
                <a:gd name="connsiteY62" fmla="*/ 363178 h 803953"/>
                <a:gd name="connsiteX63" fmla="*/ 539100 w 3024845"/>
                <a:gd name="connsiteY63" fmla="*/ 363178 h 803953"/>
                <a:gd name="connsiteX64" fmla="*/ 539100 w 3024845"/>
                <a:gd name="connsiteY64" fmla="*/ 386958 h 803953"/>
                <a:gd name="connsiteX65" fmla="*/ 540113 w 3024845"/>
                <a:gd name="connsiteY65" fmla="*/ 386958 h 803953"/>
                <a:gd name="connsiteX66" fmla="*/ 547207 w 3024845"/>
                <a:gd name="connsiteY66" fmla="*/ 386958 h 803953"/>
                <a:gd name="connsiteX67" fmla="*/ 547207 w 3024845"/>
                <a:gd name="connsiteY67" fmla="*/ 388039 h 803953"/>
                <a:gd name="connsiteX68" fmla="*/ 547207 w 3024845"/>
                <a:gd name="connsiteY68" fmla="*/ 395605 h 803953"/>
                <a:gd name="connsiteX69" fmla="*/ 547967 w 3024845"/>
                <a:gd name="connsiteY69" fmla="*/ 395605 h 803953"/>
                <a:gd name="connsiteX70" fmla="*/ 553287 w 3024845"/>
                <a:gd name="connsiteY70" fmla="*/ 395605 h 803953"/>
                <a:gd name="connsiteX71" fmla="*/ 553287 w 3024845"/>
                <a:gd name="connsiteY71" fmla="*/ 393443 h 803953"/>
                <a:gd name="connsiteX72" fmla="*/ 553287 w 3024845"/>
                <a:gd name="connsiteY72" fmla="*/ 378311 h 803953"/>
                <a:gd name="connsiteX73" fmla="*/ 554300 w 3024845"/>
                <a:gd name="connsiteY73" fmla="*/ 378311 h 803953"/>
                <a:gd name="connsiteX74" fmla="*/ 561394 w 3024845"/>
                <a:gd name="connsiteY74" fmla="*/ 378311 h 803953"/>
                <a:gd name="connsiteX75" fmla="*/ 561394 w 3024845"/>
                <a:gd name="connsiteY75" fmla="*/ 379392 h 803953"/>
                <a:gd name="connsiteX76" fmla="*/ 561394 w 3024845"/>
                <a:gd name="connsiteY76" fmla="*/ 386958 h 803953"/>
                <a:gd name="connsiteX77" fmla="*/ 566714 w 3024845"/>
                <a:gd name="connsiteY77" fmla="*/ 384965 h 803953"/>
                <a:gd name="connsiteX78" fmla="*/ 567474 w 3024845"/>
                <a:gd name="connsiteY78" fmla="*/ 383985 h 803953"/>
                <a:gd name="connsiteX79" fmla="*/ 567474 w 3024845"/>
                <a:gd name="connsiteY79" fmla="*/ 378311 h 803953"/>
                <a:gd name="connsiteX80" fmla="*/ 605981 w 3024845"/>
                <a:gd name="connsiteY80" fmla="*/ 378311 h 803953"/>
                <a:gd name="connsiteX81" fmla="*/ 605981 w 3024845"/>
                <a:gd name="connsiteY81" fmla="*/ 402090 h 803953"/>
                <a:gd name="connsiteX82" fmla="*/ 608007 w 3024845"/>
                <a:gd name="connsiteY82" fmla="*/ 402090 h 803953"/>
                <a:gd name="connsiteX83" fmla="*/ 622194 w 3024845"/>
                <a:gd name="connsiteY83" fmla="*/ 402090 h 803953"/>
                <a:gd name="connsiteX84" fmla="*/ 622194 w 3024845"/>
                <a:gd name="connsiteY84" fmla="*/ 403171 h 803953"/>
                <a:gd name="connsiteX85" fmla="*/ 622194 w 3024845"/>
                <a:gd name="connsiteY85" fmla="*/ 410737 h 803953"/>
                <a:gd name="connsiteX86" fmla="*/ 623968 w 3024845"/>
                <a:gd name="connsiteY86" fmla="*/ 410737 h 803953"/>
                <a:gd name="connsiteX87" fmla="*/ 636381 w 3024845"/>
                <a:gd name="connsiteY87" fmla="*/ 410737 h 803953"/>
                <a:gd name="connsiteX88" fmla="*/ 636381 w 3024845"/>
                <a:gd name="connsiteY88" fmla="*/ 386958 h 803953"/>
                <a:gd name="connsiteX89" fmla="*/ 637394 w 3024845"/>
                <a:gd name="connsiteY89" fmla="*/ 386958 h 803953"/>
                <a:gd name="connsiteX90" fmla="*/ 644488 w 3024845"/>
                <a:gd name="connsiteY90" fmla="*/ 386958 h 803953"/>
                <a:gd name="connsiteX91" fmla="*/ 644488 w 3024845"/>
                <a:gd name="connsiteY91" fmla="*/ 354531 h 803953"/>
                <a:gd name="connsiteX92" fmla="*/ 645501 w 3024845"/>
                <a:gd name="connsiteY92" fmla="*/ 354531 h 803953"/>
                <a:gd name="connsiteX93" fmla="*/ 652595 w 3024845"/>
                <a:gd name="connsiteY93" fmla="*/ 354531 h 803953"/>
                <a:gd name="connsiteX94" fmla="*/ 652595 w 3024845"/>
                <a:gd name="connsiteY94" fmla="*/ 352640 h 803953"/>
                <a:gd name="connsiteX95" fmla="*/ 652595 w 3024845"/>
                <a:gd name="connsiteY95" fmla="*/ 339399 h 803953"/>
                <a:gd name="connsiteX96" fmla="*/ 651328 w 3024845"/>
                <a:gd name="connsiteY96" fmla="*/ 337777 h 803953"/>
                <a:gd name="connsiteX97" fmla="*/ 656648 w 3024845"/>
                <a:gd name="connsiteY97" fmla="*/ 326428 h 803953"/>
                <a:gd name="connsiteX98" fmla="*/ 664755 w 3024845"/>
                <a:gd name="connsiteY98" fmla="*/ 354531 h 803953"/>
                <a:gd name="connsiteX99" fmla="*/ 665515 w 3024845"/>
                <a:gd name="connsiteY99" fmla="*/ 354531 h 803953"/>
                <a:gd name="connsiteX100" fmla="*/ 670835 w 3024845"/>
                <a:gd name="connsiteY100" fmla="*/ 354531 h 803953"/>
                <a:gd name="connsiteX101" fmla="*/ 670835 w 3024845"/>
                <a:gd name="connsiteY101" fmla="*/ 248604 h 803953"/>
                <a:gd name="connsiteX102" fmla="*/ 672355 w 3024845"/>
                <a:gd name="connsiteY102" fmla="*/ 248604 h 803953"/>
                <a:gd name="connsiteX103" fmla="*/ 682995 w 3024845"/>
                <a:gd name="connsiteY103" fmla="*/ 248604 h 803953"/>
                <a:gd name="connsiteX104" fmla="*/ 682995 w 3024845"/>
                <a:gd name="connsiteY104" fmla="*/ 201045 h 803953"/>
                <a:gd name="connsiteX105" fmla="*/ 709342 w 3024845"/>
                <a:gd name="connsiteY105" fmla="*/ 201045 h 803953"/>
                <a:gd name="connsiteX106" fmla="*/ 709342 w 3024845"/>
                <a:gd name="connsiteY106" fmla="*/ 179427 h 803953"/>
                <a:gd name="connsiteX107" fmla="*/ 743796 w 3024845"/>
                <a:gd name="connsiteY107" fmla="*/ 179427 h 803953"/>
                <a:gd name="connsiteX108" fmla="*/ 743796 w 3024845"/>
                <a:gd name="connsiteY108" fmla="*/ 181859 h 803953"/>
                <a:gd name="connsiteX109" fmla="*/ 743796 w 3024845"/>
                <a:gd name="connsiteY109" fmla="*/ 198883 h 803953"/>
                <a:gd name="connsiteX110" fmla="*/ 746076 w 3024845"/>
                <a:gd name="connsiteY110" fmla="*/ 198883 h 803953"/>
                <a:gd name="connsiteX111" fmla="*/ 762036 w 3024845"/>
                <a:gd name="connsiteY111" fmla="*/ 198883 h 803953"/>
                <a:gd name="connsiteX112" fmla="*/ 762036 w 3024845"/>
                <a:gd name="connsiteY112" fmla="*/ 246442 h 803953"/>
                <a:gd name="connsiteX113" fmla="*/ 763049 w 3024845"/>
                <a:gd name="connsiteY113" fmla="*/ 246442 h 803953"/>
                <a:gd name="connsiteX114" fmla="*/ 770143 w 3024845"/>
                <a:gd name="connsiteY114" fmla="*/ 246442 h 803953"/>
                <a:gd name="connsiteX115" fmla="*/ 784330 w 3024845"/>
                <a:gd name="connsiteY115" fmla="*/ 250766 h 803953"/>
                <a:gd name="connsiteX116" fmla="*/ 784330 w 3024845"/>
                <a:gd name="connsiteY116" fmla="*/ 289678 h 803953"/>
                <a:gd name="connsiteX117" fmla="*/ 785343 w 3024845"/>
                <a:gd name="connsiteY117" fmla="*/ 289678 h 803953"/>
                <a:gd name="connsiteX118" fmla="*/ 792436 w 3024845"/>
                <a:gd name="connsiteY118" fmla="*/ 289678 h 803953"/>
                <a:gd name="connsiteX119" fmla="*/ 792436 w 3024845"/>
                <a:gd name="connsiteY119" fmla="*/ 291299 h 803953"/>
                <a:gd name="connsiteX120" fmla="*/ 792436 w 3024845"/>
                <a:gd name="connsiteY120" fmla="*/ 302648 h 803953"/>
                <a:gd name="connsiteX121" fmla="*/ 794463 w 3024845"/>
                <a:gd name="connsiteY121" fmla="*/ 302648 h 803953"/>
                <a:gd name="connsiteX122" fmla="*/ 808650 w 3024845"/>
                <a:gd name="connsiteY122" fmla="*/ 302648 h 803953"/>
                <a:gd name="connsiteX123" fmla="*/ 814730 w 3024845"/>
                <a:gd name="connsiteY123" fmla="*/ 309134 h 803953"/>
                <a:gd name="connsiteX124" fmla="*/ 814730 w 3024845"/>
                <a:gd name="connsiteY124" fmla="*/ 330752 h 803953"/>
                <a:gd name="connsiteX125" fmla="*/ 817010 w 3024845"/>
                <a:gd name="connsiteY125" fmla="*/ 330752 h 803953"/>
                <a:gd name="connsiteX126" fmla="*/ 832970 w 3024845"/>
                <a:gd name="connsiteY126" fmla="*/ 330752 h 803953"/>
                <a:gd name="connsiteX127" fmla="*/ 832970 w 3024845"/>
                <a:gd name="connsiteY127" fmla="*/ 331832 h 803953"/>
                <a:gd name="connsiteX128" fmla="*/ 832970 w 3024845"/>
                <a:gd name="connsiteY128" fmla="*/ 339399 h 803953"/>
                <a:gd name="connsiteX129" fmla="*/ 834237 w 3024845"/>
                <a:gd name="connsiteY129" fmla="*/ 339399 h 803953"/>
                <a:gd name="connsiteX130" fmla="*/ 843104 w 3024845"/>
                <a:gd name="connsiteY130" fmla="*/ 339399 h 803953"/>
                <a:gd name="connsiteX131" fmla="*/ 843104 w 3024845"/>
                <a:gd name="connsiteY131" fmla="*/ 341560 h 803953"/>
                <a:gd name="connsiteX132" fmla="*/ 843104 w 3024845"/>
                <a:gd name="connsiteY132" fmla="*/ 356693 h 803953"/>
                <a:gd name="connsiteX133" fmla="*/ 847157 w 3024845"/>
                <a:gd name="connsiteY133" fmla="*/ 354801 h 803953"/>
                <a:gd name="connsiteX134" fmla="*/ 847157 w 3024845"/>
                <a:gd name="connsiteY134" fmla="*/ 341560 h 803953"/>
                <a:gd name="connsiteX135" fmla="*/ 848170 w 3024845"/>
                <a:gd name="connsiteY135" fmla="*/ 341560 h 803953"/>
                <a:gd name="connsiteX136" fmla="*/ 855264 w 3024845"/>
                <a:gd name="connsiteY136" fmla="*/ 341560 h 803953"/>
                <a:gd name="connsiteX137" fmla="*/ 855264 w 3024845"/>
                <a:gd name="connsiteY137" fmla="*/ 343182 h 803953"/>
                <a:gd name="connsiteX138" fmla="*/ 855264 w 3024845"/>
                <a:gd name="connsiteY138" fmla="*/ 354531 h 803953"/>
                <a:gd name="connsiteX139" fmla="*/ 856024 w 3024845"/>
                <a:gd name="connsiteY139" fmla="*/ 354531 h 803953"/>
                <a:gd name="connsiteX140" fmla="*/ 861344 w 3024845"/>
                <a:gd name="connsiteY140" fmla="*/ 354531 h 803953"/>
                <a:gd name="connsiteX141" fmla="*/ 909984 w 3024845"/>
                <a:gd name="connsiteY141" fmla="*/ 350208 h 803953"/>
                <a:gd name="connsiteX142" fmla="*/ 909984 w 3024845"/>
                <a:gd name="connsiteY142" fmla="*/ 351559 h 803953"/>
                <a:gd name="connsiteX143" fmla="*/ 909984 w 3024845"/>
                <a:gd name="connsiteY143" fmla="*/ 361016 h 803953"/>
                <a:gd name="connsiteX144" fmla="*/ 910744 w 3024845"/>
                <a:gd name="connsiteY144" fmla="*/ 361016 h 803953"/>
                <a:gd name="connsiteX145" fmla="*/ 916065 w 3024845"/>
                <a:gd name="connsiteY145" fmla="*/ 361016 h 803953"/>
                <a:gd name="connsiteX146" fmla="*/ 916065 w 3024845"/>
                <a:gd name="connsiteY146" fmla="*/ 363178 h 803953"/>
                <a:gd name="connsiteX147" fmla="*/ 916065 w 3024845"/>
                <a:gd name="connsiteY147" fmla="*/ 378311 h 803953"/>
                <a:gd name="connsiteX148" fmla="*/ 918091 w 3024845"/>
                <a:gd name="connsiteY148" fmla="*/ 376960 h 803953"/>
                <a:gd name="connsiteX149" fmla="*/ 932278 w 3024845"/>
                <a:gd name="connsiteY149" fmla="*/ 367502 h 803953"/>
                <a:gd name="connsiteX150" fmla="*/ 938358 w 3024845"/>
                <a:gd name="connsiteY150" fmla="*/ 326428 h 803953"/>
                <a:gd name="connsiteX151" fmla="*/ 939118 w 3024845"/>
                <a:gd name="connsiteY151" fmla="*/ 326158 h 803953"/>
                <a:gd name="connsiteX152" fmla="*/ 944438 w 3024845"/>
                <a:gd name="connsiteY152" fmla="*/ 324266 h 803953"/>
                <a:gd name="connsiteX153" fmla="*/ 946465 w 3024845"/>
                <a:gd name="connsiteY153" fmla="*/ 255089 h 803953"/>
                <a:gd name="connsiteX154" fmla="*/ 948492 w 3024845"/>
                <a:gd name="connsiteY154" fmla="*/ 324266 h 803953"/>
                <a:gd name="connsiteX155" fmla="*/ 949252 w 3024845"/>
                <a:gd name="connsiteY155" fmla="*/ 324536 h 803953"/>
                <a:gd name="connsiteX156" fmla="*/ 954572 w 3024845"/>
                <a:gd name="connsiteY156" fmla="*/ 326428 h 803953"/>
                <a:gd name="connsiteX157" fmla="*/ 954572 w 3024845"/>
                <a:gd name="connsiteY157" fmla="*/ 239957 h 803953"/>
                <a:gd name="connsiteX158" fmla="*/ 958625 w 3024845"/>
                <a:gd name="connsiteY158" fmla="*/ 207530 h 803953"/>
                <a:gd name="connsiteX159" fmla="*/ 997132 w 3024845"/>
                <a:gd name="connsiteY159" fmla="*/ 207530 h 803953"/>
                <a:gd name="connsiteX160" fmla="*/ 997132 w 3024845"/>
                <a:gd name="connsiteY160" fmla="*/ 239957 h 803953"/>
                <a:gd name="connsiteX161" fmla="*/ 997892 w 3024845"/>
                <a:gd name="connsiteY161" fmla="*/ 239957 h 803953"/>
                <a:gd name="connsiteX162" fmla="*/ 1003212 w 3024845"/>
                <a:gd name="connsiteY162" fmla="*/ 239957 h 803953"/>
                <a:gd name="connsiteX163" fmla="*/ 1003212 w 3024845"/>
                <a:gd name="connsiteY163" fmla="*/ 157809 h 803953"/>
                <a:gd name="connsiteX164" fmla="*/ 1004986 w 3024845"/>
                <a:gd name="connsiteY164" fmla="*/ 157809 h 803953"/>
                <a:gd name="connsiteX165" fmla="*/ 1017399 w 3024845"/>
                <a:gd name="connsiteY165" fmla="*/ 157809 h 803953"/>
                <a:gd name="connsiteX166" fmla="*/ 1017399 w 3024845"/>
                <a:gd name="connsiteY166" fmla="*/ 155918 h 803953"/>
                <a:gd name="connsiteX167" fmla="*/ 1017399 w 3024845"/>
                <a:gd name="connsiteY167" fmla="*/ 142677 h 803953"/>
                <a:gd name="connsiteX168" fmla="*/ 1039693 w 3024845"/>
                <a:gd name="connsiteY168" fmla="*/ 142677 h 803953"/>
                <a:gd name="connsiteX169" fmla="*/ 1039693 w 3024845"/>
                <a:gd name="connsiteY169" fmla="*/ 141596 h 803953"/>
                <a:gd name="connsiteX170" fmla="*/ 1039693 w 3024845"/>
                <a:gd name="connsiteY170" fmla="*/ 134030 h 803953"/>
                <a:gd name="connsiteX171" fmla="*/ 1041466 w 3024845"/>
                <a:gd name="connsiteY171" fmla="*/ 134030 h 803953"/>
                <a:gd name="connsiteX172" fmla="*/ 1053880 w 3024845"/>
                <a:gd name="connsiteY172" fmla="*/ 134030 h 803953"/>
                <a:gd name="connsiteX173" fmla="*/ 1053880 w 3024845"/>
                <a:gd name="connsiteY173" fmla="*/ 135111 h 803953"/>
                <a:gd name="connsiteX174" fmla="*/ 1053880 w 3024845"/>
                <a:gd name="connsiteY174" fmla="*/ 142677 h 803953"/>
                <a:gd name="connsiteX175" fmla="*/ 1054640 w 3024845"/>
                <a:gd name="connsiteY175" fmla="*/ 142677 h 803953"/>
                <a:gd name="connsiteX176" fmla="*/ 1059960 w 3024845"/>
                <a:gd name="connsiteY176" fmla="*/ 142677 h 803953"/>
                <a:gd name="connsiteX177" fmla="*/ 1070093 w 3024845"/>
                <a:gd name="connsiteY177" fmla="*/ 138353 h 803953"/>
                <a:gd name="connsiteX178" fmla="*/ 1074146 w 3024845"/>
                <a:gd name="connsiteY178" fmla="*/ 141596 h 803953"/>
                <a:gd name="connsiteX179" fmla="*/ 1074146 w 3024845"/>
                <a:gd name="connsiteY179" fmla="*/ 134030 h 803953"/>
                <a:gd name="connsiteX180" fmla="*/ 1076426 w 3024845"/>
                <a:gd name="connsiteY180" fmla="*/ 134030 h 803953"/>
                <a:gd name="connsiteX181" fmla="*/ 1092387 w 3024845"/>
                <a:gd name="connsiteY181" fmla="*/ 134030 h 803953"/>
                <a:gd name="connsiteX182" fmla="*/ 1092387 w 3024845"/>
                <a:gd name="connsiteY182" fmla="*/ 135111 h 803953"/>
                <a:gd name="connsiteX183" fmla="*/ 1092387 w 3024845"/>
                <a:gd name="connsiteY183" fmla="*/ 142677 h 803953"/>
                <a:gd name="connsiteX184" fmla="*/ 1122787 w 3024845"/>
                <a:gd name="connsiteY184" fmla="*/ 142677 h 803953"/>
                <a:gd name="connsiteX185" fmla="*/ 1122787 w 3024845"/>
                <a:gd name="connsiteY185" fmla="*/ 144298 h 803953"/>
                <a:gd name="connsiteX186" fmla="*/ 1122787 w 3024845"/>
                <a:gd name="connsiteY186" fmla="*/ 155648 h 803953"/>
                <a:gd name="connsiteX187" fmla="*/ 1149134 w 3024845"/>
                <a:gd name="connsiteY187" fmla="*/ 155648 h 803953"/>
                <a:gd name="connsiteX188" fmla="*/ 1149134 w 3024845"/>
                <a:gd name="connsiteY188" fmla="*/ 185912 h 803953"/>
                <a:gd name="connsiteX189" fmla="*/ 1149894 w 3024845"/>
                <a:gd name="connsiteY189" fmla="*/ 185912 h 803953"/>
                <a:gd name="connsiteX190" fmla="*/ 1155214 w 3024845"/>
                <a:gd name="connsiteY190" fmla="*/ 185912 h 803953"/>
                <a:gd name="connsiteX191" fmla="*/ 1155214 w 3024845"/>
                <a:gd name="connsiteY191" fmla="*/ 186993 h 803953"/>
                <a:gd name="connsiteX192" fmla="*/ 1155214 w 3024845"/>
                <a:gd name="connsiteY192" fmla="*/ 194560 h 803953"/>
                <a:gd name="connsiteX193" fmla="*/ 1159268 w 3024845"/>
                <a:gd name="connsiteY193" fmla="*/ 224824 h 803953"/>
                <a:gd name="connsiteX194" fmla="*/ 1160028 w 3024845"/>
                <a:gd name="connsiteY194" fmla="*/ 224824 h 803953"/>
                <a:gd name="connsiteX195" fmla="*/ 1165348 w 3024845"/>
                <a:gd name="connsiteY195" fmla="*/ 224824 h 803953"/>
                <a:gd name="connsiteX196" fmla="*/ 1165348 w 3024845"/>
                <a:gd name="connsiteY196" fmla="*/ 225635 h 803953"/>
                <a:gd name="connsiteX197" fmla="*/ 1165348 w 3024845"/>
                <a:gd name="connsiteY197" fmla="*/ 231310 h 803953"/>
                <a:gd name="connsiteX198" fmla="*/ 1166361 w 3024845"/>
                <a:gd name="connsiteY198" fmla="*/ 231310 h 803953"/>
                <a:gd name="connsiteX199" fmla="*/ 1173454 w 3024845"/>
                <a:gd name="connsiteY199" fmla="*/ 231310 h 803953"/>
                <a:gd name="connsiteX200" fmla="*/ 1173454 w 3024845"/>
                <a:gd name="connsiteY200" fmla="*/ 261575 h 803953"/>
                <a:gd name="connsiteX201" fmla="*/ 1175481 w 3024845"/>
                <a:gd name="connsiteY201" fmla="*/ 261575 h 803953"/>
                <a:gd name="connsiteX202" fmla="*/ 1189668 w 3024845"/>
                <a:gd name="connsiteY202" fmla="*/ 261575 h 803953"/>
                <a:gd name="connsiteX203" fmla="*/ 1189668 w 3024845"/>
                <a:gd name="connsiteY203" fmla="*/ 285354 h 803953"/>
                <a:gd name="connsiteX204" fmla="*/ 1191695 w 3024845"/>
                <a:gd name="connsiteY204" fmla="*/ 286975 h 803953"/>
                <a:gd name="connsiteX205" fmla="*/ 1191695 w 3024845"/>
                <a:gd name="connsiteY205" fmla="*/ 298325 h 803953"/>
                <a:gd name="connsiteX206" fmla="*/ 1192455 w 3024845"/>
                <a:gd name="connsiteY206" fmla="*/ 298325 h 803953"/>
                <a:gd name="connsiteX207" fmla="*/ 1197775 w 3024845"/>
                <a:gd name="connsiteY207" fmla="*/ 298325 h 803953"/>
                <a:gd name="connsiteX208" fmla="*/ 1197775 w 3024845"/>
                <a:gd name="connsiteY208" fmla="*/ 322104 h 803953"/>
                <a:gd name="connsiteX209" fmla="*/ 1199041 w 3024845"/>
                <a:gd name="connsiteY209" fmla="*/ 322104 h 803953"/>
                <a:gd name="connsiteX210" fmla="*/ 1207908 w 3024845"/>
                <a:gd name="connsiteY210" fmla="*/ 322104 h 803953"/>
                <a:gd name="connsiteX211" fmla="*/ 1209935 w 3024845"/>
                <a:gd name="connsiteY211" fmla="*/ 326158 h 803953"/>
                <a:gd name="connsiteX212" fmla="*/ 1209935 w 3024845"/>
                <a:gd name="connsiteY212" fmla="*/ 339399 h 803953"/>
                <a:gd name="connsiteX213" fmla="*/ 1211455 w 3024845"/>
                <a:gd name="connsiteY213" fmla="*/ 337507 h 803953"/>
                <a:gd name="connsiteX214" fmla="*/ 1222095 w 3024845"/>
                <a:gd name="connsiteY214" fmla="*/ 324266 h 803953"/>
                <a:gd name="connsiteX215" fmla="*/ 1250469 w 3024845"/>
                <a:gd name="connsiteY215" fmla="*/ 324266 h 803953"/>
                <a:gd name="connsiteX216" fmla="*/ 1250469 w 3024845"/>
                <a:gd name="connsiteY216" fmla="*/ 410737 h 803953"/>
                <a:gd name="connsiteX217" fmla="*/ 1251229 w 3024845"/>
                <a:gd name="connsiteY217" fmla="*/ 410737 h 803953"/>
                <a:gd name="connsiteX218" fmla="*/ 1256549 w 3024845"/>
                <a:gd name="connsiteY218" fmla="*/ 410737 h 803953"/>
                <a:gd name="connsiteX219" fmla="*/ 1257309 w 3024845"/>
                <a:gd name="connsiteY219" fmla="*/ 409386 h 803953"/>
                <a:gd name="connsiteX220" fmla="*/ 1262629 w 3024845"/>
                <a:gd name="connsiteY220" fmla="*/ 399928 h 803953"/>
                <a:gd name="connsiteX221" fmla="*/ 1262629 w 3024845"/>
                <a:gd name="connsiteY221" fmla="*/ 401820 h 803953"/>
                <a:gd name="connsiteX222" fmla="*/ 1262629 w 3024845"/>
                <a:gd name="connsiteY222" fmla="*/ 415061 h 803953"/>
                <a:gd name="connsiteX223" fmla="*/ 1266682 w 3024845"/>
                <a:gd name="connsiteY223" fmla="*/ 369664 h 803953"/>
                <a:gd name="connsiteX224" fmla="*/ 1267442 w 3024845"/>
                <a:gd name="connsiteY224" fmla="*/ 369664 h 803953"/>
                <a:gd name="connsiteX225" fmla="*/ 1272762 w 3024845"/>
                <a:gd name="connsiteY225" fmla="*/ 369664 h 803953"/>
                <a:gd name="connsiteX226" fmla="*/ 1272762 w 3024845"/>
                <a:gd name="connsiteY226" fmla="*/ 304810 h 803953"/>
                <a:gd name="connsiteX227" fmla="*/ 1273776 w 3024845"/>
                <a:gd name="connsiteY227" fmla="*/ 304810 h 803953"/>
                <a:gd name="connsiteX228" fmla="*/ 1280869 w 3024845"/>
                <a:gd name="connsiteY228" fmla="*/ 304810 h 803953"/>
                <a:gd name="connsiteX229" fmla="*/ 1293029 w 3024845"/>
                <a:gd name="connsiteY229" fmla="*/ 261575 h 803953"/>
                <a:gd name="connsiteX230" fmla="*/ 1294296 w 3024845"/>
                <a:gd name="connsiteY230" fmla="*/ 261575 h 803953"/>
                <a:gd name="connsiteX231" fmla="*/ 1303163 w 3024845"/>
                <a:gd name="connsiteY231" fmla="*/ 261575 h 803953"/>
                <a:gd name="connsiteX232" fmla="*/ 1313296 w 3024845"/>
                <a:gd name="connsiteY232" fmla="*/ 304810 h 803953"/>
                <a:gd name="connsiteX233" fmla="*/ 1314309 w 3024845"/>
                <a:gd name="connsiteY233" fmla="*/ 304810 h 803953"/>
                <a:gd name="connsiteX234" fmla="*/ 1321403 w 3024845"/>
                <a:gd name="connsiteY234" fmla="*/ 304810 h 803953"/>
                <a:gd name="connsiteX235" fmla="*/ 1321403 w 3024845"/>
                <a:gd name="connsiteY235" fmla="*/ 343722 h 803953"/>
                <a:gd name="connsiteX236" fmla="*/ 1323176 w 3024845"/>
                <a:gd name="connsiteY236" fmla="*/ 343722 h 803953"/>
                <a:gd name="connsiteX237" fmla="*/ 1335590 w 3024845"/>
                <a:gd name="connsiteY237" fmla="*/ 343722 h 803953"/>
                <a:gd name="connsiteX238" fmla="*/ 1335590 w 3024845"/>
                <a:gd name="connsiteY238" fmla="*/ 345884 h 803953"/>
                <a:gd name="connsiteX239" fmla="*/ 1335590 w 3024845"/>
                <a:gd name="connsiteY239" fmla="*/ 361016 h 803953"/>
                <a:gd name="connsiteX240" fmla="*/ 1339643 w 3024845"/>
                <a:gd name="connsiteY240" fmla="*/ 358855 h 803953"/>
                <a:gd name="connsiteX241" fmla="*/ 1339643 w 3024845"/>
                <a:gd name="connsiteY241" fmla="*/ 343722 h 803953"/>
                <a:gd name="connsiteX242" fmla="*/ 1341163 w 3024845"/>
                <a:gd name="connsiteY242" fmla="*/ 343722 h 803953"/>
                <a:gd name="connsiteX243" fmla="*/ 1351803 w 3024845"/>
                <a:gd name="connsiteY243" fmla="*/ 343722 h 803953"/>
                <a:gd name="connsiteX244" fmla="*/ 1351803 w 3024845"/>
                <a:gd name="connsiteY244" fmla="*/ 345343 h 803953"/>
                <a:gd name="connsiteX245" fmla="*/ 1351803 w 3024845"/>
                <a:gd name="connsiteY245" fmla="*/ 356693 h 803953"/>
                <a:gd name="connsiteX246" fmla="*/ 1382204 w 3024845"/>
                <a:gd name="connsiteY246" fmla="*/ 356693 h 803953"/>
                <a:gd name="connsiteX247" fmla="*/ 1382204 w 3024845"/>
                <a:gd name="connsiteY247" fmla="*/ 319943 h 803953"/>
                <a:gd name="connsiteX248" fmla="*/ 1383470 w 3024845"/>
                <a:gd name="connsiteY248" fmla="*/ 319943 h 803953"/>
                <a:gd name="connsiteX249" fmla="*/ 1392337 w 3024845"/>
                <a:gd name="connsiteY249" fmla="*/ 319943 h 803953"/>
                <a:gd name="connsiteX250" fmla="*/ 1392337 w 3024845"/>
                <a:gd name="connsiteY250" fmla="*/ 341560 h 803953"/>
                <a:gd name="connsiteX251" fmla="*/ 1394364 w 3024845"/>
                <a:gd name="connsiteY251" fmla="*/ 309134 h 803953"/>
                <a:gd name="connsiteX252" fmla="*/ 1416657 w 3024845"/>
                <a:gd name="connsiteY252" fmla="*/ 309134 h 803953"/>
                <a:gd name="connsiteX253" fmla="*/ 1416657 w 3024845"/>
                <a:gd name="connsiteY253" fmla="*/ 307512 h 803953"/>
                <a:gd name="connsiteX254" fmla="*/ 1416657 w 3024845"/>
                <a:gd name="connsiteY254" fmla="*/ 296163 h 803953"/>
                <a:gd name="connsiteX255" fmla="*/ 1417417 w 3024845"/>
                <a:gd name="connsiteY255" fmla="*/ 296163 h 803953"/>
                <a:gd name="connsiteX256" fmla="*/ 1422737 w 3024845"/>
                <a:gd name="connsiteY256" fmla="*/ 296163 h 803953"/>
                <a:gd name="connsiteX257" fmla="*/ 1422737 w 3024845"/>
                <a:gd name="connsiteY257" fmla="*/ 294272 h 803953"/>
                <a:gd name="connsiteX258" fmla="*/ 1422737 w 3024845"/>
                <a:gd name="connsiteY258" fmla="*/ 281031 h 803953"/>
                <a:gd name="connsiteX259" fmla="*/ 1426791 w 3024845"/>
                <a:gd name="connsiteY259" fmla="*/ 287516 h 803953"/>
                <a:gd name="connsiteX260" fmla="*/ 1429071 w 3024845"/>
                <a:gd name="connsiteY260" fmla="*/ 287516 h 803953"/>
                <a:gd name="connsiteX261" fmla="*/ 1445031 w 3024845"/>
                <a:gd name="connsiteY261" fmla="*/ 287516 h 803953"/>
                <a:gd name="connsiteX262" fmla="*/ 1445031 w 3024845"/>
                <a:gd name="connsiteY262" fmla="*/ 286705 h 803953"/>
                <a:gd name="connsiteX263" fmla="*/ 1445031 w 3024845"/>
                <a:gd name="connsiteY263" fmla="*/ 281031 h 803953"/>
                <a:gd name="connsiteX264" fmla="*/ 1445791 w 3024845"/>
                <a:gd name="connsiteY264" fmla="*/ 281031 h 803953"/>
                <a:gd name="connsiteX265" fmla="*/ 1451111 w 3024845"/>
                <a:gd name="connsiteY265" fmla="*/ 281031 h 803953"/>
                <a:gd name="connsiteX266" fmla="*/ 1451111 w 3024845"/>
                <a:gd name="connsiteY266" fmla="*/ 282382 h 803953"/>
                <a:gd name="connsiteX267" fmla="*/ 1451111 w 3024845"/>
                <a:gd name="connsiteY267" fmla="*/ 291840 h 803953"/>
                <a:gd name="connsiteX268" fmla="*/ 1489618 w 3024845"/>
                <a:gd name="connsiteY268" fmla="*/ 291840 h 803953"/>
                <a:gd name="connsiteX269" fmla="*/ 1489618 w 3024845"/>
                <a:gd name="connsiteY269" fmla="*/ 430193 h 803953"/>
                <a:gd name="connsiteX270" fmla="*/ 1491138 w 3024845"/>
                <a:gd name="connsiteY270" fmla="*/ 430193 h 803953"/>
                <a:gd name="connsiteX271" fmla="*/ 1501778 w 3024845"/>
                <a:gd name="connsiteY271" fmla="*/ 430193 h 803953"/>
                <a:gd name="connsiteX272" fmla="*/ 1501778 w 3024845"/>
                <a:gd name="connsiteY272" fmla="*/ 417223 h 803953"/>
                <a:gd name="connsiteX273" fmla="*/ 1505832 w 3024845"/>
                <a:gd name="connsiteY273" fmla="*/ 417223 h 803953"/>
                <a:gd name="connsiteX274" fmla="*/ 1505832 w 3024845"/>
                <a:gd name="connsiteY274" fmla="*/ 430193 h 803953"/>
                <a:gd name="connsiteX275" fmla="*/ 1536232 w 3024845"/>
                <a:gd name="connsiteY275" fmla="*/ 430193 h 803953"/>
                <a:gd name="connsiteX276" fmla="*/ 1536232 w 3024845"/>
                <a:gd name="connsiteY276" fmla="*/ 399928 h 803953"/>
                <a:gd name="connsiteX277" fmla="*/ 1548392 w 3024845"/>
                <a:gd name="connsiteY277" fmla="*/ 399928 h 803953"/>
                <a:gd name="connsiteX278" fmla="*/ 1560552 w 3024845"/>
                <a:gd name="connsiteY278" fmla="*/ 397767 h 803953"/>
                <a:gd name="connsiteX279" fmla="*/ 1564606 w 3024845"/>
                <a:gd name="connsiteY279" fmla="*/ 399928 h 803953"/>
                <a:gd name="connsiteX280" fmla="*/ 1574739 w 3024845"/>
                <a:gd name="connsiteY280" fmla="*/ 399928 h 803953"/>
                <a:gd name="connsiteX281" fmla="*/ 1574739 w 3024845"/>
                <a:gd name="connsiteY281" fmla="*/ 430193 h 803953"/>
                <a:gd name="connsiteX282" fmla="*/ 1582846 w 3024845"/>
                <a:gd name="connsiteY282" fmla="*/ 430193 h 803953"/>
                <a:gd name="connsiteX283" fmla="*/ 1582846 w 3024845"/>
                <a:gd name="connsiteY283" fmla="*/ 447488 h 803953"/>
                <a:gd name="connsiteX284" fmla="*/ 1592182 w 3024845"/>
                <a:gd name="connsiteY284" fmla="*/ 448393 h 803953"/>
                <a:gd name="connsiteX285" fmla="*/ 1605140 w 3024845"/>
                <a:gd name="connsiteY285" fmla="*/ 448393 h 803953"/>
                <a:gd name="connsiteX286" fmla="*/ 1605140 w 3024845"/>
                <a:gd name="connsiteY286" fmla="*/ 432355 h 803953"/>
                <a:gd name="connsiteX287" fmla="*/ 1673096 w 3024845"/>
                <a:gd name="connsiteY287" fmla="*/ 432355 h 803953"/>
                <a:gd name="connsiteX288" fmla="*/ 1673096 w 3024845"/>
                <a:gd name="connsiteY288" fmla="*/ 347102 h 803953"/>
                <a:gd name="connsiteX289" fmla="*/ 1745104 w 3024845"/>
                <a:gd name="connsiteY289" fmla="*/ 347102 h 803953"/>
                <a:gd name="connsiteX290" fmla="*/ 1745104 w 3024845"/>
                <a:gd name="connsiteY290" fmla="*/ 425870 h 803953"/>
                <a:gd name="connsiteX291" fmla="*/ 1747008 w 3024845"/>
                <a:gd name="connsiteY291" fmla="*/ 425870 h 803953"/>
                <a:gd name="connsiteX292" fmla="*/ 1748250 w 3024845"/>
                <a:gd name="connsiteY292" fmla="*/ 448393 h 803953"/>
                <a:gd name="connsiteX293" fmla="*/ 1757926 w 3024845"/>
                <a:gd name="connsiteY293" fmla="*/ 448393 h 803953"/>
                <a:gd name="connsiteX294" fmla="*/ 1759168 w 3024845"/>
                <a:gd name="connsiteY294" fmla="*/ 425870 h 803953"/>
                <a:gd name="connsiteX295" fmla="*/ 1765248 w 3024845"/>
                <a:gd name="connsiteY295" fmla="*/ 425870 h 803953"/>
                <a:gd name="connsiteX296" fmla="*/ 1766490 w 3024845"/>
                <a:gd name="connsiteY296" fmla="*/ 448393 h 803953"/>
                <a:gd name="connsiteX297" fmla="*/ 1817112 w 3024845"/>
                <a:gd name="connsiteY297" fmla="*/ 448393 h 803953"/>
                <a:gd name="connsiteX298" fmla="*/ 1817112 w 3024845"/>
                <a:gd name="connsiteY298" fmla="*/ 285365 h 803953"/>
                <a:gd name="connsiteX299" fmla="*/ 2014439 w 3024845"/>
                <a:gd name="connsiteY299" fmla="*/ 285365 h 803953"/>
                <a:gd name="connsiteX300" fmla="*/ 2014439 w 3024845"/>
                <a:gd name="connsiteY300" fmla="*/ 448393 h 803953"/>
                <a:gd name="connsiteX301" fmla="*/ 2033136 w 3024845"/>
                <a:gd name="connsiteY301" fmla="*/ 448393 h 803953"/>
                <a:gd name="connsiteX302" fmla="*/ 2033136 w 3024845"/>
                <a:gd name="connsiteY302" fmla="*/ 365700 h 803953"/>
                <a:gd name="connsiteX303" fmla="*/ 2128256 w 3024845"/>
                <a:gd name="connsiteY303" fmla="*/ 365700 h 803953"/>
                <a:gd name="connsiteX304" fmla="*/ 2180720 w 3024845"/>
                <a:gd name="connsiteY304" fmla="*/ 300487 h 803953"/>
                <a:gd name="connsiteX305" fmla="*/ 2245574 w 3024845"/>
                <a:gd name="connsiteY305" fmla="*/ 300487 h 803953"/>
                <a:gd name="connsiteX306" fmla="*/ 2245574 w 3024845"/>
                <a:gd name="connsiteY306" fmla="*/ 376149 h 803953"/>
                <a:gd name="connsiteX307" fmla="*/ 2253681 w 3024845"/>
                <a:gd name="connsiteY307" fmla="*/ 376149 h 803953"/>
                <a:gd name="connsiteX308" fmla="*/ 2255708 w 3024845"/>
                <a:gd name="connsiteY308" fmla="*/ 369664 h 803953"/>
                <a:gd name="connsiteX309" fmla="*/ 2261788 w 3024845"/>
                <a:gd name="connsiteY309" fmla="*/ 369664 h 803953"/>
                <a:gd name="connsiteX310" fmla="*/ 2263815 w 3024845"/>
                <a:gd name="connsiteY310" fmla="*/ 378311 h 803953"/>
                <a:gd name="connsiteX311" fmla="*/ 2275975 w 3024845"/>
                <a:gd name="connsiteY311" fmla="*/ 378311 h 803953"/>
                <a:gd name="connsiteX312" fmla="*/ 2275975 w 3024845"/>
                <a:gd name="connsiteY312" fmla="*/ 371825 h 803953"/>
                <a:gd name="connsiteX313" fmla="*/ 2298268 w 3024845"/>
                <a:gd name="connsiteY313" fmla="*/ 371825 h 803953"/>
                <a:gd name="connsiteX314" fmla="*/ 2298268 w 3024845"/>
                <a:gd name="connsiteY314" fmla="*/ 378311 h 803953"/>
                <a:gd name="connsiteX315" fmla="*/ 2318535 w 3024845"/>
                <a:gd name="connsiteY315" fmla="*/ 378311 h 803953"/>
                <a:gd name="connsiteX316" fmla="*/ 2318535 w 3024845"/>
                <a:gd name="connsiteY316" fmla="*/ 423708 h 803953"/>
                <a:gd name="connsiteX317" fmla="*/ 2332722 w 3024845"/>
                <a:gd name="connsiteY317" fmla="*/ 423708 h 803953"/>
                <a:gd name="connsiteX318" fmla="*/ 2332722 w 3024845"/>
                <a:gd name="connsiteY318" fmla="*/ 410737 h 803953"/>
                <a:gd name="connsiteX319" fmla="*/ 2348936 w 3024845"/>
                <a:gd name="connsiteY319" fmla="*/ 410737 h 803953"/>
                <a:gd name="connsiteX320" fmla="*/ 2348936 w 3024845"/>
                <a:gd name="connsiteY320" fmla="*/ 231310 h 803953"/>
                <a:gd name="connsiteX321" fmla="*/ 2355016 w 3024845"/>
                <a:gd name="connsiteY321" fmla="*/ 224824 h 803953"/>
                <a:gd name="connsiteX322" fmla="*/ 2427977 w 3024845"/>
                <a:gd name="connsiteY322" fmla="*/ 224824 h 803953"/>
                <a:gd name="connsiteX323" fmla="*/ 2427977 w 3024845"/>
                <a:gd name="connsiteY323" fmla="*/ 233472 h 803953"/>
                <a:gd name="connsiteX324" fmla="*/ 2438110 w 3024845"/>
                <a:gd name="connsiteY324" fmla="*/ 233472 h 803953"/>
                <a:gd name="connsiteX325" fmla="*/ 2438110 w 3024845"/>
                <a:gd name="connsiteY325" fmla="*/ 348046 h 803953"/>
                <a:gd name="connsiteX326" fmla="*/ 2460404 w 3024845"/>
                <a:gd name="connsiteY326" fmla="*/ 348046 h 803953"/>
                <a:gd name="connsiteX327" fmla="*/ 2460404 w 3024845"/>
                <a:gd name="connsiteY327" fmla="*/ 281031 h 803953"/>
                <a:gd name="connsiteX328" fmla="*/ 2486751 w 3024845"/>
                <a:gd name="connsiteY328" fmla="*/ 281031 h 803953"/>
                <a:gd name="connsiteX329" fmla="*/ 2490804 w 3024845"/>
                <a:gd name="connsiteY329" fmla="*/ 276707 h 803953"/>
                <a:gd name="connsiteX330" fmla="*/ 2498911 w 3024845"/>
                <a:gd name="connsiteY330" fmla="*/ 276707 h 803953"/>
                <a:gd name="connsiteX331" fmla="*/ 2502964 w 3024845"/>
                <a:gd name="connsiteY331" fmla="*/ 281031 h 803953"/>
                <a:gd name="connsiteX332" fmla="*/ 2525258 w 3024845"/>
                <a:gd name="connsiteY332" fmla="*/ 281031 h 803953"/>
                <a:gd name="connsiteX333" fmla="*/ 2525258 w 3024845"/>
                <a:gd name="connsiteY333" fmla="*/ 164295 h 803953"/>
                <a:gd name="connsiteX334" fmla="*/ 2582005 w 3024845"/>
                <a:gd name="connsiteY334" fmla="*/ 153486 h 803953"/>
                <a:gd name="connsiteX335" fmla="*/ 2582005 w 3024845"/>
                <a:gd name="connsiteY335" fmla="*/ 154567 h 803953"/>
                <a:gd name="connsiteX336" fmla="*/ 2582005 w 3024845"/>
                <a:gd name="connsiteY336" fmla="*/ 162133 h 803953"/>
                <a:gd name="connsiteX337" fmla="*/ 2608352 w 3024845"/>
                <a:gd name="connsiteY337" fmla="*/ 162133 h 803953"/>
                <a:gd name="connsiteX338" fmla="*/ 2608352 w 3024845"/>
                <a:gd name="connsiteY338" fmla="*/ 417223 h 803953"/>
                <a:gd name="connsiteX339" fmla="*/ 2630646 w 3024845"/>
                <a:gd name="connsiteY339" fmla="*/ 417223 h 803953"/>
                <a:gd name="connsiteX340" fmla="*/ 2630646 w 3024845"/>
                <a:gd name="connsiteY340" fmla="*/ 412899 h 803953"/>
                <a:gd name="connsiteX341" fmla="*/ 2642806 w 3024845"/>
                <a:gd name="connsiteY341" fmla="*/ 412899 h 803953"/>
                <a:gd name="connsiteX342" fmla="*/ 2642806 w 3024845"/>
                <a:gd name="connsiteY342" fmla="*/ 417223 h 803953"/>
                <a:gd name="connsiteX343" fmla="*/ 2667126 w 3024845"/>
                <a:gd name="connsiteY343" fmla="*/ 417223 h 803953"/>
                <a:gd name="connsiteX344" fmla="*/ 2667126 w 3024845"/>
                <a:gd name="connsiteY344" fmla="*/ 404252 h 803953"/>
                <a:gd name="connsiteX345" fmla="*/ 2695500 w 3024845"/>
                <a:gd name="connsiteY345" fmla="*/ 404252 h 803953"/>
                <a:gd name="connsiteX346" fmla="*/ 2707660 w 3024845"/>
                <a:gd name="connsiteY346" fmla="*/ 399928 h 803953"/>
                <a:gd name="connsiteX347" fmla="*/ 2727927 w 3024845"/>
                <a:gd name="connsiteY347" fmla="*/ 404252 h 803953"/>
                <a:gd name="connsiteX348" fmla="*/ 2727927 w 3024845"/>
                <a:gd name="connsiteY348" fmla="*/ 386958 h 803953"/>
                <a:gd name="connsiteX349" fmla="*/ 2736034 w 3024845"/>
                <a:gd name="connsiteY349" fmla="*/ 386958 h 803953"/>
                <a:gd name="connsiteX350" fmla="*/ 2736034 w 3024845"/>
                <a:gd name="connsiteY350" fmla="*/ 373987 h 803953"/>
                <a:gd name="connsiteX351" fmla="*/ 2792781 w 3024845"/>
                <a:gd name="connsiteY351" fmla="*/ 373987 h 803953"/>
                <a:gd name="connsiteX352" fmla="*/ 2792781 w 3024845"/>
                <a:gd name="connsiteY352" fmla="*/ 343722 h 803953"/>
                <a:gd name="connsiteX353" fmla="*/ 2811021 w 3024845"/>
                <a:gd name="connsiteY353" fmla="*/ 343722 h 803953"/>
                <a:gd name="connsiteX354" fmla="*/ 2811021 w 3024845"/>
                <a:gd name="connsiteY354" fmla="*/ 337237 h 803953"/>
                <a:gd name="connsiteX355" fmla="*/ 2823181 w 3024845"/>
                <a:gd name="connsiteY355" fmla="*/ 337237 h 803953"/>
                <a:gd name="connsiteX356" fmla="*/ 2823181 w 3024845"/>
                <a:gd name="connsiteY356" fmla="*/ 343722 h 803953"/>
                <a:gd name="connsiteX357" fmla="*/ 2839395 w 3024845"/>
                <a:gd name="connsiteY357" fmla="*/ 343722 h 803953"/>
                <a:gd name="connsiteX358" fmla="*/ 2839395 w 3024845"/>
                <a:gd name="connsiteY358" fmla="*/ 393443 h 803953"/>
                <a:gd name="connsiteX359" fmla="*/ 2871822 w 3024845"/>
                <a:gd name="connsiteY359" fmla="*/ 393443 h 803953"/>
                <a:gd name="connsiteX360" fmla="*/ 2871822 w 3024845"/>
                <a:gd name="connsiteY360" fmla="*/ 367502 h 803953"/>
                <a:gd name="connsiteX361" fmla="*/ 2910329 w 3024845"/>
                <a:gd name="connsiteY361" fmla="*/ 367502 h 803953"/>
                <a:gd name="connsiteX362" fmla="*/ 2910329 w 3024845"/>
                <a:gd name="connsiteY362" fmla="*/ 337237 h 803953"/>
                <a:gd name="connsiteX363" fmla="*/ 2958970 w 3024845"/>
                <a:gd name="connsiteY363" fmla="*/ 337237 h 803953"/>
                <a:gd name="connsiteX364" fmla="*/ 2958970 w 3024845"/>
                <a:gd name="connsiteY364" fmla="*/ 448393 h 803953"/>
                <a:gd name="connsiteX365" fmla="*/ 2958970 w 3024845"/>
                <a:gd name="connsiteY365" fmla="*/ 462172 h 803953"/>
                <a:gd name="connsiteX366" fmla="*/ 3024845 w 3024845"/>
                <a:gd name="connsiteY366" fmla="*/ 462172 h 803953"/>
                <a:gd name="connsiteX367" fmla="*/ 3024845 w 3024845"/>
                <a:gd name="connsiteY367" fmla="*/ 803953 h 803953"/>
                <a:gd name="connsiteX368" fmla="*/ 2054 w 3024845"/>
                <a:gd name="connsiteY368" fmla="*/ 801620 h 803953"/>
                <a:gd name="connsiteX369" fmla="*/ 0 w 3024845"/>
                <a:gd name="connsiteY369" fmla="*/ 367502 h 803953"/>
                <a:gd name="connsiteX370" fmla="*/ 20267 w 3024845"/>
                <a:gd name="connsiteY370" fmla="*/ 367502 h 803953"/>
                <a:gd name="connsiteX371" fmla="*/ 20774 w 3024845"/>
                <a:gd name="connsiteY371" fmla="*/ 366421 h 803953"/>
                <a:gd name="connsiteX372" fmla="*/ 24320 w 3024845"/>
                <a:gd name="connsiteY372" fmla="*/ 358855 h 803953"/>
                <a:gd name="connsiteX373" fmla="*/ 26094 w 3024845"/>
                <a:gd name="connsiteY373" fmla="*/ 359125 h 803953"/>
                <a:gd name="connsiteX374" fmla="*/ 38507 w 3024845"/>
                <a:gd name="connsiteY374" fmla="*/ 361016 h 803953"/>
                <a:gd name="connsiteX375" fmla="*/ 39014 w 3024845"/>
                <a:gd name="connsiteY375" fmla="*/ 362368 h 803953"/>
                <a:gd name="connsiteX376" fmla="*/ 42560 w 3024845"/>
                <a:gd name="connsiteY376" fmla="*/ 371825 h 803953"/>
                <a:gd name="connsiteX377" fmla="*/ 68907 w 3024845"/>
                <a:gd name="connsiteY377" fmla="*/ 373987 h 803953"/>
                <a:gd name="connsiteX378" fmla="*/ 68907 w 3024845"/>
                <a:gd name="connsiteY378" fmla="*/ 250766 h 803953"/>
                <a:gd name="connsiteX379" fmla="*/ 70934 w 3024845"/>
                <a:gd name="connsiteY379" fmla="*/ 250766 h 803953"/>
                <a:gd name="connsiteX380" fmla="*/ 85121 w 3024845"/>
                <a:gd name="connsiteY380" fmla="*/ 250766 h 803953"/>
                <a:gd name="connsiteX381" fmla="*/ 85121 w 3024845"/>
                <a:gd name="connsiteY381" fmla="*/ 114574 h 803953"/>
                <a:gd name="connsiteX382" fmla="*/ 86894 w 3024845"/>
                <a:gd name="connsiteY382" fmla="*/ 114574 h 803953"/>
                <a:gd name="connsiteX383" fmla="*/ 99308 w 3024845"/>
                <a:gd name="connsiteY383" fmla="*/ 114574 h 803953"/>
                <a:gd name="connsiteX384" fmla="*/ 99308 w 3024845"/>
                <a:gd name="connsiteY384" fmla="*/ 0 h 803953"/>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2958970 w 3024845"/>
                <a:gd name="connsiteY365" fmla="*/ 347598 h 689379"/>
                <a:gd name="connsiteX366" fmla="*/ 3024845 w 3024845"/>
                <a:gd name="connsiteY366" fmla="*/ 347598 h 689379"/>
                <a:gd name="connsiteX367" fmla="*/ 3024845 w 3024845"/>
                <a:gd name="connsiteY367" fmla="*/ 689379 h 689379"/>
                <a:gd name="connsiteX368" fmla="*/ 2054 w 3024845"/>
                <a:gd name="connsiteY368" fmla="*/ 687046 h 689379"/>
                <a:gd name="connsiteX369" fmla="*/ 0 w 3024845"/>
                <a:gd name="connsiteY369" fmla="*/ 252928 h 689379"/>
                <a:gd name="connsiteX370" fmla="*/ 20267 w 3024845"/>
                <a:gd name="connsiteY370" fmla="*/ 252928 h 689379"/>
                <a:gd name="connsiteX371" fmla="*/ 20774 w 3024845"/>
                <a:gd name="connsiteY371" fmla="*/ 251847 h 689379"/>
                <a:gd name="connsiteX372" fmla="*/ 24320 w 3024845"/>
                <a:gd name="connsiteY372" fmla="*/ 244281 h 689379"/>
                <a:gd name="connsiteX373" fmla="*/ 26094 w 3024845"/>
                <a:gd name="connsiteY373" fmla="*/ 244551 h 689379"/>
                <a:gd name="connsiteX374" fmla="*/ 38507 w 3024845"/>
                <a:gd name="connsiteY374" fmla="*/ 246442 h 689379"/>
                <a:gd name="connsiteX375" fmla="*/ 39014 w 3024845"/>
                <a:gd name="connsiteY375" fmla="*/ 247794 h 689379"/>
                <a:gd name="connsiteX376" fmla="*/ 42560 w 3024845"/>
                <a:gd name="connsiteY376" fmla="*/ 257251 h 689379"/>
                <a:gd name="connsiteX377" fmla="*/ 68907 w 3024845"/>
                <a:gd name="connsiteY377" fmla="*/ 259413 h 689379"/>
                <a:gd name="connsiteX378" fmla="*/ 68907 w 3024845"/>
                <a:gd name="connsiteY378" fmla="*/ 136192 h 689379"/>
                <a:gd name="connsiteX379" fmla="*/ 70934 w 3024845"/>
                <a:gd name="connsiteY379" fmla="*/ 136192 h 689379"/>
                <a:gd name="connsiteX380" fmla="*/ 85121 w 3024845"/>
                <a:gd name="connsiteY380" fmla="*/ 136192 h 689379"/>
                <a:gd name="connsiteX381" fmla="*/ 85121 w 3024845"/>
                <a:gd name="connsiteY381" fmla="*/ 0 h 689379"/>
                <a:gd name="connsiteX382" fmla="*/ 86894 w 3024845"/>
                <a:gd name="connsiteY382" fmla="*/ 0 h 689379"/>
                <a:gd name="connsiteX383" fmla="*/ 99308 w 3024845"/>
                <a:gd name="connsiteY383" fmla="*/ 0 h 689379"/>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2958970 w 3024845"/>
                <a:gd name="connsiteY365" fmla="*/ 347598 h 689379"/>
                <a:gd name="connsiteX366" fmla="*/ 3024845 w 3024845"/>
                <a:gd name="connsiteY366" fmla="*/ 689379 h 689379"/>
                <a:gd name="connsiteX367" fmla="*/ 2054 w 3024845"/>
                <a:gd name="connsiteY367" fmla="*/ 687046 h 689379"/>
                <a:gd name="connsiteX368" fmla="*/ 0 w 3024845"/>
                <a:gd name="connsiteY368" fmla="*/ 252928 h 689379"/>
                <a:gd name="connsiteX369" fmla="*/ 20267 w 3024845"/>
                <a:gd name="connsiteY369" fmla="*/ 252928 h 689379"/>
                <a:gd name="connsiteX370" fmla="*/ 20774 w 3024845"/>
                <a:gd name="connsiteY370" fmla="*/ 251847 h 689379"/>
                <a:gd name="connsiteX371" fmla="*/ 24320 w 3024845"/>
                <a:gd name="connsiteY371" fmla="*/ 244281 h 689379"/>
                <a:gd name="connsiteX372" fmla="*/ 26094 w 3024845"/>
                <a:gd name="connsiteY372" fmla="*/ 244551 h 689379"/>
                <a:gd name="connsiteX373" fmla="*/ 38507 w 3024845"/>
                <a:gd name="connsiteY373" fmla="*/ 246442 h 689379"/>
                <a:gd name="connsiteX374" fmla="*/ 39014 w 3024845"/>
                <a:gd name="connsiteY374" fmla="*/ 247794 h 689379"/>
                <a:gd name="connsiteX375" fmla="*/ 42560 w 3024845"/>
                <a:gd name="connsiteY375" fmla="*/ 257251 h 689379"/>
                <a:gd name="connsiteX376" fmla="*/ 68907 w 3024845"/>
                <a:gd name="connsiteY376" fmla="*/ 259413 h 689379"/>
                <a:gd name="connsiteX377" fmla="*/ 68907 w 3024845"/>
                <a:gd name="connsiteY377" fmla="*/ 136192 h 689379"/>
                <a:gd name="connsiteX378" fmla="*/ 70934 w 3024845"/>
                <a:gd name="connsiteY378" fmla="*/ 136192 h 689379"/>
                <a:gd name="connsiteX379" fmla="*/ 85121 w 3024845"/>
                <a:gd name="connsiteY379" fmla="*/ 136192 h 689379"/>
                <a:gd name="connsiteX380" fmla="*/ 85121 w 3024845"/>
                <a:gd name="connsiteY380" fmla="*/ 0 h 689379"/>
                <a:gd name="connsiteX381" fmla="*/ 86894 w 3024845"/>
                <a:gd name="connsiteY381" fmla="*/ 0 h 689379"/>
                <a:gd name="connsiteX382" fmla="*/ 99308 w 3024845"/>
                <a:gd name="connsiteY382" fmla="*/ 0 h 689379"/>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3024845 w 3024845"/>
                <a:gd name="connsiteY365" fmla="*/ 689379 h 689379"/>
                <a:gd name="connsiteX366" fmla="*/ 2054 w 3024845"/>
                <a:gd name="connsiteY366" fmla="*/ 687046 h 689379"/>
                <a:gd name="connsiteX367" fmla="*/ 0 w 3024845"/>
                <a:gd name="connsiteY367" fmla="*/ 252928 h 689379"/>
                <a:gd name="connsiteX368" fmla="*/ 20267 w 3024845"/>
                <a:gd name="connsiteY368" fmla="*/ 252928 h 689379"/>
                <a:gd name="connsiteX369" fmla="*/ 20774 w 3024845"/>
                <a:gd name="connsiteY369" fmla="*/ 251847 h 689379"/>
                <a:gd name="connsiteX370" fmla="*/ 24320 w 3024845"/>
                <a:gd name="connsiteY370" fmla="*/ 244281 h 689379"/>
                <a:gd name="connsiteX371" fmla="*/ 26094 w 3024845"/>
                <a:gd name="connsiteY371" fmla="*/ 244551 h 689379"/>
                <a:gd name="connsiteX372" fmla="*/ 38507 w 3024845"/>
                <a:gd name="connsiteY372" fmla="*/ 246442 h 689379"/>
                <a:gd name="connsiteX373" fmla="*/ 39014 w 3024845"/>
                <a:gd name="connsiteY373" fmla="*/ 247794 h 689379"/>
                <a:gd name="connsiteX374" fmla="*/ 42560 w 3024845"/>
                <a:gd name="connsiteY374" fmla="*/ 257251 h 689379"/>
                <a:gd name="connsiteX375" fmla="*/ 68907 w 3024845"/>
                <a:gd name="connsiteY375" fmla="*/ 259413 h 689379"/>
                <a:gd name="connsiteX376" fmla="*/ 68907 w 3024845"/>
                <a:gd name="connsiteY376" fmla="*/ 136192 h 689379"/>
                <a:gd name="connsiteX377" fmla="*/ 70934 w 3024845"/>
                <a:gd name="connsiteY377" fmla="*/ 136192 h 689379"/>
                <a:gd name="connsiteX378" fmla="*/ 85121 w 3024845"/>
                <a:gd name="connsiteY378" fmla="*/ 136192 h 689379"/>
                <a:gd name="connsiteX379" fmla="*/ 85121 w 3024845"/>
                <a:gd name="connsiteY379" fmla="*/ 0 h 689379"/>
                <a:gd name="connsiteX380" fmla="*/ 86894 w 3024845"/>
                <a:gd name="connsiteY380" fmla="*/ 0 h 689379"/>
                <a:gd name="connsiteX381" fmla="*/ 99308 w 3024845"/>
                <a:gd name="connsiteY381" fmla="*/ 0 h 689379"/>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3024845 w 3024845"/>
                <a:gd name="connsiteY364" fmla="*/ 689379 h 689379"/>
                <a:gd name="connsiteX365" fmla="*/ 2054 w 3024845"/>
                <a:gd name="connsiteY365" fmla="*/ 687046 h 689379"/>
                <a:gd name="connsiteX366" fmla="*/ 0 w 3024845"/>
                <a:gd name="connsiteY366" fmla="*/ 252928 h 689379"/>
                <a:gd name="connsiteX367" fmla="*/ 20267 w 3024845"/>
                <a:gd name="connsiteY367" fmla="*/ 252928 h 689379"/>
                <a:gd name="connsiteX368" fmla="*/ 20774 w 3024845"/>
                <a:gd name="connsiteY368" fmla="*/ 251847 h 689379"/>
                <a:gd name="connsiteX369" fmla="*/ 24320 w 3024845"/>
                <a:gd name="connsiteY369" fmla="*/ 244281 h 689379"/>
                <a:gd name="connsiteX370" fmla="*/ 26094 w 3024845"/>
                <a:gd name="connsiteY370" fmla="*/ 244551 h 689379"/>
                <a:gd name="connsiteX371" fmla="*/ 38507 w 3024845"/>
                <a:gd name="connsiteY371" fmla="*/ 246442 h 689379"/>
                <a:gd name="connsiteX372" fmla="*/ 39014 w 3024845"/>
                <a:gd name="connsiteY372" fmla="*/ 247794 h 689379"/>
                <a:gd name="connsiteX373" fmla="*/ 42560 w 3024845"/>
                <a:gd name="connsiteY373" fmla="*/ 257251 h 689379"/>
                <a:gd name="connsiteX374" fmla="*/ 68907 w 3024845"/>
                <a:gd name="connsiteY374" fmla="*/ 259413 h 689379"/>
                <a:gd name="connsiteX375" fmla="*/ 68907 w 3024845"/>
                <a:gd name="connsiteY375" fmla="*/ 136192 h 689379"/>
                <a:gd name="connsiteX376" fmla="*/ 70934 w 3024845"/>
                <a:gd name="connsiteY376" fmla="*/ 136192 h 689379"/>
                <a:gd name="connsiteX377" fmla="*/ 85121 w 3024845"/>
                <a:gd name="connsiteY377" fmla="*/ 136192 h 689379"/>
                <a:gd name="connsiteX378" fmla="*/ 85121 w 3024845"/>
                <a:gd name="connsiteY378" fmla="*/ 0 h 689379"/>
                <a:gd name="connsiteX379" fmla="*/ 86894 w 3024845"/>
                <a:gd name="connsiteY379" fmla="*/ 0 h 689379"/>
                <a:gd name="connsiteX380" fmla="*/ 99308 w 3024845"/>
                <a:gd name="connsiteY380" fmla="*/ 0 h 689379"/>
                <a:gd name="connsiteX0" fmla="*/ 99308 w 2961438"/>
                <a:gd name="connsiteY0" fmla="*/ 0 h 689379"/>
                <a:gd name="connsiteX1" fmla="*/ 220909 w 2961438"/>
                <a:gd name="connsiteY1" fmla="*/ 0 h 689379"/>
                <a:gd name="connsiteX2" fmla="*/ 223189 w 2961438"/>
                <a:gd name="connsiteY2" fmla="*/ 0 h 689379"/>
                <a:gd name="connsiteX3" fmla="*/ 239150 w 2961438"/>
                <a:gd name="connsiteY3" fmla="*/ 0 h 689379"/>
                <a:gd name="connsiteX4" fmla="*/ 239150 w 2961438"/>
                <a:gd name="connsiteY4" fmla="*/ 140515 h 689379"/>
                <a:gd name="connsiteX5" fmla="*/ 240670 w 2961438"/>
                <a:gd name="connsiteY5" fmla="*/ 140245 h 689379"/>
                <a:gd name="connsiteX6" fmla="*/ 251310 w 2961438"/>
                <a:gd name="connsiteY6" fmla="*/ 138354 h 689379"/>
                <a:gd name="connsiteX7" fmla="*/ 249283 w 2961438"/>
                <a:gd name="connsiteY7" fmla="*/ 226986 h 689379"/>
                <a:gd name="connsiteX8" fmla="*/ 250803 w 2961438"/>
                <a:gd name="connsiteY8" fmla="*/ 227257 h 689379"/>
                <a:gd name="connsiteX9" fmla="*/ 261443 w 2961438"/>
                <a:gd name="connsiteY9" fmla="*/ 229148 h 689379"/>
                <a:gd name="connsiteX10" fmla="*/ 261696 w 2961438"/>
                <a:gd name="connsiteY10" fmla="*/ 229959 h 689379"/>
                <a:gd name="connsiteX11" fmla="*/ 263470 w 2961438"/>
                <a:gd name="connsiteY11" fmla="*/ 235634 h 689379"/>
                <a:gd name="connsiteX12" fmla="*/ 264230 w 2961438"/>
                <a:gd name="connsiteY12" fmla="*/ 233202 h 689379"/>
                <a:gd name="connsiteX13" fmla="*/ 269550 w 2961438"/>
                <a:gd name="connsiteY13" fmla="*/ 216178 h 689379"/>
                <a:gd name="connsiteX14" fmla="*/ 271323 w 2961438"/>
                <a:gd name="connsiteY14" fmla="*/ 216178 h 689379"/>
                <a:gd name="connsiteX15" fmla="*/ 283737 w 2961438"/>
                <a:gd name="connsiteY15" fmla="*/ 216178 h 689379"/>
                <a:gd name="connsiteX16" fmla="*/ 283737 w 2961438"/>
                <a:gd name="connsiteY16" fmla="*/ 248604 h 689379"/>
                <a:gd name="connsiteX17" fmla="*/ 284750 w 2961438"/>
                <a:gd name="connsiteY17" fmla="*/ 249145 h 689379"/>
                <a:gd name="connsiteX18" fmla="*/ 291844 w 2961438"/>
                <a:gd name="connsiteY18" fmla="*/ 252928 h 689379"/>
                <a:gd name="connsiteX19" fmla="*/ 291844 w 2961438"/>
                <a:gd name="connsiteY19" fmla="*/ 254279 h 689379"/>
                <a:gd name="connsiteX20" fmla="*/ 291844 w 2961438"/>
                <a:gd name="connsiteY20" fmla="*/ 263737 h 689379"/>
                <a:gd name="connsiteX21" fmla="*/ 336431 w 2961438"/>
                <a:gd name="connsiteY21" fmla="*/ 263737 h 689379"/>
                <a:gd name="connsiteX22" fmla="*/ 336431 w 2961438"/>
                <a:gd name="connsiteY22" fmla="*/ 264818 h 689379"/>
                <a:gd name="connsiteX23" fmla="*/ 336431 w 2961438"/>
                <a:gd name="connsiteY23" fmla="*/ 272384 h 689379"/>
                <a:gd name="connsiteX24" fmla="*/ 338457 w 2961438"/>
                <a:gd name="connsiteY24" fmla="*/ 272384 h 689379"/>
                <a:gd name="connsiteX25" fmla="*/ 352644 w 2961438"/>
                <a:gd name="connsiteY25" fmla="*/ 272384 h 689379"/>
                <a:gd name="connsiteX26" fmla="*/ 352644 w 2961438"/>
                <a:gd name="connsiteY26" fmla="*/ 242119 h 689379"/>
                <a:gd name="connsiteX27" fmla="*/ 397231 w 2961438"/>
                <a:gd name="connsiteY27" fmla="*/ 242119 h 689379"/>
                <a:gd name="connsiteX28" fmla="*/ 397231 w 2961438"/>
                <a:gd name="connsiteY28" fmla="*/ 240768 h 689379"/>
                <a:gd name="connsiteX29" fmla="*/ 397231 w 2961438"/>
                <a:gd name="connsiteY29" fmla="*/ 231310 h 689379"/>
                <a:gd name="connsiteX30" fmla="*/ 398245 w 2961438"/>
                <a:gd name="connsiteY30" fmla="*/ 231310 h 689379"/>
                <a:gd name="connsiteX31" fmla="*/ 405338 w 2961438"/>
                <a:gd name="connsiteY31" fmla="*/ 231310 h 689379"/>
                <a:gd name="connsiteX32" fmla="*/ 405338 w 2961438"/>
                <a:gd name="connsiteY32" fmla="*/ 229419 h 689379"/>
                <a:gd name="connsiteX33" fmla="*/ 405338 w 2961438"/>
                <a:gd name="connsiteY33" fmla="*/ 216178 h 689379"/>
                <a:gd name="connsiteX34" fmla="*/ 406098 w 2961438"/>
                <a:gd name="connsiteY34" fmla="*/ 216178 h 689379"/>
                <a:gd name="connsiteX35" fmla="*/ 411418 w 2961438"/>
                <a:gd name="connsiteY35" fmla="*/ 216178 h 689379"/>
                <a:gd name="connsiteX36" fmla="*/ 411418 w 2961438"/>
                <a:gd name="connsiteY36" fmla="*/ 215097 h 689379"/>
                <a:gd name="connsiteX37" fmla="*/ 411418 w 2961438"/>
                <a:gd name="connsiteY37" fmla="*/ 207530 h 689379"/>
                <a:gd name="connsiteX38" fmla="*/ 413445 w 2961438"/>
                <a:gd name="connsiteY38" fmla="*/ 207530 h 689379"/>
                <a:gd name="connsiteX39" fmla="*/ 427632 w 2961438"/>
                <a:gd name="connsiteY39" fmla="*/ 207530 h 689379"/>
                <a:gd name="connsiteX40" fmla="*/ 427632 w 2961438"/>
                <a:gd name="connsiteY40" fmla="*/ 208611 h 689379"/>
                <a:gd name="connsiteX41" fmla="*/ 427632 w 2961438"/>
                <a:gd name="connsiteY41" fmla="*/ 216178 h 689379"/>
                <a:gd name="connsiteX42" fmla="*/ 449925 w 2961438"/>
                <a:gd name="connsiteY42" fmla="*/ 216178 h 689379"/>
                <a:gd name="connsiteX43" fmla="*/ 449925 w 2961438"/>
                <a:gd name="connsiteY43" fmla="*/ 214286 h 689379"/>
                <a:gd name="connsiteX44" fmla="*/ 449925 w 2961438"/>
                <a:gd name="connsiteY44" fmla="*/ 201045 h 689379"/>
                <a:gd name="connsiteX45" fmla="*/ 451699 w 2961438"/>
                <a:gd name="connsiteY45" fmla="*/ 201045 h 689379"/>
                <a:gd name="connsiteX46" fmla="*/ 464112 w 2961438"/>
                <a:gd name="connsiteY46" fmla="*/ 201045 h 689379"/>
                <a:gd name="connsiteX47" fmla="*/ 464112 w 2961438"/>
                <a:gd name="connsiteY47" fmla="*/ 224825 h 689379"/>
                <a:gd name="connsiteX48" fmla="*/ 465126 w 2961438"/>
                <a:gd name="connsiteY48" fmla="*/ 224825 h 689379"/>
                <a:gd name="connsiteX49" fmla="*/ 472219 w 2961438"/>
                <a:gd name="connsiteY49" fmla="*/ 224825 h 689379"/>
                <a:gd name="connsiteX50" fmla="*/ 472219 w 2961438"/>
                <a:gd name="connsiteY50" fmla="*/ 223744 h 689379"/>
                <a:gd name="connsiteX51" fmla="*/ 472219 w 2961438"/>
                <a:gd name="connsiteY51" fmla="*/ 216178 h 689379"/>
                <a:gd name="connsiteX52" fmla="*/ 473992 w 2961438"/>
                <a:gd name="connsiteY52" fmla="*/ 216178 h 689379"/>
                <a:gd name="connsiteX53" fmla="*/ 486406 w 2961438"/>
                <a:gd name="connsiteY53" fmla="*/ 216178 h 689379"/>
                <a:gd name="connsiteX54" fmla="*/ 486406 w 2961438"/>
                <a:gd name="connsiteY54" fmla="*/ 242119 h 689379"/>
                <a:gd name="connsiteX55" fmla="*/ 488433 w 2961438"/>
                <a:gd name="connsiteY55" fmla="*/ 242119 h 689379"/>
                <a:gd name="connsiteX56" fmla="*/ 502619 w 2961438"/>
                <a:gd name="connsiteY56" fmla="*/ 242119 h 689379"/>
                <a:gd name="connsiteX57" fmla="*/ 502619 w 2961438"/>
                <a:gd name="connsiteY57" fmla="*/ 243740 h 689379"/>
                <a:gd name="connsiteX58" fmla="*/ 502619 w 2961438"/>
                <a:gd name="connsiteY58" fmla="*/ 255090 h 689379"/>
                <a:gd name="connsiteX59" fmla="*/ 503379 w 2961438"/>
                <a:gd name="connsiteY59" fmla="*/ 255090 h 689379"/>
                <a:gd name="connsiteX60" fmla="*/ 508700 w 2961438"/>
                <a:gd name="connsiteY60" fmla="*/ 255090 h 689379"/>
                <a:gd name="connsiteX61" fmla="*/ 508700 w 2961438"/>
                <a:gd name="connsiteY61" fmla="*/ 254279 h 689379"/>
                <a:gd name="connsiteX62" fmla="*/ 508700 w 2961438"/>
                <a:gd name="connsiteY62" fmla="*/ 248604 h 689379"/>
                <a:gd name="connsiteX63" fmla="*/ 539100 w 2961438"/>
                <a:gd name="connsiteY63" fmla="*/ 248604 h 689379"/>
                <a:gd name="connsiteX64" fmla="*/ 539100 w 2961438"/>
                <a:gd name="connsiteY64" fmla="*/ 272384 h 689379"/>
                <a:gd name="connsiteX65" fmla="*/ 540113 w 2961438"/>
                <a:gd name="connsiteY65" fmla="*/ 272384 h 689379"/>
                <a:gd name="connsiteX66" fmla="*/ 547207 w 2961438"/>
                <a:gd name="connsiteY66" fmla="*/ 272384 h 689379"/>
                <a:gd name="connsiteX67" fmla="*/ 547207 w 2961438"/>
                <a:gd name="connsiteY67" fmla="*/ 273465 h 689379"/>
                <a:gd name="connsiteX68" fmla="*/ 547207 w 2961438"/>
                <a:gd name="connsiteY68" fmla="*/ 281031 h 689379"/>
                <a:gd name="connsiteX69" fmla="*/ 547967 w 2961438"/>
                <a:gd name="connsiteY69" fmla="*/ 281031 h 689379"/>
                <a:gd name="connsiteX70" fmla="*/ 553287 w 2961438"/>
                <a:gd name="connsiteY70" fmla="*/ 281031 h 689379"/>
                <a:gd name="connsiteX71" fmla="*/ 553287 w 2961438"/>
                <a:gd name="connsiteY71" fmla="*/ 278869 h 689379"/>
                <a:gd name="connsiteX72" fmla="*/ 553287 w 2961438"/>
                <a:gd name="connsiteY72" fmla="*/ 263737 h 689379"/>
                <a:gd name="connsiteX73" fmla="*/ 554300 w 2961438"/>
                <a:gd name="connsiteY73" fmla="*/ 263737 h 689379"/>
                <a:gd name="connsiteX74" fmla="*/ 561394 w 2961438"/>
                <a:gd name="connsiteY74" fmla="*/ 263737 h 689379"/>
                <a:gd name="connsiteX75" fmla="*/ 561394 w 2961438"/>
                <a:gd name="connsiteY75" fmla="*/ 264818 h 689379"/>
                <a:gd name="connsiteX76" fmla="*/ 561394 w 2961438"/>
                <a:gd name="connsiteY76" fmla="*/ 272384 h 689379"/>
                <a:gd name="connsiteX77" fmla="*/ 566714 w 2961438"/>
                <a:gd name="connsiteY77" fmla="*/ 270391 h 689379"/>
                <a:gd name="connsiteX78" fmla="*/ 567474 w 2961438"/>
                <a:gd name="connsiteY78" fmla="*/ 269411 h 689379"/>
                <a:gd name="connsiteX79" fmla="*/ 567474 w 2961438"/>
                <a:gd name="connsiteY79" fmla="*/ 263737 h 689379"/>
                <a:gd name="connsiteX80" fmla="*/ 605981 w 2961438"/>
                <a:gd name="connsiteY80" fmla="*/ 263737 h 689379"/>
                <a:gd name="connsiteX81" fmla="*/ 605981 w 2961438"/>
                <a:gd name="connsiteY81" fmla="*/ 287516 h 689379"/>
                <a:gd name="connsiteX82" fmla="*/ 608007 w 2961438"/>
                <a:gd name="connsiteY82" fmla="*/ 287516 h 689379"/>
                <a:gd name="connsiteX83" fmla="*/ 622194 w 2961438"/>
                <a:gd name="connsiteY83" fmla="*/ 287516 h 689379"/>
                <a:gd name="connsiteX84" fmla="*/ 622194 w 2961438"/>
                <a:gd name="connsiteY84" fmla="*/ 288597 h 689379"/>
                <a:gd name="connsiteX85" fmla="*/ 622194 w 2961438"/>
                <a:gd name="connsiteY85" fmla="*/ 296163 h 689379"/>
                <a:gd name="connsiteX86" fmla="*/ 623968 w 2961438"/>
                <a:gd name="connsiteY86" fmla="*/ 296163 h 689379"/>
                <a:gd name="connsiteX87" fmla="*/ 636381 w 2961438"/>
                <a:gd name="connsiteY87" fmla="*/ 296163 h 689379"/>
                <a:gd name="connsiteX88" fmla="*/ 636381 w 2961438"/>
                <a:gd name="connsiteY88" fmla="*/ 272384 h 689379"/>
                <a:gd name="connsiteX89" fmla="*/ 637394 w 2961438"/>
                <a:gd name="connsiteY89" fmla="*/ 272384 h 689379"/>
                <a:gd name="connsiteX90" fmla="*/ 644488 w 2961438"/>
                <a:gd name="connsiteY90" fmla="*/ 272384 h 689379"/>
                <a:gd name="connsiteX91" fmla="*/ 644488 w 2961438"/>
                <a:gd name="connsiteY91" fmla="*/ 239957 h 689379"/>
                <a:gd name="connsiteX92" fmla="*/ 645501 w 2961438"/>
                <a:gd name="connsiteY92" fmla="*/ 239957 h 689379"/>
                <a:gd name="connsiteX93" fmla="*/ 652595 w 2961438"/>
                <a:gd name="connsiteY93" fmla="*/ 239957 h 689379"/>
                <a:gd name="connsiteX94" fmla="*/ 652595 w 2961438"/>
                <a:gd name="connsiteY94" fmla="*/ 238066 h 689379"/>
                <a:gd name="connsiteX95" fmla="*/ 652595 w 2961438"/>
                <a:gd name="connsiteY95" fmla="*/ 224825 h 689379"/>
                <a:gd name="connsiteX96" fmla="*/ 651328 w 2961438"/>
                <a:gd name="connsiteY96" fmla="*/ 223203 h 689379"/>
                <a:gd name="connsiteX97" fmla="*/ 656648 w 2961438"/>
                <a:gd name="connsiteY97" fmla="*/ 211854 h 689379"/>
                <a:gd name="connsiteX98" fmla="*/ 664755 w 2961438"/>
                <a:gd name="connsiteY98" fmla="*/ 239957 h 689379"/>
                <a:gd name="connsiteX99" fmla="*/ 665515 w 2961438"/>
                <a:gd name="connsiteY99" fmla="*/ 239957 h 689379"/>
                <a:gd name="connsiteX100" fmla="*/ 670835 w 2961438"/>
                <a:gd name="connsiteY100" fmla="*/ 239957 h 689379"/>
                <a:gd name="connsiteX101" fmla="*/ 670835 w 2961438"/>
                <a:gd name="connsiteY101" fmla="*/ 134030 h 689379"/>
                <a:gd name="connsiteX102" fmla="*/ 672355 w 2961438"/>
                <a:gd name="connsiteY102" fmla="*/ 134030 h 689379"/>
                <a:gd name="connsiteX103" fmla="*/ 682995 w 2961438"/>
                <a:gd name="connsiteY103" fmla="*/ 134030 h 689379"/>
                <a:gd name="connsiteX104" fmla="*/ 682995 w 2961438"/>
                <a:gd name="connsiteY104" fmla="*/ 86471 h 689379"/>
                <a:gd name="connsiteX105" fmla="*/ 709342 w 2961438"/>
                <a:gd name="connsiteY105" fmla="*/ 86471 h 689379"/>
                <a:gd name="connsiteX106" fmla="*/ 709342 w 2961438"/>
                <a:gd name="connsiteY106" fmla="*/ 64853 h 689379"/>
                <a:gd name="connsiteX107" fmla="*/ 743796 w 2961438"/>
                <a:gd name="connsiteY107" fmla="*/ 64853 h 689379"/>
                <a:gd name="connsiteX108" fmla="*/ 743796 w 2961438"/>
                <a:gd name="connsiteY108" fmla="*/ 67285 h 689379"/>
                <a:gd name="connsiteX109" fmla="*/ 743796 w 2961438"/>
                <a:gd name="connsiteY109" fmla="*/ 84309 h 689379"/>
                <a:gd name="connsiteX110" fmla="*/ 746076 w 2961438"/>
                <a:gd name="connsiteY110" fmla="*/ 84309 h 689379"/>
                <a:gd name="connsiteX111" fmla="*/ 762036 w 2961438"/>
                <a:gd name="connsiteY111" fmla="*/ 84309 h 689379"/>
                <a:gd name="connsiteX112" fmla="*/ 762036 w 2961438"/>
                <a:gd name="connsiteY112" fmla="*/ 131868 h 689379"/>
                <a:gd name="connsiteX113" fmla="*/ 763049 w 2961438"/>
                <a:gd name="connsiteY113" fmla="*/ 131868 h 689379"/>
                <a:gd name="connsiteX114" fmla="*/ 770143 w 2961438"/>
                <a:gd name="connsiteY114" fmla="*/ 131868 h 689379"/>
                <a:gd name="connsiteX115" fmla="*/ 784330 w 2961438"/>
                <a:gd name="connsiteY115" fmla="*/ 136192 h 689379"/>
                <a:gd name="connsiteX116" fmla="*/ 784330 w 2961438"/>
                <a:gd name="connsiteY116" fmla="*/ 175104 h 689379"/>
                <a:gd name="connsiteX117" fmla="*/ 785343 w 2961438"/>
                <a:gd name="connsiteY117" fmla="*/ 175104 h 689379"/>
                <a:gd name="connsiteX118" fmla="*/ 792436 w 2961438"/>
                <a:gd name="connsiteY118" fmla="*/ 175104 h 689379"/>
                <a:gd name="connsiteX119" fmla="*/ 792436 w 2961438"/>
                <a:gd name="connsiteY119" fmla="*/ 176725 h 689379"/>
                <a:gd name="connsiteX120" fmla="*/ 792436 w 2961438"/>
                <a:gd name="connsiteY120" fmla="*/ 188074 h 689379"/>
                <a:gd name="connsiteX121" fmla="*/ 794463 w 2961438"/>
                <a:gd name="connsiteY121" fmla="*/ 188074 h 689379"/>
                <a:gd name="connsiteX122" fmla="*/ 808650 w 2961438"/>
                <a:gd name="connsiteY122" fmla="*/ 188074 h 689379"/>
                <a:gd name="connsiteX123" fmla="*/ 814730 w 2961438"/>
                <a:gd name="connsiteY123" fmla="*/ 194560 h 689379"/>
                <a:gd name="connsiteX124" fmla="*/ 814730 w 2961438"/>
                <a:gd name="connsiteY124" fmla="*/ 216178 h 689379"/>
                <a:gd name="connsiteX125" fmla="*/ 817010 w 2961438"/>
                <a:gd name="connsiteY125" fmla="*/ 216178 h 689379"/>
                <a:gd name="connsiteX126" fmla="*/ 832970 w 2961438"/>
                <a:gd name="connsiteY126" fmla="*/ 216178 h 689379"/>
                <a:gd name="connsiteX127" fmla="*/ 832970 w 2961438"/>
                <a:gd name="connsiteY127" fmla="*/ 217258 h 689379"/>
                <a:gd name="connsiteX128" fmla="*/ 832970 w 2961438"/>
                <a:gd name="connsiteY128" fmla="*/ 224825 h 689379"/>
                <a:gd name="connsiteX129" fmla="*/ 834237 w 2961438"/>
                <a:gd name="connsiteY129" fmla="*/ 224825 h 689379"/>
                <a:gd name="connsiteX130" fmla="*/ 843104 w 2961438"/>
                <a:gd name="connsiteY130" fmla="*/ 224825 h 689379"/>
                <a:gd name="connsiteX131" fmla="*/ 843104 w 2961438"/>
                <a:gd name="connsiteY131" fmla="*/ 226986 h 689379"/>
                <a:gd name="connsiteX132" fmla="*/ 843104 w 2961438"/>
                <a:gd name="connsiteY132" fmla="*/ 242119 h 689379"/>
                <a:gd name="connsiteX133" fmla="*/ 847157 w 2961438"/>
                <a:gd name="connsiteY133" fmla="*/ 240227 h 689379"/>
                <a:gd name="connsiteX134" fmla="*/ 847157 w 2961438"/>
                <a:gd name="connsiteY134" fmla="*/ 226986 h 689379"/>
                <a:gd name="connsiteX135" fmla="*/ 848170 w 2961438"/>
                <a:gd name="connsiteY135" fmla="*/ 226986 h 689379"/>
                <a:gd name="connsiteX136" fmla="*/ 855264 w 2961438"/>
                <a:gd name="connsiteY136" fmla="*/ 226986 h 689379"/>
                <a:gd name="connsiteX137" fmla="*/ 855264 w 2961438"/>
                <a:gd name="connsiteY137" fmla="*/ 228608 h 689379"/>
                <a:gd name="connsiteX138" fmla="*/ 855264 w 2961438"/>
                <a:gd name="connsiteY138" fmla="*/ 239957 h 689379"/>
                <a:gd name="connsiteX139" fmla="*/ 856024 w 2961438"/>
                <a:gd name="connsiteY139" fmla="*/ 239957 h 689379"/>
                <a:gd name="connsiteX140" fmla="*/ 861344 w 2961438"/>
                <a:gd name="connsiteY140" fmla="*/ 239957 h 689379"/>
                <a:gd name="connsiteX141" fmla="*/ 909984 w 2961438"/>
                <a:gd name="connsiteY141" fmla="*/ 235634 h 689379"/>
                <a:gd name="connsiteX142" fmla="*/ 909984 w 2961438"/>
                <a:gd name="connsiteY142" fmla="*/ 236985 h 689379"/>
                <a:gd name="connsiteX143" fmla="*/ 909984 w 2961438"/>
                <a:gd name="connsiteY143" fmla="*/ 246442 h 689379"/>
                <a:gd name="connsiteX144" fmla="*/ 910744 w 2961438"/>
                <a:gd name="connsiteY144" fmla="*/ 246442 h 689379"/>
                <a:gd name="connsiteX145" fmla="*/ 916065 w 2961438"/>
                <a:gd name="connsiteY145" fmla="*/ 246442 h 689379"/>
                <a:gd name="connsiteX146" fmla="*/ 916065 w 2961438"/>
                <a:gd name="connsiteY146" fmla="*/ 248604 h 689379"/>
                <a:gd name="connsiteX147" fmla="*/ 916065 w 2961438"/>
                <a:gd name="connsiteY147" fmla="*/ 263737 h 689379"/>
                <a:gd name="connsiteX148" fmla="*/ 918091 w 2961438"/>
                <a:gd name="connsiteY148" fmla="*/ 262386 h 689379"/>
                <a:gd name="connsiteX149" fmla="*/ 932278 w 2961438"/>
                <a:gd name="connsiteY149" fmla="*/ 252928 h 689379"/>
                <a:gd name="connsiteX150" fmla="*/ 938358 w 2961438"/>
                <a:gd name="connsiteY150" fmla="*/ 211854 h 689379"/>
                <a:gd name="connsiteX151" fmla="*/ 939118 w 2961438"/>
                <a:gd name="connsiteY151" fmla="*/ 211584 h 689379"/>
                <a:gd name="connsiteX152" fmla="*/ 944438 w 2961438"/>
                <a:gd name="connsiteY152" fmla="*/ 209692 h 689379"/>
                <a:gd name="connsiteX153" fmla="*/ 946465 w 2961438"/>
                <a:gd name="connsiteY153" fmla="*/ 140515 h 689379"/>
                <a:gd name="connsiteX154" fmla="*/ 948492 w 2961438"/>
                <a:gd name="connsiteY154" fmla="*/ 209692 h 689379"/>
                <a:gd name="connsiteX155" fmla="*/ 949252 w 2961438"/>
                <a:gd name="connsiteY155" fmla="*/ 209962 h 689379"/>
                <a:gd name="connsiteX156" fmla="*/ 954572 w 2961438"/>
                <a:gd name="connsiteY156" fmla="*/ 211854 h 689379"/>
                <a:gd name="connsiteX157" fmla="*/ 954572 w 2961438"/>
                <a:gd name="connsiteY157" fmla="*/ 125383 h 689379"/>
                <a:gd name="connsiteX158" fmla="*/ 958625 w 2961438"/>
                <a:gd name="connsiteY158" fmla="*/ 92956 h 689379"/>
                <a:gd name="connsiteX159" fmla="*/ 997132 w 2961438"/>
                <a:gd name="connsiteY159" fmla="*/ 92956 h 689379"/>
                <a:gd name="connsiteX160" fmla="*/ 997132 w 2961438"/>
                <a:gd name="connsiteY160" fmla="*/ 125383 h 689379"/>
                <a:gd name="connsiteX161" fmla="*/ 997892 w 2961438"/>
                <a:gd name="connsiteY161" fmla="*/ 125383 h 689379"/>
                <a:gd name="connsiteX162" fmla="*/ 1003212 w 2961438"/>
                <a:gd name="connsiteY162" fmla="*/ 125383 h 689379"/>
                <a:gd name="connsiteX163" fmla="*/ 1003212 w 2961438"/>
                <a:gd name="connsiteY163" fmla="*/ 43235 h 689379"/>
                <a:gd name="connsiteX164" fmla="*/ 1004986 w 2961438"/>
                <a:gd name="connsiteY164" fmla="*/ 43235 h 689379"/>
                <a:gd name="connsiteX165" fmla="*/ 1017399 w 2961438"/>
                <a:gd name="connsiteY165" fmla="*/ 43235 h 689379"/>
                <a:gd name="connsiteX166" fmla="*/ 1017399 w 2961438"/>
                <a:gd name="connsiteY166" fmla="*/ 41344 h 689379"/>
                <a:gd name="connsiteX167" fmla="*/ 1017399 w 2961438"/>
                <a:gd name="connsiteY167" fmla="*/ 28103 h 689379"/>
                <a:gd name="connsiteX168" fmla="*/ 1039693 w 2961438"/>
                <a:gd name="connsiteY168" fmla="*/ 28103 h 689379"/>
                <a:gd name="connsiteX169" fmla="*/ 1039693 w 2961438"/>
                <a:gd name="connsiteY169" fmla="*/ 27022 h 689379"/>
                <a:gd name="connsiteX170" fmla="*/ 1039693 w 2961438"/>
                <a:gd name="connsiteY170" fmla="*/ 19456 h 689379"/>
                <a:gd name="connsiteX171" fmla="*/ 1041466 w 2961438"/>
                <a:gd name="connsiteY171" fmla="*/ 19456 h 689379"/>
                <a:gd name="connsiteX172" fmla="*/ 1053880 w 2961438"/>
                <a:gd name="connsiteY172" fmla="*/ 19456 h 689379"/>
                <a:gd name="connsiteX173" fmla="*/ 1053880 w 2961438"/>
                <a:gd name="connsiteY173" fmla="*/ 20537 h 689379"/>
                <a:gd name="connsiteX174" fmla="*/ 1053880 w 2961438"/>
                <a:gd name="connsiteY174" fmla="*/ 28103 h 689379"/>
                <a:gd name="connsiteX175" fmla="*/ 1054640 w 2961438"/>
                <a:gd name="connsiteY175" fmla="*/ 28103 h 689379"/>
                <a:gd name="connsiteX176" fmla="*/ 1059960 w 2961438"/>
                <a:gd name="connsiteY176" fmla="*/ 28103 h 689379"/>
                <a:gd name="connsiteX177" fmla="*/ 1070093 w 2961438"/>
                <a:gd name="connsiteY177" fmla="*/ 23779 h 689379"/>
                <a:gd name="connsiteX178" fmla="*/ 1074146 w 2961438"/>
                <a:gd name="connsiteY178" fmla="*/ 27022 h 689379"/>
                <a:gd name="connsiteX179" fmla="*/ 1074146 w 2961438"/>
                <a:gd name="connsiteY179" fmla="*/ 19456 h 689379"/>
                <a:gd name="connsiteX180" fmla="*/ 1076426 w 2961438"/>
                <a:gd name="connsiteY180" fmla="*/ 19456 h 689379"/>
                <a:gd name="connsiteX181" fmla="*/ 1092387 w 2961438"/>
                <a:gd name="connsiteY181" fmla="*/ 19456 h 689379"/>
                <a:gd name="connsiteX182" fmla="*/ 1092387 w 2961438"/>
                <a:gd name="connsiteY182" fmla="*/ 20537 h 689379"/>
                <a:gd name="connsiteX183" fmla="*/ 1092387 w 2961438"/>
                <a:gd name="connsiteY183" fmla="*/ 28103 h 689379"/>
                <a:gd name="connsiteX184" fmla="*/ 1122787 w 2961438"/>
                <a:gd name="connsiteY184" fmla="*/ 28103 h 689379"/>
                <a:gd name="connsiteX185" fmla="*/ 1122787 w 2961438"/>
                <a:gd name="connsiteY185" fmla="*/ 29724 h 689379"/>
                <a:gd name="connsiteX186" fmla="*/ 1122787 w 2961438"/>
                <a:gd name="connsiteY186" fmla="*/ 41074 h 689379"/>
                <a:gd name="connsiteX187" fmla="*/ 1149134 w 2961438"/>
                <a:gd name="connsiteY187" fmla="*/ 41074 h 689379"/>
                <a:gd name="connsiteX188" fmla="*/ 1149134 w 2961438"/>
                <a:gd name="connsiteY188" fmla="*/ 71338 h 689379"/>
                <a:gd name="connsiteX189" fmla="*/ 1149894 w 2961438"/>
                <a:gd name="connsiteY189" fmla="*/ 71338 h 689379"/>
                <a:gd name="connsiteX190" fmla="*/ 1155214 w 2961438"/>
                <a:gd name="connsiteY190" fmla="*/ 71338 h 689379"/>
                <a:gd name="connsiteX191" fmla="*/ 1155214 w 2961438"/>
                <a:gd name="connsiteY191" fmla="*/ 72419 h 689379"/>
                <a:gd name="connsiteX192" fmla="*/ 1155214 w 2961438"/>
                <a:gd name="connsiteY192" fmla="*/ 79986 h 689379"/>
                <a:gd name="connsiteX193" fmla="*/ 1159268 w 2961438"/>
                <a:gd name="connsiteY193" fmla="*/ 110250 h 689379"/>
                <a:gd name="connsiteX194" fmla="*/ 1160028 w 2961438"/>
                <a:gd name="connsiteY194" fmla="*/ 110250 h 689379"/>
                <a:gd name="connsiteX195" fmla="*/ 1165348 w 2961438"/>
                <a:gd name="connsiteY195" fmla="*/ 110250 h 689379"/>
                <a:gd name="connsiteX196" fmla="*/ 1165348 w 2961438"/>
                <a:gd name="connsiteY196" fmla="*/ 111061 h 689379"/>
                <a:gd name="connsiteX197" fmla="*/ 1165348 w 2961438"/>
                <a:gd name="connsiteY197" fmla="*/ 116736 h 689379"/>
                <a:gd name="connsiteX198" fmla="*/ 1166361 w 2961438"/>
                <a:gd name="connsiteY198" fmla="*/ 116736 h 689379"/>
                <a:gd name="connsiteX199" fmla="*/ 1173454 w 2961438"/>
                <a:gd name="connsiteY199" fmla="*/ 116736 h 689379"/>
                <a:gd name="connsiteX200" fmla="*/ 1173454 w 2961438"/>
                <a:gd name="connsiteY200" fmla="*/ 147001 h 689379"/>
                <a:gd name="connsiteX201" fmla="*/ 1175481 w 2961438"/>
                <a:gd name="connsiteY201" fmla="*/ 147001 h 689379"/>
                <a:gd name="connsiteX202" fmla="*/ 1189668 w 2961438"/>
                <a:gd name="connsiteY202" fmla="*/ 147001 h 689379"/>
                <a:gd name="connsiteX203" fmla="*/ 1189668 w 2961438"/>
                <a:gd name="connsiteY203" fmla="*/ 170780 h 689379"/>
                <a:gd name="connsiteX204" fmla="*/ 1191695 w 2961438"/>
                <a:gd name="connsiteY204" fmla="*/ 172401 h 689379"/>
                <a:gd name="connsiteX205" fmla="*/ 1191695 w 2961438"/>
                <a:gd name="connsiteY205" fmla="*/ 183751 h 689379"/>
                <a:gd name="connsiteX206" fmla="*/ 1192455 w 2961438"/>
                <a:gd name="connsiteY206" fmla="*/ 183751 h 689379"/>
                <a:gd name="connsiteX207" fmla="*/ 1197775 w 2961438"/>
                <a:gd name="connsiteY207" fmla="*/ 183751 h 689379"/>
                <a:gd name="connsiteX208" fmla="*/ 1197775 w 2961438"/>
                <a:gd name="connsiteY208" fmla="*/ 207530 h 689379"/>
                <a:gd name="connsiteX209" fmla="*/ 1199041 w 2961438"/>
                <a:gd name="connsiteY209" fmla="*/ 207530 h 689379"/>
                <a:gd name="connsiteX210" fmla="*/ 1207908 w 2961438"/>
                <a:gd name="connsiteY210" fmla="*/ 207530 h 689379"/>
                <a:gd name="connsiteX211" fmla="*/ 1209935 w 2961438"/>
                <a:gd name="connsiteY211" fmla="*/ 211584 h 689379"/>
                <a:gd name="connsiteX212" fmla="*/ 1209935 w 2961438"/>
                <a:gd name="connsiteY212" fmla="*/ 224825 h 689379"/>
                <a:gd name="connsiteX213" fmla="*/ 1211455 w 2961438"/>
                <a:gd name="connsiteY213" fmla="*/ 222933 h 689379"/>
                <a:gd name="connsiteX214" fmla="*/ 1222095 w 2961438"/>
                <a:gd name="connsiteY214" fmla="*/ 209692 h 689379"/>
                <a:gd name="connsiteX215" fmla="*/ 1250469 w 2961438"/>
                <a:gd name="connsiteY215" fmla="*/ 209692 h 689379"/>
                <a:gd name="connsiteX216" fmla="*/ 1250469 w 2961438"/>
                <a:gd name="connsiteY216" fmla="*/ 296163 h 689379"/>
                <a:gd name="connsiteX217" fmla="*/ 1251229 w 2961438"/>
                <a:gd name="connsiteY217" fmla="*/ 296163 h 689379"/>
                <a:gd name="connsiteX218" fmla="*/ 1256549 w 2961438"/>
                <a:gd name="connsiteY218" fmla="*/ 296163 h 689379"/>
                <a:gd name="connsiteX219" fmla="*/ 1257309 w 2961438"/>
                <a:gd name="connsiteY219" fmla="*/ 294812 h 689379"/>
                <a:gd name="connsiteX220" fmla="*/ 1262629 w 2961438"/>
                <a:gd name="connsiteY220" fmla="*/ 285354 h 689379"/>
                <a:gd name="connsiteX221" fmla="*/ 1262629 w 2961438"/>
                <a:gd name="connsiteY221" fmla="*/ 287246 h 689379"/>
                <a:gd name="connsiteX222" fmla="*/ 1262629 w 2961438"/>
                <a:gd name="connsiteY222" fmla="*/ 300487 h 689379"/>
                <a:gd name="connsiteX223" fmla="*/ 1266682 w 2961438"/>
                <a:gd name="connsiteY223" fmla="*/ 255090 h 689379"/>
                <a:gd name="connsiteX224" fmla="*/ 1267442 w 2961438"/>
                <a:gd name="connsiteY224" fmla="*/ 255090 h 689379"/>
                <a:gd name="connsiteX225" fmla="*/ 1272762 w 2961438"/>
                <a:gd name="connsiteY225" fmla="*/ 255090 h 689379"/>
                <a:gd name="connsiteX226" fmla="*/ 1272762 w 2961438"/>
                <a:gd name="connsiteY226" fmla="*/ 190236 h 689379"/>
                <a:gd name="connsiteX227" fmla="*/ 1273776 w 2961438"/>
                <a:gd name="connsiteY227" fmla="*/ 190236 h 689379"/>
                <a:gd name="connsiteX228" fmla="*/ 1280869 w 2961438"/>
                <a:gd name="connsiteY228" fmla="*/ 190236 h 689379"/>
                <a:gd name="connsiteX229" fmla="*/ 1293029 w 2961438"/>
                <a:gd name="connsiteY229" fmla="*/ 147001 h 689379"/>
                <a:gd name="connsiteX230" fmla="*/ 1294296 w 2961438"/>
                <a:gd name="connsiteY230" fmla="*/ 147001 h 689379"/>
                <a:gd name="connsiteX231" fmla="*/ 1303163 w 2961438"/>
                <a:gd name="connsiteY231" fmla="*/ 147001 h 689379"/>
                <a:gd name="connsiteX232" fmla="*/ 1313296 w 2961438"/>
                <a:gd name="connsiteY232" fmla="*/ 190236 h 689379"/>
                <a:gd name="connsiteX233" fmla="*/ 1314309 w 2961438"/>
                <a:gd name="connsiteY233" fmla="*/ 190236 h 689379"/>
                <a:gd name="connsiteX234" fmla="*/ 1321403 w 2961438"/>
                <a:gd name="connsiteY234" fmla="*/ 190236 h 689379"/>
                <a:gd name="connsiteX235" fmla="*/ 1321403 w 2961438"/>
                <a:gd name="connsiteY235" fmla="*/ 229148 h 689379"/>
                <a:gd name="connsiteX236" fmla="*/ 1323176 w 2961438"/>
                <a:gd name="connsiteY236" fmla="*/ 229148 h 689379"/>
                <a:gd name="connsiteX237" fmla="*/ 1335590 w 2961438"/>
                <a:gd name="connsiteY237" fmla="*/ 229148 h 689379"/>
                <a:gd name="connsiteX238" fmla="*/ 1335590 w 2961438"/>
                <a:gd name="connsiteY238" fmla="*/ 231310 h 689379"/>
                <a:gd name="connsiteX239" fmla="*/ 1335590 w 2961438"/>
                <a:gd name="connsiteY239" fmla="*/ 246442 h 689379"/>
                <a:gd name="connsiteX240" fmla="*/ 1339643 w 2961438"/>
                <a:gd name="connsiteY240" fmla="*/ 244281 h 689379"/>
                <a:gd name="connsiteX241" fmla="*/ 1339643 w 2961438"/>
                <a:gd name="connsiteY241" fmla="*/ 229148 h 689379"/>
                <a:gd name="connsiteX242" fmla="*/ 1341163 w 2961438"/>
                <a:gd name="connsiteY242" fmla="*/ 229148 h 689379"/>
                <a:gd name="connsiteX243" fmla="*/ 1351803 w 2961438"/>
                <a:gd name="connsiteY243" fmla="*/ 229148 h 689379"/>
                <a:gd name="connsiteX244" fmla="*/ 1351803 w 2961438"/>
                <a:gd name="connsiteY244" fmla="*/ 230769 h 689379"/>
                <a:gd name="connsiteX245" fmla="*/ 1351803 w 2961438"/>
                <a:gd name="connsiteY245" fmla="*/ 242119 h 689379"/>
                <a:gd name="connsiteX246" fmla="*/ 1382204 w 2961438"/>
                <a:gd name="connsiteY246" fmla="*/ 242119 h 689379"/>
                <a:gd name="connsiteX247" fmla="*/ 1382204 w 2961438"/>
                <a:gd name="connsiteY247" fmla="*/ 205369 h 689379"/>
                <a:gd name="connsiteX248" fmla="*/ 1383470 w 2961438"/>
                <a:gd name="connsiteY248" fmla="*/ 205369 h 689379"/>
                <a:gd name="connsiteX249" fmla="*/ 1392337 w 2961438"/>
                <a:gd name="connsiteY249" fmla="*/ 205369 h 689379"/>
                <a:gd name="connsiteX250" fmla="*/ 1392337 w 2961438"/>
                <a:gd name="connsiteY250" fmla="*/ 226986 h 689379"/>
                <a:gd name="connsiteX251" fmla="*/ 1394364 w 2961438"/>
                <a:gd name="connsiteY251" fmla="*/ 194560 h 689379"/>
                <a:gd name="connsiteX252" fmla="*/ 1416657 w 2961438"/>
                <a:gd name="connsiteY252" fmla="*/ 194560 h 689379"/>
                <a:gd name="connsiteX253" fmla="*/ 1416657 w 2961438"/>
                <a:gd name="connsiteY253" fmla="*/ 192938 h 689379"/>
                <a:gd name="connsiteX254" fmla="*/ 1416657 w 2961438"/>
                <a:gd name="connsiteY254" fmla="*/ 181589 h 689379"/>
                <a:gd name="connsiteX255" fmla="*/ 1417417 w 2961438"/>
                <a:gd name="connsiteY255" fmla="*/ 181589 h 689379"/>
                <a:gd name="connsiteX256" fmla="*/ 1422737 w 2961438"/>
                <a:gd name="connsiteY256" fmla="*/ 181589 h 689379"/>
                <a:gd name="connsiteX257" fmla="*/ 1422737 w 2961438"/>
                <a:gd name="connsiteY257" fmla="*/ 179698 h 689379"/>
                <a:gd name="connsiteX258" fmla="*/ 1422737 w 2961438"/>
                <a:gd name="connsiteY258" fmla="*/ 166457 h 689379"/>
                <a:gd name="connsiteX259" fmla="*/ 1426791 w 2961438"/>
                <a:gd name="connsiteY259" fmla="*/ 172942 h 689379"/>
                <a:gd name="connsiteX260" fmla="*/ 1429071 w 2961438"/>
                <a:gd name="connsiteY260" fmla="*/ 172942 h 689379"/>
                <a:gd name="connsiteX261" fmla="*/ 1445031 w 2961438"/>
                <a:gd name="connsiteY261" fmla="*/ 172942 h 689379"/>
                <a:gd name="connsiteX262" fmla="*/ 1445031 w 2961438"/>
                <a:gd name="connsiteY262" fmla="*/ 172131 h 689379"/>
                <a:gd name="connsiteX263" fmla="*/ 1445031 w 2961438"/>
                <a:gd name="connsiteY263" fmla="*/ 166457 h 689379"/>
                <a:gd name="connsiteX264" fmla="*/ 1445791 w 2961438"/>
                <a:gd name="connsiteY264" fmla="*/ 166457 h 689379"/>
                <a:gd name="connsiteX265" fmla="*/ 1451111 w 2961438"/>
                <a:gd name="connsiteY265" fmla="*/ 166457 h 689379"/>
                <a:gd name="connsiteX266" fmla="*/ 1451111 w 2961438"/>
                <a:gd name="connsiteY266" fmla="*/ 167808 h 689379"/>
                <a:gd name="connsiteX267" fmla="*/ 1451111 w 2961438"/>
                <a:gd name="connsiteY267" fmla="*/ 177266 h 689379"/>
                <a:gd name="connsiteX268" fmla="*/ 1489618 w 2961438"/>
                <a:gd name="connsiteY268" fmla="*/ 177266 h 689379"/>
                <a:gd name="connsiteX269" fmla="*/ 1489618 w 2961438"/>
                <a:gd name="connsiteY269" fmla="*/ 315619 h 689379"/>
                <a:gd name="connsiteX270" fmla="*/ 1491138 w 2961438"/>
                <a:gd name="connsiteY270" fmla="*/ 315619 h 689379"/>
                <a:gd name="connsiteX271" fmla="*/ 1501778 w 2961438"/>
                <a:gd name="connsiteY271" fmla="*/ 315619 h 689379"/>
                <a:gd name="connsiteX272" fmla="*/ 1501778 w 2961438"/>
                <a:gd name="connsiteY272" fmla="*/ 302649 h 689379"/>
                <a:gd name="connsiteX273" fmla="*/ 1505832 w 2961438"/>
                <a:gd name="connsiteY273" fmla="*/ 302649 h 689379"/>
                <a:gd name="connsiteX274" fmla="*/ 1505832 w 2961438"/>
                <a:gd name="connsiteY274" fmla="*/ 315619 h 689379"/>
                <a:gd name="connsiteX275" fmla="*/ 1536232 w 2961438"/>
                <a:gd name="connsiteY275" fmla="*/ 315619 h 689379"/>
                <a:gd name="connsiteX276" fmla="*/ 1536232 w 2961438"/>
                <a:gd name="connsiteY276" fmla="*/ 285354 h 689379"/>
                <a:gd name="connsiteX277" fmla="*/ 1548392 w 2961438"/>
                <a:gd name="connsiteY277" fmla="*/ 285354 h 689379"/>
                <a:gd name="connsiteX278" fmla="*/ 1560552 w 2961438"/>
                <a:gd name="connsiteY278" fmla="*/ 283193 h 689379"/>
                <a:gd name="connsiteX279" fmla="*/ 1564606 w 2961438"/>
                <a:gd name="connsiteY279" fmla="*/ 285354 h 689379"/>
                <a:gd name="connsiteX280" fmla="*/ 1574739 w 2961438"/>
                <a:gd name="connsiteY280" fmla="*/ 285354 h 689379"/>
                <a:gd name="connsiteX281" fmla="*/ 1574739 w 2961438"/>
                <a:gd name="connsiteY281" fmla="*/ 315619 h 689379"/>
                <a:gd name="connsiteX282" fmla="*/ 1582846 w 2961438"/>
                <a:gd name="connsiteY282" fmla="*/ 315619 h 689379"/>
                <a:gd name="connsiteX283" fmla="*/ 1582846 w 2961438"/>
                <a:gd name="connsiteY283" fmla="*/ 332914 h 689379"/>
                <a:gd name="connsiteX284" fmla="*/ 1592182 w 2961438"/>
                <a:gd name="connsiteY284" fmla="*/ 333819 h 689379"/>
                <a:gd name="connsiteX285" fmla="*/ 1605140 w 2961438"/>
                <a:gd name="connsiteY285" fmla="*/ 333819 h 689379"/>
                <a:gd name="connsiteX286" fmla="*/ 1605140 w 2961438"/>
                <a:gd name="connsiteY286" fmla="*/ 317781 h 689379"/>
                <a:gd name="connsiteX287" fmla="*/ 1673096 w 2961438"/>
                <a:gd name="connsiteY287" fmla="*/ 317781 h 689379"/>
                <a:gd name="connsiteX288" fmla="*/ 1673096 w 2961438"/>
                <a:gd name="connsiteY288" fmla="*/ 232528 h 689379"/>
                <a:gd name="connsiteX289" fmla="*/ 1745104 w 2961438"/>
                <a:gd name="connsiteY289" fmla="*/ 232528 h 689379"/>
                <a:gd name="connsiteX290" fmla="*/ 1745104 w 2961438"/>
                <a:gd name="connsiteY290" fmla="*/ 311296 h 689379"/>
                <a:gd name="connsiteX291" fmla="*/ 1747008 w 2961438"/>
                <a:gd name="connsiteY291" fmla="*/ 311296 h 689379"/>
                <a:gd name="connsiteX292" fmla="*/ 1748250 w 2961438"/>
                <a:gd name="connsiteY292" fmla="*/ 333819 h 689379"/>
                <a:gd name="connsiteX293" fmla="*/ 1757926 w 2961438"/>
                <a:gd name="connsiteY293" fmla="*/ 333819 h 689379"/>
                <a:gd name="connsiteX294" fmla="*/ 1759168 w 2961438"/>
                <a:gd name="connsiteY294" fmla="*/ 311296 h 689379"/>
                <a:gd name="connsiteX295" fmla="*/ 1765248 w 2961438"/>
                <a:gd name="connsiteY295" fmla="*/ 311296 h 689379"/>
                <a:gd name="connsiteX296" fmla="*/ 1766490 w 2961438"/>
                <a:gd name="connsiteY296" fmla="*/ 333819 h 689379"/>
                <a:gd name="connsiteX297" fmla="*/ 1817112 w 2961438"/>
                <a:gd name="connsiteY297" fmla="*/ 333819 h 689379"/>
                <a:gd name="connsiteX298" fmla="*/ 1817112 w 2961438"/>
                <a:gd name="connsiteY298" fmla="*/ 170791 h 689379"/>
                <a:gd name="connsiteX299" fmla="*/ 2014439 w 2961438"/>
                <a:gd name="connsiteY299" fmla="*/ 170791 h 689379"/>
                <a:gd name="connsiteX300" fmla="*/ 2014439 w 2961438"/>
                <a:gd name="connsiteY300" fmla="*/ 333819 h 689379"/>
                <a:gd name="connsiteX301" fmla="*/ 2033136 w 2961438"/>
                <a:gd name="connsiteY301" fmla="*/ 333819 h 689379"/>
                <a:gd name="connsiteX302" fmla="*/ 2033136 w 2961438"/>
                <a:gd name="connsiteY302" fmla="*/ 251126 h 689379"/>
                <a:gd name="connsiteX303" fmla="*/ 2128256 w 2961438"/>
                <a:gd name="connsiteY303" fmla="*/ 251126 h 689379"/>
                <a:gd name="connsiteX304" fmla="*/ 2180720 w 2961438"/>
                <a:gd name="connsiteY304" fmla="*/ 185913 h 689379"/>
                <a:gd name="connsiteX305" fmla="*/ 2245574 w 2961438"/>
                <a:gd name="connsiteY305" fmla="*/ 185913 h 689379"/>
                <a:gd name="connsiteX306" fmla="*/ 2245574 w 2961438"/>
                <a:gd name="connsiteY306" fmla="*/ 261575 h 689379"/>
                <a:gd name="connsiteX307" fmla="*/ 2253681 w 2961438"/>
                <a:gd name="connsiteY307" fmla="*/ 261575 h 689379"/>
                <a:gd name="connsiteX308" fmla="*/ 2255708 w 2961438"/>
                <a:gd name="connsiteY308" fmla="*/ 255090 h 689379"/>
                <a:gd name="connsiteX309" fmla="*/ 2261788 w 2961438"/>
                <a:gd name="connsiteY309" fmla="*/ 255090 h 689379"/>
                <a:gd name="connsiteX310" fmla="*/ 2263815 w 2961438"/>
                <a:gd name="connsiteY310" fmla="*/ 263737 h 689379"/>
                <a:gd name="connsiteX311" fmla="*/ 2275975 w 2961438"/>
                <a:gd name="connsiteY311" fmla="*/ 263737 h 689379"/>
                <a:gd name="connsiteX312" fmla="*/ 2275975 w 2961438"/>
                <a:gd name="connsiteY312" fmla="*/ 257251 h 689379"/>
                <a:gd name="connsiteX313" fmla="*/ 2298268 w 2961438"/>
                <a:gd name="connsiteY313" fmla="*/ 257251 h 689379"/>
                <a:gd name="connsiteX314" fmla="*/ 2298268 w 2961438"/>
                <a:gd name="connsiteY314" fmla="*/ 263737 h 689379"/>
                <a:gd name="connsiteX315" fmla="*/ 2318535 w 2961438"/>
                <a:gd name="connsiteY315" fmla="*/ 263737 h 689379"/>
                <a:gd name="connsiteX316" fmla="*/ 2318535 w 2961438"/>
                <a:gd name="connsiteY316" fmla="*/ 309134 h 689379"/>
                <a:gd name="connsiteX317" fmla="*/ 2332722 w 2961438"/>
                <a:gd name="connsiteY317" fmla="*/ 309134 h 689379"/>
                <a:gd name="connsiteX318" fmla="*/ 2332722 w 2961438"/>
                <a:gd name="connsiteY318" fmla="*/ 296163 h 689379"/>
                <a:gd name="connsiteX319" fmla="*/ 2348936 w 2961438"/>
                <a:gd name="connsiteY319" fmla="*/ 296163 h 689379"/>
                <a:gd name="connsiteX320" fmla="*/ 2348936 w 2961438"/>
                <a:gd name="connsiteY320" fmla="*/ 116736 h 689379"/>
                <a:gd name="connsiteX321" fmla="*/ 2355016 w 2961438"/>
                <a:gd name="connsiteY321" fmla="*/ 110250 h 689379"/>
                <a:gd name="connsiteX322" fmla="*/ 2427977 w 2961438"/>
                <a:gd name="connsiteY322" fmla="*/ 110250 h 689379"/>
                <a:gd name="connsiteX323" fmla="*/ 2427977 w 2961438"/>
                <a:gd name="connsiteY323" fmla="*/ 118898 h 689379"/>
                <a:gd name="connsiteX324" fmla="*/ 2438110 w 2961438"/>
                <a:gd name="connsiteY324" fmla="*/ 118898 h 689379"/>
                <a:gd name="connsiteX325" fmla="*/ 2438110 w 2961438"/>
                <a:gd name="connsiteY325" fmla="*/ 233472 h 689379"/>
                <a:gd name="connsiteX326" fmla="*/ 2460404 w 2961438"/>
                <a:gd name="connsiteY326" fmla="*/ 233472 h 689379"/>
                <a:gd name="connsiteX327" fmla="*/ 2460404 w 2961438"/>
                <a:gd name="connsiteY327" fmla="*/ 166457 h 689379"/>
                <a:gd name="connsiteX328" fmla="*/ 2486751 w 2961438"/>
                <a:gd name="connsiteY328" fmla="*/ 166457 h 689379"/>
                <a:gd name="connsiteX329" fmla="*/ 2490804 w 2961438"/>
                <a:gd name="connsiteY329" fmla="*/ 162133 h 689379"/>
                <a:gd name="connsiteX330" fmla="*/ 2498911 w 2961438"/>
                <a:gd name="connsiteY330" fmla="*/ 162133 h 689379"/>
                <a:gd name="connsiteX331" fmla="*/ 2502964 w 2961438"/>
                <a:gd name="connsiteY331" fmla="*/ 166457 h 689379"/>
                <a:gd name="connsiteX332" fmla="*/ 2525258 w 2961438"/>
                <a:gd name="connsiteY332" fmla="*/ 166457 h 689379"/>
                <a:gd name="connsiteX333" fmla="*/ 2525258 w 2961438"/>
                <a:gd name="connsiteY333" fmla="*/ 49721 h 689379"/>
                <a:gd name="connsiteX334" fmla="*/ 2582005 w 2961438"/>
                <a:gd name="connsiteY334" fmla="*/ 38912 h 689379"/>
                <a:gd name="connsiteX335" fmla="*/ 2582005 w 2961438"/>
                <a:gd name="connsiteY335" fmla="*/ 39993 h 689379"/>
                <a:gd name="connsiteX336" fmla="*/ 2582005 w 2961438"/>
                <a:gd name="connsiteY336" fmla="*/ 47559 h 689379"/>
                <a:gd name="connsiteX337" fmla="*/ 2608352 w 2961438"/>
                <a:gd name="connsiteY337" fmla="*/ 47559 h 689379"/>
                <a:gd name="connsiteX338" fmla="*/ 2608352 w 2961438"/>
                <a:gd name="connsiteY338" fmla="*/ 302649 h 689379"/>
                <a:gd name="connsiteX339" fmla="*/ 2630646 w 2961438"/>
                <a:gd name="connsiteY339" fmla="*/ 302649 h 689379"/>
                <a:gd name="connsiteX340" fmla="*/ 2630646 w 2961438"/>
                <a:gd name="connsiteY340" fmla="*/ 298325 h 689379"/>
                <a:gd name="connsiteX341" fmla="*/ 2642806 w 2961438"/>
                <a:gd name="connsiteY341" fmla="*/ 298325 h 689379"/>
                <a:gd name="connsiteX342" fmla="*/ 2642806 w 2961438"/>
                <a:gd name="connsiteY342" fmla="*/ 302649 h 689379"/>
                <a:gd name="connsiteX343" fmla="*/ 2667126 w 2961438"/>
                <a:gd name="connsiteY343" fmla="*/ 302649 h 689379"/>
                <a:gd name="connsiteX344" fmla="*/ 2667126 w 2961438"/>
                <a:gd name="connsiteY344" fmla="*/ 289678 h 689379"/>
                <a:gd name="connsiteX345" fmla="*/ 2695500 w 2961438"/>
                <a:gd name="connsiteY345" fmla="*/ 289678 h 689379"/>
                <a:gd name="connsiteX346" fmla="*/ 2707660 w 2961438"/>
                <a:gd name="connsiteY346" fmla="*/ 285354 h 689379"/>
                <a:gd name="connsiteX347" fmla="*/ 2727927 w 2961438"/>
                <a:gd name="connsiteY347" fmla="*/ 289678 h 689379"/>
                <a:gd name="connsiteX348" fmla="*/ 2727927 w 2961438"/>
                <a:gd name="connsiteY348" fmla="*/ 272384 h 689379"/>
                <a:gd name="connsiteX349" fmla="*/ 2736034 w 2961438"/>
                <a:gd name="connsiteY349" fmla="*/ 272384 h 689379"/>
                <a:gd name="connsiteX350" fmla="*/ 2736034 w 2961438"/>
                <a:gd name="connsiteY350" fmla="*/ 259413 h 689379"/>
                <a:gd name="connsiteX351" fmla="*/ 2792781 w 2961438"/>
                <a:gd name="connsiteY351" fmla="*/ 259413 h 689379"/>
                <a:gd name="connsiteX352" fmla="*/ 2792781 w 2961438"/>
                <a:gd name="connsiteY352" fmla="*/ 229148 h 689379"/>
                <a:gd name="connsiteX353" fmla="*/ 2811021 w 2961438"/>
                <a:gd name="connsiteY353" fmla="*/ 229148 h 689379"/>
                <a:gd name="connsiteX354" fmla="*/ 2811021 w 2961438"/>
                <a:gd name="connsiteY354" fmla="*/ 222663 h 689379"/>
                <a:gd name="connsiteX355" fmla="*/ 2823181 w 2961438"/>
                <a:gd name="connsiteY355" fmla="*/ 222663 h 689379"/>
                <a:gd name="connsiteX356" fmla="*/ 2823181 w 2961438"/>
                <a:gd name="connsiteY356" fmla="*/ 229148 h 689379"/>
                <a:gd name="connsiteX357" fmla="*/ 2839395 w 2961438"/>
                <a:gd name="connsiteY357" fmla="*/ 229148 h 689379"/>
                <a:gd name="connsiteX358" fmla="*/ 2839395 w 2961438"/>
                <a:gd name="connsiteY358" fmla="*/ 278869 h 689379"/>
                <a:gd name="connsiteX359" fmla="*/ 2871822 w 2961438"/>
                <a:gd name="connsiteY359" fmla="*/ 278869 h 689379"/>
                <a:gd name="connsiteX360" fmla="*/ 2871822 w 2961438"/>
                <a:gd name="connsiteY360" fmla="*/ 252928 h 689379"/>
                <a:gd name="connsiteX361" fmla="*/ 2910329 w 2961438"/>
                <a:gd name="connsiteY361" fmla="*/ 252928 h 689379"/>
                <a:gd name="connsiteX362" fmla="*/ 2910329 w 2961438"/>
                <a:gd name="connsiteY362" fmla="*/ 222663 h 689379"/>
                <a:gd name="connsiteX363" fmla="*/ 2958970 w 2961438"/>
                <a:gd name="connsiteY363" fmla="*/ 222663 h 689379"/>
                <a:gd name="connsiteX364" fmla="*/ 2961438 w 2961438"/>
                <a:gd name="connsiteY364" fmla="*/ 689379 h 689379"/>
                <a:gd name="connsiteX365" fmla="*/ 2054 w 2961438"/>
                <a:gd name="connsiteY365" fmla="*/ 687046 h 689379"/>
                <a:gd name="connsiteX366" fmla="*/ 0 w 2961438"/>
                <a:gd name="connsiteY366" fmla="*/ 252928 h 689379"/>
                <a:gd name="connsiteX367" fmla="*/ 20267 w 2961438"/>
                <a:gd name="connsiteY367" fmla="*/ 252928 h 689379"/>
                <a:gd name="connsiteX368" fmla="*/ 20774 w 2961438"/>
                <a:gd name="connsiteY368" fmla="*/ 251847 h 689379"/>
                <a:gd name="connsiteX369" fmla="*/ 24320 w 2961438"/>
                <a:gd name="connsiteY369" fmla="*/ 244281 h 689379"/>
                <a:gd name="connsiteX370" fmla="*/ 26094 w 2961438"/>
                <a:gd name="connsiteY370" fmla="*/ 244551 h 689379"/>
                <a:gd name="connsiteX371" fmla="*/ 38507 w 2961438"/>
                <a:gd name="connsiteY371" fmla="*/ 246442 h 689379"/>
                <a:gd name="connsiteX372" fmla="*/ 39014 w 2961438"/>
                <a:gd name="connsiteY372" fmla="*/ 247794 h 689379"/>
                <a:gd name="connsiteX373" fmla="*/ 42560 w 2961438"/>
                <a:gd name="connsiteY373" fmla="*/ 257251 h 689379"/>
                <a:gd name="connsiteX374" fmla="*/ 68907 w 2961438"/>
                <a:gd name="connsiteY374" fmla="*/ 259413 h 689379"/>
                <a:gd name="connsiteX375" fmla="*/ 68907 w 2961438"/>
                <a:gd name="connsiteY375" fmla="*/ 136192 h 689379"/>
                <a:gd name="connsiteX376" fmla="*/ 70934 w 2961438"/>
                <a:gd name="connsiteY376" fmla="*/ 136192 h 689379"/>
                <a:gd name="connsiteX377" fmla="*/ 85121 w 2961438"/>
                <a:gd name="connsiteY377" fmla="*/ 136192 h 689379"/>
                <a:gd name="connsiteX378" fmla="*/ 85121 w 2961438"/>
                <a:gd name="connsiteY378" fmla="*/ 0 h 689379"/>
                <a:gd name="connsiteX379" fmla="*/ 86894 w 2961438"/>
                <a:gd name="connsiteY379" fmla="*/ 0 h 689379"/>
                <a:gd name="connsiteX380" fmla="*/ 99308 w 2961438"/>
                <a:gd name="connsiteY380" fmla="*/ 0 h 6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961438" h="689379">
                  <a:moveTo>
                    <a:pt x="99308" y="0"/>
                  </a:moveTo>
                  <a:lnTo>
                    <a:pt x="220909" y="0"/>
                  </a:lnTo>
                  <a:lnTo>
                    <a:pt x="223189" y="0"/>
                  </a:lnTo>
                  <a:lnTo>
                    <a:pt x="239150" y="0"/>
                  </a:lnTo>
                  <a:lnTo>
                    <a:pt x="239150" y="140515"/>
                  </a:lnTo>
                  <a:cubicBezTo>
                    <a:pt x="239160" y="140514"/>
                    <a:pt x="239272" y="140493"/>
                    <a:pt x="240670" y="140245"/>
                  </a:cubicBezTo>
                  <a:lnTo>
                    <a:pt x="251310" y="138354"/>
                  </a:lnTo>
                  <a:cubicBezTo>
                    <a:pt x="251310" y="138376"/>
                    <a:pt x="251280" y="139710"/>
                    <a:pt x="249283" y="226986"/>
                  </a:cubicBezTo>
                  <a:cubicBezTo>
                    <a:pt x="249293" y="226988"/>
                    <a:pt x="249404" y="227008"/>
                    <a:pt x="250803" y="227257"/>
                  </a:cubicBezTo>
                  <a:lnTo>
                    <a:pt x="261443" y="229148"/>
                  </a:lnTo>
                  <a:cubicBezTo>
                    <a:pt x="261445" y="229155"/>
                    <a:pt x="261465" y="229219"/>
                    <a:pt x="261696" y="229959"/>
                  </a:cubicBezTo>
                  <a:lnTo>
                    <a:pt x="263470" y="235634"/>
                  </a:lnTo>
                  <a:cubicBezTo>
                    <a:pt x="263472" y="235625"/>
                    <a:pt x="263517" y="235482"/>
                    <a:pt x="264230" y="233202"/>
                  </a:cubicBezTo>
                  <a:lnTo>
                    <a:pt x="269550" y="216178"/>
                  </a:lnTo>
                  <a:lnTo>
                    <a:pt x="271323" y="216178"/>
                  </a:lnTo>
                  <a:lnTo>
                    <a:pt x="283737" y="216178"/>
                  </a:lnTo>
                  <a:lnTo>
                    <a:pt x="283737" y="248604"/>
                  </a:lnTo>
                  <a:cubicBezTo>
                    <a:pt x="283743" y="248609"/>
                    <a:pt x="283820" y="248649"/>
                    <a:pt x="284750" y="249145"/>
                  </a:cubicBezTo>
                  <a:lnTo>
                    <a:pt x="291844" y="252928"/>
                  </a:lnTo>
                  <a:lnTo>
                    <a:pt x="291844" y="254279"/>
                  </a:lnTo>
                  <a:lnTo>
                    <a:pt x="291844" y="263737"/>
                  </a:lnTo>
                  <a:lnTo>
                    <a:pt x="336431" y="263737"/>
                  </a:lnTo>
                  <a:lnTo>
                    <a:pt x="336431" y="264818"/>
                  </a:lnTo>
                  <a:lnTo>
                    <a:pt x="336431" y="272384"/>
                  </a:lnTo>
                  <a:lnTo>
                    <a:pt x="338457" y="272384"/>
                  </a:lnTo>
                  <a:lnTo>
                    <a:pt x="352644" y="272384"/>
                  </a:lnTo>
                  <a:lnTo>
                    <a:pt x="352644" y="242119"/>
                  </a:lnTo>
                  <a:lnTo>
                    <a:pt x="397231" y="242119"/>
                  </a:lnTo>
                  <a:lnTo>
                    <a:pt x="397231" y="240768"/>
                  </a:lnTo>
                  <a:lnTo>
                    <a:pt x="397231" y="231310"/>
                  </a:lnTo>
                  <a:lnTo>
                    <a:pt x="398245" y="231310"/>
                  </a:lnTo>
                  <a:lnTo>
                    <a:pt x="405338" y="231310"/>
                  </a:lnTo>
                  <a:lnTo>
                    <a:pt x="405338" y="229419"/>
                  </a:lnTo>
                  <a:lnTo>
                    <a:pt x="405338" y="216178"/>
                  </a:lnTo>
                  <a:lnTo>
                    <a:pt x="406098" y="216178"/>
                  </a:lnTo>
                  <a:lnTo>
                    <a:pt x="411418" y="216178"/>
                  </a:lnTo>
                  <a:lnTo>
                    <a:pt x="411418" y="215097"/>
                  </a:lnTo>
                  <a:lnTo>
                    <a:pt x="411418" y="207530"/>
                  </a:lnTo>
                  <a:lnTo>
                    <a:pt x="413445" y="207530"/>
                  </a:lnTo>
                  <a:lnTo>
                    <a:pt x="427632" y="207530"/>
                  </a:lnTo>
                  <a:lnTo>
                    <a:pt x="427632" y="208611"/>
                  </a:lnTo>
                  <a:lnTo>
                    <a:pt x="427632" y="216178"/>
                  </a:lnTo>
                  <a:lnTo>
                    <a:pt x="449925" y="216178"/>
                  </a:lnTo>
                  <a:lnTo>
                    <a:pt x="449925" y="214286"/>
                  </a:lnTo>
                  <a:lnTo>
                    <a:pt x="449925" y="201045"/>
                  </a:lnTo>
                  <a:lnTo>
                    <a:pt x="451699" y="201045"/>
                  </a:lnTo>
                  <a:lnTo>
                    <a:pt x="464112" y="201045"/>
                  </a:lnTo>
                  <a:lnTo>
                    <a:pt x="464112" y="224825"/>
                  </a:lnTo>
                  <a:lnTo>
                    <a:pt x="465126" y="224825"/>
                  </a:lnTo>
                  <a:lnTo>
                    <a:pt x="472219" y="224825"/>
                  </a:lnTo>
                  <a:lnTo>
                    <a:pt x="472219" y="223744"/>
                  </a:lnTo>
                  <a:lnTo>
                    <a:pt x="472219" y="216178"/>
                  </a:lnTo>
                  <a:lnTo>
                    <a:pt x="473992" y="216178"/>
                  </a:lnTo>
                  <a:lnTo>
                    <a:pt x="486406" y="216178"/>
                  </a:lnTo>
                  <a:lnTo>
                    <a:pt x="486406" y="242119"/>
                  </a:lnTo>
                  <a:lnTo>
                    <a:pt x="488433" y="242119"/>
                  </a:lnTo>
                  <a:lnTo>
                    <a:pt x="502619" y="242119"/>
                  </a:lnTo>
                  <a:lnTo>
                    <a:pt x="502619" y="243740"/>
                  </a:lnTo>
                  <a:lnTo>
                    <a:pt x="502619" y="255090"/>
                  </a:lnTo>
                  <a:lnTo>
                    <a:pt x="503379" y="255090"/>
                  </a:lnTo>
                  <a:lnTo>
                    <a:pt x="508700" y="255090"/>
                  </a:lnTo>
                  <a:lnTo>
                    <a:pt x="508700" y="254279"/>
                  </a:lnTo>
                  <a:lnTo>
                    <a:pt x="508700" y="248604"/>
                  </a:lnTo>
                  <a:lnTo>
                    <a:pt x="539100" y="248604"/>
                  </a:lnTo>
                  <a:lnTo>
                    <a:pt x="539100" y="272384"/>
                  </a:lnTo>
                  <a:lnTo>
                    <a:pt x="540113" y="272384"/>
                  </a:lnTo>
                  <a:lnTo>
                    <a:pt x="547207" y="272384"/>
                  </a:lnTo>
                  <a:lnTo>
                    <a:pt x="547207" y="273465"/>
                  </a:lnTo>
                  <a:lnTo>
                    <a:pt x="547207" y="281031"/>
                  </a:lnTo>
                  <a:lnTo>
                    <a:pt x="547967" y="281031"/>
                  </a:lnTo>
                  <a:lnTo>
                    <a:pt x="553287" y="281031"/>
                  </a:lnTo>
                  <a:lnTo>
                    <a:pt x="553287" y="278869"/>
                  </a:lnTo>
                  <a:lnTo>
                    <a:pt x="553287" y="263737"/>
                  </a:lnTo>
                  <a:lnTo>
                    <a:pt x="554300" y="263737"/>
                  </a:lnTo>
                  <a:lnTo>
                    <a:pt x="561394" y="263737"/>
                  </a:lnTo>
                  <a:lnTo>
                    <a:pt x="561394" y="264818"/>
                  </a:lnTo>
                  <a:lnTo>
                    <a:pt x="561394" y="272384"/>
                  </a:lnTo>
                  <a:lnTo>
                    <a:pt x="566714" y="270391"/>
                  </a:lnTo>
                  <a:cubicBezTo>
                    <a:pt x="567474" y="270019"/>
                    <a:pt x="567474" y="269817"/>
                    <a:pt x="567474" y="269411"/>
                  </a:cubicBezTo>
                  <a:lnTo>
                    <a:pt x="567474" y="263737"/>
                  </a:lnTo>
                  <a:lnTo>
                    <a:pt x="605981" y="263737"/>
                  </a:lnTo>
                  <a:lnTo>
                    <a:pt x="605981" y="287516"/>
                  </a:lnTo>
                  <a:lnTo>
                    <a:pt x="608007" y="287516"/>
                  </a:lnTo>
                  <a:lnTo>
                    <a:pt x="622194" y="287516"/>
                  </a:lnTo>
                  <a:lnTo>
                    <a:pt x="622194" y="288597"/>
                  </a:lnTo>
                  <a:lnTo>
                    <a:pt x="622194" y="296163"/>
                  </a:lnTo>
                  <a:lnTo>
                    <a:pt x="623968" y="296163"/>
                  </a:lnTo>
                  <a:lnTo>
                    <a:pt x="636381" y="296163"/>
                  </a:lnTo>
                  <a:lnTo>
                    <a:pt x="636381" y="272384"/>
                  </a:lnTo>
                  <a:lnTo>
                    <a:pt x="637394" y="272384"/>
                  </a:lnTo>
                  <a:lnTo>
                    <a:pt x="644488" y="272384"/>
                  </a:lnTo>
                  <a:lnTo>
                    <a:pt x="644488" y="239957"/>
                  </a:lnTo>
                  <a:lnTo>
                    <a:pt x="645501" y="239957"/>
                  </a:lnTo>
                  <a:lnTo>
                    <a:pt x="652595" y="239957"/>
                  </a:lnTo>
                  <a:lnTo>
                    <a:pt x="652595" y="238066"/>
                  </a:lnTo>
                  <a:lnTo>
                    <a:pt x="652595" y="224825"/>
                  </a:lnTo>
                  <a:cubicBezTo>
                    <a:pt x="650568" y="224825"/>
                    <a:pt x="650568" y="224825"/>
                    <a:pt x="651328" y="223203"/>
                  </a:cubicBezTo>
                  <a:lnTo>
                    <a:pt x="656648" y="211854"/>
                  </a:lnTo>
                  <a:cubicBezTo>
                    <a:pt x="656653" y="211871"/>
                    <a:pt x="656848" y="212545"/>
                    <a:pt x="664755" y="239957"/>
                  </a:cubicBezTo>
                  <a:lnTo>
                    <a:pt x="665515" y="239957"/>
                  </a:lnTo>
                  <a:lnTo>
                    <a:pt x="670835" y="239957"/>
                  </a:lnTo>
                  <a:lnTo>
                    <a:pt x="670835" y="134030"/>
                  </a:lnTo>
                  <a:lnTo>
                    <a:pt x="672355" y="134030"/>
                  </a:lnTo>
                  <a:lnTo>
                    <a:pt x="682995" y="134030"/>
                  </a:lnTo>
                  <a:lnTo>
                    <a:pt x="682995" y="86471"/>
                  </a:lnTo>
                  <a:lnTo>
                    <a:pt x="709342" y="86471"/>
                  </a:lnTo>
                  <a:lnTo>
                    <a:pt x="709342" y="64853"/>
                  </a:lnTo>
                  <a:lnTo>
                    <a:pt x="743796" y="64853"/>
                  </a:lnTo>
                  <a:lnTo>
                    <a:pt x="743796" y="67285"/>
                  </a:lnTo>
                  <a:lnTo>
                    <a:pt x="743796" y="84309"/>
                  </a:lnTo>
                  <a:lnTo>
                    <a:pt x="746076" y="84309"/>
                  </a:lnTo>
                  <a:lnTo>
                    <a:pt x="762036" y="84309"/>
                  </a:lnTo>
                  <a:lnTo>
                    <a:pt x="762036" y="131868"/>
                  </a:lnTo>
                  <a:lnTo>
                    <a:pt x="763049" y="131868"/>
                  </a:lnTo>
                  <a:lnTo>
                    <a:pt x="770143" y="131868"/>
                  </a:lnTo>
                  <a:lnTo>
                    <a:pt x="784330" y="136192"/>
                  </a:lnTo>
                  <a:lnTo>
                    <a:pt x="784330" y="175104"/>
                  </a:lnTo>
                  <a:lnTo>
                    <a:pt x="785343" y="175104"/>
                  </a:lnTo>
                  <a:lnTo>
                    <a:pt x="792436" y="175104"/>
                  </a:lnTo>
                  <a:lnTo>
                    <a:pt x="792436" y="176725"/>
                  </a:lnTo>
                  <a:lnTo>
                    <a:pt x="792436" y="188074"/>
                  </a:lnTo>
                  <a:lnTo>
                    <a:pt x="794463" y="188074"/>
                  </a:lnTo>
                  <a:lnTo>
                    <a:pt x="808650" y="188074"/>
                  </a:lnTo>
                  <a:lnTo>
                    <a:pt x="814730" y="194560"/>
                  </a:lnTo>
                  <a:lnTo>
                    <a:pt x="814730" y="216178"/>
                  </a:lnTo>
                  <a:lnTo>
                    <a:pt x="817010" y="216178"/>
                  </a:lnTo>
                  <a:lnTo>
                    <a:pt x="832970" y="216178"/>
                  </a:lnTo>
                  <a:lnTo>
                    <a:pt x="832970" y="217258"/>
                  </a:lnTo>
                  <a:lnTo>
                    <a:pt x="832970" y="224825"/>
                  </a:lnTo>
                  <a:lnTo>
                    <a:pt x="834237" y="224825"/>
                  </a:lnTo>
                  <a:lnTo>
                    <a:pt x="843104" y="224825"/>
                  </a:lnTo>
                  <a:lnTo>
                    <a:pt x="843104" y="226986"/>
                  </a:lnTo>
                  <a:lnTo>
                    <a:pt x="843104" y="242119"/>
                  </a:lnTo>
                  <a:cubicBezTo>
                    <a:pt x="847157" y="242119"/>
                    <a:pt x="847157" y="242119"/>
                    <a:pt x="847157" y="240227"/>
                  </a:cubicBezTo>
                  <a:lnTo>
                    <a:pt x="847157" y="226986"/>
                  </a:lnTo>
                  <a:lnTo>
                    <a:pt x="848170" y="226986"/>
                  </a:lnTo>
                  <a:lnTo>
                    <a:pt x="855264" y="226986"/>
                  </a:lnTo>
                  <a:lnTo>
                    <a:pt x="855264" y="228608"/>
                  </a:lnTo>
                  <a:lnTo>
                    <a:pt x="855264" y="239957"/>
                  </a:lnTo>
                  <a:lnTo>
                    <a:pt x="856024" y="239957"/>
                  </a:lnTo>
                  <a:lnTo>
                    <a:pt x="861344" y="239957"/>
                  </a:lnTo>
                  <a:cubicBezTo>
                    <a:pt x="861344" y="235634"/>
                    <a:pt x="861344" y="235634"/>
                    <a:pt x="909984" y="235634"/>
                  </a:cubicBezTo>
                  <a:lnTo>
                    <a:pt x="909984" y="236985"/>
                  </a:lnTo>
                  <a:lnTo>
                    <a:pt x="909984" y="246442"/>
                  </a:lnTo>
                  <a:lnTo>
                    <a:pt x="910744" y="246442"/>
                  </a:lnTo>
                  <a:lnTo>
                    <a:pt x="916065" y="246442"/>
                  </a:lnTo>
                  <a:lnTo>
                    <a:pt x="916065" y="248604"/>
                  </a:lnTo>
                  <a:lnTo>
                    <a:pt x="916065" y="263737"/>
                  </a:lnTo>
                  <a:cubicBezTo>
                    <a:pt x="916073" y="263733"/>
                    <a:pt x="916189" y="263655"/>
                    <a:pt x="918091" y="262386"/>
                  </a:cubicBezTo>
                  <a:lnTo>
                    <a:pt x="932278" y="252928"/>
                  </a:lnTo>
                  <a:cubicBezTo>
                    <a:pt x="932280" y="252909"/>
                    <a:pt x="932411" y="252034"/>
                    <a:pt x="938358" y="211854"/>
                  </a:cubicBezTo>
                  <a:cubicBezTo>
                    <a:pt x="938367" y="211852"/>
                    <a:pt x="938436" y="211826"/>
                    <a:pt x="939118" y="211584"/>
                  </a:cubicBezTo>
                  <a:lnTo>
                    <a:pt x="944438" y="209692"/>
                  </a:lnTo>
                  <a:cubicBezTo>
                    <a:pt x="944438" y="209676"/>
                    <a:pt x="944471" y="208615"/>
                    <a:pt x="946465" y="140515"/>
                  </a:cubicBezTo>
                  <a:cubicBezTo>
                    <a:pt x="946465" y="140533"/>
                    <a:pt x="946498" y="141624"/>
                    <a:pt x="948492" y="209692"/>
                  </a:cubicBezTo>
                  <a:cubicBezTo>
                    <a:pt x="948501" y="209695"/>
                    <a:pt x="948572" y="209720"/>
                    <a:pt x="949252" y="209962"/>
                  </a:cubicBezTo>
                  <a:lnTo>
                    <a:pt x="954572" y="211854"/>
                  </a:lnTo>
                  <a:lnTo>
                    <a:pt x="954572" y="125383"/>
                  </a:lnTo>
                  <a:cubicBezTo>
                    <a:pt x="958625" y="125383"/>
                    <a:pt x="958625" y="125383"/>
                    <a:pt x="958625" y="92956"/>
                  </a:cubicBezTo>
                  <a:lnTo>
                    <a:pt x="997132" y="92956"/>
                  </a:lnTo>
                  <a:lnTo>
                    <a:pt x="997132" y="125383"/>
                  </a:lnTo>
                  <a:lnTo>
                    <a:pt x="997892" y="125383"/>
                  </a:lnTo>
                  <a:lnTo>
                    <a:pt x="1003212" y="125383"/>
                  </a:lnTo>
                  <a:lnTo>
                    <a:pt x="1003212" y="43235"/>
                  </a:lnTo>
                  <a:lnTo>
                    <a:pt x="1004986" y="43235"/>
                  </a:lnTo>
                  <a:lnTo>
                    <a:pt x="1017399" y="43235"/>
                  </a:lnTo>
                  <a:lnTo>
                    <a:pt x="1017399" y="41344"/>
                  </a:lnTo>
                  <a:lnTo>
                    <a:pt x="1017399" y="28103"/>
                  </a:lnTo>
                  <a:lnTo>
                    <a:pt x="1039693" y="28103"/>
                  </a:lnTo>
                  <a:lnTo>
                    <a:pt x="1039693" y="27022"/>
                  </a:lnTo>
                  <a:lnTo>
                    <a:pt x="1039693" y="19456"/>
                  </a:lnTo>
                  <a:lnTo>
                    <a:pt x="1041466" y="19456"/>
                  </a:lnTo>
                  <a:lnTo>
                    <a:pt x="1053880" y="19456"/>
                  </a:lnTo>
                  <a:lnTo>
                    <a:pt x="1053880" y="20537"/>
                  </a:lnTo>
                  <a:lnTo>
                    <a:pt x="1053880" y="28103"/>
                  </a:lnTo>
                  <a:lnTo>
                    <a:pt x="1054640" y="28103"/>
                  </a:lnTo>
                  <a:lnTo>
                    <a:pt x="1059960" y="28103"/>
                  </a:lnTo>
                  <a:lnTo>
                    <a:pt x="1070093" y="23779"/>
                  </a:lnTo>
                  <a:lnTo>
                    <a:pt x="1074146" y="27022"/>
                  </a:lnTo>
                  <a:lnTo>
                    <a:pt x="1074146" y="19456"/>
                  </a:lnTo>
                  <a:lnTo>
                    <a:pt x="1076426" y="19456"/>
                  </a:lnTo>
                  <a:lnTo>
                    <a:pt x="1092387" y="19456"/>
                  </a:lnTo>
                  <a:lnTo>
                    <a:pt x="1092387" y="20537"/>
                  </a:lnTo>
                  <a:lnTo>
                    <a:pt x="1092387" y="28103"/>
                  </a:lnTo>
                  <a:lnTo>
                    <a:pt x="1122787" y="28103"/>
                  </a:lnTo>
                  <a:lnTo>
                    <a:pt x="1122787" y="29724"/>
                  </a:lnTo>
                  <a:lnTo>
                    <a:pt x="1122787" y="41074"/>
                  </a:lnTo>
                  <a:lnTo>
                    <a:pt x="1149134" y="41074"/>
                  </a:lnTo>
                  <a:lnTo>
                    <a:pt x="1149134" y="71338"/>
                  </a:lnTo>
                  <a:lnTo>
                    <a:pt x="1149894" y="71338"/>
                  </a:lnTo>
                  <a:lnTo>
                    <a:pt x="1155214" y="71338"/>
                  </a:lnTo>
                  <a:lnTo>
                    <a:pt x="1155214" y="72419"/>
                  </a:lnTo>
                  <a:lnTo>
                    <a:pt x="1155214" y="79986"/>
                  </a:lnTo>
                  <a:cubicBezTo>
                    <a:pt x="1159268" y="79986"/>
                    <a:pt x="1159268" y="79986"/>
                    <a:pt x="1159268" y="110250"/>
                  </a:cubicBezTo>
                  <a:lnTo>
                    <a:pt x="1160028" y="110250"/>
                  </a:lnTo>
                  <a:lnTo>
                    <a:pt x="1165348" y="110250"/>
                  </a:lnTo>
                  <a:lnTo>
                    <a:pt x="1165348" y="111061"/>
                  </a:lnTo>
                  <a:lnTo>
                    <a:pt x="1165348" y="116736"/>
                  </a:lnTo>
                  <a:lnTo>
                    <a:pt x="1166361" y="116736"/>
                  </a:lnTo>
                  <a:lnTo>
                    <a:pt x="1173454" y="116736"/>
                  </a:lnTo>
                  <a:lnTo>
                    <a:pt x="1173454" y="147001"/>
                  </a:lnTo>
                  <a:lnTo>
                    <a:pt x="1175481" y="147001"/>
                  </a:lnTo>
                  <a:lnTo>
                    <a:pt x="1189668" y="147001"/>
                  </a:lnTo>
                  <a:lnTo>
                    <a:pt x="1189668" y="170780"/>
                  </a:lnTo>
                  <a:cubicBezTo>
                    <a:pt x="1191695" y="170780"/>
                    <a:pt x="1191695" y="170780"/>
                    <a:pt x="1191695" y="172401"/>
                  </a:cubicBezTo>
                  <a:lnTo>
                    <a:pt x="1191695" y="183751"/>
                  </a:lnTo>
                  <a:lnTo>
                    <a:pt x="1192455" y="183751"/>
                  </a:lnTo>
                  <a:lnTo>
                    <a:pt x="1197775" y="183751"/>
                  </a:lnTo>
                  <a:lnTo>
                    <a:pt x="1197775" y="207530"/>
                  </a:lnTo>
                  <a:lnTo>
                    <a:pt x="1199041" y="207530"/>
                  </a:lnTo>
                  <a:lnTo>
                    <a:pt x="1207908" y="207530"/>
                  </a:lnTo>
                  <a:cubicBezTo>
                    <a:pt x="1209935" y="209692"/>
                    <a:pt x="1209935" y="209692"/>
                    <a:pt x="1209935" y="211584"/>
                  </a:cubicBezTo>
                  <a:lnTo>
                    <a:pt x="1209935" y="224825"/>
                  </a:lnTo>
                  <a:cubicBezTo>
                    <a:pt x="1209940" y="224818"/>
                    <a:pt x="1210027" y="224711"/>
                    <a:pt x="1211455" y="222933"/>
                  </a:cubicBezTo>
                  <a:lnTo>
                    <a:pt x="1222095" y="209692"/>
                  </a:lnTo>
                  <a:lnTo>
                    <a:pt x="1250469" y="209692"/>
                  </a:lnTo>
                  <a:lnTo>
                    <a:pt x="1250469" y="296163"/>
                  </a:lnTo>
                  <a:lnTo>
                    <a:pt x="1251229" y="296163"/>
                  </a:lnTo>
                  <a:lnTo>
                    <a:pt x="1256549" y="296163"/>
                  </a:lnTo>
                  <a:cubicBezTo>
                    <a:pt x="1256553" y="296155"/>
                    <a:pt x="1256612" y="296055"/>
                    <a:pt x="1257309" y="294812"/>
                  </a:cubicBezTo>
                  <a:lnTo>
                    <a:pt x="1262629" y="285354"/>
                  </a:lnTo>
                  <a:lnTo>
                    <a:pt x="1262629" y="287246"/>
                  </a:lnTo>
                  <a:lnTo>
                    <a:pt x="1262629" y="300487"/>
                  </a:lnTo>
                  <a:cubicBezTo>
                    <a:pt x="1266682" y="300487"/>
                    <a:pt x="1266682" y="300487"/>
                    <a:pt x="1266682" y="255090"/>
                  </a:cubicBezTo>
                  <a:lnTo>
                    <a:pt x="1267442" y="255090"/>
                  </a:lnTo>
                  <a:lnTo>
                    <a:pt x="1272762" y="255090"/>
                  </a:lnTo>
                  <a:lnTo>
                    <a:pt x="1272762" y="190236"/>
                  </a:lnTo>
                  <a:lnTo>
                    <a:pt x="1273776" y="190236"/>
                  </a:lnTo>
                  <a:lnTo>
                    <a:pt x="1280869" y="190236"/>
                  </a:lnTo>
                  <a:cubicBezTo>
                    <a:pt x="1280875" y="190215"/>
                    <a:pt x="1281139" y="189275"/>
                    <a:pt x="1293029" y="147001"/>
                  </a:cubicBezTo>
                  <a:lnTo>
                    <a:pt x="1294296" y="147001"/>
                  </a:lnTo>
                  <a:lnTo>
                    <a:pt x="1303163" y="147001"/>
                  </a:lnTo>
                  <a:cubicBezTo>
                    <a:pt x="1303168" y="147024"/>
                    <a:pt x="1303394" y="147990"/>
                    <a:pt x="1313296" y="190236"/>
                  </a:cubicBezTo>
                  <a:lnTo>
                    <a:pt x="1314309" y="190236"/>
                  </a:lnTo>
                  <a:lnTo>
                    <a:pt x="1321403" y="190236"/>
                  </a:lnTo>
                  <a:lnTo>
                    <a:pt x="1321403" y="229148"/>
                  </a:lnTo>
                  <a:lnTo>
                    <a:pt x="1323176" y="229148"/>
                  </a:lnTo>
                  <a:lnTo>
                    <a:pt x="1335590" y="229148"/>
                  </a:lnTo>
                  <a:lnTo>
                    <a:pt x="1335590" y="231310"/>
                  </a:lnTo>
                  <a:lnTo>
                    <a:pt x="1335590" y="246442"/>
                  </a:lnTo>
                  <a:cubicBezTo>
                    <a:pt x="1339643" y="246442"/>
                    <a:pt x="1339643" y="246442"/>
                    <a:pt x="1339643" y="244281"/>
                  </a:cubicBezTo>
                  <a:lnTo>
                    <a:pt x="1339643" y="229148"/>
                  </a:lnTo>
                  <a:lnTo>
                    <a:pt x="1341163" y="229148"/>
                  </a:lnTo>
                  <a:lnTo>
                    <a:pt x="1351803" y="229148"/>
                  </a:lnTo>
                  <a:lnTo>
                    <a:pt x="1351803" y="230769"/>
                  </a:lnTo>
                  <a:lnTo>
                    <a:pt x="1351803" y="242119"/>
                  </a:lnTo>
                  <a:lnTo>
                    <a:pt x="1382204" y="242119"/>
                  </a:lnTo>
                  <a:lnTo>
                    <a:pt x="1382204" y="205369"/>
                  </a:lnTo>
                  <a:lnTo>
                    <a:pt x="1383470" y="205369"/>
                  </a:lnTo>
                  <a:lnTo>
                    <a:pt x="1392337" y="205369"/>
                  </a:lnTo>
                  <a:lnTo>
                    <a:pt x="1392337" y="226986"/>
                  </a:lnTo>
                  <a:cubicBezTo>
                    <a:pt x="1394364" y="226986"/>
                    <a:pt x="1394364" y="226986"/>
                    <a:pt x="1394364" y="194560"/>
                  </a:cubicBezTo>
                  <a:lnTo>
                    <a:pt x="1416657" y="194560"/>
                  </a:lnTo>
                  <a:lnTo>
                    <a:pt x="1416657" y="192938"/>
                  </a:lnTo>
                  <a:lnTo>
                    <a:pt x="1416657" y="181589"/>
                  </a:lnTo>
                  <a:lnTo>
                    <a:pt x="1417417" y="181589"/>
                  </a:lnTo>
                  <a:lnTo>
                    <a:pt x="1422737" y="181589"/>
                  </a:lnTo>
                  <a:lnTo>
                    <a:pt x="1422737" y="179698"/>
                  </a:lnTo>
                  <a:lnTo>
                    <a:pt x="1422737" y="166457"/>
                  </a:lnTo>
                  <a:lnTo>
                    <a:pt x="1426791" y="172942"/>
                  </a:lnTo>
                  <a:lnTo>
                    <a:pt x="1429071" y="172942"/>
                  </a:lnTo>
                  <a:lnTo>
                    <a:pt x="1445031" y="172942"/>
                  </a:lnTo>
                  <a:lnTo>
                    <a:pt x="1445031" y="172131"/>
                  </a:lnTo>
                  <a:lnTo>
                    <a:pt x="1445031" y="166457"/>
                  </a:lnTo>
                  <a:lnTo>
                    <a:pt x="1445791" y="166457"/>
                  </a:lnTo>
                  <a:lnTo>
                    <a:pt x="1451111" y="166457"/>
                  </a:lnTo>
                  <a:lnTo>
                    <a:pt x="1451111" y="167808"/>
                  </a:lnTo>
                  <a:lnTo>
                    <a:pt x="1451111" y="177266"/>
                  </a:lnTo>
                  <a:lnTo>
                    <a:pt x="1489618" y="177266"/>
                  </a:lnTo>
                  <a:lnTo>
                    <a:pt x="1489618" y="315619"/>
                  </a:lnTo>
                  <a:lnTo>
                    <a:pt x="1491138" y="315619"/>
                  </a:lnTo>
                  <a:lnTo>
                    <a:pt x="1501778" y="315619"/>
                  </a:lnTo>
                  <a:lnTo>
                    <a:pt x="1501778" y="302649"/>
                  </a:lnTo>
                  <a:lnTo>
                    <a:pt x="1505832" y="302649"/>
                  </a:lnTo>
                  <a:lnTo>
                    <a:pt x="1505832" y="315619"/>
                  </a:lnTo>
                  <a:lnTo>
                    <a:pt x="1536232" y="315619"/>
                  </a:lnTo>
                  <a:lnTo>
                    <a:pt x="1536232" y="285354"/>
                  </a:lnTo>
                  <a:lnTo>
                    <a:pt x="1548392" y="285354"/>
                  </a:lnTo>
                  <a:lnTo>
                    <a:pt x="1560552" y="283193"/>
                  </a:lnTo>
                  <a:cubicBezTo>
                    <a:pt x="1562579" y="283193"/>
                    <a:pt x="1562579" y="285354"/>
                    <a:pt x="1564606" y="285354"/>
                  </a:cubicBezTo>
                  <a:lnTo>
                    <a:pt x="1574739" y="285354"/>
                  </a:lnTo>
                  <a:lnTo>
                    <a:pt x="1574739" y="315619"/>
                  </a:lnTo>
                  <a:lnTo>
                    <a:pt x="1582846" y="315619"/>
                  </a:lnTo>
                  <a:lnTo>
                    <a:pt x="1582846" y="332914"/>
                  </a:lnTo>
                  <a:lnTo>
                    <a:pt x="1592182" y="333819"/>
                  </a:lnTo>
                  <a:lnTo>
                    <a:pt x="1605140" y="333819"/>
                  </a:lnTo>
                  <a:lnTo>
                    <a:pt x="1605140" y="317781"/>
                  </a:lnTo>
                  <a:lnTo>
                    <a:pt x="1673096" y="317781"/>
                  </a:lnTo>
                  <a:lnTo>
                    <a:pt x="1673096" y="232528"/>
                  </a:lnTo>
                  <a:lnTo>
                    <a:pt x="1745104" y="232528"/>
                  </a:lnTo>
                  <a:lnTo>
                    <a:pt x="1745104" y="311296"/>
                  </a:lnTo>
                  <a:lnTo>
                    <a:pt x="1747008" y="311296"/>
                  </a:lnTo>
                  <a:lnTo>
                    <a:pt x="1748250" y="333819"/>
                  </a:lnTo>
                  <a:lnTo>
                    <a:pt x="1757926" y="333819"/>
                  </a:lnTo>
                  <a:cubicBezTo>
                    <a:pt x="1758462" y="326605"/>
                    <a:pt x="1759168" y="318951"/>
                    <a:pt x="1759168" y="311296"/>
                  </a:cubicBezTo>
                  <a:lnTo>
                    <a:pt x="1765248" y="311296"/>
                  </a:lnTo>
                  <a:lnTo>
                    <a:pt x="1766490" y="333819"/>
                  </a:lnTo>
                  <a:lnTo>
                    <a:pt x="1817112" y="333819"/>
                  </a:lnTo>
                  <a:lnTo>
                    <a:pt x="1817112" y="170791"/>
                  </a:lnTo>
                  <a:lnTo>
                    <a:pt x="2014439" y="170791"/>
                  </a:lnTo>
                  <a:lnTo>
                    <a:pt x="2014439" y="333819"/>
                  </a:lnTo>
                  <a:lnTo>
                    <a:pt x="2033136" y="333819"/>
                  </a:lnTo>
                  <a:lnTo>
                    <a:pt x="2033136" y="251126"/>
                  </a:lnTo>
                  <a:lnTo>
                    <a:pt x="2128256" y="251126"/>
                  </a:lnTo>
                  <a:cubicBezTo>
                    <a:pt x="2152853" y="240257"/>
                    <a:pt x="2161167" y="196782"/>
                    <a:pt x="2180720" y="185913"/>
                  </a:cubicBezTo>
                  <a:lnTo>
                    <a:pt x="2245574" y="185913"/>
                  </a:lnTo>
                  <a:lnTo>
                    <a:pt x="2245574" y="261575"/>
                  </a:lnTo>
                  <a:lnTo>
                    <a:pt x="2253681" y="261575"/>
                  </a:lnTo>
                  <a:cubicBezTo>
                    <a:pt x="2253681" y="259413"/>
                    <a:pt x="2255708" y="257251"/>
                    <a:pt x="2255708" y="255090"/>
                  </a:cubicBezTo>
                  <a:lnTo>
                    <a:pt x="2261788" y="255090"/>
                  </a:lnTo>
                  <a:cubicBezTo>
                    <a:pt x="2261788" y="257251"/>
                    <a:pt x="2261788" y="259413"/>
                    <a:pt x="2263815" y="263737"/>
                  </a:cubicBezTo>
                  <a:lnTo>
                    <a:pt x="2275975" y="263737"/>
                  </a:lnTo>
                  <a:lnTo>
                    <a:pt x="2275975" y="257251"/>
                  </a:lnTo>
                  <a:lnTo>
                    <a:pt x="2298268" y="257251"/>
                  </a:lnTo>
                  <a:lnTo>
                    <a:pt x="2298268" y="263737"/>
                  </a:lnTo>
                  <a:lnTo>
                    <a:pt x="2318535" y="263737"/>
                  </a:lnTo>
                  <a:lnTo>
                    <a:pt x="2318535" y="309134"/>
                  </a:lnTo>
                  <a:lnTo>
                    <a:pt x="2332722" y="309134"/>
                  </a:lnTo>
                  <a:lnTo>
                    <a:pt x="2332722" y="296163"/>
                  </a:lnTo>
                  <a:lnTo>
                    <a:pt x="2348936" y="296163"/>
                  </a:lnTo>
                  <a:lnTo>
                    <a:pt x="2348936" y="116736"/>
                  </a:lnTo>
                  <a:lnTo>
                    <a:pt x="2355016" y="110250"/>
                  </a:lnTo>
                  <a:lnTo>
                    <a:pt x="2427977" y="110250"/>
                  </a:lnTo>
                  <a:lnTo>
                    <a:pt x="2427977" y="118898"/>
                  </a:lnTo>
                  <a:lnTo>
                    <a:pt x="2438110" y="118898"/>
                  </a:lnTo>
                  <a:lnTo>
                    <a:pt x="2438110" y="233472"/>
                  </a:lnTo>
                  <a:lnTo>
                    <a:pt x="2460404" y="233472"/>
                  </a:lnTo>
                  <a:lnTo>
                    <a:pt x="2460404" y="166457"/>
                  </a:lnTo>
                  <a:lnTo>
                    <a:pt x="2486751" y="166457"/>
                  </a:lnTo>
                  <a:cubicBezTo>
                    <a:pt x="2488777" y="166457"/>
                    <a:pt x="2488777" y="164295"/>
                    <a:pt x="2490804" y="162133"/>
                  </a:cubicBezTo>
                  <a:lnTo>
                    <a:pt x="2498911" y="162133"/>
                  </a:lnTo>
                  <a:cubicBezTo>
                    <a:pt x="2500937" y="164295"/>
                    <a:pt x="2500937" y="166457"/>
                    <a:pt x="2502964" y="166457"/>
                  </a:cubicBezTo>
                  <a:lnTo>
                    <a:pt x="2525258" y="166457"/>
                  </a:lnTo>
                  <a:lnTo>
                    <a:pt x="2525258" y="49721"/>
                  </a:lnTo>
                  <a:cubicBezTo>
                    <a:pt x="2525272" y="49718"/>
                    <a:pt x="2526139" y="49554"/>
                    <a:pt x="2582005" y="38912"/>
                  </a:cubicBezTo>
                  <a:lnTo>
                    <a:pt x="2582005" y="39993"/>
                  </a:lnTo>
                  <a:lnTo>
                    <a:pt x="2582005" y="47559"/>
                  </a:lnTo>
                  <a:lnTo>
                    <a:pt x="2608352" y="47559"/>
                  </a:lnTo>
                  <a:lnTo>
                    <a:pt x="2608352" y="302649"/>
                  </a:lnTo>
                  <a:lnTo>
                    <a:pt x="2630646" y="302649"/>
                  </a:lnTo>
                  <a:lnTo>
                    <a:pt x="2630646" y="298325"/>
                  </a:lnTo>
                  <a:lnTo>
                    <a:pt x="2642806" y="298325"/>
                  </a:lnTo>
                  <a:lnTo>
                    <a:pt x="2642806" y="302649"/>
                  </a:lnTo>
                  <a:lnTo>
                    <a:pt x="2667126" y="302649"/>
                  </a:lnTo>
                  <a:lnTo>
                    <a:pt x="2667126" y="289678"/>
                  </a:lnTo>
                  <a:lnTo>
                    <a:pt x="2695500" y="289678"/>
                  </a:lnTo>
                  <a:cubicBezTo>
                    <a:pt x="2699553" y="285354"/>
                    <a:pt x="2703607" y="285354"/>
                    <a:pt x="2707660" y="285354"/>
                  </a:cubicBezTo>
                  <a:cubicBezTo>
                    <a:pt x="2713740" y="289678"/>
                    <a:pt x="2721847" y="289678"/>
                    <a:pt x="2727927" y="289678"/>
                  </a:cubicBezTo>
                  <a:lnTo>
                    <a:pt x="2727927" y="272384"/>
                  </a:lnTo>
                  <a:lnTo>
                    <a:pt x="2736034" y="272384"/>
                  </a:lnTo>
                  <a:lnTo>
                    <a:pt x="2736034" y="259413"/>
                  </a:lnTo>
                  <a:lnTo>
                    <a:pt x="2792781" y="259413"/>
                  </a:lnTo>
                  <a:lnTo>
                    <a:pt x="2792781" y="229148"/>
                  </a:lnTo>
                  <a:lnTo>
                    <a:pt x="2811021" y="229148"/>
                  </a:lnTo>
                  <a:lnTo>
                    <a:pt x="2811021" y="222663"/>
                  </a:lnTo>
                  <a:lnTo>
                    <a:pt x="2823181" y="222663"/>
                  </a:lnTo>
                  <a:lnTo>
                    <a:pt x="2823181" y="229148"/>
                  </a:lnTo>
                  <a:lnTo>
                    <a:pt x="2839395" y="229148"/>
                  </a:lnTo>
                  <a:lnTo>
                    <a:pt x="2839395" y="278869"/>
                  </a:lnTo>
                  <a:lnTo>
                    <a:pt x="2871822" y="278869"/>
                  </a:lnTo>
                  <a:lnTo>
                    <a:pt x="2871822" y="252928"/>
                  </a:lnTo>
                  <a:lnTo>
                    <a:pt x="2910329" y="252928"/>
                  </a:lnTo>
                  <a:lnTo>
                    <a:pt x="2910329" y="222663"/>
                  </a:lnTo>
                  <a:lnTo>
                    <a:pt x="2958970" y="222663"/>
                  </a:lnTo>
                  <a:cubicBezTo>
                    <a:pt x="2959793" y="378235"/>
                    <a:pt x="2960615" y="533807"/>
                    <a:pt x="2961438" y="689379"/>
                  </a:cubicBezTo>
                  <a:lnTo>
                    <a:pt x="2054" y="687046"/>
                  </a:lnTo>
                  <a:cubicBezTo>
                    <a:pt x="1369" y="539482"/>
                    <a:pt x="685" y="400492"/>
                    <a:pt x="0" y="252928"/>
                  </a:cubicBezTo>
                  <a:lnTo>
                    <a:pt x="20267" y="252928"/>
                  </a:lnTo>
                  <a:cubicBezTo>
                    <a:pt x="20271" y="252922"/>
                    <a:pt x="20308" y="252840"/>
                    <a:pt x="20774" y="251847"/>
                  </a:cubicBezTo>
                  <a:lnTo>
                    <a:pt x="24320" y="244281"/>
                  </a:lnTo>
                  <a:cubicBezTo>
                    <a:pt x="24329" y="244282"/>
                    <a:pt x="24442" y="244300"/>
                    <a:pt x="26094" y="244551"/>
                  </a:cubicBezTo>
                  <a:lnTo>
                    <a:pt x="38507" y="246442"/>
                  </a:lnTo>
                  <a:cubicBezTo>
                    <a:pt x="38510" y="246452"/>
                    <a:pt x="38548" y="246553"/>
                    <a:pt x="39014" y="247794"/>
                  </a:cubicBezTo>
                  <a:lnTo>
                    <a:pt x="42560" y="257251"/>
                  </a:lnTo>
                  <a:cubicBezTo>
                    <a:pt x="42574" y="257252"/>
                    <a:pt x="43170" y="257302"/>
                    <a:pt x="68907" y="259413"/>
                  </a:cubicBezTo>
                  <a:lnTo>
                    <a:pt x="68907" y="136192"/>
                  </a:lnTo>
                  <a:lnTo>
                    <a:pt x="70934" y="136192"/>
                  </a:lnTo>
                  <a:lnTo>
                    <a:pt x="85121" y="136192"/>
                  </a:lnTo>
                  <a:lnTo>
                    <a:pt x="85121" y="0"/>
                  </a:lnTo>
                  <a:lnTo>
                    <a:pt x="86894" y="0"/>
                  </a:lnTo>
                  <a:lnTo>
                    <a:pt x="99308"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7" name="자유형: 도형 52">
              <a:extLst>
                <a:ext uri="{FF2B5EF4-FFF2-40B4-BE49-F238E27FC236}">
                  <a16:creationId xmlns:a16="http://schemas.microsoft.com/office/drawing/2014/main" id="{43E6FB1E-F20A-4BA7-C575-D8E811403772}"/>
                </a:ext>
              </a:extLst>
            </p:cNvPr>
            <p:cNvSpPr/>
            <p:nvPr/>
          </p:nvSpPr>
          <p:spPr>
            <a:xfrm>
              <a:off x="8996212" y="1412530"/>
              <a:ext cx="3195788" cy="1160647"/>
            </a:xfrm>
            <a:custGeom>
              <a:avLst/>
              <a:gdLst>
                <a:gd name="connsiteX0" fmla="*/ 160109 w 3195788"/>
                <a:gd name="connsiteY0" fmla="*/ 0 h 1160647"/>
                <a:gd name="connsiteX1" fmla="*/ 162135 w 3195788"/>
                <a:gd name="connsiteY1" fmla="*/ 246443 h 1160647"/>
                <a:gd name="connsiteX2" fmla="*/ 200642 w 3195788"/>
                <a:gd name="connsiteY2" fmla="*/ 326429 h 1160647"/>
                <a:gd name="connsiteX3" fmla="*/ 202669 w 3195788"/>
                <a:gd name="connsiteY3" fmla="*/ 326429 h 1160647"/>
                <a:gd name="connsiteX4" fmla="*/ 216856 w 3195788"/>
                <a:gd name="connsiteY4" fmla="*/ 326429 h 1160647"/>
                <a:gd name="connsiteX5" fmla="*/ 216856 w 3195788"/>
                <a:gd name="connsiteY5" fmla="*/ 350208 h 1160647"/>
                <a:gd name="connsiteX6" fmla="*/ 217363 w 3195788"/>
                <a:gd name="connsiteY6" fmla="*/ 351019 h 1160647"/>
                <a:gd name="connsiteX7" fmla="*/ 220909 w 3195788"/>
                <a:gd name="connsiteY7" fmla="*/ 356694 h 1160647"/>
                <a:gd name="connsiteX8" fmla="*/ 220909 w 3195788"/>
                <a:gd name="connsiteY8" fmla="*/ 471268 h 1160647"/>
                <a:gd name="connsiteX9" fmla="*/ 223189 w 3195788"/>
                <a:gd name="connsiteY9" fmla="*/ 471268 h 1160647"/>
                <a:gd name="connsiteX10" fmla="*/ 239150 w 3195788"/>
                <a:gd name="connsiteY10" fmla="*/ 471268 h 1160647"/>
                <a:gd name="connsiteX11" fmla="*/ 239150 w 3195788"/>
                <a:gd name="connsiteY11" fmla="*/ 611783 h 1160647"/>
                <a:gd name="connsiteX12" fmla="*/ 240670 w 3195788"/>
                <a:gd name="connsiteY12" fmla="*/ 611513 h 1160647"/>
                <a:gd name="connsiteX13" fmla="*/ 251310 w 3195788"/>
                <a:gd name="connsiteY13" fmla="*/ 609622 h 1160647"/>
                <a:gd name="connsiteX14" fmla="*/ 249283 w 3195788"/>
                <a:gd name="connsiteY14" fmla="*/ 698254 h 1160647"/>
                <a:gd name="connsiteX15" fmla="*/ 250803 w 3195788"/>
                <a:gd name="connsiteY15" fmla="*/ 698525 h 1160647"/>
                <a:gd name="connsiteX16" fmla="*/ 261443 w 3195788"/>
                <a:gd name="connsiteY16" fmla="*/ 700416 h 1160647"/>
                <a:gd name="connsiteX17" fmla="*/ 261696 w 3195788"/>
                <a:gd name="connsiteY17" fmla="*/ 701227 h 1160647"/>
                <a:gd name="connsiteX18" fmla="*/ 263470 w 3195788"/>
                <a:gd name="connsiteY18" fmla="*/ 706902 h 1160647"/>
                <a:gd name="connsiteX19" fmla="*/ 264230 w 3195788"/>
                <a:gd name="connsiteY19" fmla="*/ 704470 h 1160647"/>
                <a:gd name="connsiteX20" fmla="*/ 269550 w 3195788"/>
                <a:gd name="connsiteY20" fmla="*/ 687446 h 1160647"/>
                <a:gd name="connsiteX21" fmla="*/ 271323 w 3195788"/>
                <a:gd name="connsiteY21" fmla="*/ 687446 h 1160647"/>
                <a:gd name="connsiteX22" fmla="*/ 283737 w 3195788"/>
                <a:gd name="connsiteY22" fmla="*/ 687446 h 1160647"/>
                <a:gd name="connsiteX23" fmla="*/ 283737 w 3195788"/>
                <a:gd name="connsiteY23" fmla="*/ 719872 h 1160647"/>
                <a:gd name="connsiteX24" fmla="*/ 284750 w 3195788"/>
                <a:gd name="connsiteY24" fmla="*/ 720413 h 1160647"/>
                <a:gd name="connsiteX25" fmla="*/ 291844 w 3195788"/>
                <a:gd name="connsiteY25" fmla="*/ 724196 h 1160647"/>
                <a:gd name="connsiteX26" fmla="*/ 291844 w 3195788"/>
                <a:gd name="connsiteY26" fmla="*/ 725547 h 1160647"/>
                <a:gd name="connsiteX27" fmla="*/ 291844 w 3195788"/>
                <a:gd name="connsiteY27" fmla="*/ 735005 h 1160647"/>
                <a:gd name="connsiteX28" fmla="*/ 336431 w 3195788"/>
                <a:gd name="connsiteY28" fmla="*/ 735005 h 1160647"/>
                <a:gd name="connsiteX29" fmla="*/ 336431 w 3195788"/>
                <a:gd name="connsiteY29" fmla="*/ 736086 h 1160647"/>
                <a:gd name="connsiteX30" fmla="*/ 336431 w 3195788"/>
                <a:gd name="connsiteY30" fmla="*/ 743652 h 1160647"/>
                <a:gd name="connsiteX31" fmla="*/ 338457 w 3195788"/>
                <a:gd name="connsiteY31" fmla="*/ 743652 h 1160647"/>
                <a:gd name="connsiteX32" fmla="*/ 352644 w 3195788"/>
                <a:gd name="connsiteY32" fmla="*/ 743652 h 1160647"/>
                <a:gd name="connsiteX33" fmla="*/ 352644 w 3195788"/>
                <a:gd name="connsiteY33" fmla="*/ 713387 h 1160647"/>
                <a:gd name="connsiteX34" fmla="*/ 397231 w 3195788"/>
                <a:gd name="connsiteY34" fmla="*/ 713387 h 1160647"/>
                <a:gd name="connsiteX35" fmla="*/ 397231 w 3195788"/>
                <a:gd name="connsiteY35" fmla="*/ 712036 h 1160647"/>
                <a:gd name="connsiteX36" fmla="*/ 397231 w 3195788"/>
                <a:gd name="connsiteY36" fmla="*/ 702578 h 1160647"/>
                <a:gd name="connsiteX37" fmla="*/ 398245 w 3195788"/>
                <a:gd name="connsiteY37" fmla="*/ 702578 h 1160647"/>
                <a:gd name="connsiteX38" fmla="*/ 405338 w 3195788"/>
                <a:gd name="connsiteY38" fmla="*/ 702578 h 1160647"/>
                <a:gd name="connsiteX39" fmla="*/ 405338 w 3195788"/>
                <a:gd name="connsiteY39" fmla="*/ 700687 h 1160647"/>
                <a:gd name="connsiteX40" fmla="*/ 405338 w 3195788"/>
                <a:gd name="connsiteY40" fmla="*/ 687446 h 1160647"/>
                <a:gd name="connsiteX41" fmla="*/ 406098 w 3195788"/>
                <a:gd name="connsiteY41" fmla="*/ 687446 h 1160647"/>
                <a:gd name="connsiteX42" fmla="*/ 411418 w 3195788"/>
                <a:gd name="connsiteY42" fmla="*/ 687446 h 1160647"/>
                <a:gd name="connsiteX43" fmla="*/ 411418 w 3195788"/>
                <a:gd name="connsiteY43" fmla="*/ 686365 h 1160647"/>
                <a:gd name="connsiteX44" fmla="*/ 411418 w 3195788"/>
                <a:gd name="connsiteY44" fmla="*/ 678798 h 1160647"/>
                <a:gd name="connsiteX45" fmla="*/ 413445 w 3195788"/>
                <a:gd name="connsiteY45" fmla="*/ 678798 h 1160647"/>
                <a:gd name="connsiteX46" fmla="*/ 427632 w 3195788"/>
                <a:gd name="connsiteY46" fmla="*/ 678798 h 1160647"/>
                <a:gd name="connsiteX47" fmla="*/ 427632 w 3195788"/>
                <a:gd name="connsiteY47" fmla="*/ 679879 h 1160647"/>
                <a:gd name="connsiteX48" fmla="*/ 427632 w 3195788"/>
                <a:gd name="connsiteY48" fmla="*/ 687446 h 1160647"/>
                <a:gd name="connsiteX49" fmla="*/ 449925 w 3195788"/>
                <a:gd name="connsiteY49" fmla="*/ 687446 h 1160647"/>
                <a:gd name="connsiteX50" fmla="*/ 449925 w 3195788"/>
                <a:gd name="connsiteY50" fmla="*/ 685554 h 1160647"/>
                <a:gd name="connsiteX51" fmla="*/ 449925 w 3195788"/>
                <a:gd name="connsiteY51" fmla="*/ 672313 h 1160647"/>
                <a:gd name="connsiteX52" fmla="*/ 451699 w 3195788"/>
                <a:gd name="connsiteY52" fmla="*/ 672313 h 1160647"/>
                <a:gd name="connsiteX53" fmla="*/ 464112 w 3195788"/>
                <a:gd name="connsiteY53" fmla="*/ 672313 h 1160647"/>
                <a:gd name="connsiteX54" fmla="*/ 464112 w 3195788"/>
                <a:gd name="connsiteY54" fmla="*/ 696093 h 1160647"/>
                <a:gd name="connsiteX55" fmla="*/ 465126 w 3195788"/>
                <a:gd name="connsiteY55" fmla="*/ 696093 h 1160647"/>
                <a:gd name="connsiteX56" fmla="*/ 472219 w 3195788"/>
                <a:gd name="connsiteY56" fmla="*/ 696093 h 1160647"/>
                <a:gd name="connsiteX57" fmla="*/ 472219 w 3195788"/>
                <a:gd name="connsiteY57" fmla="*/ 695012 h 1160647"/>
                <a:gd name="connsiteX58" fmla="*/ 472219 w 3195788"/>
                <a:gd name="connsiteY58" fmla="*/ 687446 h 1160647"/>
                <a:gd name="connsiteX59" fmla="*/ 473992 w 3195788"/>
                <a:gd name="connsiteY59" fmla="*/ 687446 h 1160647"/>
                <a:gd name="connsiteX60" fmla="*/ 486406 w 3195788"/>
                <a:gd name="connsiteY60" fmla="*/ 687446 h 1160647"/>
                <a:gd name="connsiteX61" fmla="*/ 486406 w 3195788"/>
                <a:gd name="connsiteY61" fmla="*/ 713387 h 1160647"/>
                <a:gd name="connsiteX62" fmla="*/ 488433 w 3195788"/>
                <a:gd name="connsiteY62" fmla="*/ 713387 h 1160647"/>
                <a:gd name="connsiteX63" fmla="*/ 502619 w 3195788"/>
                <a:gd name="connsiteY63" fmla="*/ 713387 h 1160647"/>
                <a:gd name="connsiteX64" fmla="*/ 502619 w 3195788"/>
                <a:gd name="connsiteY64" fmla="*/ 715008 h 1160647"/>
                <a:gd name="connsiteX65" fmla="*/ 502619 w 3195788"/>
                <a:gd name="connsiteY65" fmla="*/ 726358 h 1160647"/>
                <a:gd name="connsiteX66" fmla="*/ 503379 w 3195788"/>
                <a:gd name="connsiteY66" fmla="*/ 726358 h 1160647"/>
                <a:gd name="connsiteX67" fmla="*/ 508700 w 3195788"/>
                <a:gd name="connsiteY67" fmla="*/ 726358 h 1160647"/>
                <a:gd name="connsiteX68" fmla="*/ 508700 w 3195788"/>
                <a:gd name="connsiteY68" fmla="*/ 725547 h 1160647"/>
                <a:gd name="connsiteX69" fmla="*/ 508700 w 3195788"/>
                <a:gd name="connsiteY69" fmla="*/ 719872 h 1160647"/>
                <a:gd name="connsiteX70" fmla="*/ 539100 w 3195788"/>
                <a:gd name="connsiteY70" fmla="*/ 719872 h 1160647"/>
                <a:gd name="connsiteX71" fmla="*/ 539100 w 3195788"/>
                <a:gd name="connsiteY71" fmla="*/ 743652 h 1160647"/>
                <a:gd name="connsiteX72" fmla="*/ 540113 w 3195788"/>
                <a:gd name="connsiteY72" fmla="*/ 743652 h 1160647"/>
                <a:gd name="connsiteX73" fmla="*/ 547207 w 3195788"/>
                <a:gd name="connsiteY73" fmla="*/ 743652 h 1160647"/>
                <a:gd name="connsiteX74" fmla="*/ 547207 w 3195788"/>
                <a:gd name="connsiteY74" fmla="*/ 744733 h 1160647"/>
                <a:gd name="connsiteX75" fmla="*/ 547207 w 3195788"/>
                <a:gd name="connsiteY75" fmla="*/ 752299 h 1160647"/>
                <a:gd name="connsiteX76" fmla="*/ 547967 w 3195788"/>
                <a:gd name="connsiteY76" fmla="*/ 752299 h 1160647"/>
                <a:gd name="connsiteX77" fmla="*/ 553287 w 3195788"/>
                <a:gd name="connsiteY77" fmla="*/ 752299 h 1160647"/>
                <a:gd name="connsiteX78" fmla="*/ 553287 w 3195788"/>
                <a:gd name="connsiteY78" fmla="*/ 750137 h 1160647"/>
                <a:gd name="connsiteX79" fmla="*/ 553287 w 3195788"/>
                <a:gd name="connsiteY79" fmla="*/ 735005 h 1160647"/>
                <a:gd name="connsiteX80" fmla="*/ 554300 w 3195788"/>
                <a:gd name="connsiteY80" fmla="*/ 735005 h 1160647"/>
                <a:gd name="connsiteX81" fmla="*/ 561394 w 3195788"/>
                <a:gd name="connsiteY81" fmla="*/ 735005 h 1160647"/>
                <a:gd name="connsiteX82" fmla="*/ 561394 w 3195788"/>
                <a:gd name="connsiteY82" fmla="*/ 736086 h 1160647"/>
                <a:gd name="connsiteX83" fmla="*/ 561394 w 3195788"/>
                <a:gd name="connsiteY83" fmla="*/ 743652 h 1160647"/>
                <a:gd name="connsiteX84" fmla="*/ 566714 w 3195788"/>
                <a:gd name="connsiteY84" fmla="*/ 741659 h 1160647"/>
                <a:gd name="connsiteX85" fmla="*/ 567474 w 3195788"/>
                <a:gd name="connsiteY85" fmla="*/ 740679 h 1160647"/>
                <a:gd name="connsiteX86" fmla="*/ 567474 w 3195788"/>
                <a:gd name="connsiteY86" fmla="*/ 735005 h 1160647"/>
                <a:gd name="connsiteX87" fmla="*/ 605981 w 3195788"/>
                <a:gd name="connsiteY87" fmla="*/ 735005 h 1160647"/>
                <a:gd name="connsiteX88" fmla="*/ 605981 w 3195788"/>
                <a:gd name="connsiteY88" fmla="*/ 758784 h 1160647"/>
                <a:gd name="connsiteX89" fmla="*/ 608007 w 3195788"/>
                <a:gd name="connsiteY89" fmla="*/ 758784 h 1160647"/>
                <a:gd name="connsiteX90" fmla="*/ 622194 w 3195788"/>
                <a:gd name="connsiteY90" fmla="*/ 758784 h 1160647"/>
                <a:gd name="connsiteX91" fmla="*/ 622194 w 3195788"/>
                <a:gd name="connsiteY91" fmla="*/ 759865 h 1160647"/>
                <a:gd name="connsiteX92" fmla="*/ 622194 w 3195788"/>
                <a:gd name="connsiteY92" fmla="*/ 767431 h 1160647"/>
                <a:gd name="connsiteX93" fmla="*/ 623968 w 3195788"/>
                <a:gd name="connsiteY93" fmla="*/ 767431 h 1160647"/>
                <a:gd name="connsiteX94" fmla="*/ 636381 w 3195788"/>
                <a:gd name="connsiteY94" fmla="*/ 767431 h 1160647"/>
                <a:gd name="connsiteX95" fmla="*/ 636381 w 3195788"/>
                <a:gd name="connsiteY95" fmla="*/ 743652 h 1160647"/>
                <a:gd name="connsiteX96" fmla="*/ 637394 w 3195788"/>
                <a:gd name="connsiteY96" fmla="*/ 743652 h 1160647"/>
                <a:gd name="connsiteX97" fmla="*/ 644488 w 3195788"/>
                <a:gd name="connsiteY97" fmla="*/ 743652 h 1160647"/>
                <a:gd name="connsiteX98" fmla="*/ 644488 w 3195788"/>
                <a:gd name="connsiteY98" fmla="*/ 711225 h 1160647"/>
                <a:gd name="connsiteX99" fmla="*/ 645501 w 3195788"/>
                <a:gd name="connsiteY99" fmla="*/ 711225 h 1160647"/>
                <a:gd name="connsiteX100" fmla="*/ 652595 w 3195788"/>
                <a:gd name="connsiteY100" fmla="*/ 711225 h 1160647"/>
                <a:gd name="connsiteX101" fmla="*/ 652595 w 3195788"/>
                <a:gd name="connsiteY101" fmla="*/ 709334 h 1160647"/>
                <a:gd name="connsiteX102" fmla="*/ 652595 w 3195788"/>
                <a:gd name="connsiteY102" fmla="*/ 696093 h 1160647"/>
                <a:gd name="connsiteX103" fmla="*/ 651328 w 3195788"/>
                <a:gd name="connsiteY103" fmla="*/ 694471 h 1160647"/>
                <a:gd name="connsiteX104" fmla="*/ 656648 w 3195788"/>
                <a:gd name="connsiteY104" fmla="*/ 683122 h 1160647"/>
                <a:gd name="connsiteX105" fmla="*/ 664755 w 3195788"/>
                <a:gd name="connsiteY105" fmla="*/ 711225 h 1160647"/>
                <a:gd name="connsiteX106" fmla="*/ 665515 w 3195788"/>
                <a:gd name="connsiteY106" fmla="*/ 711225 h 1160647"/>
                <a:gd name="connsiteX107" fmla="*/ 670835 w 3195788"/>
                <a:gd name="connsiteY107" fmla="*/ 711225 h 1160647"/>
                <a:gd name="connsiteX108" fmla="*/ 670835 w 3195788"/>
                <a:gd name="connsiteY108" fmla="*/ 605298 h 1160647"/>
                <a:gd name="connsiteX109" fmla="*/ 672355 w 3195788"/>
                <a:gd name="connsiteY109" fmla="*/ 605298 h 1160647"/>
                <a:gd name="connsiteX110" fmla="*/ 682995 w 3195788"/>
                <a:gd name="connsiteY110" fmla="*/ 605298 h 1160647"/>
                <a:gd name="connsiteX111" fmla="*/ 682995 w 3195788"/>
                <a:gd name="connsiteY111" fmla="*/ 557739 h 1160647"/>
                <a:gd name="connsiteX112" fmla="*/ 709342 w 3195788"/>
                <a:gd name="connsiteY112" fmla="*/ 557739 h 1160647"/>
                <a:gd name="connsiteX113" fmla="*/ 709342 w 3195788"/>
                <a:gd name="connsiteY113" fmla="*/ 536121 h 1160647"/>
                <a:gd name="connsiteX114" fmla="*/ 743796 w 3195788"/>
                <a:gd name="connsiteY114" fmla="*/ 536121 h 1160647"/>
                <a:gd name="connsiteX115" fmla="*/ 743796 w 3195788"/>
                <a:gd name="connsiteY115" fmla="*/ 538553 h 1160647"/>
                <a:gd name="connsiteX116" fmla="*/ 743796 w 3195788"/>
                <a:gd name="connsiteY116" fmla="*/ 555577 h 1160647"/>
                <a:gd name="connsiteX117" fmla="*/ 746076 w 3195788"/>
                <a:gd name="connsiteY117" fmla="*/ 555577 h 1160647"/>
                <a:gd name="connsiteX118" fmla="*/ 762036 w 3195788"/>
                <a:gd name="connsiteY118" fmla="*/ 555577 h 1160647"/>
                <a:gd name="connsiteX119" fmla="*/ 762036 w 3195788"/>
                <a:gd name="connsiteY119" fmla="*/ 603136 h 1160647"/>
                <a:gd name="connsiteX120" fmla="*/ 763049 w 3195788"/>
                <a:gd name="connsiteY120" fmla="*/ 603136 h 1160647"/>
                <a:gd name="connsiteX121" fmla="*/ 770143 w 3195788"/>
                <a:gd name="connsiteY121" fmla="*/ 603136 h 1160647"/>
                <a:gd name="connsiteX122" fmla="*/ 784330 w 3195788"/>
                <a:gd name="connsiteY122" fmla="*/ 607460 h 1160647"/>
                <a:gd name="connsiteX123" fmla="*/ 784330 w 3195788"/>
                <a:gd name="connsiteY123" fmla="*/ 646372 h 1160647"/>
                <a:gd name="connsiteX124" fmla="*/ 785343 w 3195788"/>
                <a:gd name="connsiteY124" fmla="*/ 646372 h 1160647"/>
                <a:gd name="connsiteX125" fmla="*/ 792436 w 3195788"/>
                <a:gd name="connsiteY125" fmla="*/ 646372 h 1160647"/>
                <a:gd name="connsiteX126" fmla="*/ 792436 w 3195788"/>
                <a:gd name="connsiteY126" fmla="*/ 647993 h 1160647"/>
                <a:gd name="connsiteX127" fmla="*/ 792436 w 3195788"/>
                <a:gd name="connsiteY127" fmla="*/ 659342 h 1160647"/>
                <a:gd name="connsiteX128" fmla="*/ 794463 w 3195788"/>
                <a:gd name="connsiteY128" fmla="*/ 659342 h 1160647"/>
                <a:gd name="connsiteX129" fmla="*/ 808650 w 3195788"/>
                <a:gd name="connsiteY129" fmla="*/ 659342 h 1160647"/>
                <a:gd name="connsiteX130" fmla="*/ 814730 w 3195788"/>
                <a:gd name="connsiteY130" fmla="*/ 665828 h 1160647"/>
                <a:gd name="connsiteX131" fmla="*/ 814730 w 3195788"/>
                <a:gd name="connsiteY131" fmla="*/ 687446 h 1160647"/>
                <a:gd name="connsiteX132" fmla="*/ 817010 w 3195788"/>
                <a:gd name="connsiteY132" fmla="*/ 687446 h 1160647"/>
                <a:gd name="connsiteX133" fmla="*/ 832970 w 3195788"/>
                <a:gd name="connsiteY133" fmla="*/ 687446 h 1160647"/>
                <a:gd name="connsiteX134" fmla="*/ 832970 w 3195788"/>
                <a:gd name="connsiteY134" fmla="*/ 688526 h 1160647"/>
                <a:gd name="connsiteX135" fmla="*/ 832970 w 3195788"/>
                <a:gd name="connsiteY135" fmla="*/ 696093 h 1160647"/>
                <a:gd name="connsiteX136" fmla="*/ 834237 w 3195788"/>
                <a:gd name="connsiteY136" fmla="*/ 696093 h 1160647"/>
                <a:gd name="connsiteX137" fmla="*/ 843104 w 3195788"/>
                <a:gd name="connsiteY137" fmla="*/ 696093 h 1160647"/>
                <a:gd name="connsiteX138" fmla="*/ 843104 w 3195788"/>
                <a:gd name="connsiteY138" fmla="*/ 698254 h 1160647"/>
                <a:gd name="connsiteX139" fmla="*/ 843104 w 3195788"/>
                <a:gd name="connsiteY139" fmla="*/ 713387 h 1160647"/>
                <a:gd name="connsiteX140" fmla="*/ 847157 w 3195788"/>
                <a:gd name="connsiteY140" fmla="*/ 711495 h 1160647"/>
                <a:gd name="connsiteX141" fmla="*/ 847157 w 3195788"/>
                <a:gd name="connsiteY141" fmla="*/ 698254 h 1160647"/>
                <a:gd name="connsiteX142" fmla="*/ 848170 w 3195788"/>
                <a:gd name="connsiteY142" fmla="*/ 698254 h 1160647"/>
                <a:gd name="connsiteX143" fmla="*/ 855264 w 3195788"/>
                <a:gd name="connsiteY143" fmla="*/ 698254 h 1160647"/>
                <a:gd name="connsiteX144" fmla="*/ 855264 w 3195788"/>
                <a:gd name="connsiteY144" fmla="*/ 699876 h 1160647"/>
                <a:gd name="connsiteX145" fmla="*/ 855264 w 3195788"/>
                <a:gd name="connsiteY145" fmla="*/ 711225 h 1160647"/>
                <a:gd name="connsiteX146" fmla="*/ 856024 w 3195788"/>
                <a:gd name="connsiteY146" fmla="*/ 711225 h 1160647"/>
                <a:gd name="connsiteX147" fmla="*/ 861344 w 3195788"/>
                <a:gd name="connsiteY147" fmla="*/ 711225 h 1160647"/>
                <a:gd name="connsiteX148" fmla="*/ 909984 w 3195788"/>
                <a:gd name="connsiteY148" fmla="*/ 706902 h 1160647"/>
                <a:gd name="connsiteX149" fmla="*/ 909984 w 3195788"/>
                <a:gd name="connsiteY149" fmla="*/ 708253 h 1160647"/>
                <a:gd name="connsiteX150" fmla="*/ 909984 w 3195788"/>
                <a:gd name="connsiteY150" fmla="*/ 717710 h 1160647"/>
                <a:gd name="connsiteX151" fmla="*/ 910744 w 3195788"/>
                <a:gd name="connsiteY151" fmla="*/ 717710 h 1160647"/>
                <a:gd name="connsiteX152" fmla="*/ 916065 w 3195788"/>
                <a:gd name="connsiteY152" fmla="*/ 717710 h 1160647"/>
                <a:gd name="connsiteX153" fmla="*/ 916065 w 3195788"/>
                <a:gd name="connsiteY153" fmla="*/ 719872 h 1160647"/>
                <a:gd name="connsiteX154" fmla="*/ 916065 w 3195788"/>
                <a:gd name="connsiteY154" fmla="*/ 735005 h 1160647"/>
                <a:gd name="connsiteX155" fmla="*/ 918091 w 3195788"/>
                <a:gd name="connsiteY155" fmla="*/ 733654 h 1160647"/>
                <a:gd name="connsiteX156" fmla="*/ 932278 w 3195788"/>
                <a:gd name="connsiteY156" fmla="*/ 724196 h 1160647"/>
                <a:gd name="connsiteX157" fmla="*/ 938358 w 3195788"/>
                <a:gd name="connsiteY157" fmla="*/ 683122 h 1160647"/>
                <a:gd name="connsiteX158" fmla="*/ 939118 w 3195788"/>
                <a:gd name="connsiteY158" fmla="*/ 682852 h 1160647"/>
                <a:gd name="connsiteX159" fmla="*/ 944438 w 3195788"/>
                <a:gd name="connsiteY159" fmla="*/ 680960 h 1160647"/>
                <a:gd name="connsiteX160" fmla="*/ 946465 w 3195788"/>
                <a:gd name="connsiteY160" fmla="*/ 611783 h 1160647"/>
                <a:gd name="connsiteX161" fmla="*/ 948492 w 3195788"/>
                <a:gd name="connsiteY161" fmla="*/ 680960 h 1160647"/>
                <a:gd name="connsiteX162" fmla="*/ 949252 w 3195788"/>
                <a:gd name="connsiteY162" fmla="*/ 681230 h 1160647"/>
                <a:gd name="connsiteX163" fmla="*/ 954572 w 3195788"/>
                <a:gd name="connsiteY163" fmla="*/ 683122 h 1160647"/>
                <a:gd name="connsiteX164" fmla="*/ 954572 w 3195788"/>
                <a:gd name="connsiteY164" fmla="*/ 596651 h 1160647"/>
                <a:gd name="connsiteX165" fmla="*/ 958625 w 3195788"/>
                <a:gd name="connsiteY165" fmla="*/ 564224 h 1160647"/>
                <a:gd name="connsiteX166" fmla="*/ 997132 w 3195788"/>
                <a:gd name="connsiteY166" fmla="*/ 564224 h 1160647"/>
                <a:gd name="connsiteX167" fmla="*/ 997132 w 3195788"/>
                <a:gd name="connsiteY167" fmla="*/ 596651 h 1160647"/>
                <a:gd name="connsiteX168" fmla="*/ 997892 w 3195788"/>
                <a:gd name="connsiteY168" fmla="*/ 596651 h 1160647"/>
                <a:gd name="connsiteX169" fmla="*/ 1003212 w 3195788"/>
                <a:gd name="connsiteY169" fmla="*/ 596651 h 1160647"/>
                <a:gd name="connsiteX170" fmla="*/ 1003212 w 3195788"/>
                <a:gd name="connsiteY170" fmla="*/ 514503 h 1160647"/>
                <a:gd name="connsiteX171" fmla="*/ 1004986 w 3195788"/>
                <a:gd name="connsiteY171" fmla="*/ 514503 h 1160647"/>
                <a:gd name="connsiteX172" fmla="*/ 1017399 w 3195788"/>
                <a:gd name="connsiteY172" fmla="*/ 514503 h 1160647"/>
                <a:gd name="connsiteX173" fmla="*/ 1017399 w 3195788"/>
                <a:gd name="connsiteY173" fmla="*/ 512612 h 1160647"/>
                <a:gd name="connsiteX174" fmla="*/ 1017399 w 3195788"/>
                <a:gd name="connsiteY174" fmla="*/ 499371 h 1160647"/>
                <a:gd name="connsiteX175" fmla="*/ 1039693 w 3195788"/>
                <a:gd name="connsiteY175" fmla="*/ 499371 h 1160647"/>
                <a:gd name="connsiteX176" fmla="*/ 1039693 w 3195788"/>
                <a:gd name="connsiteY176" fmla="*/ 498290 h 1160647"/>
                <a:gd name="connsiteX177" fmla="*/ 1039693 w 3195788"/>
                <a:gd name="connsiteY177" fmla="*/ 490724 h 1160647"/>
                <a:gd name="connsiteX178" fmla="*/ 1041466 w 3195788"/>
                <a:gd name="connsiteY178" fmla="*/ 490724 h 1160647"/>
                <a:gd name="connsiteX179" fmla="*/ 1053880 w 3195788"/>
                <a:gd name="connsiteY179" fmla="*/ 490724 h 1160647"/>
                <a:gd name="connsiteX180" fmla="*/ 1053880 w 3195788"/>
                <a:gd name="connsiteY180" fmla="*/ 491805 h 1160647"/>
                <a:gd name="connsiteX181" fmla="*/ 1053880 w 3195788"/>
                <a:gd name="connsiteY181" fmla="*/ 499371 h 1160647"/>
                <a:gd name="connsiteX182" fmla="*/ 1054640 w 3195788"/>
                <a:gd name="connsiteY182" fmla="*/ 499371 h 1160647"/>
                <a:gd name="connsiteX183" fmla="*/ 1059960 w 3195788"/>
                <a:gd name="connsiteY183" fmla="*/ 499371 h 1160647"/>
                <a:gd name="connsiteX184" fmla="*/ 1070093 w 3195788"/>
                <a:gd name="connsiteY184" fmla="*/ 495047 h 1160647"/>
                <a:gd name="connsiteX185" fmla="*/ 1074146 w 3195788"/>
                <a:gd name="connsiteY185" fmla="*/ 498290 h 1160647"/>
                <a:gd name="connsiteX186" fmla="*/ 1074146 w 3195788"/>
                <a:gd name="connsiteY186" fmla="*/ 490724 h 1160647"/>
                <a:gd name="connsiteX187" fmla="*/ 1076426 w 3195788"/>
                <a:gd name="connsiteY187" fmla="*/ 490724 h 1160647"/>
                <a:gd name="connsiteX188" fmla="*/ 1092387 w 3195788"/>
                <a:gd name="connsiteY188" fmla="*/ 490724 h 1160647"/>
                <a:gd name="connsiteX189" fmla="*/ 1092387 w 3195788"/>
                <a:gd name="connsiteY189" fmla="*/ 491805 h 1160647"/>
                <a:gd name="connsiteX190" fmla="*/ 1092387 w 3195788"/>
                <a:gd name="connsiteY190" fmla="*/ 499371 h 1160647"/>
                <a:gd name="connsiteX191" fmla="*/ 1122787 w 3195788"/>
                <a:gd name="connsiteY191" fmla="*/ 499371 h 1160647"/>
                <a:gd name="connsiteX192" fmla="*/ 1122787 w 3195788"/>
                <a:gd name="connsiteY192" fmla="*/ 500992 h 1160647"/>
                <a:gd name="connsiteX193" fmla="*/ 1122787 w 3195788"/>
                <a:gd name="connsiteY193" fmla="*/ 512342 h 1160647"/>
                <a:gd name="connsiteX194" fmla="*/ 1149134 w 3195788"/>
                <a:gd name="connsiteY194" fmla="*/ 512342 h 1160647"/>
                <a:gd name="connsiteX195" fmla="*/ 1149134 w 3195788"/>
                <a:gd name="connsiteY195" fmla="*/ 542606 h 1160647"/>
                <a:gd name="connsiteX196" fmla="*/ 1149894 w 3195788"/>
                <a:gd name="connsiteY196" fmla="*/ 542606 h 1160647"/>
                <a:gd name="connsiteX197" fmla="*/ 1155214 w 3195788"/>
                <a:gd name="connsiteY197" fmla="*/ 542606 h 1160647"/>
                <a:gd name="connsiteX198" fmla="*/ 1155214 w 3195788"/>
                <a:gd name="connsiteY198" fmla="*/ 543687 h 1160647"/>
                <a:gd name="connsiteX199" fmla="*/ 1155214 w 3195788"/>
                <a:gd name="connsiteY199" fmla="*/ 551254 h 1160647"/>
                <a:gd name="connsiteX200" fmla="*/ 1159268 w 3195788"/>
                <a:gd name="connsiteY200" fmla="*/ 581518 h 1160647"/>
                <a:gd name="connsiteX201" fmla="*/ 1160028 w 3195788"/>
                <a:gd name="connsiteY201" fmla="*/ 581518 h 1160647"/>
                <a:gd name="connsiteX202" fmla="*/ 1165348 w 3195788"/>
                <a:gd name="connsiteY202" fmla="*/ 581518 h 1160647"/>
                <a:gd name="connsiteX203" fmla="*/ 1165348 w 3195788"/>
                <a:gd name="connsiteY203" fmla="*/ 582329 h 1160647"/>
                <a:gd name="connsiteX204" fmla="*/ 1165348 w 3195788"/>
                <a:gd name="connsiteY204" fmla="*/ 588004 h 1160647"/>
                <a:gd name="connsiteX205" fmla="*/ 1166361 w 3195788"/>
                <a:gd name="connsiteY205" fmla="*/ 588004 h 1160647"/>
                <a:gd name="connsiteX206" fmla="*/ 1173454 w 3195788"/>
                <a:gd name="connsiteY206" fmla="*/ 588004 h 1160647"/>
                <a:gd name="connsiteX207" fmla="*/ 1173454 w 3195788"/>
                <a:gd name="connsiteY207" fmla="*/ 618269 h 1160647"/>
                <a:gd name="connsiteX208" fmla="*/ 1175481 w 3195788"/>
                <a:gd name="connsiteY208" fmla="*/ 618269 h 1160647"/>
                <a:gd name="connsiteX209" fmla="*/ 1189668 w 3195788"/>
                <a:gd name="connsiteY209" fmla="*/ 618269 h 1160647"/>
                <a:gd name="connsiteX210" fmla="*/ 1189668 w 3195788"/>
                <a:gd name="connsiteY210" fmla="*/ 642048 h 1160647"/>
                <a:gd name="connsiteX211" fmla="*/ 1191695 w 3195788"/>
                <a:gd name="connsiteY211" fmla="*/ 643669 h 1160647"/>
                <a:gd name="connsiteX212" fmla="*/ 1191695 w 3195788"/>
                <a:gd name="connsiteY212" fmla="*/ 655019 h 1160647"/>
                <a:gd name="connsiteX213" fmla="*/ 1192455 w 3195788"/>
                <a:gd name="connsiteY213" fmla="*/ 655019 h 1160647"/>
                <a:gd name="connsiteX214" fmla="*/ 1197775 w 3195788"/>
                <a:gd name="connsiteY214" fmla="*/ 655019 h 1160647"/>
                <a:gd name="connsiteX215" fmla="*/ 1197775 w 3195788"/>
                <a:gd name="connsiteY215" fmla="*/ 678798 h 1160647"/>
                <a:gd name="connsiteX216" fmla="*/ 1199041 w 3195788"/>
                <a:gd name="connsiteY216" fmla="*/ 678798 h 1160647"/>
                <a:gd name="connsiteX217" fmla="*/ 1207908 w 3195788"/>
                <a:gd name="connsiteY217" fmla="*/ 678798 h 1160647"/>
                <a:gd name="connsiteX218" fmla="*/ 1209935 w 3195788"/>
                <a:gd name="connsiteY218" fmla="*/ 682852 h 1160647"/>
                <a:gd name="connsiteX219" fmla="*/ 1209935 w 3195788"/>
                <a:gd name="connsiteY219" fmla="*/ 696093 h 1160647"/>
                <a:gd name="connsiteX220" fmla="*/ 1211455 w 3195788"/>
                <a:gd name="connsiteY220" fmla="*/ 694201 h 1160647"/>
                <a:gd name="connsiteX221" fmla="*/ 1222095 w 3195788"/>
                <a:gd name="connsiteY221" fmla="*/ 680960 h 1160647"/>
                <a:gd name="connsiteX222" fmla="*/ 1250469 w 3195788"/>
                <a:gd name="connsiteY222" fmla="*/ 680960 h 1160647"/>
                <a:gd name="connsiteX223" fmla="*/ 1250469 w 3195788"/>
                <a:gd name="connsiteY223" fmla="*/ 767431 h 1160647"/>
                <a:gd name="connsiteX224" fmla="*/ 1251229 w 3195788"/>
                <a:gd name="connsiteY224" fmla="*/ 767431 h 1160647"/>
                <a:gd name="connsiteX225" fmla="*/ 1256549 w 3195788"/>
                <a:gd name="connsiteY225" fmla="*/ 767431 h 1160647"/>
                <a:gd name="connsiteX226" fmla="*/ 1257309 w 3195788"/>
                <a:gd name="connsiteY226" fmla="*/ 766080 h 1160647"/>
                <a:gd name="connsiteX227" fmla="*/ 1262629 w 3195788"/>
                <a:gd name="connsiteY227" fmla="*/ 756622 h 1160647"/>
                <a:gd name="connsiteX228" fmla="*/ 1262629 w 3195788"/>
                <a:gd name="connsiteY228" fmla="*/ 758514 h 1160647"/>
                <a:gd name="connsiteX229" fmla="*/ 1262629 w 3195788"/>
                <a:gd name="connsiteY229" fmla="*/ 771755 h 1160647"/>
                <a:gd name="connsiteX230" fmla="*/ 1266682 w 3195788"/>
                <a:gd name="connsiteY230" fmla="*/ 726358 h 1160647"/>
                <a:gd name="connsiteX231" fmla="*/ 1267442 w 3195788"/>
                <a:gd name="connsiteY231" fmla="*/ 726358 h 1160647"/>
                <a:gd name="connsiteX232" fmla="*/ 1272762 w 3195788"/>
                <a:gd name="connsiteY232" fmla="*/ 726358 h 1160647"/>
                <a:gd name="connsiteX233" fmla="*/ 1272762 w 3195788"/>
                <a:gd name="connsiteY233" fmla="*/ 661504 h 1160647"/>
                <a:gd name="connsiteX234" fmla="*/ 1273776 w 3195788"/>
                <a:gd name="connsiteY234" fmla="*/ 661504 h 1160647"/>
                <a:gd name="connsiteX235" fmla="*/ 1280869 w 3195788"/>
                <a:gd name="connsiteY235" fmla="*/ 661504 h 1160647"/>
                <a:gd name="connsiteX236" fmla="*/ 1293029 w 3195788"/>
                <a:gd name="connsiteY236" fmla="*/ 618269 h 1160647"/>
                <a:gd name="connsiteX237" fmla="*/ 1294296 w 3195788"/>
                <a:gd name="connsiteY237" fmla="*/ 618269 h 1160647"/>
                <a:gd name="connsiteX238" fmla="*/ 1303163 w 3195788"/>
                <a:gd name="connsiteY238" fmla="*/ 618269 h 1160647"/>
                <a:gd name="connsiteX239" fmla="*/ 1313296 w 3195788"/>
                <a:gd name="connsiteY239" fmla="*/ 661504 h 1160647"/>
                <a:gd name="connsiteX240" fmla="*/ 1314309 w 3195788"/>
                <a:gd name="connsiteY240" fmla="*/ 661504 h 1160647"/>
                <a:gd name="connsiteX241" fmla="*/ 1321403 w 3195788"/>
                <a:gd name="connsiteY241" fmla="*/ 661504 h 1160647"/>
                <a:gd name="connsiteX242" fmla="*/ 1321403 w 3195788"/>
                <a:gd name="connsiteY242" fmla="*/ 700416 h 1160647"/>
                <a:gd name="connsiteX243" fmla="*/ 1323176 w 3195788"/>
                <a:gd name="connsiteY243" fmla="*/ 700416 h 1160647"/>
                <a:gd name="connsiteX244" fmla="*/ 1335590 w 3195788"/>
                <a:gd name="connsiteY244" fmla="*/ 700416 h 1160647"/>
                <a:gd name="connsiteX245" fmla="*/ 1335590 w 3195788"/>
                <a:gd name="connsiteY245" fmla="*/ 702578 h 1160647"/>
                <a:gd name="connsiteX246" fmla="*/ 1335590 w 3195788"/>
                <a:gd name="connsiteY246" fmla="*/ 717710 h 1160647"/>
                <a:gd name="connsiteX247" fmla="*/ 1339643 w 3195788"/>
                <a:gd name="connsiteY247" fmla="*/ 715549 h 1160647"/>
                <a:gd name="connsiteX248" fmla="*/ 1339643 w 3195788"/>
                <a:gd name="connsiteY248" fmla="*/ 700416 h 1160647"/>
                <a:gd name="connsiteX249" fmla="*/ 1341163 w 3195788"/>
                <a:gd name="connsiteY249" fmla="*/ 700416 h 1160647"/>
                <a:gd name="connsiteX250" fmla="*/ 1351803 w 3195788"/>
                <a:gd name="connsiteY250" fmla="*/ 700416 h 1160647"/>
                <a:gd name="connsiteX251" fmla="*/ 1351803 w 3195788"/>
                <a:gd name="connsiteY251" fmla="*/ 702037 h 1160647"/>
                <a:gd name="connsiteX252" fmla="*/ 1351803 w 3195788"/>
                <a:gd name="connsiteY252" fmla="*/ 713387 h 1160647"/>
                <a:gd name="connsiteX253" fmla="*/ 1382204 w 3195788"/>
                <a:gd name="connsiteY253" fmla="*/ 713387 h 1160647"/>
                <a:gd name="connsiteX254" fmla="*/ 1382204 w 3195788"/>
                <a:gd name="connsiteY254" fmla="*/ 676637 h 1160647"/>
                <a:gd name="connsiteX255" fmla="*/ 1383470 w 3195788"/>
                <a:gd name="connsiteY255" fmla="*/ 676637 h 1160647"/>
                <a:gd name="connsiteX256" fmla="*/ 1392337 w 3195788"/>
                <a:gd name="connsiteY256" fmla="*/ 676637 h 1160647"/>
                <a:gd name="connsiteX257" fmla="*/ 1392337 w 3195788"/>
                <a:gd name="connsiteY257" fmla="*/ 698254 h 1160647"/>
                <a:gd name="connsiteX258" fmla="*/ 1394364 w 3195788"/>
                <a:gd name="connsiteY258" fmla="*/ 665828 h 1160647"/>
                <a:gd name="connsiteX259" fmla="*/ 1416657 w 3195788"/>
                <a:gd name="connsiteY259" fmla="*/ 665828 h 1160647"/>
                <a:gd name="connsiteX260" fmla="*/ 1416657 w 3195788"/>
                <a:gd name="connsiteY260" fmla="*/ 664206 h 1160647"/>
                <a:gd name="connsiteX261" fmla="*/ 1416657 w 3195788"/>
                <a:gd name="connsiteY261" fmla="*/ 652857 h 1160647"/>
                <a:gd name="connsiteX262" fmla="*/ 1417417 w 3195788"/>
                <a:gd name="connsiteY262" fmla="*/ 652857 h 1160647"/>
                <a:gd name="connsiteX263" fmla="*/ 1422737 w 3195788"/>
                <a:gd name="connsiteY263" fmla="*/ 652857 h 1160647"/>
                <a:gd name="connsiteX264" fmla="*/ 1422737 w 3195788"/>
                <a:gd name="connsiteY264" fmla="*/ 650966 h 1160647"/>
                <a:gd name="connsiteX265" fmla="*/ 1422737 w 3195788"/>
                <a:gd name="connsiteY265" fmla="*/ 637725 h 1160647"/>
                <a:gd name="connsiteX266" fmla="*/ 1426791 w 3195788"/>
                <a:gd name="connsiteY266" fmla="*/ 644210 h 1160647"/>
                <a:gd name="connsiteX267" fmla="*/ 1429071 w 3195788"/>
                <a:gd name="connsiteY267" fmla="*/ 644210 h 1160647"/>
                <a:gd name="connsiteX268" fmla="*/ 1445031 w 3195788"/>
                <a:gd name="connsiteY268" fmla="*/ 644210 h 1160647"/>
                <a:gd name="connsiteX269" fmla="*/ 1445031 w 3195788"/>
                <a:gd name="connsiteY269" fmla="*/ 643399 h 1160647"/>
                <a:gd name="connsiteX270" fmla="*/ 1445031 w 3195788"/>
                <a:gd name="connsiteY270" fmla="*/ 637725 h 1160647"/>
                <a:gd name="connsiteX271" fmla="*/ 1445791 w 3195788"/>
                <a:gd name="connsiteY271" fmla="*/ 637725 h 1160647"/>
                <a:gd name="connsiteX272" fmla="*/ 1451111 w 3195788"/>
                <a:gd name="connsiteY272" fmla="*/ 637725 h 1160647"/>
                <a:gd name="connsiteX273" fmla="*/ 1451111 w 3195788"/>
                <a:gd name="connsiteY273" fmla="*/ 639076 h 1160647"/>
                <a:gd name="connsiteX274" fmla="*/ 1451111 w 3195788"/>
                <a:gd name="connsiteY274" fmla="*/ 648534 h 1160647"/>
                <a:gd name="connsiteX275" fmla="*/ 1489618 w 3195788"/>
                <a:gd name="connsiteY275" fmla="*/ 648534 h 1160647"/>
                <a:gd name="connsiteX276" fmla="*/ 1489618 w 3195788"/>
                <a:gd name="connsiteY276" fmla="*/ 786887 h 1160647"/>
                <a:gd name="connsiteX277" fmla="*/ 1491138 w 3195788"/>
                <a:gd name="connsiteY277" fmla="*/ 786887 h 1160647"/>
                <a:gd name="connsiteX278" fmla="*/ 1501778 w 3195788"/>
                <a:gd name="connsiteY278" fmla="*/ 786887 h 1160647"/>
                <a:gd name="connsiteX279" fmla="*/ 1501778 w 3195788"/>
                <a:gd name="connsiteY279" fmla="*/ 773917 h 1160647"/>
                <a:gd name="connsiteX280" fmla="*/ 1505832 w 3195788"/>
                <a:gd name="connsiteY280" fmla="*/ 773917 h 1160647"/>
                <a:gd name="connsiteX281" fmla="*/ 1505832 w 3195788"/>
                <a:gd name="connsiteY281" fmla="*/ 786887 h 1160647"/>
                <a:gd name="connsiteX282" fmla="*/ 1536232 w 3195788"/>
                <a:gd name="connsiteY282" fmla="*/ 786887 h 1160647"/>
                <a:gd name="connsiteX283" fmla="*/ 1536232 w 3195788"/>
                <a:gd name="connsiteY283" fmla="*/ 756622 h 1160647"/>
                <a:gd name="connsiteX284" fmla="*/ 1548392 w 3195788"/>
                <a:gd name="connsiteY284" fmla="*/ 756622 h 1160647"/>
                <a:gd name="connsiteX285" fmla="*/ 1560552 w 3195788"/>
                <a:gd name="connsiteY285" fmla="*/ 754461 h 1160647"/>
                <a:gd name="connsiteX286" fmla="*/ 1564606 w 3195788"/>
                <a:gd name="connsiteY286" fmla="*/ 756622 h 1160647"/>
                <a:gd name="connsiteX287" fmla="*/ 1574739 w 3195788"/>
                <a:gd name="connsiteY287" fmla="*/ 756622 h 1160647"/>
                <a:gd name="connsiteX288" fmla="*/ 1574739 w 3195788"/>
                <a:gd name="connsiteY288" fmla="*/ 786887 h 1160647"/>
                <a:gd name="connsiteX289" fmla="*/ 1582846 w 3195788"/>
                <a:gd name="connsiteY289" fmla="*/ 786887 h 1160647"/>
                <a:gd name="connsiteX290" fmla="*/ 1582846 w 3195788"/>
                <a:gd name="connsiteY290" fmla="*/ 804182 h 1160647"/>
                <a:gd name="connsiteX291" fmla="*/ 1592182 w 3195788"/>
                <a:gd name="connsiteY291" fmla="*/ 805087 h 1160647"/>
                <a:gd name="connsiteX292" fmla="*/ 1605140 w 3195788"/>
                <a:gd name="connsiteY292" fmla="*/ 805087 h 1160647"/>
                <a:gd name="connsiteX293" fmla="*/ 1605140 w 3195788"/>
                <a:gd name="connsiteY293" fmla="*/ 789049 h 1160647"/>
                <a:gd name="connsiteX294" fmla="*/ 1673096 w 3195788"/>
                <a:gd name="connsiteY294" fmla="*/ 789049 h 1160647"/>
                <a:gd name="connsiteX295" fmla="*/ 1673096 w 3195788"/>
                <a:gd name="connsiteY295" fmla="*/ 703796 h 1160647"/>
                <a:gd name="connsiteX296" fmla="*/ 1745104 w 3195788"/>
                <a:gd name="connsiteY296" fmla="*/ 703796 h 1160647"/>
                <a:gd name="connsiteX297" fmla="*/ 1745104 w 3195788"/>
                <a:gd name="connsiteY297" fmla="*/ 782564 h 1160647"/>
                <a:gd name="connsiteX298" fmla="*/ 1747008 w 3195788"/>
                <a:gd name="connsiteY298" fmla="*/ 782564 h 1160647"/>
                <a:gd name="connsiteX299" fmla="*/ 1748250 w 3195788"/>
                <a:gd name="connsiteY299" fmla="*/ 805087 h 1160647"/>
                <a:gd name="connsiteX300" fmla="*/ 1757926 w 3195788"/>
                <a:gd name="connsiteY300" fmla="*/ 805087 h 1160647"/>
                <a:gd name="connsiteX301" fmla="*/ 1759168 w 3195788"/>
                <a:gd name="connsiteY301" fmla="*/ 782564 h 1160647"/>
                <a:gd name="connsiteX302" fmla="*/ 1765248 w 3195788"/>
                <a:gd name="connsiteY302" fmla="*/ 782564 h 1160647"/>
                <a:gd name="connsiteX303" fmla="*/ 1766490 w 3195788"/>
                <a:gd name="connsiteY303" fmla="*/ 805087 h 1160647"/>
                <a:gd name="connsiteX304" fmla="*/ 1817112 w 3195788"/>
                <a:gd name="connsiteY304" fmla="*/ 805087 h 1160647"/>
                <a:gd name="connsiteX305" fmla="*/ 1817112 w 3195788"/>
                <a:gd name="connsiteY305" fmla="*/ 642059 h 1160647"/>
                <a:gd name="connsiteX306" fmla="*/ 2014439 w 3195788"/>
                <a:gd name="connsiteY306" fmla="*/ 642059 h 1160647"/>
                <a:gd name="connsiteX307" fmla="*/ 2014439 w 3195788"/>
                <a:gd name="connsiteY307" fmla="*/ 805087 h 1160647"/>
                <a:gd name="connsiteX308" fmla="*/ 2033136 w 3195788"/>
                <a:gd name="connsiteY308" fmla="*/ 805087 h 1160647"/>
                <a:gd name="connsiteX309" fmla="*/ 2033136 w 3195788"/>
                <a:gd name="connsiteY309" fmla="*/ 722394 h 1160647"/>
                <a:gd name="connsiteX310" fmla="*/ 2128256 w 3195788"/>
                <a:gd name="connsiteY310" fmla="*/ 722394 h 1160647"/>
                <a:gd name="connsiteX311" fmla="*/ 2140186 w 3195788"/>
                <a:gd name="connsiteY311" fmla="*/ 404253 h 1160647"/>
                <a:gd name="connsiteX312" fmla="*/ 2128026 w 3195788"/>
                <a:gd name="connsiteY312" fmla="*/ 382635 h 1160647"/>
                <a:gd name="connsiteX313" fmla="*/ 2121946 w 3195788"/>
                <a:gd name="connsiteY313" fmla="*/ 378311 h 1160647"/>
                <a:gd name="connsiteX314" fmla="*/ 2130053 w 3195788"/>
                <a:gd name="connsiteY314" fmla="*/ 354532 h 1160647"/>
                <a:gd name="connsiteX315" fmla="*/ 2130053 w 3195788"/>
                <a:gd name="connsiteY315" fmla="*/ 337238 h 1160647"/>
                <a:gd name="connsiteX316" fmla="*/ 2144240 w 3195788"/>
                <a:gd name="connsiteY316" fmla="*/ 337238 h 1160647"/>
                <a:gd name="connsiteX317" fmla="*/ 2144240 w 3195788"/>
                <a:gd name="connsiteY317" fmla="*/ 315620 h 1160647"/>
                <a:gd name="connsiteX318" fmla="*/ 2146266 w 3195788"/>
                <a:gd name="connsiteY318" fmla="*/ 311296 h 1160647"/>
                <a:gd name="connsiteX319" fmla="*/ 2146266 w 3195788"/>
                <a:gd name="connsiteY319" fmla="*/ 233472 h 1160647"/>
                <a:gd name="connsiteX320" fmla="*/ 2144240 w 3195788"/>
                <a:gd name="connsiteY320" fmla="*/ 226987 h 1160647"/>
                <a:gd name="connsiteX321" fmla="*/ 2150320 w 3195788"/>
                <a:gd name="connsiteY321" fmla="*/ 220501 h 1160647"/>
                <a:gd name="connsiteX322" fmla="*/ 2150320 w 3195788"/>
                <a:gd name="connsiteY322" fmla="*/ 162133 h 1160647"/>
                <a:gd name="connsiteX323" fmla="*/ 2152346 w 3195788"/>
                <a:gd name="connsiteY323" fmla="*/ 157810 h 1160647"/>
                <a:gd name="connsiteX324" fmla="*/ 2152346 w 3195788"/>
                <a:gd name="connsiteY324" fmla="*/ 101604 h 1160647"/>
                <a:gd name="connsiteX325" fmla="*/ 2154373 w 3195788"/>
                <a:gd name="connsiteY325" fmla="*/ 82148 h 1160647"/>
                <a:gd name="connsiteX326" fmla="*/ 2158427 w 3195788"/>
                <a:gd name="connsiteY326" fmla="*/ 99442 h 1160647"/>
                <a:gd name="connsiteX327" fmla="*/ 2160453 w 3195788"/>
                <a:gd name="connsiteY327" fmla="*/ 157810 h 1160647"/>
                <a:gd name="connsiteX328" fmla="*/ 2162480 w 3195788"/>
                <a:gd name="connsiteY328" fmla="*/ 220501 h 1160647"/>
                <a:gd name="connsiteX329" fmla="*/ 2168560 w 3195788"/>
                <a:gd name="connsiteY329" fmla="*/ 226987 h 1160647"/>
                <a:gd name="connsiteX330" fmla="*/ 2166533 w 3195788"/>
                <a:gd name="connsiteY330" fmla="*/ 233472 h 1160647"/>
                <a:gd name="connsiteX331" fmla="*/ 2166533 w 3195788"/>
                <a:gd name="connsiteY331" fmla="*/ 311296 h 1160647"/>
                <a:gd name="connsiteX332" fmla="*/ 2168560 w 3195788"/>
                <a:gd name="connsiteY332" fmla="*/ 315620 h 1160647"/>
                <a:gd name="connsiteX333" fmla="*/ 2168560 w 3195788"/>
                <a:gd name="connsiteY333" fmla="*/ 337238 h 1160647"/>
                <a:gd name="connsiteX334" fmla="*/ 2182747 w 3195788"/>
                <a:gd name="connsiteY334" fmla="*/ 337238 h 1160647"/>
                <a:gd name="connsiteX335" fmla="*/ 2182747 w 3195788"/>
                <a:gd name="connsiteY335" fmla="*/ 354532 h 1160647"/>
                <a:gd name="connsiteX336" fmla="*/ 2190854 w 3195788"/>
                <a:gd name="connsiteY336" fmla="*/ 378311 h 1160647"/>
                <a:gd name="connsiteX337" fmla="*/ 2184774 w 3195788"/>
                <a:gd name="connsiteY337" fmla="*/ 382635 h 1160647"/>
                <a:gd name="connsiteX338" fmla="*/ 2172613 w 3195788"/>
                <a:gd name="connsiteY338" fmla="*/ 404253 h 1160647"/>
                <a:gd name="connsiteX339" fmla="*/ 2180720 w 3195788"/>
                <a:gd name="connsiteY339" fmla="*/ 657181 h 1160647"/>
                <a:gd name="connsiteX340" fmla="*/ 2245574 w 3195788"/>
                <a:gd name="connsiteY340" fmla="*/ 657181 h 1160647"/>
                <a:gd name="connsiteX341" fmla="*/ 2245574 w 3195788"/>
                <a:gd name="connsiteY341" fmla="*/ 732843 h 1160647"/>
                <a:gd name="connsiteX342" fmla="*/ 2253681 w 3195788"/>
                <a:gd name="connsiteY342" fmla="*/ 732843 h 1160647"/>
                <a:gd name="connsiteX343" fmla="*/ 2255708 w 3195788"/>
                <a:gd name="connsiteY343" fmla="*/ 726358 h 1160647"/>
                <a:gd name="connsiteX344" fmla="*/ 2261788 w 3195788"/>
                <a:gd name="connsiteY344" fmla="*/ 726358 h 1160647"/>
                <a:gd name="connsiteX345" fmla="*/ 2263815 w 3195788"/>
                <a:gd name="connsiteY345" fmla="*/ 735005 h 1160647"/>
                <a:gd name="connsiteX346" fmla="*/ 2275975 w 3195788"/>
                <a:gd name="connsiteY346" fmla="*/ 735005 h 1160647"/>
                <a:gd name="connsiteX347" fmla="*/ 2275975 w 3195788"/>
                <a:gd name="connsiteY347" fmla="*/ 728519 h 1160647"/>
                <a:gd name="connsiteX348" fmla="*/ 2298268 w 3195788"/>
                <a:gd name="connsiteY348" fmla="*/ 728519 h 1160647"/>
                <a:gd name="connsiteX349" fmla="*/ 2298268 w 3195788"/>
                <a:gd name="connsiteY349" fmla="*/ 735005 h 1160647"/>
                <a:gd name="connsiteX350" fmla="*/ 2318535 w 3195788"/>
                <a:gd name="connsiteY350" fmla="*/ 735005 h 1160647"/>
                <a:gd name="connsiteX351" fmla="*/ 2318535 w 3195788"/>
                <a:gd name="connsiteY351" fmla="*/ 780402 h 1160647"/>
                <a:gd name="connsiteX352" fmla="*/ 2332722 w 3195788"/>
                <a:gd name="connsiteY352" fmla="*/ 780402 h 1160647"/>
                <a:gd name="connsiteX353" fmla="*/ 2332722 w 3195788"/>
                <a:gd name="connsiteY353" fmla="*/ 767431 h 1160647"/>
                <a:gd name="connsiteX354" fmla="*/ 2348936 w 3195788"/>
                <a:gd name="connsiteY354" fmla="*/ 767431 h 1160647"/>
                <a:gd name="connsiteX355" fmla="*/ 2348936 w 3195788"/>
                <a:gd name="connsiteY355" fmla="*/ 588004 h 1160647"/>
                <a:gd name="connsiteX356" fmla="*/ 2355016 w 3195788"/>
                <a:gd name="connsiteY356" fmla="*/ 581518 h 1160647"/>
                <a:gd name="connsiteX357" fmla="*/ 2427977 w 3195788"/>
                <a:gd name="connsiteY357" fmla="*/ 581518 h 1160647"/>
                <a:gd name="connsiteX358" fmla="*/ 2427977 w 3195788"/>
                <a:gd name="connsiteY358" fmla="*/ 590166 h 1160647"/>
                <a:gd name="connsiteX359" fmla="*/ 2438110 w 3195788"/>
                <a:gd name="connsiteY359" fmla="*/ 590166 h 1160647"/>
                <a:gd name="connsiteX360" fmla="*/ 2438110 w 3195788"/>
                <a:gd name="connsiteY360" fmla="*/ 704740 h 1160647"/>
                <a:gd name="connsiteX361" fmla="*/ 2460404 w 3195788"/>
                <a:gd name="connsiteY361" fmla="*/ 704740 h 1160647"/>
                <a:gd name="connsiteX362" fmla="*/ 2460404 w 3195788"/>
                <a:gd name="connsiteY362" fmla="*/ 637725 h 1160647"/>
                <a:gd name="connsiteX363" fmla="*/ 2486751 w 3195788"/>
                <a:gd name="connsiteY363" fmla="*/ 637725 h 1160647"/>
                <a:gd name="connsiteX364" fmla="*/ 2490804 w 3195788"/>
                <a:gd name="connsiteY364" fmla="*/ 633401 h 1160647"/>
                <a:gd name="connsiteX365" fmla="*/ 2498911 w 3195788"/>
                <a:gd name="connsiteY365" fmla="*/ 633401 h 1160647"/>
                <a:gd name="connsiteX366" fmla="*/ 2502964 w 3195788"/>
                <a:gd name="connsiteY366" fmla="*/ 637725 h 1160647"/>
                <a:gd name="connsiteX367" fmla="*/ 2525258 w 3195788"/>
                <a:gd name="connsiteY367" fmla="*/ 637725 h 1160647"/>
                <a:gd name="connsiteX368" fmla="*/ 2525258 w 3195788"/>
                <a:gd name="connsiteY368" fmla="*/ 520989 h 1160647"/>
                <a:gd name="connsiteX369" fmla="*/ 2582005 w 3195788"/>
                <a:gd name="connsiteY369" fmla="*/ 510180 h 1160647"/>
                <a:gd name="connsiteX370" fmla="*/ 2582005 w 3195788"/>
                <a:gd name="connsiteY370" fmla="*/ 511261 h 1160647"/>
                <a:gd name="connsiteX371" fmla="*/ 2582005 w 3195788"/>
                <a:gd name="connsiteY371" fmla="*/ 518827 h 1160647"/>
                <a:gd name="connsiteX372" fmla="*/ 2608352 w 3195788"/>
                <a:gd name="connsiteY372" fmla="*/ 518827 h 1160647"/>
                <a:gd name="connsiteX373" fmla="*/ 2608352 w 3195788"/>
                <a:gd name="connsiteY373" fmla="*/ 773917 h 1160647"/>
                <a:gd name="connsiteX374" fmla="*/ 2630646 w 3195788"/>
                <a:gd name="connsiteY374" fmla="*/ 773917 h 1160647"/>
                <a:gd name="connsiteX375" fmla="*/ 2630646 w 3195788"/>
                <a:gd name="connsiteY375" fmla="*/ 769593 h 1160647"/>
                <a:gd name="connsiteX376" fmla="*/ 2642806 w 3195788"/>
                <a:gd name="connsiteY376" fmla="*/ 769593 h 1160647"/>
                <a:gd name="connsiteX377" fmla="*/ 2642806 w 3195788"/>
                <a:gd name="connsiteY377" fmla="*/ 773917 h 1160647"/>
                <a:gd name="connsiteX378" fmla="*/ 2667126 w 3195788"/>
                <a:gd name="connsiteY378" fmla="*/ 773917 h 1160647"/>
                <a:gd name="connsiteX379" fmla="*/ 2667126 w 3195788"/>
                <a:gd name="connsiteY379" fmla="*/ 760946 h 1160647"/>
                <a:gd name="connsiteX380" fmla="*/ 2695500 w 3195788"/>
                <a:gd name="connsiteY380" fmla="*/ 760946 h 1160647"/>
                <a:gd name="connsiteX381" fmla="*/ 2707660 w 3195788"/>
                <a:gd name="connsiteY381" fmla="*/ 756622 h 1160647"/>
                <a:gd name="connsiteX382" fmla="*/ 2727927 w 3195788"/>
                <a:gd name="connsiteY382" fmla="*/ 760946 h 1160647"/>
                <a:gd name="connsiteX383" fmla="*/ 2727927 w 3195788"/>
                <a:gd name="connsiteY383" fmla="*/ 743652 h 1160647"/>
                <a:gd name="connsiteX384" fmla="*/ 2736034 w 3195788"/>
                <a:gd name="connsiteY384" fmla="*/ 743652 h 1160647"/>
                <a:gd name="connsiteX385" fmla="*/ 2736034 w 3195788"/>
                <a:gd name="connsiteY385" fmla="*/ 730681 h 1160647"/>
                <a:gd name="connsiteX386" fmla="*/ 2792781 w 3195788"/>
                <a:gd name="connsiteY386" fmla="*/ 730681 h 1160647"/>
                <a:gd name="connsiteX387" fmla="*/ 2792781 w 3195788"/>
                <a:gd name="connsiteY387" fmla="*/ 700416 h 1160647"/>
                <a:gd name="connsiteX388" fmla="*/ 2811021 w 3195788"/>
                <a:gd name="connsiteY388" fmla="*/ 700416 h 1160647"/>
                <a:gd name="connsiteX389" fmla="*/ 2811021 w 3195788"/>
                <a:gd name="connsiteY389" fmla="*/ 693931 h 1160647"/>
                <a:gd name="connsiteX390" fmla="*/ 2823181 w 3195788"/>
                <a:gd name="connsiteY390" fmla="*/ 693931 h 1160647"/>
                <a:gd name="connsiteX391" fmla="*/ 2823181 w 3195788"/>
                <a:gd name="connsiteY391" fmla="*/ 700416 h 1160647"/>
                <a:gd name="connsiteX392" fmla="*/ 2839395 w 3195788"/>
                <a:gd name="connsiteY392" fmla="*/ 700416 h 1160647"/>
                <a:gd name="connsiteX393" fmla="*/ 2839395 w 3195788"/>
                <a:gd name="connsiteY393" fmla="*/ 750137 h 1160647"/>
                <a:gd name="connsiteX394" fmla="*/ 2871822 w 3195788"/>
                <a:gd name="connsiteY394" fmla="*/ 750137 h 1160647"/>
                <a:gd name="connsiteX395" fmla="*/ 2871822 w 3195788"/>
                <a:gd name="connsiteY395" fmla="*/ 724196 h 1160647"/>
                <a:gd name="connsiteX396" fmla="*/ 2910329 w 3195788"/>
                <a:gd name="connsiteY396" fmla="*/ 724196 h 1160647"/>
                <a:gd name="connsiteX397" fmla="*/ 2910329 w 3195788"/>
                <a:gd name="connsiteY397" fmla="*/ 693931 h 1160647"/>
                <a:gd name="connsiteX398" fmla="*/ 2958970 w 3195788"/>
                <a:gd name="connsiteY398" fmla="*/ 693931 h 1160647"/>
                <a:gd name="connsiteX399" fmla="*/ 2958970 w 3195788"/>
                <a:gd name="connsiteY399" fmla="*/ 805087 h 1160647"/>
                <a:gd name="connsiteX400" fmla="*/ 2958970 w 3195788"/>
                <a:gd name="connsiteY400" fmla="*/ 818866 h 1160647"/>
                <a:gd name="connsiteX401" fmla="*/ 2968113 w 3195788"/>
                <a:gd name="connsiteY401" fmla="*/ 818866 h 1160647"/>
                <a:gd name="connsiteX402" fmla="*/ 2968113 w 3195788"/>
                <a:gd name="connsiteY402" fmla="*/ 762555 h 1160647"/>
                <a:gd name="connsiteX403" fmla="*/ 2971450 w 3195788"/>
                <a:gd name="connsiteY403" fmla="*/ 756622 h 1160647"/>
                <a:gd name="connsiteX404" fmla="*/ 2971450 w 3195788"/>
                <a:gd name="connsiteY404" fmla="*/ 758514 h 1160647"/>
                <a:gd name="connsiteX405" fmla="*/ 2971450 w 3195788"/>
                <a:gd name="connsiteY405" fmla="*/ 771755 h 1160647"/>
                <a:gd name="connsiteX406" fmla="*/ 2975503 w 3195788"/>
                <a:gd name="connsiteY406" fmla="*/ 726358 h 1160647"/>
                <a:gd name="connsiteX407" fmla="*/ 2976263 w 3195788"/>
                <a:gd name="connsiteY407" fmla="*/ 726358 h 1160647"/>
                <a:gd name="connsiteX408" fmla="*/ 2981583 w 3195788"/>
                <a:gd name="connsiteY408" fmla="*/ 726358 h 1160647"/>
                <a:gd name="connsiteX409" fmla="*/ 2981583 w 3195788"/>
                <a:gd name="connsiteY409" fmla="*/ 661504 h 1160647"/>
                <a:gd name="connsiteX410" fmla="*/ 2982597 w 3195788"/>
                <a:gd name="connsiteY410" fmla="*/ 661504 h 1160647"/>
                <a:gd name="connsiteX411" fmla="*/ 2989690 w 3195788"/>
                <a:gd name="connsiteY411" fmla="*/ 661504 h 1160647"/>
                <a:gd name="connsiteX412" fmla="*/ 3001850 w 3195788"/>
                <a:gd name="connsiteY412" fmla="*/ 618269 h 1160647"/>
                <a:gd name="connsiteX413" fmla="*/ 3003117 w 3195788"/>
                <a:gd name="connsiteY413" fmla="*/ 618269 h 1160647"/>
                <a:gd name="connsiteX414" fmla="*/ 3011984 w 3195788"/>
                <a:gd name="connsiteY414" fmla="*/ 618269 h 1160647"/>
                <a:gd name="connsiteX415" fmla="*/ 3022117 w 3195788"/>
                <a:gd name="connsiteY415" fmla="*/ 661504 h 1160647"/>
                <a:gd name="connsiteX416" fmla="*/ 3023130 w 3195788"/>
                <a:gd name="connsiteY416" fmla="*/ 661504 h 1160647"/>
                <a:gd name="connsiteX417" fmla="*/ 3030224 w 3195788"/>
                <a:gd name="connsiteY417" fmla="*/ 661504 h 1160647"/>
                <a:gd name="connsiteX418" fmla="*/ 3030224 w 3195788"/>
                <a:gd name="connsiteY418" fmla="*/ 700416 h 1160647"/>
                <a:gd name="connsiteX419" fmla="*/ 3031997 w 3195788"/>
                <a:gd name="connsiteY419" fmla="*/ 700416 h 1160647"/>
                <a:gd name="connsiteX420" fmla="*/ 3044411 w 3195788"/>
                <a:gd name="connsiteY420" fmla="*/ 700416 h 1160647"/>
                <a:gd name="connsiteX421" fmla="*/ 3044411 w 3195788"/>
                <a:gd name="connsiteY421" fmla="*/ 702578 h 1160647"/>
                <a:gd name="connsiteX422" fmla="*/ 3044411 w 3195788"/>
                <a:gd name="connsiteY422" fmla="*/ 717710 h 1160647"/>
                <a:gd name="connsiteX423" fmla="*/ 3048464 w 3195788"/>
                <a:gd name="connsiteY423" fmla="*/ 715549 h 1160647"/>
                <a:gd name="connsiteX424" fmla="*/ 3048464 w 3195788"/>
                <a:gd name="connsiteY424" fmla="*/ 700416 h 1160647"/>
                <a:gd name="connsiteX425" fmla="*/ 3049984 w 3195788"/>
                <a:gd name="connsiteY425" fmla="*/ 700416 h 1160647"/>
                <a:gd name="connsiteX426" fmla="*/ 3060624 w 3195788"/>
                <a:gd name="connsiteY426" fmla="*/ 700416 h 1160647"/>
                <a:gd name="connsiteX427" fmla="*/ 3060624 w 3195788"/>
                <a:gd name="connsiteY427" fmla="*/ 702037 h 1160647"/>
                <a:gd name="connsiteX428" fmla="*/ 3060624 w 3195788"/>
                <a:gd name="connsiteY428" fmla="*/ 713387 h 1160647"/>
                <a:gd name="connsiteX429" fmla="*/ 3091025 w 3195788"/>
                <a:gd name="connsiteY429" fmla="*/ 713387 h 1160647"/>
                <a:gd name="connsiteX430" fmla="*/ 3091025 w 3195788"/>
                <a:gd name="connsiteY430" fmla="*/ 676637 h 1160647"/>
                <a:gd name="connsiteX431" fmla="*/ 3092291 w 3195788"/>
                <a:gd name="connsiteY431" fmla="*/ 676637 h 1160647"/>
                <a:gd name="connsiteX432" fmla="*/ 3101158 w 3195788"/>
                <a:gd name="connsiteY432" fmla="*/ 676637 h 1160647"/>
                <a:gd name="connsiteX433" fmla="*/ 3101158 w 3195788"/>
                <a:gd name="connsiteY433" fmla="*/ 698254 h 1160647"/>
                <a:gd name="connsiteX434" fmla="*/ 3103185 w 3195788"/>
                <a:gd name="connsiteY434" fmla="*/ 665828 h 1160647"/>
                <a:gd name="connsiteX435" fmla="*/ 3125478 w 3195788"/>
                <a:gd name="connsiteY435" fmla="*/ 665828 h 1160647"/>
                <a:gd name="connsiteX436" fmla="*/ 3125478 w 3195788"/>
                <a:gd name="connsiteY436" fmla="*/ 664206 h 1160647"/>
                <a:gd name="connsiteX437" fmla="*/ 3125478 w 3195788"/>
                <a:gd name="connsiteY437" fmla="*/ 652857 h 1160647"/>
                <a:gd name="connsiteX438" fmla="*/ 3126238 w 3195788"/>
                <a:gd name="connsiteY438" fmla="*/ 652857 h 1160647"/>
                <a:gd name="connsiteX439" fmla="*/ 3131558 w 3195788"/>
                <a:gd name="connsiteY439" fmla="*/ 652857 h 1160647"/>
                <a:gd name="connsiteX440" fmla="*/ 3131558 w 3195788"/>
                <a:gd name="connsiteY440" fmla="*/ 650966 h 1160647"/>
                <a:gd name="connsiteX441" fmla="*/ 3131558 w 3195788"/>
                <a:gd name="connsiteY441" fmla="*/ 637725 h 1160647"/>
                <a:gd name="connsiteX442" fmla="*/ 3135612 w 3195788"/>
                <a:gd name="connsiteY442" fmla="*/ 644210 h 1160647"/>
                <a:gd name="connsiteX443" fmla="*/ 3137892 w 3195788"/>
                <a:gd name="connsiteY443" fmla="*/ 644210 h 1160647"/>
                <a:gd name="connsiteX444" fmla="*/ 3153852 w 3195788"/>
                <a:gd name="connsiteY444" fmla="*/ 644210 h 1160647"/>
                <a:gd name="connsiteX445" fmla="*/ 3153852 w 3195788"/>
                <a:gd name="connsiteY445" fmla="*/ 643399 h 1160647"/>
                <a:gd name="connsiteX446" fmla="*/ 3153852 w 3195788"/>
                <a:gd name="connsiteY446" fmla="*/ 637725 h 1160647"/>
                <a:gd name="connsiteX447" fmla="*/ 3154612 w 3195788"/>
                <a:gd name="connsiteY447" fmla="*/ 637725 h 1160647"/>
                <a:gd name="connsiteX448" fmla="*/ 3159932 w 3195788"/>
                <a:gd name="connsiteY448" fmla="*/ 637725 h 1160647"/>
                <a:gd name="connsiteX449" fmla="*/ 3159932 w 3195788"/>
                <a:gd name="connsiteY449" fmla="*/ 639076 h 1160647"/>
                <a:gd name="connsiteX450" fmla="*/ 3159932 w 3195788"/>
                <a:gd name="connsiteY450" fmla="*/ 648534 h 1160647"/>
                <a:gd name="connsiteX451" fmla="*/ 3195788 w 3195788"/>
                <a:gd name="connsiteY451" fmla="*/ 648534 h 1160647"/>
                <a:gd name="connsiteX452" fmla="*/ 3195788 w 3195788"/>
                <a:gd name="connsiteY452" fmla="*/ 1159457 h 1160647"/>
                <a:gd name="connsiteX453" fmla="*/ 3031533 w 3195788"/>
                <a:gd name="connsiteY453" fmla="*/ 1159331 h 1160647"/>
                <a:gd name="connsiteX454" fmla="*/ 3031520 w 3195788"/>
                <a:gd name="connsiteY454" fmla="*/ 1160647 h 1160647"/>
                <a:gd name="connsiteX455" fmla="*/ 2054 w 3195788"/>
                <a:gd name="connsiteY455" fmla="*/ 1158314 h 1160647"/>
                <a:gd name="connsiteX456" fmla="*/ 0 w 3195788"/>
                <a:gd name="connsiteY456" fmla="*/ 724196 h 1160647"/>
                <a:gd name="connsiteX457" fmla="*/ 20267 w 3195788"/>
                <a:gd name="connsiteY457" fmla="*/ 724196 h 1160647"/>
                <a:gd name="connsiteX458" fmla="*/ 20774 w 3195788"/>
                <a:gd name="connsiteY458" fmla="*/ 723115 h 1160647"/>
                <a:gd name="connsiteX459" fmla="*/ 24320 w 3195788"/>
                <a:gd name="connsiteY459" fmla="*/ 715549 h 1160647"/>
                <a:gd name="connsiteX460" fmla="*/ 26094 w 3195788"/>
                <a:gd name="connsiteY460" fmla="*/ 715819 h 1160647"/>
                <a:gd name="connsiteX461" fmla="*/ 38507 w 3195788"/>
                <a:gd name="connsiteY461" fmla="*/ 717710 h 1160647"/>
                <a:gd name="connsiteX462" fmla="*/ 39014 w 3195788"/>
                <a:gd name="connsiteY462" fmla="*/ 719062 h 1160647"/>
                <a:gd name="connsiteX463" fmla="*/ 42560 w 3195788"/>
                <a:gd name="connsiteY463" fmla="*/ 728519 h 1160647"/>
                <a:gd name="connsiteX464" fmla="*/ 68907 w 3195788"/>
                <a:gd name="connsiteY464" fmla="*/ 730681 h 1160647"/>
                <a:gd name="connsiteX465" fmla="*/ 68907 w 3195788"/>
                <a:gd name="connsiteY465" fmla="*/ 607460 h 1160647"/>
                <a:gd name="connsiteX466" fmla="*/ 70934 w 3195788"/>
                <a:gd name="connsiteY466" fmla="*/ 607460 h 1160647"/>
                <a:gd name="connsiteX467" fmla="*/ 85121 w 3195788"/>
                <a:gd name="connsiteY467" fmla="*/ 607460 h 1160647"/>
                <a:gd name="connsiteX468" fmla="*/ 85121 w 3195788"/>
                <a:gd name="connsiteY468" fmla="*/ 471268 h 1160647"/>
                <a:gd name="connsiteX469" fmla="*/ 86894 w 3195788"/>
                <a:gd name="connsiteY469" fmla="*/ 471268 h 1160647"/>
                <a:gd name="connsiteX470" fmla="*/ 99308 w 3195788"/>
                <a:gd name="connsiteY470" fmla="*/ 471268 h 1160647"/>
                <a:gd name="connsiteX471" fmla="*/ 99308 w 3195788"/>
                <a:gd name="connsiteY471" fmla="*/ 356694 h 1160647"/>
                <a:gd name="connsiteX472" fmla="*/ 103361 w 3195788"/>
                <a:gd name="connsiteY472" fmla="*/ 328590 h 1160647"/>
                <a:gd name="connsiteX473" fmla="*/ 105388 w 3195788"/>
                <a:gd name="connsiteY473" fmla="*/ 328590 h 1160647"/>
                <a:gd name="connsiteX474" fmla="*/ 119575 w 3195788"/>
                <a:gd name="connsiteY474" fmla="*/ 328590 h 1160647"/>
                <a:gd name="connsiteX475" fmla="*/ 156055 w 3195788"/>
                <a:gd name="connsiteY475" fmla="*/ 246443 h 1160647"/>
                <a:gd name="connsiteX476" fmla="*/ 160109 w 3195788"/>
                <a:gd name="connsiteY476" fmla="*/ 0 h 11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Lst>
              <a:rect l="l" t="t" r="r" b="b"/>
              <a:pathLst>
                <a:path w="3195788" h="1160647">
                  <a:moveTo>
                    <a:pt x="160109" y="0"/>
                  </a:moveTo>
                  <a:cubicBezTo>
                    <a:pt x="160109" y="18"/>
                    <a:pt x="160125" y="2040"/>
                    <a:pt x="162135" y="246443"/>
                  </a:cubicBezTo>
                  <a:cubicBezTo>
                    <a:pt x="162147" y="246467"/>
                    <a:pt x="162792" y="247808"/>
                    <a:pt x="200642" y="326429"/>
                  </a:cubicBezTo>
                  <a:lnTo>
                    <a:pt x="202669" y="326429"/>
                  </a:lnTo>
                  <a:lnTo>
                    <a:pt x="216856" y="326429"/>
                  </a:lnTo>
                  <a:lnTo>
                    <a:pt x="216856" y="350208"/>
                  </a:lnTo>
                  <a:cubicBezTo>
                    <a:pt x="216858" y="350214"/>
                    <a:pt x="216896" y="350272"/>
                    <a:pt x="217363" y="351019"/>
                  </a:cubicBezTo>
                  <a:lnTo>
                    <a:pt x="220909" y="356694"/>
                  </a:lnTo>
                  <a:lnTo>
                    <a:pt x="220909" y="471268"/>
                  </a:lnTo>
                  <a:lnTo>
                    <a:pt x="223189" y="471268"/>
                  </a:lnTo>
                  <a:lnTo>
                    <a:pt x="239150" y="471268"/>
                  </a:lnTo>
                  <a:lnTo>
                    <a:pt x="239150" y="611783"/>
                  </a:lnTo>
                  <a:cubicBezTo>
                    <a:pt x="239160" y="611782"/>
                    <a:pt x="239272" y="611761"/>
                    <a:pt x="240670" y="611513"/>
                  </a:cubicBezTo>
                  <a:lnTo>
                    <a:pt x="251310" y="609622"/>
                  </a:lnTo>
                  <a:cubicBezTo>
                    <a:pt x="251310" y="609644"/>
                    <a:pt x="251280" y="610978"/>
                    <a:pt x="249283" y="698254"/>
                  </a:cubicBezTo>
                  <a:cubicBezTo>
                    <a:pt x="249293" y="698256"/>
                    <a:pt x="249404" y="698276"/>
                    <a:pt x="250803" y="698525"/>
                  </a:cubicBezTo>
                  <a:lnTo>
                    <a:pt x="261443" y="700416"/>
                  </a:lnTo>
                  <a:cubicBezTo>
                    <a:pt x="261445" y="700423"/>
                    <a:pt x="261465" y="700487"/>
                    <a:pt x="261696" y="701227"/>
                  </a:cubicBezTo>
                  <a:lnTo>
                    <a:pt x="263470" y="706902"/>
                  </a:lnTo>
                  <a:cubicBezTo>
                    <a:pt x="263472" y="706893"/>
                    <a:pt x="263517" y="706750"/>
                    <a:pt x="264230" y="704470"/>
                  </a:cubicBezTo>
                  <a:lnTo>
                    <a:pt x="269550" y="687446"/>
                  </a:lnTo>
                  <a:lnTo>
                    <a:pt x="271323" y="687446"/>
                  </a:lnTo>
                  <a:lnTo>
                    <a:pt x="283737" y="687446"/>
                  </a:lnTo>
                  <a:lnTo>
                    <a:pt x="283737" y="719872"/>
                  </a:lnTo>
                  <a:cubicBezTo>
                    <a:pt x="283743" y="719877"/>
                    <a:pt x="283820" y="719917"/>
                    <a:pt x="284750" y="720413"/>
                  </a:cubicBezTo>
                  <a:lnTo>
                    <a:pt x="291844" y="724196"/>
                  </a:lnTo>
                  <a:lnTo>
                    <a:pt x="291844" y="725547"/>
                  </a:lnTo>
                  <a:lnTo>
                    <a:pt x="291844" y="735005"/>
                  </a:lnTo>
                  <a:lnTo>
                    <a:pt x="336431" y="735005"/>
                  </a:lnTo>
                  <a:lnTo>
                    <a:pt x="336431" y="736086"/>
                  </a:lnTo>
                  <a:lnTo>
                    <a:pt x="336431" y="743652"/>
                  </a:lnTo>
                  <a:lnTo>
                    <a:pt x="338457" y="743652"/>
                  </a:lnTo>
                  <a:lnTo>
                    <a:pt x="352644" y="743652"/>
                  </a:lnTo>
                  <a:lnTo>
                    <a:pt x="352644" y="713387"/>
                  </a:lnTo>
                  <a:lnTo>
                    <a:pt x="397231" y="713387"/>
                  </a:lnTo>
                  <a:lnTo>
                    <a:pt x="397231" y="712036"/>
                  </a:lnTo>
                  <a:lnTo>
                    <a:pt x="397231" y="702578"/>
                  </a:lnTo>
                  <a:lnTo>
                    <a:pt x="398245" y="702578"/>
                  </a:lnTo>
                  <a:lnTo>
                    <a:pt x="405338" y="702578"/>
                  </a:lnTo>
                  <a:lnTo>
                    <a:pt x="405338" y="700687"/>
                  </a:lnTo>
                  <a:lnTo>
                    <a:pt x="405338" y="687446"/>
                  </a:lnTo>
                  <a:lnTo>
                    <a:pt x="406098" y="687446"/>
                  </a:lnTo>
                  <a:lnTo>
                    <a:pt x="411418" y="687446"/>
                  </a:lnTo>
                  <a:lnTo>
                    <a:pt x="411418" y="686365"/>
                  </a:lnTo>
                  <a:lnTo>
                    <a:pt x="411418" y="678798"/>
                  </a:lnTo>
                  <a:lnTo>
                    <a:pt x="413445" y="678798"/>
                  </a:lnTo>
                  <a:lnTo>
                    <a:pt x="427632" y="678798"/>
                  </a:lnTo>
                  <a:lnTo>
                    <a:pt x="427632" y="679879"/>
                  </a:lnTo>
                  <a:lnTo>
                    <a:pt x="427632" y="687446"/>
                  </a:lnTo>
                  <a:lnTo>
                    <a:pt x="449925" y="687446"/>
                  </a:lnTo>
                  <a:lnTo>
                    <a:pt x="449925" y="685554"/>
                  </a:lnTo>
                  <a:lnTo>
                    <a:pt x="449925" y="672313"/>
                  </a:lnTo>
                  <a:lnTo>
                    <a:pt x="451699" y="672313"/>
                  </a:lnTo>
                  <a:lnTo>
                    <a:pt x="464112" y="672313"/>
                  </a:lnTo>
                  <a:lnTo>
                    <a:pt x="464112" y="696093"/>
                  </a:lnTo>
                  <a:lnTo>
                    <a:pt x="465126" y="696093"/>
                  </a:lnTo>
                  <a:lnTo>
                    <a:pt x="472219" y="696093"/>
                  </a:lnTo>
                  <a:lnTo>
                    <a:pt x="472219" y="695012"/>
                  </a:lnTo>
                  <a:lnTo>
                    <a:pt x="472219" y="687446"/>
                  </a:lnTo>
                  <a:lnTo>
                    <a:pt x="473992" y="687446"/>
                  </a:lnTo>
                  <a:lnTo>
                    <a:pt x="486406" y="687446"/>
                  </a:lnTo>
                  <a:lnTo>
                    <a:pt x="486406" y="713387"/>
                  </a:lnTo>
                  <a:lnTo>
                    <a:pt x="488433" y="713387"/>
                  </a:lnTo>
                  <a:lnTo>
                    <a:pt x="502619" y="713387"/>
                  </a:lnTo>
                  <a:lnTo>
                    <a:pt x="502619" y="715008"/>
                  </a:lnTo>
                  <a:lnTo>
                    <a:pt x="502619" y="726358"/>
                  </a:lnTo>
                  <a:lnTo>
                    <a:pt x="503379" y="726358"/>
                  </a:lnTo>
                  <a:lnTo>
                    <a:pt x="508700" y="726358"/>
                  </a:lnTo>
                  <a:lnTo>
                    <a:pt x="508700" y="725547"/>
                  </a:lnTo>
                  <a:lnTo>
                    <a:pt x="508700" y="719872"/>
                  </a:lnTo>
                  <a:lnTo>
                    <a:pt x="539100" y="719872"/>
                  </a:lnTo>
                  <a:lnTo>
                    <a:pt x="539100" y="743652"/>
                  </a:lnTo>
                  <a:lnTo>
                    <a:pt x="540113" y="743652"/>
                  </a:lnTo>
                  <a:lnTo>
                    <a:pt x="547207" y="743652"/>
                  </a:lnTo>
                  <a:lnTo>
                    <a:pt x="547207" y="744733"/>
                  </a:lnTo>
                  <a:lnTo>
                    <a:pt x="547207" y="752299"/>
                  </a:lnTo>
                  <a:lnTo>
                    <a:pt x="547967" y="752299"/>
                  </a:lnTo>
                  <a:lnTo>
                    <a:pt x="553287" y="752299"/>
                  </a:lnTo>
                  <a:lnTo>
                    <a:pt x="553287" y="750137"/>
                  </a:lnTo>
                  <a:lnTo>
                    <a:pt x="553287" y="735005"/>
                  </a:lnTo>
                  <a:lnTo>
                    <a:pt x="554300" y="735005"/>
                  </a:lnTo>
                  <a:lnTo>
                    <a:pt x="561394" y="735005"/>
                  </a:lnTo>
                  <a:lnTo>
                    <a:pt x="561394" y="736086"/>
                  </a:lnTo>
                  <a:lnTo>
                    <a:pt x="561394" y="743652"/>
                  </a:lnTo>
                  <a:lnTo>
                    <a:pt x="566714" y="741659"/>
                  </a:lnTo>
                  <a:cubicBezTo>
                    <a:pt x="567474" y="741287"/>
                    <a:pt x="567474" y="741085"/>
                    <a:pt x="567474" y="740679"/>
                  </a:cubicBezTo>
                  <a:lnTo>
                    <a:pt x="567474" y="735005"/>
                  </a:lnTo>
                  <a:lnTo>
                    <a:pt x="605981" y="735005"/>
                  </a:lnTo>
                  <a:lnTo>
                    <a:pt x="605981" y="758784"/>
                  </a:lnTo>
                  <a:lnTo>
                    <a:pt x="608007" y="758784"/>
                  </a:lnTo>
                  <a:lnTo>
                    <a:pt x="622194" y="758784"/>
                  </a:lnTo>
                  <a:lnTo>
                    <a:pt x="622194" y="759865"/>
                  </a:lnTo>
                  <a:lnTo>
                    <a:pt x="622194" y="767431"/>
                  </a:lnTo>
                  <a:lnTo>
                    <a:pt x="623968" y="767431"/>
                  </a:lnTo>
                  <a:lnTo>
                    <a:pt x="636381" y="767431"/>
                  </a:lnTo>
                  <a:lnTo>
                    <a:pt x="636381" y="743652"/>
                  </a:lnTo>
                  <a:lnTo>
                    <a:pt x="637394" y="743652"/>
                  </a:lnTo>
                  <a:lnTo>
                    <a:pt x="644488" y="743652"/>
                  </a:lnTo>
                  <a:lnTo>
                    <a:pt x="644488" y="711225"/>
                  </a:lnTo>
                  <a:lnTo>
                    <a:pt x="645501" y="711225"/>
                  </a:lnTo>
                  <a:lnTo>
                    <a:pt x="652595" y="711225"/>
                  </a:lnTo>
                  <a:lnTo>
                    <a:pt x="652595" y="709334"/>
                  </a:lnTo>
                  <a:lnTo>
                    <a:pt x="652595" y="696093"/>
                  </a:lnTo>
                  <a:cubicBezTo>
                    <a:pt x="650568" y="696093"/>
                    <a:pt x="650568" y="696093"/>
                    <a:pt x="651328" y="694471"/>
                  </a:cubicBezTo>
                  <a:lnTo>
                    <a:pt x="656648" y="683122"/>
                  </a:lnTo>
                  <a:cubicBezTo>
                    <a:pt x="656653" y="683139"/>
                    <a:pt x="656848" y="683813"/>
                    <a:pt x="664755" y="711225"/>
                  </a:cubicBezTo>
                  <a:lnTo>
                    <a:pt x="665515" y="711225"/>
                  </a:lnTo>
                  <a:lnTo>
                    <a:pt x="670835" y="711225"/>
                  </a:lnTo>
                  <a:lnTo>
                    <a:pt x="670835" y="605298"/>
                  </a:lnTo>
                  <a:lnTo>
                    <a:pt x="672355" y="605298"/>
                  </a:lnTo>
                  <a:lnTo>
                    <a:pt x="682995" y="605298"/>
                  </a:lnTo>
                  <a:lnTo>
                    <a:pt x="682995" y="557739"/>
                  </a:lnTo>
                  <a:lnTo>
                    <a:pt x="709342" y="557739"/>
                  </a:lnTo>
                  <a:lnTo>
                    <a:pt x="709342" y="536121"/>
                  </a:lnTo>
                  <a:lnTo>
                    <a:pt x="743796" y="536121"/>
                  </a:lnTo>
                  <a:lnTo>
                    <a:pt x="743796" y="538553"/>
                  </a:lnTo>
                  <a:lnTo>
                    <a:pt x="743796" y="555577"/>
                  </a:lnTo>
                  <a:lnTo>
                    <a:pt x="746076" y="555577"/>
                  </a:lnTo>
                  <a:lnTo>
                    <a:pt x="762036" y="555577"/>
                  </a:lnTo>
                  <a:lnTo>
                    <a:pt x="762036" y="603136"/>
                  </a:lnTo>
                  <a:lnTo>
                    <a:pt x="763049" y="603136"/>
                  </a:lnTo>
                  <a:lnTo>
                    <a:pt x="770143" y="603136"/>
                  </a:lnTo>
                  <a:lnTo>
                    <a:pt x="784330" y="607460"/>
                  </a:lnTo>
                  <a:lnTo>
                    <a:pt x="784330" y="646372"/>
                  </a:lnTo>
                  <a:lnTo>
                    <a:pt x="785343" y="646372"/>
                  </a:lnTo>
                  <a:lnTo>
                    <a:pt x="792436" y="646372"/>
                  </a:lnTo>
                  <a:lnTo>
                    <a:pt x="792436" y="647993"/>
                  </a:lnTo>
                  <a:lnTo>
                    <a:pt x="792436" y="659342"/>
                  </a:lnTo>
                  <a:lnTo>
                    <a:pt x="794463" y="659342"/>
                  </a:lnTo>
                  <a:lnTo>
                    <a:pt x="808650" y="659342"/>
                  </a:lnTo>
                  <a:lnTo>
                    <a:pt x="814730" y="665828"/>
                  </a:lnTo>
                  <a:lnTo>
                    <a:pt x="814730" y="687446"/>
                  </a:lnTo>
                  <a:lnTo>
                    <a:pt x="817010" y="687446"/>
                  </a:lnTo>
                  <a:lnTo>
                    <a:pt x="832970" y="687446"/>
                  </a:lnTo>
                  <a:lnTo>
                    <a:pt x="832970" y="688526"/>
                  </a:lnTo>
                  <a:lnTo>
                    <a:pt x="832970" y="696093"/>
                  </a:lnTo>
                  <a:lnTo>
                    <a:pt x="834237" y="696093"/>
                  </a:lnTo>
                  <a:lnTo>
                    <a:pt x="843104" y="696093"/>
                  </a:lnTo>
                  <a:lnTo>
                    <a:pt x="843104" y="698254"/>
                  </a:lnTo>
                  <a:lnTo>
                    <a:pt x="843104" y="713387"/>
                  </a:lnTo>
                  <a:cubicBezTo>
                    <a:pt x="847157" y="713387"/>
                    <a:pt x="847157" y="713387"/>
                    <a:pt x="847157" y="711495"/>
                  </a:cubicBezTo>
                  <a:lnTo>
                    <a:pt x="847157" y="698254"/>
                  </a:lnTo>
                  <a:lnTo>
                    <a:pt x="848170" y="698254"/>
                  </a:lnTo>
                  <a:lnTo>
                    <a:pt x="855264" y="698254"/>
                  </a:lnTo>
                  <a:lnTo>
                    <a:pt x="855264" y="699876"/>
                  </a:lnTo>
                  <a:lnTo>
                    <a:pt x="855264" y="711225"/>
                  </a:lnTo>
                  <a:lnTo>
                    <a:pt x="856024" y="711225"/>
                  </a:lnTo>
                  <a:lnTo>
                    <a:pt x="861344" y="711225"/>
                  </a:lnTo>
                  <a:cubicBezTo>
                    <a:pt x="861344" y="706902"/>
                    <a:pt x="861344" y="706902"/>
                    <a:pt x="909984" y="706902"/>
                  </a:cubicBezTo>
                  <a:lnTo>
                    <a:pt x="909984" y="708253"/>
                  </a:lnTo>
                  <a:lnTo>
                    <a:pt x="909984" y="717710"/>
                  </a:lnTo>
                  <a:lnTo>
                    <a:pt x="910744" y="717710"/>
                  </a:lnTo>
                  <a:lnTo>
                    <a:pt x="916065" y="717710"/>
                  </a:lnTo>
                  <a:lnTo>
                    <a:pt x="916065" y="719872"/>
                  </a:lnTo>
                  <a:lnTo>
                    <a:pt x="916065" y="735005"/>
                  </a:lnTo>
                  <a:cubicBezTo>
                    <a:pt x="916073" y="735001"/>
                    <a:pt x="916189" y="734923"/>
                    <a:pt x="918091" y="733654"/>
                  </a:cubicBezTo>
                  <a:lnTo>
                    <a:pt x="932278" y="724196"/>
                  </a:lnTo>
                  <a:cubicBezTo>
                    <a:pt x="932280" y="724177"/>
                    <a:pt x="932411" y="723302"/>
                    <a:pt x="938358" y="683122"/>
                  </a:cubicBezTo>
                  <a:cubicBezTo>
                    <a:pt x="938367" y="683120"/>
                    <a:pt x="938436" y="683094"/>
                    <a:pt x="939118" y="682852"/>
                  </a:cubicBezTo>
                  <a:lnTo>
                    <a:pt x="944438" y="680960"/>
                  </a:lnTo>
                  <a:cubicBezTo>
                    <a:pt x="944438" y="680944"/>
                    <a:pt x="944471" y="679883"/>
                    <a:pt x="946465" y="611783"/>
                  </a:cubicBezTo>
                  <a:cubicBezTo>
                    <a:pt x="946465" y="611801"/>
                    <a:pt x="946498" y="612892"/>
                    <a:pt x="948492" y="680960"/>
                  </a:cubicBezTo>
                  <a:cubicBezTo>
                    <a:pt x="948501" y="680963"/>
                    <a:pt x="948572" y="680988"/>
                    <a:pt x="949252" y="681230"/>
                  </a:cubicBezTo>
                  <a:lnTo>
                    <a:pt x="954572" y="683122"/>
                  </a:lnTo>
                  <a:lnTo>
                    <a:pt x="954572" y="596651"/>
                  </a:lnTo>
                  <a:cubicBezTo>
                    <a:pt x="958625" y="596651"/>
                    <a:pt x="958625" y="596651"/>
                    <a:pt x="958625" y="564224"/>
                  </a:cubicBezTo>
                  <a:lnTo>
                    <a:pt x="997132" y="564224"/>
                  </a:lnTo>
                  <a:lnTo>
                    <a:pt x="997132" y="596651"/>
                  </a:lnTo>
                  <a:lnTo>
                    <a:pt x="997892" y="596651"/>
                  </a:lnTo>
                  <a:lnTo>
                    <a:pt x="1003212" y="596651"/>
                  </a:lnTo>
                  <a:lnTo>
                    <a:pt x="1003212" y="514503"/>
                  </a:lnTo>
                  <a:lnTo>
                    <a:pt x="1004986" y="514503"/>
                  </a:lnTo>
                  <a:lnTo>
                    <a:pt x="1017399" y="514503"/>
                  </a:lnTo>
                  <a:lnTo>
                    <a:pt x="1017399" y="512612"/>
                  </a:lnTo>
                  <a:lnTo>
                    <a:pt x="1017399" y="499371"/>
                  </a:lnTo>
                  <a:lnTo>
                    <a:pt x="1039693" y="499371"/>
                  </a:lnTo>
                  <a:lnTo>
                    <a:pt x="1039693" y="498290"/>
                  </a:lnTo>
                  <a:lnTo>
                    <a:pt x="1039693" y="490724"/>
                  </a:lnTo>
                  <a:lnTo>
                    <a:pt x="1041466" y="490724"/>
                  </a:lnTo>
                  <a:lnTo>
                    <a:pt x="1053880" y="490724"/>
                  </a:lnTo>
                  <a:lnTo>
                    <a:pt x="1053880" y="491805"/>
                  </a:lnTo>
                  <a:lnTo>
                    <a:pt x="1053880" y="499371"/>
                  </a:lnTo>
                  <a:lnTo>
                    <a:pt x="1054640" y="499371"/>
                  </a:lnTo>
                  <a:lnTo>
                    <a:pt x="1059960" y="499371"/>
                  </a:lnTo>
                  <a:lnTo>
                    <a:pt x="1070093" y="495047"/>
                  </a:lnTo>
                  <a:lnTo>
                    <a:pt x="1074146" y="498290"/>
                  </a:lnTo>
                  <a:lnTo>
                    <a:pt x="1074146" y="490724"/>
                  </a:lnTo>
                  <a:lnTo>
                    <a:pt x="1076426" y="490724"/>
                  </a:lnTo>
                  <a:lnTo>
                    <a:pt x="1092387" y="490724"/>
                  </a:lnTo>
                  <a:lnTo>
                    <a:pt x="1092387" y="491805"/>
                  </a:lnTo>
                  <a:lnTo>
                    <a:pt x="1092387" y="499371"/>
                  </a:lnTo>
                  <a:lnTo>
                    <a:pt x="1122787" y="499371"/>
                  </a:lnTo>
                  <a:lnTo>
                    <a:pt x="1122787" y="500992"/>
                  </a:lnTo>
                  <a:lnTo>
                    <a:pt x="1122787" y="512342"/>
                  </a:lnTo>
                  <a:lnTo>
                    <a:pt x="1149134" y="512342"/>
                  </a:lnTo>
                  <a:lnTo>
                    <a:pt x="1149134" y="542606"/>
                  </a:lnTo>
                  <a:lnTo>
                    <a:pt x="1149894" y="542606"/>
                  </a:lnTo>
                  <a:lnTo>
                    <a:pt x="1155214" y="542606"/>
                  </a:lnTo>
                  <a:lnTo>
                    <a:pt x="1155214" y="543687"/>
                  </a:lnTo>
                  <a:lnTo>
                    <a:pt x="1155214" y="551254"/>
                  </a:lnTo>
                  <a:cubicBezTo>
                    <a:pt x="1159268" y="551254"/>
                    <a:pt x="1159268" y="551254"/>
                    <a:pt x="1159268" y="581518"/>
                  </a:cubicBezTo>
                  <a:lnTo>
                    <a:pt x="1160028" y="581518"/>
                  </a:lnTo>
                  <a:lnTo>
                    <a:pt x="1165348" y="581518"/>
                  </a:lnTo>
                  <a:lnTo>
                    <a:pt x="1165348" y="582329"/>
                  </a:lnTo>
                  <a:lnTo>
                    <a:pt x="1165348" y="588004"/>
                  </a:lnTo>
                  <a:lnTo>
                    <a:pt x="1166361" y="588004"/>
                  </a:lnTo>
                  <a:lnTo>
                    <a:pt x="1173454" y="588004"/>
                  </a:lnTo>
                  <a:lnTo>
                    <a:pt x="1173454" y="618269"/>
                  </a:lnTo>
                  <a:lnTo>
                    <a:pt x="1175481" y="618269"/>
                  </a:lnTo>
                  <a:lnTo>
                    <a:pt x="1189668" y="618269"/>
                  </a:lnTo>
                  <a:lnTo>
                    <a:pt x="1189668" y="642048"/>
                  </a:lnTo>
                  <a:cubicBezTo>
                    <a:pt x="1191695" y="642048"/>
                    <a:pt x="1191695" y="642048"/>
                    <a:pt x="1191695" y="643669"/>
                  </a:cubicBezTo>
                  <a:lnTo>
                    <a:pt x="1191695" y="655019"/>
                  </a:lnTo>
                  <a:lnTo>
                    <a:pt x="1192455" y="655019"/>
                  </a:lnTo>
                  <a:lnTo>
                    <a:pt x="1197775" y="655019"/>
                  </a:lnTo>
                  <a:lnTo>
                    <a:pt x="1197775" y="678798"/>
                  </a:lnTo>
                  <a:lnTo>
                    <a:pt x="1199041" y="678798"/>
                  </a:lnTo>
                  <a:lnTo>
                    <a:pt x="1207908" y="678798"/>
                  </a:lnTo>
                  <a:cubicBezTo>
                    <a:pt x="1209935" y="680960"/>
                    <a:pt x="1209935" y="680960"/>
                    <a:pt x="1209935" y="682852"/>
                  </a:cubicBezTo>
                  <a:lnTo>
                    <a:pt x="1209935" y="696093"/>
                  </a:lnTo>
                  <a:cubicBezTo>
                    <a:pt x="1209940" y="696086"/>
                    <a:pt x="1210027" y="695979"/>
                    <a:pt x="1211455" y="694201"/>
                  </a:cubicBezTo>
                  <a:lnTo>
                    <a:pt x="1222095" y="680960"/>
                  </a:lnTo>
                  <a:lnTo>
                    <a:pt x="1250469" y="680960"/>
                  </a:lnTo>
                  <a:lnTo>
                    <a:pt x="1250469" y="767431"/>
                  </a:lnTo>
                  <a:lnTo>
                    <a:pt x="1251229" y="767431"/>
                  </a:lnTo>
                  <a:lnTo>
                    <a:pt x="1256549" y="767431"/>
                  </a:lnTo>
                  <a:cubicBezTo>
                    <a:pt x="1256553" y="767423"/>
                    <a:pt x="1256612" y="767323"/>
                    <a:pt x="1257309" y="766080"/>
                  </a:cubicBezTo>
                  <a:lnTo>
                    <a:pt x="1262629" y="756622"/>
                  </a:lnTo>
                  <a:lnTo>
                    <a:pt x="1262629" y="758514"/>
                  </a:lnTo>
                  <a:lnTo>
                    <a:pt x="1262629" y="771755"/>
                  </a:lnTo>
                  <a:cubicBezTo>
                    <a:pt x="1266682" y="771755"/>
                    <a:pt x="1266682" y="771755"/>
                    <a:pt x="1266682" y="726358"/>
                  </a:cubicBezTo>
                  <a:lnTo>
                    <a:pt x="1267442" y="726358"/>
                  </a:lnTo>
                  <a:lnTo>
                    <a:pt x="1272762" y="726358"/>
                  </a:lnTo>
                  <a:lnTo>
                    <a:pt x="1272762" y="661504"/>
                  </a:lnTo>
                  <a:lnTo>
                    <a:pt x="1273776" y="661504"/>
                  </a:lnTo>
                  <a:lnTo>
                    <a:pt x="1280869" y="661504"/>
                  </a:lnTo>
                  <a:cubicBezTo>
                    <a:pt x="1280875" y="661483"/>
                    <a:pt x="1281139" y="660543"/>
                    <a:pt x="1293029" y="618269"/>
                  </a:cubicBezTo>
                  <a:lnTo>
                    <a:pt x="1294296" y="618269"/>
                  </a:lnTo>
                  <a:lnTo>
                    <a:pt x="1303163" y="618269"/>
                  </a:lnTo>
                  <a:cubicBezTo>
                    <a:pt x="1303168" y="618292"/>
                    <a:pt x="1303394" y="619258"/>
                    <a:pt x="1313296" y="661504"/>
                  </a:cubicBezTo>
                  <a:lnTo>
                    <a:pt x="1314309" y="661504"/>
                  </a:lnTo>
                  <a:lnTo>
                    <a:pt x="1321403" y="661504"/>
                  </a:lnTo>
                  <a:lnTo>
                    <a:pt x="1321403" y="700416"/>
                  </a:lnTo>
                  <a:lnTo>
                    <a:pt x="1323176" y="700416"/>
                  </a:lnTo>
                  <a:lnTo>
                    <a:pt x="1335590" y="700416"/>
                  </a:lnTo>
                  <a:lnTo>
                    <a:pt x="1335590" y="702578"/>
                  </a:lnTo>
                  <a:lnTo>
                    <a:pt x="1335590" y="717710"/>
                  </a:lnTo>
                  <a:cubicBezTo>
                    <a:pt x="1339643" y="717710"/>
                    <a:pt x="1339643" y="717710"/>
                    <a:pt x="1339643" y="715549"/>
                  </a:cubicBezTo>
                  <a:lnTo>
                    <a:pt x="1339643" y="700416"/>
                  </a:lnTo>
                  <a:lnTo>
                    <a:pt x="1341163" y="700416"/>
                  </a:lnTo>
                  <a:lnTo>
                    <a:pt x="1351803" y="700416"/>
                  </a:lnTo>
                  <a:lnTo>
                    <a:pt x="1351803" y="702037"/>
                  </a:lnTo>
                  <a:lnTo>
                    <a:pt x="1351803" y="713387"/>
                  </a:lnTo>
                  <a:lnTo>
                    <a:pt x="1382204" y="713387"/>
                  </a:lnTo>
                  <a:lnTo>
                    <a:pt x="1382204" y="676637"/>
                  </a:lnTo>
                  <a:lnTo>
                    <a:pt x="1383470" y="676637"/>
                  </a:lnTo>
                  <a:lnTo>
                    <a:pt x="1392337" y="676637"/>
                  </a:lnTo>
                  <a:lnTo>
                    <a:pt x="1392337" y="698254"/>
                  </a:lnTo>
                  <a:cubicBezTo>
                    <a:pt x="1394364" y="698254"/>
                    <a:pt x="1394364" y="698254"/>
                    <a:pt x="1394364" y="665828"/>
                  </a:cubicBezTo>
                  <a:lnTo>
                    <a:pt x="1416657" y="665828"/>
                  </a:lnTo>
                  <a:lnTo>
                    <a:pt x="1416657" y="664206"/>
                  </a:lnTo>
                  <a:lnTo>
                    <a:pt x="1416657" y="652857"/>
                  </a:lnTo>
                  <a:lnTo>
                    <a:pt x="1417417" y="652857"/>
                  </a:lnTo>
                  <a:lnTo>
                    <a:pt x="1422737" y="652857"/>
                  </a:lnTo>
                  <a:lnTo>
                    <a:pt x="1422737" y="650966"/>
                  </a:lnTo>
                  <a:lnTo>
                    <a:pt x="1422737" y="637725"/>
                  </a:lnTo>
                  <a:lnTo>
                    <a:pt x="1426791" y="644210"/>
                  </a:lnTo>
                  <a:lnTo>
                    <a:pt x="1429071" y="644210"/>
                  </a:lnTo>
                  <a:lnTo>
                    <a:pt x="1445031" y="644210"/>
                  </a:lnTo>
                  <a:lnTo>
                    <a:pt x="1445031" y="643399"/>
                  </a:lnTo>
                  <a:lnTo>
                    <a:pt x="1445031" y="637725"/>
                  </a:lnTo>
                  <a:lnTo>
                    <a:pt x="1445791" y="637725"/>
                  </a:lnTo>
                  <a:lnTo>
                    <a:pt x="1451111" y="637725"/>
                  </a:lnTo>
                  <a:lnTo>
                    <a:pt x="1451111" y="639076"/>
                  </a:lnTo>
                  <a:lnTo>
                    <a:pt x="1451111" y="648534"/>
                  </a:lnTo>
                  <a:lnTo>
                    <a:pt x="1489618" y="648534"/>
                  </a:lnTo>
                  <a:lnTo>
                    <a:pt x="1489618" y="786887"/>
                  </a:lnTo>
                  <a:lnTo>
                    <a:pt x="1491138" y="786887"/>
                  </a:lnTo>
                  <a:lnTo>
                    <a:pt x="1501778" y="786887"/>
                  </a:lnTo>
                  <a:lnTo>
                    <a:pt x="1501778" y="773917"/>
                  </a:lnTo>
                  <a:lnTo>
                    <a:pt x="1505832" y="773917"/>
                  </a:lnTo>
                  <a:lnTo>
                    <a:pt x="1505832" y="786887"/>
                  </a:lnTo>
                  <a:lnTo>
                    <a:pt x="1536232" y="786887"/>
                  </a:lnTo>
                  <a:lnTo>
                    <a:pt x="1536232" y="756622"/>
                  </a:lnTo>
                  <a:lnTo>
                    <a:pt x="1548392" y="756622"/>
                  </a:lnTo>
                  <a:lnTo>
                    <a:pt x="1560552" y="754461"/>
                  </a:lnTo>
                  <a:cubicBezTo>
                    <a:pt x="1562579" y="754461"/>
                    <a:pt x="1562579" y="756622"/>
                    <a:pt x="1564606" y="756622"/>
                  </a:cubicBezTo>
                  <a:lnTo>
                    <a:pt x="1574739" y="756622"/>
                  </a:lnTo>
                  <a:lnTo>
                    <a:pt x="1574739" y="786887"/>
                  </a:lnTo>
                  <a:lnTo>
                    <a:pt x="1582846" y="786887"/>
                  </a:lnTo>
                  <a:lnTo>
                    <a:pt x="1582846" y="804182"/>
                  </a:lnTo>
                  <a:lnTo>
                    <a:pt x="1592182" y="805087"/>
                  </a:lnTo>
                  <a:lnTo>
                    <a:pt x="1605140" y="805087"/>
                  </a:lnTo>
                  <a:lnTo>
                    <a:pt x="1605140" y="789049"/>
                  </a:lnTo>
                  <a:lnTo>
                    <a:pt x="1673096" y="789049"/>
                  </a:lnTo>
                  <a:lnTo>
                    <a:pt x="1673096" y="703796"/>
                  </a:lnTo>
                  <a:lnTo>
                    <a:pt x="1745104" y="703796"/>
                  </a:lnTo>
                  <a:lnTo>
                    <a:pt x="1745104" y="782564"/>
                  </a:lnTo>
                  <a:lnTo>
                    <a:pt x="1747008" y="782564"/>
                  </a:lnTo>
                  <a:lnTo>
                    <a:pt x="1748250" y="805087"/>
                  </a:lnTo>
                  <a:lnTo>
                    <a:pt x="1757926" y="805087"/>
                  </a:lnTo>
                  <a:cubicBezTo>
                    <a:pt x="1758462" y="797873"/>
                    <a:pt x="1759168" y="790219"/>
                    <a:pt x="1759168" y="782564"/>
                  </a:cubicBezTo>
                  <a:lnTo>
                    <a:pt x="1765248" y="782564"/>
                  </a:lnTo>
                  <a:lnTo>
                    <a:pt x="1766490" y="805087"/>
                  </a:lnTo>
                  <a:lnTo>
                    <a:pt x="1817112" y="805087"/>
                  </a:lnTo>
                  <a:lnTo>
                    <a:pt x="1817112" y="642059"/>
                  </a:lnTo>
                  <a:lnTo>
                    <a:pt x="2014439" y="642059"/>
                  </a:lnTo>
                  <a:lnTo>
                    <a:pt x="2014439" y="805087"/>
                  </a:lnTo>
                  <a:lnTo>
                    <a:pt x="2033136" y="805087"/>
                  </a:lnTo>
                  <a:lnTo>
                    <a:pt x="2033136" y="722394"/>
                  </a:lnTo>
                  <a:lnTo>
                    <a:pt x="2128256" y="722394"/>
                  </a:lnTo>
                  <a:cubicBezTo>
                    <a:pt x="2132331" y="616373"/>
                    <a:pt x="2135709" y="510899"/>
                    <a:pt x="2140186" y="404253"/>
                  </a:cubicBezTo>
                  <a:cubicBezTo>
                    <a:pt x="2130053" y="404253"/>
                    <a:pt x="2105733" y="391282"/>
                    <a:pt x="2128026" y="382635"/>
                  </a:cubicBezTo>
                  <a:cubicBezTo>
                    <a:pt x="2125999" y="380473"/>
                    <a:pt x="2123973" y="378311"/>
                    <a:pt x="2121946" y="378311"/>
                  </a:cubicBezTo>
                  <a:cubicBezTo>
                    <a:pt x="2121946" y="365341"/>
                    <a:pt x="2119919" y="363179"/>
                    <a:pt x="2130053" y="354532"/>
                  </a:cubicBezTo>
                  <a:lnTo>
                    <a:pt x="2130053" y="337238"/>
                  </a:lnTo>
                  <a:lnTo>
                    <a:pt x="2144240" y="337238"/>
                  </a:lnTo>
                  <a:lnTo>
                    <a:pt x="2144240" y="315620"/>
                  </a:lnTo>
                  <a:cubicBezTo>
                    <a:pt x="2144240" y="313458"/>
                    <a:pt x="2146266" y="313458"/>
                    <a:pt x="2146266" y="311296"/>
                  </a:cubicBezTo>
                  <a:lnTo>
                    <a:pt x="2146266" y="233472"/>
                  </a:lnTo>
                  <a:cubicBezTo>
                    <a:pt x="2146266" y="231310"/>
                    <a:pt x="2144240" y="229149"/>
                    <a:pt x="2144240" y="226987"/>
                  </a:cubicBezTo>
                  <a:lnTo>
                    <a:pt x="2150320" y="220501"/>
                  </a:lnTo>
                  <a:lnTo>
                    <a:pt x="2150320" y="162133"/>
                  </a:lnTo>
                  <a:cubicBezTo>
                    <a:pt x="2150320" y="159972"/>
                    <a:pt x="2150320" y="159972"/>
                    <a:pt x="2152346" y="157810"/>
                  </a:cubicBezTo>
                  <a:lnTo>
                    <a:pt x="2152346" y="101604"/>
                  </a:lnTo>
                  <a:cubicBezTo>
                    <a:pt x="2154373" y="92957"/>
                    <a:pt x="2154373" y="88633"/>
                    <a:pt x="2154373" y="82148"/>
                  </a:cubicBezTo>
                  <a:cubicBezTo>
                    <a:pt x="2158427" y="88633"/>
                    <a:pt x="2158427" y="92957"/>
                    <a:pt x="2158427" y="99442"/>
                  </a:cubicBezTo>
                  <a:cubicBezTo>
                    <a:pt x="2160453" y="121060"/>
                    <a:pt x="2160453" y="140516"/>
                    <a:pt x="2160453" y="157810"/>
                  </a:cubicBezTo>
                  <a:cubicBezTo>
                    <a:pt x="2162480" y="181589"/>
                    <a:pt x="2162480" y="201045"/>
                    <a:pt x="2162480" y="220501"/>
                  </a:cubicBezTo>
                  <a:lnTo>
                    <a:pt x="2168560" y="226987"/>
                  </a:lnTo>
                  <a:cubicBezTo>
                    <a:pt x="2168560" y="229149"/>
                    <a:pt x="2166533" y="231310"/>
                    <a:pt x="2166533" y="233472"/>
                  </a:cubicBezTo>
                  <a:lnTo>
                    <a:pt x="2166533" y="311296"/>
                  </a:lnTo>
                  <a:cubicBezTo>
                    <a:pt x="2166533" y="313458"/>
                    <a:pt x="2168560" y="313458"/>
                    <a:pt x="2168560" y="315620"/>
                  </a:cubicBezTo>
                  <a:lnTo>
                    <a:pt x="2168560" y="337238"/>
                  </a:lnTo>
                  <a:lnTo>
                    <a:pt x="2182747" y="337238"/>
                  </a:lnTo>
                  <a:lnTo>
                    <a:pt x="2182747" y="354532"/>
                  </a:lnTo>
                  <a:cubicBezTo>
                    <a:pt x="2190854" y="363179"/>
                    <a:pt x="2190854" y="363179"/>
                    <a:pt x="2190854" y="378311"/>
                  </a:cubicBezTo>
                  <a:cubicBezTo>
                    <a:pt x="2188827" y="378311"/>
                    <a:pt x="2186800" y="380473"/>
                    <a:pt x="2184774" y="382635"/>
                  </a:cubicBezTo>
                  <a:cubicBezTo>
                    <a:pt x="2205040" y="393444"/>
                    <a:pt x="2180720" y="402091"/>
                    <a:pt x="2172613" y="404253"/>
                  </a:cubicBezTo>
                  <a:cubicBezTo>
                    <a:pt x="2174640" y="488562"/>
                    <a:pt x="2178693" y="572871"/>
                    <a:pt x="2180720" y="657181"/>
                  </a:cubicBezTo>
                  <a:lnTo>
                    <a:pt x="2245574" y="657181"/>
                  </a:lnTo>
                  <a:lnTo>
                    <a:pt x="2245574" y="732843"/>
                  </a:lnTo>
                  <a:lnTo>
                    <a:pt x="2253681" y="732843"/>
                  </a:lnTo>
                  <a:cubicBezTo>
                    <a:pt x="2253681" y="730681"/>
                    <a:pt x="2255708" y="728519"/>
                    <a:pt x="2255708" y="726358"/>
                  </a:cubicBezTo>
                  <a:lnTo>
                    <a:pt x="2261788" y="726358"/>
                  </a:lnTo>
                  <a:cubicBezTo>
                    <a:pt x="2261788" y="728519"/>
                    <a:pt x="2261788" y="730681"/>
                    <a:pt x="2263815" y="735005"/>
                  </a:cubicBezTo>
                  <a:lnTo>
                    <a:pt x="2275975" y="735005"/>
                  </a:lnTo>
                  <a:lnTo>
                    <a:pt x="2275975" y="728519"/>
                  </a:lnTo>
                  <a:lnTo>
                    <a:pt x="2298268" y="728519"/>
                  </a:lnTo>
                  <a:lnTo>
                    <a:pt x="2298268" y="735005"/>
                  </a:lnTo>
                  <a:lnTo>
                    <a:pt x="2318535" y="735005"/>
                  </a:lnTo>
                  <a:lnTo>
                    <a:pt x="2318535" y="780402"/>
                  </a:lnTo>
                  <a:lnTo>
                    <a:pt x="2332722" y="780402"/>
                  </a:lnTo>
                  <a:lnTo>
                    <a:pt x="2332722" y="767431"/>
                  </a:lnTo>
                  <a:lnTo>
                    <a:pt x="2348936" y="767431"/>
                  </a:lnTo>
                  <a:lnTo>
                    <a:pt x="2348936" y="588004"/>
                  </a:lnTo>
                  <a:lnTo>
                    <a:pt x="2355016" y="581518"/>
                  </a:lnTo>
                  <a:lnTo>
                    <a:pt x="2427977" y="581518"/>
                  </a:lnTo>
                  <a:lnTo>
                    <a:pt x="2427977" y="590166"/>
                  </a:lnTo>
                  <a:lnTo>
                    <a:pt x="2438110" y="590166"/>
                  </a:lnTo>
                  <a:lnTo>
                    <a:pt x="2438110" y="704740"/>
                  </a:lnTo>
                  <a:lnTo>
                    <a:pt x="2460404" y="704740"/>
                  </a:lnTo>
                  <a:lnTo>
                    <a:pt x="2460404" y="637725"/>
                  </a:lnTo>
                  <a:lnTo>
                    <a:pt x="2486751" y="637725"/>
                  </a:lnTo>
                  <a:cubicBezTo>
                    <a:pt x="2488777" y="637725"/>
                    <a:pt x="2488777" y="635563"/>
                    <a:pt x="2490804" y="633401"/>
                  </a:cubicBezTo>
                  <a:lnTo>
                    <a:pt x="2498911" y="633401"/>
                  </a:lnTo>
                  <a:cubicBezTo>
                    <a:pt x="2500937" y="635563"/>
                    <a:pt x="2500937" y="637725"/>
                    <a:pt x="2502964" y="637725"/>
                  </a:cubicBezTo>
                  <a:lnTo>
                    <a:pt x="2525258" y="637725"/>
                  </a:lnTo>
                  <a:lnTo>
                    <a:pt x="2525258" y="520989"/>
                  </a:lnTo>
                  <a:cubicBezTo>
                    <a:pt x="2525272" y="520986"/>
                    <a:pt x="2526139" y="520822"/>
                    <a:pt x="2582005" y="510180"/>
                  </a:cubicBezTo>
                  <a:lnTo>
                    <a:pt x="2582005" y="511261"/>
                  </a:lnTo>
                  <a:lnTo>
                    <a:pt x="2582005" y="518827"/>
                  </a:lnTo>
                  <a:lnTo>
                    <a:pt x="2608352" y="518827"/>
                  </a:lnTo>
                  <a:lnTo>
                    <a:pt x="2608352" y="773917"/>
                  </a:lnTo>
                  <a:lnTo>
                    <a:pt x="2630646" y="773917"/>
                  </a:lnTo>
                  <a:lnTo>
                    <a:pt x="2630646" y="769593"/>
                  </a:lnTo>
                  <a:lnTo>
                    <a:pt x="2642806" y="769593"/>
                  </a:lnTo>
                  <a:lnTo>
                    <a:pt x="2642806" y="773917"/>
                  </a:lnTo>
                  <a:lnTo>
                    <a:pt x="2667126" y="773917"/>
                  </a:lnTo>
                  <a:lnTo>
                    <a:pt x="2667126" y="760946"/>
                  </a:lnTo>
                  <a:lnTo>
                    <a:pt x="2695500" y="760946"/>
                  </a:lnTo>
                  <a:cubicBezTo>
                    <a:pt x="2699553" y="756622"/>
                    <a:pt x="2703607" y="756622"/>
                    <a:pt x="2707660" y="756622"/>
                  </a:cubicBezTo>
                  <a:cubicBezTo>
                    <a:pt x="2713740" y="760946"/>
                    <a:pt x="2721847" y="760946"/>
                    <a:pt x="2727927" y="760946"/>
                  </a:cubicBezTo>
                  <a:lnTo>
                    <a:pt x="2727927" y="743652"/>
                  </a:lnTo>
                  <a:lnTo>
                    <a:pt x="2736034" y="743652"/>
                  </a:lnTo>
                  <a:lnTo>
                    <a:pt x="2736034" y="730681"/>
                  </a:lnTo>
                  <a:lnTo>
                    <a:pt x="2792781" y="730681"/>
                  </a:lnTo>
                  <a:lnTo>
                    <a:pt x="2792781" y="700416"/>
                  </a:lnTo>
                  <a:lnTo>
                    <a:pt x="2811021" y="700416"/>
                  </a:lnTo>
                  <a:lnTo>
                    <a:pt x="2811021" y="693931"/>
                  </a:lnTo>
                  <a:lnTo>
                    <a:pt x="2823181" y="693931"/>
                  </a:lnTo>
                  <a:lnTo>
                    <a:pt x="2823181" y="700416"/>
                  </a:lnTo>
                  <a:lnTo>
                    <a:pt x="2839395" y="700416"/>
                  </a:lnTo>
                  <a:lnTo>
                    <a:pt x="2839395" y="750137"/>
                  </a:lnTo>
                  <a:lnTo>
                    <a:pt x="2871822" y="750137"/>
                  </a:lnTo>
                  <a:lnTo>
                    <a:pt x="2871822" y="724196"/>
                  </a:lnTo>
                  <a:lnTo>
                    <a:pt x="2910329" y="724196"/>
                  </a:lnTo>
                  <a:lnTo>
                    <a:pt x="2910329" y="693931"/>
                  </a:lnTo>
                  <a:lnTo>
                    <a:pt x="2958970" y="693931"/>
                  </a:lnTo>
                  <a:lnTo>
                    <a:pt x="2958970" y="805087"/>
                  </a:lnTo>
                  <a:lnTo>
                    <a:pt x="2958970" y="818866"/>
                  </a:lnTo>
                  <a:lnTo>
                    <a:pt x="2968113" y="818866"/>
                  </a:lnTo>
                  <a:lnTo>
                    <a:pt x="2968113" y="762555"/>
                  </a:lnTo>
                  <a:lnTo>
                    <a:pt x="2971450" y="756622"/>
                  </a:lnTo>
                  <a:lnTo>
                    <a:pt x="2971450" y="758514"/>
                  </a:lnTo>
                  <a:lnTo>
                    <a:pt x="2971450" y="771755"/>
                  </a:lnTo>
                  <a:cubicBezTo>
                    <a:pt x="2975503" y="771755"/>
                    <a:pt x="2975503" y="771755"/>
                    <a:pt x="2975503" y="726358"/>
                  </a:cubicBezTo>
                  <a:lnTo>
                    <a:pt x="2976263" y="726358"/>
                  </a:lnTo>
                  <a:lnTo>
                    <a:pt x="2981583" y="726358"/>
                  </a:lnTo>
                  <a:lnTo>
                    <a:pt x="2981583" y="661504"/>
                  </a:lnTo>
                  <a:lnTo>
                    <a:pt x="2982597" y="661504"/>
                  </a:lnTo>
                  <a:lnTo>
                    <a:pt x="2989690" y="661504"/>
                  </a:lnTo>
                  <a:cubicBezTo>
                    <a:pt x="2989696" y="661483"/>
                    <a:pt x="2989960" y="660543"/>
                    <a:pt x="3001850" y="618269"/>
                  </a:cubicBezTo>
                  <a:lnTo>
                    <a:pt x="3003117" y="618269"/>
                  </a:lnTo>
                  <a:lnTo>
                    <a:pt x="3011984" y="618269"/>
                  </a:lnTo>
                  <a:cubicBezTo>
                    <a:pt x="3011989" y="618292"/>
                    <a:pt x="3012215" y="619258"/>
                    <a:pt x="3022117" y="661504"/>
                  </a:cubicBezTo>
                  <a:lnTo>
                    <a:pt x="3023130" y="661504"/>
                  </a:lnTo>
                  <a:lnTo>
                    <a:pt x="3030224" y="661504"/>
                  </a:lnTo>
                  <a:lnTo>
                    <a:pt x="3030224" y="700416"/>
                  </a:lnTo>
                  <a:lnTo>
                    <a:pt x="3031997" y="700416"/>
                  </a:lnTo>
                  <a:lnTo>
                    <a:pt x="3044411" y="700416"/>
                  </a:lnTo>
                  <a:lnTo>
                    <a:pt x="3044411" y="702578"/>
                  </a:lnTo>
                  <a:lnTo>
                    <a:pt x="3044411" y="717710"/>
                  </a:lnTo>
                  <a:cubicBezTo>
                    <a:pt x="3048464" y="717710"/>
                    <a:pt x="3048464" y="717710"/>
                    <a:pt x="3048464" y="715549"/>
                  </a:cubicBezTo>
                  <a:lnTo>
                    <a:pt x="3048464" y="700416"/>
                  </a:lnTo>
                  <a:lnTo>
                    <a:pt x="3049984" y="700416"/>
                  </a:lnTo>
                  <a:lnTo>
                    <a:pt x="3060624" y="700416"/>
                  </a:lnTo>
                  <a:lnTo>
                    <a:pt x="3060624" y="702037"/>
                  </a:lnTo>
                  <a:lnTo>
                    <a:pt x="3060624" y="713387"/>
                  </a:lnTo>
                  <a:lnTo>
                    <a:pt x="3091025" y="713387"/>
                  </a:lnTo>
                  <a:lnTo>
                    <a:pt x="3091025" y="676637"/>
                  </a:lnTo>
                  <a:lnTo>
                    <a:pt x="3092291" y="676637"/>
                  </a:lnTo>
                  <a:lnTo>
                    <a:pt x="3101158" y="676637"/>
                  </a:lnTo>
                  <a:lnTo>
                    <a:pt x="3101158" y="698254"/>
                  </a:lnTo>
                  <a:cubicBezTo>
                    <a:pt x="3103185" y="698254"/>
                    <a:pt x="3103185" y="698254"/>
                    <a:pt x="3103185" y="665828"/>
                  </a:cubicBezTo>
                  <a:lnTo>
                    <a:pt x="3125478" y="665828"/>
                  </a:lnTo>
                  <a:lnTo>
                    <a:pt x="3125478" y="664206"/>
                  </a:lnTo>
                  <a:lnTo>
                    <a:pt x="3125478" y="652857"/>
                  </a:lnTo>
                  <a:lnTo>
                    <a:pt x="3126238" y="652857"/>
                  </a:lnTo>
                  <a:lnTo>
                    <a:pt x="3131558" y="652857"/>
                  </a:lnTo>
                  <a:lnTo>
                    <a:pt x="3131558" y="650966"/>
                  </a:lnTo>
                  <a:lnTo>
                    <a:pt x="3131558" y="637725"/>
                  </a:lnTo>
                  <a:lnTo>
                    <a:pt x="3135612" y="644210"/>
                  </a:lnTo>
                  <a:lnTo>
                    <a:pt x="3137892" y="644210"/>
                  </a:lnTo>
                  <a:lnTo>
                    <a:pt x="3153852" y="644210"/>
                  </a:lnTo>
                  <a:lnTo>
                    <a:pt x="3153852" y="643399"/>
                  </a:lnTo>
                  <a:lnTo>
                    <a:pt x="3153852" y="637725"/>
                  </a:lnTo>
                  <a:lnTo>
                    <a:pt x="3154612" y="637725"/>
                  </a:lnTo>
                  <a:lnTo>
                    <a:pt x="3159932" y="637725"/>
                  </a:lnTo>
                  <a:lnTo>
                    <a:pt x="3159932" y="639076"/>
                  </a:lnTo>
                  <a:lnTo>
                    <a:pt x="3159932" y="648534"/>
                  </a:lnTo>
                  <a:lnTo>
                    <a:pt x="3195788" y="648534"/>
                  </a:lnTo>
                  <a:lnTo>
                    <a:pt x="3195788" y="1159457"/>
                  </a:lnTo>
                  <a:lnTo>
                    <a:pt x="3031533" y="1159331"/>
                  </a:lnTo>
                  <a:lnTo>
                    <a:pt x="3031520" y="1160647"/>
                  </a:lnTo>
                  <a:lnTo>
                    <a:pt x="2054" y="1158314"/>
                  </a:lnTo>
                  <a:cubicBezTo>
                    <a:pt x="1369" y="1010750"/>
                    <a:pt x="685" y="871760"/>
                    <a:pt x="0" y="724196"/>
                  </a:cubicBezTo>
                  <a:lnTo>
                    <a:pt x="20267" y="724196"/>
                  </a:lnTo>
                  <a:cubicBezTo>
                    <a:pt x="20271" y="724190"/>
                    <a:pt x="20308" y="724108"/>
                    <a:pt x="20774" y="723115"/>
                  </a:cubicBezTo>
                  <a:lnTo>
                    <a:pt x="24320" y="715549"/>
                  </a:lnTo>
                  <a:cubicBezTo>
                    <a:pt x="24329" y="715550"/>
                    <a:pt x="24442" y="715568"/>
                    <a:pt x="26094" y="715819"/>
                  </a:cubicBezTo>
                  <a:lnTo>
                    <a:pt x="38507" y="717710"/>
                  </a:lnTo>
                  <a:cubicBezTo>
                    <a:pt x="38510" y="717720"/>
                    <a:pt x="38548" y="717821"/>
                    <a:pt x="39014" y="719062"/>
                  </a:cubicBezTo>
                  <a:lnTo>
                    <a:pt x="42560" y="728519"/>
                  </a:lnTo>
                  <a:cubicBezTo>
                    <a:pt x="42574" y="728520"/>
                    <a:pt x="43170" y="728570"/>
                    <a:pt x="68907" y="730681"/>
                  </a:cubicBezTo>
                  <a:lnTo>
                    <a:pt x="68907" y="607460"/>
                  </a:lnTo>
                  <a:lnTo>
                    <a:pt x="70934" y="607460"/>
                  </a:lnTo>
                  <a:lnTo>
                    <a:pt x="85121" y="607460"/>
                  </a:lnTo>
                  <a:lnTo>
                    <a:pt x="85121" y="471268"/>
                  </a:lnTo>
                  <a:lnTo>
                    <a:pt x="86894" y="471268"/>
                  </a:lnTo>
                  <a:lnTo>
                    <a:pt x="99308" y="471268"/>
                  </a:lnTo>
                  <a:lnTo>
                    <a:pt x="99308" y="356694"/>
                  </a:lnTo>
                  <a:cubicBezTo>
                    <a:pt x="103361" y="354532"/>
                    <a:pt x="103361" y="354532"/>
                    <a:pt x="103361" y="328590"/>
                  </a:cubicBezTo>
                  <a:lnTo>
                    <a:pt x="105388" y="328590"/>
                  </a:lnTo>
                  <a:lnTo>
                    <a:pt x="119575" y="328590"/>
                  </a:lnTo>
                  <a:cubicBezTo>
                    <a:pt x="119586" y="328567"/>
                    <a:pt x="120192" y="327200"/>
                    <a:pt x="156055" y="246443"/>
                  </a:cubicBezTo>
                  <a:cubicBezTo>
                    <a:pt x="156055" y="246429"/>
                    <a:pt x="156089" y="244478"/>
                    <a:pt x="160109"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grpSp>
        <p:nvGrpSpPr>
          <p:cNvPr id="8" name="Group 7">
            <a:extLst>
              <a:ext uri="{FF2B5EF4-FFF2-40B4-BE49-F238E27FC236}">
                <a16:creationId xmlns:a16="http://schemas.microsoft.com/office/drawing/2014/main" id="{112A265D-3E0F-4C83-1444-87010BB315ED}"/>
              </a:ext>
            </a:extLst>
          </p:cNvPr>
          <p:cNvGrpSpPr/>
          <p:nvPr/>
        </p:nvGrpSpPr>
        <p:grpSpPr>
          <a:xfrm>
            <a:off x="4356674" y="2414089"/>
            <a:ext cx="3486149" cy="2833560"/>
            <a:chOff x="2676526" y="2041913"/>
            <a:chExt cx="3486148" cy="2833560"/>
          </a:xfrm>
        </p:grpSpPr>
        <p:grpSp>
          <p:nvGrpSpPr>
            <p:cNvPr id="9" name="Group 8">
              <a:extLst>
                <a:ext uri="{FF2B5EF4-FFF2-40B4-BE49-F238E27FC236}">
                  <a16:creationId xmlns:a16="http://schemas.microsoft.com/office/drawing/2014/main" id="{8ECF25C8-376E-5A57-A86F-2D02AE9B315B}"/>
                </a:ext>
              </a:extLst>
            </p:cNvPr>
            <p:cNvGrpSpPr/>
            <p:nvPr/>
          </p:nvGrpSpPr>
          <p:grpSpPr>
            <a:xfrm>
              <a:off x="2745022" y="2041913"/>
              <a:ext cx="3417652" cy="2755290"/>
              <a:chOff x="2745022" y="2041913"/>
              <a:chExt cx="3417652" cy="2755290"/>
            </a:xfrm>
            <a:solidFill>
              <a:srgbClr val="FAB117"/>
            </a:solidFill>
          </p:grpSpPr>
          <p:sp>
            <p:nvSpPr>
              <p:cNvPr id="11" name="Freeform 3">
                <a:extLst>
                  <a:ext uri="{FF2B5EF4-FFF2-40B4-BE49-F238E27FC236}">
                    <a16:creationId xmlns:a16="http://schemas.microsoft.com/office/drawing/2014/main" id="{A8AC5782-4AEC-B22F-19B4-F62923C8FBD5}"/>
                  </a:ext>
                </a:extLst>
              </p:cNvPr>
              <p:cNvSpPr/>
              <p:nvPr/>
            </p:nvSpPr>
            <p:spPr>
              <a:xfrm>
                <a:off x="2901403" y="2041913"/>
                <a:ext cx="3261271" cy="1993269"/>
              </a:xfrm>
              <a:custGeom>
                <a:avLst/>
                <a:gdLst>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962025 w 3228975"/>
                  <a:gd name="connsiteY4" fmla="*/ 19050 h 1866900"/>
                  <a:gd name="connsiteX5" fmla="*/ 2105025 w 3228975"/>
                  <a:gd name="connsiteY5" fmla="*/ 9525 h 1866900"/>
                  <a:gd name="connsiteX6" fmla="*/ 3228975 w 3228975"/>
                  <a:gd name="connsiteY6" fmla="*/ 476250 h 1866900"/>
                  <a:gd name="connsiteX7" fmla="*/ 3219450 w 3228975"/>
                  <a:gd name="connsiteY7" fmla="*/ 1866900 h 1866900"/>
                  <a:gd name="connsiteX8" fmla="*/ 3086100 w 3228975"/>
                  <a:gd name="connsiteY8" fmla="*/ 1847850 h 1866900"/>
                  <a:gd name="connsiteX9" fmla="*/ 2095500 w 3228975"/>
                  <a:gd name="connsiteY9" fmla="*/ 771525 h 1866900"/>
                  <a:gd name="connsiteX10" fmla="*/ 1095375 w 3228975"/>
                  <a:gd name="connsiteY10" fmla="*/ 571500 h 1866900"/>
                  <a:gd name="connsiteX11" fmla="*/ 0 w 3228975"/>
                  <a:gd name="connsiteY11" fmla="*/ 790575 h 1866900"/>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2105025 w 3228975"/>
                  <a:gd name="connsiteY4" fmla="*/ 9525 h 1866900"/>
                  <a:gd name="connsiteX5" fmla="*/ 3228975 w 3228975"/>
                  <a:gd name="connsiteY5" fmla="*/ 476250 h 1866900"/>
                  <a:gd name="connsiteX6" fmla="*/ 3219450 w 3228975"/>
                  <a:gd name="connsiteY6" fmla="*/ 1866900 h 1866900"/>
                  <a:gd name="connsiteX7" fmla="*/ 3086100 w 3228975"/>
                  <a:gd name="connsiteY7" fmla="*/ 1847850 h 1866900"/>
                  <a:gd name="connsiteX8" fmla="*/ 2095500 w 3228975"/>
                  <a:gd name="connsiteY8" fmla="*/ 771525 h 1866900"/>
                  <a:gd name="connsiteX9" fmla="*/ 1095375 w 3228975"/>
                  <a:gd name="connsiteY9" fmla="*/ 571500 h 1866900"/>
                  <a:gd name="connsiteX10" fmla="*/ 0 w 3228975"/>
                  <a:gd name="connsiteY10" fmla="*/ 790575 h 1866900"/>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2105025 w 3228975"/>
                  <a:gd name="connsiteY4" fmla="*/ 9525 h 1866900"/>
                  <a:gd name="connsiteX5" fmla="*/ 3228975 w 3228975"/>
                  <a:gd name="connsiteY5" fmla="*/ 476250 h 1866900"/>
                  <a:gd name="connsiteX6" fmla="*/ 3219450 w 3228975"/>
                  <a:gd name="connsiteY6" fmla="*/ 1866900 h 1866900"/>
                  <a:gd name="connsiteX7" fmla="*/ 3086100 w 3228975"/>
                  <a:gd name="connsiteY7" fmla="*/ 1847850 h 1866900"/>
                  <a:gd name="connsiteX8" fmla="*/ 2095500 w 3228975"/>
                  <a:gd name="connsiteY8" fmla="*/ 771525 h 1866900"/>
                  <a:gd name="connsiteX9" fmla="*/ 1095375 w 3228975"/>
                  <a:gd name="connsiteY9" fmla="*/ 571500 h 1866900"/>
                  <a:gd name="connsiteX10" fmla="*/ 0 w 3228975"/>
                  <a:gd name="connsiteY10" fmla="*/ 790575 h 1866900"/>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2105025 w 3228975"/>
                  <a:gd name="connsiteY4" fmla="*/ 9525 h 1866900"/>
                  <a:gd name="connsiteX5" fmla="*/ 3228975 w 3228975"/>
                  <a:gd name="connsiteY5" fmla="*/ 476250 h 1866900"/>
                  <a:gd name="connsiteX6" fmla="*/ 3219450 w 3228975"/>
                  <a:gd name="connsiteY6" fmla="*/ 1866900 h 1866900"/>
                  <a:gd name="connsiteX7" fmla="*/ 3086100 w 3228975"/>
                  <a:gd name="connsiteY7" fmla="*/ 1847850 h 1866900"/>
                  <a:gd name="connsiteX8" fmla="*/ 2095500 w 3228975"/>
                  <a:gd name="connsiteY8" fmla="*/ 771525 h 1866900"/>
                  <a:gd name="connsiteX9" fmla="*/ 1095375 w 3228975"/>
                  <a:gd name="connsiteY9" fmla="*/ 571500 h 1866900"/>
                  <a:gd name="connsiteX10" fmla="*/ 0 w 3228975"/>
                  <a:gd name="connsiteY10" fmla="*/ 790575 h 1866900"/>
                  <a:gd name="connsiteX0" fmla="*/ 0 w 3228975"/>
                  <a:gd name="connsiteY0" fmla="*/ 790575 h 1866900"/>
                  <a:gd name="connsiteX1" fmla="*/ 0 w 3228975"/>
                  <a:gd name="connsiteY1" fmla="*/ 790575 h 1866900"/>
                  <a:gd name="connsiteX2" fmla="*/ 866775 w 3228975"/>
                  <a:gd name="connsiteY2" fmla="*/ 0 h 1866900"/>
                  <a:gd name="connsiteX3" fmla="*/ 2105025 w 3228975"/>
                  <a:gd name="connsiteY3" fmla="*/ 9525 h 1866900"/>
                  <a:gd name="connsiteX4" fmla="*/ 3228975 w 3228975"/>
                  <a:gd name="connsiteY4" fmla="*/ 476250 h 1866900"/>
                  <a:gd name="connsiteX5" fmla="*/ 3219450 w 3228975"/>
                  <a:gd name="connsiteY5" fmla="*/ 1866900 h 1866900"/>
                  <a:gd name="connsiteX6" fmla="*/ 3086100 w 3228975"/>
                  <a:gd name="connsiteY6" fmla="*/ 1847850 h 1866900"/>
                  <a:gd name="connsiteX7" fmla="*/ 2095500 w 3228975"/>
                  <a:gd name="connsiteY7" fmla="*/ 771525 h 1866900"/>
                  <a:gd name="connsiteX8" fmla="*/ 1095375 w 3228975"/>
                  <a:gd name="connsiteY8" fmla="*/ 571500 h 1866900"/>
                  <a:gd name="connsiteX9" fmla="*/ 0 w 3228975"/>
                  <a:gd name="connsiteY9" fmla="*/ 790575 h 1866900"/>
                  <a:gd name="connsiteX0" fmla="*/ 0 w 3228975"/>
                  <a:gd name="connsiteY0" fmla="*/ 790575 h 1866900"/>
                  <a:gd name="connsiteX1" fmla="*/ 0 w 3228975"/>
                  <a:gd name="connsiteY1" fmla="*/ 790575 h 1866900"/>
                  <a:gd name="connsiteX2" fmla="*/ 866775 w 3228975"/>
                  <a:gd name="connsiteY2" fmla="*/ 0 h 1866900"/>
                  <a:gd name="connsiteX3" fmla="*/ 2105025 w 3228975"/>
                  <a:gd name="connsiteY3" fmla="*/ 9525 h 1866900"/>
                  <a:gd name="connsiteX4" fmla="*/ 3228975 w 3228975"/>
                  <a:gd name="connsiteY4" fmla="*/ 476250 h 1866900"/>
                  <a:gd name="connsiteX5" fmla="*/ 3219450 w 3228975"/>
                  <a:gd name="connsiteY5" fmla="*/ 1866900 h 1866900"/>
                  <a:gd name="connsiteX6" fmla="*/ 3086100 w 3228975"/>
                  <a:gd name="connsiteY6" fmla="*/ 1847850 h 1866900"/>
                  <a:gd name="connsiteX7" fmla="*/ 2095500 w 3228975"/>
                  <a:gd name="connsiteY7" fmla="*/ 771525 h 1866900"/>
                  <a:gd name="connsiteX8" fmla="*/ 1095375 w 3228975"/>
                  <a:gd name="connsiteY8" fmla="*/ 571500 h 1866900"/>
                  <a:gd name="connsiteX9" fmla="*/ 0 w 3228975"/>
                  <a:gd name="connsiteY9" fmla="*/ 790575 h 1866900"/>
                  <a:gd name="connsiteX0" fmla="*/ 253889 w 3254264"/>
                  <a:gd name="connsiteY0" fmla="*/ 1143000 h 1866900"/>
                  <a:gd name="connsiteX1" fmla="*/ 25289 w 3254264"/>
                  <a:gd name="connsiteY1" fmla="*/ 790575 h 1866900"/>
                  <a:gd name="connsiteX2" fmla="*/ 892064 w 3254264"/>
                  <a:gd name="connsiteY2" fmla="*/ 0 h 1866900"/>
                  <a:gd name="connsiteX3" fmla="*/ 2130314 w 3254264"/>
                  <a:gd name="connsiteY3" fmla="*/ 9525 h 1866900"/>
                  <a:gd name="connsiteX4" fmla="*/ 3254264 w 3254264"/>
                  <a:gd name="connsiteY4" fmla="*/ 476250 h 1866900"/>
                  <a:gd name="connsiteX5" fmla="*/ 3244739 w 3254264"/>
                  <a:gd name="connsiteY5" fmla="*/ 1866900 h 1866900"/>
                  <a:gd name="connsiteX6" fmla="*/ 3111389 w 3254264"/>
                  <a:gd name="connsiteY6" fmla="*/ 1847850 h 1866900"/>
                  <a:gd name="connsiteX7" fmla="*/ 2120789 w 3254264"/>
                  <a:gd name="connsiteY7" fmla="*/ 771525 h 1866900"/>
                  <a:gd name="connsiteX8" fmla="*/ 1120664 w 3254264"/>
                  <a:gd name="connsiteY8" fmla="*/ 571500 h 1866900"/>
                  <a:gd name="connsiteX9" fmla="*/ 253889 w 3254264"/>
                  <a:gd name="connsiteY9" fmla="*/ 1143000 h 1866900"/>
                  <a:gd name="connsiteX0" fmla="*/ 1097065 w 3230665"/>
                  <a:gd name="connsiteY0" fmla="*/ 571500 h 1866900"/>
                  <a:gd name="connsiteX1" fmla="*/ 1690 w 3230665"/>
                  <a:gd name="connsiteY1" fmla="*/ 790575 h 1866900"/>
                  <a:gd name="connsiteX2" fmla="*/ 868465 w 3230665"/>
                  <a:gd name="connsiteY2" fmla="*/ 0 h 1866900"/>
                  <a:gd name="connsiteX3" fmla="*/ 2106715 w 3230665"/>
                  <a:gd name="connsiteY3" fmla="*/ 9525 h 1866900"/>
                  <a:gd name="connsiteX4" fmla="*/ 3230665 w 3230665"/>
                  <a:gd name="connsiteY4" fmla="*/ 476250 h 1866900"/>
                  <a:gd name="connsiteX5" fmla="*/ 3221140 w 3230665"/>
                  <a:gd name="connsiteY5" fmla="*/ 1866900 h 1866900"/>
                  <a:gd name="connsiteX6" fmla="*/ 3087790 w 3230665"/>
                  <a:gd name="connsiteY6" fmla="*/ 1847850 h 1866900"/>
                  <a:gd name="connsiteX7" fmla="*/ 2097190 w 3230665"/>
                  <a:gd name="connsiteY7" fmla="*/ 771525 h 1866900"/>
                  <a:gd name="connsiteX8" fmla="*/ 1097065 w 3230665"/>
                  <a:gd name="connsiteY8" fmla="*/ 571500 h 1866900"/>
                  <a:gd name="connsiteX0" fmla="*/ 1099783 w 3233383"/>
                  <a:gd name="connsiteY0" fmla="*/ 571500 h 1866900"/>
                  <a:gd name="connsiteX1" fmla="*/ 4408 w 3233383"/>
                  <a:gd name="connsiteY1" fmla="*/ 790575 h 1866900"/>
                  <a:gd name="connsiteX2" fmla="*/ 871183 w 3233383"/>
                  <a:gd name="connsiteY2" fmla="*/ 0 h 1866900"/>
                  <a:gd name="connsiteX3" fmla="*/ 2109433 w 3233383"/>
                  <a:gd name="connsiteY3" fmla="*/ 9525 h 1866900"/>
                  <a:gd name="connsiteX4" fmla="*/ 3233383 w 3233383"/>
                  <a:gd name="connsiteY4" fmla="*/ 476250 h 1866900"/>
                  <a:gd name="connsiteX5" fmla="*/ 3223858 w 3233383"/>
                  <a:gd name="connsiteY5" fmla="*/ 1866900 h 1866900"/>
                  <a:gd name="connsiteX6" fmla="*/ 3090508 w 3233383"/>
                  <a:gd name="connsiteY6" fmla="*/ 1847850 h 1866900"/>
                  <a:gd name="connsiteX7" fmla="*/ 2099908 w 3233383"/>
                  <a:gd name="connsiteY7" fmla="*/ 771525 h 1866900"/>
                  <a:gd name="connsiteX8" fmla="*/ 1099783 w 3233383"/>
                  <a:gd name="connsiteY8" fmla="*/ 571500 h 1866900"/>
                  <a:gd name="connsiteX0" fmla="*/ 1099783 w 3233383"/>
                  <a:gd name="connsiteY0" fmla="*/ 571500 h 1866900"/>
                  <a:gd name="connsiteX1" fmla="*/ 4408 w 3233383"/>
                  <a:gd name="connsiteY1" fmla="*/ 790575 h 1866900"/>
                  <a:gd name="connsiteX2" fmla="*/ 871183 w 3233383"/>
                  <a:gd name="connsiteY2" fmla="*/ 0 h 1866900"/>
                  <a:gd name="connsiteX3" fmla="*/ 2109433 w 3233383"/>
                  <a:gd name="connsiteY3" fmla="*/ 9525 h 1866900"/>
                  <a:gd name="connsiteX4" fmla="*/ 3233383 w 3233383"/>
                  <a:gd name="connsiteY4" fmla="*/ 476250 h 1866900"/>
                  <a:gd name="connsiteX5" fmla="*/ 3223858 w 3233383"/>
                  <a:gd name="connsiteY5" fmla="*/ 1866900 h 1866900"/>
                  <a:gd name="connsiteX6" fmla="*/ 3090508 w 3233383"/>
                  <a:gd name="connsiteY6" fmla="*/ 1847850 h 1866900"/>
                  <a:gd name="connsiteX7" fmla="*/ 2099908 w 3233383"/>
                  <a:gd name="connsiteY7" fmla="*/ 771525 h 1866900"/>
                  <a:gd name="connsiteX8" fmla="*/ 1099783 w 3233383"/>
                  <a:gd name="connsiteY8" fmla="*/ 571500 h 1866900"/>
                  <a:gd name="connsiteX0" fmla="*/ 1099427 w 3233027"/>
                  <a:gd name="connsiteY0" fmla="*/ 571500 h 1866900"/>
                  <a:gd name="connsiteX1" fmla="*/ 4052 w 3233027"/>
                  <a:gd name="connsiteY1" fmla="*/ 790575 h 1866900"/>
                  <a:gd name="connsiteX2" fmla="*/ 870827 w 3233027"/>
                  <a:gd name="connsiteY2" fmla="*/ 0 h 1866900"/>
                  <a:gd name="connsiteX3" fmla="*/ 2109077 w 3233027"/>
                  <a:gd name="connsiteY3" fmla="*/ 9525 h 1866900"/>
                  <a:gd name="connsiteX4" fmla="*/ 3233027 w 3233027"/>
                  <a:gd name="connsiteY4" fmla="*/ 476250 h 1866900"/>
                  <a:gd name="connsiteX5" fmla="*/ 3223502 w 3233027"/>
                  <a:gd name="connsiteY5" fmla="*/ 1866900 h 1866900"/>
                  <a:gd name="connsiteX6" fmla="*/ 3090152 w 3233027"/>
                  <a:gd name="connsiteY6" fmla="*/ 1847850 h 1866900"/>
                  <a:gd name="connsiteX7" fmla="*/ 2099552 w 3233027"/>
                  <a:gd name="connsiteY7" fmla="*/ 771525 h 1866900"/>
                  <a:gd name="connsiteX8" fmla="*/ 1099427 w 3233027"/>
                  <a:gd name="connsiteY8" fmla="*/ 571500 h 1866900"/>
                  <a:gd name="connsiteX0" fmla="*/ 1118366 w 3251966"/>
                  <a:gd name="connsiteY0" fmla="*/ 571500 h 1866900"/>
                  <a:gd name="connsiteX1" fmla="*/ 3941 w 3251966"/>
                  <a:gd name="connsiteY1" fmla="*/ 809625 h 1866900"/>
                  <a:gd name="connsiteX2" fmla="*/ 889766 w 3251966"/>
                  <a:gd name="connsiteY2" fmla="*/ 0 h 1866900"/>
                  <a:gd name="connsiteX3" fmla="*/ 2128016 w 3251966"/>
                  <a:gd name="connsiteY3" fmla="*/ 9525 h 1866900"/>
                  <a:gd name="connsiteX4" fmla="*/ 3251966 w 3251966"/>
                  <a:gd name="connsiteY4" fmla="*/ 476250 h 1866900"/>
                  <a:gd name="connsiteX5" fmla="*/ 3242441 w 3251966"/>
                  <a:gd name="connsiteY5" fmla="*/ 1866900 h 1866900"/>
                  <a:gd name="connsiteX6" fmla="*/ 3109091 w 3251966"/>
                  <a:gd name="connsiteY6" fmla="*/ 1847850 h 1866900"/>
                  <a:gd name="connsiteX7" fmla="*/ 2118491 w 3251966"/>
                  <a:gd name="connsiteY7" fmla="*/ 771525 h 1866900"/>
                  <a:gd name="connsiteX8" fmla="*/ 1118366 w 3251966"/>
                  <a:gd name="connsiteY8" fmla="*/ 571500 h 1866900"/>
                  <a:gd name="connsiteX0" fmla="*/ 1119025 w 3252625"/>
                  <a:gd name="connsiteY0" fmla="*/ 571500 h 1866900"/>
                  <a:gd name="connsiteX1" fmla="*/ 4600 w 3252625"/>
                  <a:gd name="connsiteY1" fmla="*/ 809625 h 1866900"/>
                  <a:gd name="connsiteX2" fmla="*/ 890425 w 3252625"/>
                  <a:gd name="connsiteY2" fmla="*/ 0 h 1866900"/>
                  <a:gd name="connsiteX3" fmla="*/ 2128675 w 3252625"/>
                  <a:gd name="connsiteY3" fmla="*/ 9525 h 1866900"/>
                  <a:gd name="connsiteX4" fmla="*/ 3252625 w 3252625"/>
                  <a:gd name="connsiteY4" fmla="*/ 476250 h 1866900"/>
                  <a:gd name="connsiteX5" fmla="*/ 3243100 w 3252625"/>
                  <a:gd name="connsiteY5" fmla="*/ 1866900 h 1866900"/>
                  <a:gd name="connsiteX6" fmla="*/ 3109750 w 3252625"/>
                  <a:gd name="connsiteY6" fmla="*/ 1847850 h 1866900"/>
                  <a:gd name="connsiteX7" fmla="*/ 2119150 w 3252625"/>
                  <a:gd name="connsiteY7" fmla="*/ 771525 h 1866900"/>
                  <a:gd name="connsiteX8" fmla="*/ 1119025 w 3252625"/>
                  <a:gd name="connsiteY8" fmla="*/ 571500 h 1866900"/>
                  <a:gd name="connsiteX0" fmla="*/ 1118146 w 3251746"/>
                  <a:gd name="connsiteY0" fmla="*/ 571500 h 1866900"/>
                  <a:gd name="connsiteX1" fmla="*/ 3721 w 3251746"/>
                  <a:gd name="connsiteY1" fmla="*/ 809625 h 1866900"/>
                  <a:gd name="connsiteX2" fmla="*/ 889546 w 3251746"/>
                  <a:gd name="connsiteY2" fmla="*/ 0 h 1866900"/>
                  <a:gd name="connsiteX3" fmla="*/ 2127796 w 3251746"/>
                  <a:gd name="connsiteY3" fmla="*/ 9525 h 1866900"/>
                  <a:gd name="connsiteX4" fmla="*/ 3251746 w 3251746"/>
                  <a:gd name="connsiteY4" fmla="*/ 476250 h 1866900"/>
                  <a:gd name="connsiteX5" fmla="*/ 3242221 w 3251746"/>
                  <a:gd name="connsiteY5" fmla="*/ 1866900 h 1866900"/>
                  <a:gd name="connsiteX6" fmla="*/ 3108871 w 3251746"/>
                  <a:gd name="connsiteY6" fmla="*/ 1847850 h 1866900"/>
                  <a:gd name="connsiteX7" fmla="*/ 2118271 w 3251746"/>
                  <a:gd name="connsiteY7" fmla="*/ 771525 h 1866900"/>
                  <a:gd name="connsiteX8" fmla="*/ 1118146 w 3251746"/>
                  <a:gd name="connsiteY8" fmla="*/ 571500 h 1866900"/>
                  <a:gd name="connsiteX0" fmla="*/ 1118146 w 3251746"/>
                  <a:gd name="connsiteY0" fmla="*/ 589645 h 1885045"/>
                  <a:gd name="connsiteX1" fmla="*/ 3721 w 3251746"/>
                  <a:gd name="connsiteY1" fmla="*/ 827770 h 1885045"/>
                  <a:gd name="connsiteX2" fmla="*/ 889546 w 3251746"/>
                  <a:gd name="connsiteY2" fmla="*/ 18145 h 1885045"/>
                  <a:gd name="connsiteX3" fmla="*/ 2127796 w 3251746"/>
                  <a:gd name="connsiteY3" fmla="*/ 27670 h 1885045"/>
                  <a:gd name="connsiteX4" fmla="*/ 3251746 w 3251746"/>
                  <a:gd name="connsiteY4" fmla="*/ 494395 h 1885045"/>
                  <a:gd name="connsiteX5" fmla="*/ 3242221 w 3251746"/>
                  <a:gd name="connsiteY5" fmla="*/ 1885045 h 1885045"/>
                  <a:gd name="connsiteX6" fmla="*/ 3108871 w 3251746"/>
                  <a:gd name="connsiteY6" fmla="*/ 1865995 h 1885045"/>
                  <a:gd name="connsiteX7" fmla="*/ 2118271 w 3251746"/>
                  <a:gd name="connsiteY7" fmla="*/ 789670 h 1885045"/>
                  <a:gd name="connsiteX8" fmla="*/ 1118146 w 3251746"/>
                  <a:gd name="connsiteY8" fmla="*/ 589645 h 1885045"/>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108871 w 3251746"/>
                  <a:gd name="connsiteY6" fmla="*/ 188238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108871 w 3251746"/>
                  <a:gd name="connsiteY6" fmla="*/ 188238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108871 w 3251746"/>
                  <a:gd name="connsiteY6" fmla="*/ 188238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2994571 w 3251746"/>
                  <a:gd name="connsiteY6" fmla="*/ 1777612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2994571 w 3251746"/>
                  <a:gd name="connsiteY6" fmla="*/ 1777612 h 1901437"/>
                  <a:gd name="connsiteX7" fmla="*/ 2118271 w 3251746"/>
                  <a:gd name="connsiteY7" fmla="*/ 806062 h 1901437"/>
                  <a:gd name="connsiteX8" fmla="*/ 1118146 w 3251746"/>
                  <a:gd name="connsiteY8" fmla="*/ 606037 h 1901437"/>
                  <a:gd name="connsiteX0" fmla="*/ 1118146 w 3251746"/>
                  <a:gd name="connsiteY0" fmla="*/ 606037 h 1921976"/>
                  <a:gd name="connsiteX1" fmla="*/ 3721 w 3251746"/>
                  <a:gd name="connsiteY1" fmla="*/ 844162 h 1921976"/>
                  <a:gd name="connsiteX2" fmla="*/ 889546 w 3251746"/>
                  <a:gd name="connsiteY2" fmla="*/ 34537 h 1921976"/>
                  <a:gd name="connsiteX3" fmla="*/ 2127796 w 3251746"/>
                  <a:gd name="connsiteY3" fmla="*/ 44062 h 1921976"/>
                  <a:gd name="connsiteX4" fmla="*/ 3251746 w 3251746"/>
                  <a:gd name="connsiteY4" fmla="*/ 510787 h 1921976"/>
                  <a:gd name="connsiteX5" fmla="*/ 3242221 w 3251746"/>
                  <a:gd name="connsiteY5" fmla="*/ 1901437 h 1921976"/>
                  <a:gd name="connsiteX6" fmla="*/ 2994571 w 3251746"/>
                  <a:gd name="connsiteY6" fmla="*/ 1777612 h 1921976"/>
                  <a:gd name="connsiteX7" fmla="*/ 2118271 w 3251746"/>
                  <a:gd name="connsiteY7" fmla="*/ 806062 h 1921976"/>
                  <a:gd name="connsiteX8" fmla="*/ 1118146 w 3251746"/>
                  <a:gd name="connsiteY8" fmla="*/ 606037 h 1921976"/>
                  <a:gd name="connsiteX0" fmla="*/ 1118146 w 3242221"/>
                  <a:gd name="connsiteY0" fmla="*/ 606037 h 1921976"/>
                  <a:gd name="connsiteX1" fmla="*/ 3721 w 3242221"/>
                  <a:gd name="connsiteY1" fmla="*/ 844162 h 1921976"/>
                  <a:gd name="connsiteX2" fmla="*/ 889546 w 3242221"/>
                  <a:gd name="connsiteY2" fmla="*/ 34537 h 1921976"/>
                  <a:gd name="connsiteX3" fmla="*/ 2127796 w 3242221"/>
                  <a:gd name="connsiteY3" fmla="*/ 44062 h 1921976"/>
                  <a:gd name="connsiteX4" fmla="*/ 3242221 w 3242221"/>
                  <a:gd name="connsiteY4" fmla="*/ 615562 h 1921976"/>
                  <a:gd name="connsiteX5" fmla="*/ 3242221 w 3242221"/>
                  <a:gd name="connsiteY5" fmla="*/ 1901437 h 1921976"/>
                  <a:gd name="connsiteX6" fmla="*/ 2994571 w 3242221"/>
                  <a:gd name="connsiteY6" fmla="*/ 1777612 h 1921976"/>
                  <a:gd name="connsiteX7" fmla="*/ 2118271 w 3242221"/>
                  <a:gd name="connsiteY7" fmla="*/ 806062 h 1921976"/>
                  <a:gd name="connsiteX8" fmla="*/ 1118146 w 3242221"/>
                  <a:gd name="connsiteY8" fmla="*/ 606037 h 1921976"/>
                  <a:gd name="connsiteX0" fmla="*/ 1118146 w 3242221"/>
                  <a:gd name="connsiteY0" fmla="*/ 606037 h 1921976"/>
                  <a:gd name="connsiteX1" fmla="*/ 3721 w 3242221"/>
                  <a:gd name="connsiteY1" fmla="*/ 844162 h 1921976"/>
                  <a:gd name="connsiteX2" fmla="*/ 889546 w 3242221"/>
                  <a:gd name="connsiteY2" fmla="*/ 34537 h 1921976"/>
                  <a:gd name="connsiteX3" fmla="*/ 2127796 w 3242221"/>
                  <a:gd name="connsiteY3" fmla="*/ 44062 h 1921976"/>
                  <a:gd name="connsiteX4" fmla="*/ 3242221 w 3242221"/>
                  <a:gd name="connsiteY4" fmla="*/ 615562 h 1921976"/>
                  <a:gd name="connsiteX5" fmla="*/ 3242221 w 3242221"/>
                  <a:gd name="connsiteY5" fmla="*/ 1901437 h 1921976"/>
                  <a:gd name="connsiteX6" fmla="*/ 2994571 w 3242221"/>
                  <a:gd name="connsiteY6" fmla="*/ 1777612 h 1921976"/>
                  <a:gd name="connsiteX7" fmla="*/ 2118271 w 3242221"/>
                  <a:gd name="connsiteY7" fmla="*/ 806062 h 1921976"/>
                  <a:gd name="connsiteX8" fmla="*/ 1118146 w 3242221"/>
                  <a:gd name="connsiteY8" fmla="*/ 606037 h 1921976"/>
                  <a:gd name="connsiteX0" fmla="*/ 1118146 w 3261271"/>
                  <a:gd name="connsiteY0" fmla="*/ 606037 h 1993269"/>
                  <a:gd name="connsiteX1" fmla="*/ 3721 w 3261271"/>
                  <a:gd name="connsiteY1" fmla="*/ 844162 h 1993269"/>
                  <a:gd name="connsiteX2" fmla="*/ 889546 w 3261271"/>
                  <a:gd name="connsiteY2" fmla="*/ 34537 h 1993269"/>
                  <a:gd name="connsiteX3" fmla="*/ 2127796 w 3261271"/>
                  <a:gd name="connsiteY3" fmla="*/ 44062 h 1993269"/>
                  <a:gd name="connsiteX4" fmla="*/ 3242221 w 3261271"/>
                  <a:gd name="connsiteY4" fmla="*/ 615562 h 1993269"/>
                  <a:gd name="connsiteX5" fmla="*/ 3261271 w 3261271"/>
                  <a:gd name="connsiteY5" fmla="*/ 1987162 h 1993269"/>
                  <a:gd name="connsiteX6" fmla="*/ 2994571 w 3261271"/>
                  <a:gd name="connsiteY6" fmla="*/ 1777612 h 1993269"/>
                  <a:gd name="connsiteX7" fmla="*/ 2118271 w 3261271"/>
                  <a:gd name="connsiteY7" fmla="*/ 806062 h 1993269"/>
                  <a:gd name="connsiteX8" fmla="*/ 1118146 w 3261271"/>
                  <a:gd name="connsiteY8" fmla="*/ 606037 h 199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1271" h="1993269">
                    <a:moveTo>
                      <a:pt x="1118146" y="606037"/>
                    </a:moveTo>
                    <a:cubicBezTo>
                      <a:pt x="816521" y="761612"/>
                      <a:pt x="308521" y="1206112"/>
                      <a:pt x="3721" y="844162"/>
                    </a:cubicBezTo>
                    <a:cubicBezTo>
                      <a:pt x="-62359" y="765692"/>
                      <a:pt x="772071" y="98037"/>
                      <a:pt x="889546" y="34537"/>
                    </a:cubicBezTo>
                    <a:cubicBezTo>
                      <a:pt x="1007021" y="-9913"/>
                      <a:pt x="2000796" y="-16263"/>
                      <a:pt x="2127796" y="44062"/>
                    </a:cubicBezTo>
                    <a:cubicBezTo>
                      <a:pt x="2616746" y="180587"/>
                      <a:pt x="2915196" y="345687"/>
                      <a:pt x="3242221" y="615562"/>
                    </a:cubicBezTo>
                    <a:lnTo>
                      <a:pt x="3261271" y="1987162"/>
                    </a:lnTo>
                    <a:cubicBezTo>
                      <a:pt x="3159671" y="2012562"/>
                      <a:pt x="3134271" y="1961762"/>
                      <a:pt x="2994571" y="1777612"/>
                    </a:cubicBezTo>
                    <a:cubicBezTo>
                      <a:pt x="2616746" y="1444237"/>
                      <a:pt x="2343696" y="1148962"/>
                      <a:pt x="2118271" y="806062"/>
                    </a:cubicBezTo>
                    <a:cubicBezTo>
                      <a:pt x="1756321" y="777487"/>
                      <a:pt x="1432471" y="720337"/>
                      <a:pt x="1118146" y="606037"/>
                    </a:cubicBezTo>
                    <a:close/>
                  </a:path>
                </a:pathLst>
              </a:cu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12" name="Rounded Rectangle 4">
                <a:extLst>
                  <a:ext uri="{FF2B5EF4-FFF2-40B4-BE49-F238E27FC236}">
                    <a16:creationId xmlns:a16="http://schemas.microsoft.com/office/drawing/2014/main" id="{5551F750-FE04-22CA-2DA8-B5A703EF1B3D}"/>
                  </a:ext>
                </a:extLst>
              </p:cNvPr>
              <p:cNvSpPr/>
              <p:nvPr/>
            </p:nvSpPr>
            <p:spPr>
              <a:xfrm rot="2002203">
                <a:off x="2745022" y="3807001"/>
                <a:ext cx="339508" cy="612148"/>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3" name="Rounded Rectangle 11">
                <a:extLst>
                  <a:ext uri="{FF2B5EF4-FFF2-40B4-BE49-F238E27FC236}">
                    <a16:creationId xmlns:a16="http://schemas.microsoft.com/office/drawing/2014/main" id="{F75FB499-A4E9-8D87-8C37-6FFA50952BF8}"/>
                  </a:ext>
                </a:extLst>
              </p:cNvPr>
              <p:cNvSpPr/>
              <p:nvPr/>
            </p:nvSpPr>
            <p:spPr>
              <a:xfrm rot="2002203">
                <a:off x="3276558" y="3627997"/>
                <a:ext cx="339508" cy="934693"/>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 name="Rounded Rectangle 12">
                <a:extLst>
                  <a:ext uri="{FF2B5EF4-FFF2-40B4-BE49-F238E27FC236}">
                    <a16:creationId xmlns:a16="http://schemas.microsoft.com/office/drawing/2014/main" id="{EB8AE987-F5C6-0DDB-DC02-7D9F637E3B53}"/>
                  </a:ext>
                </a:extLst>
              </p:cNvPr>
              <p:cNvSpPr/>
              <p:nvPr/>
            </p:nvSpPr>
            <p:spPr>
              <a:xfrm rot="2002203">
                <a:off x="3656813" y="3935485"/>
                <a:ext cx="339508" cy="724313"/>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 name="Rounded Rectangle 13">
                <a:extLst>
                  <a:ext uri="{FF2B5EF4-FFF2-40B4-BE49-F238E27FC236}">
                    <a16:creationId xmlns:a16="http://schemas.microsoft.com/office/drawing/2014/main" id="{3BE6BB85-4894-93EF-BEBA-7D86B34D3D1F}"/>
                  </a:ext>
                </a:extLst>
              </p:cNvPr>
              <p:cNvSpPr/>
              <p:nvPr/>
            </p:nvSpPr>
            <p:spPr>
              <a:xfrm rot="2002203">
                <a:off x="4082895" y="4229792"/>
                <a:ext cx="339508" cy="567411"/>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10" name="Freeform 14">
              <a:extLst>
                <a:ext uri="{FF2B5EF4-FFF2-40B4-BE49-F238E27FC236}">
                  <a16:creationId xmlns:a16="http://schemas.microsoft.com/office/drawing/2014/main" id="{42E7736B-127C-33E1-0E74-556C8A6EB684}"/>
                </a:ext>
              </a:extLst>
            </p:cNvPr>
            <p:cNvSpPr/>
            <p:nvPr/>
          </p:nvSpPr>
          <p:spPr>
            <a:xfrm>
              <a:off x="2676526" y="2590800"/>
              <a:ext cx="3152217" cy="2284673"/>
            </a:xfrm>
            <a:custGeom>
              <a:avLst/>
              <a:gdLst>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803401 w 3152217"/>
                <a:gd name="connsiteY25" fmla="*/ 2014854 h 2217998"/>
                <a:gd name="connsiteX26" fmla="*/ 1771650 w 3152217"/>
                <a:gd name="connsiteY26" fmla="*/ 2057400 h 2217998"/>
                <a:gd name="connsiteX27" fmla="*/ 1798691 w 3152217"/>
                <a:gd name="connsiteY27" fmla="*/ 2010144 h 2217998"/>
                <a:gd name="connsiteX28" fmla="*/ 1775643 w 3152217"/>
                <a:gd name="connsiteY28" fmla="*/ 1987096 h 2217998"/>
                <a:gd name="connsiteX29" fmla="*/ 1848068 w 3152217"/>
                <a:gd name="connsiteY29" fmla="*/ 1914670 h 2217998"/>
                <a:gd name="connsiteX30" fmla="*/ 1533525 w 3152217"/>
                <a:gd name="connsiteY30" fmla="*/ 1485900 h 2217998"/>
                <a:gd name="connsiteX31" fmla="*/ 1219200 w 3152217"/>
                <a:gd name="connsiteY31" fmla="*/ 1181100 h 2217998"/>
                <a:gd name="connsiteX32" fmla="*/ 571500 w 3152217"/>
                <a:gd name="connsiteY32" fmla="*/ 1295400 h 2217998"/>
                <a:gd name="connsiteX33" fmla="*/ 0 w 3152217"/>
                <a:gd name="connsiteY33" fmla="*/ 1266825 h 2217998"/>
                <a:gd name="connsiteX34" fmla="*/ 9525 w 3152217"/>
                <a:gd name="connsiteY34" fmla="*/ 28575 h 2217998"/>
                <a:gd name="connsiteX35" fmla="*/ 323850 w 3152217"/>
                <a:gd name="connsiteY35"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803401 w 3152217"/>
                <a:gd name="connsiteY25" fmla="*/ 2014854 h 2217998"/>
                <a:gd name="connsiteX26" fmla="*/ 1771650 w 3152217"/>
                <a:gd name="connsiteY26" fmla="*/ 2057400 h 2217998"/>
                <a:gd name="connsiteX27" fmla="*/ 1798691 w 3152217"/>
                <a:gd name="connsiteY27" fmla="*/ 2010144 h 2217998"/>
                <a:gd name="connsiteX28" fmla="*/ 1775643 w 3152217"/>
                <a:gd name="connsiteY28" fmla="*/ 1987096 h 2217998"/>
                <a:gd name="connsiteX29" fmla="*/ 1848068 w 3152217"/>
                <a:gd name="connsiteY29" fmla="*/ 1914670 h 2217998"/>
                <a:gd name="connsiteX30" fmla="*/ 1533525 w 3152217"/>
                <a:gd name="connsiteY30" fmla="*/ 1485900 h 2217998"/>
                <a:gd name="connsiteX31" fmla="*/ 1219200 w 3152217"/>
                <a:gd name="connsiteY31" fmla="*/ 1181100 h 2217998"/>
                <a:gd name="connsiteX32" fmla="*/ 571500 w 3152217"/>
                <a:gd name="connsiteY32" fmla="*/ 1295400 h 2217998"/>
                <a:gd name="connsiteX33" fmla="*/ 0 w 3152217"/>
                <a:gd name="connsiteY33" fmla="*/ 1266825 h 2217998"/>
                <a:gd name="connsiteX34" fmla="*/ 9525 w 3152217"/>
                <a:gd name="connsiteY34" fmla="*/ 28575 h 2217998"/>
                <a:gd name="connsiteX35" fmla="*/ 323850 w 3152217"/>
                <a:gd name="connsiteY35"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803401 w 3152217"/>
                <a:gd name="connsiteY25" fmla="*/ 2014854 h 2217998"/>
                <a:gd name="connsiteX26" fmla="*/ 1798691 w 3152217"/>
                <a:gd name="connsiteY26" fmla="*/ 2010144 h 2217998"/>
                <a:gd name="connsiteX27" fmla="*/ 1775643 w 3152217"/>
                <a:gd name="connsiteY27" fmla="*/ 1987096 h 2217998"/>
                <a:gd name="connsiteX28" fmla="*/ 1848068 w 3152217"/>
                <a:gd name="connsiteY28" fmla="*/ 1914670 h 2217998"/>
                <a:gd name="connsiteX29" fmla="*/ 1533525 w 3152217"/>
                <a:gd name="connsiteY29" fmla="*/ 1485900 h 2217998"/>
                <a:gd name="connsiteX30" fmla="*/ 1219200 w 3152217"/>
                <a:gd name="connsiteY30" fmla="*/ 1181100 h 2217998"/>
                <a:gd name="connsiteX31" fmla="*/ 571500 w 3152217"/>
                <a:gd name="connsiteY31" fmla="*/ 1295400 h 2217998"/>
                <a:gd name="connsiteX32" fmla="*/ 0 w 3152217"/>
                <a:gd name="connsiteY32" fmla="*/ 1266825 h 2217998"/>
                <a:gd name="connsiteX33" fmla="*/ 9525 w 3152217"/>
                <a:gd name="connsiteY33" fmla="*/ 28575 h 2217998"/>
                <a:gd name="connsiteX34" fmla="*/ 323850 w 3152217"/>
                <a:gd name="connsiteY34"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798691 w 3152217"/>
                <a:gd name="connsiteY25" fmla="*/ 2010144 h 2217998"/>
                <a:gd name="connsiteX26" fmla="*/ 1775643 w 3152217"/>
                <a:gd name="connsiteY26" fmla="*/ 1987096 h 2217998"/>
                <a:gd name="connsiteX27" fmla="*/ 1848068 w 3152217"/>
                <a:gd name="connsiteY27" fmla="*/ 1914670 h 2217998"/>
                <a:gd name="connsiteX28" fmla="*/ 1533525 w 3152217"/>
                <a:gd name="connsiteY28" fmla="*/ 1485900 h 2217998"/>
                <a:gd name="connsiteX29" fmla="*/ 1219200 w 3152217"/>
                <a:gd name="connsiteY29" fmla="*/ 1181100 h 2217998"/>
                <a:gd name="connsiteX30" fmla="*/ 571500 w 3152217"/>
                <a:gd name="connsiteY30" fmla="*/ 1295400 h 2217998"/>
                <a:gd name="connsiteX31" fmla="*/ 0 w 3152217"/>
                <a:gd name="connsiteY31" fmla="*/ 1266825 h 2217998"/>
                <a:gd name="connsiteX32" fmla="*/ 9525 w 3152217"/>
                <a:gd name="connsiteY32" fmla="*/ 28575 h 2217998"/>
                <a:gd name="connsiteX33" fmla="*/ 323850 w 3152217"/>
                <a:gd name="connsiteY33"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798691 w 3152217"/>
                <a:gd name="connsiteY25" fmla="*/ 2010144 h 2217998"/>
                <a:gd name="connsiteX26" fmla="*/ 1775643 w 3152217"/>
                <a:gd name="connsiteY26" fmla="*/ 1987096 h 2217998"/>
                <a:gd name="connsiteX27" fmla="*/ 1848068 w 3152217"/>
                <a:gd name="connsiteY27" fmla="*/ 1914670 h 2217998"/>
                <a:gd name="connsiteX28" fmla="*/ 1533525 w 3152217"/>
                <a:gd name="connsiteY28" fmla="*/ 1485900 h 2217998"/>
                <a:gd name="connsiteX29" fmla="*/ 1219200 w 3152217"/>
                <a:gd name="connsiteY29" fmla="*/ 1181100 h 2217998"/>
                <a:gd name="connsiteX30" fmla="*/ 571500 w 3152217"/>
                <a:gd name="connsiteY30" fmla="*/ 1295400 h 2217998"/>
                <a:gd name="connsiteX31" fmla="*/ 0 w 3152217"/>
                <a:gd name="connsiteY31" fmla="*/ 1266825 h 2217998"/>
                <a:gd name="connsiteX32" fmla="*/ 9525 w 3152217"/>
                <a:gd name="connsiteY32" fmla="*/ 28575 h 2217998"/>
                <a:gd name="connsiteX33" fmla="*/ 323850 w 3152217"/>
                <a:gd name="connsiteY33"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8068 w 3152217"/>
                <a:gd name="connsiteY26" fmla="*/ 191467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8068 w 3152217"/>
                <a:gd name="connsiteY26" fmla="*/ 1911865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8068 w 3152217"/>
                <a:gd name="connsiteY26" fmla="*/ 1911865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3152217 w 3152217"/>
                <a:gd name="connsiteY5" fmla="*/ 1217685 h 2217998"/>
                <a:gd name="connsiteX6" fmla="*/ 3152217 w 3152217"/>
                <a:gd name="connsiteY6" fmla="*/ 1429902 h 2217998"/>
                <a:gd name="connsiteX7" fmla="*/ 2940000 w 3152217"/>
                <a:gd name="connsiteY7" fmla="*/ 1429902 h 2217998"/>
                <a:gd name="connsiteX8" fmla="*/ 2539107 w 3152217"/>
                <a:gd name="connsiteY8" fmla="*/ 1029008 h 2217998"/>
                <a:gd name="connsiteX9" fmla="*/ 2474399 w 3152217"/>
                <a:gd name="connsiteY9" fmla="*/ 1115717 h 2217998"/>
                <a:gd name="connsiteX10" fmla="*/ 2907621 w 3152217"/>
                <a:gd name="connsiteY10" fmla="*/ 1548940 h 2217998"/>
                <a:gd name="connsiteX11" fmla="*/ 2907621 w 3152217"/>
                <a:gd name="connsiteY11" fmla="*/ 1761157 h 2217998"/>
                <a:gd name="connsiteX12" fmla="*/ 2695404 w 3152217"/>
                <a:gd name="connsiteY12" fmla="*/ 1761157 h 2217998"/>
                <a:gd name="connsiteX13" fmla="*/ 2293017 w 3152217"/>
                <a:gd name="connsiteY13" fmla="*/ 1358769 h 2217998"/>
                <a:gd name="connsiteX14" fmla="*/ 2228234 w 3152217"/>
                <a:gd name="connsiteY14" fmla="*/ 1445578 h 2217998"/>
                <a:gd name="connsiteX15" fmla="*/ 2648161 w 3152217"/>
                <a:gd name="connsiteY15" fmla="*/ 1865505 h 2217998"/>
                <a:gd name="connsiteX16" fmla="*/ 2648161 w 3152217"/>
                <a:gd name="connsiteY16" fmla="*/ 2077722 h 2217998"/>
                <a:gd name="connsiteX17" fmla="*/ 2435944 w 3152217"/>
                <a:gd name="connsiteY17" fmla="*/ 2077722 h 2217998"/>
                <a:gd name="connsiteX18" fmla="*/ 2046853 w 3152217"/>
                <a:gd name="connsiteY18" fmla="*/ 1688629 h 2217998"/>
                <a:gd name="connsiteX19" fmla="*/ 1987859 w 3152217"/>
                <a:gd name="connsiteY19" fmla="*/ 1774879 h 2217998"/>
                <a:gd name="connsiteX20" fmla="*/ 2218760 w 3152217"/>
                <a:gd name="connsiteY20" fmla="*/ 2005781 h 2217998"/>
                <a:gd name="connsiteX21" fmla="*/ 2218760 w 3152217"/>
                <a:gd name="connsiteY21" fmla="*/ 2217998 h 2217998"/>
                <a:gd name="connsiteX22" fmla="*/ 2006543 w 3152217"/>
                <a:gd name="connsiteY22" fmla="*/ 2217998 h 2217998"/>
                <a:gd name="connsiteX23" fmla="*/ 1798691 w 3152217"/>
                <a:gd name="connsiteY23" fmla="*/ 2010144 h 2217998"/>
                <a:gd name="connsiteX24" fmla="*/ 1775643 w 3152217"/>
                <a:gd name="connsiteY24" fmla="*/ 1987096 h 2217998"/>
                <a:gd name="connsiteX25" fmla="*/ 1842458 w 3152217"/>
                <a:gd name="connsiteY25" fmla="*/ 1897840 h 2217998"/>
                <a:gd name="connsiteX26" fmla="*/ 1533525 w 3152217"/>
                <a:gd name="connsiteY26" fmla="*/ 1485900 h 2217998"/>
                <a:gd name="connsiteX27" fmla="*/ 1219200 w 3152217"/>
                <a:gd name="connsiteY27" fmla="*/ 1181100 h 2217998"/>
                <a:gd name="connsiteX28" fmla="*/ 571500 w 3152217"/>
                <a:gd name="connsiteY28" fmla="*/ 1295400 h 2217998"/>
                <a:gd name="connsiteX29" fmla="*/ 0 w 3152217"/>
                <a:gd name="connsiteY29" fmla="*/ 1266825 h 2217998"/>
                <a:gd name="connsiteX30" fmla="*/ 9525 w 3152217"/>
                <a:gd name="connsiteY30" fmla="*/ 28575 h 2217998"/>
                <a:gd name="connsiteX31" fmla="*/ 323850 w 3152217"/>
                <a:gd name="connsiteY31"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314575 w 3152217"/>
                <a:gd name="connsiteY3" fmla="*/ 285750 h 2217998"/>
                <a:gd name="connsiteX4" fmla="*/ 2724150 w 3152217"/>
                <a:gd name="connsiteY4" fmla="*/ 781050 h 2217998"/>
                <a:gd name="connsiteX5" fmla="*/ 3152217 w 3152217"/>
                <a:gd name="connsiteY5" fmla="*/ 1217685 h 2217998"/>
                <a:gd name="connsiteX6" fmla="*/ 3152217 w 3152217"/>
                <a:gd name="connsiteY6" fmla="*/ 1429902 h 2217998"/>
                <a:gd name="connsiteX7" fmla="*/ 2940000 w 3152217"/>
                <a:gd name="connsiteY7" fmla="*/ 1429902 h 2217998"/>
                <a:gd name="connsiteX8" fmla="*/ 2539107 w 3152217"/>
                <a:gd name="connsiteY8" fmla="*/ 1029008 h 2217998"/>
                <a:gd name="connsiteX9" fmla="*/ 2474399 w 3152217"/>
                <a:gd name="connsiteY9" fmla="*/ 1115717 h 2217998"/>
                <a:gd name="connsiteX10" fmla="*/ 2907621 w 3152217"/>
                <a:gd name="connsiteY10" fmla="*/ 1548940 h 2217998"/>
                <a:gd name="connsiteX11" fmla="*/ 2907621 w 3152217"/>
                <a:gd name="connsiteY11" fmla="*/ 1761157 h 2217998"/>
                <a:gd name="connsiteX12" fmla="*/ 2695404 w 3152217"/>
                <a:gd name="connsiteY12" fmla="*/ 1761157 h 2217998"/>
                <a:gd name="connsiteX13" fmla="*/ 2293017 w 3152217"/>
                <a:gd name="connsiteY13" fmla="*/ 1358769 h 2217998"/>
                <a:gd name="connsiteX14" fmla="*/ 2228234 w 3152217"/>
                <a:gd name="connsiteY14" fmla="*/ 1445578 h 2217998"/>
                <a:gd name="connsiteX15" fmla="*/ 2648161 w 3152217"/>
                <a:gd name="connsiteY15" fmla="*/ 1865505 h 2217998"/>
                <a:gd name="connsiteX16" fmla="*/ 2648161 w 3152217"/>
                <a:gd name="connsiteY16" fmla="*/ 2077722 h 2217998"/>
                <a:gd name="connsiteX17" fmla="*/ 2435944 w 3152217"/>
                <a:gd name="connsiteY17" fmla="*/ 2077722 h 2217998"/>
                <a:gd name="connsiteX18" fmla="*/ 2046853 w 3152217"/>
                <a:gd name="connsiteY18" fmla="*/ 1688629 h 2217998"/>
                <a:gd name="connsiteX19" fmla="*/ 1987859 w 3152217"/>
                <a:gd name="connsiteY19" fmla="*/ 1774879 h 2217998"/>
                <a:gd name="connsiteX20" fmla="*/ 2218760 w 3152217"/>
                <a:gd name="connsiteY20" fmla="*/ 2005781 h 2217998"/>
                <a:gd name="connsiteX21" fmla="*/ 2218760 w 3152217"/>
                <a:gd name="connsiteY21" fmla="*/ 2217998 h 2217998"/>
                <a:gd name="connsiteX22" fmla="*/ 2006543 w 3152217"/>
                <a:gd name="connsiteY22" fmla="*/ 2217998 h 2217998"/>
                <a:gd name="connsiteX23" fmla="*/ 1798691 w 3152217"/>
                <a:gd name="connsiteY23" fmla="*/ 2010144 h 2217998"/>
                <a:gd name="connsiteX24" fmla="*/ 1775643 w 3152217"/>
                <a:gd name="connsiteY24" fmla="*/ 1987096 h 2217998"/>
                <a:gd name="connsiteX25" fmla="*/ 1842458 w 3152217"/>
                <a:gd name="connsiteY25" fmla="*/ 1897840 h 2217998"/>
                <a:gd name="connsiteX26" fmla="*/ 1533525 w 3152217"/>
                <a:gd name="connsiteY26" fmla="*/ 1485900 h 2217998"/>
                <a:gd name="connsiteX27" fmla="*/ 1219200 w 3152217"/>
                <a:gd name="connsiteY27" fmla="*/ 1181100 h 2217998"/>
                <a:gd name="connsiteX28" fmla="*/ 571500 w 3152217"/>
                <a:gd name="connsiteY28" fmla="*/ 1295400 h 2217998"/>
                <a:gd name="connsiteX29" fmla="*/ 0 w 3152217"/>
                <a:gd name="connsiteY29" fmla="*/ 1266825 h 2217998"/>
                <a:gd name="connsiteX30" fmla="*/ 9525 w 3152217"/>
                <a:gd name="connsiteY30" fmla="*/ 28575 h 2217998"/>
                <a:gd name="connsiteX31" fmla="*/ 323850 w 3152217"/>
                <a:gd name="connsiteY31"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314575 w 3152217"/>
                <a:gd name="connsiteY3" fmla="*/ 285750 h 2217998"/>
                <a:gd name="connsiteX4" fmla="*/ 2724150 w 3152217"/>
                <a:gd name="connsiteY4" fmla="*/ 781050 h 2217998"/>
                <a:gd name="connsiteX5" fmla="*/ 3152217 w 3152217"/>
                <a:gd name="connsiteY5" fmla="*/ 1217685 h 2217998"/>
                <a:gd name="connsiteX6" fmla="*/ 3152217 w 3152217"/>
                <a:gd name="connsiteY6" fmla="*/ 1429902 h 2217998"/>
                <a:gd name="connsiteX7" fmla="*/ 2940000 w 3152217"/>
                <a:gd name="connsiteY7" fmla="*/ 1429902 h 2217998"/>
                <a:gd name="connsiteX8" fmla="*/ 2539107 w 3152217"/>
                <a:gd name="connsiteY8" fmla="*/ 1029008 h 2217998"/>
                <a:gd name="connsiteX9" fmla="*/ 2474399 w 3152217"/>
                <a:gd name="connsiteY9" fmla="*/ 1115717 h 2217998"/>
                <a:gd name="connsiteX10" fmla="*/ 2907621 w 3152217"/>
                <a:gd name="connsiteY10" fmla="*/ 1548940 h 2217998"/>
                <a:gd name="connsiteX11" fmla="*/ 2907621 w 3152217"/>
                <a:gd name="connsiteY11" fmla="*/ 1761157 h 2217998"/>
                <a:gd name="connsiteX12" fmla="*/ 2695404 w 3152217"/>
                <a:gd name="connsiteY12" fmla="*/ 1761157 h 2217998"/>
                <a:gd name="connsiteX13" fmla="*/ 2293017 w 3152217"/>
                <a:gd name="connsiteY13" fmla="*/ 1358769 h 2217998"/>
                <a:gd name="connsiteX14" fmla="*/ 2228234 w 3152217"/>
                <a:gd name="connsiteY14" fmla="*/ 1445578 h 2217998"/>
                <a:gd name="connsiteX15" fmla="*/ 2648161 w 3152217"/>
                <a:gd name="connsiteY15" fmla="*/ 1865505 h 2217998"/>
                <a:gd name="connsiteX16" fmla="*/ 2648161 w 3152217"/>
                <a:gd name="connsiteY16" fmla="*/ 2077722 h 2217998"/>
                <a:gd name="connsiteX17" fmla="*/ 2435944 w 3152217"/>
                <a:gd name="connsiteY17" fmla="*/ 2077722 h 2217998"/>
                <a:gd name="connsiteX18" fmla="*/ 2046853 w 3152217"/>
                <a:gd name="connsiteY18" fmla="*/ 1688629 h 2217998"/>
                <a:gd name="connsiteX19" fmla="*/ 1987859 w 3152217"/>
                <a:gd name="connsiteY19" fmla="*/ 1774879 h 2217998"/>
                <a:gd name="connsiteX20" fmla="*/ 2218760 w 3152217"/>
                <a:gd name="connsiteY20" fmla="*/ 2005781 h 2217998"/>
                <a:gd name="connsiteX21" fmla="*/ 2218760 w 3152217"/>
                <a:gd name="connsiteY21" fmla="*/ 2217998 h 2217998"/>
                <a:gd name="connsiteX22" fmla="*/ 2006543 w 3152217"/>
                <a:gd name="connsiteY22" fmla="*/ 2217998 h 2217998"/>
                <a:gd name="connsiteX23" fmla="*/ 1798691 w 3152217"/>
                <a:gd name="connsiteY23" fmla="*/ 2010144 h 2217998"/>
                <a:gd name="connsiteX24" fmla="*/ 1775643 w 3152217"/>
                <a:gd name="connsiteY24" fmla="*/ 1987096 h 2217998"/>
                <a:gd name="connsiteX25" fmla="*/ 1842458 w 3152217"/>
                <a:gd name="connsiteY25" fmla="*/ 1897840 h 2217998"/>
                <a:gd name="connsiteX26" fmla="*/ 1533525 w 3152217"/>
                <a:gd name="connsiteY26" fmla="*/ 1485900 h 2217998"/>
                <a:gd name="connsiteX27" fmla="*/ 1219200 w 3152217"/>
                <a:gd name="connsiteY27" fmla="*/ 1181100 h 2217998"/>
                <a:gd name="connsiteX28" fmla="*/ 571500 w 3152217"/>
                <a:gd name="connsiteY28" fmla="*/ 1295400 h 2217998"/>
                <a:gd name="connsiteX29" fmla="*/ 0 w 3152217"/>
                <a:gd name="connsiteY29" fmla="*/ 1266825 h 2217998"/>
                <a:gd name="connsiteX30" fmla="*/ 9525 w 3152217"/>
                <a:gd name="connsiteY30" fmla="*/ 28575 h 2217998"/>
                <a:gd name="connsiteX31" fmla="*/ 323850 w 3152217"/>
                <a:gd name="connsiteY31" fmla="*/ 0 h 2217998"/>
                <a:gd name="connsiteX0" fmla="*/ 361950 w 3152217"/>
                <a:gd name="connsiteY0" fmla="*/ 0 h 2256098"/>
                <a:gd name="connsiteX1" fmla="*/ 95250 w 3152217"/>
                <a:gd name="connsiteY1" fmla="*/ 247650 h 2256098"/>
                <a:gd name="connsiteX2" fmla="*/ 1352550 w 3152217"/>
                <a:gd name="connsiteY2" fmla="*/ 123825 h 2256098"/>
                <a:gd name="connsiteX3" fmla="*/ 2314575 w 3152217"/>
                <a:gd name="connsiteY3" fmla="*/ 323850 h 2256098"/>
                <a:gd name="connsiteX4" fmla="*/ 2724150 w 3152217"/>
                <a:gd name="connsiteY4" fmla="*/ 819150 h 2256098"/>
                <a:gd name="connsiteX5" fmla="*/ 3152217 w 3152217"/>
                <a:gd name="connsiteY5" fmla="*/ 1255785 h 2256098"/>
                <a:gd name="connsiteX6" fmla="*/ 3152217 w 3152217"/>
                <a:gd name="connsiteY6" fmla="*/ 1468002 h 2256098"/>
                <a:gd name="connsiteX7" fmla="*/ 2940000 w 3152217"/>
                <a:gd name="connsiteY7" fmla="*/ 1468002 h 2256098"/>
                <a:gd name="connsiteX8" fmla="*/ 2539107 w 3152217"/>
                <a:gd name="connsiteY8" fmla="*/ 1067108 h 2256098"/>
                <a:gd name="connsiteX9" fmla="*/ 2474399 w 3152217"/>
                <a:gd name="connsiteY9" fmla="*/ 1153817 h 2256098"/>
                <a:gd name="connsiteX10" fmla="*/ 2907621 w 3152217"/>
                <a:gd name="connsiteY10" fmla="*/ 1587040 h 2256098"/>
                <a:gd name="connsiteX11" fmla="*/ 2907621 w 3152217"/>
                <a:gd name="connsiteY11" fmla="*/ 1799257 h 2256098"/>
                <a:gd name="connsiteX12" fmla="*/ 2695404 w 3152217"/>
                <a:gd name="connsiteY12" fmla="*/ 1799257 h 2256098"/>
                <a:gd name="connsiteX13" fmla="*/ 2293017 w 3152217"/>
                <a:gd name="connsiteY13" fmla="*/ 1396869 h 2256098"/>
                <a:gd name="connsiteX14" fmla="*/ 2228234 w 3152217"/>
                <a:gd name="connsiteY14" fmla="*/ 1483678 h 2256098"/>
                <a:gd name="connsiteX15" fmla="*/ 2648161 w 3152217"/>
                <a:gd name="connsiteY15" fmla="*/ 1903605 h 2256098"/>
                <a:gd name="connsiteX16" fmla="*/ 2648161 w 3152217"/>
                <a:gd name="connsiteY16" fmla="*/ 2115822 h 2256098"/>
                <a:gd name="connsiteX17" fmla="*/ 2435944 w 3152217"/>
                <a:gd name="connsiteY17" fmla="*/ 2115822 h 2256098"/>
                <a:gd name="connsiteX18" fmla="*/ 2046853 w 3152217"/>
                <a:gd name="connsiteY18" fmla="*/ 1726729 h 2256098"/>
                <a:gd name="connsiteX19" fmla="*/ 1987859 w 3152217"/>
                <a:gd name="connsiteY19" fmla="*/ 1812979 h 2256098"/>
                <a:gd name="connsiteX20" fmla="*/ 2218760 w 3152217"/>
                <a:gd name="connsiteY20" fmla="*/ 2043881 h 2256098"/>
                <a:gd name="connsiteX21" fmla="*/ 2218760 w 3152217"/>
                <a:gd name="connsiteY21" fmla="*/ 2256098 h 2256098"/>
                <a:gd name="connsiteX22" fmla="*/ 2006543 w 3152217"/>
                <a:gd name="connsiteY22" fmla="*/ 2256098 h 2256098"/>
                <a:gd name="connsiteX23" fmla="*/ 1798691 w 3152217"/>
                <a:gd name="connsiteY23" fmla="*/ 2048244 h 2256098"/>
                <a:gd name="connsiteX24" fmla="*/ 1775643 w 3152217"/>
                <a:gd name="connsiteY24" fmla="*/ 2025196 h 2256098"/>
                <a:gd name="connsiteX25" fmla="*/ 1842458 w 3152217"/>
                <a:gd name="connsiteY25" fmla="*/ 1935940 h 2256098"/>
                <a:gd name="connsiteX26" fmla="*/ 1533525 w 3152217"/>
                <a:gd name="connsiteY26" fmla="*/ 1524000 h 2256098"/>
                <a:gd name="connsiteX27" fmla="*/ 1219200 w 3152217"/>
                <a:gd name="connsiteY27" fmla="*/ 1219200 h 2256098"/>
                <a:gd name="connsiteX28" fmla="*/ 571500 w 3152217"/>
                <a:gd name="connsiteY28" fmla="*/ 1333500 h 2256098"/>
                <a:gd name="connsiteX29" fmla="*/ 0 w 3152217"/>
                <a:gd name="connsiteY29" fmla="*/ 1304925 h 2256098"/>
                <a:gd name="connsiteX30" fmla="*/ 9525 w 3152217"/>
                <a:gd name="connsiteY30" fmla="*/ 66675 h 2256098"/>
                <a:gd name="connsiteX31" fmla="*/ 361950 w 3152217"/>
                <a:gd name="connsiteY31" fmla="*/ 0 h 2256098"/>
                <a:gd name="connsiteX0" fmla="*/ 361950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61950 w 3152217"/>
                <a:gd name="connsiteY31" fmla="*/ 9525 h 2265623"/>
                <a:gd name="connsiteX0" fmla="*/ 40957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409575 w 3152217"/>
                <a:gd name="connsiteY31" fmla="*/ 9525 h 2265623"/>
                <a:gd name="connsiteX0" fmla="*/ 39052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90525 w 3152217"/>
                <a:gd name="connsiteY31" fmla="*/ 9525 h 2265623"/>
                <a:gd name="connsiteX0" fmla="*/ 390525 w 3152217"/>
                <a:gd name="connsiteY0" fmla="*/ 24506 h 2280604"/>
                <a:gd name="connsiteX1" fmla="*/ 95250 w 3152217"/>
                <a:gd name="connsiteY1" fmla="*/ 272156 h 2280604"/>
                <a:gd name="connsiteX2" fmla="*/ 1352550 w 3152217"/>
                <a:gd name="connsiteY2" fmla="*/ 148331 h 2280604"/>
                <a:gd name="connsiteX3" fmla="*/ 2314575 w 3152217"/>
                <a:gd name="connsiteY3" fmla="*/ 348356 h 2280604"/>
                <a:gd name="connsiteX4" fmla="*/ 2724150 w 3152217"/>
                <a:gd name="connsiteY4" fmla="*/ 843656 h 2280604"/>
                <a:gd name="connsiteX5" fmla="*/ 3152217 w 3152217"/>
                <a:gd name="connsiteY5" fmla="*/ 1280291 h 2280604"/>
                <a:gd name="connsiteX6" fmla="*/ 3152217 w 3152217"/>
                <a:gd name="connsiteY6" fmla="*/ 1492508 h 2280604"/>
                <a:gd name="connsiteX7" fmla="*/ 2940000 w 3152217"/>
                <a:gd name="connsiteY7" fmla="*/ 1492508 h 2280604"/>
                <a:gd name="connsiteX8" fmla="*/ 2539107 w 3152217"/>
                <a:gd name="connsiteY8" fmla="*/ 1091614 h 2280604"/>
                <a:gd name="connsiteX9" fmla="*/ 2474399 w 3152217"/>
                <a:gd name="connsiteY9" fmla="*/ 1178323 h 2280604"/>
                <a:gd name="connsiteX10" fmla="*/ 2907621 w 3152217"/>
                <a:gd name="connsiteY10" fmla="*/ 1611546 h 2280604"/>
                <a:gd name="connsiteX11" fmla="*/ 2907621 w 3152217"/>
                <a:gd name="connsiteY11" fmla="*/ 1823763 h 2280604"/>
                <a:gd name="connsiteX12" fmla="*/ 2695404 w 3152217"/>
                <a:gd name="connsiteY12" fmla="*/ 1823763 h 2280604"/>
                <a:gd name="connsiteX13" fmla="*/ 2293017 w 3152217"/>
                <a:gd name="connsiteY13" fmla="*/ 1421375 h 2280604"/>
                <a:gd name="connsiteX14" fmla="*/ 2228234 w 3152217"/>
                <a:gd name="connsiteY14" fmla="*/ 1508184 h 2280604"/>
                <a:gd name="connsiteX15" fmla="*/ 2648161 w 3152217"/>
                <a:gd name="connsiteY15" fmla="*/ 1928111 h 2280604"/>
                <a:gd name="connsiteX16" fmla="*/ 2648161 w 3152217"/>
                <a:gd name="connsiteY16" fmla="*/ 2140328 h 2280604"/>
                <a:gd name="connsiteX17" fmla="*/ 2435944 w 3152217"/>
                <a:gd name="connsiteY17" fmla="*/ 2140328 h 2280604"/>
                <a:gd name="connsiteX18" fmla="*/ 2046853 w 3152217"/>
                <a:gd name="connsiteY18" fmla="*/ 1751235 h 2280604"/>
                <a:gd name="connsiteX19" fmla="*/ 1987859 w 3152217"/>
                <a:gd name="connsiteY19" fmla="*/ 1837485 h 2280604"/>
                <a:gd name="connsiteX20" fmla="*/ 2218760 w 3152217"/>
                <a:gd name="connsiteY20" fmla="*/ 2068387 h 2280604"/>
                <a:gd name="connsiteX21" fmla="*/ 2218760 w 3152217"/>
                <a:gd name="connsiteY21" fmla="*/ 2280604 h 2280604"/>
                <a:gd name="connsiteX22" fmla="*/ 2006543 w 3152217"/>
                <a:gd name="connsiteY22" fmla="*/ 2280604 h 2280604"/>
                <a:gd name="connsiteX23" fmla="*/ 1798691 w 3152217"/>
                <a:gd name="connsiteY23" fmla="*/ 2072750 h 2280604"/>
                <a:gd name="connsiteX24" fmla="*/ 1775643 w 3152217"/>
                <a:gd name="connsiteY24" fmla="*/ 2049702 h 2280604"/>
                <a:gd name="connsiteX25" fmla="*/ 1842458 w 3152217"/>
                <a:gd name="connsiteY25" fmla="*/ 1960446 h 2280604"/>
                <a:gd name="connsiteX26" fmla="*/ 1533525 w 3152217"/>
                <a:gd name="connsiteY26" fmla="*/ 1548506 h 2280604"/>
                <a:gd name="connsiteX27" fmla="*/ 1219200 w 3152217"/>
                <a:gd name="connsiteY27" fmla="*/ 1243706 h 2280604"/>
                <a:gd name="connsiteX28" fmla="*/ 571500 w 3152217"/>
                <a:gd name="connsiteY28" fmla="*/ 1358006 h 2280604"/>
                <a:gd name="connsiteX29" fmla="*/ 0 w 3152217"/>
                <a:gd name="connsiteY29" fmla="*/ 1329431 h 2280604"/>
                <a:gd name="connsiteX30" fmla="*/ 0 w 3152217"/>
                <a:gd name="connsiteY30" fmla="*/ 14981 h 2280604"/>
                <a:gd name="connsiteX31" fmla="*/ 390525 w 3152217"/>
                <a:gd name="connsiteY31" fmla="*/ 24506 h 2280604"/>
                <a:gd name="connsiteX0" fmla="*/ 390525 w 3152217"/>
                <a:gd name="connsiteY0" fmla="*/ 33386 h 2289484"/>
                <a:gd name="connsiteX1" fmla="*/ 95250 w 3152217"/>
                <a:gd name="connsiteY1" fmla="*/ 281036 h 2289484"/>
                <a:gd name="connsiteX2" fmla="*/ 1352550 w 3152217"/>
                <a:gd name="connsiteY2" fmla="*/ 157211 h 2289484"/>
                <a:gd name="connsiteX3" fmla="*/ 2314575 w 3152217"/>
                <a:gd name="connsiteY3" fmla="*/ 357236 h 2289484"/>
                <a:gd name="connsiteX4" fmla="*/ 2724150 w 3152217"/>
                <a:gd name="connsiteY4" fmla="*/ 852536 h 2289484"/>
                <a:gd name="connsiteX5" fmla="*/ 3152217 w 3152217"/>
                <a:gd name="connsiteY5" fmla="*/ 1289171 h 2289484"/>
                <a:gd name="connsiteX6" fmla="*/ 3152217 w 3152217"/>
                <a:gd name="connsiteY6" fmla="*/ 1501388 h 2289484"/>
                <a:gd name="connsiteX7" fmla="*/ 2940000 w 3152217"/>
                <a:gd name="connsiteY7" fmla="*/ 1501388 h 2289484"/>
                <a:gd name="connsiteX8" fmla="*/ 2539107 w 3152217"/>
                <a:gd name="connsiteY8" fmla="*/ 1100494 h 2289484"/>
                <a:gd name="connsiteX9" fmla="*/ 2474399 w 3152217"/>
                <a:gd name="connsiteY9" fmla="*/ 1187203 h 2289484"/>
                <a:gd name="connsiteX10" fmla="*/ 2907621 w 3152217"/>
                <a:gd name="connsiteY10" fmla="*/ 1620426 h 2289484"/>
                <a:gd name="connsiteX11" fmla="*/ 2907621 w 3152217"/>
                <a:gd name="connsiteY11" fmla="*/ 1832643 h 2289484"/>
                <a:gd name="connsiteX12" fmla="*/ 2695404 w 3152217"/>
                <a:gd name="connsiteY12" fmla="*/ 1832643 h 2289484"/>
                <a:gd name="connsiteX13" fmla="*/ 2293017 w 3152217"/>
                <a:gd name="connsiteY13" fmla="*/ 1430255 h 2289484"/>
                <a:gd name="connsiteX14" fmla="*/ 2228234 w 3152217"/>
                <a:gd name="connsiteY14" fmla="*/ 1517064 h 2289484"/>
                <a:gd name="connsiteX15" fmla="*/ 2648161 w 3152217"/>
                <a:gd name="connsiteY15" fmla="*/ 1936991 h 2289484"/>
                <a:gd name="connsiteX16" fmla="*/ 2648161 w 3152217"/>
                <a:gd name="connsiteY16" fmla="*/ 2149208 h 2289484"/>
                <a:gd name="connsiteX17" fmla="*/ 2435944 w 3152217"/>
                <a:gd name="connsiteY17" fmla="*/ 2149208 h 2289484"/>
                <a:gd name="connsiteX18" fmla="*/ 2046853 w 3152217"/>
                <a:gd name="connsiteY18" fmla="*/ 1760115 h 2289484"/>
                <a:gd name="connsiteX19" fmla="*/ 1987859 w 3152217"/>
                <a:gd name="connsiteY19" fmla="*/ 1846365 h 2289484"/>
                <a:gd name="connsiteX20" fmla="*/ 2218760 w 3152217"/>
                <a:gd name="connsiteY20" fmla="*/ 2077267 h 2289484"/>
                <a:gd name="connsiteX21" fmla="*/ 2218760 w 3152217"/>
                <a:gd name="connsiteY21" fmla="*/ 2289484 h 2289484"/>
                <a:gd name="connsiteX22" fmla="*/ 2006543 w 3152217"/>
                <a:gd name="connsiteY22" fmla="*/ 2289484 h 2289484"/>
                <a:gd name="connsiteX23" fmla="*/ 1798691 w 3152217"/>
                <a:gd name="connsiteY23" fmla="*/ 2081630 h 2289484"/>
                <a:gd name="connsiteX24" fmla="*/ 1775643 w 3152217"/>
                <a:gd name="connsiteY24" fmla="*/ 2058582 h 2289484"/>
                <a:gd name="connsiteX25" fmla="*/ 1842458 w 3152217"/>
                <a:gd name="connsiteY25" fmla="*/ 1969326 h 2289484"/>
                <a:gd name="connsiteX26" fmla="*/ 1533525 w 3152217"/>
                <a:gd name="connsiteY26" fmla="*/ 1557386 h 2289484"/>
                <a:gd name="connsiteX27" fmla="*/ 1219200 w 3152217"/>
                <a:gd name="connsiteY27" fmla="*/ 1252586 h 2289484"/>
                <a:gd name="connsiteX28" fmla="*/ 571500 w 3152217"/>
                <a:gd name="connsiteY28" fmla="*/ 1366886 h 2289484"/>
                <a:gd name="connsiteX29" fmla="*/ 0 w 3152217"/>
                <a:gd name="connsiteY29" fmla="*/ 1338311 h 2289484"/>
                <a:gd name="connsiteX30" fmla="*/ 0 w 3152217"/>
                <a:gd name="connsiteY30" fmla="*/ 23861 h 2289484"/>
                <a:gd name="connsiteX31" fmla="*/ 390525 w 3152217"/>
                <a:gd name="connsiteY31" fmla="*/ 33386 h 2289484"/>
                <a:gd name="connsiteX0" fmla="*/ 390525 w 3152217"/>
                <a:gd name="connsiteY0" fmla="*/ 24507 h 2280605"/>
                <a:gd name="connsiteX1" fmla="*/ 95250 w 3152217"/>
                <a:gd name="connsiteY1" fmla="*/ 272157 h 2280605"/>
                <a:gd name="connsiteX2" fmla="*/ 1352550 w 3152217"/>
                <a:gd name="connsiteY2" fmla="*/ 148332 h 2280605"/>
                <a:gd name="connsiteX3" fmla="*/ 2314575 w 3152217"/>
                <a:gd name="connsiteY3" fmla="*/ 348357 h 2280605"/>
                <a:gd name="connsiteX4" fmla="*/ 2724150 w 3152217"/>
                <a:gd name="connsiteY4" fmla="*/ 843657 h 2280605"/>
                <a:gd name="connsiteX5" fmla="*/ 3152217 w 3152217"/>
                <a:gd name="connsiteY5" fmla="*/ 1280292 h 2280605"/>
                <a:gd name="connsiteX6" fmla="*/ 3152217 w 3152217"/>
                <a:gd name="connsiteY6" fmla="*/ 1492509 h 2280605"/>
                <a:gd name="connsiteX7" fmla="*/ 2940000 w 3152217"/>
                <a:gd name="connsiteY7" fmla="*/ 1492509 h 2280605"/>
                <a:gd name="connsiteX8" fmla="*/ 2539107 w 3152217"/>
                <a:gd name="connsiteY8" fmla="*/ 1091615 h 2280605"/>
                <a:gd name="connsiteX9" fmla="*/ 2474399 w 3152217"/>
                <a:gd name="connsiteY9" fmla="*/ 1178324 h 2280605"/>
                <a:gd name="connsiteX10" fmla="*/ 2907621 w 3152217"/>
                <a:gd name="connsiteY10" fmla="*/ 1611547 h 2280605"/>
                <a:gd name="connsiteX11" fmla="*/ 2907621 w 3152217"/>
                <a:gd name="connsiteY11" fmla="*/ 1823764 h 2280605"/>
                <a:gd name="connsiteX12" fmla="*/ 2695404 w 3152217"/>
                <a:gd name="connsiteY12" fmla="*/ 1823764 h 2280605"/>
                <a:gd name="connsiteX13" fmla="*/ 2293017 w 3152217"/>
                <a:gd name="connsiteY13" fmla="*/ 1421376 h 2280605"/>
                <a:gd name="connsiteX14" fmla="*/ 2228234 w 3152217"/>
                <a:gd name="connsiteY14" fmla="*/ 1508185 h 2280605"/>
                <a:gd name="connsiteX15" fmla="*/ 2648161 w 3152217"/>
                <a:gd name="connsiteY15" fmla="*/ 1928112 h 2280605"/>
                <a:gd name="connsiteX16" fmla="*/ 2648161 w 3152217"/>
                <a:gd name="connsiteY16" fmla="*/ 2140329 h 2280605"/>
                <a:gd name="connsiteX17" fmla="*/ 2435944 w 3152217"/>
                <a:gd name="connsiteY17" fmla="*/ 2140329 h 2280605"/>
                <a:gd name="connsiteX18" fmla="*/ 2046853 w 3152217"/>
                <a:gd name="connsiteY18" fmla="*/ 1751236 h 2280605"/>
                <a:gd name="connsiteX19" fmla="*/ 1987859 w 3152217"/>
                <a:gd name="connsiteY19" fmla="*/ 1837486 h 2280605"/>
                <a:gd name="connsiteX20" fmla="*/ 2218760 w 3152217"/>
                <a:gd name="connsiteY20" fmla="*/ 2068388 h 2280605"/>
                <a:gd name="connsiteX21" fmla="*/ 2218760 w 3152217"/>
                <a:gd name="connsiteY21" fmla="*/ 2280605 h 2280605"/>
                <a:gd name="connsiteX22" fmla="*/ 2006543 w 3152217"/>
                <a:gd name="connsiteY22" fmla="*/ 2280605 h 2280605"/>
                <a:gd name="connsiteX23" fmla="*/ 1798691 w 3152217"/>
                <a:gd name="connsiteY23" fmla="*/ 2072751 h 2280605"/>
                <a:gd name="connsiteX24" fmla="*/ 1775643 w 3152217"/>
                <a:gd name="connsiteY24" fmla="*/ 2049703 h 2280605"/>
                <a:gd name="connsiteX25" fmla="*/ 1842458 w 3152217"/>
                <a:gd name="connsiteY25" fmla="*/ 1960447 h 2280605"/>
                <a:gd name="connsiteX26" fmla="*/ 1533525 w 3152217"/>
                <a:gd name="connsiteY26" fmla="*/ 1548507 h 2280605"/>
                <a:gd name="connsiteX27" fmla="*/ 1219200 w 3152217"/>
                <a:gd name="connsiteY27" fmla="*/ 1243707 h 2280605"/>
                <a:gd name="connsiteX28" fmla="*/ 571500 w 3152217"/>
                <a:gd name="connsiteY28" fmla="*/ 1358007 h 2280605"/>
                <a:gd name="connsiteX29" fmla="*/ 0 w 3152217"/>
                <a:gd name="connsiteY29" fmla="*/ 1329432 h 2280605"/>
                <a:gd name="connsiteX30" fmla="*/ 0 w 3152217"/>
                <a:gd name="connsiteY30" fmla="*/ 14982 h 2280605"/>
                <a:gd name="connsiteX31" fmla="*/ 390525 w 3152217"/>
                <a:gd name="connsiteY31" fmla="*/ 24507 h 2280605"/>
                <a:gd name="connsiteX0" fmla="*/ 39052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90525 w 3152217"/>
                <a:gd name="connsiteY31" fmla="*/ 9525 h 2265623"/>
                <a:gd name="connsiteX0" fmla="*/ 39052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90525 w 3152217"/>
                <a:gd name="connsiteY31" fmla="*/ 9525 h 2265623"/>
                <a:gd name="connsiteX0" fmla="*/ 400050 w 3152217"/>
                <a:gd name="connsiteY0" fmla="*/ 0 h 2284673"/>
                <a:gd name="connsiteX1" fmla="*/ 95250 w 3152217"/>
                <a:gd name="connsiteY1" fmla="*/ 276225 h 2284673"/>
                <a:gd name="connsiteX2" fmla="*/ 1352550 w 3152217"/>
                <a:gd name="connsiteY2" fmla="*/ 152400 h 2284673"/>
                <a:gd name="connsiteX3" fmla="*/ 2314575 w 3152217"/>
                <a:gd name="connsiteY3" fmla="*/ 352425 h 2284673"/>
                <a:gd name="connsiteX4" fmla="*/ 2724150 w 3152217"/>
                <a:gd name="connsiteY4" fmla="*/ 847725 h 2284673"/>
                <a:gd name="connsiteX5" fmla="*/ 3152217 w 3152217"/>
                <a:gd name="connsiteY5" fmla="*/ 1284360 h 2284673"/>
                <a:gd name="connsiteX6" fmla="*/ 3152217 w 3152217"/>
                <a:gd name="connsiteY6" fmla="*/ 1496577 h 2284673"/>
                <a:gd name="connsiteX7" fmla="*/ 2940000 w 3152217"/>
                <a:gd name="connsiteY7" fmla="*/ 1496577 h 2284673"/>
                <a:gd name="connsiteX8" fmla="*/ 2539107 w 3152217"/>
                <a:gd name="connsiteY8" fmla="*/ 1095683 h 2284673"/>
                <a:gd name="connsiteX9" fmla="*/ 2474399 w 3152217"/>
                <a:gd name="connsiteY9" fmla="*/ 1182392 h 2284673"/>
                <a:gd name="connsiteX10" fmla="*/ 2907621 w 3152217"/>
                <a:gd name="connsiteY10" fmla="*/ 1615615 h 2284673"/>
                <a:gd name="connsiteX11" fmla="*/ 2907621 w 3152217"/>
                <a:gd name="connsiteY11" fmla="*/ 1827832 h 2284673"/>
                <a:gd name="connsiteX12" fmla="*/ 2695404 w 3152217"/>
                <a:gd name="connsiteY12" fmla="*/ 1827832 h 2284673"/>
                <a:gd name="connsiteX13" fmla="*/ 2293017 w 3152217"/>
                <a:gd name="connsiteY13" fmla="*/ 1425444 h 2284673"/>
                <a:gd name="connsiteX14" fmla="*/ 2228234 w 3152217"/>
                <a:gd name="connsiteY14" fmla="*/ 1512253 h 2284673"/>
                <a:gd name="connsiteX15" fmla="*/ 2648161 w 3152217"/>
                <a:gd name="connsiteY15" fmla="*/ 1932180 h 2284673"/>
                <a:gd name="connsiteX16" fmla="*/ 2648161 w 3152217"/>
                <a:gd name="connsiteY16" fmla="*/ 2144397 h 2284673"/>
                <a:gd name="connsiteX17" fmla="*/ 2435944 w 3152217"/>
                <a:gd name="connsiteY17" fmla="*/ 2144397 h 2284673"/>
                <a:gd name="connsiteX18" fmla="*/ 2046853 w 3152217"/>
                <a:gd name="connsiteY18" fmla="*/ 1755304 h 2284673"/>
                <a:gd name="connsiteX19" fmla="*/ 1987859 w 3152217"/>
                <a:gd name="connsiteY19" fmla="*/ 1841554 h 2284673"/>
                <a:gd name="connsiteX20" fmla="*/ 2218760 w 3152217"/>
                <a:gd name="connsiteY20" fmla="*/ 2072456 h 2284673"/>
                <a:gd name="connsiteX21" fmla="*/ 2218760 w 3152217"/>
                <a:gd name="connsiteY21" fmla="*/ 2284673 h 2284673"/>
                <a:gd name="connsiteX22" fmla="*/ 2006543 w 3152217"/>
                <a:gd name="connsiteY22" fmla="*/ 2284673 h 2284673"/>
                <a:gd name="connsiteX23" fmla="*/ 1798691 w 3152217"/>
                <a:gd name="connsiteY23" fmla="*/ 2076819 h 2284673"/>
                <a:gd name="connsiteX24" fmla="*/ 1775643 w 3152217"/>
                <a:gd name="connsiteY24" fmla="*/ 2053771 h 2284673"/>
                <a:gd name="connsiteX25" fmla="*/ 1842458 w 3152217"/>
                <a:gd name="connsiteY25" fmla="*/ 1964515 h 2284673"/>
                <a:gd name="connsiteX26" fmla="*/ 1533525 w 3152217"/>
                <a:gd name="connsiteY26" fmla="*/ 1552575 h 2284673"/>
                <a:gd name="connsiteX27" fmla="*/ 1219200 w 3152217"/>
                <a:gd name="connsiteY27" fmla="*/ 1247775 h 2284673"/>
                <a:gd name="connsiteX28" fmla="*/ 571500 w 3152217"/>
                <a:gd name="connsiteY28" fmla="*/ 1362075 h 2284673"/>
                <a:gd name="connsiteX29" fmla="*/ 0 w 3152217"/>
                <a:gd name="connsiteY29" fmla="*/ 1333500 h 2284673"/>
                <a:gd name="connsiteX30" fmla="*/ 0 w 3152217"/>
                <a:gd name="connsiteY30" fmla="*/ 19050 h 2284673"/>
                <a:gd name="connsiteX31" fmla="*/ 400050 w 3152217"/>
                <a:gd name="connsiteY31" fmla="*/ 0 h 228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152217" h="2284673">
                  <a:moveTo>
                    <a:pt x="400050" y="0"/>
                  </a:moveTo>
                  <a:lnTo>
                    <a:pt x="95250" y="276225"/>
                  </a:lnTo>
                  <a:cubicBezTo>
                    <a:pt x="349250" y="777875"/>
                    <a:pt x="831850" y="460375"/>
                    <a:pt x="1352550" y="152400"/>
                  </a:cubicBezTo>
                  <a:cubicBezTo>
                    <a:pt x="1641475" y="288925"/>
                    <a:pt x="1968500" y="301625"/>
                    <a:pt x="2314575" y="352425"/>
                  </a:cubicBezTo>
                  <a:cubicBezTo>
                    <a:pt x="2451100" y="603250"/>
                    <a:pt x="2587625" y="682625"/>
                    <a:pt x="2724150" y="847725"/>
                  </a:cubicBezTo>
                  <a:lnTo>
                    <a:pt x="3152217" y="1284360"/>
                  </a:lnTo>
                  <a:cubicBezTo>
                    <a:pt x="3210819" y="1342962"/>
                    <a:pt x="3210819" y="1437975"/>
                    <a:pt x="3152217" y="1496577"/>
                  </a:cubicBezTo>
                  <a:cubicBezTo>
                    <a:pt x="3093615" y="1555179"/>
                    <a:pt x="2998602" y="1555179"/>
                    <a:pt x="2940000" y="1496577"/>
                  </a:cubicBezTo>
                  <a:lnTo>
                    <a:pt x="2539107" y="1095683"/>
                  </a:lnTo>
                  <a:lnTo>
                    <a:pt x="2474399" y="1182392"/>
                  </a:lnTo>
                  <a:lnTo>
                    <a:pt x="2907621" y="1615615"/>
                  </a:lnTo>
                  <a:cubicBezTo>
                    <a:pt x="2966223" y="1674217"/>
                    <a:pt x="2966223" y="1769230"/>
                    <a:pt x="2907621" y="1827832"/>
                  </a:cubicBezTo>
                  <a:cubicBezTo>
                    <a:pt x="2849019" y="1886434"/>
                    <a:pt x="2754006" y="1886434"/>
                    <a:pt x="2695404" y="1827832"/>
                  </a:cubicBezTo>
                  <a:lnTo>
                    <a:pt x="2293017" y="1425444"/>
                  </a:lnTo>
                  <a:lnTo>
                    <a:pt x="2228234" y="1512253"/>
                  </a:lnTo>
                  <a:lnTo>
                    <a:pt x="2648161" y="1932180"/>
                  </a:lnTo>
                  <a:cubicBezTo>
                    <a:pt x="2706763" y="1990782"/>
                    <a:pt x="2706763" y="2085795"/>
                    <a:pt x="2648161" y="2144397"/>
                  </a:cubicBezTo>
                  <a:cubicBezTo>
                    <a:pt x="2589559" y="2202999"/>
                    <a:pt x="2494546" y="2202999"/>
                    <a:pt x="2435944" y="2144397"/>
                  </a:cubicBezTo>
                  <a:lnTo>
                    <a:pt x="2046853" y="1755304"/>
                  </a:lnTo>
                  <a:lnTo>
                    <a:pt x="1987859" y="1841554"/>
                  </a:lnTo>
                  <a:lnTo>
                    <a:pt x="2218760" y="2072456"/>
                  </a:lnTo>
                  <a:cubicBezTo>
                    <a:pt x="2277362" y="2131058"/>
                    <a:pt x="2277362" y="2226071"/>
                    <a:pt x="2218760" y="2284673"/>
                  </a:cubicBezTo>
                  <a:cubicBezTo>
                    <a:pt x="2160158" y="2343275"/>
                    <a:pt x="2065146" y="2343275"/>
                    <a:pt x="2006543" y="2284673"/>
                  </a:cubicBezTo>
                  <a:lnTo>
                    <a:pt x="1798691" y="2076819"/>
                  </a:lnTo>
                  <a:lnTo>
                    <a:pt x="1775643" y="2053771"/>
                  </a:lnTo>
                  <a:lnTo>
                    <a:pt x="1842458" y="1964515"/>
                  </a:lnTo>
                  <a:cubicBezTo>
                    <a:pt x="2026677" y="1607442"/>
                    <a:pt x="1697608" y="1472750"/>
                    <a:pt x="1533525" y="1552575"/>
                  </a:cubicBezTo>
                  <a:cubicBezTo>
                    <a:pt x="1555750" y="1323975"/>
                    <a:pt x="1380229" y="1237081"/>
                    <a:pt x="1219200" y="1247775"/>
                  </a:cubicBezTo>
                  <a:cubicBezTo>
                    <a:pt x="1190625" y="958850"/>
                    <a:pt x="838200" y="793750"/>
                    <a:pt x="571500" y="1362075"/>
                  </a:cubicBezTo>
                  <a:cubicBezTo>
                    <a:pt x="504825" y="1114425"/>
                    <a:pt x="276225" y="1066800"/>
                    <a:pt x="0" y="1333500"/>
                  </a:cubicBezTo>
                  <a:lnTo>
                    <a:pt x="0" y="19050"/>
                  </a:lnTo>
                  <a:lnTo>
                    <a:pt x="40005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16" name="Rectangle 15">
            <a:extLst>
              <a:ext uri="{FF2B5EF4-FFF2-40B4-BE49-F238E27FC236}">
                <a16:creationId xmlns:a16="http://schemas.microsoft.com/office/drawing/2014/main" id="{34853326-D0CF-3290-902E-28D46CC9DE22}"/>
              </a:ext>
            </a:extLst>
          </p:cNvPr>
          <p:cNvSpPr/>
          <p:nvPr/>
        </p:nvSpPr>
        <p:spPr>
          <a:xfrm>
            <a:off x="0" y="2762756"/>
            <a:ext cx="4224000" cy="199326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 name="Rectangle 16">
            <a:extLst>
              <a:ext uri="{FF2B5EF4-FFF2-40B4-BE49-F238E27FC236}">
                <a16:creationId xmlns:a16="http://schemas.microsoft.com/office/drawing/2014/main" id="{17293A50-C5AF-D980-4441-F65A274E4651}"/>
              </a:ext>
            </a:extLst>
          </p:cNvPr>
          <p:cNvSpPr/>
          <p:nvPr/>
        </p:nvSpPr>
        <p:spPr>
          <a:xfrm>
            <a:off x="7968003" y="2762756"/>
            <a:ext cx="4223999" cy="1993269"/>
          </a:xfrm>
          <a:prstGeom prst="rect">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grpSp>
        <p:nvGrpSpPr>
          <p:cNvPr id="18" name="Group 17">
            <a:extLst>
              <a:ext uri="{FF2B5EF4-FFF2-40B4-BE49-F238E27FC236}">
                <a16:creationId xmlns:a16="http://schemas.microsoft.com/office/drawing/2014/main" id="{C0117153-86B6-88CB-B770-DF0E41AD99B7}"/>
              </a:ext>
            </a:extLst>
          </p:cNvPr>
          <p:cNvGrpSpPr/>
          <p:nvPr/>
        </p:nvGrpSpPr>
        <p:grpSpPr>
          <a:xfrm>
            <a:off x="5818" y="2838490"/>
            <a:ext cx="4075761" cy="1643535"/>
            <a:chOff x="1996215" y="3973484"/>
            <a:chExt cx="7498753" cy="1643535"/>
          </a:xfrm>
        </p:grpSpPr>
        <p:sp>
          <p:nvSpPr>
            <p:cNvPr id="19" name="TextBox 18">
              <a:extLst>
                <a:ext uri="{FF2B5EF4-FFF2-40B4-BE49-F238E27FC236}">
                  <a16:creationId xmlns:a16="http://schemas.microsoft.com/office/drawing/2014/main" id="{9F68230B-8E87-2FC2-2C56-981EA050A892}"/>
                </a:ext>
              </a:extLst>
            </p:cNvPr>
            <p:cNvSpPr txBox="1"/>
            <p:nvPr/>
          </p:nvSpPr>
          <p:spPr>
            <a:xfrm>
              <a:off x="1996215" y="4447468"/>
              <a:ext cx="7456444" cy="1169551"/>
            </a:xfrm>
            <a:prstGeom prst="rect">
              <a:avLst/>
            </a:prstGeom>
            <a:noFill/>
          </p:spPr>
          <p:txBody>
            <a:bodyPr wrap="square" rtlCol="0">
              <a:spAutoFit/>
            </a:bodyPr>
            <a:lstStyle/>
            <a:p>
              <a:pPr marL="285750" indent="-285750">
                <a:spcBef>
                  <a:spcPts val="600"/>
                </a:spcBef>
                <a:buFont typeface="Wingdings" panose="05000000000000000000" pitchFamily="2" charset="2"/>
                <a:buChar char="Ø"/>
              </a:pPr>
              <a:r>
                <a:rPr lang="en-US" sz="1300">
                  <a:solidFill>
                    <a:schemeClr val="bg1"/>
                  </a:solidFill>
                  <a:latin typeface="Arial (body)"/>
                  <a:ea typeface="Calibri" panose="020F0502020204030204" pitchFamily="34" charset="0"/>
                  <a:cs typeface="Calibri" panose="020F0502020204030204" pitchFamily="34" charset="0"/>
                </a:rPr>
                <a:t>Đ</a:t>
              </a:r>
              <a:r>
                <a:rPr lang="vi-VN" sz="1300">
                  <a:solidFill>
                    <a:schemeClr val="bg1"/>
                  </a:solidFill>
                  <a:effectLst/>
                  <a:latin typeface="Arial (body)"/>
                  <a:ea typeface="Calibri" panose="020F0502020204030204" pitchFamily="34" charset="0"/>
                  <a:cs typeface="Calibri" panose="020F0502020204030204" pitchFamily="34" charset="0"/>
                </a:rPr>
                <a:t>iều tra về thiệt hại của ngành sản xuất trong nước của Mỹ và hoạt động của các nhà nhập khẩu của Hoa Kỳ, độc lập với DOC</a:t>
              </a:r>
              <a:endParaRPr lang="en-US" sz="1300" dirty="0">
                <a:solidFill>
                  <a:schemeClr val="bg1"/>
                </a:solidFill>
                <a:effectLst/>
                <a:latin typeface="Arial (body)"/>
                <a:ea typeface="Calibri" panose="020F0502020204030204" pitchFamily="34" charset="0"/>
                <a:cs typeface="Calibri" panose="020F0502020204030204" pitchFamily="34" charset="0"/>
              </a:endParaRPr>
            </a:p>
            <a:p>
              <a:pPr marL="285750" indent="-285750">
                <a:spcBef>
                  <a:spcPts val="600"/>
                </a:spcBef>
                <a:buFont typeface="Wingdings" panose="05000000000000000000" pitchFamily="2" charset="2"/>
                <a:buChar char="Ø"/>
              </a:pPr>
              <a:r>
                <a:rPr lang="en-US" sz="1300">
                  <a:solidFill>
                    <a:schemeClr val="bg1"/>
                  </a:solidFill>
                  <a:effectLst/>
                  <a:ea typeface="Calibri" panose="020F0502020204030204" pitchFamily="34" charset="0"/>
                  <a:cs typeface="Calibri" panose="020F0502020204030204" pitchFamily="34" charset="0"/>
                </a:rPr>
                <a:t>V</a:t>
              </a:r>
              <a:r>
                <a:rPr lang="vi-VN" sz="1300">
                  <a:solidFill>
                    <a:schemeClr val="bg1"/>
                  </a:solidFill>
                  <a:effectLst/>
                  <a:ea typeface="Calibri" panose="020F0502020204030204" pitchFamily="34" charset="0"/>
                  <a:cs typeface="Calibri" panose="020F0502020204030204" pitchFamily="34" charset="0"/>
                </a:rPr>
                <a:t>iệc hợp tác với ITC là không bắt buộc đối với các doanh nghiệp xuất khẩu</a:t>
              </a:r>
              <a:endParaRPr lang="ko-KR" altLang="en-US" sz="1300" dirty="0">
                <a:solidFill>
                  <a:schemeClr val="bg1"/>
                </a:solidFill>
                <a:cs typeface="Arial" pitchFamily="34" charset="0"/>
              </a:endParaRPr>
            </a:p>
          </p:txBody>
        </p:sp>
        <p:sp>
          <p:nvSpPr>
            <p:cNvPr id="20" name="TextBox 19">
              <a:extLst>
                <a:ext uri="{FF2B5EF4-FFF2-40B4-BE49-F238E27FC236}">
                  <a16:creationId xmlns:a16="http://schemas.microsoft.com/office/drawing/2014/main" id="{389573AC-E025-086A-5A48-216828303FC4}"/>
                </a:ext>
              </a:extLst>
            </p:cNvPr>
            <p:cNvSpPr txBox="1"/>
            <p:nvPr/>
          </p:nvSpPr>
          <p:spPr>
            <a:xfrm>
              <a:off x="2038524" y="3973484"/>
              <a:ext cx="7456444" cy="400110"/>
            </a:xfrm>
            <a:prstGeom prst="rect">
              <a:avLst/>
            </a:prstGeom>
            <a:noFill/>
          </p:spPr>
          <p:txBody>
            <a:bodyPr wrap="square" rtlCol="0">
              <a:spAutoFit/>
            </a:bodyPr>
            <a:lstStyle/>
            <a:p>
              <a:pPr algn="ctr"/>
              <a:r>
                <a:rPr lang="en-US" altLang="ko-KR" sz="2000" b="1" dirty="0">
                  <a:solidFill>
                    <a:schemeClr val="bg1"/>
                  </a:solidFill>
                  <a:latin typeface="Arial" pitchFamily="34" charset="0"/>
                  <a:cs typeface="Arial" pitchFamily="34" charset="0"/>
                </a:rPr>
                <a:t>ITC</a:t>
              </a:r>
              <a:endParaRPr lang="ko-KR" altLang="en-US" sz="2000" b="1" dirty="0">
                <a:solidFill>
                  <a:schemeClr val="bg1"/>
                </a:solidFill>
                <a:latin typeface="Arial" pitchFamily="34" charset="0"/>
                <a:cs typeface="Arial" pitchFamily="34" charset="0"/>
              </a:endParaRPr>
            </a:p>
          </p:txBody>
        </p:sp>
      </p:grpSp>
      <p:grpSp>
        <p:nvGrpSpPr>
          <p:cNvPr id="21" name="Group 20">
            <a:extLst>
              <a:ext uri="{FF2B5EF4-FFF2-40B4-BE49-F238E27FC236}">
                <a16:creationId xmlns:a16="http://schemas.microsoft.com/office/drawing/2014/main" id="{CEBDD484-4BA5-2E7B-C0D2-5DB7071C850C}"/>
              </a:ext>
            </a:extLst>
          </p:cNvPr>
          <p:cNvGrpSpPr/>
          <p:nvPr/>
        </p:nvGrpSpPr>
        <p:grpSpPr>
          <a:xfrm>
            <a:off x="8067700" y="2825099"/>
            <a:ext cx="4124303" cy="1783107"/>
            <a:chOff x="1768699" y="3960093"/>
            <a:chExt cx="7673261" cy="1783107"/>
          </a:xfrm>
          <a:noFill/>
        </p:grpSpPr>
        <p:sp>
          <p:nvSpPr>
            <p:cNvPr id="22" name="TextBox 21">
              <a:extLst>
                <a:ext uri="{FF2B5EF4-FFF2-40B4-BE49-F238E27FC236}">
                  <a16:creationId xmlns:a16="http://schemas.microsoft.com/office/drawing/2014/main" id="{790F94EF-58FF-8F56-7998-8F292EDF5653}"/>
                </a:ext>
              </a:extLst>
            </p:cNvPr>
            <p:cNvSpPr txBox="1"/>
            <p:nvPr/>
          </p:nvSpPr>
          <p:spPr>
            <a:xfrm>
              <a:off x="1784366" y="4373594"/>
              <a:ext cx="7657594" cy="1369606"/>
            </a:xfrm>
            <a:prstGeom prst="rect">
              <a:avLst/>
            </a:prstGeom>
            <a:grpFill/>
          </p:spPr>
          <p:txBody>
            <a:bodyPr wrap="square" rtlCol="0">
              <a:spAutoFit/>
            </a:bodyPr>
            <a:lstStyle/>
            <a:p>
              <a:pPr marL="285750" indent="-285750">
                <a:spcBef>
                  <a:spcPts val="600"/>
                </a:spcBef>
                <a:buFont typeface="Wingdings" panose="05000000000000000000" pitchFamily="2" charset="2"/>
                <a:buChar char="Ø"/>
              </a:pPr>
              <a:r>
                <a:rPr lang="en-US" sz="1300">
                  <a:solidFill>
                    <a:schemeClr val="bg1"/>
                  </a:solidFill>
                  <a:latin typeface="Arial (body)"/>
                  <a:ea typeface="Calibri" panose="020F0502020204030204" pitchFamily="34" charset="0"/>
                  <a:cs typeface="Calibri" panose="020F0502020204030204" pitchFamily="34" charset="0"/>
                </a:rPr>
                <a:t>X</a:t>
              </a:r>
              <a:r>
                <a:rPr lang="vi-VN" sz="1300">
                  <a:solidFill>
                    <a:schemeClr val="bg1"/>
                  </a:solidFill>
                  <a:effectLst/>
                  <a:latin typeface="Arial (body)"/>
                  <a:ea typeface="Calibri" panose="020F0502020204030204" pitchFamily="34" charset="0"/>
                  <a:cs typeface="Calibri" panose="020F0502020204030204" pitchFamily="34" charset="0"/>
                </a:rPr>
                <a:t>ác định </a:t>
              </a:r>
              <a:r>
                <a:rPr lang="en-US" sz="1300">
                  <a:solidFill>
                    <a:schemeClr val="bg1"/>
                  </a:solidFill>
                  <a:effectLst/>
                  <a:latin typeface="Arial (body)"/>
                  <a:ea typeface="Calibri" panose="020F0502020204030204" pitchFamily="34" charset="0"/>
                  <a:cs typeface="Calibri" panose="020F0502020204030204" pitchFamily="34" charset="0"/>
                </a:rPr>
                <a:t>hành vi</a:t>
              </a:r>
              <a:r>
                <a:rPr lang="vi-VN" sz="1300">
                  <a:solidFill>
                    <a:schemeClr val="bg1"/>
                  </a:solidFill>
                  <a:effectLst/>
                  <a:latin typeface="Arial (body)"/>
                  <a:ea typeface="Calibri" panose="020F0502020204030204" pitchFamily="34" charset="0"/>
                  <a:cs typeface="Calibri" panose="020F0502020204030204" pitchFamily="34" charset="0"/>
                </a:rPr>
                <a:t> bán phá giá, tính toán</a:t>
              </a:r>
              <a:r>
                <a:rPr lang="en-US" sz="1300">
                  <a:solidFill>
                    <a:schemeClr val="bg1"/>
                  </a:solidFill>
                  <a:effectLst/>
                  <a:latin typeface="Arial (body)"/>
                  <a:ea typeface="Calibri" panose="020F0502020204030204" pitchFamily="34" charset="0"/>
                  <a:cs typeface="Calibri" panose="020F0502020204030204" pitchFamily="34" charset="0"/>
                </a:rPr>
                <a:t> </a:t>
              </a:r>
              <a:r>
                <a:rPr lang="vi-VN" sz="1300">
                  <a:solidFill>
                    <a:schemeClr val="bg1"/>
                  </a:solidFill>
                  <a:effectLst/>
                  <a:latin typeface="Arial (body)"/>
                  <a:ea typeface="Calibri" panose="020F0502020204030204" pitchFamily="34" charset="0"/>
                  <a:cs typeface="Calibri" panose="020F0502020204030204" pitchFamily="34" charset="0"/>
                </a:rPr>
                <a:t>biên độ bán phá giá của các nhà sản</a:t>
              </a:r>
              <a:r>
                <a:rPr lang="en-US" sz="1300">
                  <a:solidFill>
                    <a:schemeClr val="bg1"/>
                  </a:solidFill>
                  <a:effectLst/>
                  <a:latin typeface="Arial (body)"/>
                  <a:ea typeface="Calibri" panose="020F0502020204030204" pitchFamily="34" charset="0"/>
                  <a:cs typeface="Calibri" panose="020F0502020204030204" pitchFamily="34" charset="0"/>
                </a:rPr>
                <a:t> </a:t>
              </a:r>
              <a:r>
                <a:rPr lang="vi-VN" sz="1300">
                  <a:solidFill>
                    <a:schemeClr val="bg1"/>
                  </a:solidFill>
                  <a:effectLst/>
                  <a:latin typeface="Arial (body)"/>
                  <a:ea typeface="Calibri" panose="020F0502020204030204" pitchFamily="34" charset="0"/>
                  <a:cs typeface="Calibri" panose="020F0502020204030204" pitchFamily="34" charset="0"/>
                </a:rPr>
                <a:t>xuất/</a:t>
              </a:r>
              <a:r>
                <a:rPr lang="en-US" sz="1300">
                  <a:solidFill>
                    <a:schemeClr val="bg1"/>
                  </a:solidFill>
                  <a:effectLst/>
                  <a:latin typeface="Arial (body)"/>
                  <a:ea typeface="Calibri" panose="020F0502020204030204" pitchFamily="34" charset="0"/>
                  <a:cs typeface="Calibri" panose="020F0502020204030204" pitchFamily="34" charset="0"/>
                </a:rPr>
                <a:t> </a:t>
              </a:r>
              <a:r>
                <a:rPr lang="vi-VN" sz="1300">
                  <a:solidFill>
                    <a:schemeClr val="bg1"/>
                  </a:solidFill>
                  <a:effectLst/>
                  <a:latin typeface="Arial (body)"/>
                  <a:ea typeface="Calibri" panose="020F0502020204030204" pitchFamily="34" charset="0"/>
                  <a:cs typeface="Calibri" panose="020F0502020204030204" pitchFamily="34" charset="0"/>
                </a:rPr>
                <a:t>xuất khẩu nước ngoài</a:t>
              </a:r>
              <a:endParaRPr lang="en-US" sz="1300" dirty="0">
                <a:solidFill>
                  <a:schemeClr val="bg1"/>
                </a:solidFill>
                <a:effectLst/>
                <a:latin typeface="Arial (body)"/>
                <a:ea typeface="Calibri" panose="020F0502020204030204" pitchFamily="34" charset="0"/>
                <a:cs typeface="Calibri" panose="020F0502020204030204" pitchFamily="34" charset="0"/>
              </a:endParaRPr>
            </a:p>
            <a:p>
              <a:pPr marL="285750" indent="-285750">
                <a:spcBef>
                  <a:spcPts val="600"/>
                </a:spcBef>
                <a:buFont typeface="Wingdings" panose="05000000000000000000" pitchFamily="2" charset="2"/>
                <a:buChar char="Ø"/>
              </a:pPr>
              <a:r>
                <a:rPr lang="en-US" sz="1300">
                  <a:solidFill>
                    <a:schemeClr val="bg1"/>
                  </a:solidFill>
                  <a:effectLst/>
                  <a:latin typeface="Arial (body)"/>
                  <a:ea typeface="Calibri" panose="020F0502020204030204" pitchFamily="34" charset="0"/>
                  <a:cs typeface="Calibri" panose="020F0502020204030204" pitchFamily="34" charset="0"/>
                </a:rPr>
                <a:t>Q</a:t>
              </a:r>
              <a:r>
                <a:rPr lang="vi-VN" sz="1300">
                  <a:solidFill>
                    <a:schemeClr val="bg1"/>
                  </a:solidFill>
                  <a:effectLst/>
                  <a:latin typeface="Arial (body)"/>
                  <a:ea typeface="Calibri" panose="020F0502020204030204" pitchFamily="34" charset="0"/>
                  <a:cs typeface="Calibri" panose="020F0502020204030204" pitchFamily="34" charset="0"/>
                </a:rPr>
                <a:t>uan trọng hơn với các nhà xuất khẩu của Việt Nam, </a:t>
              </a:r>
              <a:r>
                <a:rPr lang="en-US" sz="1300">
                  <a:solidFill>
                    <a:schemeClr val="bg1"/>
                  </a:solidFill>
                  <a:effectLst/>
                  <a:latin typeface="Arial (body)"/>
                  <a:ea typeface="Calibri" panose="020F0502020204030204" pitchFamily="34" charset="0"/>
                  <a:cs typeface="Calibri" panose="020F0502020204030204" pitchFamily="34" charset="0"/>
                </a:rPr>
                <a:t>các doanh nghiệp </a:t>
              </a:r>
              <a:r>
                <a:rPr lang="vi-VN" sz="1300">
                  <a:solidFill>
                    <a:schemeClr val="bg1"/>
                  </a:solidFill>
                  <a:effectLst/>
                  <a:latin typeface="Arial (body)"/>
                  <a:ea typeface="Calibri" panose="020F0502020204030204" pitchFamily="34" charset="0"/>
                  <a:cs typeface="Calibri" panose="020F0502020204030204" pitchFamily="34" charset="0"/>
                </a:rPr>
                <a:t>thường </a:t>
              </a:r>
              <a:r>
                <a:rPr lang="en-US" sz="1300">
                  <a:solidFill>
                    <a:schemeClr val="bg1"/>
                  </a:solidFill>
                  <a:effectLst/>
                  <a:latin typeface="Arial (body)"/>
                  <a:ea typeface="Calibri" panose="020F0502020204030204" pitchFamily="34" charset="0"/>
                  <a:cs typeface="Calibri" panose="020F0502020204030204" pitchFamily="34" charset="0"/>
                </a:rPr>
                <a:t>cần </a:t>
              </a:r>
              <a:r>
                <a:rPr lang="vi-VN" sz="1300">
                  <a:solidFill>
                    <a:schemeClr val="bg1"/>
                  </a:solidFill>
                  <a:effectLst/>
                  <a:latin typeface="Arial (body)"/>
                  <a:ea typeface="Calibri" panose="020F0502020204030204" pitchFamily="34" charset="0"/>
                  <a:cs typeface="Calibri" panose="020F0502020204030204" pitchFamily="34" charset="0"/>
                </a:rPr>
                <a:t>tập trung thời gian và nguồn lực nhiều hơn</a:t>
              </a:r>
              <a:endParaRPr lang="ko-KR" altLang="en-US" sz="1300" dirty="0">
                <a:solidFill>
                  <a:schemeClr val="bg1"/>
                </a:solidFill>
                <a:latin typeface="Arial (body)"/>
                <a:cs typeface="Arial" pitchFamily="34" charset="0"/>
              </a:endParaRPr>
            </a:p>
          </p:txBody>
        </p:sp>
        <p:sp>
          <p:nvSpPr>
            <p:cNvPr id="23" name="TextBox 22">
              <a:extLst>
                <a:ext uri="{FF2B5EF4-FFF2-40B4-BE49-F238E27FC236}">
                  <a16:creationId xmlns:a16="http://schemas.microsoft.com/office/drawing/2014/main" id="{F3682D3B-4399-E48A-6EC5-78BCA912D1FE}"/>
                </a:ext>
              </a:extLst>
            </p:cNvPr>
            <p:cNvSpPr txBox="1"/>
            <p:nvPr/>
          </p:nvSpPr>
          <p:spPr>
            <a:xfrm>
              <a:off x="1768699" y="3960093"/>
              <a:ext cx="7456445" cy="400110"/>
            </a:xfrm>
            <a:prstGeom prst="rect">
              <a:avLst/>
            </a:prstGeom>
            <a:grpFill/>
          </p:spPr>
          <p:txBody>
            <a:bodyPr wrap="square" rtlCol="0">
              <a:spAutoFit/>
            </a:bodyPr>
            <a:lstStyle/>
            <a:p>
              <a:pPr algn="ctr"/>
              <a:r>
                <a:rPr lang="en-US" altLang="ko-KR" sz="2000" b="1" dirty="0">
                  <a:solidFill>
                    <a:schemeClr val="bg1"/>
                  </a:solidFill>
                  <a:latin typeface="Arial" pitchFamily="34" charset="0"/>
                  <a:cs typeface="Arial" pitchFamily="34" charset="0"/>
                </a:rPr>
                <a:t>DOC</a:t>
              </a:r>
              <a:endParaRPr lang="ko-KR" altLang="en-US" sz="2000" b="1" dirty="0">
                <a:solidFill>
                  <a:schemeClr val="bg1"/>
                </a:solidFill>
                <a:latin typeface="Arial" pitchFamily="34" charset="0"/>
                <a:cs typeface="Arial" pitchFamily="34" charset="0"/>
              </a:endParaRPr>
            </a:p>
          </p:txBody>
        </p:sp>
      </p:grpSp>
      <p:sp>
        <p:nvSpPr>
          <p:cNvPr id="26" name="Oval 21">
            <a:extLst>
              <a:ext uri="{FF2B5EF4-FFF2-40B4-BE49-F238E27FC236}">
                <a16:creationId xmlns:a16="http://schemas.microsoft.com/office/drawing/2014/main" id="{42EACE1E-EDFC-C5D1-7237-917B9A74F718}"/>
              </a:ext>
            </a:extLst>
          </p:cNvPr>
          <p:cNvSpPr/>
          <p:nvPr/>
        </p:nvSpPr>
        <p:spPr>
          <a:xfrm rot="20700000">
            <a:off x="1777457" y="2129124"/>
            <a:ext cx="555477" cy="486837"/>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27" name="Oval 10">
            <a:extLst>
              <a:ext uri="{FF2B5EF4-FFF2-40B4-BE49-F238E27FC236}">
                <a16:creationId xmlns:a16="http://schemas.microsoft.com/office/drawing/2014/main" id="{A09889D3-18C2-62F4-9C20-8FDDC81C5112}"/>
              </a:ext>
            </a:extLst>
          </p:cNvPr>
          <p:cNvSpPr>
            <a:spLocks noChangeAspect="1"/>
          </p:cNvSpPr>
          <p:nvPr/>
        </p:nvSpPr>
        <p:spPr>
          <a:xfrm>
            <a:off x="9882034" y="2096581"/>
            <a:ext cx="504056" cy="597327"/>
          </a:xfrm>
          <a:custGeom>
            <a:avLst/>
            <a:gdLst/>
            <a:ahLst/>
            <a:cxnLst/>
            <a:rect l="l" t="t" r="r" b="b"/>
            <a:pathLst>
              <a:path w="3310915" h="3923570">
                <a:moveTo>
                  <a:pt x="2634572" y="2782060"/>
                </a:moveTo>
                <a:cubicBezTo>
                  <a:pt x="2877724" y="2784696"/>
                  <a:pt x="3073074" y="2923910"/>
                  <a:pt x="3310915" y="3050983"/>
                </a:cubicBezTo>
                <a:lnTo>
                  <a:pt x="3113550" y="3840011"/>
                </a:lnTo>
                <a:lnTo>
                  <a:pt x="2637706" y="3668957"/>
                </a:lnTo>
                <a:cubicBezTo>
                  <a:pt x="2327360" y="3767940"/>
                  <a:pt x="1829375" y="3988492"/>
                  <a:pt x="1579811" y="3905123"/>
                </a:cubicBezTo>
                <a:cubicBezTo>
                  <a:pt x="1320906" y="3775288"/>
                  <a:pt x="642145" y="3366355"/>
                  <a:pt x="472751" y="3203771"/>
                </a:cubicBezTo>
                <a:cubicBezTo>
                  <a:pt x="303357" y="3041187"/>
                  <a:pt x="403652" y="2893777"/>
                  <a:pt x="563448" y="2929619"/>
                </a:cubicBezTo>
                <a:cubicBezTo>
                  <a:pt x="702634" y="2937547"/>
                  <a:pt x="1160012" y="3199482"/>
                  <a:pt x="1284082" y="3253983"/>
                </a:cubicBezTo>
                <a:cubicBezTo>
                  <a:pt x="1127104" y="3587742"/>
                  <a:pt x="1741057" y="3563487"/>
                  <a:pt x="1955231" y="3541261"/>
                </a:cubicBezTo>
                <a:cubicBezTo>
                  <a:pt x="2131253" y="3488686"/>
                  <a:pt x="2214010" y="3505589"/>
                  <a:pt x="2306401" y="3383364"/>
                </a:cubicBezTo>
                <a:cubicBezTo>
                  <a:pt x="2155860" y="3427865"/>
                  <a:pt x="2163213" y="3429679"/>
                  <a:pt x="1912247" y="3471537"/>
                </a:cubicBezTo>
                <a:cubicBezTo>
                  <a:pt x="1482134" y="3531123"/>
                  <a:pt x="1135709" y="3364234"/>
                  <a:pt x="1413085" y="3236383"/>
                </a:cubicBezTo>
                <a:cubicBezTo>
                  <a:pt x="1557848" y="3164554"/>
                  <a:pt x="1721108" y="3222221"/>
                  <a:pt x="1929297" y="3121321"/>
                </a:cubicBezTo>
                <a:cubicBezTo>
                  <a:pt x="2128589" y="3010789"/>
                  <a:pt x="2187815" y="2818332"/>
                  <a:pt x="2527174" y="2789726"/>
                </a:cubicBezTo>
                <a:cubicBezTo>
                  <a:pt x="2564125" y="2784095"/>
                  <a:pt x="2599836" y="2781684"/>
                  <a:pt x="2634572" y="2782060"/>
                </a:cubicBezTo>
                <a:close/>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34" name="Text Placeholder 1">
            <a:extLst>
              <a:ext uri="{FF2B5EF4-FFF2-40B4-BE49-F238E27FC236}">
                <a16:creationId xmlns:a16="http://schemas.microsoft.com/office/drawing/2014/main" id="{26C33E08-DEF2-0F52-4775-6062787B23A2}"/>
              </a:ext>
            </a:extLst>
          </p:cNvPr>
          <p:cNvSpPr txBox="1">
            <a:spLocks/>
          </p:cNvSpPr>
          <p:nvPr/>
        </p:nvSpPr>
        <p:spPr>
          <a:xfrm>
            <a:off x="577718" y="663975"/>
            <a:ext cx="11429366" cy="536322"/>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a:solidFill>
                  <a:schemeClr val="bg1"/>
                </a:solidFill>
              </a:rPr>
              <a:t>2. PHƯƠNG PHÁP ĐIỀU TRA CỦA HOA KỲ</a:t>
            </a:r>
            <a:endParaRPr lang="en-US" sz="4000" b="1" dirty="0">
              <a:solidFill>
                <a:schemeClr val="bg1"/>
              </a:solidFill>
            </a:endParaRPr>
          </a:p>
        </p:txBody>
      </p:sp>
      <p:sp>
        <p:nvSpPr>
          <p:cNvPr id="2" name="TextBox 1">
            <a:extLst>
              <a:ext uri="{FF2B5EF4-FFF2-40B4-BE49-F238E27FC236}">
                <a16:creationId xmlns:a16="http://schemas.microsoft.com/office/drawing/2014/main" id="{A0970159-BB72-758F-A8B1-0A4ECE1D6616}"/>
              </a:ext>
            </a:extLst>
          </p:cNvPr>
          <p:cNvSpPr txBox="1"/>
          <p:nvPr/>
        </p:nvSpPr>
        <p:spPr>
          <a:xfrm>
            <a:off x="643295" y="1451518"/>
            <a:ext cx="11102015" cy="523220"/>
          </a:xfrm>
          <a:prstGeom prst="rect">
            <a:avLst/>
          </a:prstGeom>
          <a:noFill/>
        </p:spPr>
        <p:txBody>
          <a:bodyPr wrap="square" rtlCol="0">
            <a:spAutoFit/>
          </a:bodyPr>
          <a:lstStyle/>
          <a:p>
            <a:r>
              <a:rPr lang="en-US" sz="1400">
                <a:effectLst/>
                <a:latin typeface="Arial (body)"/>
                <a:ea typeface="Calibri" panose="020F0502020204030204" pitchFamily="34" charset="0"/>
                <a:cs typeface="Calibri" panose="020F0502020204030204" pitchFamily="34" charset="0"/>
              </a:rPr>
              <a:t>C</a:t>
            </a:r>
            <a:r>
              <a:rPr lang="vi-VN" sz="1400">
                <a:effectLst/>
                <a:latin typeface="Arial (body)"/>
                <a:ea typeface="Calibri" panose="020F0502020204030204" pitchFamily="34" charset="0"/>
                <a:cs typeface="Calibri" panose="020F0502020204030204" pitchFamily="34" charset="0"/>
              </a:rPr>
              <a:t>ác vụ việc điều tra phòng vệ thương mại của Mỹ được thực hiện song hành bởi hai cơ quan: </a:t>
            </a:r>
            <a:r>
              <a:rPr lang="vi-VN" sz="1400" b="1">
                <a:effectLst/>
                <a:latin typeface="Arial (body)"/>
                <a:ea typeface="Calibri" panose="020F0502020204030204" pitchFamily="34" charset="0"/>
                <a:cs typeface="Calibri" panose="020F0502020204030204" pitchFamily="34" charset="0"/>
              </a:rPr>
              <a:t>Ủy ban thương mại quốc tế (International Trade Commission – ITC) </a:t>
            </a:r>
            <a:r>
              <a:rPr lang="vi-VN" sz="1400">
                <a:effectLst/>
                <a:latin typeface="Arial (body)"/>
                <a:ea typeface="Calibri" panose="020F0502020204030204" pitchFamily="34" charset="0"/>
                <a:cs typeface="Calibri" panose="020F0502020204030204" pitchFamily="34" charset="0"/>
              </a:rPr>
              <a:t>và</a:t>
            </a:r>
            <a:r>
              <a:rPr lang="vi-VN" sz="1400" b="1">
                <a:effectLst/>
                <a:latin typeface="Arial (body)"/>
                <a:ea typeface="Calibri" panose="020F0502020204030204" pitchFamily="34" charset="0"/>
                <a:cs typeface="Calibri" panose="020F0502020204030204" pitchFamily="34" charset="0"/>
              </a:rPr>
              <a:t> Bộ Thương mại Hoa Kỳ (Department of Commerce – DOC</a:t>
            </a:r>
            <a:r>
              <a:rPr lang="vi-VN" sz="1400" b="1" dirty="0">
                <a:effectLst/>
                <a:latin typeface="Arial (body)"/>
                <a:ea typeface="Calibri" panose="020F0502020204030204" pitchFamily="34" charset="0"/>
                <a:cs typeface="Calibri" panose="020F0502020204030204" pitchFamily="34" charset="0"/>
              </a:rPr>
              <a:t>)</a:t>
            </a:r>
            <a:endParaRPr lang="en-US" altLang="ko-KR" sz="1400" b="1" dirty="0">
              <a:solidFill>
                <a:schemeClr val="tx1">
                  <a:lumMod val="75000"/>
                  <a:lumOff val="25000"/>
                </a:schemeClr>
              </a:solidFill>
              <a:latin typeface="Arial (body)"/>
              <a:cs typeface="Arial" pitchFamily="34" charset="0"/>
            </a:endParaRPr>
          </a:p>
        </p:txBody>
      </p:sp>
      <p:pic>
        <p:nvPicPr>
          <p:cNvPr id="2052" name="Picture 4">
            <a:extLst>
              <a:ext uri="{FF2B5EF4-FFF2-40B4-BE49-F238E27FC236}">
                <a16:creationId xmlns:a16="http://schemas.microsoft.com/office/drawing/2014/main" id="{C00DD5E1-20B8-A08C-D702-61056CCB0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351" y="5065640"/>
            <a:ext cx="1581697" cy="157731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2F2F8781-9680-0C75-D011-7BDC1B2982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361" t="17503" r="30230" b="18045"/>
          <a:stretch/>
        </p:blipFill>
        <p:spPr bwMode="auto">
          <a:xfrm>
            <a:off x="9458111" y="5065640"/>
            <a:ext cx="1607416" cy="1577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118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483707" y="631071"/>
            <a:ext cx="11444550" cy="639002"/>
          </a:xfrm>
          <a:prstGeom prst="rect">
            <a:avLst/>
          </a:prstGeom>
        </p:spPr>
        <p:txBody>
          <a:bodyPr>
            <a:noAutofit/>
          </a:bodyPr>
          <a:lstStyle/>
          <a:p>
            <a:pPr marL="0" indent="0" algn="ctr">
              <a:buNone/>
            </a:pPr>
            <a:r>
              <a:rPr lang="en-US" sz="4400" b="1">
                <a:solidFill>
                  <a:schemeClr val="bg1"/>
                </a:solidFill>
              </a:rPr>
              <a:t>PHƯƠNG PHÁP ĐIỀU TRA</a:t>
            </a:r>
            <a:endParaRPr lang="en-US" sz="4400" b="1" dirty="0">
              <a:solidFill>
                <a:schemeClr val="bg1"/>
              </a:solidFill>
            </a:endParaRPr>
          </a:p>
        </p:txBody>
      </p:sp>
      <p:sp>
        <p:nvSpPr>
          <p:cNvPr id="3" name="Rounded Rectangle 4">
            <a:extLst>
              <a:ext uri="{FF2B5EF4-FFF2-40B4-BE49-F238E27FC236}">
                <a16:creationId xmlns:a16="http://schemas.microsoft.com/office/drawing/2014/main" id="{3C1945F9-EC1A-4DC6-94BC-B32747B005FE}"/>
              </a:ext>
            </a:extLst>
          </p:cNvPr>
          <p:cNvSpPr/>
          <p:nvPr/>
        </p:nvSpPr>
        <p:spPr>
          <a:xfrm>
            <a:off x="2134173" y="2786171"/>
            <a:ext cx="2152726" cy="2408299"/>
          </a:xfrm>
          <a:prstGeom prst="roundRect">
            <a:avLst>
              <a:gd name="adj" fmla="val 7734"/>
            </a:avLst>
          </a:prstGeom>
          <a:solidFill>
            <a:schemeClr val="bg1"/>
          </a:solidFill>
          <a:ln w="25400">
            <a:solidFill>
              <a:srgbClr val="002060"/>
            </a:solidFill>
          </a:ln>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6" name="TextBox 5">
            <a:extLst>
              <a:ext uri="{FF2B5EF4-FFF2-40B4-BE49-F238E27FC236}">
                <a16:creationId xmlns:a16="http://schemas.microsoft.com/office/drawing/2014/main" id="{C01525DC-8BA7-4018-90E4-2BDCE54D14CE}"/>
              </a:ext>
            </a:extLst>
          </p:cNvPr>
          <p:cNvSpPr txBox="1"/>
          <p:nvPr/>
        </p:nvSpPr>
        <p:spPr>
          <a:xfrm>
            <a:off x="2218721" y="3715606"/>
            <a:ext cx="1642180" cy="738664"/>
          </a:xfrm>
          <a:prstGeom prst="rect">
            <a:avLst/>
          </a:prstGeom>
          <a:noFill/>
        </p:spPr>
        <p:txBody>
          <a:bodyPr wrap="square" rtlCol="0">
            <a:spAutoFit/>
          </a:bodyPr>
          <a:lstStyle/>
          <a:p>
            <a:r>
              <a:rPr lang="en-US" sz="1400">
                <a:latin typeface="Arial (body)"/>
                <a:ea typeface="Calibri" panose="020F0502020204030204" pitchFamily="34" charset="0"/>
                <a:cs typeface="Calibri" panose="020F0502020204030204" pitchFamily="34" charset="0"/>
              </a:rPr>
              <a:t>T</a:t>
            </a:r>
            <a:r>
              <a:rPr lang="vi-VN" sz="1400">
                <a:effectLst/>
                <a:latin typeface="Arial (body)"/>
                <a:ea typeface="Calibri" panose="020F0502020204030204" pitchFamily="34" charset="0"/>
                <a:cs typeface="Calibri" panose="020F0502020204030204" pitchFamily="34" charset="0"/>
              </a:rPr>
              <a:t>ỉ lệ tiêu thụ theo yếu tố sản xuất của sản phẩm</a:t>
            </a:r>
            <a:endParaRPr lang="en-US" altLang="ko-KR" sz="1400" dirty="0">
              <a:solidFill>
                <a:schemeClr val="tx1">
                  <a:lumMod val="65000"/>
                  <a:lumOff val="35000"/>
                </a:schemeClr>
              </a:solidFill>
              <a:latin typeface="Arial (body)"/>
              <a:cs typeface="Arial" pitchFamily="34" charset="0"/>
            </a:endParaRPr>
          </a:p>
        </p:txBody>
      </p:sp>
      <p:sp>
        <p:nvSpPr>
          <p:cNvPr id="8" name="TextBox 7">
            <a:extLst>
              <a:ext uri="{FF2B5EF4-FFF2-40B4-BE49-F238E27FC236}">
                <a16:creationId xmlns:a16="http://schemas.microsoft.com/office/drawing/2014/main" id="{8F40333B-F156-427B-AAF1-944EE4E4CA42}"/>
              </a:ext>
            </a:extLst>
          </p:cNvPr>
          <p:cNvSpPr txBox="1"/>
          <p:nvPr/>
        </p:nvSpPr>
        <p:spPr>
          <a:xfrm>
            <a:off x="2467535" y="3143114"/>
            <a:ext cx="648072" cy="523220"/>
          </a:xfrm>
          <a:prstGeom prst="rect">
            <a:avLst/>
          </a:prstGeom>
          <a:noFill/>
        </p:spPr>
        <p:txBody>
          <a:bodyPr wrap="square" rtlCol="0">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sp>
        <p:nvSpPr>
          <p:cNvPr id="9" name="Rounded Rectangle 64">
            <a:extLst>
              <a:ext uri="{FF2B5EF4-FFF2-40B4-BE49-F238E27FC236}">
                <a16:creationId xmlns:a16="http://schemas.microsoft.com/office/drawing/2014/main" id="{E89F2E82-E7EE-4C9E-8597-98FAD43633DD}"/>
              </a:ext>
            </a:extLst>
          </p:cNvPr>
          <p:cNvSpPr/>
          <p:nvPr/>
        </p:nvSpPr>
        <p:spPr>
          <a:xfrm>
            <a:off x="4814643" y="2786171"/>
            <a:ext cx="2152726" cy="2408299"/>
          </a:xfrm>
          <a:prstGeom prst="roundRect">
            <a:avLst>
              <a:gd name="adj" fmla="val 7734"/>
            </a:avLst>
          </a:prstGeom>
          <a:solidFill>
            <a:schemeClr val="bg1"/>
          </a:solidFill>
          <a:ln w="25400">
            <a:solidFill>
              <a:srgbClr val="002060"/>
            </a:solidFill>
          </a:ln>
          <a:effectLst/>
        </p:spPr>
        <p:txBody>
          <a:bodyPr vert="horz" wrap="square" lIns="91440" tIns="45720" rIns="91440" bIns="45720" numCol="1" anchor="t" anchorCtr="0" compatLnSpc="1">
            <a:prstTxWarp prst="textNoShape">
              <a:avLst/>
            </a:prstTxWarp>
          </a:bodyPr>
          <a:lstStyle/>
          <a:p>
            <a:endParaRPr lang="ko-KR" altLang="en-US" sz="2700"/>
          </a:p>
        </p:txBody>
      </p:sp>
      <p:sp>
        <p:nvSpPr>
          <p:cNvPr id="14" name="TextBox 13">
            <a:extLst>
              <a:ext uri="{FF2B5EF4-FFF2-40B4-BE49-F238E27FC236}">
                <a16:creationId xmlns:a16="http://schemas.microsoft.com/office/drawing/2014/main" id="{E07BBAD1-7EBC-4E45-AE20-2B920F2D7751}"/>
              </a:ext>
            </a:extLst>
          </p:cNvPr>
          <p:cNvSpPr txBox="1"/>
          <p:nvPr/>
        </p:nvSpPr>
        <p:spPr>
          <a:xfrm>
            <a:off x="5128064" y="3143114"/>
            <a:ext cx="648072" cy="523220"/>
          </a:xfrm>
          <a:prstGeom prst="rect">
            <a:avLst/>
          </a:prstGeom>
          <a:noFill/>
        </p:spPr>
        <p:txBody>
          <a:bodyPr wrap="square" rtlCol="0">
            <a:spAutoFit/>
          </a:bodyPr>
          <a:lstStyle/>
          <a:p>
            <a:pPr algn="ctr"/>
            <a:r>
              <a:rPr lang="en-US" altLang="ko-KR" sz="2800" b="1">
                <a:solidFill>
                  <a:schemeClr val="bg1"/>
                </a:solidFill>
                <a:cs typeface="Arial" pitchFamily="34" charset="0"/>
              </a:rPr>
              <a:t>02</a:t>
            </a:r>
            <a:endParaRPr lang="ko-KR" altLang="en-US" sz="2800" b="1">
              <a:solidFill>
                <a:schemeClr val="bg1"/>
              </a:solidFill>
              <a:cs typeface="Arial" pitchFamily="34" charset="0"/>
            </a:endParaRPr>
          </a:p>
        </p:txBody>
      </p:sp>
      <p:sp>
        <p:nvSpPr>
          <p:cNvPr id="20" name="TextBox 19">
            <a:extLst>
              <a:ext uri="{FF2B5EF4-FFF2-40B4-BE49-F238E27FC236}">
                <a16:creationId xmlns:a16="http://schemas.microsoft.com/office/drawing/2014/main" id="{00F56028-DB8B-44D7-9297-8EA3E4FD85D0}"/>
              </a:ext>
            </a:extLst>
          </p:cNvPr>
          <p:cNvSpPr txBox="1"/>
          <p:nvPr/>
        </p:nvSpPr>
        <p:spPr>
          <a:xfrm>
            <a:off x="7788593" y="3143114"/>
            <a:ext cx="648072" cy="523220"/>
          </a:xfrm>
          <a:prstGeom prst="rect">
            <a:avLst/>
          </a:prstGeom>
          <a:noFill/>
        </p:spPr>
        <p:txBody>
          <a:bodyPr wrap="square" rtlCol="0">
            <a:spAutoFit/>
          </a:bodyPr>
          <a:lstStyle/>
          <a:p>
            <a:pPr algn="ctr"/>
            <a:r>
              <a:rPr lang="en-US" altLang="ko-KR" sz="2800" b="1">
                <a:solidFill>
                  <a:schemeClr val="bg1"/>
                </a:solidFill>
                <a:cs typeface="Arial" pitchFamily="34" charset="0"/>
              </a:rPr>
              <a:t>03</a:t>
            </a:r>
            <a:endParaRPr lang="ko-KR" altLang="en-US" sz="2800" b="1">
              <a:solidFill>
                <a:schemeClr val="bg1"/>
              </a:solidFill>
              <a:cs typeface="Arial" pitchFamily="34" charset="0"/>
            </a:endParaRPr>
          </a:p>
        </p:txBody>
      </p:sp>
      <p:sp>
        <p:nvSpPr>
          <p:cNvPr id="21" name="Rounded Rectangle 78">
            <a:extLst>
              <a:ext uri="{FF2B5EF4-FFF2-40B4-BE49-F238E27FC236}">
                <a16:creationId xmlns:a16="http://schemas.microsoft.com/office/drawing/2014/main" id="{676F6070-24AD-4D7E-802B-A6734E33582B}"/>
              </a:ext>
            </a:extLst>
          </p:cNvPr>
          <p:cNvSpPr/>
          <p:nvPr/>
        </p:nvSpPr>
        <p:spPr>
          <a:xfrm>
            <a:off x="7982637" y="2773225"/>
            <a:ext cx="3114556" cy="2408299"/>
          </a:xfrm>
          <a:prstGeom prst="roundRect">
            <a:avLst>
              <a:gd name="adj" fmla="val 7734"/>
            </a:avLst>
          </a:prstGeom>
          <a:solidFill>
            <a:schemeClr val="bg1"/>
          </a:solidFill>
          <a:ln w="25400">
            <a:solidFill>
              <a:srgbClr val="800020"/>
            </a:solidFill>
          </a:ln>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6" name="TextBox 25">
            <a:extLst>
              <a:ext uri="{FF2B5EF4-FFF2-40B4-BE49-F238E27FC236}">
                <a16:creationId xmlns:a16="http://schemas.microsoft.com/office/drawing/2014/main" id="{81148520-F1E4-4235-A9FF-C746ABA6A418}"/>
              </a:ext>
            </a:extLst>
          </p:cNvPr>
          <p:cNvSpPr txBox="1"/>
          <p:nvPr/>
        </p:nvSpPr>
        <p:spPr>
          <a:xfrm>
            <a:off x="10449121" y="3143114"/>
            <a:ext cx="648072" cy="523220"/>
          </a:xfrm>
          <a:prstGeom prst="rect">
            <a:avLst/>
          </a:prstGeom>
          <a:noFill/>
        </p:spPr>
        <p:txBody>
          <a:bodyPr wrap="square" rtlCol="0">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sp>
        <p:nvSpPr>
          <p:cNvPr id="31" name="TextBox 30">
            <a:extLst>
              <a:ext uri="{FF2B5EF4-FFF2-40B4-BE49-F238E27FC236}">
                <a16:creationId xmlns:a16="http://schemas.microsoft.com/office/drawing/2014/main" id="{152E4C77-B44C-C41A-4E40-D5BB49A99EBD}"/>
              </a:ext>
            </a:extLst>
          </p:cNvPr>
          <p:cNvSpPr txBox="1"/>
          <p:nvPr/>
        </p:nvSpPr>
        <p:spPr>
          <a:xfrm>
            <a:off x="344953" y="1478122"/>
            <a:ext cx="11847047" cy="523220"/>
          </a:xfrm>
          <a:prstGeom prst="rect">
            <a:avLst/>
          </a:prstGeom>
          <a:noFill/>
        </p:spPr>
        <p:txBody>
          <a:bodyPr wrap="square" rtlCol="0">
            <a:spAutoFit/>
          </a:bodyPr>
          <a:lstStyle/>
          <a:p>
            <a:r>
              <a:rPr lang="vi-VN" sz="1400">
                <a:effectLst/>
                <a:latin typeface="Arial (body)"/>
                <a:ea typeface="Calibri" panose="020F0502020204030204" pitchFamily="34" charset="0"/>
                <a:cs typeface="Calibri" panose="020F0502020204030204" pitchFamily="34" charset="0"/>
              </a:rPr>
              <a:t>Việt Nam là nền kinh tế phi thị trường </a:t>
            </a:r>
            <a:r>
              <a:rPr lang="en-US" sz="1400">
                <a:effectLst/>
                <a:latin typeface="Arial (body)"/>
                <a:ea typeface="Calibri" panose="020F0502020204030204" pitchFamily="34" charset="0"/>
                <a:cs typeface="Calibri" panose="020F0502020204030204" pitchFamily="34" charset="0"/>
              </a:rPr>
              <a:t>=&gt; </a:t>
            </a:r>
            <a:r>
              <a:rPr lang="vi-VN" sz="1400">
                <a:effectLst/>
                <a:latin typeface="Arial (body)"/>
                <a:ea typeface="Calibri" panose="020F0502020204030204" pitchFamily="34" charset="0"/>
                <a:cs typeface="Calibri" panose="020F0502020204030204" pitchFamily="34" charset="0"/>
              </a:rPr>
              <a:t>DOC xác định tất cả giá mua và bán tại thị trường Việt Nam, </a:t>
            </a:r>
            <a:r>
              <a:rPr lang="en-US" sz="1400">
                <a:effectLst/>
                <a:latin typeface="Arial (body)"/>
                <a:ea typeface="Calibri" panose="020F0502020204030204" pitchFamily="34" charset="0"/>
                <a:cs typeface="Calibri" panose="020F0502020204030204" pitchFamily="34" charset="0"/>
              </a:rPr>
              <a:t>bao gồm giá mua NVL và giá bán thành phẩm</a:t>
            </a:r>
            <a:r>
              <a:rPr lang="vi-VN" sz="1400">
                <a:effectLst/>
                <a:latin typeface="Arial (body)"/>
                <a:ea typeface="Calibri" panose="020F0502020204030204" pitchFamily="34" charset="0"/>
                <a:cs typeface="Calibri" panose="020F0502020204030204" pitchFamily="34" charset="0"/>
              </a:rPr>
              <a:t> của doanh nghiệp Việt Nam bị coi là chịu tác động của Chính phủ và không phản ánh đúng giá trị thị trường</a:t>
            </a:r>
            <a:r>
              <a:rPr lang="en-US" sz="1400" dirty="0">
                <a:effectLst/>
                <a:latin typeface="Arial (body)"/>
                <a:ea typeface="Calibri" panose="020F0502020204030204" pitchFamily="34" charset="0"/>
                <a:cs typeface="Calibri" panose="020F0502020204030204" pitchFamily="34" charset="0"/>
              </a:rPr>
              <a:t>.</a:t>
            </a:r>
            <a:endParaRPr lang="ko-KR" altLang="en-US" sz="1400" b="1" dirty="0">
              <a:solidFill>
                <a:schemeClr val="tx1">
                  <a:lumMod val="75000"/>
                  <a:lumOff val="25000"/>
                </a:schemeClr>
              </a:solidFill>
              <a:latin typeface="Arial (body)"/>
              <a:cs typeface="Arial" pitchFamily="34" charset="0"/>
            </a:endParaRPr>
          </a:p>
        </p:txBody>
      </p:sp>
      <p:sp>
        <p:nvSpPr>
          <p:cNvPr id="32" name="Arrow: Pentagon 31">
            <a:extLst>
              <a:ext uri="{FF2B5EF4-FFF2-40B4-BE49-F238E27FC236}">
                <a16:creationId xmlns:a16="http://schemas.microsoft.com/office/drawing/2014/main" id="{D182A461-CE5C-E922-C71B-8083F9F46415}"/>
              </a:ext>
            </a:extLst>
          </p:cNvPr>
          <p:cNvSpPr/>
          <p:nvPr/>
        </p:nvSpPr>
        <p:spPr>
          <a:xfrm>
            <a:off x="2145467" y="3030961"/>
            <a:ext cx="1791364" cy="547407"/>
          </a:xfrm>
          <a:prstGeom prst="homePlat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t>THÔNG TIN TỪ DTR</a:t>
            </a:r>
            <a:endParaRPr lang="en-US" sz="1400" b="1" dirty="0"/>
          </a:p>
        </p:txBody>
      </p:sp>
      <p:sp>
        <p:nvSpPr>
          <p:cNvPr id="33" name="Arrow: Pentagon 32">
            <a:extLst>
              <a:ext uri="{FF2B5EF4-FFF2-40B4-BE49-F238E27FC236}">
                <a16:creationId xmlns:a16="http://schemas.microsoft.com/office/drawing/2014/main" id="{797E4056-6EF7-3376-A82D-524600B9FAB7}"/>
              </a:ext>
            </a:extLst>
          </p:cNvPr>
          <p:cNvSpPr/>
          <p:nvPr/>
        </p:nvSpPr>
        <p:spPr>
          <a:xfrm>
            <a:off x="4814640" y="3030961"/>
            <a:ext cx="1740529" cy="547407"/>
          </a:xfrm>
          <a:prstGeom prst="homePlat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t>THÔNG TIN TỪ THỊ TRƯỜNG</a:t>
            </a:r>
            <a:endParaRPr lang="en-US" sz="1400" b="1" dirty="0"/>
          </a:p>
        </p:txBody>
      </p:sp>
      <p:sp>
        <p:nvSpPr>
          <p:cNvPr id="34" name="TextBox 33">
            <a:extLst>
              <a:ext uri="{FF2B5EF4-FFF2-40B4-BE49-F238E27FC236}">
                <a16:creationId xmlns:a16="http://schemas.microsoft.com/office/drawing/2014/main" id="{5A1421C6-61CD-498C-77FE-642651AADA91}"/>
              </a:ext>
            </a:extLst>
          </p:cNvPr>
          <p:cNvSpPr txBox="1"/>
          <p:nvPr/>
        </p:nvSpPr>
        <p:spPr>
          <a:xfrm>
            <a:off x="4863570" y="3702984"/>
            <a:ext cx="1957273" cy="1169551"/>
          </a:xfrm>
          <a:prstGeom prst="rect">
            <a:avLst/>
          </a:prstGeom>
          <a:noFill/>
        </p:spPr>
        <p:txBody>
          <a:bodyPr wrap="square" rtlCol="0">
            <a:spAutoFit/>
          </a:bodyPr>
          <a:lstStyle/>
          <a:p>
            <a:r>
              <a:rPr lang="en-US" sz="1400">
                <a:effectLst/>
                <a:latin typeface="Arial (body)"/>
                <a:ea typeface="Calibri" panose="020F0502020204030204" pitchFamily="34" charset="0"/>
                <a:cs typeface="Calibri" panose="020F0502020204030204" pitchFamily="34" charset="0"/>
              </a:rPr>
              <a:t>Đ</a:t>
            </a:r>
            <a:r>
              <a:rPr lang="vi-VN" sz="1400">
                <a:effectLst/>
                <a:latin typeface="Arial (body)"/>
                <a:ea typeface="Calibri" panose="020F0502020204030204" pitchFamily="34" charset="0"/>
                <a:cs typeface="Calibri" panose="020F0502020204030204" pitchFamily="34" charset="0"/>
              </a:rPr>
              <a:t>ơn giá của yếu tố sản xuất tương ứng tại </a:t>
            </a:r>
            <a:r>
              <a:rPr lang="en-US" sz="1400">
                <a:effectLst/>
                <a:latin typeface="Arial (body)"/>
                <a:ea typeface="Calibri" panose="020F0502020204030204" pitchFamily="34" charset="0"/>
                <a:cs typeface="Calibri" panose="020F0502020204030204" pitchFamily="34" charset="0"/>
              </a:rPr>
              <a:t>01 </a:t>
            </a:r>
            <a:r>
              <a:rPr lang="vi-VN" sz="1400">
                <a:effectLst/>
                <a:latin typeface="Arial (body)"/>
                <a:ea typeface="Calibri" panose="020F0502020204030204" pitchFamily="34" charset="0"/>
                <a:cs typeface="Calibri" panose="020F0502020204030204" pitchFamily="34" charset="0"/>
              </a:rPr>
              <a:t>quốc gia thay thế khác có nền kinh tế thị trường </a:t>
            </a:r>
            <a:endParaRPr lang="en-US" sz="1400" dirty="0">
              <a:effectLst/>
              <a:latin typeface="Arial (body)"/>
              <a:ea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B10DC3C0-0C01-B881-0D40-70AE08D62D6F}"/>
              </a:ext>
            </a:extLst>
          </p:cNvPr>
          <p:cNvSpPr txBox="1"/>
          <p:nvPr/>
        </p:nvSpPr>
        <p:spPr>
          <a:xfrm>
            <a:off x="3115607" y="2337657"/>
            <a:ext cx="2864972" cy="307777"/>
          </a:xfrm>
          <a:prstGeom prst="rect">
            <a:avLst/>
          </a:prstGeom>
          <a:noFill/>
        </p:spPr>
        <p:txBody>
          <a:bodyPr wrap="square" rtlCol="0">
            <a:spAutoFit/>
          </a:bodyPr>
          <a:lstStyle/>
          <a:p>
            <a:r>
              <a:rPr lang="en-US" sz="1400" b="1">
                <a:solidFill>
                  <a:srgbClr val="002060"/>
                </a:solidFill>
                <a:effectLst/>
                <a:latin typeface="Arial (body)"/>
                <a:ea typeface="Calibri" panose="020F0502020204030204" pitchFamily="34" charset="0"/>
                <a:cs typeface="Calibri" panose="020F0502020204030204" pitchFamily="34" charset="0"/>
              </a:rPr>
              <a:t>CHI PHÍ SẢN XUẤT CỦA DTR</a:t>
            </a:r>
            <a:endParaRPr lang="ko-KR" altLang="en-US" sz="1400" b="1" dirty="0">
              <a:solidFill>
                <a:srgbClr val="002060"/>
              </a:solidFill>
              <a:latin typeface="Arial (body)"/>
              <a:cs typeface="Arial" pitchFamily="34" charset="0"/>
            </a:endParaRPr>
          </a:p>
        </p:txBody>
      </p:sp>
      <p:sp>
        <p:nvSpPr>
          <p:cNvPr id="39" name="TextBox 38">
            <a:extLst>
              <a:ext uri="{FF2B5EF4-FFF2-40B4-BE49-F238E27FC236}">
                <a16:creationId xmlns:a16="http://schemas.microsoft.com/office/drawing/2014/main" id="{78C06030-DD3E-5627-BFFB-ED56F2AC0939}"/>
              </a:ext>
            </a:extLst>
          </p:cNvPr>
          <p:cNvSpPr txBox="1"/>
          <p:nvPr/>
        </p:nvSpPr>
        <p:spPr>
          <a:xfrm>
            <a:off x="8122908" y="2324710"/>
            <a:ext cx="2864972" cy="307777"/>
          </a:xfrm>
          <a:prstGeom prst="rect">
            <a:avLst/>
          </a:prstGeom>
          <a:noFill/>
        </p:spPr>
        <p:txBody>
          <a:bodyPr wrap="square" rtlCol="0">
            <a:spAutoFit/>
          </a:bodyPr>
          <a:lstStyle/>
          <a:p>
            <a:r>
              <a:rPr lang="en-US" sz="1400" b="1">
                <a:solidFill>
                  <a:srgbClr val="800020"/>
                </a:solidFill>
                <a:effectLst/>
                <a:latin typeface="Arial (body)"/>
                <a:ea typeface="Calibri" panose="020F0502020204030204" pitchFamily="34" charset="0"/>
                <a:cs typeface="Calibri" panose="020F0502020204030204" pitchFamily="34" charset="0"/>
              </a:rPr>
              <a:t>GIÁ XUẤT KHẨU CỦA DTR</a:t>
            </a:r>
            <a:endParaRPr lang="ko-KR" altLang="en-US" sz="1400" b="1" dirty="0">
              <a:solidFill>
                <a:srgbClr val="800020"/>
              </a:solidFill>
              <a:latin typeface="Arial (body)"/>
              <a:cs typeface="Arial" pitchFamily="34" charset="0"/>
            </a:endParaRPr>
          </a:p>
        </p:txBody>
      </p:sp>
      <p:sp>
        <p:nvSpPr>
          <p:cNvPr id="40" name="Arrow: Right 39">
            <a:extLst>
              <a:ext uri="{FF2B5EF4-FFF2-40B4-BE49-F238E27FC236}">
                <a16:creationId xmlns:a16="http://schemas.microsoft.com/office/drawing/2014/main" id="{2C1E1930-738B-4F26-D166-ADED0D8422F8}"/>
              </a:ext>
            </a:extLst>
          </p:cNvPr>
          <p:cNvSpPr/>
          <p:nvPr/>
        </p:nvSpPr>
        <p:spPr>
          <a:xfrm>
            <a:off x="2489591" y="5496187"/>
            <a:ext cx="699166" cy="266146"/>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CC2E67E-7E44-95AE-0710-E9C67DBAABE5}"/>
              </a:ext>
            </a:extLst>
          </p:cNvPr>
          <p:cNvSpPr txBox="1"/>
          <p:nvPr/>
        </p:nvSpPr>
        <p:spPr>
          <a:xfrm>
            <a:off x="3220338" y="5439260"/>
            <a:ext cx="3104365" cy="523220"/>
          </a:xfrm>
          <a:prstGeom prst="rect">
            <a:avLst/>
          </a:prstGeom>
          <a:noFill/>
        </p:spPr>
        <p:txBody>
          <a:bodyPr wrap="square">
            <a:spAutoFit/>
          </a:bodyPr>
          <a:lstStyle/>
          <a:p>
            <a:r>
              <a:rPr lang="en-US" sz="1400" b="1">
                <a:solidFill>
                  <a:srgbClr val="002060"/>
                </a:solidFill>
                <a:latin typeface="Arial (body)"/>
                <a:ea typeface="Calibri" panose="020F0502020204030204" pitchFamily="34" charset="0"/>
                <a:cs typeface="Calibri" panose="020F0502020204030204" pitchFamily="34" charset="0"/>
              </a:rPr>
              <a:t>Ước</a:t>
            </a:r>
            <a:r>
              <a:rPr lang="vi-VN" sz="1400" b="1">
                <a:solidFill>
                  <a:srgbClr val="002060"/>
                </a:solidFill>
                <a:effectLst/>
                <a:latin typeface="Arial (body)"/>
                <a:ea typeface="Calibri" panose="020F0502020204030204" pitchFamily="34" charset="0"/>
                <a:cs typeface="Calibri" panose="020F0502020204030204" pitchFamily="34" charset="0"/>
              </a:rPr>
              <a:t> tính giá trị thông thường của sản phẩm bị điều tra</a:t>
            </a:r>
            <a:endParaRPr lang="en-US" altLang="ko-KR" sz="1400" b="1" dirty="0">
              <a:solidFill>
                <a:srgbClr val="002060"/>
              </a:solidFill>
              <a:latin typeface="Arial (body)"/>
              <a:cs typeface="Arial" pitchFamily="34" charset="0"/>
            </a:endParaRPr>
          </a:p>
        </p:txBody>
      </p:sp>
      <p:sp>
        <p:nvSpPr>
          <p:cNvPr id="42" name="TextBox 41">
            <a:extLst>
              <a:ext uri="{FF2B5EF4-FFF2-40B4-BE49-F238E27FC236}">
                <a16:creationId xmlns:a16="http://schemas.microsoft.com/office/drawing/2014/main" id="{25079FAD-A560-0F42-4317-E92C83A28510}"/>
              </a:ext>
            </a:extLst>
          </p:cNvPr>
          <p:cNvSpPr txBox="1"/>
          <p:nvPr/>
        </p:nvSpPr>
        <p:spPr>
          <a:xfrm>
            <a:off x="7982637" y="3030961"/>
            <a:ext cx="3114555" cy="1892826"/>
          </a:xfrm>
          <a:prstGeom prst="rect">
            <a:avLst/>
          </a:prstGeom>
          <a:noFill/>
        </p:spPr>
        <p:txBody>
          <a:bodyPr wrap="square" rtlCol="0">
            <a:spAutoFit/>
          </a:bodyPr>
          <a:lstStyle/>
          <a:p>
            <a:pPr marL="285750" indent="-285750">
              <a:spcBef>
                <a:spcPts val="600"/>
              </a:spcBef>
              <a:buFont typeface="Wingdings" panose="05000000000000000000" pitchFamily="2" charset="2"/>
              <a:buChar char="Ø"/>
            </a:pPr>
            <a:r>
              <a:rPr lang="en-US" sz="1400">
                <a:latin typeface="Arial (body)"/>
                <a:ea typeface="Calibri" panose="020F0502020204030204" pitchFamily="34" charset="0"/>
                <a:cs typeface="Calibri" panose="020F0502020204030204" pitchFamily="34" charset="0"/>
              </a:rPr>
              <a:t>Đ</a:t>
            </a:r>
            <a:r>
              <a:rPr lang="vi-VN" sz="1400">
                <a:effectLst/>
                <a:latin typeface="Arial (body)"/>
                <a:ea typeface="Calibri" panose="020F0502020204030204" pitchFamily="34" charset="0"/>
                <a:cs typeface="Calibri" panose="020F0502020204030204" pitchFamily="34" charset="0"/>
              </a:rPr>
              <a:t>iều chỉnh </a:t>
            </a:r>
            <a:r>
              <a:rPr lang="en-US" sz="1400">
                <a:effectLst/>
                <a:latin typeface="Arial (body)"/>
                <a:ea typeface="Calibri" panose="020F0502020204030204" pitchFamily="34" charset="0"/>
                <a:cs typeface="Calibri" panose="020F0502020204030204" pitchFamily="34" charset="0"/>
              </a:rPr>
              <a:t>trừ</a:t>
            </a:r>
            <a:r>
              <a:rPr lang="vi-VN" sz="1400">
                <a:effectLst/>
                <a:latin typeface="Arial (body)"/>
                <a:ea typeface="Calibri" panose="020F0502020204030204" pitchFamily="34" charset="0"/>
                <a:cs typeface="Calibri" panose="020F0502020204030204" pitchFamily="34" charset="0"/>
              </a:rPr>
              <a:t> chi phí </a:t>
            </a:r>
            <a:r>
              <a:rPr lang="en-US" sz="1400">
                <a:effectLst/>
                <a:latin typeface="Arial (body)"/>
                <a:ea typeface="Calibri" panose="020F0502020204030204" pitchFamily="34" charset="0"/>
                <a:cs typeface="Calibri" panose="020F0502020204030204" pitchFamily="34" charset="0"/>
              </a:rPr>
              <a:t>cho</a:t>
            </a:r>
            <a:r>
              <a:rPr lang="vi-VN" sz="1400">
                <a:effectLst/>
                <a:latin typeface="Arial (body)"/>
                <a:ea typeface="Calibri" panose="020F0502020204030204" pitchFamily="34" charset="0"/>
                <a:cs typeface="Calibri" panose="020F0502020204030204" pitchFamily="34" charset="0"/>
              </a:rPr>
              <a:t> quá trình </a:t>
            </a:r>
            <a:r>
              <a:rPr lang="en-US" sz="1400">
                <a:latin typeface="Arial (body)"/>
                <a:ea typeface="Calibri" panose="020F0502020204030204" pitchFamily="34" charset="0"/>
                <a:cs typeface="Calibri" panose="020F0502020204030204" pitchFamily="34" charset="0"/>
              </a:rPr>
              <a:t>vận chuyển</a:t>
            </a:r>
            <a:r>
              <a:rPr lang="vi-VN" sz="1400">
                <a:effectLst/>
                <a:latin typeface="Arial (body)"/>
                <a:ea typeface="Calibri" panose="020F0502020204030204" pitchFamily="34" charset="0"/>
                <a:cs typeface="Calibri" panose="020F0502020204030204" pitchFamily="34" charset="0"/>
              </a:rPr>
              <a:t> từ kho </a:t>
            </a:r>
            <a:r>
              <a:rPr lang="en-US" sz="1400">
                <a:effectLst/>
                <a:latin typeface="Arial (body)"/>
                <a:ea typeface="Calibri" panose="020F0502020204030204" pitchFamily="34" charset="0"/>
                <a:cs typeface="Calibri" panose="020F0502020204030204" pitchFamily="34" charset="0"/>
              </a:rPr>
              <a:t>DTR</a:t>
            </a:r>
            <a:r>
              <a:rPr lang="vi-VN" sz="1400">
                <a:effectLst/>
                <a:latin typeface="Arial (body)"/>
                <a:ea typeface="Calibri" panose="020F0502020204030204" pitchFamily="34" charset="0"/>
                <a:cs typeface="Calibri" panose="020F0502020204030204" pitchFamily="34" charset="0"/>
              </a:rPr>
              <a:t> tới nhà nhập khẩu tại Mỹ</a:t>
            </a:r>
            <a:r>
              <a:rPr lang="en-US" sz="1400">
                <a:effectLst/>
                <a:latin typeface="Arial (body)"/>
                <a:ea typeface="Calibri" panose="020F0502020204030204" pitchFamily="34" charset="0"/>
                <a:cs typeface="Calibri" panose="020F0502020204030204" pitchFamily="34" charset="0"/>
              </a:rPr>
              <a:t> để đưa về giá EXW</a:t>
            </a:r>
            <a:r>
              <a:rPr lang="en-US" sz="1400" dirty="0">
                <a:effectLst/>
                <a:latin typeface="Arial (body)"/>
                <a:ea typeface="Calibri" panose="020F0502020204030204" pitchFamily="34" charset="0"/>
                <a:cs typeface="Calibri" panose="020F0502020204030204" pitchFamily="34" charset="0"/>
              </a:rPr>
              <a:t>.</a:t>
            </a:r>
          </a:p>
          <a:p>
            <a:pPr marL="285750" indent="-285750">
              <a:spcBef>
                <a:spcPts val="600"/>
              </a:spcBef>
              <a:buFont typeface="Wingdings" panose="05000000000000000000" pitchFamily="2" charset="2"/>
              <a:buChar char="Ø"/>
            </a:pPr>
            <a:r>
              <a:rPr lang="en-US" sz="1400">
                <a:latin typeface="Arial (body)"/>
                <a:ea typeface="Calibri" panose="020F0502020204030204" pitchFamily="34" charset="0"/>
                <a:cs typeface="Calibri" panose="020F0502020204030204" pitchFamily="34" charset="0"/>
              </a:rPr>
              <a:t>Chi phí vận chuyển được điều chỉnh phải dựa trên </a:t>
            </a:r>
            <a:r>
              <a:rPr lang="vi-VN" sz="1400">
                <a:effectLst/>
                <a:latin typeface="Arial (body)"/>
                <a:ea typeface="Calibri" panose="020F0502020204030204" pitchFamily="34" charset="0"/>
                <a:cs typeface="Calibri" panose="020F0502020204030204" pitchFamily="34" charset="0"/>
              </a:rPr>
              <a:t>chi phí </a:t>
            </a:r>
            <a:r>
              <a:rPr lang="en-US" sz="1400">
                <a:effectLst/>
                <a:latin typeface="Arial (body)"/>
                <a:ea typeface="Calibri" panose="020F0502020204030204" pitchFamily="34" charset="0"/>
                <a:cs typeface="Calibri" panose="020F0502020204030204" pitchFamily="34" charset="0"/>
              </a:rPr>
              <a:t>của</a:t>
            </a:r>
            <a:r>
              <a:rPr lang="vi-VN" sz="1400">
                <a:effectLst/>
                <a:latin typeface="Arial (body)"/>
                <a:ea typeface="Calibri" panose="020F0502020204030204" pitchFamily="34" charset="0"/>
                <a:cs typeface="Calibri" panose="020F0502020204030204" pitchFamily="34" charset="0"/>
              </a:rPr>
              <a:t> nhà cung cấp ở quốc gia có nền kinh tế thị trường</a:t>
            </a:r>
            <a:r>
              <a:rPr lang="en-US" sz="1400" dirty="0">
                <a:effectLst/>
                <a:latin typeface="Arial (body)"/>
                <a:ea typeface="Calibri" panose="020F0502020204030204" pitchFamily="34" charset="0"/>
                <a:cs typeface="Calibri" panose="020F0502020204030204" pitchFamily="34" charset="0"/>
              </a:rPr>
              <a:t>.</a:t>
            </a:r>
          </a:p>
        </p:txBody>
      </p:sp>
      <p:sp>
        <p:nvSpPr>
          <p:cNvPr id="43" name="Arrow: Right 42">
            <a:extLst>
              <a:ext uri="{FF2B5EF4-FFF2-40B4-BE49-F238E27FC236}">
                <a16:creationId xmlns:a16="http://schemas.microsoft.com/office/drawing/2014/main" id="{FFA2CC61-1A0D-7B5A-31CF-EB43057AE3EB}"/>
              </a:ext>
            </a:extLst>
          </p:cNvPr>
          <p:cNvSpPr/>
          <p:nvPr/>
        </p:nvSpPr>
        <p:spPr>
          <a:xfrm>
            <a:off x="7858812" y="5553114"/>
            <a:ext cx="699166" cy="266146"/>
          </a:xfrm>
          <a:prstGeom prst="rightArrow">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9C0346B-39BC-FC39-E496-F7F16E96DFAE}"/>
              </a:ext>
            </a:extLst>
          </p:cNvPr>
          <p:cNvSpPr txBox="1"/>
          <p:nvPr/>
        </p:nvSpPr>
        <p:spPr>
          <a:xfrm>
            <a:off x="8589560" y="5496187"/>
            <a:ext cx="2574072" cy="523220"/>
          </a:xfrm>
          <a:prstGeom prst="rect">
            <a:avLst/>
          </a:prstGeom>
          <a:noFill/>
        </p:spPr>
        <p:txBody>
          <a:bodyPr wrap="square">
            <a:spAutoFit/>
          </a:bodyPr>
          <a:lstStyle/>
          <a:p>
            <a:r>
              <a:rPr lang="en-US" sz="1400" b="1">
                <a:solidFill>
                  <a:srgbClr val="800020"/>
                </a:solidFill>
                <a:latin typeface="Arial (body)"/>
                <a:ea typeface="Calibri" panose="020F0502020204030204" pitchFamily="34" charset="0"/>
                <a:cs typeface="Calibri" panose="020F0502020204030204" pitchFamily="34" charset="0"/>
              </a:rPr>
              <a:t>G</a:t>
            </a:r>
            <a:r>
              <a:rPr lang="vi-VN" sz="1400" b="1">
                <a:solidFill>
                  <a:srgbClr val="800020"/>
                </a:solidFill>
                <a:effectLst/>
                <a:latin typeface="Arial (body)"/>
                <a:ea typeface="Calibri" panose="020F0502020204030204" pitchFamily="34" charset="0"/>
                <a:cs typeface="Calibri" panose="020F0502020204030204" pitchFamily="34" charset="0"/>
              </a:rPr>
              <a:t>iá </a:t>
            </a:r>
            <a:r>
              <a:rPr lang="en-US" sz="1400" b="1">
                <a:solidFill>
                  <a:srgbClr val="800020"/>
                </a:solidFill>
                <a:effectLst/>
                <a:latin typeface="Arial (body)"/>
                <a:ea typeface="Calibri" panose="020F0502020204030204" pitchFamily="34" charset="0"/>
                <a:cs typeface="Calibri" panose="020F0502020204030204" pitchFamily="34" charset="0"/>
              </a:rPr>
              <a:t>xuất khẩu</a:t>
            </a:r>
            <a:r>
              <a:rPr lang="vi-VN" sz="1400" b="1">
                <a:solidFill>
                  <a:srgbClr val="800020"/>
                </a:solidFill>
                <a:effectLst/>
                <a:latin typeface="Arial (body)"/>
                <a:ea typeface="Calibri" panose="020F0502020204030204" pitchFamily="34" charset="0"/>
                <a:cs typeface="Calibri" panose="020F0502020204030204" pitchFamily="34" charset="0"/>
              </a:rPr>
              <a:t> </a:t>
            </a:r>
            <a:r>
              <a:rPr lang="en-US" sz="1400" b="1">
                <a:solidFill>
                  <a:srgbClr val="800020"/>
                </a:solidFill>
                <a:latin typeface="Arial (body)"/>
                <a:ea typeface="Calibri" panose="020F0502020204030204" pitchFamily="34" charset="0"/>
                <a:cs typeface="Calibri" panose="020F0502020204030204" pitchFamily="34" charset="0"/>
              </a:rPr>
              <a:t>để </a:t>
            </a:r>
            <a:r>
              <a:rPr lang="en-US" sz="1400" b="1">
                <a:solidFill>
                  <a:srgbClr val="800020"/>
                </a:solidFill>
                <a:effectLst/>
                <a:latin typeface="Arial (body)"/>
                <a:ea typeface="Calibri" panose="020F0502020204030204" pitchFamily="34" charset="0"/>
                <a:cs typeface="Calibri" panose="020F0502020204030204" pitchFamily="34" charset="0"/>
              </a:rPr>
              <a:t>tính biên độ cho</a:t>
            </a:r>
            <a:r>
              <a:rPr lang="vi-VN" sz="1400" b="1">
                <a:solidFill>
                  <a:srgbClr val="800020"/>
                </a:solidFill>
                <a:effectLst/>
                <a:latin typeface="Arial (body)"/>
                <a:ea typeface="Calibri" panose="020F0502020204030204" pitchFamily="34" charset="0"/>
                <a:cs typeface="Calibri" panose="020F0502020204030204" pitchFamily="34" charset="0"/>
              </a:rPr>
              <a:t> sản phẩm bị điều tra</a:t>
            </a:r>
            <a:endParaRPr lang="en-US" altLang="ko-KR" sz="1400" b="1" dirty="0">
              <a:solidFill>
                <a:srgbClr val="800020"/>
              </a:solidFill>
              <a:latin typeface="Arial (body)"/>
              <a:cs typeface="Arial" pitchFamily="34" charset="0"/>
            </a:endParaRPr>
          </a:p>
        </p:txBody>
      </p:sp>
    </p:spTree>
    <p:extLst>
      <p:ext uri="{BB962C8B-B14F-4D97-AF65-F5344CB8AC3E}">
        <p14:creationId xmlns:p14="http://schemas.microsoft.com/office/powerpoint/2010/main" val="3833042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B5779-3D66-1F0A-2A84-01D8AB78A1E7}"/>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2C6D9AA8-139A-8F16-C66F-D26935E7902A}"/>
              </a:ext>
            </a:extLst>
          </p:cNvPr>
          <p:cNvSpPr txBox="1"/>
          <p:nvPr/>
        </p:nvSpPr>
        <p:spPr>
          <a:xfrm>
            <a:off x="480602" y="1678937"/>
            <a:ext cx="6400193" cy="892552"/>
          </a:xfrm>
          <a:prstGeom prst="rect">
            <a:avLst/>
          </a:prstGeom>
          <a:noFill/>
        </p:spPr>
        <p:txBody>
          <a:bodyPr wrap="square" rtlCol="0">
            <a:spAutoFit/>
          </a:bodyPr>
          <a:lstStyle/>
          <a:p>
            <a:r>
              <a:rPr lang="vi-VN" sz="2600" b="1" dirty="0">
                <a:solidFill>
                  <a:srgbClr val="002060"/>
                </a:solidFill>
                <a:effectLst/>
                <a:ea typeface="Calibri" panose="020F0502020204030204" pitchFamily="34" charset="0"/>
                <a:cs typeface="Calibri" panose="020F0502020204030204" pitchFamily="34" charset="0"/>
              </a:rPr>
              <a:t>rPET </a:t>
            </a:r>
            <a:endParaRPr lang="en-US" sz="2600" b="1" dirty="0">
              <a:solidFill>
                <a:srgbClr val="002060"/>
              </a:solidFill>
              <a:effectLst/>
              <a:ea typeface="Calibri" panose="020F0502020204030204" pitchFamily="34" charset="0"/>
              <a:cs typeface="Calibri" panose="020F0502020204030204" pitchFamily="34" charset="0"/>
            </a:endParaRPr>
          </a:p>
          <a:p>
            <a:r>
              <a:rPr lang="vi-VN" sz="2600" b="1" dirty="0">
                <a:solidFill>
                  <a:srgbClr val="002060"/>
                </a:solidFill>
                <a:effectLst/>
                <a:ea typeface="Calibri" panose="020F0502020204030204" pitchFamily="34" charset="0"/>
                <a:cs typeface="Calibri" panose="020F0502020204030204" pitchFamily="34" charset="0"/>
              </a:rPr>
              <a:t>(Recycled Polyethylene Terephthalate) </a:t>
            </a:r>
            <a:endParaRPr lang="ko-KR" altLang="en-US" sz="2600" b="1" dirty="0">
              <a:solidFill>
                <a:srgbClr val="002060"/>
              </a:solidFill>
            </a:endParaRPr>
          </a:p>
        </p:txBody>
      </p:sp>
      <p:sp>
        <p:nvSpPr>
          <p:cNvPr id="36" name="TextBox 35">
            <a:extLst>
              <a:ext uri="{FF2B5EF4-FFF2-40B4-BE49-F238E27FC236}">
                <a16:creationId xmlns:a16="http://schemas.microsoft.com/office/drawing/2014/main" id="{FC8B29AA-7D2B-7DF2-F7BE-D4F12B93027C}"/>
              </a:ext>
            </a:extLst>
          </p:cNvPr>
          <p:cNvSpPr txBox="1"/>
          <p:nvPr/>
        </p:nvSpPr>
        <p:spPr>
          <a:xfrm>
            <a:off x="545387" y="2767549"/>
            <a:ext cx="4354101" cy="323165"/>
          </a:xfrm>
          <a:prstGeom prst="rect">
            <a:avLst/>
          </a:prstGeom>
          <a:noFill/>
        </p:spPr>
        <p:txBody>
          <a:bodyPr wrap="square" rtlCol="0">
            <a:spAutoFit/>
          </a:bodyPr>
          <a:lstStyle/>
          <a:p>
            <a:r>
              <a:rPr lang="en-US" altLang="ko-KR" sz="1500" b="1">
                <a:cs typeface="Arial" pitchFamily="34" charset="0"/>
              </a:rPr>
              <a:t>Yếu tố sản xuất (</a:t>
            </a:r>
            <a:r>
              <a:rPr lang="vi-VN" sz="1500" b="1">
                <a:effectLst/>
                <a:ea typeface="Calibri" panose="020F0502020204030204" pitchFamily="34" charset="0"/>
                <a:cs typeface="Calibri" panose="020F0502020204030204" pitchFamily="34" charset="0"/>
              </a:rPr>
              <a:t>Factors of Production – FOP</a:t>
            </a:r>
            <a:r>
              <a:rPr lang="en-US" sz="1500" b="1" dirty="0">
                <a:effectLst/>
                <a:ea typeface="Calibri" panose="020F0502020204030204" pitchFamily="34" charset="0"/>
                <a:cs typeface="Calibri" panose="020F0502020204030204" pitchFamily="34" charset="0"/>
              </a:rPr>
              <a:t>)</a:t>
            </a:r>
            <a:endParaRPr lang="ko-KR" altLang="en-US" sz="1500" b="1" dirty="0">
              <a:cs typeface="Arial" pitchFamily="34" charset="0"/>
            </a:endParaRPr>
          </a:p>
        </p:txBody>
      </p:sp>
      <p:sp>
        <p:nvSpPr>
          <p:cNvPr id="38" name="Text Placeholder 1">
            <a:extLst>
              <a:ext uri="{FF2B5EF4-FFF2-40B4-BE49-F238E27FC236}">
                <a16:creationId xmlns:a16="http://schemas.microsoft.com/office/drawing/2014/main" id="{E4D24505-43F4-2B13-D481-D2607A33212F}"/>
              </a:ext>
            </a:extLst>
          </p:cNvPr>
          <p:cNvSpPr txBox="1">
            <a:spLocks/>
          </p:cNvSpPr>
          <p:nvPr/>
        </p:nvSpPr>
        <p:spPr>
          <a:xfrm>
            <a:off x="595108" y="697836"/>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400" b="1">
                <a:solidFill>
                  <a:schemeClr val="bg1"/>
                </a:solidFill>
              </a:rPr>
              <a:t>3. YẾU TỐ SẢN XUẤT (FOP) CỦA SẢN PHẨM rPET</a:t>
            </a:r>
            <a:endParaRPr lang="en-US" sz="3400" b="1" dirty="0">
              <a:solidFill>
                <a:schemeClr val="bg1"/>
              </a:solidFill>
            </a:endParaRPr>
          </a:p>
        </p:txBody>
      </p:sp>
      <p:sp>
        <p:nvSpPr>
          <p:cNvPr id="2" name="TextBox 1">
            <a:extLst>
              <a:ext uri="{FF2B5EF4-FFF2-40B4-BE49-F238E27FC236}">
                <a16:creationId xmlns:a16="http://schemas.microsoft.com/office/drawing/2014/main" id="{AD982929-C2B7-FE27-A789-8CFF9446D9E1}"/>
              </a:ext>
            </a:extLst>
          </p:cNvPr>
          <p:cNvSpPr txBox="1"/>
          <p:nvPr/>
        </p:nvSpPr>
        <p:spPr>
          <a:xfrm>
            <a:off x="652409" y="3131284"/>
            <a:ext cx="5216512" cy="630942"/>
          </a:xfrm>
          <a:prstGeom prst="rect">
            <a:avLst/>
          </a:prstGeom>
          <a:noFill/>
        </p:spPr>
        <p:txBody>
          <a:bodyPr wrap="square" rtlCol="0">
            <a:spAutoFit/>
          </a:bodyPr>
          <a:lstStyle/>
          <a:p>
            <a:pPr marL="285750" indent="-285750">
              <a:spcBef>
                <a:spcPts val="600"/>
              </a:spcBef>
              <a:buFont typeface="Wingdings" panose="05000000000000000000" pitchFamily="2" charset="2"/>
              <a:buChar char="Ø"/>
            </a:pPr>
            <a:r>
              <a:rPr lang="en-US" altLang="ko-KR" sz="1500">
                <a:cs typeface="Arial" pitchFamily="34" charset="0"/>
              </a:rPr>
              <a:t>Nguyên vật liệu trực tiếp (chai nhựa, vảy nhựa</a:t>
            </a:r>
            <a:r>
              <a:rPr lang="en-US" altLang="ko-KR" sz="1500" dirty="0">
                <a:cs typeface="Arial" pitchFamily="34" charset="0"/>
              </a:rPr>
              <a:t>..)</a:t>
            </a:r>
          </a:p>
          <a:p>
            <a:pPr marL="285750" indent="-285750">
              <a:spcBef>
                <a:spcPts val="600"/>
              </a:spcBef>
              <a:buFont typeface="Wingdings" panose="05000000000000000000" pitchFamily="2" charset="2"/>
              <a:buChar char="Ø"/>
            </a:pPr>
            <a:r>
              <a:rPr lang="en-US" altLang="ko-KR" sz="1500">
                <a:cs typeface="Arial" pitchFamily="34" charset="0"/>
              </a:rPr>
              <a:t>Phụ gia, bao bì, điện nước, nhân công</a:t>
            </a:r>
            <a:r>
              <a:rPr lang="en-US" altLang="ko-KR" sz="1500" dirty="0">
                <a:cs typeface="Arial" pitchFamily="34" charset="0"/>
              </a:rPr>
              <a:t>…</a:t>
            </a:r>
            <a:endParaRPr lang="ko-KR" altLang="en-US" sz="1500" dirty="0">
              <a:cs typeface="Arial" pitchFamily="34" charset="0"/>
            </a:endParaRPr>
          </a:p>
        </p:txBody>
      </p:sp>
      <p:sp>
        <p:nvSpPr>
          <p:cNvPr id="40" name="TextBox 39">
            <a:extLst>
              <a:ext uri="{FF2B5EF4-FFF2-40B4-BE49-F238E27FC236}">
                <a16:creationId xmlns:a16="http://schemas.microsoft.com/office/drawing/2014/main" id="{7216EEB0-BBA0-E679-2DC6-E4DD3A3160A0}"/>
              </a:ext>
            </a:extLst>
          </p:cNvPr>
          <p:cNvSpPr txBox="1"/>
          <p:nvPr/>
        </p:nvSpPr>
        <p:spPr>
          <a:xfrm>
            <a:off x="1227104" y="4126086"/>
            <a:ext cx="5019269" cy="584775"/>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T</a:t>
            </a:r>
            <a:r>
              <a:rPr lang="vi-VN" sz="1600" b="1">
                <a:effectLst/>
                <a:ea typeface="Calibri" panose="020F0502020204030204" pitchFamily="34" charset="0"/>
                <a:cs typeface="Calibri" panose="020F0502020204030204" pitchFamily="34" charset="0"/>
              </a:rPr>
              <a:t>ính toán tỉ lệ tiêu thụ </a:t>
            </a:r>
            <a:r>
              <a:rPr lang="vi-VN" sz="1600" b="1" u="sng">
                <a:solidFill>
                  <a:srgbClr val="002060"/>
                </a:solidFill>
                <a:effectLst/>
                <a:ea typeface="Calibri" panose="020F0502020204030204" pitchFamily="34" charset="0"/>
                <a:cs typeface="Calibri" panose="020F0502020204030204" pitchFamily="34" charset="0"/>
              </a:rPr>
              <a:t>trên một đơn vị sản phẩm </a:t>
            </a:r>
            <a:r>
              <a:rPr lang="vi-VN" sz="1600" b="1">
                <a:effectLst/>
                <a:ea typeface="Calibri" panose="020F0502020204030204" pitchFamily="34" charset="0"/>
                <a:cs typeface="Calibri" panose="020F0502020204030204" pitchFamily="34" charset="0"/>
              </a:rPr>
              <a:t>đối với từng yếu tố sản xuất kể trên</a:t>
            </a:r>
            <a:endParaRPr lang="en-US" sz="1600" b="1" dirty="0"/>
          </a:p>
        </p:txBody>
      </p:sp>
      <p:sp>
        <p:nvSpPr>
          <p:cNvPr id="41" name="Arrow: Right 40">
            <a:extLst>
              <a:ext uri="{FF2B5EF4-FFF2-40B4-BE49-F238E27FC236}">
                <a16:creationId xmlns:a16="http://schemas.microsoft.com/office/drawing/2014/main" id="{663E636A-7C7A-A848-1FD0-08D2E7373621}"/>
              </a:ext>
            </a:extLst>
          </p:cNvPr>
          <p:cNvSpPr/>
          <p:nvPr/>
        </p:nvSpPr>
        <p:spPr>
          <a:xfrm>
            <a:off x="357420" y="4245221"/>
            <a:ext cx="771140" cy="32316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78DB9780-B6D4-3AAE-1508-020DF1E1E582}"/>
              </a:ext>
            </a:extLst>
          </p:cNvPr>
          <p:cNvGraphicFramePr>
            <a:graphicFrameLocks noGrp="1"/>
          </p:cNvGraphicFramePr>
          <p:nvPr>
            <p:extLst>
              <p:ext uri="{D42A27DB-BD31-4B8C-83A1-F6EECF244321}">
                <p14:modId xmlns:p14="http://schemas.microsoft.com/office/powerpoint/2010/main" val="3196883648"/>
              </p:ext>
            </p:extLst>
          </p:nvPr>
        </p:nvGraphicFramePr>
        <p:xfrm>
          <a:off x="6817249" y="1429506"/>
          <a:ext cx="5017331" cy="4381380"/>
        </p:xfrm>
        <a:graphic>
          <a:graphicData uri="http://schemas.openxmlformats.org/drawingml/2006/table">
            <a:tbl>
              <a:tblPr firstRow="1" firstCol="1" bandRow="1">
                <a:tableStyleId>{5202B0CA-FC54-4496-8BCA-5EF66A818D29}</a:tableStyleId>
              </a:tblPr>
              <a:tblGrid>
                <a:gridCol w="2613725">
                  <a:extLst>
                    <a:ext uri="{9D8B030D-6E8A-4147-A177-3AD203B41FA5}">
                      <a16:colId xmlns:a16="http://schemas.microsoft.com/office/drawing/2014/main" val="3561701788"/>
                    </a:ext>
                  </a:extLst>
                </a:gridCol>
                <a:gridCol w="1089660">
                  <a:extLst>
                    <a:ext uri="{9D8B030D-6E8A-4147-A177-3AD203B41FA5}">
                      <a16:colId xmlns:a16="http://schemas.microsoft.com/office/drawing/2014/main" val="1883298080"/>
                    </a:ext>
                  </a:extLst>
                </a:gridCol>
                <a:gridCol w="1313946">
                  <a:extLst>
                    <a:ext uri="{9D8B030D-6E8A-4147-A177-3AD203B41FA5}">
                      <a16:colId xmlns:a16="http://schemas.microsoft.com/office/drawing/2014/main" val="3721298401"/>
                    </a:ext>
                  </a:extLst>
                </a:gridCol>
              </a:tblGrid>
              <a:tr h="282518">
                <a:tc>
                  <a:txBody>
                    <a:bodyPr/>
                    <a:lstStyle/>
                    <a:p>
                      <a:pPr marL="0" marR="0" algn="ctr">
                        <a:lnSpc>
                          <a:spcPct val="130000"/>
                        </a:lnSpc>
                        <a:spcBef>
                          <a:spcPts val="0"/>
                        </a:spcBef>
                        <a:spcAft>
                          <a:spcPts val="0"/>
                        </a:spcAft>
                      </a:pPr>
                      <a:r>
                        <a:rPr lang="en-US" sz="800" b="1">
                          <a:effectLst/>
                        </a:rPr>
                        <a:t>Tên NVL</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ctr"/>
                </a:tc>
                <a:tc>
                  <a:txBody>
                    <a:bodyPr/>
                    <a:lstStyle/>
                    <a:p>
                      <a:pPr marL="0" marR="0" algn="ctr">
                        <a:lnSpc>
                          <a:spcPct val="130000"/>
                        </a:lnSpc>
                        <a:spcBef>
                          <a:spcPts val="0"/>
                        </a:spcBef>
                        <a:spcAft>
                          <a:spcPts val="0"/>
                        </a:spcAft>
                      </a:pPr>
                      <a:r>
                        <a:rPr lang="en-US" sz="800" b="1">
                          <a:effectLst/>
                        </a:rPr>
                        <a:t>Mã HS (Việt Nam</a:t>
                      </a:r>
                      <a:r>
                        <a:rPr lang="en-US" sz="800" b="1" dirty="0">
                          <a:effectLst/>
                        </a:rPr>
                        <a:t>)</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ctr"/>
                </a:tc>
                <a:tc>
                  <a:txBody>
                    <a:bodyPr/>
                    <a:lstStyle/>
                    <a:p>
                      <a:pPr marL="0" marR="0" algn="ctr">
                        <a:lnSpc>
                          <a:spcPct val="130000"/>
                        </a:lnSpc>
                        <a:spcBef>
                          <a:spcPts val="0"/>
                        </a:spcBef>
                        <a:spcAft>
                          <a:spcPts val="0"/>
                        </a:spcAft>
                      </a:pPr>
                      <a:r>
                        <a:rPr lang="en-US" sz="800" b="1">
                          <a:effectLst/>
                        </a:rPr>
                        <a:t>Tỉ lệ tiêu thụ trên 1kg rPET</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ctr"/>
                </a:tc>
                <a:extLst>
                  <a:ext uri="{0D108BD9-81ED-4DB2-BD59-A6C34878D82A}">
                    <a16:rowId xmlns:a16="http://schemas.microsoft.com/office/drawing/2014/main" val="1487485699"/>
                  </a:ext>
                </a:extLst>
              </a:tr>
              <a:tr h="122690">
                <a:tc>
                  <a:txBody>
                    <a:bodyPr/>
                    <a:lstStyle/>
                    <a:p>
                      <a:pPr algn="l" fontAlgn="b"/>
                      <a:r>
                        <a:rPr lang="en-US" sz="800" b="0" i="0" u="none" strike="noStrike">
                          <a:solidFill>
                            <a:srgbClr val="000000"/>
                          </a:solidFill>
                          <a:effectLst/>
                          <a:latin typeface="Arial (body)"/>
                        </a:rPr>
                        <a:t> Chai PET B2.1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dirty="0">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0.0102147 </a:t>
                      </a:r>
                    </a:p>
                  </a:txBody>
                  <a:tcPr marL="9525" marR="9525" marT="9525" marB="0" anchor="b"/>
                </a:tc>
                <a:extLst>
                  <a:ext uri="{0D108BD9-81ED-4DB2-BD59-A6C34878D82A}">
                    <a16:rowId xmlns:a16="http://schemas.microsoft.com/office/drawing/2014/main" val="2779452336"/>
                  </a:ext>
                </a:extLst>
              </a:tr>
              <a:tr h="153752">
                <a:tc>
                  <a:txBody>
                    <a:bodyPr/>
                    <a:lstStyle/>
                    <a:p>
                      <a:pPr algn="l" fontAlgn="b"/>
                      <a:r>
                        <a:rPr lang="en-US" sz="800" b="0" i="0" u="none" strike="noStrike">
                          <a:solidFill>
                            <a:srgbClr val="000000"/>
                          </a:solidFill>
                          <a:effectLst/>
                          <a:latin typeface="Arial (body)"/>
                        </a:rPr>
                        <a:t> Chai PET B1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0.2011846 </a:t>
                      </a:r>
                    </a:p>
                  </a:txBody>
                  <a:tcPr marL="9525" marR="9525" marT="9525" marB="0" anchor="b"/>
                </a:tc>
                <a:extLst>
                  <a:ext uri="{0D108BD9-81ED-4DB2-BD59-A6C34878D82A}">
                    <a16:rowId xmlns:a16="http://schemas.microsoft.com/office/drawing/2014/main" val="531746804"/>
                  </a:ext>
                </a:extLst>
              </a:tr>
              <a:tr h="122690">
                <a:tc>
                  <a:txBody>
                    <a:bodyPr/>
                    <a:lstStyle/>
                    <a:p>
                      <a:pPr algn="l" fontAlgn="b"/>
                      <a:r>
                        <a:rPr lang="en-US" sz="800" b="0" i="0" u="none" strike="noStrike">
                          <a:solidFill>
                            <a:srgbClr val="000000"/>
                          </a:solidFill>
                          <a:effectLst/>
                          <a:latin typeface="Arial (body)"/>
                        </a:rPr>
                        <a:t> Chai PET B7.1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0.1059443 </a:t>
                      </a:r>
                    </a:p>
                  </a:txBody>
                  <a:tcPr marL="9525" marR="9525" marT="9525" marB="0" anchor="b"/>
                </a:tc>
                <a:extLst>
                  <a:ext uri="{0D108BD9-81ED-4DB2-BD59-A6C34878D82A}">
                    <a16:rowId xmlns:a16="http://schemas.microsoft.com/office/drawing/2014/main" val="4219003069"/>
                  </a:ext>
                </a:extLst>
              </a:tr>
              <a:tr h="122690">
                <a:tc>
                  <a:txBody>
                    <a:bodyPr/>
                    <a:lstStyle/>
                    <a:p>
                      <a:pPr algn="l" fontAlgn="b"/>
                      <a:r>
                        <a:rPr lang="en-US" sz="800" b="0" i="0" u="none" strike="noStrike">
                          <a:solidFill>
                            <a:srgbClr val="000000"/>
                          </a:solidFill>
                          <a:effectLst/>
                          <a:latin typeface="Arial (body)"/>
                        </a:rPr>
                        <a:t> Chai PET B3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0.1202157 </a:t>
                      </a:r>
                    </a:p>
                  </a:txBody>
                  <a:tcPr marL="9525" marR="9525" marT="9525" marB="0" anchor="b"/>
                </a:tc>
                <a:extLst>
                  <a:ext uri="{0D108BD9-81ED-4DB2-BD59-A6C34878D82A}">
                    <a16:rowId xmlns:a16="http://schemas.microsoft.com/office/drawing/2014/main" val="341255712"/>
                  </a:ext>
                </a:extLst>
              </a:tr>
              <a:tr h="122690">
                <a:tc>
                  <a:txBody>
                    <a:bodyPr/>
                    <a:lstStyle/>
                    <a:p>
                      <a:pPr algn="l" fontAlgn="b"/>
                      <a:r>
                        <a:rPr lang="fr-FR" sz="800" b="0" i="0" u="none" strike="noStrike">
                          <a:solidFill>
                            <a:srgbClr val="000000"/>
                          </a:solidFill>
                          <a:effectLst/>
                          <a:latin typeface="Arial (body)"/>
                        </a:rPr>
                        <a:t> Chai PET B8 Sau Phân Loại </a:t>
                      </a:r>
                      <a:endParaRPr lang="fr-FR"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0.0019818 </a:t>
                      </a:r>
                    </a:p>
                  </a:txBody>
                  <a:tcPr marL="9525" marR="9525" marT="9525" marB="0" anchor="b"/>
                </a:tc>
                <a:extLst>
                  <a:ext uri="{0D108BD9-81ED-4DB2-BD59-A6C34878D82A}">
                    <a16:rowId xmlns:a16="http://schemas.microsoft.com/office/drawing/2014/main" val="3706037904"/>
                  </a:ext>
                </a:extLst>
              </a:tr>
              <a:tr h="122690">
                <a:tc>
                  <a:txBody>
                    <a:bodyPr/>
                    <a:lstStyle/>
                    <a:p>
                      <a:pPr algn="l" fontAlgn="b"/>
                      <a:r>
                        <a:rPr lang="en-US" sz="800" b="0" i="0" u="none" strike="noStrike">
                          <a:solidFill>
                            <a:srgbClr val="000000"/>
                          </a:solidFill>
                          <a:effectLst/>
                          <a:latin typeface="Arial (body)"/>
                        </a:rPr>
                        <a:t> Chai PET B1 Không Phân Loại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0.4802782 </a:t>
                      </a:r>
                    </a:p>
                  </a:txBody>
                  <a:tcPr marL="9525" marR="9525" marT="9525" marB="0" anchor="b"/>
                </a:tc>
                <a:extLst>
                  <a:ext uri="{0D108BD9-81ED-4DB2-BD59-A6C34878D82A}">
                    <a16:rowId xmlns:a16="http://schemas.microsoft.com/office/drawing/2014/main" val="3384627659"/>
                  </a:ext>
                </a:extLst>
              </a:tr>
              <a:tr h="122690">
                <a:tc>
                  <a:txBody>
                    <a:bodyPr/>
                    <a:lstStyle/>
                    <a:p>
                      <a:pPr algn="l" fontAlgn="b"/>
                      <a:r>
                        <a:rPr lang="fr-FR" sz="800" b="0" i="0" u="none" strike="noStrike">
                          <a:solidFill>
                            <a:srgbClr val="000000"/>
                          </a:solidFill>
                          <a:effectLst/>
                          <a:latin typeface="Arial (body)"/>
                        </a:rPr>
                        <a:t> Chai PET B3 Sau Phân Loại </a:t>
                      </a:r>
                      <a:endParaRPr lang="fr-FR"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0.0005575 </a:t>
                      </a:r>
                    </a:p>
                  </a:txBody>
                  <a:tcPr marL="9525" marR="9525" marT="9525" marB="0" anchor="b"/>
                </a:tc>
                <a:extLst>
                  <a:ext uri="{0D108BD9-81ED-4DB2-BD59-A6C34878D82A}">
                    <a16:rowId xmlns:a16="http://schemas.microsoft.com/office/drawing/2014/main" val="4028404082"/>
                  </a:ext>
                </a:extLst>
              </a:tr>
              <a:tr h="122690">
                <a:tc>
                  <a:txBody>
                    <a:bodyPr/>
                    <a:lstStyle/>
                    <a:p>
                      <a:pPr algn="l" fontAlgn="b"/>
                      <a:r>
                        <a:rPr lang="fr-FR" sz="800" b="0" i="0" u="none" strike="noStrike">
                          <a:solidFill>
                            <a:srgbClr val="000000"/>
                          </a:solidFill>
                          <a:effectLst/>
                          <a:latin typeface="Arial (body)"/>
                        </a:rPr>
                        <a:t> Chai PET B2 Sau Phân Loại </a:t>
                      </a:r>
                      <a:endParaRPr lang="fr-FR"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0.0003192 </a:t>
                      </a:r>
                    </a:p>
                  </a:txBody>
                  <a:tcPr marL="9525" marR="9525" marT="9525" marB="0" anchor="b"/>
                </a:tc>
                <a:extLst>
                  <a:ext uri="{0D108BD9-81ED-4DB2-BD59-A6C34878D82A}">
                    <a16:rowId xmlns:a16="http://schemas.microsoft.com/office/drawing/2014/main" val="2967280113"/>
                  </a:ext>
                </a:extLst>
              </a:tr>
              <a:tr h="122690">
                <a:tc>
                  <a:txBody>
                    <a:bodyPr/>
                    <a:lstStyle/>
                    <a:p>
                      <a:pPr algn="l" fontAlgn="b"/>
                      <a:r>
                        <a:rPr lang="fr-FR" sz="800" b="0" i="0" u="none" strike="noStrike">
                          <a:solidFill>
                            <a:srgbClr val="000000"/>
                          </a:solidFill>
                          <a:effectLst/>
                          <a:latin typeface="Arial (body)"/>
                        </a:rPr>
                        <a:t> Chai PET B6 Sau Phân Loại </a:t>
                      </a:r>
                      <a:endParaRPr lang="fr-FR"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0.0004116 </a:t>
                      </a:r>
                    </a:p>
                  </a:txBody>
                  <a:tcPr marL="9525" marR="9525" marT="9525" marB="0" anchor="b"/>
                </a:tc>
                <a:extLst>
                  <a:ext uri="{0D108BD9-81ED-4DB2-BD59-A6C34878D82A}">
                    <a16:rowId xmlns:a16="http://schemas.microsoft.com/office/drawing/2014/main" val="2869605654"/>
                  </a:ext>
                </a:extLst>
              </a:tr>
              <a:tr h="122690">
                <a:tc>
                  <a:txBody>
                    <a:bodyPr/>
                    <a:lstStyle/>
                    <a:p>
                      <a:pPr algn="l" fontAlgn="b"/>
                      <a:r>
                        <a:rPr lang="en-US" sz="800" b="0" i="0" u="none" strike="noStrike">
                          <a:solidFill>
                            <a:srgbClr val="000000"/>
                          </a:solidFill>
                          <a:effectLst/>
                          <a:latin typeface="Arial (body)"/>
                        </a:rPr>
                        <a:t> Chai PET B2.2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0.0419859 </a:t>
                      </a:r>
                    </a:p>
                  </a:txBody>
                  <a:tcPr marL="9525" marR="9525" marT="9525" marB="0" anchor="b"/>
                </a:tc>
                <a:extLst>
                  <a:ext uri="{0D108BD9-81ED-4DB2-BD59-A6C34878D82A}">
                    <a16:rowId xmlns:a16="http://schemas.microsoft.com/office/drawing/2014/main" val="2535514105"/>
                  </a:ext>
                </a:extLst>
              </a:tr>
              <a:tr h="122690">
                <a:tc>
                  <a:txBody>
                    <a:bodyPr/>
                    <a:lstStyle/>
                    <a:p>
                      <a:pPr algn="l" fontAlgn="b"/>
                      <a:r>
                        <a:rPr lang="en-US" sz="800" b="0" i="0" u="none" strike="noStrike">
                          <a:solidFill>
                            <a:srgbClr val="000000"/>
                          </a:solidFill>
                          <a:effectLst/>
                          <a:latin typeface="Arial (body)"/>
                        </a:rPr>
                        <a:t> Chai PET B6.2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0.0096821 </a:t>
                      </a:r>
                    </a:p>
                  </a:txBody>
                  <a:tcPr marL="9525" marR="9525" marT="9525" marB="0" anchor="b"/>
                </a:tc>
                <a:extLst>
                  <a:ext uri="{0D108BD9-81ED-4DB2-BD59-A6C34878D82A}">
                    <a16:rowId xmlns:a16="http://schemas.microsoft.com/office/drawing/2014/main" val="1416989777"/>
                  </a:ext>
                </a:extLst>
              </a:tr>
              <a:tr h="122690">
                <a:tc>
                  <a:txBody>
                    <a:bodyPr/>
                    <a:lstStyle/>
                    <a:p>
                      <a:pPr algn="l" fontAlgn="b"/>
                      <a:r>
                        <a:rPr lang="vi-VN" sz="800" b="0" i="0" u="none" strike="noStrike">
                          <a:solidFill>
                            <a:srgbClr val="000000"/>
                          </a:solidFill>
                          <a:effectLst/>
                          <a:latin typeface="Arial (body)"/>
                        </a:rPr>
                        <a:t> Vảy PET B8 chưa rửa 1 </a:t>
                      </a:r>
                      <a:endParaRPr lang="vi-VN"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0.0501101 </a:t>
                      </a:r>
                    </a:p>
                  </a:txBody>
                  <a:tcPr marL="9525" marR="9525" marT="9525" marB="0" anchor="b"/>
                </a:tc>
                <a:extLst>
                  <a:ext uri="{0D108BD9-81ED-4DB2-BD59-A6C34878D82A}">
                    <a16:rowId xmlns:a16="http://schemas.microsoft.com/office/drawing/2014/main" val="966169647"/>
                  </a:ext>
                </a:extLst>
              </a:tr>
              <a:tr h="122690">
                <a:tc>
                  <a:txBody>
                    <a:bodyPr/>
                    <a:lstStyle/>
                    <a:p>
                      <a:pPr algn="l" fontAlgn="b"/>
                      <a:r>
                        <a:rPr lang="vi-VN" sz="800" b="0" i="0" u="none" strike="noStrike">
                          <a:solidFill>
                            <a:srgbClr val="000000"/>
                          </a:solidFill>
                          <a:effectLst/>
                          <a:latin typeface="Arial (body)"/>
                        </a:rPr>
                        <a:t> Vảy PET B1 chưa rửa 2 </a:t>
                      </a:r>
                      <a:endParaRPr lang="vi-VN"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0.0011512 </a:t>
                      </a:r>
                    </a:p>
                  </a:txBody>
                  <a:tcPr marL="9525" marR="9525" marT="9525" marB="0" anchor="b"/>
                </a:tc>
                <a:extLst>
                  <a:ext uri="{0D108BD9-81ED-4DB2-BD59-A6C34878D82A}">
                    <a16:rowId xmlns:a16="http://schemas.microsoft.com/office/drawing/2014/main" val="1349813710"/>
                  </a:ext>
                </a:extLst>
              </a:tr>
              <a:tr h="122690">
                <a:tc>
                  <a:txBody>
                    <a:bodyPr/>
                    <a:lstStyle/>
                    <a:p>
                      <a:pPr algn="l" fontAlgn="b"/>
                      <a:r>
                        <a:rPr lang="en-US" sz="800" b="0" i="0" u="none" strike="noStrike">
                          <a:solidFill>
                            <a:srgbClr val="000000"/>
                          </a:solidFill>
                          <a:effectLst/>
                          <a:latin typeface="Arial (body)"/>
                        </a:rPr>
                        <a:t> Phó Sản PET B1/B8 Vảy-Nắp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39159010</a:t>
                      </a:r>
                    </a:p>
                  </a:txBody>
                  <a:tcPr marL="9525" marR="9525" marT="9525" marB="0" anchor="b"/>
                </a:tc>
                <a:tc>
                  <a:txBody>
                    <a:bodyPr/>
                    <a:lstStyle/>
                    <a:p>
                      <a:pPr algn="ctr" fontAlgn="b"/>
                      <a:r>
                        <a:rPr lang="en-US" sz="800" b="0" i="0" u="none" strike="noStrike" dirty="0">
                          <a:solidFill>
                            <a:srgbClr val="000000"/>
                          </a:solidFill>
                          <a:effectLst/>
                          <a:latin typeface="Arial (body)"/>
                        </a:rPr>
                        <a:t>0.0003892 </a:t>
                      </a:r>
                    </a:p>
                  </a:txBody>
                  <a:tcPr marL="9525" marR="9525" marT="9525" marB="0" anchor="b"/>
                </a:tc>
                <a:extLst>
                  <a:ext uri="{0D108BD9-81ED-4DB2-BD59-A6C34878D82A}">
                    <a16:rowId xmlns:a16="http://schemas.microsoft.com/office/drawing/2014/main" val="2587014954"/>
                  </a:ext>
                </a:extLst>
              </a:tr>
              <a:tr h="122690">
                <a:tc>
                  <a:txBody>
                    <a:bodyPr/>
                    <a:lstStyle/>
                    <a:p>
                      <a:pPr algn="l" fontAlgn="b"/>
                      <a:r>
                        <a:rPr lang="en-US" sz="800" b="0" i="0" u="none" strike="noStrike">
                          <a:solidFill>
                            <a:srgbClr val="000000"/>
                          </a:solidFill>
                          <a:effectLst/>
                          <a:latin typeface="Arial (body)"/>
                        </a:rPr>
                        <a:t> Bao Jumbo 950x950x1300mm Đai Trắng rPET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39232990</a:t>
                      </a:r>
                    </a:p>
                  </a:txBody>
                  <a:tcPr marL="9525" marR="9525" marT="9525" marB="0" anchor="b"/>
                </a:tc>
                <a:tc>
                  <a:txBody>
                    <a:bodyPr/>
                    <a:lstStyle/>
                    <a:p>
                      <a:pPr algn="ctr" fontAlgn="b"/>
                      <a:r>
                        <a:rPr lang="en-US" sz="800" b="0" i="0" u="none" strike="noStrike" dirty="0">
                          <a:solidFill>
                            <a:srgbClr val="000000"/>
                          </a:solidFill>
                          <a:effectLst/>
                          <a:latin typeface="Arial (body)"/>
                        </a:rPr>
                        <a:t>0.0008695 </a:t>
                      </a:r>
                    </a:p>
                  </a:txBody>
                  <a:tcPr marL="9525" marR="9525" marT="9525" marB="0" anchor="b"/>
                </a:tc>
                <a:extLst>
                  <a:ext uri="{0D108BD9-81ED-4DB2-BD59-A6C34878D82A}">
                    <a16:rowId xmlns:a16="http://schemas.microsoft.com/office/drawing/2014/main" val="939541048"/>
                  </a:ext>
                </a:extLst>
              </a:tr>
              <a:tr h="122690">
                <a:tc>
                  <a:txBody>
                    <a:bodyPr/>
                    <a:lstStyle/>
                    <a:p>
                      <a:pPr algn="l" fontAlgn="b"/>
                      <a:r>
                        <a:rPr lang="vi-VN" sz="800" b="0" i="0" u="none" strike="noStrike">
                          <a:solidFill>
                            <a:srgbClr val="000000"/>
                          </a:solidFill>
                          <a:effectLst/>
                          <a:latin typeface="Arial (body)"/>
                        </a:rPr>
                        <a:t> Bao Jumbo 950x950x1300mm Đai Xanh Xơ Sợi </a:t>
                      </a:r>
                      <a:endParaRPr lang="vi-VN"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39232990</a:t>
                      </a:r>
                    </a:p>
                  </a:txBody>
                  <a:tcPr marL="9525" marR="9525" marT="9525" marB="0" anchor="b"/>
                </a:tc>
                <a:tc>
                  <a:txBody>
                    <a:bodyPr/>
                    <a:lstStyle/>
                    <a:p>
                      <a:pPr algn="ctr" fontAlgn="b"/>
                      <a:r>
                        <a:rPr lang="en-US" sz="800" b="0" i="0" u="none" strike="noStrike" dirty="0">
                          <a:solidFill>
                            <a:srgbClr val="000000"/>
                          </a:solidFill>
                          <a:effectLst/>
                          <a:latin typeface="Arial (body)"/>
                        </a:rPr>
                        <a:t>0.0000377 </a:t>
                      </a:r>
                    </a:p>
                  </a:txBody>
                  <a:tcPr marL="9525" marR="9525" marT="9525" marB="0" anchor="b"/>
                </a:tc>
                <a:extLst>
                  <a:ext uri="{0D108BD9-81ED-4DB2-BD59-A6C34878D82A}">
                    <a16:rowId xmlns:a16="http://schemas.microsoft.com/office/drawing/2014/main" val="1363092180"/>
                  </a:ext>
                </a:extLst>
              </a:tr>
              <a:tr h="122690">
                <a:tc>
                  <a:txBody>
                    <a:bodyPr/>
                    <a:lstStyle/>
                    <a:p>
                      <a:pPr algn="l" fontAlgn="b"/>
                      <a:r>
                        <a:rPr lang="en-US" sz="800" b="0" i="0" u="none" strike="noStrike">
                          <a:solidFill>
                            <a:srgbClr val="000000"/>
                          </a:solidFill>
                          <a:effectLst/>
                          <a:latin typeface="Arial (body)"/>
                        </a:rPr>
                        <a:t> Bao PE 2000x2700x5z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39232990</a:t>
                      </a:r>
                    </a:p>
                  </a:txBody>
                  <a:tcPr marL="9525" marR="9525" marT="9525" marB="0" anchor="b"/>
                </a:tc>
                <a:tc>
                  <a:txBody>
                    <a:bodyPr/>
                    <a:lstStyle/>
                    <a:p>
                      <a:pPr algn="ctr" fontAlgn="b"/>
                      <a:r>
                        <a:rPr lang="en-US" sz="800" b="0" i="0" u="none" strike="noStrike" dirty="0">
                          <a:solidFill>
                            <a:srgbClr val="000000"/>
                          </a:solidFill>
                          <a:effectLst/>
                          <a:latin typeface="Arial (body)"/>
                        </a:rPr>
                        <a:t>0.0000067 </a:t>
                      </a:r>
                    </a:p>
                  </a:txBody>
                  <a:tcPr marL="9525" marR="9525" marT="9525" marB="0" anchor="b"/>
                </a:tc>
                <a:extLst>
                  <a:ext uri="{0D108BD9-81ED-4DB2-BD59-A6C34878D82A}">
                    <a16:rowId xmlns:a16="http://schemas.microsoft.com/office/drawing/2014/main" val="767289803"/>
                  </a:ext>
                </a:extLst>
              </a:tr>
              <a:tr h="122690">
                <a:tc>
                  <a:txBody>
                    <a:bodyPr/>
                    <a:lstStyle/>
                    <a:p>
                      <a:pPr algn="l" fontAlgn="b"/>
                      <a:r>
                        <a:rPr lang="en-US" sz="800" b="0" i="0" u="none" strike="noStrike">
                          <a:solidFill>
                            <a:srgbClr val="000000"/>
                          </a:solidFill>
                          <a:effectLst/>
                          <a:latin typeface="Arial (body)"/>
                        </a:rPr>
                        <a:t> Bao PE lót ngoài 2000x2700x7z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39232990</a:t>
                      </a:r>
                    </a:p>
                  </a:txBody>
                  <a:tcPr marL="9525" marR="9525" marT="9525" marB="0" anchor="b"/>
                </a:tc>
                <a:tc>
                  <a:txBody>
                    <a:bodyPr/>
                    <a:lstStyle/>
                    <a:p>
                      <a:pPr algn="ctr" fontAlgn="b"/>
                      <a:r>
                        <a:rPr lang="en-US" sz="800" b="0" i="0" u="none" strike="noStrike" dirty="0">
                          <a:solidFill>
                            <a:srgbClr val="000000"/>
                          </a:solidFill>
                          <a:effectLst/>
                          <a:latin typeface="Arial (body)"/>
                        </a:rPr>
                        <a:t>0.0000016 </a:t>
                      </a:r>
                    </a:p>
                  </a:txBody>
                  <a:tcPr marL="9525" marR="9525" marT="9525" marB="0" anchor="b"/>
                </a:tc>
                <a:extLst>
                  <a:ext uri="{0D108BD9-81ED-4DB2-BD59-A6C34878D82A}">
                    <a16:rowId xmlns:a16="http://schemas.microsoft.com/office/drawing/2014/main" val="1345458970"/>
                  </a:ext>
                </a:extLst>
              </a:tr>
              <a:tr h="0">
                <a:tc>
                  <a:txBody>
                    <a:bodyPr/>
                    <a:lstStyle/>
                    <a:p>
                      <a:pPr algn="l" fontAlgn="b"/>
                      <a:r>
                        <a:rPr lang="en-US" sz="800" b="0" i="0" u="none" strike="noStrike">
                          <a:solidFill>
                            <a:srgbClr val="000000"/>
                          </a:solidFill>
                          <a:effectLst/>
                          <a:latin typeface="Arial (body)"/>
                        </a:rPr>
                        <a:t> Bao PE 2000x2700x5z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39232990</a:t>
                      </a:r>
                    </a:p>
                  </a:txBody>
                  <a:tcPr marL="9525" marR="9525" marT="9525" marB="0" anchor="b"/>
                </a:tc>
                <a:tc>
                  <a:txBody>
                    <a:bodyPr/>
                    <a:lstStyle/>
                    <a:p>
                      <a:pPr algn="ctr" fontAlgn="b"/>
                      <a:r>
                        <a:rPr lang="en-US" sz="800" b="0" i="0" u="none" strike="noStrike" dirty="0">
                          <a:solidFill>
                            <a:srgbClr val="000000"/>
                          </a:solidFill>
                          <a:effectLst/>
                          <a:latin typeface="Arial (body)"/>
                        </a:rPr>
                        <a:t>0.0000322 </a:t>
                      </a:r>
                    </a:p>
                  </a:txBody>
                  <a:tcPr marL="9525" marR="9525" marT="9525" marB="0" anchor="b"/>
                </a:tc>
                <a:extLst>
                  <a:ext uri="{0D108BD9-81ED-4DB2-BD59-A6C34878D82A}">
                    <a16:rowId xmlns:a16="http://schemas.microsoft.com/office/drawing/2014/main" val="3864773318"/>
                  </a:ext>
                </a:extLst>
              </a:tr>
              <a:tr h="122690">
                <a:tc>
                  <a:txBody>
                    <a:bodyPr/>
                    <a:lstStyle/>
                    <a:p>
                      <a:pPr algn="l" fontAlgn="b"/>
                      <a:r>
                        <a:rPr lang="en-US" sz="800" b="0" i="0" u="none" strike="noStrike">
                          <a:solidFill>
                            <a:srgbClr val="000000"/>
                          </a:solidFill>
                          <a:effectLst/>
                          <a:latin typeface="Arial (body)"/>
                        </a:rPr>
                        <a:t> Phụ gia tăng IV 409, Repi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32061990</a:t>
                      </a:r>
                    </a:p>
                  </a:txBody>
                  <a:tcPr marL="9525" marR="9525" marT="9525" marB="0" anchor="b"/>
                </a:tc>
                <a:tc>
                  <a:txBody>
                    <a:bodyPr/>
                    <a:lstStyle/>
                    <a:p>
                      <a:pPr algn="ctr" fontAlgn="b"/>
                      <a:r>
                        <a:rPr lang="en-US" sz="800" b="0" i="0" u="none" strike="noStrike" dirty="0">
                          <a:solidFill>
                            <a:srgbClr val="000000"/>
                          </a:solidFill>
                          <a:effectLst/>
                          <a:latin typeface="Arial (body)"/>
                        </a:rPr>
                        <a:t>0.0001038 </a:t>
                      </a:r>
                    </a:p>
                  </a:txBody>
                  <a:tcPr marL="9525" marR="9525" marT="9525" marB="0" anchor="b"/>
                </a:tc>
                <a:extLst>
                  <a:ext uri="{0D108BD9-81ED-4DB2-BD59-A6C34878D82A}">
                    <a16:rowId xmlns:a16="http://schemas.microsoft.com/office/drawing/2014/main" val="3880889275"/>
                  </a:ext>
                </a:extLst>
              </a:tr>
              <a:tr h="136182">
                <a:tc>
                  <a:txBody>
                    <a:bodyPr/>
                    <a:lstStyle/>
                    <a:p>
                      <a:pPr algn="l" fontAlgn="b"/>
                      <a:r>
                        <a:rPr lang="en-US" sz="800" b="0" i="0" u="none" strike="noStrike">
                          <a:solidFill>
                            <a:srgbClr val="000000"/>
                          </a:solidFill>
                          <a:effectLst/>
                          <a:latin typeface="Arial (body)"/>
                        </a:rPr>
                        <a:t> Phụ gia lỏng TiO2 Gumi White 2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32061990</a:t>
                      </a:r>
                    </a:p>
                  </a:txBody>
                  <a:tcPr marL="9525" marR="9525" marT="9525" marB="0" anchor="b"/>
                </a:tc>
                <a:tc>
                  <a:txBody>
                    <a:bodyPr/>
                    <a:lstStyle/>
                    <a:p>
                      <a:pPr algn="ctr" fontAlgn="b"/>
                      <a:r>
                        <a:rPr lang="en-US" sz="800" b="0" i="0" u="none" strike="noStrike" dirty="0">
                          <a:solidFill>
                            <a:srgbClr val="000000"/>
                          </a:solidFill>
                          <a:effectLst/>
                          <a:latin typeface="Arial (body)"/>
                        </a:rPr>
                        <a:t>0.0000418 </a:t>
                      </a:r>
                    </a:p>
                  </a:txBody>
                  <a:tcPr marL="9525" marR="9525" marT="9525" marB="0" anchor="b"/>
                </a:tc>
                <a:extLst>
                  <a:ext uri="{0D108BD9-81ED-4DB2-BD59-A6C34878D82A}">
                    <a16:rowId xmlns:a16="http://schemas.microsoft.com/office/drawing/2014/main" val="2196363203"/>
                  </a:ext>
                </a:extLst>
              </a:tr>
              <a:tr h="122690">
                <a:tc>
                  <a:txBody>
                    <a:bodyPr/>
                    <a:lstStyle/>
                    <a:p>
                      <a:pPr algn="l" fontAlgn="b"/>
                      <a:r>
                        <a:rPr lang="en-US" sz="800" b="0" i="0" u="none" strike="noStrike">
                          <a:solidFill>
                            <a:srgbClr val="000000"/>
                          </a:solidFill>
                          <a:effectLst/>
                          <a:latin typeface="Arial (body)"/>
                        </a:rPr>
                        <a:t> Phụ gia lỏng SmartHeat RHC-2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3206199</a:t>
                      </a:r>
                    </a:p>
                  </a:txBody>
                  <a:tcPr marL="9525" marR="9525" marT="9525" marB="0" anchor="b"/>
                </a:tc>
                <a:tc>
                  <a:txBody>
                    <a:bodyPr/>
                    <a:lstStyle/>
                    <a:p>
                      <a:pPr algn="ctr" fontAlgn="b"/>
                      <a:r>
                        <a:rPr lang="en-US" sz="800" b="0" i="0" u="none" strike="noStrike" dirty="0">
                          <a:solidFill>
                            <a:srgbClr val="000000"/>
                          </a:solidFill>
                          <a:effectLst/>
                          <a:latin typeface="Arial (body)"/>
                        </a:rPr>
                        <a:t>0.0000011 </a:t>
                      </a:r>
                    </a:p>
                  </a:txBody>
                  <a:tcPr marL="9525" marR="9525" marT="9525" marB="0" anchor="b"/>
                </a:tc>
                <a:extLst>
                  <a:ext uri="{0D108BD9-81ED-4DB2-BD59-A6C34878D82A}">
                    <a16:rowId xmlns:a16="http://schemas.microsoft.com/office/drawing/2014/main" val="855758211"/>
                  </a:ext>
                </a:extLst>
              </a:tr>
              <a:tr h="122690">
                <a:tc>
                  <a:txBody>
                    <a:bodyPr/>
                    <a:lstStyle/>
                    <a:p>
                      <a:pPr algn="l" fontAlgn="b"/>
                      <a:r>
                        <a:rPr lang="en-US" sz="800" b="0" i="0" u="none" strike="noStrike">
                          <a:solidFill>
                            <a:srgbClr val="000000"/>
                          </a:solidFill>
                          <a:effectLst/>
                          <a:latin typeface="Arial (body)"/>
                        </a:rPr>
                        <a:t> Màu nước Anti Yellow 0090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32049000</a:t>
                      </a:r>
                    </a:p>
                  </a:txBody>
                  <a:tcPr marL="9525" marR="9525" marT="9525" marB="0" anchor="b"/>
                </a:tc>
                <a:tc>
                  <a:txBody>
                    <a:bodyPr/>
                    <a:lstStyle/>
                    <a:p>
                      <a:pPr algn="ctr" fontAlgn="b"/>
                      <a:r>
                        <a:rPr lang="en-US" sz="800" b="0" i="0" u="none" strike="noStrike" dirty="0">
                          <a:solidFill>
                            <a:srgbClr val="000000"/>
                          </a:solidFill>
                          <a:effectLst/>
                          <a:latin typeface="Arial (body)"/>
                        </a:rPr>
                        <a:t>0.0001145 </a:t>
                      </a:r>
                    </a:p>
                  </a:txBody>
                  <a:tcPr marL="9525" marR="9525" marT="9525" marB="0" anchor="b"/>
                </a:tc>
                <a:extLst>
                  <a:ext uri="{0D108BD9-81ED-4DB2-BD59-A6C34878D82A}">
                    <a16:rowId xmlns:a16="http://schemas.microsoft.com/office/drawing/2014/main" val="2984200911"/>
                  </a:ext>
                </a:extLst>
              </a:tr>
              <a:tr h="122690">
                <a:tc>
                  <a:txBody>
                    <a:bodyPr/>
                    <a:lstStyle/>
                    <a:p>
                      <a:pPr algn="l" fontAlgn="b"/>
                      <a:r>
                        <a:rPr lang="en-US" sz="800" b="0" i="0" u="none" strike="noStrike">
                          <a:solidFill>
                            <a:srgbClr val="000000"/>
                          </a:solidFill>
                          <a:effectLst/>
                          <a:latin typeface="Arial (body)"/>
                        </a:rPr>
                        <a:t> Anti-Yellowing 00185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32049000</a:t>
                      </a:r>
                    </a:p>
                  </a:txBody>
                  <a:tcPr marL="9525" marR="9525" marT="9525" marB="0" anchor="b"/>
                </a:tc>
                <a:tc>
                  <a:txBody>
                    <a:bodyPr/>
                    <a:lstStyle/>
                    <a:p>
                      <a:pPr algn="ctr" fontAlgn="b"/>
                      <a:r>
                        <a:rPr lang="en-US" sz="800" b="0" i="0" u="none" strike="noStrike" dirty="0">
                          <a:solidFill>
                            <a:srgbClr val="000000"/>
                          </a:solidFill>
                          <a:effectLst/>
                          <a:latin typeface="Arial (body)"/>
                        </a:rPr>
                        <a:t>0.0000031 </a:t>
                      </a:r>
                    </a:p>
                  </a:txBody>
                  <a:tcPr marL="9525" marR="9525" marT="9525" marB="0" anchor="b"/>
                </a:tc>
                <a:extLst>
                  <a:ext uri="{0D108BD9-81ED-4DB2-BD59-A6C34878D82A}">
                    <a16:rowId xmlns:a16="http://schemas.microsoft.com/office/drawing/2014/main" val="1060375973"/>
                  </a:ext>
                </a:extLst>
              </a:tr>
              <a:tr h="153752">
                <a:tc>
                  <a:txBody>
                    <a:bodyPr/>
                    <a:lstStyle/>
                    <a:p>
                      <a:pPr algn="l" fontAlgn="b"/>
                      <a:r>
                        <a:rPr lang="pt-BR" sz="800" b="0" i="0" u="none" strike="noStrike">
                          <a:solidFill>
                            <a:srgbClr val="000000"/>
                          </a:solidFill>
                          <a:effectLst/>
                          <a:latin typeface="Arial (body)"/>
                        </a:rPr>
                        <a:t> Chất thủy tinh lỏng Na2-SiO3-9H2O </a:t>
                      </a:r>
                      <a:endParaRPr lang="pt-BR"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dirty="0">
                          <a:solidFill>
                            <a:srgbClr val="000000"/>
                          </a:solidFill>
                          <a:effectLst/>
                          <a:latin typeface="Arial (body)"/>
                        </a:rPr>
                        <a:t>28391990</a:t>
                      </a:r>
                    </a:p>
                  </a:txBody>
                  <a:tcPr marL="9525" marR="9525" marT="9525" marB="0" anchor="b"/>
                </a:tc>
                <a:tc>
                  <a:txBody>
                    <a:bodyPr/>
                    <a:lstStyle/>
                    <a:p>
                      <a:pPr algn="ctr" fontAlgn="b"/>
                      <a:r>
                        <a:rPr lang="en-US" sz="800" b="0" i="0" u="none" strike="noStrike" dirty="0">
                          <a:solidFill>
                            <a:srgbClr val="000000"/>
                          </a:solidFill>
                          <a:effectLst/>
                          <a:latin typeface="Arial (body)"/>
                        </a:rPr>
                        <a:t>0.0005688 </a:t>
                      </a:r>
                    </a:p>
                  </a:txBody>
                  <a:tcPr marL="9525" marR="9525" marT="9525" marB="0" anchor="b"/>
                </a:tc>
                <a:extLst>
                  <a:ext uri="{0D108BD9-81ED-4DB2-BD59-A6C34878D82A}">
                    <a16:rowId xmlns:a16="http://schemas.microsoft.com/office/drawing/2014/main" val="649529196"/>
                  </a:ext>
                </a:extLst>
              </a:tr>
              <a:tr h="154028">
                <a:tc>
                  <a:txBody>
                    <a:bodyPr/>
                    <a:lstStyle/>
                    <a:p>
                      <a:pPr algn="l" fontAlgn="b"/>
                      <a:r>
                        <a:rPr lang="en-US" sz="800" b="0" i="0" u="none" strike="noStrike">
                          <a:solidFill>
                            <a:srgbClr val="000000"/>
                          </a:solidFill>
                          <a:effectLst/>
                          <a:latin typeface="Arial (body)"/>
                        </a:rPr>
                        <a:t> Chất phá bọt Antifoam CS04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a:solidFill>
                            <a:srgbClr val="000000"/>
                          </a:solidFill>
                          <a:effectLst/>
                          <a:latin typeface="Arial (body)"/>
                        </a:rPr>
                        <a:t>38249970</a:t>
                      </a:r>
                    </a:p>
                  </a:txBody>
                  <a:tcPr marL="9525" marR="9525" marT="9525" marB="0" anchor="b"/>
                </a:tc>
                <a:tc>
                  <a:txBody>
                    <a:bodyPr/>
                    <a:lstStyle/>
                    <a:p>
                      <a:pPr algn="ctr" fontAlgn="b"/>
                      <a:r>
                        <a:rPr lang="en-US" sz="800" b="0" i="0" u="none" strike="noStrike" dirty="0">
                          <a:solidFill>
                            <a:srgbClr val="000000"/>
                          </a:solidFill>
                          <a:effectLst/>
                          <a:latin typeface="Arial (body)"/>
                        </a:rPr>
                        <a:t>0.0002902 </a:t>
                      </a:r>
                    </a:p>
                  </a:txBody>
                  <a:tcPr marL="9525" marR="9525" marT="9525" marB="0" anchor="b"/>
                </a:tc>
                <a:extLst>
                  <a:ext uri="{0D108BD9-81ED-4DB2-BD59-A6C34878D82A}">
                    <a16:rowId xmlns:a16="http://schemas.microsoft.com/office/drawing/2014/main" val="2798767352"/>
                  </a:ext>
                </a:extLst>
              </a:tr>
              <a:tr h="153752">
                <a:tc>
                  <a:txBody>
                    <a:bodyPr/>
                    <a:lstStyle/>
                    <a:p>
                      <a:pPr algn="l" fontAlgn="b"/>
                      <a:r>
                        <a:rPr lang="en-US" sz="800" b="0" i="0" u="none" strike="noStrike">
                          <a:solidFill>
                            <a:srgbClr val="000000"/>
                          </a:solidFill>
                          <a:effectLst/>
                          <a:latin typeface="Arial (body)"/>
                        </a:rPr>
                        <a:t> Sodium Hydroxide (32%) NaOH </a:t>
                      </a:r>
                      <a:endParaRPr lang="en-US" sz="800" b="0" i="0" u="none" strike="noStrike" dirty="0">
                        <a:solidFill>
                          <a:srgbClr val="000000"/>
                        </a:solidFill>
                        <a:effectLst/>
                        <a:latin typeface="Arial (body)"/>
                      </a:endParaRPr>
                    </a:p>
                  </a:txBody>
                  <a:tcPr marL="9525" marR="9525" marT="9525" marB="0" anchor="b"/>
                </a:tc>
                <a:tc>
                  <a:txBody>
                    <a:bodyPr/>
                    <a:lstStyle/>
                    <a:p>
                      <a:pPr algn="r" fontAlgn="b"/>
                      <a:r>
                        <a:rPr lang="en-US" sz="800" b="0" i="0" u="none" strike="noStrike" dirty="0">
                          <a:solidFill>
                            <a:srgbClr val="000000"/>
                          </a:solidFill>
                          <a:effectLst/>
                          <a:latin typeface="Arial (body)"/>
                        </a:rPr>
                        <a:t>28151100</a:t>
                      </a:r>
                    </a:p>
                  </a:txBody>
                  <a:tcPr marL="9525" marR="9525" marT="9525" marB="0" anchor="b"/>
                </a:tc>
                <a:tc>
                  <a:txBody>
                    <a:bodyPr/>
                    <a:lstStyle/>
                    <a:p>
                      <a:pPr algn="ctr" fontAlgn="b"/>
                      <a:r>
                        <a:rPr lang="en-US" sz="800" b="0" i="0" u="none" strike="noStrike" dirty="0">
                          <a:solidFill>
                            <a:srgbClr val="000000"/>
                          </a:solidFill>
                          <a:effectLst/>
                          <a:latin typeface="Arial (body)"/>
                        </a:rPr>
                        <a:t>0.0049142 </a:t>
                      </a:r>
                    </a:p>
                  </a:txBody>
                  <a:tcPr marL="9525" marR="9525" marT="9525" marB="0" anchor="b"/>
                </a:tc>
                <a:extLst>
                  <a:ext uri="{0D108BD9-81ED-4DB2-BD59-A6C34878D82A}">
                    <a16:rowId xmlns:a16="http://schemas.microsoft.com/office/drawing/2014/main" val="3783983742"/>
                  </a:ext>
                </a:extLst>
              </a:tr>
              <a:tr h="122690">
                <a:tc>
                  <a:txBody>
                    <a:bodyPr/>
                    <a:lstStyle/>
                    <a:p>
                      <a:pPr marL="0" marR="0">
                        <a:lnSpc>
                          <a:spcPct val="130000"/>
                        </a:lnSpc>
                        <a:spcBef>
                          <a:spcPts val="0"/>
                        </a:spcBef>
                        <a:spcAft>
                          <a:spcPts val="0"/>
                        </a:spcAft>
                      </a:pPr>
                      <a:r>
                        <a:rPr lang="en-US" sz="800">
                          <a:effectLst/>
                        </a:rPr>
                        <a:t>Điện (</a:t>
                      </a:r>
                      <a:r>
                        <a:rPr lang="en-US" sz="800" dirty="0" err="1">
                          <a:effectLst/>
                        </a:rPr>
                        <a:t>KwH</a:t>
                      </a:r>
                      <a:r>
                        <a:rPr lang="en-US" sz="800" dirty="0">
                          <a:effectLst/>
                        </a:rPr>
                        <a:t>)</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gn="ctr">
                        <a:lnSpc>
                          <a:spcPct val="130000"/>
                        </a:lnSpc>
                        <a:spcBef>
                          <a:spcPts val="0"/>
                        </a:spcBef>
                        <a:spcAft>
                          <a:spcPts val="0"/>
                        </a:spcAft>
                      </a:pPr>
                      <a:r>
                        <a:rPr lang="en-US" sz="800" dirty="0">
                          <a:effectLst/>
                        </a:rPr>
                        <a:t>0.5498817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441546168"/>
                  </a:ext>
                </a:extLst>
              </a:tr>
              <a:tr h="122690">
                <a:tc>
                  <a:txBody>
                    <a:bodyPr/>
                    <a:lstStyle/>
                    <a:p>
                      <a:pPr marL="0" marR="0">
                        <a:lnSpc>
                          <a:spcPct val="130000"/>
                        </a:lnSpc>
                        <a:spcBef>
                          <a:spcPts val="0"/>
                        </a:spcBef>
                        <a:spcAft>
                          <a:spcPts val="0"/>
                        </a:spcAft>
                      </a:pPr>
                      <a:r>
                        <a:rPr lang="en-US" sz="800">
                          <a:effectLst/>
                        </a:rPr>
                        <a:t>Nước (</a:t>
                      </a:r>
                      <a:r>
                        <a:rPr lang="en-US" sz="800" dirty="0">
                          <a:effectLst/>
                        </a:rPr>
                        <a:t>M3)</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gn="ctr">
                        <a:lnSpc>
                          <a:spcPct val="130000"/>
                        </a:lnSpc>
                        <a:spcBef>
                          <a:spcPts val="0"/>
                        </a:spcBef>
                        <a:spcAft>
                          <a:spcPts val="0"/>
                        </a:spcAft>
                      </a:pPr>
                      <a:r>
                        <a:rPr lang="en-US" sz="800" dirty="0">
                          <a:effectLst/>
                        </a:rPr>
                        <a:t>0.0038321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21984428"/>
                  </a:ext>
                </a:extLst>
              </a:tr>
              <a:tr h="0">
                <a:tc>
                  <a:txBody>
                    <a:bodyPr/>
                    <a:lstStyle/>
                    <a:p>
                      <a:pPr marL="0" marR="0">
                        <a:lnSpc>
                          <a:spcPct val="130000"/>
                        </a:lnSpc>
                        <a:spcBef>
                          <a:spcPts val="0"/>
                        </a:spcBef>
                        <a:spcAft>
                          <a:spcPts val="0"/>
                        </a:spcAft>
                      </a:pPr>
                      <a:r>
                        <a:rPr lang="en-US" sz="800">
                          <a:effectLst/>
                        </a:rPr>
                        <a:t>Giờ công lao động (</a:t>
                      </a:r>
                      <a:r>
                        <a:rPr lang="en-US" sz="800" dirty="0">
                          <a:effectLst/>
                        </a:rPr>
                        <a:t>H)</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gn="ctr">
                        <a:lnSpc>
                          <a:spcPct val="130000"/>
                        </a:lnSpc>
                        <a:spcBef>
                          <a:spcPts val="0"/>
                        </a:spcBef>
                        <a:spcAft>
                          <a:spcPts val="0"/>
                        </a:spcAft>
                      </a:pPr>
                      <a:r>
                        <a:rPr lang="en-US" sz="800" dirty="0">
                          <a:effectLst/>
                        </a:rPr>
                        <a:t>0.0093892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1928996138"/>
                  </a:ext>
                </a:extLst>
              </a:tr>
            </a:tbl>
          </a:graphicData>
        </a:graphic>
      </p:graphicFrame>
    </p:spTree>
    <p:extLst>
      <p:ext uri="{BB962C8B-B14F-4D97-AF65-F5344CB8AC3E}">
        <p14:creationId xmlns:p14="http://schemas.microsoft.com/office/powerpoint/2010/main" val="193069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56634D92-DDA9-449E-9A4A-DA4A58A137F2}"/>
              </a:ext>
            </a:extLst>
          </p:cNvPr>
          <p:cNvSpPr/>
          <p:nvPr/>
        </p:nvSpPr>
        <p:spPr>
          <a:xfrm>
            <a:off x="588734" y="230783"/>
            <a:ext cx="1230541" cy="117891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b="1" dirty="0">
                <a:solidFill>
                  <a:schemeClr val="bg1"/>
                </a:solidFill>
              </a:rPr>
              <a:t>04</a:t>
            </a:r>
            <a:endParaRPr lang="ko-KR" altLang="en-US" sz="3200" b="1" dirty="0">
              <a:solidFill>
                <a:schemeClr val="bg1"/>
              </a:solidFill>
            </a:endParaRPr>
          </a:p>
        </p:txBody>
      </p:sp>
      <p:sp>
        <p:nvSpPr>
          <p:cNvPr id="13" name="Text Placeholder 10">
            <a:extLst>
              <a:ext uri="{FF2B5EF4-FFF2-40B4-BE49-F238E27FC236}">
                <a16:creationId xmlns:a16="http://schemas.microsoft.com/office/drawing/2014/main" id="{6D5C7914-E3C7-4A19-8993-19344F9A2F93}"/>
              </a:ext>
            </a:extLst>
          </p:cNvPr>
          <p:cNvSpPr txBox="1">
            <a:spLocks/>
          </p:cNvSpPr>
          <p:nvPr/>
        </p:nvSpPr>
        <p:spPr>
          <a:xfrm>
            <a:off x="1979861" y="223661"/>
            <a:ext cx="7185041"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en-US" altLang="ko-KR" sz="3400" b="1">
                <a:solidFill>
                  <a:schemeClr val="tx1">
                    <a:lumMod val="75000"/>
                    <a:lumOff val="25000"/>
                  </a:schemeClr>
                </a:solidFill>
                <a:latin typeface="+mj-lt"/>
                <a:cs typeface="Arial" pitchFamily="34" charset="0"/>
              </a:rPr>
              <a:t>TÌM KIẾM GIÁ TRỊ THAY THẾ</a:t>
            </a:r>
            <a:endParaRPr lang="en-US" altLang="ko-KR" sz="3400" b="1" dirty="0">
              <a:solidFill>
                <a:schemeClr val="tx1">
                  <a:lumMod val="75000"/>
                  <a:lumOff val="25000"/>
                </a:schemeClr>
              </a:solidFill>
              <a:latin typeface="+mj-lt"/>
              <a:cs typeface="Arial" pitchFamily="34" charset="0"/>
            </a:endParaRPr>
          </a:p>
        </p:txBody>
      </p:sp>
      <p:sp>
        <p:nvSpPr>
          <p:cNvPr id="26" name="TextBox 25">
            <a:extLst>
              <a:ext uri="{FF2B5EF4-FFF2-40B4-BE49-F238E27FC236}">
                <a16:creationId xmlns:a16="http://schemas.microsoft.com/office/drawing/2014/main" id="{7A473C82-A474-48CB-88F5-765598187F6A}"/>
              </a:ext>
            </a:extLst>
          </p:cNvPr>
          <p:cNvSpPr txBox="1"/>
          <p:nvPr/>
        </p:nvSpPr>
        <p:spPr>
          <a:xfrm>
            <a:off x="588734" y="2214710"/>
            <a:ext cx="756972" cy="707886"/>
          </a:xfrm>
          <a:prstGeom prst="rect">
            <a:avLst/>
          </a:prstGeom>
          <a:noFill/>
        </p:spPr>
        <p:txBody>
          <a:bodyPr wrap="square" rtlCol="0">
            <a:spAutoFit/>
          </a:bodyPr>
          <a:lstStyle/>
          <a:p>
            <a:pPr algn="ctr"/>
            <a:r>
              <a:rPr lang="en-US" altLang="ko-KR" sz="4000" b="1" dirty="0">
                <a:solidFill>
                  <a:schemeClr val="bg1">
                    <a:lumMod val="50000"/>
                  </a:schemeClr>
                </a:solidFill>
                <a:cs typeface="Arial" pitchFamily="34" charset="0"/>
              </a:rPr>
              <a:t>01</a:t>
            </a:r>
            <a:endParaRPr lang="ko-KR" altLang="en-US" sz="4000" b="1" dirty="0">
              <a:solidFill>
                <a:schemeClr val="bg1">
                  <a:lumMod val="50000"/>
                </a:schemeClr>
              </a:solidFill>
              <a:cs typeface="Arial" pitchFamily="34" charset="0"/>
            </a:endParaRPr>
          </a:p>
        </p:txBody>
      </p:sp>
      <p:sp>
        <p:nvSpPr>
          <p:cNvPr id="28" name="TextBox 27">
            <a:extLst>
              <a:ext uri="{FF2B5EF4-FFF2-40B4-BE49-F238E27FC236}">
                <a16:creationId xmlns:a16="http://schemas.microsoft.com/office/drawing/2014/main" id="{AC848077-AD06-4E65-A747-5C908650717C}"/>
              </a:ext>
            </a:extLst>
          </p:cNvPr>
          <p:cNvSpPr txBox="1"/>
          <p:nvPr/>
        </p:nvSpPr>
        <p:spPr>
          <a:xfrm>
            <a:off x="1458114" y="2271940"/>
            <a:ext cx="5342736" cy="584775"/>
          </a:xfrm>
          <a:prstGeom prst="rect">
            <a:avLst/>
          </a:prstGeom>
          <a:noFill/>
        </p:spPr>
        <p:txBody>
          <a:bodyPr wrap="square" rtlCol="0">
            <a:spAutoFit/>
          </a:bodyPr>
          <a:lstStyle/>
          <a:p>
            <a:r>
              <a:rPr lang="en-US" sz="1600">
                <a:effectLst/>
                <a:latin typeface="Aptos" panose="020B0004020202020204" pitchFamily="34" charset="0"/>
                <a:ea typeface="Calibri" panose="020F0502020204030204" pitchFamily="34" charset="0"/>
                <a:cs typeface="Calibri" panose="020F0502020204030204" pitchFamily="34" charset="0"/>
              </a:rPr>
              <a:t>Q</a:t>
            </a:r>
            <a:r>
              <a:rPr lang="vi-VN" sz="1600">
                <a:effectLst/>
                <a:latin typeface="Aptos" panose="020B0004020202020204" pitchFamily="34" charset="0"/>
                <a:ea typeface="Calibri" panose="020F0502020204030204" pitchFamily="34" charset="0"/>
                <a:cs typeface="Calibri" panose="020F0502020204030204" pitchFamily="34" charset="0"/>
              </a:rPr>
              <a:t>uốc gia có nền kinh tế thị trường được Mỹ công nhận và có trình độ phát triển kinh tế tương đồng so với Việt Nam</a:t>
            </a:r>
            <a:endParaRPr lang="ko-KR" altLang="en-US" sz="1600" dirty="0">
              <a:solidFill>
                <a:schemeClr val="tx1">
                  <a:lumMod val="75000"/>
                  <a:lumOff val="25000"/>
                </a:schemeClr>
              </a:solidFill>
              <a:cs typeface="Arial" pitchFamily="34" charset="0"/>
            </a:endParaRPr>
          </a:p>
        </p:txBody>
      </p:sp>
      <p:sp>
        <p:nvSpPr>
          <p:cNvPr id="30" name="TextBox 29">
            <a:extLst>
              <a:ext uri="{FF2B5EF4-FFF2-40B4-BE49-F238E27FC236}">
                <a16:creationId xmlns:a16="http://schemas.microsoft.com/office/drawing/2014/main" id="{587CC1FD-DD26-4AE0-A2EC-724AD4DF6F47}"/>
              </a:ext>
            </a:extLst>
          </p:cNvPr>
          <p:cNvSpPr txBox="1"/>
          <p:nvPr/>
        </p:nvSpPr>
        <p:spPr>
          <a:xfrm>
            <a:off x="588734" y="3139944"/>
            <a:ext cx="756972" cy="707886"/>
          </a:xfrm>
          <a:prstGeom prst="rect">
            <a:avLst/>
          </a:prstGeom>
          <a:noFill/>
        </p:spPr>
        <p:txBody>
          <a:bodyPr wrap="square" rtlCol="0">
            <a:spAutoFit/>
          </a:bodyPr>
          <a:lstStyle/>
          <a:p>
            <a:pPr algn="ctr"/>
            <a:r>
              <a:rPr lang="en-US" altLang="ko-KR" sz="4000" b="1" dirty="0">
                <a:solidFill>
                  <a:srgbClr val="002060"/>
                </a:solidFill>
                <a:cs typeface="Arial" pitchFamily="34" charset="0"/>
              </a:rPr>
              <a:t>02</a:t>
            </a:r>
            <a:endParaRPr lang="ko-KR" altLang="en-US" sz="4000" b="1" dirty="0">
              <a:solidFill>
                <a:srgbClr val="002060"/>
              </a:solidFill>
              <a:cs typeface="Arial" pitchFamily="34" charset="0"/>
            </a:endParaRPr>
          </a:p>
        </p:txBody>
      </p:sp>
      <p:sp>
        <p:nvSpPr>
          <p:cNvPr id="34" name="TextBox 33">
            <a:extLst>
              <a:ext uri="{FF2B5EF4-FFF2-40B4-BE49-F238E27FC236}">
                <a16:creationId xmlns:a16="http://schemas.microsoft.com/office/drawing/2014/main" id="{000FF972-97C9-4E05-AFA7-989CDF012A89}"/>
              </a:ext>
            </a:extLst>
          </p:cNvPr>
          <p:cNvSpPr txBox="1"/>
          <p:nvPr/>
        </p:nvSpPr>
        <p:spPr>
          <a:xfrm>
            <a:off x="588734" y="4065178"/>
            <a:ext cx="756972" cy="707886"/>
          </a:xfrm>
          <a:prstGeom prst="rect">
            <a:avLst/>
          </a:prstGeom>
          <a:noFill/>
        </p:spPr>
        <p:txBody>
          <a:bodyPr wrap="square" rtlCol="0">
            <a:spAutoFit/>
          </a:bodyPr>
          <a:lstStyle/>
          <a:p>
            <a:pPr algn="ctr"/>
            <a:r>
              <a:rPr lang="en-US" altLang="ko-KR" sz="4000" b="1" dirty="0">
                <a:solidFill>
                  <a:schemeClr val="bg1">
                    <a:lumMod val="50000"/>
                  </a:schemeClr>
                </a:solidFill>
                <a:cs typeface="Arial" pitchFamily="34" charset="0"/>
              </a:rPr>
              <a:t>03</a:t>
            </a:r>
            <a:endParaRPr lang="ko-KR" altLang="en-US" sz="4000" b="1" dirty="0">
              <a:solidFill>
                <a:schemeClr val="bg1">
                  <a:lumMod val="50000"/>
                </a:schemeClr>
              </a:solidFill>
              <a:cs typeface="Arial" pitchFamily="34" charset="0"/>
            </a:endParaRPr>
          </a:p>
        </p:txBody>
      </p:sp>
      <p:sp>
        <p:nvSpPr>
          <p:cNvPr id="36" name="TextBox 35">
            <a:extLst>
              <a:ext uri="{FF2B5EF4-FFF2-40B4-BE49-F238E27FC236}">
                <a16:creationId xmlns:a16="http://schemas.microsoft.com/office/drawing/2014/main" id="{D5EBB632-B4D9-4F62-A78E-5CB3FABEF678}"/>
              </a:ext>
            </a:extLst>
          </p:cNvPr>
          <p:cNvSpPr txBox="1"/>
          <p:nvPr/>
        </p:nvSpPr>
        <p:spPr>
          <a:xfrm>
            <a:off x="1458114" y="4065178"/>
            <a:ext cx="4780761" cy="708720"/>
          </a:xfrm>
          <a:prstGeom prst="rect">
            <a:avLst/>
          </a:prstGeom>
          <a:noFill/>
        </p:spPr>
        <p:txBody>
          <a:bodyPr wrap="square" rtlCol="0">
            <a:spAutoFit/>
          </a:bodyPr>
          <a:lstStyle/>
          <a:p>
            <a:pPr marR="0" lvl="0" algn="just">
              <a:lnSpc>
                <a:spcPct val="130000"/>
              </a:lnSpc>
              <a:spcBef>
                <a:spcPts val="0"/>
              </a:spcBef>
              <a:spcAft>
                <a:spcPts val="800"/>
              </a:spcAft>
              <a:buSzPts val="1200"/>
            </a:pPr>
            <a:r>
              <a:rPr lang="vi-VN" sz="1600">
                <a:effectLst/>
                <a:latin typeface="Aptos" panose="020B0004020202020204" pitchFamily="34" charset="0"/>
                <a:ea typeface="Calibri" panose="020F0502020204030204" pitchFamily="34" charset="0"/>
                <a:cs typeface="Calibri" panose="020F0502020204030204" pitchFamily="34" charset="0"/>
              </a:rPr>
              <a:t>Quốc gia đó phải có nguồn dữ liệu về giá trị thay thế sẵn có và đáng tin cậy</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 Placeholder 10">
            <a:extLst>
              <a:ext uri="{FF2B5EF4-FFF2-40B4-BE49-F238E27FC236}">
                <a16:creationId xmlns:a16="http://schemas.microsoft.com/office/drawing/2014/main" id="{1C41B367-09F8-B14E-26D3-469F3C158AC3}"/>
              </a:ext>
            </a:extLst>
          </p:cNvPr>
          <p:cNvSpPr txBox="1">
            <a:spLocks/>
          </p:cNvSpPr>
          <p:nvPr/>
        </p:nvSpPr>
        <p:spPr>
          <a:xfrm>
            <a:off x="2058979" y="838588"/>
            <a:ext cx="6932621"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en-US" sz="1600">
                <a:solidFill>
                  <a:srgbClr val="002060"/>
                </a:solidFill>
                <a:effectLst/>
                <a:latin typeface="Aptos" panose="020B0004020202020204" pitchFamily="34" charset="0"/>
                <a:ea typeface="Calibri" panose="020F0502020204030204" pitchFamily="34" charset="0"/>
                <a:cs typeface="Calibri" panose="020F0502020204030204" pitchFamily="34" charset="0"/>
              </a:rPr>
              <a:t>T</a:t>
            </a:r>
            <a:r>
              <a:rPr lang="vi-VN" sz="1600">
                <a:solidFill>
                  <a:srgbClr val="002060"/>
                </a:solidFill>
                <a:effectLst/>
                <a:latin typeface="Aptos" panose="020B0004020202020204" pitchFamily="34" charset="0"/>
                <a:ea typeface="Calibri" panose="020F0502020204030204" pitchFamily="34" charset="0"/>
                <a:cs typeface="Calibri" panose="020F0502020204030204" pitchFamily="34" charset="0"/>
              </a:rPr>
              <a:t>ất cả các đơn giá của các yếu tố sản xuất </a:t>
            </a:r>
            <a:r>
              <a:rPr lang="en-US" sz="1600">
                <a:solidFill>
                  <a:srgbClr val="002060"/>
                </a:solidFill>
                <a:effectLst/>
                <a:latin typeface="Aptos" panose="020B0004020202020204" pitchFamily="34" charset="0"/>
                <a:ea typeface="Calibri" panose="020F0502020204030204" pitchFamily="34" charset="0"/>
                <a:cs typeface="Calibri" panose="020F0502020204030204" pitchFamily="34" charset="0"/>
              </a:rPr>
              <a:t>(FOP) </a:t>
            </a:r>
            <a:r>
              <a:rPr lang="vi-VN" sz="1600">
                <a:solidFill>
                  <a:srgbClr val="002060"/>
                </a:solidFill>
                <a:effectLst/>
                <a:latin typeface="Aptos" panose="020B0004020202020204" pitchFamily="34" charset="0"/>
                <a:ea typeface="Calibri" panose="020F0502020204030204" pitchFamily="34" charset="0"/>
                <a:cs typeface="Calibri" panose="020F0502020204030204" pitchFamily="34" charset="0"/>
              </a:rPr>
              <a:t>tại Mục C sẽ được lấy từ một quốc gia thay thế khác đạt đủ ba điều kiện sau</a:t>
            </a:r>
            <a:r>
              <a:rPr lang="en-US" sz="1600" dirty="0">
                <a:solidFill>
                  <a:srgbClr val="002060"/>
                </a:solidFill>
                <a:effectLst/>
                <a:latin typeface="Aptos" panose="020B0004020202020204" pitchFamily="34" charset="0"/>
                <a:ea typeface="Calibri" panose="020F0502020204030204" pitchFamily="34" charset="0"/>
                <a:cs typeface="Calibri" panose="020F0502020204030204" pitchFamily="34" charset="0"/>
              </a:rPr>
              <a:t>:</a:t>
            </a:r>
            <a:endParaRPr lang="en-US" altLang="ko-KR" sz="1600" b="1" dirty="0">
              <a:solidFill>
                <a:srgbClr val="002060"/>
              </a:solidFill>
              <a:latin typeface="+mj-lt"/>
              <a:cs typeface="Arial" pitchFamily="34" charset="0"/>
            </a:endParaRPr>
          </a:p>
        </p:txBody>
      </p:sp>
      <p:sp>
        <p:nvSpPr>
          <p:cNvPr id="4" name="TextBox 3">
            <a:extLst>
              <a:ext uri="{FF2B5EF4-FFF2-40B4-BE49-F238E27FC236}">
                <a16:creationId xmlns:a16="http://schemas.microsoft.com/office/drawing/2014/main" id="{B14DFF3C-05AA-64E6-928D-BDD6CB8CBAED}"/>
              </a:ext>
            </a:extLst>
          </p:cNvPr>
          <p:cNvSpPr txBox="1"/>
          <p:nvPr/>
        </p:nvSpPr>
        <p:spPr>
          <a:xfrm>
            <a:off x="1458114" y="3139110"/>
            <a:ext cx="4780761" cy="708720"/>
          </a:xfrm>
          <a:prstGeom prst="rect">
            <a:avLst/>
          </a:prstGeom>
          <a:noFill/>
        </p:spPr>
        <p:txBody>
          <a:bodyPr wrap="square" rtlCol="0">
            <a:spAutoFit/>
          </a:bodyPr>
          <a:lstStyle/>
          <a:p>
            <a:pPr marR="0" lvl="0" algn="just">
              <a:lnSpc>
                <a:spcPct val="130000"/>
              </a:lnSpc>
              <a:spcBef>
                <a:spcPts val="0"/>
              </a:spcBef>
              <a:spcAft>
                <a:spcPts val="800"/>
              </a:spcAft>
              <a:buSzPts val="1200"/>
            </a:pPr>
            <a:r>
              <a:rPr lang="vi-VN" sz="1600">
                <a:effectLst/>
                <a:latin typeface="Aptos" panose="020B0004020202020204" pitchFamily="34" charset="0"/>
                <a:ea typeface="Calibri" panose="020F0502020204030204" pitchFamily="34" charset="0"/>
                <a:cs typeface="Calibri" panose="020F0502020204030204" pitchFamily="34" charset="0"/>
              </a:rPr>
              <a:t>Quốc gia đó phải là một nền sản xuất lớn sản phẩm bị điều tra</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AAAB2E9E-0066-6BCE-535D-0856BEF4A58E}"/>
              </a:ext>
            </a:extLst>
          </p:cNvPr>
          <p:cNvGraphicFramePr>
            <a:graphicFrameLocks noGrp="1"/>
          </p:cNvGraphicFramePr>
          <p:nvPr>
            <p:extLst>
              <p:ext uri="{D42A27DB-BD31-4B8C-83A1-F6EECF244321}">
                <p14:modId xmlns:p14="http://schemas.microsoft.com/office/powerpoint/2010/main" val="317073793"/>
              </p:ext>
            </p:extLst>
          </p:nvPr>
        </p:nvGraphicFramePr>
        <p:xfrm>
          <a:off x="6715125" y="1998724"/>
          <a:ext cx="5210175" cy="2860552"/>
        </p:xfrm>
        <a:graphic>
          <a:graphicData uri="http://schemas.openxmlformats.org/drawingml/2006/table">
            <a:tbl>
              <a:tblPr firstRow="1" firstCol="1" bandRow="1">
                <a:tableStyleId>{073A0DAA-6AF3-43AB-8588-CEC1D06C72B9}</a:tableStyleId>
              </a:tblPr>
              <a:tblGrid>
                <a:gridCol w="1598479">
                  <a:extLst>
                    <a:ext uri="{9D8B030D-6E8A-4147-A177-3AD203B41FA5}">
                      <a16:colId xmlns:a16="http://schemas.microsoft.com/office/drawing/2014/main" val="3561830455"/>
                    </a:ext>
                  </a:extLst>
                </a:gridCol>
                <a:gridCol w="1888596">
                  <a:extLst>
                    <a:ext uri="{9D8B030D-6E8A-4147-A177-3AD203B41FA5}">
                      <a16:colId xmlns:a16="http://schemas.microsoft.com/office/drawing/2014/main" val="3717344173"/>
                    </a:ext>
                  </a:extLst>
                </a:gridCol>
                <a:gridCol w="1723100">
                  <a:extLst>
                    <a:ext uri="{9D8B030D-6E8A-4147-A177-3AD203B41FA5}">
                      <a16:colId xmlns:a16="http://schemas.microsoft.com/office/drawing/2014/main" val="743501024"/>
                    </a:ext>
                  </a:extLst>
                </a:gridCol>
              </a:tblGrid>
              <a:tr h="190500">
                <a:tc>
                  <a:txBody>
                    <a:bodyPr/>
                    <a:lstStyle/>
                    <a:p>
                      <a:pPr marL="0" marR="0" algn="ctr">
                        <a:lnSpc>
                          <a:spcPct val="130000"/>
                        </a:lnSpc>
                        <a:spcBef>
                          <a:spcPts val="0"/>
                        </a:spcBef>
                        <a:spcAft>
                          <a:spcPts val="0"/>
                        </a:spcAft>
                      </a:pPr>
                      <a:r>
                        <a:rPr lang="en-US" sz="1400">
                          <a:effectLst/>
                        </a:rPr>
                        <a:t>Quốc gia</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30000"/>
                        </a:lnSpc>
                        <a:spcBef>
                          <a:spcPts val="0"/>
                        </a:spcBef>
                        <a:spcAft>
                          <a:spcPts val="0"/>
                        </a:spcAft>
                      </a:pPr>
                      <a:r>
                        <a:rPr lang="en-US" sz="1400">
                          <a:effectLst/>
                        </a:rPr>
                        <a:t>Lượng xuất khẩu sản phẩm PET (T7/2023 – T6/2024) (</a:t>
                      </a:r>
                      <a:r>
                        <a:rPr lang="en-US" sz="1400" dirty="0" err="1">
                          <a:effectLst/>
                        </a:rPr>
                        <a:t>Tấn</a:t>
                      </a:r>
                      <a:r>
                        <a:rPr lang="en-US" sz="1400" dirty="0">
                          <a:effectLst/>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30000"/>
                        </a:lnSpc>
                        <a:spcBef>
                          <a:spcPts val="0"/>
                        </a:spcBef>
                        <a:spcAft>
                          <a:spcPts val="0"/>
                        </a:spcAft>
                      </a:pPr>
                      <a:r>
                        <a:rPr lang="en-US" sz="1400">
                          <a:effectLst/>
                        </a:rPr>
                        <a:t>GNI (</a:t>
                      </a:r>
                      <a:r>
                        <a:rPr lang="en-US" sz="1400" dirty="0">
                          <a:effectLst/>
                        </a:rPr>
                        <a:t>USD)</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14527002"/>
                  </a:ext>
                </a:extLst>
              </a:tr>
              <a:tr h="190500">
                <a:tc>
                  <a:txBody>
                    <a:bodyPr/>
                    <a:lstStyle/>
                    <a:p>
                      <a:pPr marL="0" marR="0">
                        <a:lnSpc>
                          <a:spcPct val="130000"/>
                        </a:lnSpc>
                        <a:spcBef>
                          <a:spcPts val="0"/>
                        </a:spcBef>
                        <a:spcAft>
                          <a:spcPts val="0"/>
                        </a:spcAft>
                      </a:pPr>
                      <a:r>
                        <a:rPr lang="en-US" sz="1400">
                          <a:effectLst/>
                        </a:rPr>
                        <a:t>Mexico</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695,311</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$10,820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815372561"/>
                  </a:ext>
                </a:extLst>
              </a:tr>
              <a:tr h="190500">
                <a:tc>
                  <a:txBody>
                    <a:bodyPr/>
                    <a:lstStyle/>
                    <a:p>
                      <a:pPr marL="0" marR="0">
                        <a:lnSpc>
                          <a:spcPct val="130000"/>
                        </a:lnSpc>
                        <a:spcBef>
                          <a:spcPts val="0"/>
                        </a:spcBef>
                        <a:spcAft>
                          <a:spcPts val="0"/>
                        </a:spcAft>
                      </a:pPr>
                      <a:r>
                        <a:rPr lang="en-US" sz="1400">
                          <a:effectLst/>
                        </a:rPr>
                        <a:t>Thailand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2,365,823</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$7,230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334278724"/>
                  </a:ext>
                </a:extLst>
              </a:tr>
              <a:tr h="190500">
                <a:tc>
                  <a:txBody>
                    <a:bodyPr/>
                    <a:lstStyle/>
                    <a:p>
                      <a:pPr marL="0" marR="0">
                        <a:lnSpc>
                          <a:spcPct val="130000"/>
                        </a:lnSpc>
                        <a:spcBef>
                          <a:spcPts val="0"/>
                        </a:spcBef>
                        <a:spcAft>
                          <a:spcPts val="0"/>
                        </a:spcAft>
                      </a:pPr>
                      <a:r>
                        <a:rPr lang="en-US" sz="1400">
                          <a:effectLst/>
                        </a:rPr>
                        <a:t>Colombia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a:effectLst/>
                        </a:rPr>
                        <a:t>80,889</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a:effectLst/>
                        </a:rPr>
                        <a:t>$6,500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695522564"/>
                  </a:ext>
                </a:extLst>
              </a:tr>
              <a:tr h="190500">
                <a:tc>
                  <a:txBody>
                    <a:bodyPr/>
                    <a:lstStyle/>
                    <a:p>
                      <a:pPr marL="0" marR="0">
                        <a:lnSpc>
                          <a:spcPct val="130000"/>
                        </a:lnSpc>
                        <a:spcBef>
                          <a:spcPts val="0"/>
                        </a:spcBef>
                        <a:spcAft>
                          <a:spcPts val="0"/>
                        </a:spcAft>
                      </a:pPr>
                      <a:r>
                        <a:rPr lang="en-US" sz="1400" dirty="0">
                          <a:effectLst/>
                        </a:rPr>
                        <a:t>Indonesia</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286,712</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$4,580</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615225779"/>
                  </a:ext>
                </a:extLst>
              </a:tr>
              <a:tr h="190500">
                <a:tc>
                  <a:txBody>
                    <a:bodyPr/>
                    <a:lstStyle/>
                    <a:p>
                      <a:pPr marL="0" marR="0">
                        <a:lnSpc>
                          <a:spcPct val="130000"/>
                        </a:lnSpc>
                        <a:spcBef>
                          <a:spcPts val="0"/>
                        </a:spcBef>
                        <a:spcAft>
                          <a:spcPts val="0"/>
                        </a:spcAft>
                      </a:pPr>
                      <a:r>
                        <a:rPr lang="en-US" sz="1400">
                          <a:effectLst/>
                        </a:rPr>
                        <a:t>Egypt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453,422</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$4,100</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65576688"/>
                  </a:ext>
                </a:extLst>
              </a:tr>
              <a:tr h="190500">
                <a:tc>
                  <a:txBody>
                    <a:bodyPr/>
                    <a:lstStyle/>
                    <a:p>
                      <a:pPr marL="0" marR="0">
                        <a:lnSpc>
                          <a:spcPct val="130000"/>
                        </a:lnSpc>
                        <a:spcBef>
                          <a:spcPts val="0"/>
                        </a:spcBef>
                        <a:spcAft>
                          <a:spcPts val="0"/>
                        </a:spcAft>
                      </a:pPr>
                      <a:r>
                        <a:rPr lang="en-US" sz="1400">
                          <a:effectLst/>
                        </a:rPr>
                        <a:t>Việt Nam</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920,122</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$4,010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4085785042"/>
                  </a:ext>
                </a:extLst>
              </a:tr>
              <a:tr h="190500">
                <a:tc>
                  <a:txBody>
                    <a:bodyPr/>
                    <a:lstStyle/>
                    <a:p>
                      <a:pPr marL="0" marR="0">
                        <a:lnSpc>
                          <a:spcPct val="130000"/>
                        </a:lnSpc>
                        <a:spcBef>
                          <a:spcPts val="0"/>
                        </a:spcBef>
                        <a:spcAft>
                          <a:spcPts val="0"/>
                        </a:spcAft>
                      </a:pPr>
                      <a:r>
                        <a:rPr lang="en-US" sz="1400">
                          <a:effectLst/>
                        </a:rPr>
                        <a:t>Philippines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a:effectLst/>
                        </a:rPr>
                        <a:t>19,705</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$3,950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131481187"/>
                  </a:ext>
                </a:extLst>
              </a:tr>
            </a:tbl>
          </a:graphicData>
        </a:graphic>
      </p:graphicFrame>
    </p:spTree>
    <p:extLst>
      <p:ext uri="{BB962C8B-B14F-4D97-AF65-F5344CB8AC3E}">
        <p14:creationId xmlns:p14="http://schemas.microsoft.com/office/powerpoint/2010/main" val="746040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1">
            <a:extLst>
              <a:ext uri="{FF2B5EF4-FFF2-40B4-BE49-F238E27FC236}">
                <a16:creationId xmlns:a16="http://schemas.microsoft.com/office/drawing/2014/main" id="{9FEEE215-2C15-4E49-A9E1-0606AF63EE68}"/>
              </a:ext>
            </a:extLst>
          </p:cNvPr>
          <p:cNvSpPr txBox="1">
            <a:spLocks/>
          </p:cNvSpPr>
          <p:nvPr/>
        </p:nvSpPr>
        <p:spPr>
          <a:xfrm>
            <a:off x="585583" y="659736"/>
            <a:ext cx="11429366" cy="626139"/>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a:solidFill>
                  <a:schemeClr val="bg1"/>
                </a:solidFill>
              </a:rPr>
              <a:t>5. </a:t>
            </a:r>
            <a:r>
              <a:rPr lang="en-US" sz="4000" b="1" kern="1200">
                <a:solidFill>
                  <a:schemeClr val="bg1"/>
                </a:solidFill>
                <a:latin typeface="+mj-lt"/>
                <a:ea typeface="+mj-ea"/>
                <a:cs typeface="+mj-cs"/>
              </a:rPr>
              <a:t>KẾT QUẢ BIÊN ĐỘ PHÁ GIÁ</a:t>
            </a:r>
            <a:endParaRPr lang="en-US" sz="4000" b="1" dirty="0">
              <a:solidFill>
                <a:schemeClr val="bg1"/>
              </a:solidFill>
            </a:endParaRPr>
          </a:p>
        </p:txBody>
      </p:sp>
      <p:graphicFrame>
        <p:nvGraphicFramePr>
          <p:cNvPr id="4" name="Table 3">
            <a:extLst>
              <a:ext uri="{FF2B5EF4-FFF2-40B4-BE49-F238E27FC236}">
                <a16:creationId xmlns:a16="http://schemas.microsoft.com/office/drawing/2014/main" id="{ADFA7315-D588-F03B-D4CE-700AB7170EC7}"/>
              </a:ext>
            </a:extLst>
          </p:cNvPr>
          <p:cNvGraphicFramePr>
            <a:graphicFrameLocks noGrp="1"/>
          </p:cNvGraphicFramePr>
          <p:nvPr>
            <p:extLst>
              <p:ext uri="{D42A27DB-BD31-4B8C-83A1-F6EECF244321}">
                <p14:modId xmlns:p14="http://schemas.microsoft.com/office/powerpoint/2010/main" val="3057166912"/>
              </p:ext>
            </p:extLst>
          </p:nvPr>
        </p:nvGraphicFramePr>
        <p:xfrm>
          <a:off x="585583" y="1978294"/>
          <a:ext cx="11236442" cy="3586354"/>
        </p:xfrm>
        <a:graphic>
          <a:graphicData uri="http://schemas.openxmlformats.org/drawingml/2006/table">
            <a:tbl>
              <a:tblPr firstRow="1" firstCol="1" bandRow="1">
                <a:tableStyleId>{9D7B26C5-4107-4FEC-AEDC-1716B250A1EF}</a:tableStyleId>
              </a:tblPr>
              <a:tblGrid>
                <a:gridCol w="1871418">
                  <a:extLst>
                    <a:ext uri="{9D8B030D-6E8A-4147-A177-3AD203B41FA5}">
                      <a16:colId xmlns:a16="http://schemas.microsoft.com/office/drawing/2014/main" val="218189160"/>
                    </a:ext>
                  </a:extLst>
                </a:gridCol>
                <a:gridCol w="2488115">
                  <a:extLst>
                    <a:ext uri="{9D8B030D-6E8A-4147-A177-3AD203B41FA5}">
                      <a16:colId xmlns:a16="http://schemas.microsoft.com/office/drawing/2014/main" val="4073757463"/>
                    </a:ext>
                  </a:extLst>
                </a:gridCol>
                <a:gridCol w="2556115">
                  <a:extLst>
                    <a:ext uri="{9D8B030D-6E8A-4147-A177-3AD203B41FA5}">
                      <a16:colId xmlns:a16="http://schemas.microsoft.com/office/drawing/2014/main" val="3125224552"/>
                    </a:ext>
                  </a:extLst>
                </a:gridCol>
                <a:gridCol w="2475410">
                  <a:extLst>
                    <a:ext uri="{9D8B030D-6E8A-4147-A177-3AD203B41FA5}">
                      <a16:colId xmlns:a16="http://schemas.microsoft.com/office/drawing/2014/main" val="3371291652"/>
                    </a:ext>
                  </a:extLst>
                </a:gridCol>
                <a:gridCol w="1845384">
                  <a:extLst>
                    <a:ext uri="{9D8B030D-6E8A-4147-A177-3AD203B41FA5}">
                      <a16:colId xmlns:a16="http://schemas.microsoft.com/office/drawing/2014/main" val="4047038398"/>
                    </a:ext>
                  </a:extLst>
                </a:gridCol>
              </a:tblGrid>
              <a:tr h="880060">
                <a:tc>
                  <a:txBody>
                    <a:bodyPr/>
                    <a:lstStyle/>
                    <a:p>
                      <a:pPr marL="0" marR="0" algn="ctr">
                        <a:lnSpc>
                          <a:spcPct val="130000"/>
                        </a:lnSpc>
                        <a:spcBef>
                          <a:spcPts val="0"/>
                        </a:spcBef>
                        <a:spcAft>
                          <a:spcPts val="0"/>
                        </a:spcAft>
                      </a:pPr>
                      <a:r>
                        <a:rPr lang="en-US" sz="1600" b="1" cap="none" spc="0">
                          <a:solidFill>
                            <a:schemeClr val="bg1"/>
                          </a:solidFill>
                          <a:effectLst/>
                        </a:rPr>
                        <a:t>Quốc gia</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a:solidFill>
                            <a:schemeClr val="bg1"/>
                          </a:solidFill>
                          <a:effectLst/>
                        </a:rPr>
                        <a:t>Giá xuất khẩu sau điều chỉnh (</a:t>
                      </a:r>
                      <a:r>
                        <a:rPr lang="en-US" sz="1600" b="1" cap="none" spc="0" dirty="0">
                          <a:solidFill>
                            <a:schemeClr val="bg1"/>
                          </a:solidFill>
                          <a:effectLst/>
                        </a:rPr>
                        <a:t>USD/Kg)</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a:solidFill>
                            <a:schemeClr val="bg1"/>
                          </a:solidFill>
                          <a:effectLst/>
                        </a:rPr>
                        <a:t>Giá trị thông thường (</a:t>
                      </a:r>
                      <a:r>
                        <a:rPr lang="en-US" sz="1600" b="1" cap="none" spc="0" dirty="0">
                          <a:solidFill>
                            <a:schemeClr val="bg1"/>
                          </a:solidFill>
                          <a:effectLst/>
                        </a:rPr>
                        <a:t>USD/Kg)</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a:solidFill>
                            <a:schemeClr val="bg1"/>
                          </a:solidFill>
                          <a:effectLst/>
                        </a:rPr>
                        <a:t>Biên độ bán phá giá (</a:t>
                      </a:r>
                      <a:r>
                        <a:rPr lang="en-US" sz="1600" b="1" cap="none" spc="0" dirty="0">
                          <a:solidFill>
                            <a:schemeClr val="bg1"/>
                          </a:solidFill>
                          <a:effectLst/>
                        </a:rPr>
                        <a:t>USD/Kg)</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a:solidFill>
                            <a:schemeClr val="bg1"/>
                          </a:solidFill>
                          <a:effectLst/>
                        </a:rPr>
                        <a:t>Biên độ bán phá giá (%)</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extLst>
                  <a:ext uri="{0D108BD9-81ED-4DB2-BD59-A6C34878D82A}">
                    <a16:rowId xmlns:a16="http://schemas.microsoft.com/office/drawing/2014/main" val="2027616812"/>
                  </a:ext>
                </a:extLst>
              </a:tr>
              <a:tr h="451049">
                <a:tc>
                  <a:txBody>
                    <a:bodyPr/>
                    <a:lstStyle/>
                    <a:p>
                      <a:pPr marL="0" marR="0">
                        <a:lnSpc>
                          <a:spcPct val="130000"/>
                        </a:lnSpc>
                        <a:spcBef>
                          <a:spcPts val="0"/>
                        </a:spcBef>
                        <a:spcAft>
                          <a:spcPts val="0"/>
                        </a:spcAft>
                      </a:pPr>
                      <a:r>
                        <a:rPr lang="en-US" sz="1400" b="1" cap="none" spc="0" dirty="0">
                          <a:solidFill>
                            <a:schemeClr val="tx1"/>
                          </a:solidFill>
                          <a:effectLst/>
                        </a:rPr>
                        <a:t>Mexico</a:t>
                      </a:r>
                      <a:endParaRPr lang="en-US" sz="1400" b="1"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1.16</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0.51</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(0.64)</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-56%</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1946566079"/>
                  </a:ext>
                </a:extLst>
              </a:tr>
              <a:tr h="451049">
                <a:tc>
                  <a:txBody>
                    <a:bodyPr/>
                    <a:lstStyle/>
                    <a:p>
                      <a:pPr marL="0" marR="0">
                        <a:lnSpc>
                          <a:spcPct val="130000"/>
                        </a:lnSpc>
                        <a:spcBef>
                          <a:spcPts val="0"/>
                        </a:spcBef>
                        <a:spcAft>
                          <a:spcPts val="0"/>
                        </a:spcAft>
                      </a:pPr>
                      <a:r>
                        <a:rPr lang="en-US" sz="1400" b="1" cap="none" spc="0">
                          <a:solidFill>
                            <a:schemeClr val="tx1"/>
                          </a:solidFill>
                          <a:effectLst/>
                        </a:rPr>
                        <a:t>Thailand</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1.17</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0.54</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(0.62)</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-53%</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326597054"/>
                  </a:ext>
                </a:extLst>
              </a:tr>
              <a:tr h="451049">
                <a:tc>
                  <a:txBody>
                    <a:bodyPr/>
                    <a:lstStyle/>
                    <a:p>
                      <a:pPr marL="0" marR="0">
                        <a:lnSpc>
                          <a:spcPct val="130000"/>
                        </a:lnSpc>
                        <a:spcBef>
                          <a:spcPts val="0"/>
                        </a:spcBef>
                        <a:spcAft>
                          <a:spcPts val="0"/>
                        </a:spcAft>
                      </a:pPr>
                      <a:r>
                        <a:rPr lang="en-US" sz="1400" b="1" cap="none" spc="0">
                          <a:solidFill>
                            <a:schemeClr val="tx1"/>
                          </a:solidFill>
                          <a:effectLst/>
                        </a:rPr>
                        <a:t>Colombia</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1.16</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1.48</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0.34</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29%</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3589454985"/>
                  </a:ext>
                </a:extLst>
              </a:tr>
              <a:tr h="451049">
                <a:tc>
                  <a:txBody>
                    <a:bodyPr/>
                    <a:lstStyle/>
                    <a:p>
                      <a:pPr marL="0" marR="0">
                        <a:lnSpc>
                          <a:spcPct val="130000"/>
                        </a:lnSpc>
                        <a:spcBef>
                          <a:spcPts val="0"/>
                        </a:spcBef>
                        <a:spcAft>
                          <a:spcPts val="0"/>
                        </a:spcAft>
                      </a:pPr>
                      <a:r>
                        <a:rPr lang="en-US" sz="1400" b="1" cap="none" spc="0">
                          <a:solidFill>
                            <a:schemeClr val="tx1"/>
                          </a:solidFill>
                          <a:effectLst/>
                        </a:rPr>
                        <a:t>Indonesia</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1.16</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rPr>
                        <a:t>0.78</a:t>
                      </a: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(0.37)</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-32%</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2249223938"/>
                  </a:ext>
                </a:extLst>
              </a:tr>
              <a:tr h="451049">
                <a:tc>
                  <a:txBody>
                    <a:bodyPr/>
                    <a:lstStyle/>
                    <a:p>
                      <a:pPr marL="0" marR="0">
                        <a:lnSpc>
                          <a:spcPct val="130000"/>
                        </a:lnSpc>
                        <a:spcBef>
                          <a:spcPts val="0"/>
                        </a:spcBef>
                        <a:spcAft>
                          <a:spcPts val="0"/>
                        </a:spcAft>
                      </a:pPr>
                      <a:r>
                        <a:rPr lang="en-US" sz="1400" b="1" cap="none" spc="0">
                          <a:solidFill>
                            <a:schemeClr val="tx1"/>
                          </a:solidFill>
                          <a:effectLst/>
                        </a:rPr>
                        <a:t>Egypt</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1.15</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0.81</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(0.33)</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-29%</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3440118715"/>
                  </a:ext>
                </a:extLst>
              </a:tr>
              <a:tr h="451049">
                <a:tc>
                  <a:txBody>
                    <a:bodyPr/>
                    <a:lstStyle/>
                    <a:p>
                      <a:pPr marL="0" marR="0">
                        <a:lnSpc>
                          <a:spcPct val="130000"/>
                        </a:lnSpc>
                        <a:spcBef>
                          <a:spcPts val="0"/>
                        </a:spcBef>
                        <a:spcAft>
                          <a:spcPts val="0"/>
                        </a:spcAft>
                      </a:pPr>
                      <a:r>
                        <a:rPr lang="en-US" sz="1400" b="1" cap="none" spc="0">
                          <a:solidFill>
                            <a:schemeClr val="tx1"/>
                          </a:solidFill>
                          <a:effectLst/>
                        </a:rPr>
                        <a:t>Philippines</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1.10</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0.73</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(0.36)</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-33%</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52285131"/>
                  </a:ext>
                </a:extLst>
              </a:tr>
            </a:tbl>
          </a:graphicData>
        </a:graphic>
      </p:graphicFrame>
    </p:spTree>
    <p:extLst>
      <p:ext uri="{BB962C8B-B14F-4D97-AF65-F5344CB8AC3E}">
        <p14:creationId xmlns:p14="http://schemas.microsoft.com/office/powerpoint/2010/main" val="2405193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8A2979-A456-4286-B8FC-8FF4C0C58EFD}"/>
              </a:ext>
            </a:extLst>
          </p:cNvPr>
          <p:cNvSpPr txBox="1"/>
          <p:nvPr/>
        </p:nvSpPr>
        <p:spPr>
          <a:xfrm>
            <a:off x="2324724" y="599765"/>
            <a:ext cx="7542545" cy="738664"/>
          </a:xfrm>
          <a:prstGeom prst="rect">
            <a:avLst/>
          </a:prstGeom>
          <a:noFill/>
        </p:spPr>
        <p:txBody>
          <a:bodyPr wrap="square" rtlCol="0" anchor="ctr">
            <a:spAutoFit/>
          </a:bodyPr>
          <a:lstStyle/>
          <a:p>
            <a:r>
              <a:rPr lang="en-US" altLang="ko-KR" sz="4200" b="1">
                <a:solidFill>
                  <a:srgbClr val="002060"/>
                </a:solidFill>
                <a:cs typeface="Arial" pitchFamily="34" charset="0"/>
              </a:rPr>
              <a:t>6. KẾT LUẬN &amp; KIẾN NGHỊ</a:t>
            </a:r>
            <a:endParaRPr lang="ko-KR" altLang="en-US" sz="4200" b="1" dirty="0">
              <a:solidFill>
                <a:srgbClr val="002060"/>
              </a:solidFill>
              <a:cs typeface="Arial" pitchFamily="34" charset="0"/>
            </a:endParaRPr>
          </a:p>
        </p:txBody>
      </p:sp>
      <p:grpSp>
        <p:nvGrpSpPr>
          <p:cNvPr id="36" name="Group 35">
            <a:extLst>
              <a:ext uri="{FF2B5EF4-FFF2-40B4-BE49-F238E27FC236}">
                <a16:creationId xmlns:a16="http://schemas.microsoft.com/office/drawing/2014/main" id="{47BFF0FC-DCAB-47B2-8C30-94BCD79923D1}"/>
              </a:ext>
            </a:extLst>
          </p:cNvPr>
          <p:cNvGrpSpPr/>
          <p:nvPr/>
        </p:nvGrpSpPr>
        <p:grpSpPr>
          <a:xfrm>
            <a:off x="2012339" y="1454807"/>
            <a:ext cx="8167319" cy="142202"/>
            <a:chOff x="3632040" y="5304907"/>
            <a:chExt cx="8559959" cy="137006"/>
          </a:xfrm>
        </p:grpSpPr>
        <p:grpSp>
          <p:nvGrpSpPr>
            <p:cNvPr id="27" name="Group 26">
              <a:extLst>
                <a:ext uri="{FF2B5EF4-FFF2-40B4-BE49-F238E27FC236}">
                  <a16:creationId xmlns:a16="http://schemas.microsoft.com/office/drawing/2014/main" id="{C77B777B-DEA8-4573-8596-03CD5CF4ACD7}"/>
                </a:ext>
              </a:extLst>
            </p:cNvPr>
            <p:cNvGrpSpPr/>
            <p:nvPr/>
          </p:nvGrpSpPr>
          <p:grpSpPr>
            <a:xfrm>
              <a:off x="3632040" y="5310936"/>
              <a:ext cx="4279981" cy="130977"/>
              <a:chOff x="11445923" y="0"/>
              <a:chExt cx="1119115" cy="2552282"/>
            </a:xfrm>
          </p:grpSpPr>
          <p:sp>
            <p:nvSpPr>
              <p:cNvPr id="28" name="Rectangle 27">
                <a:extLst>
                  <a:ext uri="{FF2B5EF4-FFF2-40B4-BE49-F238E27FC236}">
                    <a16:creationId xmlns:a16="http://schemas.microsoft.com/office/drawing/2014/main" id="{AE60B278-363D-4CBD-BEC2-21DBD0331773}"/>
                  </a:ext>
                </a:extLst>
              </p:cNvPr>
              <p:cNvSpPr/>
              <p:nvPr/>
            </p:nvSpPr>
            <p:spPr>
              <a:xfrm>
                <a:off x="11818961" y="0"/>
                <a:ext cx="373038" cy="25522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Rectangle 28">
                <a:extLst>
                  <a:ext uri="{FF2B5EF4-FFF2-40B4-BE49-F238E27FC236}">
                    <a16:creationId xmlns:a16="http://schemas.microsoft.com/office/drawing/2014/main" id="{8BC28E13-95D1-456C-9D5E-99C7C947E1E0}"/>
                  </a:ext>
                </a:extLst>
              </p:cNvPr>
              <p:cNvSpPr/>
              <p:nvPr/>
            </p:nvSpPr>
            <p:spPr>
              <a:xfrm>
                <a:off x="11445923" y="0"/>
                <a:ext cx="373038" cy="255228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B574B2F7-DAB3-42A4-AB9B-0B484B0455E9}"/>
                  </a:ext>
                </a:extLst>
              </p:cNvPr>
              <p:cNvSpPr/>
              <p:nvPr/>
            </p:nvSpPr>
            <p:spPr>
              <a:xfrm>
                <a:off x="12192000" y="0"/>
                <a:ext cx="373038" cy="255228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31" name="Group 30">
              <a:extLst>
                <a:ext uri="{FF2B5EF4-FFF2-40B4-BE49-F238E27FC236}">
                  <a16:creationId xmlns:a16="http://schemas.microsoft.com/office/drawing/2014/main" id="{E451F46C-5462-4285-B560-9B15C506BCF2}"/>
                </a:ext>
              </a:extLst>
            </p:cNvPr>
            <p:cNvGrpSpPr/>
            <p:nvPr/>
          </p:nvGrpSpPr>
          <p:grpSpPr>
            <a:xfrm>
              <a:off x="7912018" y="5304907"/>
              <a:ext cx="4279981" cy="137006"/>
              <a:chOff x="11445923" y="0"/>
              <a:chExt cx="1119115" cy="2552282"/>
            </a:xfrm>
          </p:grpSpPr>
          <p:sp>
            <p:nvSpPr>
              <p:cNvPr id="32" name="Rectangle 31">
                <a:extLst>
                  <a:ext uri="{FF2B5EF4-FFF2-40B4-BE49-F238E27FC236}">
                    <a16:creationId xmlns:a16="http://schemas.microsoft.com/office/drawing/2014/main" id="{B4DDE81F-6471-4E3B-ACB1-05368C5221F6}"/>
                  </a:ext>
                </a:extLst>
              </p:cNvPr>
              <p:cNvSpPr/>
              <p:nvPr/>
            </p:nvSpPr>
            <p:spPr>
              <a:xfrm>
                <a:off x="11818961" y="0"/>
                <a:ext cx="373038" cy="255228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Rectangle 32">
                <a:extLst>
                  <a:ext uri="{FF2B5EF4-FFF2-40B4-BE49-F238E27FC236}">
                    <a16:creationId xmlns:a16="http://schemas.microsoft.com/office/drawing/2014/main" id="{FF199574-BA69-4459-9AAF-BBE602C7B5A9}"/>
                  </a:ext>
                </a:extLst>
              </p:cNvPr>
              <p:cNvSpPr/>
              <p:nvPr/>
            </p:nvSpPr>
            <p:spPr>
              <a:xfrm>
                <a:off x="11445923" y="0"/>
                <a:ext cx="373038" cy="25522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Rectangle 33">
                <a:extLst>
                  <a:ext uri="{FF2B5EF4-FFF2-40B4-BE49-F238E27FC236}">
                    <a16:creationId xmlns:a16="http://schemas.microsoft.com/office/drawing/2014/main" id="{3C84CA51-8DA3-444D-9FC1-163933FD07B1}"/>
                  </a:ext>
                </a:extLst>
              </p:cNvPr>
              <p:cNvSpPr/>
              <p:nvPr/>
            </p:nvSpPr>
            <p:spPr>
              <a:xfrm>
                <a:off x="12192000" y="0"/>
                <a:ext cx="373038" cy="25522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38" name="Picture 37">
            <a:extLst>
              <a:ext uri="{FF2B5EF4-FFF2-40B4-BE49-F238E27FC236}">
                <a16:creationId xmlns:a16="http://schemas.microsoft.com/office/drawing/2014/main" id="{AF0DCD5C-A494-47C5-843B-E141A72CC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770" y="205357"/>
            <a:ext cx="1503680" cy="394408"/>
          </a:xfrm>
          <a:prstGeom prst="rect">
            <a:avLst/>
          </a:prstGeom>
        </p:spPr>
      </p:pic>
      <p:sp>
        <p:nvSpPr>
          <p:cNvPr id="2" name="직사각형 11">
            <a:extLst>
              <a:ext uri="{FF2B5EF4-FFF2-40B4-BE49-F238E27FC236}">
                <a16:creationId xmlns:a16="http://schemas.microsoft.com/office/drawing/2014/main" id="{FB72ABE4-36E2-4A05-928D-2E05C31399A8}"/>
              </a:ext>
            </a:extLst>
          </p:cNvPr>
          <p:cNvSpPr/>
          <p:nvPr/>
        </p:nvSpPr>
        <p:spPr>
          <a:xfrm>
            <a:off x="417284" y="1997476"/>
            <a:ext cx="792391" cy="64633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chemeClr val="bg1"/>
                </a:solidFill>
              </a:rPr>
              <a:t>6.1</a:t>
            </a:r>
            <a:endParaRPr lang="ko-KR" altLang="en-US" sz="2400" b="1" dirty="0">
              <a:solidFill>
                <a:schemeClr val="bg1"/>
              </a:solidFill>
            </a:endParaRPr>
          </a:p>
        </p:txBody>
      </p:sp>
      <p:sp>
        <p:nvSpPr>
          <p:cNvPr id="3" name="Text Placeholder 10">
            <a:extLst>
              <a:ext uri="{FF2B5EF4-FFF2-40B4-BE49-F238E27FC236}">
                <a16:creationId xmlns:a16="http://schemas.microsoft.com/office/drawing/2014/main" id="{E9B81E7C-7DC5-7BCB-0B71-8B2D591618D1}"/>
              </a:ext>
            </a:extLst>
          </p:cNvPr>
          <p:cNvSpPr txBox="1">
            <a:spLocks/>
          </p:cNvSpPr>
          <p:nvPr/>
        </p:nvSpPr>
        <p:spPr>
          <a:xfrm>
            <a:off x="1303586" y="1806976"/>
            <a:ext cx="10288339"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vi-VN" sz="1800" b="1" i="1">
                <a:effectLst/>
                <a:latin typeface="Aptos" panose="020B0004020202020204" pitchFamily="34" charset="0"/>
                <a:ea typeface="Calibri" panose="020F0502020204030204" pitchFamily="34" charset="0"/>
                <a:cs typeface="Calibri" panose="020F0502020204030204" pitchFamily="34" charset="0"/>
              </a:rPr>
              <a:t>Về ước tính biên độ bán phá giá của rPET xuất khẩu sang thị trường Mỹ</a:t>
            </a:r>
            <a:endParaRPr lang="en-US" altLang="ko-KR" sz="3400" b="1" dirty="0">
              <a:solidFill>
                <a:schemeClr val="tx1">
                  <a:lumMod val="75000"/>
                  <a:lumOff val="25000"/>
                </a:schemeClr>
              </a:solidFill>
              <a:latin typeface="+mj-lt"/>
              <a:cs typeface="Arial" pitchFamily="34" charset="0"/>
            </a:endParaRPr>
          </a:p>
        </p:txBody>
      </p:sp>
      <p:sp>
        <p:nvSpPr>
          <p:cNvPr id="7" name="TextBox 6">
            <a:extLst>
              <a:ext uri="{FF2B5EF4-FFF2-40B4-BE49-F238E27FC236}">
                <a16:creationId xmlns:a16="http://schemas.microsoft.com/office/drawing/2014/main" id="{2EBDDE45-560E-AE5E-954D-051736E8A5CB}"/>
              </a:ext>
            </a:extLst>
          </p:cNvPr>
          <p:cNvSpPr txBox="1"/>
          <p:nvPr/>
        </p:nvSpPr>
        <p:spPr>
          <a:xfrm>
            <a:off x="1303586" y="2320642"/>
            <a:ext cx="9829800" cy="584775"/>
          </a:xfrm>
          <a:prstGeom prst="rect">
            <a:avLst/>
          </a:prstGeom>
          <a:noFill/>
        </p:spPr>
        <p:txBody>
          <a:bodyPr wrap="square">
            <a:spAutoFit/>
          </a:bodyPr>
          <a:lstStyle/>
          <a:p>
            <a:r>
              <a:rPr lang="en-US" sz="1600">
                <a:effectLst/>
                <a:latin typeface="Aptos" panose="020B0004020202020204" pitchFamily="34" charset="0"/>
                <a:ea typeface="Calibri" panose="020F0502020204030204" pitchFamily="34" charset="0"/>
                <a:cs typeface="Calibri" panose="020F0502020204030204" pitchFamily="34" charset="0"/>
              </a:rPr>
              <a:t>Mức giá xuất khẩu rPET của DTR là tương đối tốt và nhiều khả năng đem lại kết quả về biên độ bán phá giá có lợi nếu Cơ quan điều tra Mỹ sử dụng giá trị thay thế từ Mexico, Thái Lan, Indonesia, Philippines hoặc Egypt</a:t>
            </a:r>
            <a:endParaRPr lang="en-US" sz="1600" dirty="0">
              <a:effectLst/>
              <a:latin typeface="Aptos" panose="020B0004020202020204" pitchFamily="34" charset="0"/>
              <a:ea typeface="Calibri" panose="020F0502020204030204" pitchFamily="34" charset="0"/>
              <a:cs typeface="Calibri" panose="020F0502020204030204" pitchFamily="34" charset="0"/>
            </a:endParaRPr>
          </a:p>
        </p:txBody>
      </p:sp>
      <p:sp>
        <p:nvSpPr>
          <p:cNvPr id="10" name="직사각형 11">
            <a:extLst>
              <a:ext uri="{FF2B5EF4-FFF2-40B4-BE49-F238E27FC236}">
                <a16:creationId xmlns:a16="http://schemas.microsoft.com/office/drawing/2014/main" id="{7FD4861B-E19B-F3D3-2DA1-2349020E3227}"/>
              </a:ext>
            </a:extLst>
          </p:cNvPr>
          <p:cNvSpPr/>
          <p:nvPr/>
        </p:nvSpPr>
        <p:spPr>
          <a:xfrm>
            <a:off x="417284" y="3268516"/>
            <a:ext cx="792391" cy="64633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chemeClr val="bg1"/>
                </a:solidFill>
              </a:rPr>
              <a:t>6.2</a:t>
            </a:r>
            <a:endParaRPr lang="ko-KR" altLang="en-US" sz="2400" b="1" dirty="0">
              <a:solidFill>
                <a:schemeClr val="bg1"/>
              </a:solidFill>
            </a:endParaRPr>
          </a:p>
        </p:txBody>
      </p:sp>
      <p:sp>
        <p:nvSpPr>
          <p:cNvPr id="11" name="Text Placeholder 10">
            <a:extLst>
              <a:ext uri="{FF2B5EF4-FFF2-40B4-BE49-F238E27FC236}">
                <a16:creationId xmlns:a16="http://schemas.microsoft.com/office/drawing/2014/main" id="{D2AC6F64-9D9F-977B-F946-038424C306B5}"/>
              </a:ext>
            </a:extLst>
          </p:cNvPr>
          <p:cNvSpPr txBox="1">
            <a:spLocks/>
          </p:cNvSpPr>
          <p:nvPr/>
        </p:nvSpPr>
        <p:spPr>
          <a:xfrm>
            <a:off x="1303586" y="3078016"/>
            <a:ext cx="10288339"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vi-VN" sz="1800" b="1" i="1">
                <a:effectLst/>
                <a:latin typeface="Aptos" panose="020B0004020202020204" pitchFamily="34" charset="0"/>
                <a:ea typeface="Calibri" panose="020F0502020204030204" pitchFamily="34" charset="0"/>
                <a:cs typeface="Calibri" panose="020F0502020204030204" pitchFamily="34" charset="0"/>
              </a:rPr>
              <a:t>Về </a:t>
            </a:r>
            <a:r>
              <a:rPr lang="en-US" sz="1800" b="1" i="1">
                <a:effectLst/>
                <a:latin typeface="Aptos" panose="020B0004020202020204" pitchFamily="34" charset="0"/>
                <a:ea typeface="Calibri" panose="020F0502020204030204" pitchFamily="34" charset="0"/>
                <a:cs typeface="Calibri" panose="020F0502020204030204" pitchFamily="34" charset="0"/>
              </a:rPr>
              <a:t>tính phù hợp của dữ liệu DTR trong các vụ kháng kiện phòng vệ thương mại của Mỹ</a:t>
            </a:r>
            <a:endParaRPr lang="en-US" altLang="ko-KR" sz="3400" b="1" dirty="0">
              <a:solidFill>
                <a:schemeClr val="tx1">
                  <a:lumMod val="75000"/>
                  <a:lumOff val="25000"/>
                </a:schemeClr>
              </a:solidFill>
              <a:latin typeface="+mj-lt"/>
              <a:cs typeface="Arial" pitchFamily="34" charset="0"/>
            </a:endParaRPr>
          </a:p>
        </p:txBody>
      </p:sp>
      <p:sp>
        <p:nvSpPr>
          <p:cNvPr id="13" name="TextBox 12">
            <a:extLst>
              <a:ext uri="{FF2B5EF4-FFF2-40B4-BE49-F238E27FC236}">
                <a16:creationId xmlns:a16="http://schemas.microsoft.com/office/drawing/2014/main" id="{C4CC7E37-8019-4D3C-FB0B-4CB90152C4DF}"/>
              </a:ext>
            </a:extLst>
          </p:cNvPr>
          <p:cNvSpPr txBox="1"/>
          <p:nvPr/>
        </p:nvSpPr>
        <p:spPr>
          <a:xfrm>
            <a:off x="1303586" y="3684994"/>
            <a:ext cx="9829800" cy="584775"/>
          </a:xfrm>
          <a:prstGeom prst="rect">
            <a:avLst/>
          </a:prstGeom>
          <a:noFill/>
        </p:spPr>
        <p:txBody>
          <a:bodyPr wrap="square">
            <a:spAutoFit/>
          </a:bodyPr>
          <a:lstStyle/>
          <a:p>
            <a:r>
              <a:rPr lang="vi-VN" sz="1600">
                <a:effectLst/>
                <a:latin typeface="Aptos" panose="020B0004020202020204" pitchFamily="34" charset="0"/>
                <a:ea typeface="Calibri" panose="020F0502020204030204" pitchFamily="34" charset="0"/>
                <a:cs typeface="Calibri" panose="020F0502020204030204" pitchFamily="34" charset="0"/>
              </a:rPr>
              <a:t>Phương pháp tính toán đặc thù và tập trung nhiều vào phương pháp theo dõi lượng tiêu hao NVL trong thành phẩm xuất ra</a:t>
            </a:r>
            <a:r>
              <a:rPr lang="en-US" sz="1600">
                <a:effectLst/>
                <a:latin typeface="Aptos" panose="020B0004020202020204" pitchFamily="34" charset="0"/>
                <a:ea typeface="Calibri" panose="020F0502020204030204" pitchFamily="34" charset="0"/>
                <a:cs typeface="Calibri" panose="020F0502020204030204" pitchFamily="34" charset="0"/>
              </a:rPr>
              <a:t> </a:t>
            </a:r>
            <a:r>
              <a:rPr lang="en-US" sz="1600" b="1">
                <a:solidFill>
                  <a:srgbClr val="FF0000"/>
                </a:solidFill>
                <a:effectLst/>
                <a:latin typeface="Aptos" panose="020B0004020202020204" pitchFamily="34" charset="0"/>
                <a:ea typeface="Calibri" panose="020F0502020204030204" pitchFamily="34" charset="0"/>
                <a:cs typeface="Calibri" panose="020F0502020204030204" pitchFamily="34" charset="0"/>
              </a:rPr>
              <a:t>-&gt; Một số điểm hệ thống DTR cần hoàn thiện</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a:t>
            </a:r>
            <a:endParaRPr lang="vi-VN"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endParaRPr>
          </a:p>
        </p:txBody>
      </p:sp>
      <p:sp>
        <p:nvSpPr>
          <p:cNvPr id="14" name="Oval 13">
            <a:extLst>
              <a:ext uri="{FF2B5EF4-FFF2-40B4-BE49-F238E27FC236}">
                <a16:creationId xmlns:a16="http://schemas.microsoft.com/office/drawing/2014/main" id="{9259E9BD-EA01-3C17-9DF1-93551CD993CD}"/>
              </a:ext>
            </a:extLst>
          </p:cNvPr>
          <p:cNvSpPr/>
          <p:nvPr/>
        </p:nvSpPr>
        <p:spPr>
          <a:xfrm>
            <a:off x="1459999" y="4982078"/>
            <a:ext cx="458540" cy="452103"/>
          </a:xfrm>
          <a:prstGeom prst="ellipse">
            <a:avLst/>
          </a:prstGeom>
          <a:solidFill>
            <a:schemeClr val="bg1"/>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rgbClr val="002060"/>
                </a:solidFill>
                <a:latin typeface="Arial" pitchFamily="34" charset="0"/>
                <a:cs typeface="Arial" pitchFamily="34" charset="0"/>
              </a:rPr>
              <a:t>2</a:t>
            </a:r>
            <a:endParaRPr lang="ko-KR" altLang="en-US" sz="2400" b="1" dirty="0">
              <a:solidFill>
                <a:srgbClr val="002060"/>
              </a:solidFill>
              <a:latin typeface="Arial" pitchFamily="34" charset="0"/>
              <a:cs typeface="Arial" pitchFamily="34" charset="0"/>
            </a:endParaRPr>
          </a:p>
        </p:txBody>
      </p:sp>
      <p:sp>
        <p:nvSpPr>
          <p:cNvPr id="15" name="Oval 14">
            <a:extLst>
              <a:ext uri="{FF2B5EF4-FFF2-40B4-BE49-F238E27FC236}">
                <a16:creationId xmlns:a16="http://schemas.microsoft.com/office/drawing/2014/main" id="{0BDAE682-86E4-014D-9E17-DCEA9CFDCD34}"/>
              </a:ext>
            </a:extLst>
          </p:cNvPr>
          <p:cNvSpPr/>
          <p:nvPr/>
        </p:nvSpPr>
        <p:spPr>
          <a:xfrm>
            <a:off x="1460000" y="4331326"/>
            <a:ext cx="458539" cy="452103"/>
          </a:xfrm>
          <a:prstGeom prst="ellips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rgbClr val="002060"/>
                </a:solidFill>
                <a:latin typeface="Arial" pitchFamily="34" charset="0"/>
                <a:cs typeface="Arial" pitchFamily="34" charset="0"/>
              </a:rPr>
              <a:t>1</a:t>
            </a:r>
            <a:endParaRPr lang="ko-KR" altLang="en-US" sz="2400" b="1" dirty="0">
              <a:solidFill>
                <a:srgbClr val="002060"/>
              </a:solidFill>
              <a:latin typeface="Arial" pitchFamily="34" charset="0"/>
              <a:cs typeface="Arial" pitchFamily="34" charset="0"/>
            </a:endParaRPr>
          </a:p>
        </p:txBody>
      </p:sp>
      <p:sp>
        <p:nvSpPr>
          <p:cNvPr id="16" name="TextBox 15">
            <a:extLst>
              <a:ext uri="{FF2B5EF4-FFF2-40B4-BE49-F238E27FC236}">
                <a16:creationId xmlns:a16="http://schemas.microsoft.com/office/drawing/2014/main" id="{9FDBB205-09CE-7338-5FEB-56948AD894EA}"/>
              </a:ext>
            </a:extLst>
          </p:cNvPr>
          <p:cNvSpPr txBox="1"/>
          <p:nvPr/>
        </p:nvSpPr>
        <p:spPr>
          <a:xfrm>
            <a:off x="2012339" y="4269769"/>
            <a:ext cx="6931636" cy="584775"/>
          </a:xfrm>
          <a:prstGeom prst="rect">
            <a:avLst/>
          </a:prstGeom>
          <a:noFill/>
        </p:spPr>
        <p:txBody>
          <a:bodyPr wrap="square" rtlCol="0">
            <a:spAutoFit/>
          </a:bodyPr>
          <a:lstStyle/>
          <a:p>
            <a:r>
              <a:rPr lang="vi-VN" sz="1600" dirty="0">
                <a:effectLst/>
                <a:latin typeface="Aptos" panose="020B0004020202020204" pitchFamily="34" charset="0"/>
                <a:ea typeface="Calibri" panose="020F0502020204030204" pitchFamily="34" charset="0"/>
                <a:cs typeface="Calibri" panose="020F0502020204030204" pitchFamily="34" charset="0"/>
              </a:rPr>
              <a:t>Lệnh sản xuất chỉ theo dõi cho từng công đoạn, không có mã lệnh sản xuất xuyên suốt cho toàn bộ quá trình sản xuất sản phẩm rPET</a:t>
            </a:r>
            <a:endParaRPr lang="en-US" altLang="ko-KR" sz="1600" dirty="0">
              <a:solidFill>
                <a:schemeClr val="tx1">
                  <a:lumMod val="95000"/>
                  <a:lumOff val="5000"/>
                </a:schemeClr>
              </a:solidFill>
              <a:latin typeface="Arial" pitchFamily="34" charset="0"/>
              <a:cs typeface="Arial" pitchFamily="34" charset="0"/>
            </a:endParaRPr>
          </a:p>
        </p:txBody>
      </p:sp>
      <p:sp>
        <p:nvSpPr>
          <p:cNvPr id="20" name="TextBox 19">
            <a:extLst>
              <a:ext uri="{FF2B5EF4-FFF2-40B4-BE49-F238E27FC236}">
                <a16:creationId xmlns:a16="http://schemas.microsoft.com/office/drawing/2014/main" id="{C0C49F5B-FAC3-4B12-2DAB-ABC7539FDA75}"/>
              </a:ext>
            </a:extLst>
          </p:cNvPr>
          <p:cNvSpPr txBox="1"/>
          <p:nvPr/>
        </p:nvSpPr>
        <p:spPr>
          <a:xfrm>
            <a:off x="2012339" y="4915741"/>
            <a:ext cx="6699879" cy="584775"/>
          </a:xfrm>
          <a:prstGeom prst="rect">
            <a:avLst/>
          </a:prstGeom>
          <a:noFill/>
        </p:spPr>
        <p:txBody>
          <a:bodyPr wrap="square" rtlCol="0">
            <a:spAutoFit/>
          </a:bodyPr>
          <a:lstStyle/>
          <a:p>
            <a:r>
              <a:rPr lang="vi-VN" sz="1600" dirty="0">
                <a:effectLst/>
                <a:latin typeface="Aptos" panose="020B0004020202020204" pitchFamily="34" charset="0"/>
                <a:ea typeface="Calibri" panose="020F0502020204030204" pitchFamily="34" charset="0"/>
                <a:cs typeface="Calibri" panose="020F0502020204030204" pitchFamily="34" charset="0"/>
              </a:rPr>
              <a:t>Tồn tại nhiều lệnh sản xuất trong một thời gian dài khiến cho việc tập hợp dữ liệu sản xuất tại một thời điểm chưa hoàn toàn chính xác</a:t>
            </a:r>
            <a:endParaRPr lang="en-US" altLang="ko-KR" sz="1600" dirty="0">
              <a:solidFill>
                <a:schemeClr val="tx1">
                  <a:lumMod val="95000"/>
                  <a:lumOff val="5000"/>
                </a:schemeClr>
              </a:solidFill>
              <a:latin typeface="Arial" pitchFamily="34" charset="0"/>
              <a:cs typeface="Arial" pitchFamily="34" charset="0"/>
            </a:endParaRPr>
          </a:p>
        </p:txBody>
      </p:sp>
      <p:sp>
        <p:nvSpPr>
          <p:cNvPr id="22" name="TextBox 21">
            <a:extLst>
              <a:ext uri="{FF2B5EF4-FFF2-40B4-BE49-F238E27FC236}">
                <a16:creationId xmlns:a16="http://schemas.microsoft.com/office/drawing/2014/main" id="{561BF759-FD92-3A23-1FA8-6F85346B0E1A}"/>
              </a:ext>
            </a:extLst>
          </p:cNvPr>
          <p:cNvSpPr txBox="1"/>
          <p:nvPr/>
        </p:nvSpPr>
        <p:spPr>
          <a:xfrm>
            <a:off x="585783" y="6056867"/>
            <a:ext cx="11020425" cy="584775"/>
          </a:xfrm>
          <a:prstGeom prst="rect">
            <a:avLst/>
          </a:prstGeom>
          <a:noFill/>
        </p:spPr>
        <p:txBody>
          <a:bodyPr wrap="square">
            <a:spAutoFit/>
          </a:bodyPr>
          <a:lstStyle/>
          <a:p>
            <a:pPr marL="0" marR="0" algn="just">
              <a:spcBef>
                <a:spcPts val="0"/>
              </a:spcBef>
              <a:spcAft>
                <a:spcPts val="1000"/>
              </a:spcAft>
            </a:pPr>
            <a:r>
              <a:rPr lang="en-US" sz="1600" i="1">
                <a:solidFill>
                  <a:srgbClr val="FF0000"/>
                </a:solidFill>
                <a:effectLst/>
                <a:latin typeface="Aptos" panose="020B0004020202020204" pitchFamily="34" charset="0"/>
                <a:ea typeface="Calibri" panose="020F0502020204030204" pitchFamily="34" charset="0"/>
              </a:rPr>
              <a:t>* Lưu ý: </a:t>
            </a:r>
            <a:r>
              <a:rPr lang="vi-VN" sz="1600" i="1">
                <a:solidFill>
                  <a:srgbClr val="FF0000"/>
                </a:solidFill>
                <a:effectLst/>
                <a:latin typeface="Aptos" panose="020B0004020202020204" pitchFamily="34" charset="0"/>
                <a:ea typeface="Calibri" panose="020F0502020204030204" pitchFamily="34" charset="0"/>
              </a:rPr>
              <a:t>Cơ quan điều tra Mỹ thường chia các sản phẩm bị điều tra thành các nhóm sản phẩm có thông số gần giống nhau, và sẽ cần hệ thống dữ liệu của công ty có thể phân chia rõ ràng lượng </a:t>
            </a:r>
            <a:r>
              <a:rPr lang="en-US" sz="1600" i="1">
                <a:solidFill>
                  <a:srgbClr val="FF0000"/>
                </a:solidFill>
                <a:effectLst/>
                <a:latin typeface="Aptos" panose="020B0004020202020204" pitchFamily="34" charset="0"/>
                <a:ea typeface="Calibri" panose="020F0502020204030204" pitchFamily="34" charset="0"/>
              </a:rPr>
              <a:t>NVL</a:t>
            </a:r>
            <a:r>
              <a:rPr lang="vi-VN" sz="1600" i="1">
                <a:solidFill>
                  <a:srgbClr val="FF0000"/>
                </a:solidFill>
                <a:effectLst/>
                <a:latin typeface="Aptos" panose="020B0004020202020204" pitchFamily="34" charset="0"/>
                <a:ea typeface="Calibri" panose="020F0502020204030204" pitchFamily="34" charset="0"/>
              </a:rPr>
              <a:t> tiêu thụ với từng lệnh sản xuất và từng mã sản phẩm</a:t>
            </a:r>
            <a:r>
              <a:rPr lang="vi-VN" sz="1600" i="1" dirty="0">
                <a:solidFill>
                  <a:srgbClr val="FF0000"/>
                </a:solidFill>
                <a:effectLst/>
                <a:latin typeface="Aptos" panose="020B0004020202020204" pitchFamily="34" charset="0"/>
                <a:ea typeface="Calibri" panose="020F0502020204030204" pitchFamily="34" charset="0"/>
              </a:rPr>
              <a:t>.</a:t>
            </a:r>
            <a:endParaRPr lang="en-US" sz="1600" i="1" dirty="0">
              <a:solidFill>
                <a:srgbClr val="FF0000"/>
              </a:solidFill>
              <a:effectLst/>
              <a:latin typeface="Calibri" panose="020F0502020204030204" pitchFamily="34" charset="0"/>
              <a:ea typeface="Calibri" panose="020F0502020204030204" pitchFamily="34" charset="0"/>
            </a:endParaRPr>
          </a:p>
        </p:txBody>
      </p:sp>
      <p:sp>
        <p:nvSpPr>
          <p:cNvPr id="5" name="Oval 4">
            <a:extLst>
              <a:ext uri="{FF2B5EF4-FFF2-40B4-BE49-F238E27FC236}">
                <a16:creationId xmlns:a16="http://schemas.microsoft.com/office/drawing/2014/main" id="{BF902635-6F8B-EEB1-E2D6-F453811A4221}"/>
              </a:ext>
            </a:extLst>
          </p:cNvPr>
          <p:cNvSpPr/>
          <p:nvPr/>
        </p:nvSpPr>
        <p:spPr>
          <a:xfrm>
            <a:off x="1459999" y="5561713"/>
            <a:ext cx="458540" cy="452103"/>
          </a:xfrm>
          <a:prstGeom prst="ellips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rgbClr val="002060"/>
                </a:solidFill>
                <a:latin typeface="Arial" pitchFamily="34" charset="0"/>
                <a:cs typeface="Arial" pitchFamily="34" charset="0"/>
              </a:rPr>
              <a:t>3</a:t>
            </a:r>
            <a:endParaRPr lang="ko-KR" altLang="en-US" sz="2400" b="1" dirty="0">
              <a:solidFill>
                <a:srgbClr val="00206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498A8222-01B7-7242-67EF-649D5B854CB6}"/>
              </a:ext>
            </a:extLst>
          </p:cNvPr>
          <p:cNvSpPr txBox="1"/>
          <p:nvPr/>
        </p:nvSpPr>
        <p:spPr>
          <a:xfrm>
            <a:off x="2012339" y="5495376"/>
            <a:ext cx="6699879" cy="584775"/>
          </a:xfrm>
          <a:prstGeom prst="rect">
            <a:avLst/>
          </a:prstGeom>
          <a:noFill/>
        </p:spPr>
        <p:txBody>
          <a:bodyPr wrap="square" rtlCol="0">
            <a:spAutoFit/>
          </a:bodyPr>
          <a:lstStyle/>
          <a:p>
            <a:r>
              <a:rPr lang="vi-VN" sz="1600" dirty="0">
                <a:latin typeface="Aptos" panose="020B0004020202020204" pitchFamily="34" charset="0"/>
                <a:ea typeface="Calibri" panose="020F0502020204030204" pitchFamily="34" charset="0"/>
                <a:cs typeface="Calibri" panose="020F0502020204030204" pitchFamily="34" charset="0"/>
              </a:rPr>
              <a:t>Việc truy xuất thông tin về nguồn gốc nguyên vật liệu chưa được phản ánh lên phần mềm sản xuất và kế toán</a:t>
            </a:r>
            <a:endParaRPr lang="en-US" altLang="ko-KR" sz="1600" dirty="0">
              <a:latin typeface="Aptos" panose="020B0004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0588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1B2E1575-3770-493F-9010-F45F4520E2F6}"/>
              </a:ext>
            </a:extLst>
          </p:cNvPr>
          <p:cNvSpPr txBox="1"/>
          <p:nvPr/>
        </p:nvSpPr>
        <p:spPr>
          <a:xfrm>
            <a:off x="1400648" y="1877486"/>
            <a:ext cx="7667152" cy="584775"/>
          </a:xfrm>
          <a:prstGeom prst="rect">
            <a:avLst/>
          </a:prstGeom>
          <a:noFill/>
        </p:spPr>
        <p:txBody>
          <a:bodyPr wrap="square" rtlCol="0">
            <a:spAutoFit/>
          </a:bodyPr>
          <a:lstStyle/>
          <a:p>
            <a:r>
              <a:rPr lang="en-US" sz="1600" b="1">
                <a:effectLst/>
                <a:latin typeface="Aptos" panose="020B0004020202020204" pitchFamily="34" charset="0"/>
                <a:ea typeface="Calibri" panose="020F0502020204030204" pitchFamily="34" charset="0"/>
                <a:cs typeface="Calibri" panose="020F0502020204030204" pitchFamily="34" charset="0"/>
              </a:rPr>
              <a:t>Tiếp tục duy trì hoạt động xuất khẩu với giá bán hợp lý sang thị trường Mỹ</a:t>
            </a:r>
            <a:endParaRPr lang="ko-KR" altLang="en-US" sz="1600" b="1" dirty="0">
              <a:solidFill>
                <a:srgbClr val="002060"/>
              </a:solidFill>
              <a:cs typeface="Arial" pitchFamily="34" charset="0"/>
            </a:endParaRPr>
          </a:p>
        </p:txBody>
      </p:sp>
      <p:sp>
        <p:nvSpPr>
          <p:cNvPr id="30" name="Rectangle 29">
            <a:extLst>
              <a:ext uri="{FF2B5EF4-FFF2-40B4-BE49-F238E27FC236}">
                <a16:creationId xmlns:a16="http://schemas.microsoft.com/office/drawing/2014/main" id="{DDEB05E5-66C8-41BB-A516-EED1DB98FEC4}"/>
              </a:ext>
            </a:extLst>
          </p:cNvPr>
          <p:cNvSpPr/>
          <p:nvPr/>
        </p:nvSpPr>
        <p:spPr>
          <a:xfrm>
            <a:off x="923505" y="1962342"/>
            <a:ext cx="386384" cy="360040"/>
          </a:xfrm>
          <a:prstGeom prst="rect">
            <a:avLst/>
          </a:prstGeom>
          <a:solidFill>
            <a:schemeClr val="bg1"/>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lumMod val="75000"/>
                    <a:lumOff val="25000"/>
                  </a:schemeClr>
                </a:solidFill>
              </a:rPr>
              <a:t>01</a:t>
            </a:r>
            <a:endParaRPr lang="ko-KR" altLang="en-US" sz="1200" b="1" dirty="0">
              <a:solidFill>
                <a:schemeClr val="tx1">
                  <a:lumMod val="75000"/>
                  <a:lumOff val="25000"/>
                </a:schemeClr>
              </a:solidFill>
            </a:endParaRPr>
          </a:p>
        </p:txBody>
      </p:sp>
      <p:sp>
        <p:nvSpPr>
          <p:cNvPr id="31" name="Rectangle 30">
            <a:extLst>
              <a:ext uri="{FF2B5EF4-FFF2-40B4-BE49-F238E27FC236}">
                <a16:creationId xmlns:a16="http://schemas.microsoft.com/office/drawing/2014/main" id="{F6591F3F-A33C-4F63-AAC3-524AB168A08A}"/>
              </a:ext>
            </a:extLst>
          </p:cNvPr>
          <p:cNvSpPr/>
          <p:nvPr/>
        </p:nvSpPr>
        <p:spPr>
          <a:xfrm>
            <a:off x="923505" y="2775688"/>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02</a:t>
            </a:r>
            <a:endParaRPr lang="ko-KR" altLang="en-US" sz="1200" b="1">
              <a:solidFill>
                <a:schemeClr val="tx1">
                  <a:lumMod val="75000"/>
                  <a:lumOff val="25000"/>
                </a:schemeClr>
              </a:solidFill>
            </a:endParaRPr>
          </a:p>
        </p:txBody>
      </p:sp>
      <p:sp>
        <p:nvSpPr>
          <p:cNvPr id="32" name="Rectangle 31">
            <a:extLst>
              <a:ext uri="{FF2B5EF4-FFF2-40B4-BE49-F238E27FC236}">
                <a16:creationId xmlns:a16="http://schemas.microsoft.com/office/drawing/2014/main" id="{3D7B6CF2-B281-4D32-8EE4-10442D3E6032}"/>
              </a:ext>
            </a:extLst>
          </p:cNvPr>
          <p:cNvSpPr/>
          <p:nvPr/>
        </p:nvSpPr>
        <p:spPr>
          <a:xfrm>
            <a:off x="923505" y="4121541"/>
            <a:ext cx="386384" cy="360040"/>
          </a:xfrm>
          <a:prstGeom prst="rect">
            <a:avLst/>
          </a:prstGeom>
          <a:solidFill>
            <a:schemeClr val="bg1"/>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03</a:t>
            </a:r>
            <a:endParaRPr lang="ko-KR" altLang="en-US" sz="1200" b="1">
              <a:solidFill>
                <a:schemeClr val="tx1">
                  <a:lumMod val="75000"/>
                  <a:lumOff val="25000"/>
                </a:schemeClr>
              </a:solidFill>
            </a:endParaRPr>
          </a:p>
        </p:txBody>
      </p:sp>
      <p:sp>
        <p:nvSpPr>
          <p:cNvPr id="33" name="Rectangle 32">
            <a:extLst>
              <a:ext uri="{FF2B5EF4-FFF2-40B4-BE49-F238E27FC236}">
                <a16:creationId xmlns:a16="http://schemas.microsoft.com/office/drawing/2014/main" id="{C9C761E1-3AEF-4A43-8AE5-A75D8216E275}"/>
              </a:ext>
            </a:extLst>
          </p:cNvPr>
          <p:cNvSpPr/>
          <p:nvPr/>
        </p:nvSpPr>
        <p:spPr>
          <a:xfrm>
            <a:off x="923505" y="5000668"/>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04</a:t>
            </a:r>
            <a:endParaRPr lang="ko-KR" altLang="en-US" sz="1200" b="1">
              <a:solidFill>
                <a:schemeClr val="tx1">
                  <a:lumMod val="75000"/>
                  <a:lumOff val="25000"/>
                </a:schemeClr>
              </a:solidFill>
            </a:endParaRPr>
          </a:p>
        </p:txBody>
      </p:sp>
      <p:sp>
        <p:nvSpPr>
          <p:cNvPr id="34" name="Text Placeholder 1">
            <a:extLst>
              <a:ext uri="{FF2B5EF4-FFF2-40B4-BE49-F238E27FC236}">
                <a16:creationId xmlns:a16="http://schemas.microsoft.com/office/drawing/2014/main" id="{711B747D-D7B5-45F3-AC73-50C1519A37DC}"/>
              </a:ext>
            </a:extLst>
          </p:cNvPr>
          <p:cNvSpPr txBox="1">
            <a:spLocks/>
          </p:cNvSpPr>
          <p:nvPr/>
        </p:nvSpPr>
        <p:spPr>
          <a:xfrm>
            <a:off x="591185" y="608997"/>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600" b="1">
                <a:solidFill>
                  <a:schemeClr val="bg1"/>
                </a:solidFill>
              </a:rPr>
              <a:t>KIẾN NGHỊ CHUNG</a:t>
            </a:r>
            <a:endParaRPr lang="en-US" sz="4600" b="1" dirty="0">
              <a:solidFill>
                <a:schemeClr val="bg1"/>
              </a:solidFill>
            </a:endParaRPr>
          </a:p>
        </p:txBody>
      </p:sp>
      <p:sp>
        <p:nvSpPr>
          <p:cNvPr id="2" name="TextBox 1">
            <a:extLst>
              <a:ext uri="{FF2B5EF4-FFF2-40B4-BE49-F238E27FC236}">
                <a16:creationId xmlns:a16="http://schemas.microsoft.com/office/drawing/2014/main" id="{6250E2A8-404F-0F5B-CE69-F8979AE41058}"/>
              </a:ext>
            </a:extLst>
          </p:cNvPr>
          <p:cNvSpPr txBox="1"/>
          <p:nvPr/>
        </p:nvSpPr>
        <p:spPr>
          <a:xfrm>
            <a:off x="1386965" y="2213073"/>
            <a:ext cx="9881530" cy="307777"/>
          </a:xfrm>
          <a:prstGeom prst="rect">
            <a:avLst/>
          </a:prstGeom>
          <a:noFill/>
        </p:spPr>
        <p:txBody>
          <a:bodyPr wrap="square" rtlCol="0">
            <a:spAutoFit/>
          </a:bodyPr>
          <a:lstStyle/>
          <a:p>
            <a:r>
              <a:rPr lang="en-US" sz="1400">
                <a:latin typeface="Aptos" panose="020B0004020202020204" pitchFamily="34" charset="0"/>
                <a:ea typeface="Calibri" panose="020F0502020204030204" pitchFamily="34" charset="0"/>
                <a:cs typeface="Calibri" panose="020F0502020204030204" pitchFamily="34" charset="0"/>
              </a:rPr>
              <a:t>C</a:t>
            </a:r>
            <a:r>
              <a:rPr lang="en-US" sz="1400">
                <a:effectLst/>
                <a:latin typeface="Aptos" panose="020B0004020202020204" pitchFamily="34" charset="0"/>
                <a:ea typeface="Calibri" panose="020F0502020204030204" pitchFamily="34" charset="0"/>
                <a:cs typeface="Calibri" panose="020F0502020204030204" pitchFamily="34" charset="0"/>
              </a:rPr>
              <a:t>ó lượng xuất khẩu lớn sản phẩm bị điều tra sẽ làm tăng cơ hội DTR được lựa chọn là bị đơn bắt buộc của vụ việc</a:t>
            </a:r>
            <a:endParaRPr lang="en-US" altLang="ko-KR" sz="1400" dirty="0">
              <a:solidFill>
                <a:schemeClr val="tx1">
                  <a:lumMod val="75000"/>
                  <a:lumOff val="25000"/>
                </a:schemeClr>
              </a:solidFill>
              <a:cs typeface="Arial" pitchFamily="34" charset="0"/>
            </a:endParaRPr>
          </a:p>
        </p:txBody>
      </p:sp>
      <p:sp>
        <p:nvSpPr>
          <p:cNvPr id="36" name="TextBox 35">
            <a:extLst>
              <a:ext uri="{FF2B5EF4-FFF2-40B4-BE49-F238E27FC236}">
                <a16:creationId xmlns:a16="http://schemas.microsoft.com/office/drawing/2014/main" id="{CAD468D8-54D5-2B78-EB8F-EC8A0B788360}"/>
              </a:ext>
            </a:extLst>
          </p:cNvPr>
          <p:cNvSpPr txBox="1"/>
          <p:nvPr/>
        </p:nvSpPr>
        <p:spPr>
          <a:xfrm>
            <a:off x="1414331" y="2668667"/>
            <a:ext cx="9453694" cy="323165"/>
          </a:xfrm>
          <a:prstGeom prst="rect">
            <a:avLst/>
          </a:prstGeom>
          <a:noFill/>
        </p:spPr>
        <p:txBody>
          <a:bodyPr wrap="square" rtlCol="0">
            <a:spAutoFit/>
          </a:bodyPr>
          <a:lstStyle/>
          <a:p>
            <a:r>
              <a:rPr lang="en-US" altLang="ko-KR" sz="1500" b="1">
                <a:solidFill>
                  <a:srgbClr val="002060"/>
                </a:solidFill>
                <a:latin typeface="Aptos" panose="020B0004020202020204" pitchFamily="34" charset="0"/>
                <a:cs typeface="Arial" pitchFamily="34" charset="0"/>
              </a:rPr>
              <a:t>Cung cấp các tài liệu chỉ rõ hàng hóa nhựa tái chế trong bộ chứng từ xuất khẩu</a:t>
            </a:r>
            <a:endParaRPr lang="ko-KR" altLang="en-US" sz="1500" b="1" dirty="0">
              <a:solidFill>
                <a:srgbClr val="002060"/>
              </a:solidFill>
              <a:latin typeface="Aptos" panose="020B0004020202020204" pitchFamily="34" charset="0"/>
              <a:cs typeface="Arial" pitchFamily="34" charset="0"/>
            </a:endParaRPr>
          </a:p>
        </p:txBody>
      </p:sp>
      <p:sp>
        <p:nvSpPr>
          <p:cNvPr id="37" name="TextBox 36">
            <a:extLst>
              <a:ext uri="{FF2B5EF4-FFF2-40B4-BE49-F238E27FC236}">
                <a16:creationId xmlns:a16="http://schemas.microsoft.com/office/drawing/2014/main" id="{BED3A503-1713-2858-067D-22B7215B8C20}"/>
              </a:ext>
            </a:extLst>
          </p:cNvPr>
          <p:cNvSpPr txBox="1"/>
          <p:nvPr/>
        </p:nvSpPr>
        <p:spPr>
          <a:xfrm>
            <a:off x="1400648" y="2981839"/>
            <a:ext cx="10334152" cy="81560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400">
                <a:effectLst/>
                <a:latin typeface="Aptos" panose="020B0004020202020204" pitchFamily="34" charset="0"/>
                <a:ea typeface="Calibri" panose="020F0502020204030204" pitchFamily="34" charset="0"/>
                <a:cs typeface="Calibri" panose="020F0502020204030204" pitchFamily="34" charset="0"/>
              </a:rPr>
              <a:t>Thực tế không có mã HS code riêng biệt đối với sản phẩm hạt nhựa nguyên sinh (PET) và hạt nhựa tái chế (</a:t>
            </a:r>
            <a:r>
              <a:rPr lang="en-US" sz="1400" dirty="0" err="1">
                <a:effectLst/>
                <a:latin typeface="Aptos" panose="020B0004020202020204" pitchFamily="34" charset="0"/>
                <a:ea typeface="Calibri" panose="020F0502020204030204" pitchFamily="34" charset="0"/>
                <a:cs typeface="Calibri" panose="020F0502020204030204" pitchFamily="34" charset="0"/>
              </a:rPr>
              <a:t>rPET</a:t>
            </a:r>
            <a:r>
              <a:rPr lang="en-US" sz="1400" dirty="0">
                <a:effectLst/>
                <a:latin typeface="Aptos" panose="020B0004020202020204" pitchFamily="34" charset="0"/>
                <a:ea typeface="Calibri" panose="020F0502020204030204" pitchFamily="34" charset="0"/>
                <a:cs typeface="Calibri" panose="020F0502020204030204" pitchFamily="34" charset="0"/>
              </a:rPr>
              <a:t>)</a:t>
            </a:r>
          </a:p>
          <a:p>
            <a:pPr marL="285750" indent="-285750">
              <a:spcBef>
                <a:spcPts val="600"/>
              </a:spcBef>
              <a:buFont typeface="Arial" panose="020B0604020202020204" pitchFamily="34" charset="0"/>
              <a:buChar char="•"/>
            </a:pPr>
            <a:r>
              <a:rPr lang="en-US" sz="1400">
                <a:effectLst/>
                <a:latin typeface="Aptos" panose="020B0004020202020204" pitchFamily="34" charset="0"/>
                <a:ea typeface="Calibri" panose="020F0502020204030204" pitchFamily="34" charset="0"/>
                <a:cs typeface="Calibri" panose="020F0502020204030204" pitchFamily="34" charset="0"/>
              </a:rPr>
              <a:t>Cụ thể giấy kiểm định chất lượng của nhà máy (Certificate of Analysis), thông tin về việc hạt nhựa của DTR là hạt nhựa tái chế chưa được thể hiện rõ ràng</a:t>
            </a:r>
            <a:endParaRPr lang="en-US" altLang="ko-KR" sz="1400" dirty="0">
              <a:solidFill>
                <a:schemeClr val="tx1">
                  <a:lumMod val="75000"/>
                  <a:lumOff val="25000"/>
                </a:schemeClr>
              </a:solidFill>
              <a:cs typeface="Arial" pitchFamily="34" charset="0"/>
            </a:endParaRPr>
          </a:p>
        </p:txBody>
      </p:sp>
      <p:sp>
        <p:nvSpPr>
          <p:cNvPr id="38" name="Rectangle 37">
            <a:extLst>
              <a:ext uri="{FF2B5EF4-FFF2-40B4-BE49-F238E27FC236}">
                <a16:creationId xmlns:a16="http://schemas.microsoft.com/office/drawing/2014/main" id="{75BB24A1-F93E-8BF5-912C-5804880BBC08}"/>
              </a:ext>
            </a:extLst>
          </p:cNvPr>
          <p:cNvSpPr/>
          <p:nvPr/>
        </p:nvSpPr>
        <p:spPr>
          <a:xfrm>
            <a:off x="923505" y="5613095"/>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lumMod val="75000"/>
                    <a:lumOff val="25000"/>
                  </a:schemeClr>
                </a:solidFill>
              </a:rPr>
              <a:t>05</a:t>
            </a:r>
            <a:endParaRPr lang="ko-KR" altLang="en-US" sz="1200" b="1" dirty="0">
              <a:solidFill>
                <a:schemeClr val="tx1">
                  <a:lumMod val="75000"/>
                  <a:lumOff val="25000"/>
                </a:schemeClr>
              </a:solidFill>
            </a:endParaRPr>
          </a:p>
        </p:txBody>
      </p:sp>
      <p:sp>
        <p:nvSpPr>
          <p:cNvPr id="39" name="TextBox 38">
            <a:extLst>
              <a:ext uri="{FF2B5EF4-FFF2-40B4-BE49-F238E27FC236}">
                <a16:creationId xmlns:a16="http://schemas.microsoft.com/office/drawing/2014/main" id="{C056871F-9E66-2EF8-CAB2-22DA1B44E17C}"/>
              </a:ext>
            </a:extLst>
          </p:cNvPr>
          <p:cNvSpPr txBox="1"/>
          <p:nvPr/>
        </p:nvSpPr>
        <p:spPr>
          <a:xfrm>
            <a:off x="1369153" y="4037737"/>
            <a:ext cx="9453694" cy="323165"/>
          </a:xfrm>
          <a:prstGeom prst="rect">
            <a:avLst/>
          </a:prstGeom>
          <a:noFill/>
        </p:spPr>
        <p:txBody>
          <a:bodyPr wrap="square" rtlCol="0">
            <a:spAutoFit/>
          </a:bodyPr>
          <a:lstStyle/>
          <a:p>
            <a:r>
              <a:rPr lang="en-US" altLang="ko-KR" sz="1500" b="1">
                <a:solidFill>
                  <a:srgbClr val="002060"/>
                </a:solidFill>
                <a:latin typeface="Aptos" panose="020B0004020202020204" pitchFamily="34" charset="0"/>
                <a:cs typeface="Arial" pitchFamily="34" charset="0"/>
              </a:rPr>
              <a:t>Cân </a:t>
            </a:r>
            <a:r>
              <a:rPr lang="vi-VN" altLang="ko-KR" sz="1500" b="1">
                <a:solidFill>
                  <a:srgbClr val="002060"/>
                </a:solidFill>
                <a:latin typeface="Aptos" panose="020B0004020202020204" pitchFamily="34" charset="0"/>
                <a:cs typeface="Arial" pitchFamily="34" charset="0"/>
              </a:rPr>
              <a:t>đối lại nguồn </a:t>
            </a:r>
            <a:r>
              <a:rPr lang="en-US" altLang="ko-KR" sz="1500" b="1">
                <a:solidFill>
                  <a:srgbClr val="002060"/>
                </a:solidFill>
                <a:latin typeface="Aptos" panose="020B0004020202020204" pitchFamily="34" charset="0"/>
                <a:cs typeface="Arial" pitchFamily="34" charset="0"/>
              </a:rPr>
              <a:t>NVL</a:t>
            </a:r>
            <a:r>
              <a:rPr lang="vi-VN" altLang="ko-KR" sz="1500" b="1">
                <a:solidFill>
                  <a:srgbClr val="002060"/>
                </a:solidFill>
                <a:latin typeface="Aptos" panose="020B0004020202020204" pitchFamily="34" charset="0"/>
                <a:cs typeface="Arial" pitchFamily="34" charset="0"/>
              </a:rPr>
              <a:t> </a:t>
            </a:r>
            <a:r>
              <a:rPr lang="en-US" altLang="ko-KR" sz="1500" b="1">
                <a:solidFill>
                  <a:srgbClr val="002060"/>
                </a:solidFill>
                <a:latin typeface="Aptos" panose="020B0004020202020204" pitchFamily="34" charset="0"/>
                <a:cs typeface="Arial" pitchFamily="34" charset="0"/>
              </a:rPr>
              <a:t>&amp;</a:t>
            </a:r>
            <a:r>
              <a:rPr lang="vi-VN" altLang="ko-KR" sz="1500" b="1">
                <a:solidFill>
                  <a:srgbClr val="002060"/>
                </a:solidFill>
                <a:latin typeface="Aptos" panose="020B0004020202020204" pitchFamily="34" charset="0"/>
                <a:cs typeface="Arial" pitchFamily="34" charset="0"/>
              </a:rPr>
              <a:t> dịch vụ liên quan đến hoạt động sản xuất – xuất khẩu sản phẩm rPET đi Mỹ</a:t>
            </a:r>
            <a:endParaRPr lang="ko-KR" altLang="en-US" sz="1500" b="1" dirty="0">
              <a:solidFill>
                <a:srgbClr val="002060"/>
              </a:solidFill>
              <a:latin typeface="Aptos" panose="020B0004020202020204" pitchFamily="34" charset="0"/>
              <a:cs typeface="Arial" pitchFamily="34" charset="0"/>
            </a:endParaRPr>
          </a:p>
        </p:txBody>
      </p:sp>
      <p:sp>
        <p:nvSpPr>
          <p:cNvPr id="42" name="TextBox 41">
            <a:extLst>
              <a:ext uri="{FF2B5EF4-FFF2-40B4-BE49-F238E27FC236}">
                <a16:creationId xmlns:a16="http://schemas.microsoft.com/office/drawing/2014/main" id="{EAF9C311-727D-52CB-9875-65590756C63D}"/>
              </a:ext>
            </a:extLst>
          </p:cNvPr>
          <p:cNvSpPr txBox="1"/>
          <p:nvPr/>
        </p:nvSpPr>
        <p:spPr>
          <a:xfrm>
            <a:off x="1414331" y="4360902"/>
            <a:ext cx="10077450" cy="523220"/>
          </a:xfrm>
          <a:prstGeom prst="rect">
            <a:avLst/>
          </a:prstGeom>
          <a:noFill/>
        </p:spPr>
        <p:txBody>
          <a:bodyPr wrap="square">
            <a:spAutoFit/>
          </a:bodyPr>
          <a:lstStyle/>
          <a:p>
            <a:r>
              <a:rPr lang="en-US" sz="1400">
                <a:effectLst/>
                <a:latin typeface="Aptos" panose="020B0004020202020204" pitchFamily="34" charset="0"/>
                <a:ea typeface="Calibri" panose="020F0502020204030204" pitchFamily="34" charset="0"/>
                <a:cs typeface="Calibri" panose="020F0502020204030204" pitchFamily="34" charset="0"/>
              </a:rPr>
              <a:t>DTR có thể nghiên cứu nhập khẩu NVL hoặc dịch vụ của các quốc gia được Mỹ công nhận là có nền kinh tế thị trường nhằm hạn chế việc bị áp giá trị thay thế (Lưu ý: </a:t>
            </a:r>
            <a:r>
              <a:rPr lang="en-US" sz="1400" i="1">
                <a:effectLst/>
                <a:latin typeface="Aptos" panose="020B0004020202020204" pitchFamily="34" charset="0"/>
                <a:ea typeface="Calibri" panose="020F0502020204030204" pitchFamily="34" charset="0"/>
                <a:cs typeface="Calibri" panose="020F0502020204030204" pitchFamily="34" charset="0"/>
              </a:rPr>
              <a:t>hạn chế tối đa nhập từ </a:t>
            </a:r>
            <a:r>
              <a:rPr lang="en-US" sz="1400" b="1" i="1">
                <a:solidFill>
                  <a:srgbClr val="002060"/>
                </a:solidFill>
                <a:effectLst/>
                <a:latin typeface="Aptos" panose="020B0004020202020204" pitchFamily="34" charset="0"/>
                <a:ea typeface="Calibri" panose="020F0502020204030204" pitchFamily="34" charset="0"/>
                <a:cs typeface="Calibri" panose="020F0502020204030204" pitchFamily="34" charset="0"/>
              </a:rPr>
              <a:t>Trung Quốc</a:t>
            </a:r>
            <a:r>
              <a:rPr lang="en-US" sz="1400" dirty="0">
                <a:effectLst/>
                <a:latin typeface="Aptos" panose="020B0004020202020204" pitchFamily="34" charset="0"/>
                <a:ea typeface="Calibri" panose="020F0502020204030204" pitchFamily="34" charset="0"/>
                <a:cs typeface="Calibri" panose="020F0502020204030204" pitchFamily="34" charset="0"/>
              </a:rPr>
              <a:t>)</a:t>
            </a:r>
            <a:endParaRPr lang="en-US" sz="1400" dirty="0"/>
          </a:p>
        </p:txBody>
      </p:sp>
      <p:sp>
        <p:nvSpPr>
          <p:cNvPr id="44" name="TextBox 43">
            <a:extLst>
              <a:ext uri="{FF2B5EF4-FFF2-40B4-BE49-F238E27FC236}">
                <a16:creationId xmlns:a16="http://schemas.microsoft.com/office/drawing/2014/main" id="{0A38B6E7-654B-8A69-1F0E-FB58BD1592A2}"/>
              </a:ext>
            </a:extLst>
          </p:cNvPr>
          <p:cNvSpPr txBox="1"/>
          <p:nvPr/>
        </p:nvSpPr>
        <p:spPr>
          <a:xfrm>
            <a:off x="1369153" y="5016994"/>
            <a:ext cx="10334152" cy="323165"/>
          </a:xfrm>
          <a:prstGeom prst="rect">
            <a:avLst/>
          </a:prstGeom>
          <a:noFill/>
        </p:spPr>
        <p:txBody>
          <a:bodyPr wrap="square">
            <a:spAutoFit/>
          </a:bodyPr>
          <a:lstStyle/>
          <a:p>
            <a:r>
              <a:rPr lang="en-US" sz="1500" b="1">
                <a:solidFill>
                  <a:srgbClr val="002060"/>
                </a:solidFill>
                <a:effectLst/>
                <a:latin typeface="Aptos" panose="020B0004020202020204" pitchFamily="34" charset="0"/>
                <a:ea typeface="Calibri" panose="020F0502020204030204" pitchFamily="34" charset="0"/>
                <a:cs typeface="Calibri" panose="020F0502020204030204" pitchFamily="34" charset="0"/>
              </a:rPr>
              <a:t>Tìm hiểu các quốc gia tiềm năng trở thành quốc gia thay thế cho Việt Nam, và bộ dữ liệu về giá trị thay thế quốc gia đó</a:t>
            </a:r>
            <a:endParaRPr lang="en-US" sz="1500" dirty="0">
              <a:solidFill>
                <a:srgbClr val="002060"/>
              </a:solidFill>
            </a:endParaRPr>
          </a:p>
        </p:txBody>
      </p:sp>
      <p:sp>
        <p:nvSpPr>
          <p:cNvPr id="46" name="TextBox 45">
            <a:extLst>
              <a:ext uri="{FF2B5EF4-FFF2-40B4-BE49-F238E27FC236}">
                <a16:creationId xmlns:a16="http://schemas.microsoft.com/office/drawing/2014/main" id="{144976BF-CB84-B6F3-B954-49ED417B34A3}"/>
              </a:ext>
            </a:extLst>
          </p:cNvPr>
          <p:cNvSpPr txBox="1"/>
          <p:nvPr/>
        </p:nvSpPr>
        <p:spPr>
          <a:xfrm>
            <a:off x="1369153" y="5613095"/>
            <a:ext cx="6096000" cy="323165"/>
          </a:xfrm>
          <a:prstGeom prst="rect">
            <a:avLst/>
          </a:prstGeom>
          <a:noFill/>
        </p:spPr>
        <p:txBody>
          <a:bodyPr wrap="square">
            <a:spAutoFit/>
          </a:bodyPr>
          <a:lstStyle/>
          <a:p>
            <a:r>
              <a:rPr lang="en-US" sz="1500" b="1">
                <a:solidFill>
                  <a:srgbClr val="002060"/>
                </a:solidFill>
                <a:effectLst/>
                <a:latin typeface="Aptos" panose="020B0004020202020204" pitchFamily="34" charset="0"/>
                <a:ea typeface="Calibri" panose="020F0502020204030204" pitchFamily="34" charset="0"/>
                <a:cs typeface="Calibri" panose="020F0502020204030204" pitchFamily="34" charset="0"/>
              </a:rPr>
              <a:t>Liên tục theo dõi về các diễn biến liên quan tại thị trường Mỹ</a:t>
            </a:r>
            <a:endParaRPr lang="en-US" sz="1500" dirty="0">
              <a:solidFill>
                <a:srgbClr val="002060"/>
              </a:solidFill>
            </a:endParaRPr>
          </a:p>
        </p:txBody>
      </p:sp>
    </p:spTree>
    <p:extLst>
      <p:ext uri="{BB962C8B-B14F-4D97-AF65-F5344CB8AC3E}">
        <p14:creationId xmlns:p14="http://schemas.microsoft.com/office/powerpoint/2010/main" val="3892388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D63AB-86E6-B35A-3F3D-2E2377C54B6A}"/>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2CE648D3-6AA9-9DEA-5D5F-F9799B420F88}"/>
              </a:ext>
            </a:extLst>
          </p:cNvPr>
          <p:cNvSpPr/>
          <p:nvPr/>
        </p:nvSpPr>
        <p:spPr>
          <a:xfrm>
            <a:off x="923505" y="2029910"/>
            <a:ext cx="386384" cy="360040"/>
          </a:xfrm>
          <a:prstGeom prst="rect">
            <a:avLst/>
          </a:prstGeom>
          <a:solidFill>
            <a:schemeClr val="bg1"/>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01</a:t>
            </a:r>
            <a:endParaRPr lang="ko-KR" altLang="en-US" sz="1200" b="1">
              <a:solidFill>
                <a:schemeClr val="tx1">
                  <a:lumMod val="75000"/>
                  <a:lumOff val="25000"/>
                </a:schemeClr>
              </a:solidFill>
            </a:endParaRPr>
          </a:p>
        </p:txBody>
      </p:sp>
      <p:sp>
        <p:nvSpPr>
          <p:cNvPr id="31" name="Rectangle 30">
            <a:extLst>
              <a:ext uri="{FF2B5EF4-FFF2-40B4-BE49-F238E27FC236}">
                <a16:creationId xmlns:a16="http://schemas.microsoft.com/office/drawing/2014/main" id="{3E163E5C-240E-8C08-0C84-018DE9CE437B}"/>
              </a:ext>
            </a:extLst>
          </p:cNvPr>
          <p:cNvSpPr/>
          <p:nvPr/>
        </p:nvSpPr>
        <p:spPr>
          <a:xfrm>
            <a:off x="923505" y="3306647"/>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02</a:t>
            </a:r>
            <a:endParaRPr lang="ko-KR" altLang="en-US" sz="1200" b="1">
              <a:solidFill>
                <a:schemeClr val="tx1">
                  <a:lumMod val="75000"/>
                  <a:lumOff val="25000"/>
                </a:schemeClr>
              </a:solidFill>
            </a:endParaRPr>
          </a:p>
        </p:txBody>
      </p:sp>
      <p:sp>
        <p:nvSpPr>
          <p:cNvPr id="34" name="Text Placeholder 1">
            <a:extLst>
              <a:ext uri="{FF2B5EF4-FFF2-40B4-BE49-F238E27FC236}">
                <a16:creationId xmlns:a16="http://schemas.microsoft.com/office/drawing/2014/main" id="{0EDBC4C4-9A73-A0E5-8D83-A29C2C14A7A9}"/>
              </a:ext>
            </a:extLst>
          </p:cNvPr>
          <p:cNvSpPr txBox="1">
            <a:spLocks/>
          </p:cNvSpPr>
          <p:nvPr/>
        </p:nvSpPr>
        <p:spPr>
          <a:xfrm>
            <a:off x="591185" y="608997"/>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b="1">
                <a:solidFill>
                  <a:schemeClr val="bg1"/>
                </a:solidFill>
              </a:rPr>
              <a:t>KIẾN NGHỊ VỀ HỆ THỐNG DỮ LIỆU DTR</a:t>
            </a:r>
            <a:endParaRPr lang="en-US" sz="4400" b="1" dirty="0">
              <a:solidFill>
                <a:schemeClr val="bg1"/>
              </a:solidFill>
            </a:endParaRPr>
          </a:p>
        </p:txBody>
      </p:sp>
      <p:sp>
        <p:nvSpPr>
          <p:cNvPr id="36" name="TextBox 35">
            <a:extLst>
              <a:ext uri="{FF2B5EF4-FFF2-40B4-BE49-F238E27FC236}">
                <a16:creationId xmlns:a16="http://schemas.microsoft.com/office/drawing/2014/main" id="{C5DADCB8-E4D2-A257-BC5C-5F71C2C02B07}"/>
              </a:ext>
            </a:extLst>
          </p:cNvPr>
          <p:cNvSpPr txBox="1"/>
          <p:nvPr/>
        </p:nvSpPr>
        <p:spPr>
          <a:xfrm>
            <a:off x="1414331" y="1922871"/>
            <a:ext cx="9453694" cy="338554"/>
          </a:xfrm>
          <a:prstGeom prst="rect">
            <a:avLst/>
          </a:prstGeom>
          <a:noFill/>
        </p:spPr>
        <p:txBody>
          <a:bodyPr wrap="square" rtlCol="0">
            <a:spAutoFit/>
          </a:bodyPr>
          <a:lstStyle/>
          <a:p>
            <a:r>
              <a:rPr lang="en-US" sz="1600" b="1" dirty="0" err="1">
                <a:effectLst/>
                <a:latin typeface="Aptos" panose="020B0004020202020204" pitchFamily="34" charset="0"/>
                <a:ea typeface="Calibri" panose="020F0502020204030204" pitchFamily="34" charset="0"/>
                <a:cs typeface="Calibri" panose="020F0502020204030204" pitchFamily="34" charset="0"/>
              </a:rPr>
              <a:t>Nghiên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cứu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phương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án</a:t>
            </a:r>
            <a:r>
              <a:rPr lang="en-US" sz="1600" b="1" dirty="0">
                <a:effectLst/>
                <a:latin typeface="Aptos" panose="020B0004020202020204" pitchFamily="34" charset="0"/>
                <a:ea typeface="Calibri" panose="020F0502020204030204" pitchFamily="34" charset="0"/>
                <a:cs typeface="Calibri" panose="020F0502020204030204" pitchFamily="34" charset="0"/>
              </a:rPr>
              <a:t> sản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r>
              <a:rPr lang="en-US" sz="1600" b="1" dirty="0">
                <a:effectLst/>
                <a:latin typeface="Aptos" panose="020B0004020202020204" pitchFamily="34" charset="0"/>
                <a:ea typeface="Calibri" panose="020F0502020204030204" pitchFamily="34" charset="0"/>
                <a:cs typeface="Calibri" panose="020F0502020204030204" pitchFamily="34" charset="0"/>
              </a:rPr>
              <a:t> để </a:t>
            </a:r>
            <a:r>
              <a:rPr lang="en-US" sz="1600" b="1" dirty="0" err="1">
                <a:effectLst/>
                <a:latin typeface="Aptos" panose="020B0004020202020204" pitchFamily="34" charset="0"/>
                <a:ea typeface="Calibri" panose="020F0502020204030204" pitchFamily="34" charset="0"/>
                <a:cs typeface="Calibri" panose="020F0502020204030204" pitchFamily="34" charset="0"/>
              </a:rPr>
              <a:t>tránh</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các</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lệnh</a:t>
            </a:r>
            <a:r>
              <a:rPr lang="en-US" sz="1600" b="1" dirty="0">
                <a:effectLst/>
                <a:latin typeface="Aptos" panose="020B0004020202020204" pitchFamily="34" charset="0"/>
                <a:ea typeface="Calibri" panose="020F0502020204030204" pitchFamily="34" charset="0"/>
                <a:cs typeface="Calibri" panose="020F0502020204030204" pitchFamily="34" charset="0"/>
              </a:rPr>
              <a:t> sản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vắt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kỳ</a:t>
            </a:r>
            <a:endParaRPr lang="ko-KR" altLang="en-US" sz="1600" b="1" dirty="0">
              <a:solidFill>
                <a:srgbClr val="002060"/>
              </a:solidFill>
              <a:latin typeface="Aptos" panose="020B0004020202020204" pitchFamily="34" charset="0"/>
              <a:cs typeface="Arial" pitchFamily="34" charset="0"/>
            </a:endParaRPr>
          </a:p>
        </p:txBody>
      </p:sp>
      <p:sp>
        <p:nvSpPr>
          <p:cNvPr id="42" name="TextBox 41">
            <a:extLst>
              <a:ext uri="{FF2B5EF4-FFF2-40B4-BE49-F238E27FC236}">
                <a16:creationId xmlns:a16="http://schemas.microsoft.com/office/drawing/2014/main" id="{6722A10F-1C6A-6322-BFE0-9821485E12F6}"/>
              </a:ext>
            </a:extLst>
          </p:cNvPr>
          <p:cNvSpPr txBox="1"/>
          <p:nvPr/>
        </p:nvSpPr>
        <p:spPr>
          <a:xfrm>
            <a:off x="1414331" y="3642469"/>
            <a:ext cx="8932827" cy="523220"/>
          </a:xfrm>
          <a:prstGeom prst="rect">
            <a:avLst/>
          </a:prstGeom>
          <a:noFill/>
        </p:spPr>
        <p:txBody>
          <a:bodyPr wrap="square">
            <a:spAutoFit/>
          </a:bodyPr>
          <a:lstStyle/>
          <a:p>
            <a:pPr>
              <a:spcBef>
                <a:spcPts val="600"/>
              </a:spcBef>
            </a:pPr>
            <a:r>
              <a:rPr lang="en-US" sz="1400" dirty="0">
                <a:effectLst/>
                <a:latin typeface="Aptos" panose="020B0004020202020204" pitchFamily="34" charset="0"/>
                <a:ea typeface="Calibri" panose="020F0502020204030204" pitchFamily="34" charset="0"/>
                <a:cs typeface="Calibri" panose="020F0502020204030204" pitchFamily="34" charset="0"/>
              </a:rPr>
              <a:t>Để </a:t>
            </a:r>
            <a:r>
              <a:rPr lang="en-US" sz="1400" dirty="0" err="1">
                <a:effectLst/>
                <a:latin typeface="Aptos" panose="020B0004020202020204" pitchFamily="34" charset="0"/>
                <a:ea typeface="Calibri" panose="020F0502020204030204" pitchFamily="34" charset="0"/>
                <a:cs typeface="Calibri" panose="020F0502020204030204" pitchFamily="34" charset="0"/>
              </a:rPr>
              <a:t>tăng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tính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thuyết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phục</a:t>
            </a:r>
            <a:r>
              <a:rPr lang="en-US" sz="1400" dirty="0">
                <a:effectLst/>
                <a:latin typeface="Aptos" panose="020B0004020202020204" pitchFamily="34" charset="0"/>
                <a:ea typeface="Calibri" panose="020F0502020204030204" pitchFamily="34" charset="0"/>
                <a:cs typeface="Calibri" panose="020F0502020204030204" pitchFamily="34" charset="0"/>
              </a:rPr>
              <a:t> của </a:t>
            </a:r>
            <a:r>
              <a:rPr lang="en-US" sz="1400" dirty="0" err="1">
                <a:effectLst/>
                <a:latin typeface="Aptos" panose="020B0004020202020204" pitchFamily="34" charset="0"/>
                <a:ea typeface="Calibri" panose="020F0502020204030204" pitchFamily="34" charset="0"/>
                <a:cs typeface="Calibri" panose="020F0502020204030204" pitchFamily="34" charset="0"/>
              </a:rPr>
              <a:t>hệ</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thống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dữ</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liệu</a:t>
            </a:r>
            <a:r>
              <a:rPr lang="en-US" sz="1400" dirty="0">
                <a:effectLst/>
                <a:latin typeface="Aptos" panose="020B0004020202020204" pitchFamily="34" charset="0"/>
                <a:ea typeface="Calibri" panose="020F0502020204030204" pitchFamily="34" charset="0"/>
                <a:cs typeface="Calibri" panose="020F0502020204030204" pitchFamily="34" charset="0"/>
              </a:rPr>
              <a:t> của công ty, </a:t>
            </a:r>
            <a:r>
              <a:rPr lang="en-US" sz="1400" dirty="0" err="1">
                <a:effectLst/>
                <a:latin typeface="Aptos" panose="020B0004020202020204" pitchFamily="34" charset="0"/>
                <a:ea typeface="Calibri" panose="020F0502020204030204" pitchFamily="34" charset="0"/>
                <a:cs typeface="Calibri" panose="020F0502020204030204" pitchFamily="34" charset="0"/>
              </a:rPr>
              <a:t>cũng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như</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quản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lý</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tốt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hơn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quá</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trình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truy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nguồn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gốc</a:t>
            </a:r>
            <a:r>
              <a:rPr lang="en-US" sz="1400" dirty="0">
                <a:effectLst/>
                <a:latin typeface="Aptos" panose="020B0004020202020204" pitchFamily="34" charset="0"/>
                <a:ea typeface="Calibri" panose="020F0502020204030204" pitchFamily="34" charset="0"/>
                <a:cs typeface="Calibri" panose="020F0502020204030204" pitchFamily="34" charset="0"/>
              </a:rPr>
              <a:t>, công ty </a:t>
            </a:r>
            <a:r>
              <a:rPr lang="en-US" sz="1400" dirty="0" err="1">
                <a:effectLst/>
                <a:latin typeface="Aptos" panose="020B0004020202020204" pitchFamily="34" charset="0"/>
                <a:ea typeface="Calibri" panose="020F0502020204030204" pitchFamily="34" charset="0"/>
                <a:cs typeface="Calibri" panose="020F0502020204030204" pitchFamily="34" charset="0"/>
              </a:rPr>
              <a:t>có</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thể</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nghiên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cứu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phương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án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tích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hợp</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các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dữ</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liệu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truy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nguồn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gốc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lên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phần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mềm</a:t>
            </a:r>
            <a:r>
              <a:rPr lang="en-US" sz="1400" dirty="0">
                <a:effectLst/>
                <a:latin typeface="Aptos" panose="020B0004020202020204" pitchFamily="34" charset="0"/>
                <a:ea typeface="Calibri" panose="020F0502020204030204" pitchFamily="34" charset="0"/>
                <a:cs typeface="Calibri" panose="020F0502020204030204" pitchFamily="34" charset="0"/>
              </a:rPr>
              <a:t> sản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và </a:t>
            </a:r>
            <a:r>
              <a:rPr lang="en-US" sz="1400" dirty="0" err="1">
                <a:effectLst/>
                <a:latin typeface="Aptos" panose="020B0004020202020204" pitchFamily="34" charset="0"/>
                <a:ea typeface="Calibri" panose="020F0502020204030204" pitchFamily="34" charset="0"/>
                <a:cs typeface="Calibri" panose="020F0502020204030204" pitchFamily="34" charset="0"/>
              </a:rPr>
              <a:t>kế</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toán</a:t>
            </a:r>
            <a:r>
              <a:rPr lang="en-US" sz="1400" dirty="0">
                <a:effectLst/>
                <a:latin typeface="Aptos" panose="020B0004020202020204" pitchFamily="34" charset="0"/>
                <a:ea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D4C0EC8C-DEC5-BB53-D4E8-2609FB02D337}"/>
              </a:ext>
            </a:extLst>
          </p:cNvPr>
          <p:cNvSpPr txBox="1"/>
          <p:nvPr/>
        </p:nvSpPr>
        <p:spPr>
          <a:xfrm>
            <a:off x="1414331" y="2261425"/>
            <a:ext cx="9075869" cy="954107"/>
          </a:xfrm>
          <a:prstGeom prst="rect">
            <a:avLst/>
          </a:prstGeom>
          <a:noFill/>
        </p:spPr>
        <p:txBody>
          <a:bodyPr wrap="square">
            <a:spAutoFit/>
          </a:bodyPr>
          <a:lstStyle/>
          <a:p>
            <a:r>
              <a:rPr lang="en-US" sz="1400" dirty="0" err="1">
                <a:effectLst/>
                <a:latin typeface="Aptos" panose="020B0004020202020204" pitchFamily="34" charset="0"/>
                <a:ea typeface="Calibri" panose="020F0502020204030204" pitchFamily="34" charset="0"/>
                <a:cs typeface="Calibri" panose="020F0502020204030204" pitchFamily="34" charset="0"/>
              </a:rPr>
              <a:t>Tránh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tình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trạng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một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lệnh</a:t>
            </a:r>
            <a:r>
              <a:rPr lang="en-US" sz="1400" dirty="0">
                <a:effectLst/>
                <a:latin typeface="Aptos" panose="020B0004020202020204" pitchFamily="34" charset="0"/>
                <a:ea typeface="Calibri" panose="020F0502020204030204" pitchFamily="34" charset="0"/>
                <a:cs typeface="Calibri" panose="020F0502020204030204" pitchFamily="34" charset="0"/>
              </a:rPr>
              <a:t> sản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vắt</a:t>
            </a:r>
            <a:r>
              <a:rPr lang="en-US" sz="1400" dirty="0">
                <a:effectLst/>
                <a:latin typeface="Aptos" panose="020B0004020202020204" pitchFamily="34" charset="0"/>
                <a:ea typeface="Calibri" panose="020F0502020204030204" pitchFamily="34" charset="0"/>
                <a:cs typeface="Calibri" panose="020F0502020204030204" pitchFamily="34" charset="0"/>
              </a:rPr>
              <a:t> qua </a:t>
            </a:r>
            <a:r>
              <a:rPr lang="en-US" sz="1400" dirty="0" err="1">
                <a:effectLst/>
                <a:latin typeface="Aptos" panose="020B0004020202020204" pitchFamily="34" charset="0"/>
                <a:ea typeface="Calibri" panose="020F0502020204030204" pitchFamily="34" charset="0"/>
                <a:cs typeface="Calibri" panose="020F0502020204030204" pitchFamily="34" charset="0"/>
              </a:rPr>
              <a:t>hai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kì</a:t>
            </a:r>
            <a:r>
              <a:rPr lang="en-US" sz="1400" dirty="0">
                <a:effectLst/>
                <a:latin typeface="Aptos" panose="020B0004020202020204" pitchFamily="34" charset="0"/>
                <a:ea typeface="Calibri" panose="020F0502020204030204" pitchFamily="34" charset="0"/>
                <a:cs typeface="Calibri" panose="020F0502020204030204" pitchFamily="34" charset="0"/>
              </a:rPr>
              <a:t> số </a:t>
            </a:r>
            <a:r>
              <a:rPr lang="en-US" sz="1400" dirty="0" err="1">
                <a:latin typeface="Aptos" panose="020B0004020202020204" pitchFamily="34" charset="0"/>
                <a:ea typeface="Calibri" panose="020F0502020204030204" pitchFamily="34" charset="0"/>
                <a:cs typeface="Calibri" panose="020F0502020204030204" pitchFamily="34" charset="0"/>
              </a:rPr>
              <a:t>liệu</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gây</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ảnh</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hưởng</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đến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kết</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quả</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tính</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toán</a:t>
            </a:r>
            <a:r>
              <a:rPr lang="en-US" sz="1400" dirty="0">
                <a:latin typeface="Aptos" panose="020B0004020202020204" pitchFamily="34" charset="0"/>
                <a:ea typeface="Calibri" panose="020F0502020204030204" pitchFamily="34" charset="0"/>
                <a:cs typeface="Calibri" panose="020F0502020204030204" pitchFamily="34" charset="0"/>
              </a:rPr>
              <a:t> lượng </a:t>
            </a:r>
            <a:r>
              <a:rPr lang="en-US" sz="1400" dirty="0" err="1">
                <a:latin typeface="Aptos" panose="020B0004020202020204" pitchFamily="34" charset="0"/>
                <a:ea typeface="Calibri" panose="020F0502020204030204" pitchFamily="34" charset="0"/>
                <a:cs typeface="Calibri" panose="020F0502020204030204" pitchFamily="34" charset="0"/>
              </a:rPr>
              <a:t>tiêu</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thụ</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nguyên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vật</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liệu</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cho</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một</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đơn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vị</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thành</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phẩm</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đồng</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thời</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khiến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cho</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việc</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quản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lí</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dữ</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liệu</a:t>
            </a:r>
            <a:r>
              <a:rPr lang="en-US" sz="1400" dirty="0">
                <a:latin typeface="Aptos" panose="020B0004020202020204" pitchFamily="34" charset="0"/>
                <a:ea typeface="Calibri" panose="020F0502020204030204" pitchFamily="34" charset="0"/>
                <a:cs typeface="Calibri" panose="020F0502020204030204" pitchFamily="34" charset="0"/>
              </a:rPr>
              <a:t> và </a:t>
            </a:r>
            <a:r>
              <a:rPr lang="en-US" sz="1400" dirty="0" err="1">
                <a:latin typeface="Aptos" panose="020B0004020202020204" pitchFamily="34" charset="0"/>
                <a:ea typeface="Calibri" panose="020F0502020204030204" pitchFamily="34" charset="0"/>
                <a:cs typeface="Calibri" panose="020F0502020204030204" pitchFamily="34" charset="0"/>
              </a:rPr>
              <a:t>hạch</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toán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kế</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toán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trở</a:t>
            </a:r>
            <a:r>
              <a:rPr lang="en-US" sz="1400" dirty="0">
                <a:latin typeface="Aptos" panose="020B0004020202020204" pitchFamily="34" charset="0"/>
                <a:ea typeface="Calibri" panose="020F0502020204030204" pitchFamily="34" charset="0"/>
                <a:cs typeface="Calibri" panose="020F0502020204030204" pitchFamily="34" charset="0"/>
              </a:rPr>
              <a:t> nên </a:t>
            </a:r>
            <a:r>
              <a:rPr lang="en-US" sz="1400" dirty="0" err="1">
                <a:latin typeface="Aptos" panose="020B0004020202020204" pitchFamily="34" charset="0"/>
                <a:ea typeface="Calibri" panose="020F0502020204030204" pitchFamily="34" charset="0"/>
                <a:cs typeface="Calibri" panose="020F0502020204030204" pitchFamily="34" charset="0"/>
              </a:rPr>
              <a:t>dễ</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dàng</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gọn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gàng</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hơn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hạn</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chế</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việc</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chống</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chéo</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thông</a:t>
            </a:r>
            <a:r>
              <a:rPr lang="en-US" sz="1400" dirty="0">
                <a:latin typeface="Aptos" panose="020B0004020202020204" pitchFamily="34" charset="0"/>
                <a:ea typeface="Calibri" panose="020F0502020204030204" pitchFamily="34" charset="0"/>
                <a:cs typeface="Calibri" panose="020F0502020204030204" pitchFamily="34" charset="0"/>
              </a:rPr>
              <a:t> tin </a:t>
            </a:r>
            <a:r>
              <a:rPr lang="en-US" sz="1400" dirty="0" err="1">
                <a:latin typeface="Aptos" panose="020B0004020202020204" pitchFamily="34" charset="0"/>
                <a:ea typeface="Calibri" panose="020F0502020204030204" pitchFamily="34" charset="0"/>
                <a:cs typeface="Calibri" panose="020F0502020204030204" pitchFamily="34" charset="0"/>
              </a:rPr>
              <a:t>giữa</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các</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lệnh</a:t>
            </a:r>
            <a:r>
              <a:rPr lang="en-US" sz="1400" dirty="0">
                <a:latin typeface="Aptos" panose="020B0004020202020204" pitchFamily="34" charset="0"/>
                <a:ea typeface="Calibri" panose="020F0502020204030204" pitchFamily="34" charset="0"/>
                <a:cs typeface="Calibri" panose="020F0502020204030204" pitchFamily="34" charset="0"/>
              </a:rPr>
              <a:t> sản </a:t>
            </a:r>
            <a:r>
              <a:rPr lang="en-US" sz="1400" dirty="0" err="1">
                <a:latin typeface="Aptos" panose="020B0004020202020204" pitchFamily="34" charset="0"/>
                <a:ea typeface="Calibri" panose="020F0502020204030204" pitchFamily="34" charset="0"/>
                <a:cs typeface="Calibri" panose="020F0502020204030204" pitchFamily="34" charset="0"/>
              </a:rPr>
              <a:t>xuất</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với</a:t>
            </a:r>
            <a:r>
              <a:rPr lang="en-US" sz="1400" dirty="0">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nhau</a:t>
            </a:r>
            <a:r>
              <a:rPr lang="en-US" sz="1400" dirty="0">
                <a:latin typeface="Aptos" panose="020B0004020202020204" pitchFamily="34" charset="0"/>
                <a:ea typeface="Calibri" panose="020F0502020204030204" pitchFamily="34" charset="0"/>
                <a:cs typeface="Calibri" panose="020F0502020204030204" pitchFamily="34" charset="0"/>
              </a:rPr>
              <a:t>.</a:t>
            </a:r>
          </a:p>
          <a:p>
            <a:endParaRPr lang="en-US" sz="1400" dirty="0"/>
          </a:p>
        </p:txBody>
      </p:sp>
      <p:sp>
        <p:nvSpPr>
          <p:cNvPr id="3" name="TextBox 2">
            <a:extLst>
              <a:ext uri="{FF2B5EF4-FFF2-40B4-BE49-F238E27FC236}">
                <a16:creationId xmlns:a16="http://schemas.microsoft.com/office/drawing/2014/main" id="{D65BD24F-4F9A-7854-C54D-1537B3262144}"/>
              </a:ext>
            </a:extLst>
          </p:cNvPr>
          <p:cNvSpPr txBox="1"/>
          <p:nvPr/>
        </p:nvSpPr>
        <p:spPr>
          <a:xfrm>
            <a:off x="1414331" y="3303133"/>
            <a:ext cx="9453694" cy="338554"/>
          </a:xfrm>
          <a:prstGeom prst="rect">
            <a:avLst/>
          </a:prstGeom>
          <a:noFill/>
        </p:spPr>
        <p:txBody>
          <a:bodyPr wrap="square" rtlCol="0">
            <a:spAutoFit/>
          </a:bodyPr>
          <a:lstStyle/>
          <a:p>
            <a:r>
              <a:rPr lang="en-US" sz="1600" b="1" dirty="0" err="1">
                <a:effectLst/>
                <a:latin typeface="Aptos" panose="020B0004020202020204" pitchFamily="34" charset="0"/>
                <a:ea typeface="Calibri" panose="020F0502020204030204" pitchFamily="34" charset="0"/>
                <a:cs typeface="Calibri" panose="020F0502020204030204" pitchFamily="34" charset="0"/>
              </a:rPr>
              <a:t>Nghiên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cứu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phương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án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đưa</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các</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dữ</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liệu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truy</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nguồn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gốc</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phần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mềm</a:t>
            </a:r>
            <a:r>
              <a:rPr lang="en-US" sz="1600" b="1" dirty="0">
                <a:effectLst/>
                <a:latin typeface="Aptos" panose="020B0004020202020204" pitchFamily="34" charset="0"/>
                <a:ea typeface="Calibri" panose="020F0502020204030204" pitchFamily="34" charset="0"/>
                <a:cs typeface="Calibri" panose="020F0502020204030204" pitchFamily="34" charset="0"/>
              </a:rPr>
              <a:t> sản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r>
              <a:rPr lang="en-US" sz="1600" b="1" dirty="0">
                <a:effectLst/>
                <a:latin typeface="Aptos" panose="020B0004020202020204" pitchFamily="34" charset="0"/>
                <a:ea typeface="Calibri" panose="020F0502020204030204" pitchFamily="34" charset="0"/>
                <a:cs typeface="Calibri" panose="020F0502020204030204" pitchFamily="34" charset="0"/>
              </a:rPr>
              <a:t> và </a:t>
            </a:r>
            <a:r>
              <a:rPr lang="en-US" sz="1600" b="1" dirty="0" err="1">
                <a:effectLst/>
                <a:latin typeface="Aptos" panose="020B0004020202020204" pitchFamily="34" charset="0"/>
                <a:ea typeface="Calibri" panose="020F0502020204030204" pitchFamily="34" charset="0"/>
                <a:cs typeface="Calibri" panose="020F0502020204030204" pitchFamily="34" charset="0"/>
              </a:rPr>
              <a:t>kế</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toán</a:t>
            </a:r>
            <a:endParaRPr lang="ko-KR" altLang="en-US" sz="1600" b="1" dirty="0">
              <a:solidFill>
                <a:srgbClr val="002060"/>
              </a:solidFill>
              <a:latin typeface="Aptos" panose="020B0004020202020204" pitchFamily="34" charset="0"/>
              <a:cs typeface="Arial" pitchFamily="34" charset="0"/>
            </a:endParaRPr>
          </a:p>
        </p:txBody>
      </p:sp>
    </p:spTree>
    <p:extLst>
      <p:ext uri="{BB962C8B-B14F-4D97-AF65-F5344CB8AC3E}">
        <p14:creationId xmlns:p14="http://schemas.microsoft.com/office/powerpoint/2010/main" val="4092492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E614-5EF0-D036-66D2-0AE27FBF290F}"/>
            </a:ext>
          </a:extLst>
        </p:cNvPr>
        <p:cNvGrpSpPr/>
        <p:nvPr/>
      </p:nvGrpSpPr>
      <p:grpSpPr>
        <a:xfrm>
          <a:off x="0" y="0"/>
          <a:ext cx="0" cy="0"/>
          <a:chOff x="0" y="0"/>
          <a:chExt cx="0" cy="0"/>
        </a:xfrm>
      </p:grpSpPr>
      <p:sp>
        <p:nvSpPr>
          <p:cNvPr id="6" name="TextBox 5">
            <a:hlinkClick r:id="rId2"/>
            <a:extLst>
              <a:ext uri="{FF2B5EF4-FFF2-40B4-BE49-F238E27FC236}">
                <a16:creationId xmlns:a16="http://schemas.microsoft.com/office/drawing/2014/main" id="{3D03FD4E-43E7-DDA6-9F59-39A5DD7176FE}"/>
              </a:ext>
            </a:extLst>
          </p:cNvPr>
          <p:cNvSpPr txBox="1"/>
          <p:nvPr/>
        </p:nvSpPr>
        <p:spPr>
          <a:xfrm>
            <a:off x="1004744" y="6126285"/>
            <a:ext cx="11187256" cy="251533"/>
          </a:xfrm>
          <a:prstGeom prst="rect">
            <a:avLst/>
          </a:prstGeom>
          <a:noFill/>
        </p:spPr>
        <p:txBody>
          <a:bodyPr wrap="square" rtlCol="0">
            <a:spAutoFit/>
          </a:bodyPr>
          <a:lstStyle/>
          <a:p>
            <a:r>
              <a:rPr lang="en-US" altLang="ko-KR" sz="1000">
                <a:solidFill>
                  <a:srgbClr val="002060"/>
                </a:solidFill>
                <a:cs typeface="Arial" pitchFamily="34" charset="0"/>
                <a:hlinkClick r:id="rId2">
                  <a:extLst>
                    <a:ext uri="{A12FA001-AC4F-418D-AE19-62706E023703}">
                      <ahyp:hlinkClr xmlns:ahyp="http://schemas.microsoft.com/office/drawing/2018/hyperlinkcolor" val="tx"/>
                    </a:ext>
                  </a:extLst>
                </a:hlinkClick>
              </a:rPr>
              <a:t>http://www.ghconsults.com</a:t>
            </a:r>
            <a:endParaRPr lang="ko-KR" altLang="en-US" sz="1000">
              <a:solidFill>
                <a:srgbClr val="002060"/>
              </a:solidFill>
              <a:cs typeface="Arial" pitchFamily="34" charset="0"/>
            </a:endParaRPr>
          </a:p>
        </p:txBody>
      </p:sp>
      <p:sp>
        <p:nvSpPr>
          <p:cNvPr id="124" name="TextBox 123">
            <a:extLst>
              <a:ext uri="{FF2B5EF4-FFF2-40B4-BE49-F238E27FC236}">
                <a16:creationId xmlns:a16="http://schemas.microsoft.com/office/drawing/2014/main" id="{C3E39EBD-98A9-5290-8B79-5E60539843A4}"/>
              </a:ext>
            </a:extLst>
          </p:cNvPr>
          <p:cNvSpPr txBox="1"/>
          <p:nvPr/>
        </p:nvSpPr>
        <p:spPr>
          <a:xfrm>
            <a:off x="963800" y="4584408"/>
            <a:ext cx="6660056" cy="830997"/>
          </a:xfrm>
          <a:prstGeom prst="rect">
            <a:avLst/>
          </a:prstGeom>
          <a:noFill/>
        </p:spPr>
        <p:txBody>
          <a:bodyPr wrap="square" rtlCol="0" anchor="ctr">
            <a:spAutoFit/>
          </a:bodyPr>
          <a:lstStyle/>
          <a:p>
            <a:endParaRPr lang="ko-KR" altLang="en-US" sz="4800">
              <a:solidFill>
                <a:schemeClr val="bg1"/>
              </a:solidFill>
              <a:cs typeface="Arial" pitchFamily="34" charset="0"/>
            </a:endParaRPr>
          </a:p>
        </p:txBody>
      </p:sp>
      <p:grpSp>
        <p:nvGrpSpPr>
          <p:cNvPr id="4" name="Group 3">
            <a:extLst>
              <a:ext uri="{FF2B5EF4-FFF2-40B4-BE49-F238E27FC236}">
                <a16:creationId xmlns:a16="http://schemas.microsoft.com/office/drawing/2014/main" id="{00BD7749-91B5-A064-D1E6-6A3CA3707FC2}"/>
              </a:ext>
            </a:extLst>
          </p:cNvPr>
          <p:cNvGrpSpPr/>
          <p:nvPr/>
        </p:nvGrpSpPr>
        <p:grpSpPr>
          <a:xfrm>
            <a:off x="1004187" y="5415806"/>
            <a:ext cx="6619669" cy="666764"/>
            <a:chOff x="635696" y="5757006"/>
            <a:chExt cx="6619669" cy="666764"/>
          </a:xfrm>
        </p:grpSpPr>
        <p:sp>
          <p:nvSpPr>
            <p:cNvPr id="14" name="TextBox 13">
              <a:extLst>
                <a:ext uri="{FF2B5EF4-FFF2-40B4-BE49-F238E27FC236}">
                  <a16:creationId xmlns:a16="http://schemas.microsoft.com/office/drawing/2014/main" id="{BD277EC4-40BB-5729-EF4E-4835C833E798}"/>
                </a:ext>
              </a:extLst>
            </p:cNvPr>
            <p:cNvSpPr txBox="1"/>
            <p:nvPr/>
          </p:nvSpPr>
          <p:spPr>
            <a:xfrm>
              <a:off x="635696" y="5757006"/>
              <a:ext cx="6619669" cy="379656"/>
            </a:xfrm>
            <a:prstGeom prst="rect">
              <a:avLst/>
            </a:prstGeom>
            <a:noFill/>
          </p:spPr>
          <p:txBody>
            <a:bodyPr wrap="square" rtlCol="0" anchor="ctr">
              <a:spAutoFit/>
            </a:bodyPr>
            <a:lstStyle/>
            <a:p>
              <a:r>
                <a:rPr lang="en-US" altLang="ko-KR" sz="1867" b="1">
                  <a:solidFill>
                    <a:srgbClr val="002060"/>
                  </a:solidFill>
                  <a:cs typeface="Arial" pitchFamily="34" charset="0"/>
                </a:rPr>
                <a:t>CÔNG TY CỔ PHẦN NHỰA DUY TÂN</a:t>
              </a:r>
              <a:endParaRPr lang="ko-KR" altLang="en-US" sz="1867" b="1" dirty="0">
                <a:solidFill>
                  <a:srgbClr val="002060"/>
                </a:solidFill>
                <a:cs typeface="Arial" pitchFamily="34" charset="0"/>
              </a:endParaRPr>
            </a:p>
          </p:txBody>
        </p:sp>
        <p:sp>
          <p:nvSpPr>
            <p:cNvPr id="125" name="TextBox 124">
              <a:extLst>
                <a:ext uri="{FF2B5EF4-FFF2-40B4-BE49-F238E27FC236}">
                  <a16:creationId xmlns:a16="http://schemas.microsoft.com/office/drawing/2014/main" id="{418DB90C-AAFE-AA73-3B6E-1DBD97DA7245}"/>
                </a:ext>
              </a:extLst>
            </p:cNvPr>
            <p:cNvSpPr txBox="1"/>
            <p:nvPr/>
          </p:nvSpPr>
          <p:spPr>
            <a:xfrm>
              <a:off x="635696" y="6044114"/>
              <a:ext cx="6619669" cy="379656"/>
            </a:xfrm>
            <a:prstGeom prst="rect">
              <a:avLst/>
            </a:prstGeom>
            <a:noFill/>
          </p:spPr>
          <p:txBody>
            <a:bodyPr wrap="square" rtlCol="0" anchor="ctr">
              <a:spAutoFit/>
            </a:bodyPr>
            <a:lstStyle/>
            <a:p>
              <a:endParaRPr lang="ko-KR" altLang="en-US" sz="1867">
                <a:solidFill>
                  <a:schemeClr val="bg1"/>
                </a:solidFill>
                <a:cs typeface="Arial" pitchFamily="34" charset="0"/>
              </a:endParaRPr>
            </a:p>
          </p:txBody>
        </p:sp>
      </p:grpSp>
      <p:sp>
        <p:nvSpPr>
          <p:cNvPr id="163" name="TextBox 162">
            <a:extLst>
              <a:ext uri="{FF2B5EF4-FFF2-40B4-BE49-F238E27FC236}">
                <a16:creationId xmlns:a16="http://schemas.microsoft.com/office/drawing/2014/main" id="{E0C9C4DC-DB3F-23EF-5CAC-B0F2C621CB7A}"/>
              </a:ext>
            </a:extLst>
          </p:cNvPr>
          <p:cNvSpPr txBox="1"/>
          <p:nvPr/>
        </p:nvSpPr>
        <p:spPr>
          <a:xfrm>
            <a:off x="963799" y="4593729"/>
            <a:ext cx="9126131" cy="769441"/>
          </a:xfrm>
          <a:prstGeom prst="rect">
            <a:avLst/>
          </a:prstGeom>
          <a:noFill/>
        </p:spPr>
        <p:txBody>
          <a:bodyPr wrap="square" rtlCol="0" anchor="ctr">
            <a:spAutoFit/>
          </a:bodyPr>
          <a:lstStyle/>
          <a:p>
            <a:r>
              <a:rPr lang="en-US" altLang="ko-KR" sz="4400" b="1">
                <a:solidFill>
                  <a:srgbClr val="002060"/>
                </a:solidFill>
                <a:cs typeface="Arial" pitchFamily="34" charset="0"/>
              </a:rPr>
              <a:t>THANKS FOR LISTENING</a:t>
            </a:r>
            <a:endParaRPr lang="ko-KR" altLang="en-US" sz="4400" b="1" dirty="0">
              <a:solidFill>
                <a:srgbClr val="002060"/>
              </a:solidFill>
              <a:cs typeface="Arial" pitchFamily="34" charset="0"/>
            </a:endParaRPr>
          </a:p>
        </p:txBody>
      </p:sp>
    </p:spTree>
    <p:extLst>
      <p:ext uri="{BB962C8B-B14F-4D97-AF65-F5344CB8AC3E}">
        <p14:creationId xmlns:p14="http://schemas.microsoft.com/office/powerpoint/2010/main" val="2087076039"/>
      </p:ext>
    </p:extLst>
  </p:cSld>
  <p:clrMapOvr>
    <a:masterClrMapping/>
  </p:clrMapOvr>
</p:sld>
</file>

<file path=ppt/theme/theme1.xml><?xml version="1.0" encoding="utf-8"?>
<a:theme xmlns:a="http://schemas.openxmlformats.org/drawingml/2006/main" name="Cover and End Slide Master">
  <a:themeElements>
    <a:clrScheme name="2019-Business plan">
      <a:dk1>
        <a:sysClr val="windowText" lastClr="000000"/>
      </a:dk1>
      <a:lt1>
        <a:sysClr val="window" lastClr="FFFFFF"/>
      </a:lt1>
      <a:dk2>
        <a:srgbClr val="44546A"/>
      </a:dk2>
      <a:lt2>
        <a:srgbClr val="E7E6E6"/>
      </a:lt2>
      <a:accent1>
        <a:srgbClr val="5EBEE4"/>
      </a:accent1>
      <a:accent2>
        <a:srgbClr val="4CD6B0"/>
      </a:accent2>
      <a:accent3>
        <a:srgbClr val="98DC56"/>
      </a:accent3>
      <a:accent4>
        <a:srgbClr val="5EBEE4"/>
      </a:accent4>
      <a:accent5>
        <a:srgbClr val="4CD6B0"/>
      </a:accent5>
      <a:accent6>
        <a:srgbClr val="98DC56"/>
      </a:accent6>
      <a:hlink>
        <a:srgbClr val="BFBFBF"/>
      </a:hlink>
      <a:folHlink>
        <a:srgbClr val="BFBFB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2019-Business plan">
      <a:dk1>
        <a:sysClr val="windowText" lastClr="000000"/>
      </a:dk1>
      <a:lt1>
        <a:sysClr val="window" lastClr="FFFFFF"/>
      </a:lt1>
      <a:dk2>
        <a:srgbClr val="44546A"/>
      </a:dk2>
      <a:lt2>
        <a:srgbClr val="E7E6E6"/>
      </a:lt2>
      <a:accent1>
        <a:srgbClr val="5EBEE4"/>
      </a:accent1>
      <a:accent2>
        <a:srgbClr val="4CD6B0"/>
      </a:accent2>
      <a:accent3>
        <a:srgbClr val="98DC56"/>
      </a:accent3>
      <a:accent4>
        <a:srgbClr val="5EBEE4"/>
      </a:accent4>
      <a:accent5>
        <a:srgbClr val="4CD6B0"/>
      </a:accent5>
      <a:accent6>
        <a:srgbClr val="98DC56"/>
      </a:accent6>
      <a:hlink>
        <a:srgbClr val="BFBFBF"/>
      </a:hlink>
      <a:folHlink>
        <a:srgbClr val="BFBFB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BUSINESS PLAN">
      <a:dk1>
        <a:sysClr val="windowText" lastClr="000000"/>
      </a:dk1>
      <a:lt1>
        <a:sysClr val="window" lastClr="FFFFFF"/>
      </a:lt1>
      <a:dk2>
        <a:srgbClr val="44546A"/>
      </a:dk2>
      <a:lt2>
        <a:srgbClr val="E7E6E6"/>
      </a:lt2>
      <a:accent1>
        <a:srgbClr val="5EBEE4"/>
      </a:accent1>
      <a:accent2>
        <a:srgbClr val="4CD6B0"/>
      </a:accent2>
      <a:accent3>
        <a:srgbClr val="98DC56"/>
      </a:accent3>
      <a:accent4>
        <a:srgbClr val="5EBEE4"/>
      </a:accent4>
      <a:accent5>
        <a:srgbClr val="4CD6B0"/>
      </a:accent5>
      <a:accent6>
        <a:srgbClr val="98DC56"/>
      </a:accent6>
      <a:hlink>
        <a:srgbClr val="BFBFBF"/>
      </a:hlink>
      <a:folHlink>
        <a:srgbClr val="BFBFB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f27ff04-d8be-47a7-827b-d66418bb9b42">
      <Terms xmlns="http://schemas.microsoft.com/office/infopath/2007/PartnerControls"/>
    </lcf76f155ced4ddcb4097134ff3c332f>
    <TaxCatchAll xmlns="4d7fa8e4-289c-4ee6-b0a2-7096240dd41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583696821B8E64185FE57C413A47F2E" ma:contentTypeVersion="18" ma:contentTypeDescription="Create a new document." ma:contentTypeScope="" ma:versionID="c9b4b0848bc35491d594f7315ccfea1d">
  <xsd:schema xmlns:xsd="http://www.w3.org/2001/XMLSchema" xmlns:xs="http://www.w3.org/2001/XMLSchema" xmlns:p="http://schemas.microsoft.com/office/2006/metadata/properties" xmlns:ns2="9f27ff04-d8be-47a7-827b-d66418bb9b42" xmlns:ns3="4d7fa8e4-289c-4ee6-b0a2-7096240dd412" targetNamespace="http://schemas.microsoft.com/office/2006/metadata/properties" ma:root="true" ma:fieldsID="bea24125ddd5b76debf436532e25fde8" ns2:_="" ns3:_="">
    <xsd:import namespace="9f27ff04-d8be-47a7-827b-d66418bb9b42"/>
    <xsd:import namespace="4d7fa8e4-289c-4ee6-b0a2-7096240dd41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3:SharedWithUsers" minOccurs="0"/>
                <xsd:element ref="ns3:SharedWithDetails"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27ff04-d8be-47a7-827b-d66418bb9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47010e8-39f4-420f-9d2a-9fede9ee8cd2"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d7fa8e4-289c-4ee6-b0a2-7096240dd41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c9b3205-5664-4863-893d-ccc8b5cb19d6}" ma:internalName="TaxCatchAll" ma:showField="CatchAllData" ma:web="4d7fa8e4-289c-4ee6-b0a2-7096240dd41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D9DEF2-9A18-429B-8FC4-C2CF9F1F9531}">
  <ds:schemaRefs>
    <ds:schemaRef ds:uri="http://schemas.microsoft.com/sharepoint/v3/contenttype/forms"/>
  </ds:schemaRefs>
</ds:datastoreItem>
</file>

<file path=customXml/itemProps2.xml><?xml version="1.0" encoding="utf-8"?>
<ds:datastoreItem xmlns:ds="http://schemas.openxmlformats.org/officeDocument/2006/customXml" ds:itemID="{7A725535-D831-4CF7-ADB7-B60A1C8D43BB}">
  <ds:schemaRefs>
    <ds:schemaRef ds:uri="4d7fa8e4-289c-4ee6-b0a2-7096240dd412"/>
    <ds:schemaRef ds:uri="9f27ff04-d8be-47a7-827b-d66418bb9b4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1B04BAA-366A-414B-A4E0-031895B886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27ff04-d8be-47a7-827b-d66418bb9b42"/>
    <ds:schemaRef ds:uri="4d7fa8e4-289c-4ee6-b0a2-7096240dd4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346</TotalTime>
  <Words>1924</Words>
  <Application>Microsoft Office PowerPoint</Application>
  <PresentationFormat>Widescreen</PresentationFormat>
  <Paragraphs>266</Paragraphs>
  <Slides>12</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12</vt:i4>
      </vt:variant>
    </vt:vector>
  </HeadingPairs>
  <TitlesOfParts>
    <vt:vector size="20" baseType="lpstr">
      <vt:lpstr>Aptos</vt:lpstr>
      <vt:lpstr>Arial</vt:lpstr>
      <vt:lpstr>Arial (body)</vt:lpstr>
      <vt:lpstr>Calibri</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Nguyen Thanh Toan</cp:lastModifiedBy>
  <cp:revision>1</cp:revision>
  <dcterms:created xsi:type="dcterms:W3CDTF">2018-04-24T17:14:44Z</dcterms:created>
  <dcterms:modified xsi:type="dcterms:W3CDTF">2025-01-22T10:46:23Z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0x0101008583696821B8E64185FE57C413A47F2E</vt:lpwstr>
  </property>
  <property fmtid="{D5CDD505-2E9C-101B-9397-08002B2CF9AE}" pid="3" name="MediaServiceImageTags">
    <vt:lpwstr/>
  </property>
</Properties>
</file>