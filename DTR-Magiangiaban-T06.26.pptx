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46"/>
  </p:notesMasterIdLst>
  <p:sldIdLst>
    <p:sldId id="348" r:id="rId5"/>
    <p:sldId id="349" r:id="rId6"/>
    <p:sldId id="350" r:id="rId7"/>
    <p:sldId id="351" r:id="rId8"/>
    <p:sldId id="352" r:id="rId9"/>
    <p:sldId id="344" r:id="rId10"/>
    <p:sldId id="313" r:id="rId11"/>
    <p:sldId id="316" r:id="rId12"/>
    <p:sldId id="317" r:id="rId13"/>
    <p:sldId id="319" r:id="rId14"/>
    <p:sldId id="320" r:id="rId15"/>
    <p:sldId id="321" r:id="rId16"/>
    <p:sldId id="322" r:id="rId17"/>
    <p:sldId id="323" r:id="rId18"/>
    <p:sldId id="324" r:id="rId19"/>
    <p:sldId id="354" r:id="rId20"/>
    <p:sldId id="361" r:id="rId21"/>
    <p:sldId id="355" r:id="rId22"/>
    <p:sldId id="356" r:id="rId23"/>
    <p:sldId id="357" r:id="rId24"/>
    <p:sldId id="362" r:id="rId25"/>
    <p:sldId id="360" r:id="rId26"/>
    <p:sldId id="335" r:id="rId27"/>
    <p:sldId id="331" r:id="rId28"/>
    <p:sldId id="333" r:id="rId29"/>
    <p:sldId id="336" r:id="rId30"/>
    <p:sldId id="337" r:id="rId31"/>
    <p:sldId id="340" r:id="rId32"/>
    <p:sldId id="342" r:id="rId33"/>
    <p:sldId id="325" r:id="rId34"/>
    <p:sldId id="327" r:id="rId35"/>
    <p:sldId id="328" r:id="rId36"/>
    <p:sldId id="338" r:id="rId37"/>
    <p:sldId id="339" r:id="rId38"/>
    <p:sldId id="341" r:id="rId39"/>
    <p:sldId id="343" r:id="rId40"/>
    <p:sldId id="310" r:id="rId41"/>
    <p:sldId id="309" r:id="rId42"/>
    <p:sldId id="305" r:id="rId43"/>
    <p:sldId id="311" r:id="rId44"/>
    <p:sldId id="312" r:id="rId4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iá công thức - 2026" id="{D3DEB692-CDAB-4A49-B184-12FDF5A2E867}">
          <p14:sldIdLst>
            <p14:sldId id="348"/>
            <p14:sldId id="349"/>
            <p14:sldId id="350"/>
            <p14:sldId id="351"/>
            <p14:sldId id="352"/>
          </p14:sldIdLst>
        </p14:section>
        <p14:section name="Giá công thức - 2025" id="{AE0AE3CB-BE54-45AC-AA0D-13F3C914D80C}">
          <p14:sldIdLst>
            <p14:sldId id="344"/>
            <p14:sldId id="313"/>
            <p14:sldId id="316"/>
            <p14:sldId id="317"/>
            <p14:sldId id="319"/>
          </p14:sldIdLst>
        </p14:section>
        <p14:section name="Giá công thức - 2024" id="{C3C2F1CC-BC53-4C17-9056-E1526684B1D2}">
          <p14:sldIdLst>
            <p14:sldId id="320"/>
            <p14:sldId id="321"/>
            <p14:sldId id="322"/>
            <p14:sldId id="323"/>
            <p14:sldId id="324"/>
          </p14:sldIdLst>
        </p14:section>
        <p14:section name="Chi tiết công thức-2026" id="{2EA0B09A-662C-4C94-BF4F-26D7B7022BF0}">
          <p14:sldIdLst>
            <p14:sldId id="354"/>
            <p14:sldId id="361"/>
            <p14:sldId id="355"/>
            <p14:sldId id="356"/>
            <p14:sldId id="357"/>
            <p14:sldId id="362"/>
            <p14:sldId id="360"/>
          </p14:sldIdLst>
        </p14:section>
        <p14:section name="Chi tiết công thức-2025" id="{5E3697D9-5745-4AC0-88B3-DBEC5F03DA98}">
          <p14:sldIdLst>
            <p14:sldId id="335"/>
            <p14:sldId id="331"/>
            <p14:sldId id="333"/>
            <p14:sldId id="336"/>
            <p14:sldId id="337"/>
            <p14:sldId id="340"/>
            <p14:sldId id="342"/>
          </p14:sldIdLst>
        </p14:section>
        <p14:section name="Chi tiết công thức-2024" id="{DCE47FDC-D9F9-489F-9ECB-7EBE7E402DDB}">
          <p14:sldIdLst>
            <p14:sldId id="325"/>
            <p14:sldId id="327"/>
            <p14:sldId id="328"/>
            <p14:sldId id="338"/>
            <p14:sldId id="339"/>
            <p14:sldId id="341"/>
            <p14:sldId id="343"/>
          </p14:sldIdLst>
        </p14:section>
        <p14:section name="BIểu đồ" id="{5D5B779B-DB7C-4EC5-AF1A-1435F3055891}">
          <p14:sldIdLst>
            <p14:sldId id="310"/>
            <p14:sldId id="309"/>
            <p14:sldId id="305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1D8"/>
    <a:srgbClr val="CEB49E"/>
    <a:srgbClr val="36271B"/>
    <a:srgbClr val="74E9AD"/>
    <a:srgbClr val="DC8198"/>
    <a:srgbClr val="5376B7"/>
    <a:srgbClr val="0000FF"/>
    <a:srgbClr val="119303"/>
    <a:srgbClr val="F5F5F5"/>
    <a:srgbClr val="BE3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6247" autoAdjust="0"/>
  </p:normalViewPr>
  <p:slideViewPr>
    <p:cSldViewPr snapToGrid="0">
      <p:cViewPr varScale="1">
        <p:scale>
          <a:sx n="84" d="100"/>
          <a:sy n="84" d="100"/>
        </p:scale>
        <p:origin x="79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38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modSld">
      <pc:chgData name="Cư, Lê Hoành" userId="8040f1d9-fc08-4340-919f-e31835b09669" providerId="ADAL" clId="{E6925CE3-7288-459F-A61A-926B9B87E3D0}" dt="2026-06-05T03:31:45.078" v="0" actId="167"/>
      <pc:docMkLst>
        <pc:docMk/>
      </pc:docMkLst>
      <pc:sldChg chg="modSp mod">
        <pc:chgData name="Cư, Lê Hoành" userId="8040f1d9-fc08-4340-919f-e31835b09669" providerId="ADAL" clId="{E6925CE3-7288-459F-A61A-926B9B87E3D0}" dt="2026-06-05T03:31:45.078" v="0" actId="167"/>
        <pc:sldMkLst>
          <pc:docMk/>
          <pc:sldMk cId="3574083409" sldId="310"/>
        </pc:sldMkLst>
        <pc:picChg chg="ord">
          <ac:chgData name="Cư, Lê Hoành" userId="8040f1d9-fc08-4340-919f-e31835b09669" providerId="ADAL" clId="{E6925CE3-7288-459F-A61A-926B9B87E3D0}" dt="2026-06-05T03:31:45.078" v="0" actId="167"/>
          <ac:picMkLst>
            <pc:docMk/>
            <pc:sldMk cId="3574083409" sldId="310"/>
            <ac:picMk id="27" creationId="{77700C74-60DB-2DC0-92E1-B97A8A2563DB}"/>
          </ac:picMkLst>
        </pc:picChg>
      </pc:sldChg>
    </pc:docChg>
  </pc:docChgLst>
  <pc:docChgLst>
    <pc:chgData name="Danh, Hoàng Duy" userId="3a448fcf-317f-4972-a161-06742a14d4c7" providerId="ADAL" clId="{CE1C8B88-0719-4E4A-B0E4-7DC533AE261F}"/>
    <pc:docChg chg="undo redo custSel addSld delSld modSld sldOrd modMainMaster addSection delSection modSection">
      <pc:chgData name="Danh, Hoàng Duy" userId="3a448fcf-317f-4972-a161-06742a14d4c7" providerId="ADAL" clId="{CE1C8B88-0719-4E4A-B0E4-7DC533AE261F}" dt="2026-06-04T15:29:47.885" v="4360" actId="14100"/>
      <pc:docMkLst>
        <pc:docMk/>
      </pc:docMkLst>
      <pc:sldChg chg="addSp delSp modSp mod">
        <pc:chgData name="Danh, Hoàng Duy" userId="3a448fcf-317f-4972-a161-06742a14d4c7" providerId="ADAL" clId="{CE1C8B88-0719-4E4A-B0E4-7DC533AE261F}" dt="2026-06-04T15:21:44.452" v="4321" actId="167"/>
        <pc:sldMkLst>
          <pc:docMk/>
          <pc:sldMk cId="3187284869" sldId="305"/>
        </pc:sldMkLst>
        <pc:spChg chg="add del mod ord">
          <ac:chgData name="Danh, Hoàng Duy" userId="3a448fcf-317f-4972-a161-06742a14d4c7" providerId="ADAL" clId="{CE1C8B88-0719-4E4A-B0E4-7DC533AE261F}" dt="2026-06-04T15:21:19.590" v="4316" actId="478"/>
          <ac:spMkLst>
            <pc:docMk/>
            <pc:sldMk cId="3187284869" sldId="305"/>
            <ac:spMk id="5" creationId="{84FDA97C-7743-3436-C0A9-67A51307686D}"/>
          </ac:spMkLst>
        </pc:spChg>
        <pc:spChg chg="mod">
          <ac:chgData name="Danh, Hoàng Duy" userId="3a448fcf-317f-4972-a161-06742a14d4c7" providerId="ADAL" clId="{CE1C8B88-0719-4E4A-B0E4-7DC533AE261F}" dt="2026-05-11T09:45:13.675" v="3855" actId="1076"/>
          <ac:spMkLst>
            <pc:docMk/>
            <pc:sldMk cId="3187284869" sldId="305"/>
            <ac:spMk id="34" creationId="{A509B845-A242-E80B-FC5D-3EB20554ED4E}"/>
          </ac:spMkLst>
        </pc:spChg>
        <pc:picChg chg="add del mod ord">
          <ac:chgData name="Danh, Hoàng Duy" userId="3a448fcf-317f-4972-a161-06742a14d4c7" providerId="ADAL" clId="{CE1C8B88-0719-4E4A-B0E4-7DC533AE261F}" dt="2026-06-04T15:21:22.085" v="4317" actId="478"/>
          <ac:picMkLst>
            <pc:docMk/>
            <pc:sldMk cId="3187284869" sldId="305"/>
            <ac:picMk id="8" creationId="{E25A26BE-37B0-DED8-0A8E-FF189341FD8F}"/>
          </ac:picMkLst>
        </pc:picChg>
        <pc:picChg chg="add del mod ord">
          <ac:chgData name="Danh, Hoàng Duy" userId="3a448fcf-317f-4972-a161-06742a14d4c7" providerId="ADAL" clId="{CE1C8B88-0719-4E4A-B0E4-7DC533AE261F}" dt="2026-06-04T15:20:03.693" v="4304" actId="478"/>
          <ac:picMkLst>
            <pc:docMk/>
            <pc:sldMk cId="3187284869" sldId="305"/>
            <ac:picMk id="9" creationId="{96ACD44F-F6E1-34E2-43D2-35BD7A1318AC}"/>
          </ac:picMkLst>
        </pc:picChg>
        <pc:picChg chg="add mod ord">
          <ac:chgData name="Danh, Hoàng Duy" userId="3a448fcf-317f-4972-a161-06742a14d4c7" providerId="ADAL" clId="{CE1C8B88-0719-4E4A-B0E4-7DC533AE261F}" dt="2026-06-04T15:21:44.452" v="4321" actId="167"/>
          <ac:picMkLst>
            <pc:docMk/>
            <pc:sldMk cId="3187284869" sldId="305"/>
            <ac:picMk id="11" creationId="{3F63EECE-1C32-F46C-E3CC-29C40C65169C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6-04T15:29:47.885" v="4360" actId="14100"/>
        <pc:sldMkLst>
          <pc:docMk/>
          <pc:sldMk cId="2973405671" sldId="309"/>
        </pc:sldMkLst>
        <pc:picChg chg="add del mod">
          <ac:chgData name="Danh, Hoàng Duy" userId="3a448fcf-317f-4972-a161-06742a14d4c7" providerId="ADAL" clId="{CE1C8B88-0719-4E4A-B0E4-7DC533AE261F}" dt="2026-06-04T15:18:14.374" v="4297" actId="478"/>
          <ac:picMkLst>
            <pc:docMk/>
            <pc:sldMk cId="2973405671" sldId="309"/>
            <ac:picMk id="7" creationId="{BCE68849-3453-F170-B601-0ED0AE2BDE9A}"/>
          </ac:picMkLst>
        </pc:picChg>
        <pc:picChg chg="add del mod">
          <ac:chgData name="Danh, Hoàng Duy" userId="3a448fcf-317f-4972-a161-06742a14d4c7" providerId="ADAL" clId="{CE1C8B88-0719-4E4A-B0E4-7DC533AE261F}" dt="2026-06-04T15:19:47.517" v="4300" actId="478"/>
          <ac:picMkLst>
            <pc:docMk/>
            <pc:sldMk cId="2973405671" sldId="309"/>
            <ac:picMk id="8" creationId="{7BDB9BD8-0193-8D9F-F974-8BA2C9B85B9F}"/>
          </ac:picMkLst>
        </pc:picChg>
        <pc:picChg chg="add del mod">
          <ac:chgData name="Danh, Hoàng Duy" userId="3a448fcf-317f-4972-a161-06742a14d4c7" providerId="ADAL" clId="{CE1C8B88-0719-4E4A-B0E4-7DC533AE261F}" dt="2026-06-04T15:29:22.199" v="4356" actId="478"/>
          <ac:picMkLst>
            <pc:docMk/>
            <pc:sldMk cId="2973405671" sldId="309"/>
            <ac:picMk id="10" creationId="{85E0F602-C199-A9A8-3166-88179244C9FC}"/>
          </ac:picMkLst>
        </pc:picChg>
        <pc:picChg chg="add mod">
          <ac:chgData name="Danh, Hoàng Duy" userId="3a448fcf-317f-4972-a161-06742a14d4c7" providerId="ADAL" clId="{CE1C8B88-0719-4E4A-B0E4-7DC533AE261F}" dt="2026-06-04T15:29:47.885" v="4360" actId="14100"/>
          <ac:picMkLst>
            <pc:docMk/>
            <pc:sldMk cId="2973405671" sldId="309"/>
            <ac:picMk id="12" creationId="{382BC28F-A071-407B-49C1-EBAE821F938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6-04T15:29:12.622" v="4355" actId="1036"/>
        <pc:sldMkLst>
          <pc:docMk/>
          <pc:sldMk cId="3574083409" sldId="310"/>
        </pc:sldMkLst>
        <pc:picChg chg="add del mod">
          <ac:chgData name="Danh, Hoàng Duy" userId="3a448fcf-317f-4972-a161-06742a14d4c7" providerId="ADAL" clId="{CE1C8B88-0719-4E4A-B0E4-7DC533AE261F}" dt="2026-06-04T15:15:58.391" v="4275" actId="478"/>
          <ac:picMkLst>
            <pc:docMk/>
            <pc:sldMk cId="3574083409" sldId="310"/>
            <ac:picMk id="3" creationId="{B3E1D465-86F7-0631-C5A4-E753486264BF}"/>
          </ac:picMkLst>
        </pc:picChg>
        <pc:picChg chg="add del mod">
          <ac:chgData name="Danh, Hoàng Duy" userId="3a448fcf-317f-4972-a161-06742a14d4c7" providerId="ADAL" clId="{CE1C8B88-0719-4E4A-B0E4-7DC533AE261F}" dt="2026-06-04T15:16:22.449" v="4279" actId="478"/>
          <ac:picMkLst>
            <pc:docMk/>
            <pc:sldMk cId="3574083409" sldId="310"/>
            <ac:picMk id="4" creationId="{EA37D06F-7AA7-8CA7-BFB8-E085927D2847}"/>
          </ac:picMkLst>
        </pc:picChg>
        <pc:picChg chg="add del mod">
          <ac:chgData name="Danh, Hoàng Duy" userId="3a448fcf-317f-4972-a161-06742a14d4c7" providerId="ADAL" clId="{CE1C8B88-0719-4E4A-B0E4-7DC533AE261F}" dt="2026-06-04T15:16:47.053" v="4284" actId="478"/>
          <ac:picMkLst>
            <pc:docMk/>
            <pc:sldMk cId="3574083409" sldId="310"/>
            <ac:picMk id="6" creationId="{597D0B16-2003-9A16-F82E-0E1C44BB1E44}"/>
          </ac:picMkLst>
        </pc:picChg>
        <pc:picChg chg="add del mod">
          <ac:chgData name="Danh, Hoàng Duy" userId="3a448fcf-317f-4972-a161-06742a14d4c7" providerId="ADAL" clId="{CE1C8B88-0719-4E4A-B0E4-7DC533AE261F}" dt="2026-06-04T15:17:32.117" v="4287" actId="478"/>
          <ac:picMkLst>
            <pc:docMk/>
            <pc:sldMk cId="3574083409" sldId="310"/>
            <ac:picMk id="8" creationId="{B7684540-6407-BEC5-9D7C-1D57602F47BE}"/>
          </ac:picMkLst>
        </pc:picChg>
        <pc:picChg chg="add del">
          <ac:chgData name="Danh, Hoàng Duy" userId="3a448fcf-317f-4972-a161-06742a14d4c7" providerId="ADAL" clId="{CE1C8B88-0719-4E4A-B0E4-7DC533AE261F}" dt="2026-06-04T15:17:44.953" v="4289" actId="478"/>
          <ac:picMkLst>
            <pc:docMk/>
            <pc:sldMk cId="3574083409" sldId="310"/>
            <ac:picMk id="20" creationId="{FAA9136E-2E43-7810-C692-6474566E5665}"/>
          </ac:picMkLst>
        </pc:picChg>
        <pc:picChg chg="add del mod">
          <ac:chgData name="Danh, Hoàng Duy" userId="3a448fcf-317f-4972-a161-06742a14d4c7" providerId="ADAL" clId="{CE1C8B88-0719-4E4A-B0E4-7DC533AE261F}" dt="2026-06-04T15:27:12.200" v="4350" actId="478"/>
          <ac:picMkLst>
            <pc:docMk/>
            <pc:sldMk cId="3574083409" sldId="310"/>
            <ac:picMk id="23" creationId="{22900698-E4D1-3846-54B0-88BFA658592B}"/>
          </ac:picMkLst>
        </pc:picChg>
        <pc:picChg chg="add del">
          <ac:chgData name="Danh, Hoàng Duy" userId="3a448fcf-317f-4972-a161-06742a14d4c7" providerId="ADAL" clId="{CE1C8B88-0719-4E4A-B0E4-7DC533AE261F}" dt="2026-06-04T15:27:57.236" v="4352" actId="478"/>
          <ac:picMkLst>
            <pc:docMk/>
            <pc:sldMk cId="3574083409" sldId="310"/>
            <ac:picMk id="25" creationId="{C8374FCC-67D9-47BC-A264-D20E88D0D611}"/>
          </ac:picMkLst>
        </pc:picChg>
        <pc:picChg chg="add mod">
          <ac:chgData name="Danh, Hoàng Duy" userId="3a448fcf-317f-4972-a161-06742a14d4c7" providerId="ADAL" clId="{CE1C8B88-0719-4E4A-B0E4-7DC533AE261F}" dt="2026-06-04T15:29:12.622" v="4355" actId="1036"/>
          <ac:picMkLst>
            <pc:docMk/>
            <pc:sldMk cId="3574083409" sldId="310"/>
            <ac:picMk id="27" creationId="{77700C74-60DB-2DC0-92E1-B97A8A2563DB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6-04T15:22:56.533" v="4327" actId="14100"/>
        <pc:sldMkLst>
          <pc:docMk/>
          <pc:sldMk cId="675091409" sldId="311"/>
        </pc:sldMkLst>
        <pc:picChg chg="add del mod">
          <ac:chgData name="Danh, Hoàng Duy" userId="3a448fcf-317f-4972-a161-06742a14d4c7" providerId="ADAL" clId="{CE1C8B88-0719-4E4A-B0E4-7DC533AE261F}" dt="2026-06-04T15:22:10.916" v="4322" actId="478"/>
          <ac:picMkLst>
            <pc:docMk/>
            <pc:sldMk cId="675091409" sldId="311"/>
            <ac:picMk id="7" creationId="{CC72F126-807A-1D33-CF85-6C25A48C0FF1}"/>
          </ac:picMkLst>
        </pc:picChg>
        <pc:picChg chg="add mod">
          <ac:chgData name="Danh, Hoàng Duy" userId="3a448fcf-317f-4972-a161-06742a14d4c7" providerId="ADAL" clId="{CE1C8B88-0719-4E4A-B0E4-7DC533AE261F}" dt="2026-06-04T15:22:56.533" v="4327" actId="14100"/>
          <ac:picMkLst>
            <pc:docMk/>
            <pc:sldMk cId="675091409" sldId="311"/>
            <ac:picMk id="8" creationId="{0591FB79-3EAC-2175-0D85-D76B2B943B4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6-04T15:23:55.658" v="4343" actId="14100"/>
        <pc:sldMkLst>
          <pc:docMk/>
          <pc:sldMk cId="3237993572" sldId="312"/>
        </pc:sldMkLst>
        <pc:picChg chg="add del mod ord">
          <ac:chgData name="Danh, Hoàng Duy" userId="3a448fcf-317f-4972-a161-06742a14d4c7" providerId="ADAL" clId="{CE1C8B88-0719-4E4A-B0E4-7DC533AE261F}" dt="2026-06-04T15:23:01.981" v="4328" actId="478"/>
          <ac:picMkLst>
            <pc:docMk/>
            <pc:sldMk cId="3237993572" sldId="312"/>
            <ac:picMk id="7" creationId="{6C7884FB-C67B-6D1E-C9D2-0A8B5F281455}"/>
          </ac:picMkLst>
        </pc:picChg>
        <pc:picChg chg="add del mod">
          <ac:chgData name="Danh, Hoàng Duy" userId="3a448fcf-317f-4972-a161-06742a14d4c7" providerId="ADAL" clId="{CE1C8B88-0719-4E4A-B0E4-7DC533AE261F}" dt="2026-06-04T15:23:15.529" v="4332" actId="478"/>
          <ac:picMkLst>
            <pc:docMk/>
            <pc:sldMk cId="3237993572" sldId="312"/>
            <ac:picMk id="8" creationId="{BFF4BF59-E221-3B53-6994-2B010171C057}"/>
          </ac:picMkLst>
        </pc:picChg>
        <pc:picChg chg="add del mod ord">
          <ac:chgData name="Danh, Hoàng Duy" userId="3a448fcf-317f-4972-a161-06742a14d4c7" providerId="ADAL" clId="{CE1C8B88-0719-4E4A-B0E4-7DC533AE261F}" dt="2026-06-04T15:23:28.100" v="4337" actId="478"/>
          <ac:picMkLst>
            <pc:docMk/>
            <pc:sldMk cId="3237993572" sldId="312"/>
            <ac:picMk id="10" creationId="{3BD47CA4-B9B9-B9EE-138D-F88B369F3029}"/>
          </ac:picMkLst>
        </pc:picChg>
        <pc:picChg chg="add mod">
          <ac:chgData name="Danh, Hoàng Duy" userId="3a448fcf-317f-4972-a161-06742a14d4c7" providerId="ADAL" clId="{CE1C8B88-0719-4E4A-B0E4-7DC533AE261F}" dt="2026-06-04T15:23:55.658" v="4343" actId="14100"/>
          <ac:picMkLst>
            <pc:docMk/>
            <pc:sldMk cId="3237993572" sldId="312"/>
            <ac:picMk id="12" creationId="{AA011C14-E2A2-A20E-ED4B-7CA323F63129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6-03T07:43:41.352" v="3988" actId="207"/>
        <pc:sldMkLst>
          <pc:docMk/>
          <pc:sldMk cId="909327708" sldId="348"/>
        </pc:sldMkLst>
        <pc:graphicFrameChg chg="mod modGraphic">
          <ac:chgData name="Danh, Hoàng Duy" userId="3a448fcf-317f-4972-a161-06742a14d4c7" providerId="ADAL" clId="{CE1C8B88-0719-4E4A-B0E4-7DC533AE261F}" dt="2026-06-03T07:43:41.352" v="3988" actId="207"/>
          <ac:graphicFrameMkLst>
            <pc:docMk/>
            <pc:sldMk cId="909327708" sldId="348"/>
            <ac:graphicFrameMk id="6" creationId="{200A5A28-4EFF-5082-DF03-B3283FC9BAA7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6-03T07:47:36.073" v="4047" actId="6549"/>
        <pc:sldMkLst>
          <pc:docMk/>
          <pc:sldMk cId="3171907701" sldId="349"/>
        </pc:sldMkLst>
        <pc:graphicFrameChg chg="mod modGraphic">
          <ac:chgData name="Danh, Hoàng Duy" userId="3a448fcf-317f-4972-a161-06742a14d4c7" providerId="ADAL" clId="{CE1C8B88-0719-4E4A-B0E4-7DC533AE261F}" dt="2026-06-03T07:47:36.073" v="4047" actId="6549"/>
          <ac:graphicFrameMkLst>
            <pc:docMk/>
            <pc:sldMk cId="3171907701" sldId="349"/>
            <ac:graphicFrameMk id="6" creationId="{A774D7D6-0377-C252-64D2-099F2EC05C81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6-06-03T07:47:31.946" v="4046" actId="6549"/>
        <pc:sldMkLst>
          <pc:docMk/>
          <pc:sldMk cId="799217579" sldId="350"/>
        </pc:sldMkLst>
        <pc:graphicFrameChg chg="mod modGraphic">
          <ac:chgData name="Danh, Hoàng Duy" userId="3a448fcf-317f-4972-a161-06742a14d4c7" providerId="ADAL" clId="{CE1C8B88-0719-4E4A-B0E4-7DC533AE261F}" dt="2026-06-03T07:47:31.946" v="4046" actId="6549"/>
          <ac:graphicFrameMkLst>
            <pc:docMk/>
            <pc:sldMk cId="799217579" sldId="350"/>
            <ac:graphicFrameMk id="6" creationId="{3CBC6DAB-30A3-8D60-C48F-E9552D295150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6-06-03T07:48:21.750" v="4082" actId="242"/>
        <pc:sldMkLst>
          <pc:docMk/>
          <pc:sldMk cId="15153058" sldId="351"/>
        </pc:sldMkLst>
        <pc:graphicFrameChg chg="mod modGraphic">
          <ac:chgData name="Danh, Hoàng Duy" userId="3a448fcf-317f-4972-a161-06742a14d4c7" providerId="ADAL" clId="{CE1C8B88-0719-4E4A-B0E4-7DC533AE261F}" dt="2026-06-03T07:48:21.750" v="4082" actId="242"/>
          <ac:graphicFrameMkLst>
            <pc:docMk/>
            <pc:sldMk cId="15153058" sldId="351"/>
            <ac:graphicFrameMk id="6" creationId="{C88599F7-1890-CBB0-33A5-BC48E31F391B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6-06-03T07:49:33.215" v="4116" actId="242"/>
        <pc:sldMkLst>
          <pc:docMk/>
          <pc:sldMk cId="3727761016" sldId="352"/>
        </pc:sldMkLst>
        <pc:graphicFrameChg chg="mod modGraphic">
          <ac:chgData name="Danh, Hoàng Duy" userId="3a448fcf-317f-4972-a161-06742a14d4c7" providerId="ADAL" clId="{CE1C8B88-0719-4E4A-B0E4-7DC533AE261F}" dt="2026-06-03T07:49:33.215" v="4116" actId="242"/>
          <ac:graphicFrameMkLst>
            <pc:docMk/>
            <pc:sldMk cId="3727761016" sldId="352"/>
            <ac:graphicFrameMk id="6" creationId="{F62310BB-E1C3-4C6F-1B59-9B2F5DB37205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6-03T07:52:22.299" v="4179" actId="20577"/>
        <pc:sldMkLst>
          <pc:docMk/>
          <pc:sldMk cId="572314919" sldId="354"/>
        </pc:sldMkLst>
        <pc:spChg chg="mod">
          <ac:chgData name="Danh, Hoàng Duy" userId="3a448fcf-317f-4972-a161-06742a14d4c7" providerId="ADAL" clId="{CE1C8B88-0719-4E4A-B0E4-7DC533AE261F}" dt="2026-06-03T07:50:08.324" v="4153" actId="20577"/>
          <ac:spMkLst>
            <pc:docMk/>
            <pc:sldMk cId="572314919" sldId="354"/>
            <ac:spMk id="9" creationId="{3ABF96CF-7EA8-3A03-973F-B4D856950414}"/>
          </ac:spMkLst>
        </pc:spChg>
        <pc:graphicFrameChg chg="mod modGraphic">
          <ac:chgData name="Danh, Hoàng Duy" userId="3a448fcf-317f-4972-a161-06742a14d4c7" providerId="ADAL" clId="{CE1C8B88-0719-4E4A-B0E4-7DC533AE261F}" dt="2026-06-03T07:52:22.299" v="4179" actId="20577"/>
          <ac:graphicFrameMkLst>
            <pc:docMk/>
            <pc:sldMk cId="572314919" sldId="354"/>
            <ac:graphicFrameMk id="6" creationId="{546D51CA-A201-EA7C-BC03-A53C64B61B7D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6-03T07:59:12.323" v="4210" actId="20577"/>
        <pc:sldMkLst>
          <pc:docMk/>
          <pc:sldMk cId="3204262319" sldId="355"/>
        </pc:sldMkLst>
        <pc:graphicFrameChg chg="mod modGraphic">
          <ac:chgData name="Danh, Hoàng Duy" userId="3a448fcf-317f-4972-a161-06742a14d4c7" providerId="ADAL" clId="{CE1C8B88-0719-4E4A-B0E4-7DC533AE261F}" dt="2026-06-03T07:59:12.323" v="4210" actId="20577"/>
          <ac:graphicFrameMkLst>
            <pc:docMk/>
            <pc:sldMk cId="3204262319" sldId="355"/>
            <ac:graphicFrameMk id="6" creationId="{B3A868C3-CD6D-02D7-D518-D26933C4C652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6-03T08:00:16.900" v="4236" actId="20577"/>
        <pc:sldMkLst>
          <pc:docMk/>
          <pc:sldMk cId="1155133234" sldId="356"/>
        </pc:sldMkLst>
        <pc:graphicFrameChg chg="mod modGraphic">
          <ac:chgData name="Danh, Hoàng Duy" userId="3a448fcf-317f-4972-a161-06742a14d4c7" providerId="ADAL" clId="{CE1C8B88-0719-4E4A-B0E4-7DC533AE261F}" dt="2026-06-03T08:00:16.900" v="4236" actId="20577"/>
          <ac:graphicFrameMkLst>
            <pc:docMk/>
            <pc:sldMk cId="1155133234" sldId="356"/>
            <ac:graphicFrameMk id="6" creationId="{24C7D451-F7E3-C9F8-F372-CD64F2D3B600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6-06-03T08:04:09.819" v="4274" actId="20577"/>
        <pc:sldMkLst>
          <pc:docMk/>
          <pc:sldMk cId="1863457963" sldId="360"/>
        </pc:sldMkLst>
        <pc:graphicFrameChg chg="mod modGraphic">
          <ac:chgData name="Danh, Hoàng Duy" userId="3a448fcf-317f-4972-a161-06742a14d4c7" providerId="ADAL" clId="{CE1C8B88-0719-4E4A-B0E4-7DC533AE261F}" dt="2026-06-03T08:04:09.819" v="4274" actId="20577"/>
          <ac:graphicFrameMkLst>
            <pc:docMk/>
            <pc:sldMk cId="1863457963" sldId="360"/>
            <ac:graphicFrameMk id="6" creationId="{2C2DB7CF-DD74-A716-8635-B3FAB84EFCB5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6-03T07:56:50.675" v="4205" actId="20577"/>
        <pc:sldMkLst>
          <pc:docMk/>
          <pc:sldMk cId="3280690058" sldId="361"/>
        </pc:sldMkLst>
        <pc:graphicFrameChg chg="mod modGraphic">
          <ac:chgData name="Danh, Hoàng Duy" userId="3a448fcf-317f-4972-a161-06742a14d4c7" providerId="ADAL" clId="{CE1C8B88-0719-4E4A-B0E4-7DC533AE261F}" dt="2026-06-03T07:56:50.675" v="4205" actId="20577"/>
          <ac:graphicFrameMkLst>
            <pc:docMk/>
            <pc:sldMk cId="3280690058" sldId="361"/>
            <ac:graphicFrameMk id="6" creationId="{535D1D8F-4B06-AAA6-662B-5105560E0F88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6-06-03T08:02:26.441" v="4261"/>
        <pc:sldMkLst>
          <pc:docMk/>
          <pc:sldMk cId="904944244" sldId="362"/>
        </pc:sldMkLst>
        <pc:graphicFrameChg chg="mod modGraphic">
          <ac:chgData name="Danh, Hoàng Duy" userId="3a448fcf-317f-4972-a161-06742a14d4c7" providerId="ADAL" clId="{CE1C8B88-0719-4E4A-B0E4-7DC533AE261F}" dt="2026-06-03T08:02:26.441" v="4261"/>
          <ac:graphicFrameMkLst>
            <pc:docMk/>
            <pc:sldMk cId="904944244" sldId="362"/>
            <ac:graphicFrameMk id="6" creationId="{597C9957-23B8-88EC-0E56-14CA12E0BC08}"/>
          </ac:graphicFrameMkLst>
        </pc:graphicFrameChg>
      </pc:sldChg>
      <pc:sldMasterChg chg="addSp modSp mod">
        <pc:chgData name="Danh, Hoàng Duy" userId="3a448fcf-317f-4972-a161-06742a14d4c7" providerId="ADAL" clId="{CE1C8B88-0719-4E4A-B0E4-7DC533AE261F}" dt="2026-06-04T15:25:27.905" v="4349" actId="20577"/>
        <pc:sldMasterMkLst>
          <pc:docMk/>
          <pc:sldMasterMk cId="0" sldId="2147483687"/>
        </pc:sldMasterMkLst>
        <pc:spChg chg="add mod">
          <ac:chgData name="Danh, Hoàng Duy" userId="3a448fcf-317f-4972-a161-06742a14d4c7" providerId="ADAL" clId="{CE1C8B88-0719-4E4A-B0E4-7DC533AE261F}" dt="2026-06-04T15:25:27.905" v="4349" actId="20577"/>
          <ac:spMkLst>
            <pc:docMk/>
            <pc:sldMasterMk cId="0" sldId="2147483687"/>
            <ac:spMk id="2" creationId="{68417308-A00E-98BD-9A9F-BF8C3255947B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17308-A00E-98BD-9A9F-BF8C3255947B}"/>
              </a:ext>
            </a:extLst>
          </p:cNvPr>
          <p:cNvSpPr txBox="1"/>
          <p:nvPr userDrawn="1"/>
        </p:nvSpPr>
        <p:spPr>
          <a:xfrm>
            <a:off x="780117" y="4895455"/>
            <a:ext cx="7633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1">
                <a:solidFill>
                  <a:schemeClr val="bg1"/>
                </a:solidFill>
              </a:rPr>
              <a:t>Cập nhật: ngày 05 tháng 06 năm 2026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6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2.svg"/><Relationship Id="rId4" Type="http://schemas.openxmlformats.org/officeDocument/2006/relationships/slide" Target="slide3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6.xml"/><Relationship Id="rId7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18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6.xml"/><Relationship Id="rId7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19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6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1.xml"/><Relationship Id="rId4" Type="http://schemas.openxmlformats.org/officeDocument/2006/relationships/slide" Target="slide3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6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2.xml"/><Relationship Id="rId4" Type="http://schemas.openxmlformats.org/officeDocument/2006/relationships/slide" Target="slide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image" Target="../media/image2.svg"/><Relationship Id="rId4" Type="http://schemas.openxmlformats.org/officeDocument/2006/relationships/slide" Target="slide3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3.xml"/><Relationship Id="rId7" Type="http://schemas.openxmlformats.org/officeDocument/2006/relationships/slide" Target="slide2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4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3.xml"/><Relationship Id="rId7" Type="http://schemas.openxmlformats.org/officeDocument/2006/relationships/slide" Target="slide2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5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3.xml"/><Relationship Id="rId7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7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23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9.xml"/><Relationship Id="rId4" Type="http://schemas.openxmlformats.org/officeDocument/2006/relationships/slide" Target="slide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2.svg"/><Relationship Id="rId4" Type="http://schemas.openxmlformats.org/officeDocument/2006/relationships/slide" Target="slide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0.xml"/><Relationship Id="rId7" Type="http://schemas.openxmlformats.org/officeDocument/2006/relationships/slide" Target="slide3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1.xml"/><Relationship Id="rId4" Type="http://schemas.openxmlformats.org/officeDocument/2006/relationships/slide" Target="slide37.xml"/><Relationship Id="rId9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0.xml"/><Relationship Id="rId7" Type="http://schemas.openxmlformats.org/officeDocument/2006/relationships/slide" Target="slide3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2.xml"/><Relationship Id="rId4" Type="http://schemas.openxmlformats.org/officeDocument/2006/relationships/slide" Target="slide37.xml"/><Relationship Id="rId9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0.xml"/><Relationship Id="rId7" Type="http://schemas.openxmlformats.org/officeDocument/2006/relationships/slide" Target="slide3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4.xml"/><Relationship Id="rId4" Type="http://schemas.openxmlformats.org/officeDocument/2006/relationships/slide" Target="slide37.xml"/><Relationship Id="rId9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30.xml"/><Relationship Id="rId7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6.xml"/><Relationship Id="rId4" Type="http://schemas.openxmlformats.org/officeDocument/2006/relationships/slide" Target="slide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30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7.xml"/><Relationship Id="rId4" Type="http://schemas.openxmlformats.org/officeDocument/2006/relationships/slide" Target="slide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30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7.xml"/><Relationship Id="rId4" Type="http://schemas.openxmlformats.org/officeDocument/2006/relationships/slide" Target="slide2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.xml"/><Relationship Id="rId4" Type="http://schemas.openxmlformats.org/officeDocument/2006/relationships/slide" Target="slide3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2.xml"/><Relationship Id="rId4" Type="http://schemas.openxmlformats.org/officeDocument/2006/relationships/slide" Target="slide37.xml"/><Relationship Id="rId9" Type="http://schemas.openxmlformats.org/officeDocument/2006/relationships/slide" Target="slide3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.xml"/><Relationship Id="rId4" Type="http://schemas.openxmlformats.org/officeDocument/2006/relationships/slide" Target="slide3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4.xml"/><Relationship Id="rId4" Type="http://schemas.openxmlformats.org/officeDocument/2006/relationships/slide" Target="slide3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5.xml"/><Relationship Id="rId4" Type="http://schemas.openxmlformats.org/officeDocument/2006/relationships/slide" Target="slide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7.xml"/><Relationship Id="rId4" Type="http://schemas.openxmlformats.org/officeDocument/2006/relationships/slide" Target="slide3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7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8.xml"/><Relationship Id="rId4" Type="http://schemas.openxmlformats.org/officeDocument/2006/relationships/slide" Target="slide3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9.xml"/><Relationship Id="rId4" Type="http://schemas.openxmlformats.org/officeDocument/2006/relationships/slide" Target="slide3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9.xml"/><Relationship Id="rId4" Type="http://schemas.openxmlformats.org/officeDocument/2006/relationships/slide" Target="slide3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10.xml"/><Relationship Id="rId4" Type="http://schemas.openxmlformats.org/officeDocument/2006/relationships/slide" Target="slide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7" Type="http://schemas.openxmlformats.org/officeDocument/2006/relationships/slide" Target="slide16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0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12.xml"/><Relationship Id="rId4" Type="http://schemas.openxmlformats.org/officeDocument/2006/relationships/slide" Target="slide3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37.xml"/><Relationship Id="rId7" Type="http://schemas.openxmlformats.org/officeDocument/2006/relationships/slide" Target="slide30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3.svg"/><Relationship Id="rId4" Type="http://schemas.openxmlformats.org/officeDocument/2006/relationships/slide" Target="slide12.xml"/><Relationship Id="rId9" Type="http://schemas.openxmlformats.org/officeDocument/2006/relationships/slide" Target="slide1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1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5" Type="http://schemas.openxmlformats.org/officeDocument/2006/relationships/slide" Target="slide39.xml"/><Relationship Id="rId4" Type="http://schemas.openxmlformats.org/officeDocument/2006/relationships/slide" Target="slide38.xml"/><Relationship Id="rId9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1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5" Type="http://schemas.openxmlformats.org/officeDocument/2006/relationships/slide" Target="slide39.xml"/><Relationship Id="rId4" Type="http://schemas.openxmlformats.org/officeDocument/2006/relationships/slide" Target="slide38.xml"/><Relationship Id="rId9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1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5" Type="http://schemas.openxmlformats.org/officeDocument/2006/relationships/slide" Target="slide39.xml"/><Relationship Id="rId4" Type="http://schemas.openxmlformats.org/officeDocument/2006/relationships/slide" Target="slide38.xm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F00E-4D3D-5639-683F-60363D02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0A5A28-4EFF-5082-DF03-B3283FC9B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141988"/>
              </p:ext>
            </p:extLst>
          </p:nvPr>
        </p:nvGraphicFramePr>
        <p:xfrm>
          <a:off x="-1721" y="364968"/>
          <a:ext cx="9108443" cy="441356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297">
                <a:tc row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KHÁCH HÀNG /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2026</a:t>
                      </a:r>
                      <a:endParaRPr lang="en-US" sz="1200" b="1" i="0" u="none" strike="noStrike" cap="none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29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1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$239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$174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</a:rPr>
                        <a:t>($83)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20.7%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</a:rPr>
                        <a:t>-7.5%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-2.7%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13"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SHEPLEY (NIAGARA NON-US)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($44)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($81)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($103)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($77)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34.6%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25.4%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-4.0%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-8.5%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2.6</a:t>
                      </a:r>
                      <a:endParaRPr lang="en-US" sz="9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1C97497-5923-FD7B-ED86-B0CDFFC57F36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hlinkClick r:id="rId2" action="ppaction://hlinksldjump"/>
            <a:extLst>
              <a:ext uri="{FF2B5EF4-FFF2-40B4-BE49-F238E27FC236}">
                <a16:creationId xmlns:a16="http://schemas.microsoft.com/office/drawing/2014/main" id="{5B474580-05A6-8444-4AAD-E4CAF4D0EC5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0FB51D08-1AB2-9E59-8B23-7AC389A144C8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83C63F1A-60B7-715E-0DC7-A93333F4C1C8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5" name="Graphic 4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869AFD60-C0A8-E908-FF0B-400BA42225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1217403"/>
            <a:ext cx="163902" cy="163902"/>
          </a:xfrm>
          <a:prstGeom prst="rect">
            <a:avLst/>
          </a:prstGeom>
        </p:spPr>
      </p:pic>
      <p:pic>
        <p:nvPicPr>
          <p:cNvPr id="7" name="Graphic 6" descr="Exclamation mark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EE6BF390-1E87-50E0-9669-4CF0D2A80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3149720"/>
            <a:ext cx="163902" cy="163902"/>
          </a:xfrm>
          <a:prstGeom prst="rect">
            <a:avLst/>
          </a:prstGeom>
        </p:spPr>
      </p:pic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A9D085C-10AA-2774-E630-CEF2C84F1833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9F35FF-93E0-A77C-452D-A65829DADA16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420AEAEC-9479-3908-34B3-669579535F44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6CD9260F-AC9F-8F76-38D9-3E6E639B9E56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537A39D8-B1F3-7822-2890-7FC1D47D304B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932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AF59-F546-051E-E08F-7C14A849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4D7D6-0377-C252-64D2-099F2EC05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596458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($31)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($5)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-2.5%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MBF01</a:t>
                      </a:r>
                      <a:endParaRPr lang="en-US" sz="105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($324)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($257)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-20.4%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-16.9%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-13.9%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9" name="Action Button: Go Forward or Next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BAD0028-650F-5D00-571E-A9A9B0DD94A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Action Button: Go Forward or Next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AA78493-C950-1C1F-F7FB-B6AD1488E3D8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2A4241AF-28F3-11FE-89FD-06C24413408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25F5AEA5-2E63-31AA-1382-2DF990147226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" name="Rectangle: Rounded Corners 1">
            <a:hlinkClick r:id="rId4" action="ppaction://hlinksldjump"/>
            <a:extLst>
              <a:ext uri="{FF2B5EF4-FFF2-40B4-BE49-F238E27FC236}">
                <a16:creationId xmlns:a16="http://schemas.microsoft.com/office/drawing/2014/main" id="{56FC9D0A-E8DD-8848-E41A-C3A061CB0107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4" name="Graphic 3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F8E5DD6-31F0-B4B2-DBC6-57D1FD108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1221716"/>
            <a:ext cx="163902" cy="163902"/>
          </a:xfrm>
          <a:prstGeom prst="rect">
            <a:avLst/>
          </a:prstGeom>
        </p:spPr>
      </p:pic>
      <p:pic>
        <p:nvPicPr>
          <p:cNvPr id="5" name="Graphic 4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CD04058A-3CB4-5604-0A6C-495FC7FCA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2908180"/>
            <a:ext cx="163902" cy="163902"/>
          </a:xfrm>
          <a:prstGeom prst="rect">
            <a:avLst/>
          </a:prstGeom>
        </p:spPr>
      </p:pic>
      <p:sp>
        <p:nvSpPr>
          <p:cNvPr id="3" name="Action Button: Go Home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D4C7226-C64E-80E2-2701-F1AB9E815F9D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F6BD3C-D031-57BB-8ACA-0F746CAE8CE3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8" name="Rectangle: Rounded Corners 7">
              <a:hlinkClick r:id="rId8" action="ppaction://hlinksldjump"/>
              <a:extLst>
                <a:ext uri="{FF2B5EF4-FFF2-40B4-BE49-F238E27FC236}">
                  <a16:creationId xmlns:a16="http://schemas.microsoft.com/office/drawing/2014/main" id="{8CAA0E14-8AC1-DBA6-33BB-54C44FB66E56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9" name="Rectangle: Rounded Corners 8">
              <a:hlinkClick r:id="rId9" action="ppaction://hlinksldjump"/>
              <a:extLst>
                <a:ext uri="{FF2B5EF4-FFF2-40B4-BE49-F238E27FC236}">
                  <a16:creationId xmlns:a16="http://schemas.microsoft.com/office/drawing/2014/main" id="{0E912F1F-C39C-1BD2-BFA8-E66E48C5692E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3" name="Rectangle: Rounded Corners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29E6193C-FC33-F30C-B4B4-F2CC9C899357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19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9768-EFCD-B3A7-996F-DA74AED1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BC6DAB-30A3-8D60-C48F-E9552D295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450171"/>
              </p:ext>
            </p:extLst>
          </p:nvPr>
        </p:nvGraphicFramePr>
        <p:xfrm>
          <a:off x="0" y="360822"/>
          <a:ext cx="9108436" cy="424885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PCF01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($324)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($257)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-20.4%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-16.9%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-13.9%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rHDPE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thổi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màu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(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khử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mùi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)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gridSpan="9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($51)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-3.8%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3.24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D08211C-123F-7B15-D619-B1F025AE1D1B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B379607-D2C9-7DE0-154A-686777B694C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DEE6F658-42B6-16D6-77B2-3C641FB74BCF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A0C162EF-3C59-8076-0E5E-42F3DCD7780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28478348-CA5A-3DD3-BD0C-1E16D5C08F3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880CFBA1-0FF3-8BA7-3A25-2795E8252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120877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7CF33F68-7E32-7168-F21D-FF6CAC783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2909226"/>
            <a:ext cx="163902" cy="163902"/>
          </a:xfrm>
          <a:prstGeom prst="rect">
            <a:avLst/>
          </a:prstGeom>
        </p:spPr>
      </p:pic>
      <p:sp>
        <p:nvSpPr>
          <p:cNvPr id="12" name="Action Button: Go Home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9A43280-BB3B-AC4A-F97F-CFB37A9B16A6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884057-058C-949C-33D6-3F41A464BF47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D0C86357-9EF4-084C-556A-11A85FA7A5F4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9" action="ppaction://hlinksldjump"/>
              <a:extLst>
                <a:ext uri="{FF2B5EF4-FFF2-40B4-BE49-F238E27FC236}">
                  <a16:creationId xmlns:a16="http://schemas.microsoft.com/office/drawing/2014/main" id="{03650318-17BF-3FE6-E075-82CAD049B77F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EEE3A19D-0964-8E6D-EC98-6F7617224E6C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921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C835-01BE-B530-C4D9-B00EE706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8599F7-1890-CBB0-33A5-BC48E31F3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546507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($88)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-5.5%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-7.2%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-5.2%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($88)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-5.5%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-7.2%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-5.2%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9C0F092-50D5-2293-682C-928480A1861F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F8F3687-7334-D8F3-0CC1-806BD8A32E24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B7B9707F-0B2D-45EE-4265-E0AC1152D75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8C44CBDE-C05C-31F8-1B5B-43F8C5E962A0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AFD4F15A-69AF-F7BE-FC30-61AEDB95C35B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01DD38A-B9C0-9516-EDED-D895BC958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1205509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29D28EAC-94BF-38AD-00F0-1EB14A032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2896286"/>
            <a:ext cx="163902" cy="163902"/>
          </a:xfrm>
          <a:prstGeom prst="rect">
            <a:avLst/>
          </a:prstGeom>
        </p:spPr>
      </p:pic>
      <p:sp>
        <p:nvSpPr>
          <p:cNvPr id="12" name="Action Button: Go Home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CE11472-4643-DE80-EF51-A8566AAF6D61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1DB06A-91EC-63DF-FBFC-4D47758BEE7F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1E353448-69E1-E596-4A1F-7A12279D8B01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F7DDE789-8506-456A-B281-F1C8996F74B7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4C80F60C-A136-5819-4463-1EA9CEFE566A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5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CC92-77FD-251E-FDD6-C362F3E0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2310BB-E1C3-4C6F-1B59-9B2F5DB37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507198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16.3%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8.0%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6.1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 chính phẩm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57.8%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031E37B-340A-BEC0-948C-CE769945354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5C0BC800-7631-D968-5F1B-A7DD892D3A3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E328F081-4857-1708-5D07-822CDD1E701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896ED57A-E4C0-9B1E-1559-14B5A5F0C5A4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2D20211-E53B-61D4-2773-0E15A0751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1231388"/>
            <a:ext cx="163902" cy="163902"/>
          </a:xfrm>
          <a:prstGeom prst="rect">
            <a:avLst/>
          </a:prstGeom>
        </p:spPr>
      </p:pic>
      <p:pic>
        <p:nvPicPr>
          <p:cNvPr id="3" name="Graphic 2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7D1B73F-5225-4DFB-1CC4-34E78D34E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3139264"/>
            <a:ext cx="163902" cy="163902"/>
          </a:xfrm>
          <a:prstGeom prst="rect">
            <a:avLst/>
          </a:prstGeom>
        </p:spPr>
      </p:pic>
      <p:sp>
        <p:nvSpPr>
          <p:cNvPr id="9" name="Action Button: Go Home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828F63B-AC84-60E9-0951-9A8B978A55D4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ABCFD9-D30A-345D-4AD9-5D9F65B08F54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3" name="Rectangle: Rounded Corners 12">
              <a:hlinkClick r:id="rId7" action="ppaction://hlinksldjump"/>
              <a:extLst>
                <a:ext uri="{FF2B5EF4-FFF2-40B4-BE49-F238E27FC236}">
                  <a16:creationId xmlns:a16="http://schemas.microsoft.com/office/drawing/2014/main" id="{02A2202C-2E02-F595-E20D-E6F9C484AC2A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58098AD5-AAED-8994-74C2-A6CDB0A3BA11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A5908F50-7F84-7B23-4EBE-7C923FE52672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76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F0F8-929A-9FA0-CEC2-E1AD5DDC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A78EAA-968B-6534-8310-1BF874153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3880"/>
              </p:ext>
            </p:extLst>
          </p:nvPr>
        </p:nvGraphicFramePr>
        <p:xfrm>
          <a:off x="0" y="360821"/>
          <a:ext cx="9108443" cy="441356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29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29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1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46.6%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 chính phẩm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$407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46.4%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57.0%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52.1%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57.1%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2.6</a:t>
                      </a:r>
                      <a:endParaRPr lang="en-US" sz="9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6DD29D8-0448-48DC-C5EE-1A10833C764E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hlinkClick r:id="rId2" action="ppaction://hlinksldjump"/>
            <a:extLst>
              <a:ext uri="{FF2B5EF4-FFF2-40B4-BE49-F238E27FC236}">
                <a16:creationId xmlns:a16="http://schemas.microsoft.com/office/drawing/2014/main" id="{FDB1F2EE-3C16-7775-8082-30FD744A71D4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2FA54FC3-50D1-72AE-52DC-E39F769E12F1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9414A39B-A33A-8FD5-5435-E7091AE82916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5" name="Graphic 4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F58ECA82-F922-F775-C6BD-D92EB413A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1217403"/>
            <a:ext cx="163902" cy="163902"/>
          </a:xfrm>
          <a:prstGeom prst="rect">
            <a:avLst/>
          </a:prstGeom>
        </p:spPr>
      </p:pic>
      <p:pic>
        <p:nvPicPr>
          <p:cNvPr id="7" name="Graphic 6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A0EC2E6D-243F-676A-398D-074C8B516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3149720"/>
            <a:ext cx="163902" cy="163902"/>
          </a:xfrm>
          <a:prstGeom prst="rect">
            <a:avLst/>
          </a:prstGeom>
        </p:spPr>
      </p:pic>
      <p:sp>
        <p:nvSpPr>
          <p:cNvPr id="2" name="Action Button: Go Home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6E196E1-D535-9C9B-C189-206B6563A4D3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5F6639-1557-72CE-0046-0F4880495932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5" name="Rectangle: Rounded Corners 14">
              <a:hlinkClick r:id="rId6" action="ppaction://hlinksldjump"/>
              <a:extLst>
                <a:ext uri="{FF2B5EF4-FFF2-40B4-BE49-F238E27FC236}">
                  <a16:creationId xmlns:a16="http://schemas.microsoft.com/office/drawing/2014/main" id="{D37D3B44-2803-7689-5A82-24097A7996FF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351C74D6-AE29-6930-9549-4A8D947716CD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C9E94281-0C96-17E0-3C69-EF19685F673A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462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EF91-5F10-5BDB-4B69-1595A498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353823-0A03-E231-C640-E4237B044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861964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55.7%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58.1%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61.9%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MBF01</a:t>
                      </a:r>
                      <a:endParaRPr lang="en-US" sz="105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9" name="Action Button: Go Forward or Next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F1AA62-FE10-9BC0-3C3F-F2F5A0CEB847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Action Button: Go Forward or Next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606C7CF-89FD-138B-7EBF-3BE8E02615EC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9ABED067-C286-96A0-7A20-0723FF5EC8C5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07FCB08E-BCB4-2E51-27AD-2DD6C9CE08C2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" name="Rectangle: Rounded Corners 1">
            <a:hlinkClick r:id="rId4" action="ppaction://hlinksldjump"/>
            <a:extLst>
              <a:ext uri="{FF2B5EF4-FFF2-40B4-BE49-F238E27FC236}">
                <a16:creationId xmlns:a16="http://schemas.microsoft.com/office/drawing/2014/main" id="{BD30053F-F0B6-2AB0-4A28-CF594FB6BB7B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4" name="Graphic 3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63E93E94-C7E3-F64A-1D93-F0E3F4BDC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1221716"/>
            <a:ext cx="163902" cy="163902"/>
          </a:xfrm>
          <a:prstGeom prst="rect">
            <a:avLst/>
          </a:prstGeom>
        </p:spPr>
      </p:pic>
      <p:pic>
        <p:nvPicPr>
          <p:cNvPr id="5" name="Graphic 4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A8B90EE4-6013-69E4-0CD7-22A7FA4E5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2908180"/>
            <a:ext cx="163902" cy="163902"/>
          </a:xfrm>
          <a:prstGeom prst="rect">
            <a:avLst/>
          </a:prstGeom>
        </p:spPr>
      </p:pic>
      <p:sp>
        <p:nvSpPr>
          <p:cNvPr id="16" name="Action Button: Go Home 1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0258C039-9A67-817E-035A-FE5F6C119207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1B53CC-3F9C-FE73-16D4-080150D3BDF4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94A64B00-E90F-EEA2-AE6D-5BE3754FF8C3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0" name="Rectangle: Rounded Corners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87C2D1B5-6C1A-5F57-2336-92378A3D560D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1" name="Rectangle: Rounded Corners 20">
              <a:hlinkClick r:id="rId2" action="ppaction://hlinksldjump"/>
              <a:extLst>
                <a:ext uri="{FF2B5EF4-FFF2-40B4-BE49-F238E27FC236}">
                  <a16:creationId xmlns:a16="http://schemas.microsoft.com/office/drawing/2014/main" id="{64925243-8D8B-2570-088D-5B8FF486360E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081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AE1B-B7DA-E238-9948-CEBD7024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C5F32F-DC4C-4C88-35C2-21DC709CB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356358"/>
              </p:ext>
            </p:extLst>
          </p:nvPr>
        </p:nvGraphicFramePr>
        <p:xfrm>
          <a:off x="0" y="360822"/>
          <a:ext cx="9108436" cy="424885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PCF01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rHDPE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thổi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màu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(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khử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mùi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)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49.1%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58.2%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62.1%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63.7%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63.7%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3.24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098DD8C-6D28-6B67-41D1-722E40769728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FD3C715-44CA-D7FC-6E14-1C686A08DEE5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A4BDE3E0-8C3E-2062-9AF8-BA2EEA2BD5E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19EAE7A3-D5A3-9016-5EFB-9B6A1909CFF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AB36FCC3-EA99-DF7C-EF15-0890D396C3A8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20B3343-A113-6E96-E632-F0D70A7E4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120877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1CBD28B8-A0F7-AB76-CCA3-542D8EBE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2909226"/>
            <a:ext cx="163902" cy="163902"/>
          </a:xfrm>
          <a:prstGeom prst="rect">
            <a:avLst/>
          </a:prstGeom>
        </p:spPr>
      </p:pic>
      <p:sp>
        <p:nvSpPr>
          <p:cNvPr id="19" name="Action Button: Go Home 1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3B1015C4-89F3-1A68-E739-E27C9454E19D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C6B2A6-5D47-F061-A5FB-412825BB8BDB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70DD8275-473B-CC34-7FA7-FD470127406D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6D32A2A9-7D82-776E-1924-DED06FEE72A6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07E5E2B4-B06D-4CC3-0508-D334E76C03DE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150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4DA3-AB4F-6A53-5927-E05C639B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A83C0E-6837-AE1C-7461-F7361D1D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61576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77.0%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73.8%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77.0%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73.8%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D2F6337-DDE2-B8C6-C219-D43BB943D3B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6E5C583-7FBF-AD2C-5EE2-1333D017527C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D75FED91-2297-7169-96ED-5DB60847C3B8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095AEC44-88E8-FB00-E707-E0991BDBAA34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7BD8F024-6A44-3735-6E9A-FA9723BAB9D3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720DCD8-DD39-FECC-615D-BE0BBD18E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1205509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8334A483-2F00-A075-DD94-6054FE6AD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2896286"/>
            <a:ext cx="163902" cy="163902"/>
          </a:xfrm>
          <a:prstGeom prst="rect">
            <a:avLst/>
          </a:prstGeom>
        </p:spPr>
      </p:pic>
      <p:sp>
        <p:nvSpPr>
          <p:cNvPr id="19" name="Action Button: Go Home 1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1A8AAEE-DD71-B57C-3FAD-090B13BB4DD0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49030C-7BA2-A68A-672B-CAE777F030A2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76CE27E4-D388-780F-BC47-3AF6EC8B0F7C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E960F798-5013-FD07-9F2C-A074B529CF12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482ED2C4-D837-EB5F-3486-1529F3DA7F62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227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A6B9-E86C-1F58-CAC2-9A609B72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97E66C-9E29-AAAC-3204-0742475F1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82114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63.4%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6.1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 chính phẩm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62.9%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63.9%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76.2%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72.4%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67.8%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72.2%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75.1%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29305AF-3016-6893-BB06-A2A7664EB52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A189B6B6-F384-C18E-6D30-7690EC89925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3D5C9E06-C924-DBBA-A099-E06545BC3051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951B036A-F6C3-6C25-8DB5-97521F5B31C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5AC14BE-26FB-FBE5-FB6F-E7D8D0CA0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1231388"/>
            <a:ext cx="163902" cy="163902"/>
          </a:xfrm>
          <a:prstGeom prst="rect">
            <a:avLst/>
          </a:prstGeom>
        </p:spPr>
      </p:pic>
      <p:pic>
        <p:nvPicPr>
          <p:cNvPr id="3" name="Graphic 2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6704274-96CD-652C-82DA-B64061D95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3139264"/>
            <a:ext cx="163902" cy="163902"/>
          </a:xfrm>
          <a:prstGeom prst="rect">
            <a:avLst/>
          </a:prstGeom>
        </p:spPr>
      </p:pic>
      <p:sp>
        <p:nvSpPr>
          <p:cNvPr id="18" name="Action Button: Go Home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459B43C-5010-51AE-E4E6-859F605D82BB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549112-41E9-9906-B75B-AB5FC47B478A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0" name="Rectangle: Rounded Corners 19">
              <a:hlinkClick r:id="rId7" action="ppaction://hlinksldjump"/>
              <a:extLst>
                <a:ext uri="{FF2B5EF4-FFF2-40B4-BE49-F238E27FC236}">
                  <a16:creationId xmlns:a16="http://schemas.microsoft.com/office/drawing/2014/main" id="{A22C8530-AE4A-7C18-D009-9B911EB2E6EB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2B23BE31-9655-5423-268C-77321F355C95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DA1C8552-D2A0-C1FE-A395-FD0CB15C8536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693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E8F7-9F4F-0EE2-CE64-C2489E91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E6C255-4110-D6DB-5264-D31743E3E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589132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1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22.4%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gridSpan="12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2.6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F19F3B7A-1D7D-25B5-BB3E-ECE2FFDCEDB6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0596D24E-35AF-05C4-8B11-4F33038C27CE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8ACA30A0-4009-CC9F-4147-D6544037B004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46E3E067-71B5-81F4-D3F8-9631A7AD2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1217403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3E8ECE1B-1776-1562-0DD0-863740FB8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3149720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5B2D624-E6CD-D489-CC73-A67E45E75999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Action Button: Go Home 1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337F42A-4B71-F2EA-1CEE-C91C13A49EE5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52A762-2624-C567-D3B7-154E32010CAD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0" name="Rectangle: Rounded Corners 19">
              <a:hlinkClick r:id="rId7" action="ppaction://hlinksldjump"/>
              <a:extLst>
                <a:ext uri="{FF2B5EF4-FFF2-40B4-BE49-F238E27FC236}">
                  <a16:creationId xmlns:a16="http://schemas.microsoft.com/office/drawing/2014/main" id="{DEB66BAE-3E92-24F8-6AF7-329930B5845B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F5B15F38-5964-562C-D0DC-27AEE5E1BBBF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ACE02F0B-9D96-378D-053A-8091462849A0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47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1E08-8D2D-89E6-D063-8E243DA8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D6213A-8901-9290-4317-B34E257B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98613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48.6%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55.2%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MBF01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47.3%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46.6%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46.9%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DB90CBCC-6359-609C-9B98-4E7115EB9934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DCF221F7-35DE-1660-99BA-B6691E4A969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2CAC1ADD-0DAC-E2D7-A514-19B897F0ABDE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273900E3-8CA5-8184-73CE-614E7E85D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122171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03D55D0B-EC28-5097-5F2C-FDF2533FD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2908180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DEAD397-3B39-221C-6144-C580D1096265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ction Button: Go Forward or Next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1E23A28-661E-4C19-5114-AB27EE448ECC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Action Button: Go Home 1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7570262-34FB-704F-C090-82CB45BB1199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22BE17-03C5-DC52-354F-8B2530AF357C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BA2AA266-941C-7D6C-998C-EADAF76E76DB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91DF92AD-5200-32CE-FADD-933D4B98B0D7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4182C8C3-9FA0-069F-C611-745E765698AC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2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7B84-4D4B-D55D-DD3A-C83EB126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607807-4CEF-6E3A-0BFE-6CA58F646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709701"/>
              </p:ext>
            </p:extLst>
          </p:nvPr>
        </p:nvGraphicFramePr>
        <p:xfrm>
          <a:off x="0" y="360822"/>
          <a:ext cx="9108436" cy="424885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PCF01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gridSpan="12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rHDPE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thổi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màu</a:t>
                      </a:r>
                      <a:endParaRPr lang="en-US" sz="110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46.0%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43.1%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3.24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0FF0DFF5-A44A-7B3A-6510-8B3E60EC83D8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E6B29B56-3274-4469-DA24-FF5E8DDA7934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5897A845-C53E-0646-B748-06E4C59D06BD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4CBF0A4-C2EA-9478-117C-79AA513D4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120877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99B6B048-C1BA-FB9D-4DCD-96A69C7F5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2909226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2CEB3F8-3517-8E2B-7DAD-7BBFECFD14B0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ction Button: Go Forward or Next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6171407-420E-AADE-FE15-E45E1F2FC3F9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Action Button: Go Home 1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322CBAB-9540-F58D-B33F-545A7E1A83D6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650161-133C-0A86-0857-7F0DD7B671E3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4DDAC8D1-B97A-B0A1-AAFE-3AFCDA2075B0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C8D197EB-F135-713E-F6CD-4F60EC11D8D3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216CC38F-A668-C391-0C4D-7030456E7AF9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03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1B9C-2F89-CEC9-4F96-751B8E83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6915F0-6A03-5555-17DD-5FEB634B0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442448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47.5%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78.0%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43.3%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hlinkClick r:id="rId2" action="ppaction://hlinksldjump"/>
            <a:extLst>
              <a:ext uri="{FF2B5EF4-FFF2-40B4-BE49-F238E27FC236}">
                <a16:creationId xmlns:a16="http://schemas.microsoft.com/office/drawing/2014/main" id="{41A4C57F-FF65-C27C-039F-07401926AFA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3" action="ppaction://hlinksldjump"/>
            <a:extLst>
              <a:ext uri="{FF2B5EF4-FFF2-40B4-BE49-F238E27FC236}">
                <a16:creationId xmlns:a16="http://schemas.microsoft.com/office/drawing/2014/main" id="{5894C4D2-BF43-9437-CD80-E5CE07AE7D8A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65070817-B662-8E3E-F1C2-84848E8008A0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EDFAA46-CEA0-F826-F6A4-F1F797791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1205509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0699AF1D-E52E-E994-661D-14626F6DE5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2896286"/>
            <a:ext cx="163902" cy="163902"/>
          </a:xfrm>
          <a:prstGeom prst="rect">
            <a:avLst/>
          </a:prstGeom>
        </p:spPr>
      </p:pic>
      <p:sp>
        <p:nvSpPr>
          <p:cNvPr id="12" name="Action Button: Go Forward or Next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A2AAFE4-37DD-6377-6037-EC6067627C23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Action Button: Go Forward or Next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673DC2C-7735-07A3-52D7-4BFBB455670B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ction Button: Go Home 1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CB41AAB-C8F7-6520-868F-7865A1AFBC49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C10560-8813-3760-0F4F-65786CB34E4C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7F630B48-A0D4-C2B3-A05C-09A8B52083E4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1BD36916-657D-8A69-31BE-076FAF664AB3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DFE0B9E0-ACAC-2118-4AA7-B5C15AED1618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80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E450-D164-EBA3-2C7B-F9560924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EC3038-0631-8B8E-D2AB-93262AA12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42054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$307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32.5%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32.7%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31.6%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56.1%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6.1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52.5%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17" name="Rectangle: Rounded Corners 16">
            <a:hlinkClick r:id="rId2" action="ppaction://hlinksldjump"/>
            <a:extLst>
              <a:ext uri="{FF2B5EF4-FFF2-40B4-BE49-F238E27FC236}">
                <a16:creationId xmlns:a16="http://schemas.microsoft.com/office/drawing/2014/main" id="{90A9B553-2257-08EE-21DB-E502F69044C6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8" name="Rectangle: Rounded Corners 17">
            <a:hlinkClick r:id="rId3" action="ppaction://hlinksldjump"/>
            <a:extLst>
              <a:ext uri="{FF2B5EF4-FFF2-40B4-BE49-F238E27FC236}">
                <a16:creationId xmlns:a16="http://schemas.microsoft.com/office/drawing/2014/main" id="{F66A2410-B0A9-007D-12CB-1A5831104005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9" name="Rectangle: Rounded Corners 18">
            <a:hlinkClick r:id="rId4" action="ppaction://hlinksldjump"/>
            <a:extLst>
              <a:ext uri="{FF2B5EF4-FFF2-40B4-BE49-F238E27FC236}">
                <a16:creationId xmlns:a16="http://schemas.microsoft.com/office/drawing/2014/main" id="{5A594FAF-9BA2-2BAC-24A7-859FE31B53A7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1173C344-62C8-C861-C0A3-86F68C2A4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1231388"/>
            <a:ext cx="163902" cy="163902"/>
          </a:xfrm>
          <a:prstGeom prst="rect">
            <a:avLst/>
          </a:prstGeom>
        </p:spPr>
      </p:pic>
      <p:pic>
        <p:nvPicPr>
          <p:cNvPr id="3" name="Graphic 2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452FA61-D2CF-5DCF-4291-C3AB305DA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3139264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1381E8D-C3DD-5C81-DFC3-A1BA0378B88D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Action Button: Go Home 1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6231CA1-07F3-E44A-6BE4-522C2596B47B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ADFB54-03BF-EE8F-ED1E-1561A2055C2F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0" name="Rectangle: Rounded Corners 19">
              <a:hlinkClick r:id="rId8" action="ppaction://hlinksldjump"/>
              <a:extLst>
                <a:ext uri="{FF2B5EF4-FFF2-40B4-BE49-F238E27FC236}">
                  <a16:creationId xmlns:a16="http://schemas.microsoft.com/office/drawing/2014/main" id="{20AE5BBF-8F62-A705-60FC-90A07C29D5B9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7" action="ppaction://hlinksldjump"/>
              <a:extLst>
                <a:ext uri="{FF2B5EF4-FFF2-40B4-BE49-F238E27FC236}">
                  <a16:creationId xmlns:a16="http://schemas.microsoft.com/office/drawing/2014/main" id="{08364D4D-F4D0-20EB-6A16-34CA2CA8F036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3D071EB8-19D5-F886-CEDC-90DA54C291B4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00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0B9A-13CA-F817-8EFF-77155630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6D51CA-A201-EA7C-BC03-A53C64B61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601683"/>
              </p:ext>
            </p:extLst>
          </p:nvPr>
        </p:nvGraphicFramePr>
        <p:xfrm>
          <a:off x="1" y="360821"/>
          <a:ext cx="9144001" cy="322385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NIAGARA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Giá Base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Chênh lệch ICIS 2 tháng trước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($44)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3789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2737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1.1.2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15" name="Action Button: Go Forward or Next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6B535A3-FE7E-AA13-3058-6B10A5D7FBDD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ction Button: Go Home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0C1923E-0F06-F045-0223-E1FE3A49388A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hlinkClick r:id="rId3" action="ppaction://hlinksldjump"/>
            <a:extLst>
              <a:ext uri="{FF2B5EF4-FFF2-40B4-BE49-F238E27FC236}">
                <a16:creationId xmlns:a16="http://schemas.microsoft.com/office/drawing/2014/main" id="{A328ED21-634F-3192-9255-8458D95D9A6D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4" action="ppaction://hlinksldjump"/>
            <a:extLst>
              <a:ext uri="{FF2B5EF4-FFF2-40B4-BE49-F238E27FC236}">
                <a16:creationId xmlns:a16="http://schemas.microsoft.com/office/drawing/2014/main" id="{77C7CA57-83A9-EB9C-588C-07E5FE224402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5" action="ppaction://hlinksldjump"/>
            <a:extLst>
              <a:ext uri="{FF2B5EF4-FFF2-40B4-BE49-F238E27FC236}">
                <a16:creationId xmlns:a16="http://schemas.microsoft.com/office/drawing/2014/main" id="{B88FF824-CC30-6FF6-6A1F-E972791D4936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3" name="Graphic 2" descr="Bac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21866FF5-7362-74AF-CF82-D1C169BC8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9331089-A17D-9794-26C5-20ECDA615125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3" name="Rectangle: Rounded Corners 12">
              <a:hlinkClick r:id="rId4" action="ppaction://hlinksldjump"/>
              <a:extLst>
                <a:ext uri="{FF2B5EF4-FFF2-40B4-BE49-F238E27FC236}">
                  <a16:creationId xmlns:a16="http://schemas.microsoft.com/office/drawing/2014/main" id="{FFFE0FFC-4527-F1D4-0FFE-8E4367DFDCF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4" name="Rectangle: Rounded Corners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42564AAD-0683-3E96-4F25-56CBAC68AC11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" name="Rectangle: Rounded Corners 1">
              <a:hlinkClick r:id="rId2" action="ppaction://hlinksldjump"/>
              <a:extLst>
                <a:ext uri="{FF2B5EF4-FFF2-40B4-BE49-F238E27FC236}">
                  <a16:creationId xmlns:a16="http://schemas.microsoft.com/office/drawing/2014/main" id="{A45A889C-E102-9AAE-62B5-0D0B3A6FD2B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BF96CF-7EA8-3A03-973F-B4D856950414}"/>
              </a:ext>
            </a:extLst>
          </p:cNvPr>
          <p:cNvSpPr/>
          <p:nvPr/>
        </p:nvSpPr>
        <p:spPr>
          <a:xfrm>
            <a:off x="1662224" y="3978817"/>
            <a:ext cx="6151662" cy="8598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ptos Display" panose="020B0004020202020204" pitchFamily="34" charset="0"/>
              </a:rPr>
              <a:t>Hiện đang làm thủ tục để </a:t>
            </a:r>
            <a:r>
              <a:rPr lang="en-US" b="1">
                <a:solidFill>
                  <a:schemeClr val="tx1"/>
                </a:solidFill>
                <a:latin typeface="Aptos Display" panose="020B0004020202020204" pitchFamily="34" charset="0"/>
              </a:rPr>
              <a:t>nhận lại chênh lệch 10% 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Aptos Display" panose="020B0004020202020204" pitchFamily="34" charset="0"/>
              </a:rPr>
              <a:t>cho thuế quan Mỹ giảm từ 20% (riêng VN) xuống 10% (cho tất cả nước)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Aptos Display" panose="020B0004020202020204" pitchFamily="34" charset="0"/>
                <a:sym typeface="Wingdings" panose="05000000000000000000" pitchFamily="2" charset="2"/>
              </a:rPr>
              <a:t>  </a:t>
            </a:r>
            <a:r>
              <a:rPr lang="en-US" b="1">
                <a:solidFill>
                  <a:schemeClr val="tx1"/>
                </a:solidFill>
                <a:latin typeface="Aptos Display" panose="020B0004020202020204" pitchFamily="34" charset="0"/>
                <a:sym typeface="Wingdings" panose="05000000000000000000" pitchFamily="2" charset="2"/>
              </a:rPr>
              <a:t>Thu được $210,000</a:t>
            </a:r>
            <a:endParaRPr lang="en-US" b="1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r>
              <a:rPr lang="en-US" i="1">
                <a:solidFill>
                  <a:schemeClr val="tx1"/>
                </a:solidFill>
                <a:latin typeface="Aptos Display" panose="020B0004020202020204" pitchFamily="34" charset="0"/>
              </a:rPr>
              <a:t>(Đang trình bày tạm theo giá công thức hiện tại)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4600DB25-A740-1499-65E2-18D4509EC3A0}"/>
              </a:ext>
            </a:extLst>
          </p:cNvPr>
          <p:cNvSpPr/>
          <p:nvPr/>
        </p:nvSpPr>
        <p:spPr>
          <a:xfrm>
            <a:off x="2103120" y="1103812"/>
            <a:ext cx="1711959" cy="2586108"/>
          </a:xfrm>
          <a:prstGeom prst="wedgeRoundRectCallout">
            <a:avLst>
              <a:gd name="adj1" fmla="val -12821"/>
              <a:gd name="adj2" fmla="val 59722"/>
              <a:gd name="adj3" fmla="val 16667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51AF9-B690-22B1-353C-96DB8BE4410E}"/>
              </a:ext>
            </a:extLst>
          </p:cNvPr>
          <p:cNvSpPr txBox="1"/>
          <p:nvPr/>
        </p:nvSpPr>
        <p:spPr>
          <a:xfrm>
            <a:off x="0" y="3599624"/>
            <a:ext cx="15616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>
                <a:solidFill>
                  <a:schemeClr val="bg1">
                    <a:lumMod val="50000"/>
                  </a:schemeClr>
                </a:solidFill>
                <a:latin typeface="Aptos Display" panose="020B0004020202020204" pitchFamily="34" charset="0"/>
              </a:rPr>
              <a:t>(*): đã đàm phán tăng giá 10%</a:t>
            </a:r>
          </a:p>
        </p:txBody>
      </p:sp>
    </p:spTree>
    <p:extLst>
      <p:ext uri="{BB962C8B-B14F-4D97-AF65-F5344CB8AC3E}">
        <p14:creationId xmlns:p14="http://schemas.microsoft.com/office/powerpoint/2010/main" val="57231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E02C-7D9D-E10F-7564-98E25BC3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5D1D8F-4B06-AAA6-662B-5105560E0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05896"/>
              </p:ext>
            </p:extLst>
          </p:nvPr>
        </p:nvGraphicFramePr>
        <p:xfrm>
          <a:off x="1" y="360821"/>
          <a:ext cx="9144001" cy="322385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2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13"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SHEPLEY (NIAGARA NON-US)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2.1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Giá Base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Chênh lệch ICIS 2 tháng trước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($44)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</a:t>
                      </a:r>
                      <a:endParaRPr lang="en-US" sz="900" b="0" i="0" u="none" strike="noStrike" cap="non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32837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2.1.2</a:t>
                      </a:r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15" name="Action Button: Go Forward or Next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B54C82F-A3D2-F231-F378-878B720AD267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ction Button: Go Home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5659CCC-6B07-8FDC-C8EE-78A0DB1CC814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hlinkClick r:id="rId3" action="ppaction://hlinksldjump"/>
            <a:extLst>
              <a:ext uri="{FF2B5EF4-FFF2-40B4-BE49-F238E27FC236}">
                <a16:creationId xmlns:a16="http://schemas.microsoft.com/office/drawing/2014/main" id="{62364596-3570-85F9-C855-3FBD87575889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4" action="ppaction://hlinksldjump"/>
            <a:extLst>
              <a:ext uri="{FF2B5EF4-FFF2-40B4-BE49-F238E27FC236}">
                <a16:creationId xmlns:a16="http://schemas.microsoft.com/office/drawing/2014/main" id="{6DB46254-C5CF-B218-20E2-01B00A5D58B3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5" action="ppaction://hlinksldjump"/>
            <a:extLst>
              <a:ext uri="{FF2B5EF4-FFF2-40B4-BE49-F238E27FC236}">
                <a16:creationId xmlns:a16="http://schemas.microsoft.com/office/drawing/2014/main" id="{6C8E5668-C34D-8C2C-450F-7EBA4CAD4D2D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3" name="Graphic 2" descr="Bac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D6595D2D-E7CD-115A-F76C-29263A82C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5167541-72F2-F088-2BF8-57D6960F6228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3" name="Rectangle: Rounded Corners 12">
              <a:hlinkClick r:id="rId4" action="ppaction://hlinksldjump"/>
              <a:extLst>
                <a:ext uri="{FF2B5EF4-FFF2-40B4-BE49-F238E27FC236}">
                  <a16:creationId xmlns:a16="http://schemas.microsoft.com/office/drawing/2014/main" id="{C61B02F3-C0F9-8D8A-C9C0-6BDFE50A518A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4" name="Rectangle: Rounded Corners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7EF3A133-E8F0-880A-180A-DE97E0C97028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" name="Rectangle: Rounded Corners 1">
              <a:hlinkClick r:id="rId2" action="ppaction://hlinksldjump"/>
              <a:extLst>
                <a:ext uri="{FF2B5EF4-FFF2-40B4-BE49-F238E27FC236}">
                  <a16:creationId xmlns:a16="http://schemas.microsoft.com/office/drawing/2014/main" id="{7DFC3EEA-4FF0-57DE-9214-9E412893063A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69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C5AA-41E6-D8EC-5B81-95BF9C64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A868C3-CD6D-02D7-D518-D26933C4C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711433"/>
              </p:ext>
            </p:extLst>
          </p:nvPr>
        </p:nvGraphicFramePr>
        <p:xfrm>
          <a:off x="1" y="360821"/>
          <a:ext cx="9144001" cy="343572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1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(30%)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4D2A18-CFB4-F83A-9E62-6892EB4F5F6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FFFDD1C-A25A-81A4-2EB5-36C2D2981739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BB804133-E447-5D6D-D5F3-4FF1030A291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7B7F60DE-EE1E-4090-B90A-B0A2D76333C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672C6490-AB5A-FF73-F5ED-B293FC2215F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238E54B-707F-3926-3C08-63858DB36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sp>
        <p:nvSpPr>
          <p:cNvPr id="18" name="Action Button: Go Home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E00A2B4-B672-D71F-1A97-D0DA027B7470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72372F-F8F4-5825-5357-15CB11112A5C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0" name="Rectangle: Rounded Corners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87CC46AB-5A96-5AFD-096F-AF669E0CCF46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F292F63D-CB2B-B3FC-DE85-B1E291F7F02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87D32C0A-64CF-B9E5-2E22-29A645E61EA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426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C32C-1941-F41D-EDE8-1CCF38752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C7D451-F7E3-C9F8-F372-CD64F2D3B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410017"/>
              </p:ext>
            </p:extLst>
          </p:nvPr>
        </p:nvGraphicFramePr>
        <p:xfrm>
          <a:off x="1" y="360821"/>
          <a:ext cx="9144001" cy="4560553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MBF01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12"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(21.3%)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3.2.2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$1,370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PCF01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3.3.A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7AAE83B-63FB-BC98-C56D-2242A0FFE8FA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70389FF-2B4A-9040-CA93-94A06EEFB374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57C26C45-1033-DF56-C5D3-E589A37975B1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B9AA50E5-76A6-C9DE-FAE3-C3F95DEF137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5E89CA5B-CE5D-E13E-882A-09A856A6D968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68064756-A7E2-3688-E0DA-12CFA9333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1" name="Graphic 10" descr="Bac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E36DAF02-78BC-3C91-E414-9C21362F1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3755390"/>
            <a:ext cx="228600" cy="228600"/>
          </a:xfrm>
          <a:prstGeom prst="rect">
            <a:avLst/>
          </a:prstGeom>
        </p:spPr>
      </p:pic>
      <p:sp>
        <p:nvSpPr>
          <p:cNvPr id="20" name="Action Button: Go Home 19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0AA4A92-3EB8-CABB-5D56-F638012A6C27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B377DC-4CA4-BB95-C3A6-783167A83FC3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2" name="Rectangle: Rounded Corners 21">
              <a:hlinkClick r:id="rId3" action="ppaction://hlinksldjump"/>
              <a:extLst>
                <a:ext uri="{FF2B5EF4-FFF2-40B4-BE49-F238E27FC236}">
                  <a16:creationId xmlns:a16="http://schemas.microsoft.com/office/drawing/2014/main" id="{29EFD695-9F48-1BE6-CB12-1D3A57B41FB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3" name="Rectangle: Rounded Corners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23A1A092-54B9-00B5-6622-EAADB5833FF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4" name="Rectangle: Rounded Corners 23">
              <a:hlinkClick r:id="rId8" action="ppaction://hlinksldjump"/>
              <a:extLst>
                <a:ext uri="{FF2B5EF4-FFF2-40B4-BE49-F238E27FC236}">
                  <a16:creationId xmlns:a16="http://schemas.microsoft.com/office/drawing/2014/main" id="{E7F9A8C8-F8EA-2B97-6286-D4CFBB7CACCE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13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5EC7-07E3-C999-9F33-CFA9719F3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7BC5DB-4CFD-8FB1-8741-801D0AE36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36451"/>
              </p:ext>
            </p:extLst>
          </p:nvPr>
        </p:nvGraphicFramePr>
        <p:xfrm>
          <a:off x="1" y="360821"/>
          <a:ext cx="9144001" cy="230100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rHDPE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thổi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màu-khử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mùi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PCF01/MBF01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gridSpan="9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6116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$5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3FA9893-7246-FE8F-E230-1E069505C4D9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ction Button: Go Forward or Next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62C5E8D-94BB-B90F-76BB-10718A6F7A17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D3BB5E81-864A-337C-A70C-12165CCBCD43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23908EDF-7B82-6C9F-682F-FE204165793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476F838F-108F-5D99-3047-C3F197BF33B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0" name="Graphic 9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A17B8D9-4ADD-ADA0-625C-ED6747C3D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4040" y="1316990"/>
            <a:ext cx="228600" cy="228600"/>
          </a:xfrm>
          <a:prstGeom prst="rect">
            <a:avLst/>
          </a:prstGeom>
        </p:spPr>
      </p:pic>
      <p:sp>
        <p:nvSpPr>
          <p:cNvPr id="18" name="Action Button: Go Home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7EDCB83-EC9C-3999-A4F2-87C8EB790A69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AE5336-BB6D-26B9-A128-D30B149DFF7F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0" name="Rectangle: Rounded Corners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00A84594-60A2-154A-904F-B76F0DC2549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681E8F4C-3DE1-E08D-61E9-8878B6CA745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34EFC91A-A4EB-D94E-F2D3-4C3B77A0B75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782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D47C-C003-CE46-454E-9FA382DC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7C9957-23B8-88EC-0E56-14CA12E0B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922918"/>
              </p:ext>
            </p:extLst>
          </p:nvPr>
        </p:nvGraphicFramePr>
        <p:xfrm>
          <a:off x="1" y="360821"/>
          <a:ext cx="9144001" cy="327845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4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SUNTORY VIỆT NAM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4.1</a:t>
                      </a:r>
                      <a:endParaRPr lang="en-US" sz="105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   Cp vận chuyển – Miền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399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   Rebate (6% giá trị)</a:t>
                      </a:r>
                      <a:endParaRPr lang="en-US" sz="1000" b="0" i="1" u="none" strike="noStrike" cap="non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6795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$1,440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 (DDP)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  Rebate (6% giá trị)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58834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4.2.2</a:t>
                      </a:r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9F11F8E-433C-C373-7068-32110DE2DF00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77E5D8C1-05BC-1F77-0DFC-F5850222742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666E73B8-51BB-A62E-86F9-D5C87DEBA436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8C60FC8F-1B63-E5ED-3B8B-57C43363D19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707009B-45D4-CBD8-76EB-90E795F1F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6E9DD73C-024D-5A96-FD48-D6D76D90E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2397741"/>
            <a:ext cx="228600" cy="228600"/>
          </a:xfrm>
          <a:prstGeom prst="rect">
            <a:avLst/>
          </a:prstGeom>
        </p:spPr>
      </p:pic>
      <p:sp>
        <p:nvSpPr>
          <p:cNvPr id="19" name="Action Button: Go Home 1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72A6FFF-A88C-0DC6-8A0F-FABFD0586DF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BA1241-FBC5-1F52-BBCA-A04AB8A48856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1" name="Rectangle: Rounded Corners 20">
              <a:hlinkClick r:id="rId3" action="ppaction://hlinksldjump"/>
              <a:extLst>
                <a:ext uri="{FF2B5EF4-FFF2-40B4-BE49-F238E27FC236}">
                  <a16:creationId xmlns:a16="http://schemas.microsoft.com/office/drawing/2014/main" id="{C43A9129-641D-BB5C-3A3C-8329D4FD586B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3CB41977-4F8B-062F-0962-6C553CAA612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7" action="ppaction://hlinksldjump"/>
              <a:extLst>
                <a:ext uri="{FF2B5EF4-FFF2-40B4-BE49-F238E27FC236}">
                  <a16:creationId xmlns:a16="http://schemas.microsoft.com/office/drawing/2014/main" id="{A66FF29E-CD26-6293-DE0F-30E800914238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494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7D3C-03FA-75F6-B183-02CE21B4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2DB7CF-DD74-A716-8635-B3FAB84EF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283091"/>
              </p:ext>
            </p:extLst>
          </p:nvPr>
        </p:nvGraphicFramePr>
        <p:xfrm>
          <a:off x="1" y="360821"/>
          <a:ext cx="9144001" cy="2770352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 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 (EXW)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5.1.2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Nam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6.1.2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$1,470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$1,440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0D52752-C34F-5DFB-F5F8-EF8082D2D1D8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AC99873B-CA7F-7458-929A-BAF4B72B7C12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3EE45029-0456-5FC1-22AA-AF3B95E7580C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809B89A7-AD28-70E3-7BB5-EAA8FEFC16C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6BFD41C-A2C8-547B-AC3D-3886F1F14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E325BEE8-9D19-E562-79D7-1CD52648C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2162613"/>
            <a:ext cx="228600" cy="228600"/>
          </a:xfrm>
          <a:prstGeom prst="rect">
            <a:avLst/>
          </a:prstGeom>
        </p:spPr>
      </p:pic>
      <p:sp>
        <p:nvSpPr>
          <p:cNvPr id="19" name="Action Button: Go Home 1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12D6BE5-D16B-8DB4-E5A0-CF9D74319FE5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CA26A8-77F4-2D3F-7835-57CB3DCA95AD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1" name="Rectangle: Rounded Corners 20">
              <a:hlinkClick r:id="rId3" action="ppaction://hlinksldjump"/>
              <a:extLst>
                <a:ext uri="{FF2B5EF4-FFF2-40B4-BE49-F238E27FC236}">
                  <a16:creationId xmlns:a16="http://schemas.microsoft.com/office/drawing/2014/main" id="{E12F7E1C-131D-6FE8-C7C2-BB813A91B0BB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8F65456E-5458-F472-6161-670BB34C466F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7" action="ppaction://hlinksldjump"/>
              <a:extLst>
                <a:ext uri="{FF2B5EF4-FFF2-40B4-BE49-F238E27FC236}">
                  <a16:creationId xmlns:a16="http://schemas.microsoft.com/office/drawing/2014/main" id="{9109E44A-C0BE-0C06-52BB-A9FECF99C6BE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345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3DD9-B6A4-3522-8856-3BA7416A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919395-9914-2B24-5C5B-5DEC9B34F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65846"/>
              </p:ext>
            </p:extLst>
          </p:nvPr>
        </p:nvGraphicFramePr>
        <p:xfrm>
          <a:off x="1" y="360821"/>
          <a:ext cx="9144001" cy="446786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3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(10%)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($138)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($135)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($127)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5006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1.1.2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OUTEIREINHO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80911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672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71255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359349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2.1.2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$1,240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724430"/>
                  </a:ext>
                </a:extLst>
              </a:tr>
            </a:tbl>
          </a:graphicData>
        </a:graphic>
      </p:graphicFrame>
      <p:sp>
        <p:nvSpPr>
          <p:cNvPr id="15" name="Action Button: Go Forward or Next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909AB5F-77DE-C776-F925-9F424EDC5AD5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: Rounded Corners 17">
            <a:hlinkClick r:id="rId2" action="ppaction://hlinksldjump"/>
            <a:extLst>
              <a:ext uri="{FF2B5EF4-FFF2-40B4-BE49-F238E27FC236}">
                <a16:creationId xmlns:a16="http://schemas.microsoft.com/office/drawing/2014/main" id="{2B8334DC-2217-5F79-050D-3DAA946D9604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3" action="ppaction://hlinksldjump"/>
            <a:extLst>
              <a:ext uri="{FF2B5EF4-FFF2-40B4-BE49-F238E27FC236}">
                <a16:creationId xmlns:a16="http://schemas.microsoft.com/office/drawing/2014/main" id="{376CC4FE-0857-1B7D-F892-A8846EFB380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93C676BC-7259-154A-3918-3E8D6070B4F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3" name="Graphic 2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817F5FA6-5C72-79D6-3948-D2E59553B0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4" name="Graphic 3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4233462F-8945-C4CE-5E5D-0AC8E613C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3615691"/>
            <a:ext cx="228600" cy="228600"/>
          </a:xfrm>
          <a:prstGeom prst="rect">
            <a:avLst/>
          </a:prstGeom>
        </p:spPr>
      </p:pic>
      <p:sp>
        <p:nvSpPr>
          <p:cNvPr id="10" name="Action Button: Go Home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440AA60-AD01-10A0-7708-D2F6D3A184A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B0CA10-7187-039B-9E7F-2F5A73CE5854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7" name="Rectangle: Rounded Corners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BB07B709-B28E-F5A1-DC18-79FD6CF6C57A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F60A5C4F-B47B-A448-820C-8AE7A68D855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57ACEC32-97E2-305D-6F45-A024456D3D32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725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7E74-9E7A-0861-0720-9A689EE4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D59BD0-2525-5E9F-B28E-1D0F4EC7E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07386"/>
              </p:ext>
            </p:extLst>
          </p:nvPr>
        </p:nvGraphicFramePr>
        <p:xfrm>
          <a:off x="1" y="360821"/>
          <a:ext cx="9144001" cy="343572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(30%)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C99B412-06D5-D94B-EC25-849A8F61EFCB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AC78FE5-D36B-EA8E-38B7-BE42CAD6CFAD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3C1E57A7-DB68-2C60-9EA8-2703D5FFBC6A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4D66371C-66E6-782A-37E8-1EF6C8D4606E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FCC3D8E0-239E-67E7-FAB2-983EEA6B4FCA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32A4258-59A1-8A0F-80B9-7B60CB13B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sp>
        <p:nvSpPr>
          <p:cNvPr id="3" name="Action Button: Go Hom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AE6E00E-C07F-587D-04A3-7F4AAAAC7567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CCA768-148D-4936-483F-425E053B057B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5F6DAD3D-49A2-F9E7-7CA3-18BBDC14954C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676705D5-D948-CC84-37F8-B949F080144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D4E31355-921E-F6C4-7BFF-13A7F00FD442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30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DF7B-95CC-A9E7-81E5-DB07670C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30FB79-3AE9-AC70-493D-C58D1FD42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331471"/>
              </p:ext>
            </p:extLst>
          </p:nvPr>
        </p:nvGraphicFramePr>
        <p:xfrm>
          <a:off x="1" y="360821"/>
          <a:ext cx="9144001" cy="4560553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MBF01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9"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(21.3%)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3.2.2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PCF01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3.3.A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BFC6B45-63D1-04FC-19F7-D181706A38CB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726DB6F-C20A-F43B-0419-119E2A3FCE52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93E33055-2B45-CE90-358B-6EBA0A0ABBDD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D30E74C5-D634-A5DD-F8AF-E1CAEE4B369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54325574-645D-877E-8CBD-0DCEDBAE5C9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39DB6E2-D6C8-5977-CF70-B8B677D052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1" name="Graphic 10" descr="Bac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1218C874-79AE-03F5-01E9-8D182D3A5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3755390"/>
            <a:ext cx="228600" cy="228600"/>
          </a:xfrm>
          <a:prstGeom prst="rect">
            <a:avLst/>
          </a:prstGeom>
        </p:spPr>
      </p:pic>
      <p:sp>
        <p:nvSpPr>
          <p:cNvPr id="15" name="Action Button: Go Home 1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F0EB1A5-B6D1-0D68-B1AC-B75139A73CFA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48435C-FEB5-E5E3-202C-2C702D1016D3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7" name="Rectangle: Rounded Corners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F5BFEA32-3B16-F423-75D1-F30AC8B1EA67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51E01EDD-97B6-E97C-DBFC-1515E9687EA1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9" name="Rectangle: Rounded Corners 18">
              <a:hlinkClick r:id="rId9" action="ppaction://hlinksldjump"/>
              <a:extLst>
                <a:ext uri="{FF2B5EF4-FFF2-40B4-BE49-F238E27FC236}">
                  <a16:creationId xmlns:a16="http://schemas.microsoft.com/office/drawing/2014/main" id="{51BCD8B9-ED9B-B3E1-9D97-1F44239AFAEF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613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C184-732F-DC0B-954D-A0B41173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DF3F46-B6C5-C567-2204-FDF40833E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56597"/>
              </p:ext>
            </p:extLst>
          </p:nvPr>
        </p:nvGraphicFramePr>
        <p:xfrm>
          <a:off x="1" y="360821"/>
          <a:ext cx="9144001" cy="230100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rHDPE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thổi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màu-khử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mùi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PCF01/MBF01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6116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9B5114-EE39-4186-A8FB-F5F0B57FDA51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ction Button: Go Forward or Next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B484FB6-DFD3-A67C-015D-B9AFB4268631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9294619B-3B3F-F45A-9026-5FB9977BE1C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F82AEA30-2750-0636-7D34-AE2B7B4BD22A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36E465B7-199C-E697-3D6C-015CBDAFD83C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0" name="Graphic 9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5BD8D1B8-212B-3F89-3F70-6EB21E714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4040" y="1316990"/>
            <a:ext cx="228600" cy="228600"/>
          </a:xfrm>
          <a:prstGeom prst="rect">
            <a:avLst/>
          </a:prstGeom>
        </p:spPr>
      </p:pic>
      <p:sp>
        <p:nvSpPr>
          <p:cNvPr id="3" name="Action Button: Go Hom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22D247F-056E-888E-B081-CA076AA7E830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DAF16E-8828-D550-D20A-FA924D0029DB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A29FE104-0CFD-45C5-CC3E-B492D97C9AB0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4119E140-06C0-0A0E-A291-77A9F9326CE5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F21B706C-D03A-37AF-C379-DF4772086696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8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E233-E254-BC58-3A2C-4C3C6743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744547-9A1F-0403-83B4-DDA12CA68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46975"/>
              </p:ext>
            </p:extLst>
          </p:nvPr>
        </p:nvGraphicFramePr>
        <p:xfrm>
          <a:off x="1" y="360821"/>
          <a:ext cx="9144001" cy="326108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61CBC2E-7BE6-D721-7057-2615AE23EB6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A507071-ECDE-9693-87CC-E8364D1CD02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76370063-BC18-45E3-13B0-F0D5C3CCA82B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FB716A13-D3BA-F82F-2351-DB4976464255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19F40E5B-3A03-820E-B87A-5B449633CE2E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D9D340F-7155-1693-283E-4E8728F20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C86ECDB-EE66-1FCD-309E-20E186CCC06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59FE45-08A9-B78F-0A86-BF1FF1C42DDE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8BA3BFD9-0F63-2573-03DB-A284152D1A16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2D91B022-0476-5835-F000-7C0C72F5A82E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54480F0B-0F1B-281C-C30E-BA2C1AB5A107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26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28FF-DA8A-5DF7-8463-C49BAEC0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FD25A8-8EF4-9E0A-B927-E7A3C9B70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06762"/>
              </p:ext>
            </p:extLst>
          </p:nvPr>
        </p:nvGraphicFramePr>
        <p:xfrm>
          <a:off x="1" y="360821"/>
          <a:ext cx="9144001" cy="326108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4.2.2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FA86C0E-0DDE-C60E-058A-3191C213EC16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7ABA9CE-75E1-73C4-5D4E-86339568CD4E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75DFAB2C-BB09-C19F-E30C-902BA329F74A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AA6DB6AE-9315-FD71-4779-AD70FF43C0B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E6C1C2C8-9BA3-5E92-8695-750C3843AE6D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1E99AAF3-7C1D-F663-A9E9-189B85906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B704BC-C50F-A51D-37CF-73208B3B9665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F71B69-EDE4-9D09-74A0-265136798304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A830E807-78A2-DD67-D27D-84FF75A06500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C814C948-25EC-9CB1-0923-98D583C25564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688AB95D-3DD4-13A4-896C-B134785EB703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90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4FE7-3484-4BEE-0905-85939899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B058E9-8F09-E96B-6AE0-8EEF61262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889110"/>
              </p:ext>
            </p:extLst>
          </p:nvPr>
        </p:nvGraphicFramePr>
        <p:xfrm>
          <a:off x="1" y="360821"/>
          <a:ext cx="9144001" cy="300809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 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 (EXW)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5.1.2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 </a:t>
                      </a: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 </a:t>
                      </a: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 </a:t>
                      </a: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Nam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Rebate (3%)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984504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6.1.2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60B3B6D-DD0A-54D0-F5CB-4B4680006895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17EA664F-40E7-3400-FF4C-B2892B56FADD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1C78EF1E-BCAC-A809-A866-B8FCA131F60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A311EC62-AD35-9526-64C7-5252380D1923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F06D4F5F-2A60-4DD9-1681-14F7D7070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D2B94616-3280-49CD-FC69-5184D24BE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2162613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753A250-6969-19C3-866A-B0C6F67F963D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BC2365-96BC-F2F5-5587-638FF782E966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832F9FA0-12AB-D846-F243-E3E4535814CD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D14F9CDB-EC31-FA43-9E8B-EEBE18457318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7A8B0EE4-BB4C-912D-AFAE-ED5D80D41F85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80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56A8-888E-214B-7AFA-05E92E52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F78842-CC58-70E9-DE7A-FA166604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114215"/>
              </p:ext>
            </p:extLst>
          </p:nvPr>
        </p:nvGraphicFramePr>
        <p:xfrm>
          <a:off x="1" y="360821"/>
          <a:ext cx="9144001" cy="4470482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3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(10%)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($135)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($138)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24497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1.1.2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OUTEIREINHO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gridSpan="12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2.1.2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64547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2968815-7E3C-9EE0-139C-11B7439A0477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DE469F92-BA51-919B-F39E-35949743E3DF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0" name="Rectangle: Rounded Corners 9">
            <a:hlinkClick r:id="rId3" action="ppaction://hlinksldjump"/>
            <a:extLst>
              <a:ext uri="{FF2B5EF4-FFF2-40B4-BE49-F238E27FC236}">
                <a16:creationId xmlns:a16="http://schemas.microsoft.com/office/drawing/2014/main" id="{6E0C7CB3-D13F-4931-590D-4F61C037A59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2429B483-CA99-E663-B9F1-A2B2092FA4B4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8" name="Graphic 7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11BED199-905E-E91E-0E29-119989F14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2" name="Graphic 11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09B2C389-DA05-5280-2BD1-29F1223E4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3615691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3D478DB-1B00-3DB8-AAFE-F3339900020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128460-B962-EB23-9B97-B54BD7925A6C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6" action="ppaction://hlinksldjump"/>
              <a:extLst>
                <a:ext uri="{FF2B5EF4-FFF2-40B4-BE49-F238E27FC236}">
                  <a16:creationId xmlns:a16="http://schemas.microsoft.com/office/drawing/2014/main" id="{356F3E86-2E4C-1837-440C-C3B9F70E5A08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7B76D488-9FA5-DB47-7072-BE791970DBF6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9B787B79-B1AC-51F2-3FAB-B2669538CCF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01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08AC-2A63-058B-0A3B-F0916BF7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7C0D40-B55F-6398-DA5E-6698111AB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91428"/>
              </p:ext>
            </p:extLst>
          </p:nvPr>
        </p:nvGraphicFramePr>
        <p:xfrm>
          <a:off x="1" y="360821"/>
          <a:ext cx="9144001" cy="3390653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(30%)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680BCC1-9BC9-1C1C-045A-899143D8626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5242A61-18C1-2113-AB01-F30F24048CD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F0CF5846-C311-6BF1-7565-FDDABF5FE353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0" name="Rectangle: Rounded Corners 9">
            <a:hlinkClick r:id="rId3" action="ppaction://hlinksldjump"/>
            <a:extLst>
              <a:ext uri="{FF2B5EF4-FFF2-40B4-BE49-F238E27FC236}">
                <a16:creationId xmlns:a16="http://schemas.microsoft.com/office/drawing/2014/main" id="{EF531A7D-DFC8-1422-6E12-D9DA246E577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3C91A420-9713-C51A-04DE-806F7EEEBD8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FE3C1928-52EC-FB72-7D59-994F8B88F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0077CFE-63A1-C84D-802C-42E7A84132DD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68D334-E46A-A217-736C-E4BDAB28647D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C6E737F7-30EA-DB5E-335D-1B606E86BD36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81258F1C-AFAC-BF36-6A57-559615BAC47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DB8AB984-4D04-DCD9-4DE0-89C0C738CF06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329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E1F3-C7D6-7D67-071D-8E242E16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0DE5D6-DB7B-4F4D-2AE9-2CB91ACF2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057542"/>
              </p:ext>
            </p:extLst>
          </p:nvPr>
        </p:nvGraphicFramePr>
        <p:xfrm>
          <a:off x="1" y="360821"/>
          <a:ext cx="9144001" cy="456486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718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718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40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MBF01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(21.3%)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3.2.2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PCF01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5" gridSpan="12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852807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3.3.A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37738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487050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371123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07862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8384965-BCE2-B20E-28EF-12E986C053AD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8352265-CE0B-AF12-7FE5-85A84D774A8D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5B9275F7-9C8D-2E3D-696B-5FCD82F6F681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3980BCE2-92B7-A369-D13F-D18CE315533E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4099810C-E3D2-0FDB-519A-6A4772C27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99E56743-52C9-266C-9339-BC8090474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3755390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B97B5CB-E2CB-ED64-9B58-6DAF392A946D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ECDAD9-3A36-3514-8B94-ED31878E62F9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A2E6254B-300A-6457-D9AD-4CFD935E6683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F9B4988C-6B2A-099C-11F2-2D4961234167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9" action="ppaction://hlinksldjump"/>
              <a:extLst>
                <a:ext uri="{FF2B5EF4-FFF2-40B4-BE49-F238E27FC236}">
                  <a16:creationId xmlns:a16="http://schemas.microsoft.com/office/drawing/2014/main" id="{D38D614A-FAE9-AFE6-AAD7-C7B8F8065E6D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9" name="Rectangle: Rounded Corners 18">
            <a:hlinkClick r:id="rId7" action="ppaction://hlinksldjump"/>
            <a:extLst>
              <a:ext uri="{FF2B5EF4-FFF2-40B4-BE49-F238E27FC236}">
                <a16:creationId xmlns:a16="http://schemas.microsoft.com/office/drawing/2014/main" id="{BCEC3817-5CB3-2DE3-1086-5641F505529A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284476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DC01-0728-D42C-2603-91BFAAC6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732458-1005-79F3-4222-CE9145B4C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53364"/>
              </p:ext>
            </p:extLst>
          </p:nvPr>
        </p:nvGraphicFramePr>
        <p:xfrm>
          <a:off x="1" y="360821"/>
          <a:ext cx="9144001" cy="230100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rHDPE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thổi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màu-khử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mùi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PCF01/MBF01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6116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A29488C-FFC7-F22A-D579-6389CEC9A090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ction Button: Go Forward or Next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8483134-2ABE-6E03-0551-215824E4D780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FB74C9D6-4E6E-C5A1-3A11-6C0902BB0CE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AFC73CF3-CA54-384F-CDE6-811D6C4FD82C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3" name="Graphic 12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F12139D3-6E6C-3D01-1ECF-9A61E22D2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4040" y="1316990"/>
            <a:ext cx="228600" cy="228600"/>
          </a:xfrm>
          <a:prstGeom prst="rect">
            <a:avLst/>
          </a:prstGeom>
        </p:spPr>
      </p:pic>
      <p:sp>
        <p:nvSpPr>
          <p:cNvPr id="3" name="Action Button: Go Home 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E78280E-5DA3-DC75-F932-73E2DC33D292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62AD18-EF29-BA9C-737D-008770CDB15D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40ED1D46-707D-4DF0-5EA2-A457F48F87D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EA1EDA5A-CED2-2441-82D2-278E2A1DB456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4A1B6400-CC18-12E8-3B8F-D415BE03F8B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42C4E6ED-E3DD-BE62-0CBA-D50DC6575DD7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14879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4243-A2CF-BA40-493D-B6823F2A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73D8DB-C883-C389-7EAC-C15574D59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592448"/>
              </p:ext>
            </p:extLst>
          </p:nvPr>
        </p:nvGraphicFramePr>
        <p:xfrm>
          <a:off x="1" y="360821"/>
          <a:ext cx="9144001" cy="349882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8625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12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72737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1B02D9C-7B8D-CF60-E886-B4B641EC183D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09588F-06E4-6E01-EBF4-B8958AC48D71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D7D3D3C4-0F0A-5420-FD88-2882AEF5AD7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A4D5767D-075B-A531-6575-B941D5927809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3DB34D25-D8F1-179B-20A6-82599F92C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CB1D724-1495-5BF1-FB50-3284AFAB58A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E76F61-CEEB-97CF-14DF-15C97BDE81D7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8EC45619-8FD2-B561-3113-CDE476EEB11E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159BD27C-78A1-6F80-558A-573C3646947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B3E2BD7E-464B-52DC-1C70-326358A98DE1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39102306-BF5D-3FEA-4175-96EB0AB6815C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393676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43BD-F336-3F93-D5D8-AF89874D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771245-261D-3334-558A-4312DD6B0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76298"/>
              </p:ext>
            </p:extLst>
          </p:nvPr>
        </p:nvGraphicFramePr>
        <p:xfrm>
          <a:off x="1" y="360821"/>
          <a:ext cx="9144001" cy="349882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8625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12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72737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5D399F5-0203-30B3-CCFA-CA7B006AF2E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7E11FC5-E476-91A4-C1F6-20FB53D50AAA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42779DB1-E193-D7B9-A702-608E337107C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3A7342CA-77EA-9A57-CC1B-AAB1BB123E2C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16A20522-779F-FEF9-65E4-0139871F2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F273150-C754-747F-09E9-A7D37B97BF82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BB50BA-AC53-C2EE-868F-419DA34DDC13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4938C178-2CD7-A117-8CEC-C6119369CA79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3CA4E52F-58AF-97D3-97E7-B734E71AB75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EBE29CC5-2B80-3C04-43FE-E82E7D7CFABD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C87CF5A4-B225-9275-CA49-1F10E9DA30D6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24904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9650-D8CD-4667-6090-5B2F4651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81E62B-5E74-30EF-1567-1681E184E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060965"/>
              </p:ext>
            </p:extLst>
          </p:nvPr>
        </p:nvGraphicFramePr>
        <p:xfrm>
          <a:off x="1" y="360821"/>
          <a:ext cx="9144001" cy="300809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 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 (EXW)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5.1.2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Nam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Rebate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984504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6.1.2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6CDA60F-6B1D-AC79-89E9-4CA261CE3893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52E9B20F-AD1A-4938-74CB-08BC33C66B80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0A43DB9A-1DBE-6DAA-9843-BDA2078244E1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5" name="Graphic 4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A1268CF2-085D-B5E3-7E39-A5E65110A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B0899B10-BA5C-497C-9A91-4E69925DD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2162613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34364B1-2F31-9B19-23E5-1477C947716F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0B3644-102E-12C9-36B2-F31DE6A04144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D4FA20E9-AD07-BA52-5D0C-1107CBD24432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99D0B21C-EBFC-6F72-502E-1B01EF2FA64E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25CE996C-8399-2EE0-5C42-5C25168843AE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1F4142D0-9F65-F183-B2D6-A753F37F59B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35582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3E9C-DAAE-5C26-75FC-C4A4B97A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7700C74-60DB-2DC0-92E1-B97A8A256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55"/>
            <a:ext cx="9144000" cy="484771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744364C-D90A-6A47-5B4F-159B47D181F9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14" name="Rectangle: Rounded Corners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2A8E55A0-6703-EC8E-F05E-A691E83C15B3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15" name="Rectangle: Rounded Corners 14">
              <a:hlinkClick r:id="rId4" action="ppaction://hlinksldjump"/>
              <a:extLst>
                <a:ext uri="{FF2B5EF4-FFF2-40B4-BE49-F238E27FC236}">
                  <a16:creationId xmlns:a16="http://schemas.microsoft.com/office/drawing/2014/main" id="{6B8C4A1E-E686-0CCE-F36B-007429908F84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16" name="Rectangle: Rounded Corners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694E2CC2-E8B9-8D1B-2F1F-9012C32AAC9A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17" name="Rectangle: Rounded Corners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A834E85E-2D10-01B1-73D1-369DAFD2588A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18" name="Rectangle: Rounded Corners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970CEABB-8223-1DB4-AF59-499CACA690C9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09993E-C892-F826-653A-448BE1D2EF60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10" name="Rectangle: Rounded Corners 9">
              <a:hlinkClick r:id="rId8" action="ppaction://hlinksldjump"/>
              <a:extLst>
                <a:ext uri="{FF2B5EF4-FFF2-40B4-BE49-F238E27FC236}">
                  <a16:creationId xmlns:a16="http://schemas.microsoft.com/office/drawing/2014/main" id="{522E5320-892F-CF70-A339-5E2DB6F19971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11" name="Rectangle: Rounded Corners 10">
              <a:hlinkClick r:id="rId9" action="ppaction://hlinksldjump"/>
              <a:extLst>
                <a:ext uri="{FF2B5EF4-FFF2-40B4-BE49-F238E27FC236}">
                  <a16:creationId xmlns:a16="http://schemas.microsoft.com/office/drawing/2014/main" id="{E3275EB5-72E2-5686-8965-7BACA1D79589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12" name="Rectangle: Rounded Corners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3D3C3FA1-0094-20FD-B929-36698E0EA18E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  <p:sp>
        <p:nvSpPr>
          <p:cNvPr id="21" name="Action Button: Go Home 2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EDE12BF1-E56F-3A92-E6CD-B10CC4D35228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2DEC-36A1-5EE1-B6EC-8381CB8E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B3D0438-94B0-821C-2F41-547936FF1715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14" name="Rectangle: Rounded Corners 13">
              <a:hlinkClick r:id="rId2" action="ppaction://hlinksldjump"/>
              <a:extLst>
                <a:ext uri="{FF2B5EF4-FFF2-40B4-BE49-F238E27FC236}">
                  <a16:creationId xmlns:a16="http://schemas.microsoft.com/office/drawing/2014/main" id="{B62C3D87-FD49-2602-D768-9F1E9144CE69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15" name="Rectangle: Rounded Corners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C03B8937-15F9-377D-AF6B-C4500502D313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16" name="Rectangle: Rounded Corners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599346F2-5F17-F976-BF8D-517AA745CB19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17" name="Rectangle: Rounded Corners 16">
              <a:hlinkClick r:id="rId5" action="ppaction://hlinksldjump"/>
              <a:extLst>
                <a:ext uri="{FF2B5EF4-FFF2-40B4-BE49-F238E27FC236}">
                  <a16:creationId xmlns:a16="http://schemas.microsoft.com/office/drawing/2014/main" id="{C72CC5EC-17E4-DF84-7707-E28744A8E7E7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18" name="Rectangle: Rounded Corners 17">
              <a:hlinkClick r:id="rId6" action="ppaction://hlinksldjump"/>
              <a:extLst>
                <a:ext uri="{FF2B5EF4-FFF2-40B4-BE49-F238E27FC236}">
                  <a16:creationId xmlns:a16="http://schemas.microsoft.com/office/drawing/2014/main" id="{C6F658F9-7A4F-CF41-F075-C0D1586AD28A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27" name="Action Button: Go Home 2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D7B15FD6-1ED9-F50A-94A3-00E559ECBE25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CBCDD6-3848-4419-8C10-5098DC168E82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4" name="Rectangle: Rounded Corners 3">
              <a:hlinkClick r:id="rId7" action="ppaction://hlinksldjump"/>
              <a:extLst>
                <a:ext uri="{FF2B5EF4-FFF2-40B4-BE49-F238E27FC236}">
                  <a16:creationId xmlns:a16="http://schemas.microsoft.com/office/drawing/2014/main" id="{81E16964-CD49-9207-C34F-88E55884F842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5" name="Rectangle: Rounded Corners 4">
              <a:hlinkClick r:id="rId8" action="ppaction://hlinksldjump"/>
              <a:extLst>
                <a:ext uri="{FF2B5EF4-FFF2-40B4-BE49-F238E27FC236}">
                  <a16:creationId xmlns:a16="http://schemas.microsoft.com/office/drawing/2014/main" id="{5755C002-375B-6639-241C-CCC4F6CEF161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6" name="Rectangle: Rounded Corners 5">
              <a:hlinkClick r:id="rId3" action="ppaction://hlinksldjump"/>
              <a:extLst>
                <a:ext uri="{FF2B5EF4-FFF2-40B4-BE49-F238E27FC236}">
                  <a16:creationId xmlns:a16="http://schemas.microsoft.com/office/drawing/2014/main" id="{BD97B909-E7DE-F7A4-3227-339B6B1FA8AB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82BC28F-A071-407B-49C1-EBAE821F93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75039"/>
            <a:ext cx="9144000" cy="484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0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25BC-3CDD-A9E6-A7AD-FB884F7E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F63EECE-1C32-F46C-E3CC-29C40C65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426"/>
            <a:ext cx="9144000" cy="458880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450BF6F-A723-457F-5DAC-4C0E34CD008C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29" name="Rectangle: Rounded Corners 28">
              <a:hlinkClick r:id="rId3" action="ppaction://hlinksldjump"/>
              <a:extLst>
                <a:ext uri="{FF2B5EF4-FFF2-40B4-BE49-F238E27FC236}">
                  <a16:creationId xmlns:a16="http://schemas.microsoft.com/office/drawing/2014/main" id="{EFF1BF6E-1BA1-4F63-0CC0-791E7D81F4BB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30" name="Rectangle: Rounded Corners 29">
              <a:hlinkClick r:id="rId4" action="ppaction://hlinksldjump"/>
              <a:extLst>
                <a:ext uri="{FF2B5EF4-FFF2-40B4-BE49-F238E27FC236}">
                  <a16:creationId xmlns:a16="http://schemas.microsoft.com/office/drawing/2014/main" id="{10B1F3AC-BE8E-68BE-C932-61EBA5553B0B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31" name="Rectangle: Rounded Corners 30">
              <a:hlinkClick r:id="rId5" action="ppaction://hlinksldjump"/>
              <a:extLst>
                <a:ext uri="{FF2B5EF4-FFF2-40B4-BE49-F238E27FC236}">
                  <a16:creationId xmlns:a16="http://schemas.microsoft.com/office/drawing/2014/main" id="{21006E76-FE69-34EB-2E17-EDDAA3512CE2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32" name="Rectangle: Rounded Corners 31">
              <a:hlinkClick r:id="rId6" action="ppaction://hlinksldjump"/>
              <a:extLst>
                <a:ext uri="{FF2B5EF4-FFF2-40B4-BE49-F238E27FC236}">
                  <a16:creationId xmlns:a16="http://schemas.microsoft.com/office/drawing/2014/main" id="{2FEB79FE-9B94-FCA3-5B3B-B5EBC852B05A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33" name="Rectangle: Rounded Corners 32">
              <a:hlinkClick r:id="rId7" action="ppaction://hlinksldjump"/>
              <a:extLst>
                <a:ext uri="{FF2B5EF4-FFF2-40B4-BE49-F238E27FC236}">
                  <a16:creationId xmlns:a16="http://schemas.microsoft.com/office/drawing/2014/main" id="{AFCAC441-B1DE-4FC2-BC6E-4B8EAC507B68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34" name="Action Button: Go Home 33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509B845-A242-E80B-FC5D-3EB20554ED4E}"/>
              </a:ext>
            </a:extLst>
          </p:cNvPr>
          <p:cNvSpPr/>
          <p:nvPr/>
        </p:nvSpPr>
        <p:spPr>
          <a:xfrm>
            <a:off x="29624" y="342426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A2A1B1-3EEE-C3BC-E3CC-5F8867EE0424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4" name="Rectangle: Rounded Corners 3">
              <a:hlinkClick r:id="rId8" action="ppaction://hlinksldjump"/>
              <a:extLst>
                <a:ext uri="{FF2B5EF4-FFF2-40B4-BE49-F238E27FC236}">
                  <a16:creationId xmlns:a16="http://schemas.microsoft.com/office/drawing/2014/main" id="{7A3D889D-0670-C3FF-5917-76A61BE0EA7E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6" name="Rectangle: Rounded Corners 5">
              <a:hlinkClick r:id="rId9" action="ppaction://hlinksldjump"/>
              <a:extLst>
                <a:ext uri="{FF2B5EF4-FFF2-40B4-BE49-F238E27FC236}">
                  <a16:creationId xmlns:a16="http://schemas.microsoft.com/office/drawing/2014/main" id="{68031786-48BD-9533-A324-21CA2D5F8116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7" name="Rectangle: Rounded Corners 6">
              <a:hlinkClick r:id="rId4" action="ppaction://hlinksldjump"/>
              <a:extLst>
                <a:ext uri="{FF2B5EF4-FFF2-40B4-BE49-F238E27FC236}">
                  <a16:creationId xmlns:a16="http://schemas.microsoft.com/office/drawing/2014/main" id="{B6189261-C4A9-C05D-D7C0-2942D5A4FB50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4FDA97C-7743-3436-C0A9-67A51307686D}"/>
              </a:ext>
            </a:extLst>
          </p:cNvPr>
          <p:cNvSpPr txBox="1"/>
          <p:nvPr/>
        </p:nvSpPr>
        <p:spPr>
          <a:xfrm>
            <a:off x="7455361" y="3619768"/>
            <a:ext cx="1678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>
                <a:solidFill>
                  <a:schemeClr val="bg1">
                    <a:lumMod val="50000"/>
                  </a:schemeClr>
                </a:solidFill>
              </a:rPr>
              <a:t>- Lavie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sz="800" i="1" dirty="0" err="1">
                <a:solidFill>
                  <a:schemeClr val="bg1">
                    <a:lumMod val="50000"/>
                  </a:schemeClr>
                </a:solidFill>
              </a:rPr>
              <a:t>đang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800" i="1" dirty="0" err="1">
                <a:solidFill>
                  <a:schemeClr val="bg1">
                    <a:lumMod val="50000"/>
                  </a:schemeClr>
                </a:solidFill>
              </a:rPr>
              <a:t>mua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50000"/>
                  </a:schemeClr>
                </a:solidFill>
              </a:rPr>
              <a:t>mã</a:t>
            </a:r>
            <a:r>
              <a:rPr lang="en-US" sz="800" i="1">
                <a:solidFill>
                  <a:schemeClr val="bg1">
                    <a:lumMod val="50000"/>
                  </a:schemeClr>
                </a:solidFill>
              </a:rPr>
              <a:t> WSS01</a:t>
            </a:r>
          </a:p>
          <a:p>
            <a:r>
              <a:rPr lang="en-US" sz="800" b="1" i="1">
                <a:solidFill>
                  <a:schemeClr val="bg1">
                    <a:lumMod val="50000"/>
                  </a:schemeClr>
                </a:solidFill>
              </a:rPr>
              <a:t>- Niagara </a:t>
            </a:r>
            <a:r>
              <a:rPr lang="en-US" sz="800" i="1">
                <a:solidFill>
                  <a:schemeClr val="bg1">
                    <a:lumMod val="50000"/>
                  </a:schemeClr>
                </a:solidFill>
              </a:rPr>
              <a:t>đang đàm phán để thu lại 10% doanh thu từ T01-&gt;T03 do thay đổi thuế quan (hiện tại đang trình bày theo công thức cũ). T04 đã tăng giá 10%.</a:t>
            </a:r>
            <a:endParaRPr lang="en-US" sz="8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28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6911-4483-ADC9-B7F9-CBF7E020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1B78B5A-ECDB-C7E0-DF51-98A9CA541D4A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28" name="Rectangle: Rounded Corners 27">
              <a:hlinkClick r:id="rId2" action="ppaction://hlinksldjump"/>
              <a:extLst>
                <a:ext uri="{FF2B5EF4-FFF2-40B4-BE49-F238E27FC236}">
                  <a16:creationId xmlns:a16="http://schemas.microsoft.com/office/drawing/2014/main" id="{39B1F48A-A99A-E1ED-1D31-5649B95CA1B4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29" name="Rectangle: Rounded Corners 28">
              <a:hlinkClick r:id="rId3" action="ppaction://hlinksldjump"/>
              <a:extLst>
                <a:ext uri="{FF2B5EF4-FFF2-40B4-BE49-F238E27FC236}">
                  <a16:creationId xmlns:a16="http://schemas.microsoft.com/office/drawing/2014/main" id="{5D051B06-82A0-BA9D-9D5C-3E80994057E9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30" name="Rectangle: Rounded Corners 29">
              <a:hlinkClick r:id="rId4" action="ppaction://hlinksldjump"/>
              <a:extLst>
                <a:ext uri="{FF2B5EF4-FFF2-40B4-BE49-F238E27FC236}">
                  <a16:creationId xmlns:a16="http://schemas.microsoft.com/office/drawing/2014/main" id="{36FC9B02-B46D-3AD4-A863-4ABD6CDF172A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31" name="Rectangle: Rounded Corners 30">
              <a:hlinkClick r:id="rId5" action="ppaction://hlinksldjump"/>
              <a:extLst>
                <a:ext uri="{FF2B5EF4-FFF2-40B4-BE49-F238E27FC236}">
                  <a16:creationId xmlns:a16="http://schemas.microsoft.com/office/drawing/2014/main" id="{CF03AF8A-F0EA-2604-0D59-A951DDEB6FA2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32" name="Rectangle: Rounded Corners 31">
              <a:hlinkClick r:id="rId6" action="ppaction://hlinksldjump"/>
              <a:extLst>
                <a:ext uri="{FF2B5EF4-FFF2-40B4-BE49-F238E27FC236}">
                  <a16:creationId xmlns:a16="http://schemas.microsoft.com/office/drawing/2014/main" id="{22548BDB-02CE-6E00-7F84-F0B981E821EC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33" name="Action Button: Go Home 3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7E9E8D1-1FE2-B924-098F-FD9E22EA7D9D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28835F-BE91-3784-3661-D66749927CCF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3" name="Rectangle: Rounded Corners 2">
              <a:hlinkClick r:id="rId7" action="ppaction://hlinksldjump"/>
              <a:extLst>
                <a:ext uri="{FF2B5EF4-FFF2-40B4-BE49-F238E27FC236}">
                  <a16:creationId xmlns:a16="http://schemas.microsoft.com/office/drawing/2014/main" id="{E2803D52-27AE-DD46-8E84-B3B4891A1E5E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5" name="Rectangle: Rounded Corners 4">
              <a:hlinkClick r:id="rId8" action="ppaction://hlinksldjump"/>
              <a:extLst>
                <a:ext uri="{FF2B5EF4-FFF2-40B4-BE49-F238E27FC236}">
                  <a16:creationId xmlns:a16="http://schemas.microsoft.com/office/drawing/2014/main" id="{19122D7D-5E8B-D8B7-A2BC-46C5E65370FC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6" name="Rectangle: Rounded Corners 5">
              <a:hlinkClick r:id="rId3" action="ppaction://hlinksldjump"/>
              <a:extLst>
                <a:ext uri="{FF2B5EF4-FFF2-40B4-BE49-F238E27FC236}">
                  <a16:creationId xmlns:a16="http://schemas.microsoft.com/office/drawing/2014/main" id="{2CCADD52-E9CE-E5A6-E6EB-38EF9A428189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591FB79-3EAC-2175-0D85-D76B2B943B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55572"/>
            <a:ext cx="9144000" cy="462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9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7FFE-4312-F16F-B6B8-0A6701B7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1FB08DD-2D7E-A97D-FC12-B2F399B3AF5C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28" name="Rectangle: Rounded Corners 27">
              <a:hlinkClick r:id="rId2" action="ppaction://hlinksldjump"/>
              <a:extLst>
                <a:ext uri="{FF2B5EF4-FFF2-40B4-BE49-F238E27FC236}">
                  <a16:creationId xmlns:a16="http://schemas.microsoft.com/office/drawing/2014/main" id="{F663D984-FFAB-14F3-B7C8-B3691724672E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29" name="Rectangle: Rounded Corners 28">
              <a:hlinkClick r:id="rId3" action="ppaction://hlinksldjump"/>
              <a:extLst>
                <a:ext uri="{FF2B5EF4-FFF2-40B4-BE49-F238E27FC236}">
                  <a16:creationId xmlns:a16="http://schemas.microsoft.com/office/drawing/2014/main" id="{6046AE2E-3A09-7F33-B575-D8A325854A9B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30" name="Rectangle: Rounded Corners 29">
              <a:hlinkClick r:id="rId4" action="ppaction://hlinksldjump"/>
              <a:extLst>
                <a:ext uri="{FF2B5EF4-FFF2-40B4-BE49-F238E27FC236}">
                  <a16:creationId xmlns:a16="http://schemas.microsoft.com/office/drawing/2014/main" id="{7D3176A4-5670-4943-AA11-C6BF950A5660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31" name="Rectangle: Rounded Corners 30">
              <a:hlinkClick r:id="rId5" action="ppaction://hlinksldjump"/>
              <a:extLst>
                <a:ext uri="{FF2B5EF4-FFF2-40B4-BE49-F238E27FC236}">
                  <a16:creationId xmlns:a16="http://schemas.microsoft.com/office/drawing/2014/main" id="{8646EEEA-E7C7-9868-0563-0704E9066D00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32" name="Rectangle: Rounded Corners 31">
              <a:hlinkClick r:id="rId6" action="ppaction://hlinksldjump"/>
              <a:extLst>
                <a:ext uri="{FF2B5EF4-FFF2-40B4-BE49-F238E27FC236}">
                  <a16:creationId xmlns:a16="http://schemas.microsoft.com/office/drawing/2014/main" id="{AAA980F7-396E-44D8-BC1B-BF0C9708A423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33" name="Action Button: Go Home 3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A09D19D-8CBE-C7CC-82E1-DD5603AA1ABB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56C571-4BAD-1FB1-3035-A336AD5EF8C3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4" name="Rectangle: Rounded Corners 3">
              <a:hlinkClick r:id="rId7" action="ppaction://hlinksldjump"/>
              <a:extLst>
                <a:ext uri="{FF2B5EF4-FFF2-40B4-BE49-F238E27FC236}">
                  <a16:creationId xmlns:a16="http://schemas.microsoft.com/office/drawing/2014/main" id="{E28E249D-D03F-F9D7-B498-19D0CBD788A1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5" name="Rectangle: Rounded Corners 4">
              <a:hlinkClick r:id="rId8" action="ppaction://hlinksldjump"/>
              <a:extLst>
                <a:ext uri="{FF2B5EF4-FFF2-40B4-BE49-F238E27FC236}">
                  <a16:creationId xmlns:a16="http://schemas.microsoft.com/office/drawing/2014/main" id="{74FBEC17-8725-2145-683B-D9EB2B8EBA75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6" name="Rectangle: Rounded Corners 5">
              <a:hlinkClick r:id="rId3" action="ppaction://hlinksldjump"/>
              <a:extLst>
                <a:ext uri="{FF2B5EF4-FFF2-40B4-BE49-F238E27FC236}">
                  <a16:creationId xmlns:a16="http://schemas.microsoft.com/office/drawing/2014/main" id="{0B883C80-1EC0-3FC2-406E-4C46FCECDA5C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A011C14-E2A2-A20E-ED4B-7CA323F63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55571"/>
            <a:ext cx="9144000" cy="466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9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4" ma:contentTypeDescription="Create a new document." ma:contentTypeScope="" ma:versionID="53b42363595196d6ec86acfaf5082e91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34e2b9a236e7c153f7bee726766f873d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E16879-D5D4-4547-99CC-69FE2C691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b5fce3-9bbc-4429-8073-3ae7a9bcc677"/>
    <ds:schemaRef ds:uri="1401b2ec-7936-4f98-86ff-5ef737f58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1401b2ec-7936-4f98-86ff-5ef737f58b9c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4b5fce3-9bbc-4429-8073-3ae7a9bcc6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8783</TotalTime>
  <Words>11117</Words>
  <Application>Microsoft Office PowerPoint</Application>
  <PresentationFormat>On-screen Show (16:9)</PresentationFormat>
  <Paragraphs>5331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 Display</vt:lpstr>
      <vt:lpstr>Arial</vt:lpstr>
      <vt:lpstr>Muli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51</cp:revision>
  <dcterms:modified xsi:type="dcterms:W3CDTF">2026-06-05T03:31:54Z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