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90" r:id="rId2"/>
    <p:sldId id="94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8824-98A8-D45B-ECBC-CFC6A59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9DC1-3316-3F64-D915-B29D3EBD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7D89-AF9A-5C2E-0F1D-B0194674B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1C068F-EA1F-5AEA-189F-1E3100EFC6A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CD7A6-58DE-CC28-1A55-A3AE01DDA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Đào tạo định kỳ_Quy trình công nghệ tái chế-p1 - Trim4">
            <a:hlinkClick r:id="" action="ppaction://media"/>
            <a:extLst>
              <a:ext uri="{FF2B5EF4-FFF2-40B4-BE49-F238E27FC236}">
                <a16:creationId xmlns:a16="http://schemas.microsoft.com/office/drawing/2014/main" id="{FF18F70C-4854-1CED-CA8D-512F7D205E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5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26</cp:revision>
  <dcterms:created xsi:type="dcterms:W3CDTF">2026-06-19T08:23:39Z</dcterms:created>
  <dcterms:modified xsi:type="dcterms:W3CDTF">2026-07-02T08:28:33Z</dcterms:modified>
</cp:coreProperties>
</file>