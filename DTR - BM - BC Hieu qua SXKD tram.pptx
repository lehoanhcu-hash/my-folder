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7" r:id="rId4"/>
    <p:sldMasterId id="2147483727" r:id="rId5"/>
    <p:sldMasterId id="2147483715" r:id="rId6"/>
    <p:sldMasterId id="2147483703" r:id="rId7"/>
    <p:sldMasterId id="2147483691" r:id="rId8"/>
  </p:sldMasterIdLst>
  <p:notesMasterIdLst>
    <p:notesMasterId r:id="rId31"/>
  </p:notesMasterIdLst>
  <p:handoutMasterIdLst>
    <p:handoutMasterId r:id="rId32"/>
  </p:handoutMasterIdLst>
  <p:sldIdLst>
    <p:sldId id="9606" r:id="rId9"/>
    <p:sldId id="9467" r:id="rId10"/>
    <p:sldId id="9627" r:id="rId11"/>
    <p:sldId id="9609" r:id="rId12"/>
    <p:sldId id="9629" r:id="rId13"/>
    <p:sldId id="9628" r:id="rId14"/>
    <p:sldId id="9549" r:id="rId15"/>
    <p:sldId id="9559" r:id="rId16"/>
    <p:sldId id="9613" r:id="rId17"/>
    <p:sldId id="9614" r:id="rId18"/>
    <p:sldId id="9622" r:id="rId19"/>
    <p:sldId id="9616" r:id="rId20"/>
    <p:sldId id="9625" r:id="rId21"/>
    <p:sldId id="9617" r:id="rId22"/>
    <p:sldId id="9615" r:id="rId23"/>
    <p:sldId id="9618" r:id="rId24"/>
    <p:sldId id="9585" r:id="rId25"/>
    <p:sldId id="9611" r:id="rId26"/>
    <p:sldId id="9612" r:id="rId27"/>
    <p:sldId id="9619" r:id="rId28"/>
    <p:sldId id="9626" r:id="rId29"/>
    <p:sldId id="260" r:id="rId30"/>
  </p:sldIdLst>
  <p:sldSz cx="9144000" cy="5143500" type="screen16x9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5D301AF-A8AD-4009-A52A-ACB9D296894C}">
          <p14:sldIdLst>
            <p14:sldId id="9606"/>
            <p14:sldId id="9467"/>
            <p14:sldId id="9627"/>
            <p14:sldId id="9609"/>
            <p14:sldId id="9629"/>
            <p14:sldId id="9628"/>
            <p14:sldId id="9549"/>
            <p14:sldId id="9559"/>
            <p14:sldId id="9613"/>
            <p14:sldId id="9614"/>
            <p14:sldId id="9622"/>
            <p14:sldId id="9616"/>
            <p14:sldId id="9625"/>
            <p14:sldId id="9617"/>
            <p14:sldId id="9615"/>
            <p14:sldId id="9618"/>
            <p14:sldId id="9585"/>
            <p14:sldId id="9611"/>
            <p14:sldId id="9612"/>
            <p14:sldId id="9619"/>
            <p14:sldId id="9626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FF"/>
    <a:srgbClr val="0066FF"/>
    <a:srgbClr val="119303"/>
    <a:srgbClr val="006736"/>
    <a:srgbClr val="71C562"/>
    <a:srgbClr val="00CC66"/>
    <a:srgbClr val="0000CC"/>
    <a:srgbClr val="70AD47"/>
    <a:srgbClr val="19AF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76121F-B007-425B-8F07-7F2DC00E479F}" v="91" dt="2025-03-05T11:52:02.970"/>
    <p1510:client id="{B58BFCED-E875-4677-85CD-8FABE9CD2B68}" v="134" dt="2025-03-04T17:23:13.642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9528" autoAdjust="0"/>
  </p:normalViewPr>
  <p:slideViewPr>
    <p:cSldViewPr snapToGrid="0">
      <p:cViewPr varScale="1">
        <p:scale>
          <a:sx n="79" d="100"/>
          <a:sy n="79" d="100"/>
        </p:scale>
        <p:origin x="8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ân, Nguyễn Hồng" userId="5a451838-8dad-4932-9f1e-efcd0734835e" providerId="ADAL" clId="{5D5B18FA-7DC3-4E45-97CE-A0F933DB9D21}"/>
    <pc:docChg chg="undo custSel addSld delSld modSld addMainMaster modMainMaster modSection">
      <pc:chgData name="Hân, Nguyễn Hồng" userId="5a451838-8dad-4932-9f1e-efcd0734835e" providerId="ADAL" clId="{5D5B18FA-7DC3-4E45-97CE-A0F933DB9D21}" dt="2024-12-17T05:37:51.459" v="708" actId="20577"/>
      <pc:docMkLst>
        <pc:docMk/>
      </pc:docMkLst>
      <pc:sldChg chg="addSp modSp del mod">
        <pc:chgData name="Hân, Nguyễn Hồng" userId="5a451838-8dad-4932-9f1e-efcd0734835e" providerId="ADAL" clId="{5D5B18FA-7DC3-4E45-97CE-A0F933DB9D21}" dt="2024-12-17T04:55:40.174" v="274" actId="47"/>
        <pc:sldMkLst>
          <pc:docMk/>
          <pc:sldMk cId="1175279130" sldId="372"/>
        </pc:sldMkLst>
      </pc:sldChg>
      <pc:sldChg chg="modSp mod">
        <pc:chgData name="Hân, Nguyễn Hồng" userId="5a451838-8dad-4932-9f1e-efcd0734835e" providerId="ADAL" clId="{5D5B18FA-7DC3-4E45-97CE-A0F933DB9D21}" dt="2024-12-17T05:31:34.799" v="375" actId="20577"/>
        <pc:sldMkLst>
          <pc:docMk/>
          <pc:sldMk cId="1250907711" sldId="9467"/>
        </pc:sldMkLst>
        <pc:spChg chg="mod">
          <ac:chgData name="Hân, Nguyễn Hồng" userId="5a451838-8dad-4932-9f1e-efcd0734835e" providerId="ADAL" clId="{5D5B18FA-7DC3-4E45-97CE-A0F933DB9D21}" dt="2024-12-17T05:31:34.799" v="375" actId="20577"/>
          <ac:spMkLst>
            <pc:docMk/>
            <pc:sldMk cId="1250907711" sldId="9467"/>
            <ac:spMk id="15" creationId="{D4C3AE54-165E-71FE-EC71-DBCD83000F19}"/>
          </ac:spMkLst>
        </pc:spChg>
      </pc:sldChg>
      <pc:sldChg chg="addSp delSp modSp add del mod">
        <pc:chgData name="Hân, Nguyễn Hồng" userId="5a451838-8dad-4932-9f1e-efcd0734835e" providerId="ADAL" clId="{5D5B18FA-7DC3-4E45-97CE-A0F933DB9D21}" dt="2024-12-17T05:34:03.826" v="489" actId="20577"/>
        <pc:sldMkLst>
          <pc:docMk/>
          <pc:sldMk cId="1618145755" sldId="9549"/>
        </pc:sldMkLst>
        <pc:spChg chg="mod">
          <ac:chgData name="Hân, Nguyễn Hồng" userId="5a451838-8dad-4932-9f1e-efcd0734835e" providerId="ADAL" clId="{5D5B18FA-7DC3-4E45-97CE-A0F933DB9D21}" dt="2024-12-17T05:33:55.606" v="453" actId="1076"/>
          <ac:spMkLst>
            <pc:docMk/>
            <pc:sldMk cId="1618145755" sldId="9549"/>
            <ac:spMk id="9" creationId="{D6567311-ECFF-0145-75D4-CA4CE6D92597}"/>
          </ac:spMkLst>
        </pc:spChg>
      </pc:sldChg>
      <pc:sldChg chg="addSp delSp modSp mod">
        <pc:chgData name="Hân, Nguyễn Hồng" userId="5a451838-8dad-4932-9f1e-efcd0734835e" providerId="ADAL" clId="{5D5B18FA-7DC3-4E45-97CE-A0F933DB9D21}" dt="2024-12-17T05:37:01.562" v="703" actId="1076"/>
        <pc:sldMkLst>
          <pc:docMk/>
          <pc:sldMk cId="4148884041" sldId="9559"/>
        </pc:sldMkLst>
        <pc:spChg chg="mod">
          <ac:chgData name="Hân, Nguyễn Hồng" userId="5a451838-8dad-4932-9f1e-efcd0734835e" providerId="ADAL" clId="{5D5B18FA-7DC3-4E45-97CE-A0F933DB9D21}" dt="2024-12-17T05:36:57.621" v="702" actId="1076"/>
          <ac:spMkLst>
            <pc:docMk/>
            <pc:sldMk cId="4148884041" sldId="9559"/>
            <ac:spMk id="8" creationId="{36CDCC27-39AF-AA0B-CAFD-60EC01B561E0}"/>
          </ac:spMkLst>
        </pc:spChg>
      </pc:sldChg>
      <pc:sldChg chg="delSp mod">
        <pc:chgData name="Hân, Nguyễn Hồng" userId="5a451838-8dad-4932-9f1e-efcd0734835e" providerId="ADAL" clId="{5D5B18FA-7DC3-4E45-97CE-A0F933DB9D21}" dt="2024-12-17T05:33:36.224" v="449" actId="478"/>
        <pc:sldMkLst>
          <pc:docMk/>
          <pc:sldMk cId="1460673647" sldId="9585"/>
        </pc:sldMkLst>
      </pc:sldChg>
      <pc:sldChg chg="del">
        <pc:chgData name="Hân, Nguyễn Hồng" userId="5a451838-8dad-4932-9f1e-efcd0734835e" providerId="ADAL" clId="{5D5B18FA-7DC3-4E45-97CE-A0F933DB9D21}" dt="2024-12-17T05:33:40.687" v="450" actId="47"/>
        <pc:sldMkLst>
          <pc:docMk/>
          <pc:sldMk cId="3251069232" sldId="9586"/>
        </pc:sldMkLst>
      </pc:sldChg>
      <pc:sldChg chg="del">
        <pc:chgData name="Hân, Nguyễn Hồng" userId="5a451838-8dad-4932-9f1e-efcd0734835e" providerId="ADAL" clId="{5D5B18FA-7DC3-4E45-97CE-A0F933DB9D21}" dt="2024-12-17T05:33:41.918" v="451" actId="47"/>
        <pc:sldMkLst>
          <pc:docMk/>
          <pc:sldMk cId="3464077100" sldId="9587"/>
        </pc:sldMkLst>
      </pc:sldChg>
      <pc:sldChg chg="addSp delSp modSp mod">
        <pc:chgData name="Hân, Nguyễn Hồng" userId="5a451838-8dad-4932-9f1e-efcd0734835e" providerId="ADAL" clId="{5D5B18FA-7DC3-4E45-97CE-A0F933DB9D21}" dt="2024-12-17T05:36:43.789" v="701" actId="20577"/>
        <pc:sldMkLst>
          <pc:docMk/>
          <pc:sldMk cId="4265039192" sldId="9592"/>
        </pc:sldMkLst>
      </pc:sldChg>
      <pc:sldChg chg="del">
        <pc:chgData name="Hân, Nguyễn Hồng" userId="5a451838-8dad-4932-9f1e-efcd0734835e" providerId="ADAL" clId="{5D5B18FA-7DC3-4E45-97CE-A0F933DB9D21}" dt="2024-12-17T05:33:26.056" v="446" actId="47"/>
        <pc:sldMkLst>
          <pc:docMk/>
          <pc:sldMk cId="59919386" sldId="9593"/>
        </pc:sldMkLst>
      </pc:sldChg>
      <pc:sldChg chg="del">
        <pc:chgData name="Hân, Nguyễn Hồng" userId="5a451838-8dad-4932-9f1e-efcd0734835e" providerId="ADAL" clId="{5D5B18FA-7DC3-4E45-97CE-A0F933DB9D21}" dt="2024-12-17T05:33:27.242" v="447" actId="47"/>
        <pc:sldMkLst>
          <pc:docMk/>
          <pc:sldMk cId="372147235" sldId="9594"/>
        </pc:sldMkLst>
      </pc:sldChg>
      <pc:sldChg chg="del">
        <pc:chgData name="Hân, Nguyễn Hồng" userId="5a451838-8dad-4932-9f1e-efcd0734835e" providerId="ADAL" clId="{5D5B18FA-7DC3-4E45-97CE-A0F933DB9D21}" dt="2024-12-17T05:31:59.614" v="378" actId="47"/>
        <pc:sldMkLst>
          <pc:docMk/>
          <pc:sldMk cId="1878596241" sldId="9599"/>
        </pc:sldMkLst>
      </pc:sldChg>
      <pc:sldChg chg="addSp delSp modSp mod">
        <pc:chgData name="Hân, Nguyễn Hồng" userId="5a451838-8dad-4932-9f1e-efcd0734835e" providerId="ADAL" clId="{5D5B18FA-7DC3-4E45-97CE-A0F933DB9D21}" dt="2024-12-17T05:37:09.893" v="705" actId="1076"/>
        <pc:sldMkLst>
          <pc:docMk/>
          <pc:sldMk cId="1871901880" sldId="9600"/>
        </pc:sldMkLst>
      </pc:sldChg>
      <pc:sldChg chg="del">
        <pc:chgData name="Hân, Nguyễn Hồng" userId="5a451838-8dad-4932-9f1e-efcd0734835e" providerId="ADAL" clId="{5D5B18FA-7DC3-4E45-97CE-A0F933DB9D21}" dt="2024-12-17T05:32:29.596" v="388" actId="47"/>
        <pc:sldMkLst>
          <pc:docMk/>
          <pc:sldMk cId="3900316148" sldId="9601"/>
        </pc:sldMkLst>
      </pc:sldChg>
      <pc:sldChg chg="addSp delSp modSp mod">
        <pc:chgData name="Hân, Nguyễn Hồng" userId="5a451838-8dad-4932-9f1e-efcd0734835e" providerId="ADAL" clId="{5D5B18FA-7DC3-4E45-97CE-A0F933DB9D21}" dt="2024-12-17T05:34:36.019" v="545"/>
        <pc:sldMkLst>
          <pc:docMk/>
          <pc:sldMk cId="2219252605" sldId="9602"/>
        </pc:sldMkLst>
      </pc:sldChg>
      <pc:sldChg chg="del">
        <pc:chgData name="Hân, Nguyễn Hồng" userId="5a451838-8dad-4932-9f1e-efcd0734835e" providerId="ADAL" clId="{5D5B18FA-7DC3-4E45-97CE-A0F933DB9D21}" dt="2024-12-17T05:32:53.177" v="421" actId="47"/>
        <pc:sldMkLst>
          <pc:docMk/>
          <pc:sldMk cId="572185675" sldId="9603"/>
        </pc:sldMkLst>
      </pc:sldChg>
      <pc:sldChg chg="addSp delSp modSp mod">
        <pc:chgData name="Hân, Nguyễn Hồng" userId="5a451838-8dad-4932-9f1e-efcd0734835e" providerId="ADAL" clId="{5D5B18FA-7DC3-4E45-97CE-A0F933DB9D21}" dt="2024-12-17T05:34:40.298" v="546"/>
        <pc:sldMkLst>
          <pc:docMk/>
          <pc:sldMk cId="565473934" sldId="9604"/>
        </pc:sldMkLst>
      </pc:sldChg>
      <pc:sldChg chg="delSp modSp mod">
        <pc:chgData name="Hân, Nguyễn Hồng" userId="5a451838-8dad-4932-9f1e-efcd0734835e" providerId="ADAL" clId="{5D5B18FA-7DC3-4E45-97CE-A0F933DB9D21}" dt="2024-12-17T05:37:20.122" v="706" actId="1076"/>
        <pc:sldMkLst>
          <pc:docMk/>
          <pc:sldMk cId="3475133407" sldId="9605"/>
        </pc:sldMkLst>
      </pc:sldChg>
      <pc:sldChg chg="addSp delSp modSp add mod">
        <pc:chgData name="Hân, Nguyễn Hồng" userId="5a451838-8dad-4932-9f1e-efcd0734835e" providerId="ADAL" clId="{5D5B18FA-7DC3-4E45-97CE-A0F933DB9D21}" dt="2024-12-17T04:55:36.035" v="273" actId="478"/>
        <pc:sldMkLst>
          <pc:docMk/>
          <pc:sldMk cId="1949340579" sldId="9606"/>
        </pc:sldMkLst>
        <pc:spChg chg="add mod">
          <ac:chgData name="Hân, Nguyễn Hồng" userId="5a451838-8dad-4932-9f1e-efcd0734835e" providerId="ADAL" clId="{5D5B18FA-7DC3-4E45-97CE-A0F933DB9D21}" dt="2024-12-17T04:51:30.657" v="191"/>
          <ac:spMkLst>
            <pc:docMk/>
            <pc:sldMk cId="1949340579" sldId="9606"/>
            <ac:spMk id="14" creationId="{FDAF3A24-1ED4-7685-F572-1667F8D11AAB}"/>
          </ac:spMkLst>
        </pc:spChg>
        <pc:spChg chg="add mod">
          <ac:chgData name="Hân, Nguyễn Hồng" userId="5a451838-8dad-4932-9f1e-efcd0734835e" providerId="ADAL" clId="{5D5B18FA-7DC3-4E45-97CE-A0F933DB9D21}" dt="2024-12-17T04:52:53.784" v="262" actId="20577"/>
          <ac:spMkLst>
            <pc:docMk/>
            <pc:sldMk cId="1949340579" sldId="9606"/>
            <ac:spMk id="15" creationId="{A95E2829-8819-380A-64E5-39E2C825359A}"/>
          </ac:spMkLst>
        </pc:spChg>
        <pc:spChg chg="add mod">
          <ac:chgData name="Hân, Nguyễn Hồng" userId="5a451838-8dad-4932-9f1e-efcd0734835e" providerId="ADAL" clId="{5D5B18FA-7DC3-4E45-97CE-A0F933DB9D21}" dt="2024-12-17T04:52:36.828" v="247" actId="1038"/>
          <ac:spMkLst>
            <pc:docMk/>
            <pc:sldMk cId="1949340579" sldId="9606"/>
            <ac:spMk id="18" creationId="{B9EE4F02-0B85-494A-F767-BC02E07A8941}"/>
          </ac:spMkLst>
        </pc:spChg>
        <pc:spChg chg="add mod">
          <ac:chgData name="Hân, Nguyễn Hồng" userId="5a451838-8dad-4932-9f1e-efcd0734835e" providerId="ADAL" clId="{5D5B18FA-7DC3-4E45-97CE-A0F933DB9D21}" dt="2024-12-17T04:52:34.194" v="242" actId="1076"/>
          <ac:spMkLst>
            <pc:docMk/>
            <pc:sldMk cId="1949340579" sldId="9606"/>
            <ac:spMk id="19" creationId="{F8D26910-8319-D345-33CB-67F0270490DE}"/>
          </ac:spMkLst>
        </pc:spChg>
        <pc:grpChg chg="add mod">
          <ac:chgData name="Hân, Nguyễn Hồng" userId="5a451838-8dad-4932-9f1e-efcd0734835e" providerId="ADAL" clId="{5D5B18FA-7DC3-4E45-97CE-A0F933DB9D21}" dt="2024-12-17T04:51:30.657" v="191"/>
          <ac:grpSpMkLst>
            <pc:docMk/>
            <pc:sldMk cId="1949340579" sldId="9606"/>
            <ac:grpSpMk id="13" creationId="{9763CE97-4313-4B9F-952E-6FFF986439DC}"/>
          </ac:grpSpMkLst>
        </pc:grpChg>
        <pc:picChg chg="add del mod">
          <ac:chgData name="Hân, Nguyễn Hồng" userId="5a451838-8dad-4932-9f1e-efcd0734835e" providerId="ADAL" clId="{5D5B18FA-7DC3-4E45-97CE-A0F933DB9D21}" dt="2024-12-17T04:52:18.134" v="212" actId="1076"/>
          <ac:picMkLst>
            <pc:docMk/>
            <pc:sldMk cId="1949340579" sldId="9606"/>
            <ac:picMk id="3" creationId="{EDCBDFA8-B0C8-ADEE-2F0B-565199566011}"/>
          </ac:picMkLst>
        </pc:picChg>
      </pc:sldChg>
      <pc:sldChg chg="add del">
        <pc:chgData name="Hân, Nguyễn Hồng" userId="5a451838-8dad-4932-9f1e-efcd0734835e" providerId="ADAL" clId="{5D5B18FA-7DC3-4E45-97CE-A0F933DB9D21}" dt="2024-12-17T04:49:54.031" v="147" actId="47"/>
        <pc:sldMkLst>
          <pc:docMk/>
          <pc:sldMk cId="4080242255" sldId="9606"/>
        </pc:sldMkLst>
      </pc:sldChg>
      <pc:sldChg chg="add del">
        <pc:chgData name="Hân, Nguyễn Hồng" userId="5a451838-8dad-4932-9f1e-efcd0734835e" providerId="ADAL" clId="{5D5B18FA-7DC3-4E45-97CE-A0F933DB9D21}" dt="2024-12-17T05:32:58.346" v="422" actId="47"/>
        <pc:sldMkLst>
          <pc:docMk/>
          <pc:sldMk cId="328005338" sldId="9607"/>
        </pc:sldMkLst>
      </pc:sldChg>
      <pc:sldMasterChg chg="addSp delSp modSp mod modSldLayout">
        <pc:chgData name="Hân, Nguyễn Hồng" userId="5a451838-8dad-4932-9f1e-efcd0734835e" providerId="ADAL" clId="{5D5B18FA-7DC3-4E45-97CE-A0F933DB9D21}" dt="2024-12-17T05:37:51.459" v="708" actId="20577"/>
        <pc:sldMasterMkLst>
          <pc:docMk/>
          <pc:sldMasterMk cId="0" sldId="2147483687"/>
        </pc:sldMasterMkLst>
        <pc:spChg chg="mod">
          <ac:chgData name="Hân, Nguyễn Hồng" userId="5a451838-8dad-4932-9f1e-efcd0734835e" providerId="ADAL" clId="{5D5B18FA-7DC3-4E45-97CE-A0F933DB9D21}" dt="2024-12-17T04:54:33.581" v="265" actId="1076"/>
          <ac:spMkLst>
            <pc:docMk/>
            <pc:sldMasterMk cId="0" sldId="2147483687"/>
            <ac:spMk id="2" creationId="{9C7D44EC-25D9-0873-9B5D-E9FB6E7BFA09}"/>
          </ac:spMkLst>
        </pc:spChg>
        <pc:spChg chg="mod">
          <ac:chgData name="Hân, Nguyễn Hồng" userId="5a451838-8dad-4932-9f1e-efcd0734835e" providerId="ADAL" clId="{5D5B18FA-7DC3-4E45-97CE-A0F933DB9D21}" dt="2024-12-17T05:37:51.459" v="708" actId="20577"/>
          <ac:spMkLst>
            <pc:docMk/>
            <pc:sldMasterMk cId="0" sldId="2147483687"/>
            <ac:spMk id="9" creationId="{78362B1F-73C3-AFBF-BC69-F4DCFA044A77}"/>
          </ac:spMkLst>
        </pc:spChg>
        <pc:sldLayoutChg chg="addSp delSp modSp mod">
          <pc:chgData name="Hân, Nguyễn Hồng" userId="5a451838-8dad-4932-9f1e-efcd0734835e" providerId="ADAL" clId="{5D5B18FA-7DC3-4E45-97CE-A0F933DB9D21}" dt="2024-12-17T04:56:10.046" v="276" actId="21"/>
          <pc:sldLayoutMkLst>
            <pc:docMk/>
            <pc:sldMasterMk cId="0" sldId="2147483687"/>
            <pc:sldLayoutMk cId="0" sldId="2147483657"/>
          </pc:sldLayoutMkLst>
        </pc:sldLayoutChg>
      </pc:sldMasterChg>
      <pc:sldMasterChg chg="new mod addSldLayout">
        <pc:chgData name="Hân, Nguyễn Hồng" userId="5a451838-8dad-4932-9f1e-efcd0734835e" providerId="ADAL" clId="{5D5B18FA-7DC3-4E45-97CE-A0F933DB9D21}" dt="2024-12-17T04:47:59.319" v="3" actId="6938"/>
        <pc:sldMasterMkLst>
          <pc:docMk/>
          <pc:sldMasterMk cId="918543949" sldId="2147483727"/>
        </pc:sldMasterMkLst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2724303285" sldId="2147483728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1858861143" sldId="2147483729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3345689886" sldId="2147483730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1703788066" sldId="2147483731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3212428646" sldId="2147483732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4065032781" sldId="2147483733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134930635" sldId="2147483734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649456167" sldId="2147483735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3472984364" sldId="2147483736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2214476628" sldId="2147483737"/>
          </pc:sldLayoutMkLst>
        </pc:sldLayoutChg>
        <pc:sldLayoutChg chg="new replId">
          <pc:chgData name="Hân, Nguyễn Hồng" userId="5a451838-8dad-4932-9f1e-efcd0734835e" providerId="ADAL" clId="{5D5B18FA-7DC3-4E45-97CE-A0F933DB9D21}" dt="2024-12-17T04:47:59.319" v="3" actId="6938"/>
          <pc:sldLayoutMkLst>
            <pc:docMk/>
            <pc:sldMasterMk cId="918543949" sldId="2147483727"/>
            <pc:sldLayoutMk cId="3487836151" sldId="2147483738"/>
          </pc:sldLayoutMkLst>
        </pc:sldLayoutChg>
      </pc:sldMasterChg>
    </pc:docChg>
  </pc:docChgLst>
  <pc:docChgLst>
    <pc:chgData name="Ngân, Lê Thùy" userId="42bd8b4b-37e6-450a-bb9e-583a013ce67a" providerId="ADAL" clId="{B42AC91F-819A-464E-AFAA-459E793E41AB}"/>
    <pc:docChg chg="undo custSel addSld delSld modSld sldOrd modSection">
      <pc:chgData name="Ngân, Lê Thùy" userId="42bd8b4b-37e6-450a-bb9e-583a013ce67a" providerId="ADAL" clId="{B42AC91F-819A-464E-AFAA-459E793E41AB}" dt="2025-02-25T04:33:48.381" v="628"/>
      <pc:docMkLst>
        <pc:docMk/>
      </pc:docMkLst>
      <pc:sldChg chg="modSp mod">
        <pc:chgData name="Ngân, Lê Thùy" userId="42bd8b4b-37e6-450a-bb9e-583a013ce67a" providerId="ADAL" clId="{B42AC91F-819A-464E-AFAA-459E793E41AB}" dt="2025-02-12T01:52:44.874" v="38" actId="20577"/>
        <pc:sldMkLst>
          <pc:docMk/>
          <pc:sldMk cId="1250907711" sldId="9467"/>
        </pc:sldMkLst>
        <pc:spChg chg="mod">
          <ac:chgData name="Ngân, Lê Thùy" userId="42bd8b4b-37e6-450a-bb9e-583a013ce67a" providerId="ADAL" clId="{B42AC91F-819A-464E-AFAA-459E793E41AB}" dt="2025-02-12T01:52:44.874" v="38" actId="20577"/>
          <ac:spMkLst>
            <pc:docMk/>
            <pc:sldMk cId="1250907711" sldId="9467"/>
            <ac:spMk id="15" creationId="{D4C3AE54-165E-71FE-EC71-DBCD83000F19}"/>
          </ac:spMkLst>
        </pc:spChg>
      </pc:sldChg>
      <pc:sldChg chg="addSp delSp modSp mod">
        <pc:chgData name="Ngân, Lê Thùy" userId="42bd8b4b-37e6-450a-bb9e-583a013ce67a" providerId="ADAL" clId="{B42AC91F-819A-464E-AFAA-459E793E41AB}" dt="2025-02-11T15:57:19.395" v="24" actId="14100"/>
        <pc:sldMkLst>
          <pc:docMk/>
          <pc:sldMk cId="1618145755" sldId="9549"/>
        </pc:sldMkLst>
      </pc:sldChg>
      <pc:sldChg chg="addSp delSp modSp mod">
        <pc:chgData name="Ngân, Lê Thùy" userId="42bd8b4b-37e6-450a-bb9e-583a013ce67a" providerId="ADAL" clId="{B42AC91F-819A-464E-AFAA-459E793E41AB}" dt="2025-02-12T02:06:10.400" v="589" actId="20577"/>
        <pc:sldMkLst>
          <pc:docMk/>
          <pc:sldMk cId="1460673647" sldId="9585"/>
        </pc:sldMkLst>
      </pc:sldChg>
      <pc:sldChg chg="del">
        <pc:chgData name="Ngân, Lê Thùy" userId="42bd8b4b-37e6-450a-bb9e-583a013ce67a" providerId="ADAL" clId="{B42AC91F-819A-464E-AFAA-459E793E41AB}" dt="2025-02-12T01:48:51.454" v="35" actId="47"/>
        <pc:sldMkLst>
          <pc:docMk/>
          <pc:sldMk cId="4265039192" sldId="9592"/>
        </pc:sldMkLst>
      </pc:sldChg>
      <pc:sldChg chg="ord">
        <pc:chgData name="Ngân, Lê Thùy" userId="42bd8b4b-37e6-450a-bb9e-583a013ce67a" providerId="ADAL" clId="{B42AC91F-819A-464E-AFAA-459E793E41AB}" dt="2025-02-25T04:33:48.381" v="628"/>
        <pc:sldMkLst>
          <pc:docMk/>
          <pc:sldMk cId="565473934" sldId="9604"/>
        </pc:sldMkLst>
      </pc:sldChg>
      <pc:sldChg chg="del">
        <pc:chgData name="Ngân, Lê Thùy" userId="42bd8b4b-37e6-450a-bb9e-583a013ce67a" providerId="ADAL" clId="{B42AC91F-819A-464E-AFAA-459E793E41AB}" dt="2025-02-12T02:06:33.315" v="590" actId="47"/>
        <pc:sldMkLst>
          <pc:docMk/>
          <pc:sldMk cId="3475133407" sldId="9605"/>
        </pc:sldMkLst>
      </pc:sldChg>
      <pc:sldChg chg="modSp mod">
        <pc:chgData name="Ngân, Lê Thùy" userId="42bd8b4b-37e6-450a-bb9e-583a013ce67a" providerId="ADAL" clId="{B42AC91F-819A-464E-AFAA-459E793E41AB}" dt="2025-02-12T00:32:39.859" v="34" actId="20577"/>
        <pc:sldMkLst>
          <pc:docMk/>
          <pc:sldMk cId="1949340579" sldId="9606"/>
        </pc:sldMkLst>
        <pc:spChg chg="mod">
          <ac:chgData name="Ngân, Lê Thùy" userId="42bd8b4b-37e6-450a-bb9e-583a013ce67a" providerId="ADAL" clId="{B42AC91F-819A-464E-AFAA-459E793E41AB}" dt="2025-02-12T00:32:39.859" v="34" actId="20577"/>
          <ac:spMkLst>
            <pc:docMk/>
            <pc:sldMk cId="1949340579" sldId="9606"/>
            <ac:spMk id="19" creationId="{F8D26910-8319-D345-33CB-67F0270490DE}"/>
          </ac:spMkLst>
        </pc:spChg>
      </pc:sldChg>
      <pc:sldChg chg="del">
        <pc:chgData name="Ngân, Lê Thùy" userId="42bd8b4b-37e6-450a-bb9e-583a013ce67a" providerId="ADAL" clId="{B42AC91F-819A-464E-AFAA-459E793E41AB}" dt="2025-02-12T01:48:53.918" v="36" actId="47"/>
        <pc:sldMkLst>
          <pc:docMk/>
          <pc:sldMk cId="2514902493" sldId="9607"/>
        </pc:sldMkLst>
      </pc:sldChg>
      <pc:sldChg chg="addSp delSp modSp mod">
        <pc:chgData name="Ngân, Lê Thùy" userId="42bd8b4b-37e6-450a-bb9e-583a013ce67a" providerId="ADAL" clId="{B42AC91F-819A-464E-AFAA-459E793E41AB}" dt="2025-02-12T02:14:04.844" v="626" actId="14100"/>
        <pc:sldMkLst>
          <pc:docMk/>
          <pc:sldMk cId="3064358249" sldId="9608"/>
        </pc:sldMkLst>
      </pc:sldChg>
      <pc:sldChg chg="addSp delSp modSp mod modNotesTx">
        <pc:chgData name="Ngân, Lê Thùy" userId="42bd8b4b-37e6-450a-bb9e-583a013ce67a" providerId="ADAL" clId="{B42AC91F-819A-464E-AFAA-459E793E41AB}" dt="2025-02-12T02:03:43.932" v="559" actId="20577"/>
        <pc:sldMkLst>
          <pc:docMk/>
          <pc:sldMk cId="1361723335" sldId="9609"/>
        </pc:sldMkLst>
        <pc:spChg chg="mod">
          <ac:chgData name="Ngân, Lê Thùy" userId="42bd8b4b-37e6-450a-bb9e-583a013ce67a" providerId="ADAL" clId="{B42AC91F-819A-464E-AFAA-459E793E41AB}" dt="2025-02-12T01:52:52.171" v="40" actId="20577"/>
          <ac:spMkLst>
            <pc:docMk/>
            <pc:sldMk cId="1361723335" sldId="9609"/>
            <ac:spMk id="9" creationId="{B7C0FF53-288D-4923-08E0-2715220FAF67}"/>
          </ac:spMkLst>
        </pc:spChg>
      </pc:sldChg>
      <pc:sldChg chg="addSp modSp add mod">
        <pc:chgData name="Ngân, Lê Thùy" userId="42bd8b4b-37e6-450a-bb9e-583a013ce67a" providerId="ADAL" clId="{B42AC91F-819A-464E-AFAA-459E793E41AB}" dt="2025-02-12T01:55:44.518" v="62" actId="14100"/>
        <pc:sldMkLst>
          <pc:docMk/>
          <pc:sldMk cId="2453951033" sldId="9610"/>
        </pc:sldMkLst>
      </pc:sldChg>
    </pc:docChg>
  </pc:docChgLst>
  <pc:docChgLst>
    <pc:chgData name="Hân, Nguyễn Hồng" userId="5a451838-8dad-4932-9f1e-efcd0734835e" providerId="ADAL" clId="{BA225A1C-5267-4EFC-A37D-3DF54429693C}"/>
    <pc:docChg chg="undo custSel addSld delSld modSld sldOrd addMainMaster modMainMaster addSection delSection modSection">
      <pc:chgData name="Hân, Nguyễn Hồng" userId="5a451838-8dad-4932-9f1e-efcd0734835e" providerId="ADAL" clId="{BA225A1C-5267-4EFC-A37D-3DF54429693C}" dt="2024-06-15T07:32:00.883" v="1917" actId="20577"/>
      <pc:docMkLst>
        <pc:docMk/>
      </pc:docMkLst>
      <pc:sldChg chg="modSp mod">
        <pc:chgData name="Hân, Nguyễn Hồng" userId="5a451838-8dad-4932-9f1e-efcd0734835e" providerId="ADAL" clId="{BA225A1C-5267-4EFC-A37D-3DF54429693C}" dt="2024-06-13T08:17:31.006" v="1252" actId="20577"/>
        <pc:sldMkLst>
          <pc:docMk/>
          <pc:sldMk cId="1175279130" sldId="372"/>
        </pc:sldMkLst>
      </pc:sldChg>
      <pc:sldChg chg="addSp delSp modSp del mod">
        <pc:chgData name="Hân, Nguyễn Hồng" userId="5a451838-8dad-4932-9f1e-efcd0734835e" providerId="ADAL" clId="{BA225A1C-5267-4EFC-A37D-3DF54429693C}" dt="2024-06-08T07:37:33.333" v="547" actId="47"/>
        <pc:sldMkLst>
          <pc:docMk/>
          <pc:sldMk cId="1433313454" sldId="9470"/>
        </pc:sldMkLst>
      </pc:sldChg>
      <pc:sldChg chg="delSp del mod">
        <pc:chgData name="Hân, Nguyễn Hồng" userId="5a451838-8dad-4932-9f1e-efcd0734835e" providerId="ADAL" clId="{BA225A1C-5267-4EFC-A37D-3DF54429693C}" dt="2024-06-08T08:25:12.648" v="821" actId="2696"/>
        <pc:sldMkLst>
          <pc:docMk/>
          <pc:sldMk cId="1152383830" sldId="9509"/>
        </pc:sldMkLst>
      </pc:sldChg>
      <pc:sldChg chg="del">
        <pc:chgData name="Hân, Nguyễn Hồng" userId="5a451838-8dad-4932-9f1e-efcd0734835e" providerId="ADAL" clId="{BA225A1C-5267-4EFC-A37D-3DF54429693C}" dt="2024-06-08T08:25:18.914" v="823" actId="2696"/>
        <pc:sldMkLst>
          <pc:docMk/>
          <pc:sldMk cId="3018476286" sldId="9510"/>
        </pc:sldMkLst>
      </pc:sldChg>
      <pc:sldChg chg="delSp del mod">
        <pc:chgData name="Hân, Nguyễn Hồng" userId="5a451838-8dad-4932-9f1e-efcd0734835e" providerId="ADAL" clId="{BA225A1C-5267-4EFC-A37D-3DF54429693C}" dt="2024-06-08T08:25:16.505" v="822" actId="2696"/>
        <pc:sldMkLst>
          <pc:docMk/>
          <pc:sldMk cId="4072270293" sldId="9511"/>
        </pc:sldMkLst>
      </pc:sldChg>
      <pc:sldChg chg="del">
        <pc:chgData name="Hân, Nguyễn Hồng" userId="5a451838-8dad-4932-9f1e-efcd0734835e" providerId="ADAL" clId="{BA225A1C-5267-4EFC-A37D-3DF54429693C}" dt="2024-06-08T08:25:29.363" v="826" actId="2696"/>
        <pc:sldMkLst>
          <pc:docMk/>
          <pc:sldMk cId="2377247657" sldId="9512"/>
        </pc:sldMkLst>
      </pc:sldChg>
      <pc:sldChg chg="delSp modSp mod ord">
        <pc:chgData name="Hân, Nguyễn Hồng" userId="5a451838-8dad-4932-9f1e-efcd0734835e" providerId="ADAL" clId="{BA225A1C-5267-4EFC-A37D-3DF54429693C}" dt="2024-06-15T07:14:19.759" v="1892" actId="478"/>
        <pc:sldMkLst>
          <pc:docMk/>
          <pc:sldMk cId="306475460" sldId="9514"/>
        </pc:sldMkLst>
      </pc:sldChg>
      <pc:sldChg chg="del">
        <pc:chgData name="Hân, Nguyễn Hồng" userId="5a451838-8dad-4932-9f1e-efcd0734835e" providerId="ADAL" clId="{BA225A1C-5267-4EFC-A37D-3DF54429693C}" dt="2024-06-08T08:25:24.614" v="825" actId="2696"/>
        <pc:sldMkLst>
          <pc:docMk/>
          <pc:sldMk cId="272595414" sldId="9515"/>
        </pc:sldMkLst>
      </pc:sldChg>
      <pc:sldChg chg="del">
        <pc:chgData name="Hân, Nguyễn Hồng" userId="5a451838-8dad-4932-9f1e-efcd0734835e" providerId="ADAL" clId="{BA225A1C-5267-4EFC-A37D-3DF54429693C}" dt="2024-06-08T08:25:55.141" v="830" actId="2696"/>
        <pc:sldMkLst>
          <pc:docMk/>
          <pc:sldMk cId="2268943257" sldId="9516"/>
        </pc:sldMkLst>
      </pc:sldChg>
      <pc:sldChg chg="del">
        <pc:chgData name="Hân, Nguyễn Hồng" userId="5a451838-8dad-4932-9f1e-efcd0734835e" providerId="ADAL" clId="{BA225A1C-5267-4EFC-A37D-3DF54429693C}" dt="2024-06-08T08:25:45.485" v="828" actId="2696"/>
        <pc:sldMkLst>
          <pc:docMk/>
          <pc:sldMk cId="2565993856" sldId="9518"/>
        </pc:sldMkLst>
      </pc:sldChg>
      <pc:sldChg chg="del">
        <pc:chgData name="Hân, Nguyễn Hồng" userId="5a451838-8dad-4932-9f1e-efcd0734835e" providerId="ADAL" clId="{BA225A1C-5267-4EFC-A37D-3DF54429693C}" dt="2024-06-08T08:25:40.532" v="827" actId="2696"/>
        <pc:sldMkLst>
          <pc:docMk/>
          <pc:sldMk cId="3096683557" sldId="9519"/>
        </pc:sldMkLst>
      </pc:sldChg>
      <pc:sldChg chg="addSp delSp modSp mod">
        <pc:chgData name="Hân, Nguyễn Hồng" userId="5a451838-8dad-4932-9f1e-efcd0734835e" providerId="ADAL" clId="{BA225A1C-5267-4EFC-A37D-3DF54429693C}" dt="2024-06-15T07:32:00.883" v="1917" actId="20577"/>
        <pc:sldMkLst>
          <pc:docMk/>
          <pc:sldMk cId="3559819967" sldId="9520"/>
        </pc:sldMkLst>
      </pc:sldChg>
      <pc:sldChg chg="delSp del mod">
        <pc:chgData name="Hân, Nguyễn Hồng" userId="5a451838-8dad-4932-9f1e-efcd0734835e" providerId="ADAL" clId="{BA225A1C-5267-4EFC-A37D-3DF54429693C}" dt="2024-06-13T08:46:47.705" v="1393" actId="2696"/>
        <pc:sldMkLst>
          <pc:docMk/>
          <pc:sldMk cId="3746027680" sldId="9522"/>
        </pc:sldMkLst>
      </pc:sldChg>
      <pc:sldChg chg="addSp delSp modSp mod">
        <pc:chgData name="Hân, Nguyễn Hồng" userId="5a451838-8dad-4932-9f1e-efcd0734835e" providerId="ADAL" clId="{BA225A1C-5267-4EFC-A37D-3DF54429693C}" dt="2024-06-14T09:53:49.378" v="1675" actId="14100"/>
        <pc:sldMkLst>
          <pc:docMk/>
          <pc:sldMk cId="4018627310" sldId="9523"/>
        </pc:sldMkLst>
      </pc:sldChg>
      <pc:sldChg chg="delSp del mod">
        <pc:chgData name="Hân, Nguyễn Hồng" userId="5a451838-8dad-4932-9f1e-efcd0734835e" providerId="ADAL" clId="{BA225A1C-5267-4EFC-A37D-3DF54429693C}" dt="2024-06-15T01:58:56.199" v="1793" actId="2696"/>
        <pc:sldMkLst>
          <pc:docMk/>
          <pc:sldMk cId="2713316232" sldId="9524"/>
        </pc:sldMkLst>
      </pc:sldChg>
      <pc:sldChg chg="addSp delSp modSp mod">
        <pc:chgData name="Hân, Nguyễn Hồng" userId="5a451838-8dad-4932-9f1e-efcd0734835e" providerId="ADAL" clId="{BA225A1C-5267-4EFC-A37D-3DF54429693C}" dt="2024-06-14T09:55:39.074" v="1690" actId="14100"/>
        <pc:sldMkLst>
          <pc:docMk/>
          <pc:sldMk cId="3222121184" sldId="9525"/>
        </pc:sldMkLst>
      </pc:sldChg>
      <pc:sldChg chg="del">
        <pc:chgData name="Hân, Nguyễn Hồng" userId="5a451838-8dad-4932-9f1e-efcd0734835e" providerId="ADAL" clId="{BA225A1C-5267-4EFC-A37D-3DF54429693C}" dt="2024-06-08T08:25:49.856" v="829" actId="2696"/>
        <pc:sldMkLst>
          <pc:docMk/>
          <pc:sldMk cId="2276120769" sldId="9527"/>
        </pc:sldMkLst>
      </pc:sldChg>
      <pc:sldChg chg="addSp delSp modSp mod">
        <pc:chgData name="Hân, Nguyễn Hồng" userId="5a451838-8dad-4932-9f1e-efcd0734835e" providerId="ADAL" clId="{BA225A1C-5267-4EFC-A37D-3DF54429693C}" dt="2024-06-15T01:29:45.364" v="1755" actId="14100"/>
        <pc:sldMkLst>
          <pc:docMk/>
          <pc:sldMk cId="2016926022" sldId="9528"/>
        </pc:sldMkLst>
      </pc:sldChg>
      <pc:sldChg chg="addSp delSp modSp mod">
        <pc:chgData name="Hân, Nguyễn Hồng" userId="5a451838-8dad-4932-9f1e-efcd0734835e" providerId="ADAL" clId="{BA225A1C-5267-4EFC-A37D-3DF54429693C}" dt="2024-06-14T09:52:02.017" v="1669" actId="14100"/>
        <pc:sldMkLst>
          <pc:docMk/>
          <pc:sldMk cId="1760520460" sldId="9531"/>
        </pc:sldMkLst>
      </pc:sldChg>
      <pc:sldChg chg="addSp delSp modSp mod">
        <pc:chgData name="Hân, Nguyễn Hồng" userId="5a451838-8dad-4932-9f1e-efcd0734835e" providerId="ADAL" clId="{BA225A1C-5267-4EFC-A37D-3DF54429693C}" dt="2024-06-13T09:38:29.133" v="1399" actId="14100"/>
        <pc:sldMkLst>
          <pc:docMk/>
          <pc:sldMk cId="3038335753" sldId="9532"/>
        </pc:sldMkLst>
      </pc:sldChg>
      <pc:sldChg chg="addSp delSp modSp mod">
        <pc:chgData name="Hân, Nguyễn Hồng" userId="5a451838-8dad-4932-9f1e-efcd0734835e" providerId="ADAL" clId="{BA225A1C-5267-4EFC-A37D-3DF54429693C}" dt="2024-06-15T01:54:54.484" v="1792" actId="478"/>
        <pc:sldMkLst>
          <pc:docMk/>
          <pc:sldMk cId="984134413" sldId="9533"/>
        </pc:sldMkLst>
      </pc:sldChg>
      <pc:sldChg chg="addSp delSp modSp add del mod">
        <pc:chgData name="Hân, Nguyễn Hồng" userId="5a451838-8dad-4932-9f1e-efcd0734835e" providerId="ADAL" clId="{BA225A1C-5267-4EFC-A37D-3DF54429693C}" dt="2024-06-08T08:25:22.203" v="824" actId="2696"/>
        <pc:sldMkLst>
          <pc:docMk/>
          <pc:sldMk cId="835426418" sldId="9534"/>
        </pc:sldMkLst>
      </pc:sldChg>
      <pc:sldChg chg="addSp delSp modSp add del mod">
        <pc:chgData name="Hân, Nguyễn Hồng" userId="5a451838-8dad-4932-9f1e-efcd0734835e" providerId="ADAL" clId="{BA225A1C-5267-4EFC-A37D-3DF54429693C}" dt="2024-06-08T07:37:32.322" v="546" actId="47"/>
        <pc:sldMkLst>
          <pc:docMk/>
          <pc:sldMk cId="1805871579" sldId="9535"/>
        </pc:sldMkLst>
      </pc:sldChg>
      <pc:sldChg chg="addSp delSp modSp add del mod">
        <pc:chgData name="Hân, Nguyễn Hồng" userId="5a451838-8dad-4932-9f1e-efcd0734835e" providerId="ADAL" clId="{BA225A1C-5267-4EFC-A37D-3DF54429693C}" dt="2024-06-13T08:31:44.161" v="1345" actId="2696"/>
        <pc:sldMkLst>
          <pc:docMk/>
          <pc:sldMk cId="2894425057" sldId="9536"/>
        </pc:sldMkLst>
      </pc:sldChg>
      <pc:sldChg chg="addSp delSp modSp add mod">
        <pc:chgData name="Hân, Nguyễn Hồng" userId="5a451838-8dad-4932-9f1e-efcd0734835e" providerId="ADAL" clId="{BA225A1C-5267-4EFC-A37D-3DF54429693C}" dt="2024-06-15T01:29:59.516" v="1758" actId="14100"/>
        <pc:sldMkLst>
          <pc:docMk/>
          <pc:sldMk cId="3430850935" sldId="9537"/>
        </pc:sldMkLst>
      </pc:sldChg>
      <pc:sldChg chg="addSp delSp modSp add mod ord">
        <pc:chgData name="Hân, Nguyễn Hồng" userId="5a451838-8dad-4932-9f1e-efcd0734835e" providerId="ADAL" clId="{BA225A1C-5267-4EFC-A37D-3DF54429693C}" dt="2024-06-15T07:26:28.624" v="1913" actId="1035"/>
        <pc:sldMkLst>
          <pc:docMk/>
          <pc:sldMk cId="3232301992" sldId="9538"/>
        </pc:sldMkLst>
      </pc:sldChg>
      <pc:sldChg chg="addSp delSp modSp add mod">
        <pc:chgData name="Hân, Nguyễn Hồng" userId="5a451838-8dad-4932-9f1e-efcd0734835e" providerId="ADAL" clId="{BA225A1C-5267-4EFC-A37D-3DF54429693C}" dt="2024-06-15T01:28:10.416" v="1727" actId="14100"/>
        <pc:sldMkLst>
          <pc:docMk/>
          <pc:sldMk cId="4022860684" sldId="9539"/>
        </pc:sldMkLst>
      </pc:sldChg>
      <pc:sldChg chg="addSp delSp modSp add mod">
        <pc:chgData name="Hân, Nguyễn Hồng" userId="5a451838-8dad-4932-9f1e-efcd0734835e" providerId="ADAL" clId="{BA225A1C-5267-4EFC-A37D-3DF54429693C}" dt="2024-06-15T01:15:58.015" v="1697" actId="14100"/>
        <pc:sldMkLst>
          <pc:docMk/>
          <pc:sldMk cId="2274653158" sldId="9540"/>
        </pc:sldMkLst>
      </pc:sldChg>
      <pc:sldChg chg="addSp delSp modSp add mod ord">
        <pc:chgData name="Hân, Nguyễn Hồng" userId="5a451838-8dad-4932-9f1e-efcd0734835e" providerId="ADAL" clId="{BA225A1C-5267-4EFC-A37D-3DF54429693C}" dt="2024-06-15T07:13:11.758" v="1867" actId="1076"/>
        <pc:sldMkLst>
          <pc:docMk/>
          <pc:sldMk cId="2287678817" sldId="9541"/>
        </pc:sldMkLst>
      </pc:sldChg>
      <pc:sldChg chg="addSp delSp modSp add mod">
        <pc:chgData name="Hân, Nguyễn Hồng" userId="5a451838-8dad-4932-9f1e-efcd0734835e" providerId="ADAL" clId="{BA225A1C-5267-4EFC-A37D-3DF54429693C}" dt="2024-06-15T01:27:16.152" v="1712" actId="255"/>
        <pc:sldMkLst>
          <pc:docMk/>
          <pc:sldMk cId="4286400886" sldId="9542"/>
        </pc:sldMkLst>
      </pc:sldChg>
      <pc:sldChg chg="addSp delSp modSp add mod">
        <pc:chgData name="Hân, Nguyễn Hồng" userId="5a451838-8dad-4932-9f1e-efcd0734835e" providerId="ADAL" clId="{BA225A1C-5267-4EFC-A37D-3DF54429693C}" dt="2024-06-13T08:46:17.044" v="1391" actId="14100"/>
        <pc:sldMkLst>
          <pc:docMk/>
          <pc:sldMk cId="3440598394" sldId="9543"/>
        </pc:sldMkLst>
      </pc:sldChg>
      <pc:sldChg chg="addSp delSp modSp add mod">
        <pc:chgData name="Hân, Nguyễn Hồng" userId="5a451838-8dad-4932-9f1e-efcd0734835e" providerId="ADAL" clId="{BA225A1C-5267-4EFC-A37D-3DF54429693C}" dt="2024-06-15T07:12:16.644" v="1861" actId="14100"/>
        <pc:sldMkLst>
          <pc:docMk/>
          <pc:sldMk cId="3741979320" sldId="9544"/>
        </pc:sldMkLst>
      </pc:sldChg>
      <pc:sldChg chg="addSp delSp modSp add mod">
        <pc:chgData name="Hân, Nguyễn Hồng" userId="5a451838-8dad-4932-9f1e-efcd0734835e" providerId="ADAL" clId="{BA225A1C-5267-4EFC-A37D-3DF54429693C}" dt="2024-06-14T09:57:02.740" v="1695" actId="14100"/>
        <pc:sldMkLst>
          <pc:docMk/>
          <pc:sldMk cId="2859306214" sldId="9545"/>
        </pc:sldMkLst>
      </pc:sldChg>
      <pc:sldMasterChg chg="addSp delSp modSp mod">
        <pc:chgData name="Hân, Nguyễn Hồng" userId="5a451838-8dad-4932-9f1e-efcd0734835e" providerId="ADAL" clId="{BA225A1C-5267-4EFC-A37D-3DF54429693C}" dt="2024-06-15T02:23:28.294" v="1796" actId="20577"/>
        <pc:sldMasterMkLst>
          <pc:docMk/>
          <pc:sldMasterMk cId="0" sldId="2147483687"/>
        </pc:sldMasterMkLst>
      </pc:sldMasterChg>
      <pc:sldMasterChg chg="new mod addSldLayout">
        <pc:chgData name="Hân, Nguyễn Hồng" userId="5a451838-8dad-4932-9f1e-efcd0734835e" providerId="ADAL" clId="{BA225A1C-5267-4EFC-A37D-3DF54429693C}" dt="2024-06-15T02:23:36.242" v="1797" actId="6938"/>
        <pc:sldMasterMkLst>
          <pc:docMk/>
          <pc:sldMasterMk cId="1655960490" sldId="2147483691"/>
        </pc:sldMasterMkLst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3412792666" sldId="2147483692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2704691986" sldId="2147483693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3659158797" sldId="2147483694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2959028260" sldId="2147483695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4062478432" sldId="2147483696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3284549698" sldId="2147483697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462437394" sldId="2147483698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2636864690" sldId="2147483699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4109975877" sldId="2147483700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3254992763" sldId="2147483701"/>
          </pc:sldLayoutMkLst>
        </pc:sldLayoutChg>
        <pc:sldLayoutChg chg="new replId">
          <pc:chgData name="Hân, Nguyễn Hồng" userId="5a451838-8dad-4932-9f1e-efcd0734835e" providerId="ADAL" clId="{BA225A1C-5267-4EFC-A37D-3DF54429693C}" dt="2024-06-15T02:23:36.242" v="1797" actId="6938"/>
          <pc:sldLayoutMkLst>
            <pc:docMk/>
            <pc:sldMasterMk cId="1655960490" sldId="2147483691"/>
            <pc:sldLayoutMk cId="338555871" sldId="2147483702"/>
          </pc:sldLayoutMkLst>
        </pc:sldLayoutChg>
      </pc:sldMasterChg>
    </pc:docChg>
  </pc:docChgLst>
  <pc:docChgLst>
    <pc:chgData name="Hân, Nguyễn Hồng" userId="5a451838-8dad-4932-9f1e-efcd0734835e" providerId="ADAL" clId="{853EF02E-39DC-4C43-A4C4-D77D175353FE}"/>
    <pc:docChg chg="custSel modSld">
      <pc:chgData name="Hân, Nguyễn Hồng" userId="5a451838-8dad-4932-9f1e-efcd0734835e" providerId="ADAL" clId="{853EF02E-39DC-4C43-A4C4-D77D175353FE}" dt="2024-11-11T07:44:52.549" v="98" actId="20577"/>
      <pc:docMkLst>
        <pc:docMk/>
      </pc:docMkLst>
      <pc:sldChg chg="modSp mod">
        <pc:chgData name="Hân, Nguyễn Hồng" userId="5a451838-8dad-4932-9f1e-efcd0734835e" providerId="ADAL" clId="{853EF02E-39DC-4C43-A4C4-D77D175353FE}" dt="2024-11-11T07:32:06.251" v="26" actId="20577"/>
        <pc:sldMkLst>
          <pc:docMk/>
          <pc:sldMk cId="1175279130" sldId="372"/>
        </pc:sldMkLst>
      </pc:sldChg>
      <pc:sldChg chg="addSp delSp modSp mod">
        <pc:chgData name="Hân, Nguyễn Hồng" userId="5a451838-8dad-4932-9f1e-efcd0734835e" providerId="ADAL" clId="{853EF02E-39DC-4C43-A4C4-D77D175353FE}" dt="2024-11-06T06:28:14.347" v="9" actId="1076"/>
        <pc:sldMkLst>
          <pc:docMk/>
          <pc:sldMk cId="1618145755" sldId="9549"/>
        </pc:sldMkLst>
      </pc:sldChg>
      <pc:sldChg chg="addSp delSp modSp mod">
        <pc:chgData name="Hân, Nguyễn Hồng" userId="5a451838-8dad-4932-9f1e-efcd0734835e" providerId="ADAL" clId="{853EF02E-39DC-4C43-A4C4-D77D175353FE}" dt="2024-11-11T07:40:26.158" v="80" actId="121"/>
        <pc:sldMkLst>
          <pc:docMk/>
          <pc:sldMk cId="1460673647" sldId="9585"/>
        </pc:sldMkLst>
      </pc:sldChg>
      <pc:sldChg chg="addSp delSp modSp mod">
        <pc:chgData name="Hân, Nguyễn Hồng" userId="5a451838-8dad-4932-9f1e-efcd0734835e" providerId="ADAL" clId="{853EF02E-39DC-4C43-A4C4-D77D175353FE}" dt="2024-11-11T07:40:16.528" v="79" actId="121"/>
        <pc:sldMkLst>
          <pc:docMk/>
          <pc:sldMk cId="3251069232" sldId="9586"/>
        </pc:sldMkLst>
      </pc:sldChg>
      <pc:sldChg chg="addSp delSp modSp mod">
        <pc:chgData name="Hân, Nguyễn Hồng" userId="5a451838-8dad-4932-9f1e-efcd0734835e" providerId="ADAL" clId="{853EF02E-39DC-4C43-A4C4-D77D175353FE}" dt="2024-11-11T07:40:09.412" v="78" actId="121"/>
        <pc:sldMkLst>
          <pc:docMk/>
          <pc:sldMk cId="3464077100" sldId="9587"/>
        </pc:sldMkLst>
      </pc:sldChg>
      <pc:sldChg chg="addSp delSp modSp mod">
        <pc:chgData name="Hân, Nguyễn Hồng" userId="5a451838-8dad-4932-9f1e-efcd0734835e" providerId="ADAL" clId="{853EF02E-39DC-4C43-A4C4-D77D175353FE}" dt="2024-11-06T06:30:54.242" v="16" actId="14100"/>
        <pc:sldMkLst>
          <pc:docMk/>
          <pc:sldMk cId="572185675" sldId="9603"/>
        </pc:sldMkLst>
      </pc:sldChg>
      <pc:sldChg chg="modSp mod">
        <pc:chgData name="Hân, Nguyễn Hồng" userId="5a451838-8dad-4932-9f1e-efcd0734835e" providerId="ADAL" clId="{853EF02E-39DC-4C43-A4C4-D77D175353FE}" dt="2024-11-06T06:31:46.091" v="19" actId="20577"/>
        <pc:sldMkLst>
          <pc:docMk/>
          <pc:sldMk cId="565473934" sldId="9604"/>
        </pc:sldMkLst>
      </pc:sldChg>
      <pc:sldChg chg="modSp mod">
        <pc:chgData name="Hân, Nguyễn Hồng" userId="5a451838-8dad-4932-9f1e-efcd0734835e" providerId="ADAL" clId="{853EF02E-39DC-4C43-A4C4-D77D175353FE}" dt="2024-11-11T07:44:52.549" v="98" actId="20577"/>
        <pc:sldMkLst>
          <pc:docMk/>
          <pc:sldMk cId="3475133407" sldId="9605"/>
        </pc:sldMkLst>
      </pc:sldChg>
    </pc:docChg>
  </pc:docChgLst>
  <pc:docChgLst>
    <pc:chgData name="Nghiệm, Trương Công" userId="43186bbd-f2f1-45a0-9b26-7034c5d3e2a4" providerId="ADAL" clId="{61AFA44D-F174-45DC-BA31-39BBAD7DB6D1}"/>
    <pc:docChg chg="undo custSel modSld sldOrd modSection">
      <pc:chgData name="Nghiệm, Trương Công" userId="43186bbd-f2f1-45a0-9b26-7034c5d3e2a4" providerId="ADAL" clId="{61AFA44D-F174-45DC-BA31-39BBAD7DB6D1}" dt="2024-09-25T04:18:11.879" v="163"/>
      <pc:docMkLst>
        <pc:docMk/>
      </pc:docMkLst>
      <pc:sldChg chg="ord">
        <pc:chgData name="Nghiệm, Trương Công" userId="43186bbd-f2f1-45a0-9b26-7034c5d3e2a4" providerId="ADAL" clId="{61AFA44D-F174-45DC-BA31-39BBAD7DB6D1}" dt="2024-09-25T04:18:11.879" v="163"/>
        <pc:sldMkLst>
          <pc:docMk/>
          <pc:sldMk cId="1114359184" sldId="9573"/>
        </pc:sldMkLst>
      </pc:sldChg>
      <pc:sldChg chg="addSp delSp modSp mod">
        <pc:chgData name="Nghiệm, Trương Công" userId="43186bbd-f2f1-45a0-9b26-7034c5d3e2a4" providerId="ADAL" clId="{61AFA44D-F174-45DC-BA31-39BBAD7DB6D1}" dt="2024-09-25T04:12:49.546" v="161"/>
        <pc:sldMkLst>
          <pc:docMk/>
          <pc:sldMk cId="1460673647" sldId="9585"/>
        </pc:sldMkLst>
      </pc:sldChg>
      <pc:sldChg chg="modSp mod">
        <pc:chgData name="Nghiệm, Trương Công" userId="43186bbd-f2f1-45a0-9b26-7034c5d3e2a4" providerId="ADAL" clId="{61AFA44D-F174-45DC-BA31-39BBAD7DB6D1}" dt="2024-09-25T02:11:58.590" v="159" actId="255"/>
        <pc:sldMkLst>
          <pc:docMk/>
          <pc:sldMk cId="1836708033" sldId="9595"/>
        </pc:sldMkLst>
      </pc:sldChg>
    </pc:docChg>
  </pc:docChgLst>
  <pc:docChgLst>
    <pc:chgData name="Hân, Nguyễn Hồng" userId="5a451838-8dad-4932-9f1e-efcd0734835e" providerId="ADAL" clId="{04A4C2C3-41DD-4EB8-868A-BE377BCF41CC}"/>
    <pc:docChg chg="undo custSel addSld delSld modSld addMainMaster modMainMaster addSection delSection modSection">
      <pc:chgData name="Hân, Nguyễn Hồng" userId="5a451838-8dad-4932-9f1e-efcd0734835e" providerId="ADAL" clId="{04A4C2C3-41DD-4EB8-868A-BE377BCF41CC}" dt="2024-07-16T10:19:47.822" v="676" actId="14100"/>
      <pc:docMkLst>
        <pc:docMk/>
      </pc:docMkLst>
      <pc:sldChg chg="modSp mod">
        <pc:chgData name="Hân, Nguyễn Hồng" userId="5a451838-8dad-4932-9f1e-efcd0734835e" providerId="ADAL" clId="{04A4C2C3-41DD-4EB8-868A-BE377BCF41CC}" dt="2024-07-10T09:40:06.185" v="264" actId="20577"/>
        <pc:sldMkLst>
          <pc:docMk/>
          <pc:sldMk cId="1175279130" sldId="372"/>
        </pc:sldMkLst>
      </pc:sldChg>
      <pc:sldChg chg="modSp mod">
        <pc:chgData name="Hân, Nguyễn Hồng" userId="5a451838-8dad-4932-9f1e-efcd0734835e" providerId="ADAL" clId="{04A4C2C3-41DD-4EB8-868A-BE377BCF41CC}" dt="2024-07-03T02:17:17.622" v="2" actId="207"/>
        <pc:sldMkLst>
          <pc:docMk/>
          <pc:sldMk cId="1250907711" sldId="9467"/>
        </pc:sldMkLst>
      </pc:sldChg>
      <pc:sldChg chg="delSp modSp mod">
        <pc:chgData name="Hân, Nguyễn Hồng" userId="5a451838-8dad-4932-9f1e-efcd0734835e" providerId="ADAL" clId="{04A4C2C3-41DD-4EB8-868A-BE377BCF41CC}" dt="2024-07-16T08:55:58.023" v="638" actId="20577"/>
        <pc:sldMkLst>
          <pc:docMk/>
          <pc:sldMk cId="306475460" sldId="9514"/>
        </pc:sldMkLst>
      </pc:sldChg>
      <pc:sldChg chg="addSp delSp modSp mod">
        <pc:chgData name="Hân, Nguyễn Hồng" userId="5a451838-8dad-4932-9f1e-efcd0734835e" providerId="ADAL" clId="{04A4C2C3-41DD-4EB8-868A-BE377BCF41CC}" dt="2024-07-16T08:31:46.051" v="627" actId="1076"/>
        <pc:sldMkLst>
          <pc:docMk/>
          <pc:sldMk cId="3559819967" sldId="9520"/>
        </pc:sldMkLst>
      </pc:sldChg>
      <pc:sldChg chg="delSp del mod">
        <pc:chgData name="Hân, Nguyễn Hồng" userId="5a451838-8dad-4932-9f1e-efcd0734835e" providerId="ADAL" clId="{04A4C2C3-41DD-4EB8-868A-BE377BCF41CC}" dt="2024-07-13T07:55:57.847" v="573" actId="2696"/>
        <pc:sldMkLst>
          <pc:docMk/>
          <pc:sldMk cId="4018627310" sldId="9523"/>
        </pc:sldMkLst>
      </pc:sldChg>
      <pc:sldChg chg="del">
        <pc:chgData name="Hân, Nguyễn Hồng" userId="5a451838-8dad-4932-9f1e-efcd0734835e" providerId="ADAL" clId="{04A4C2C3-41DD-4EB8-868A-BE377BCF41CC}" dt="2024-07-13T07:55:59.894" v="574" actId="2696"/>
        <pc:sldMkLst>
          <pc:docMk/>
          <pc:sldMk cId="3222121184" sldId="9525"/>
        </pc:sldMkLst>
      </pc:sldChg>
      <pc:sldChg chg="addSp delSp modSp mod">
        <pc:chgData name="Hân, Nguyễn Hồng" userId="5a451838-8dad-4932-9f1e-efcd0734835e" providerId="ADAL" clId="{04A4C2C3-41DD-4EB8-868A-BE377BCF41CC}" dt="2024-07-11T06:26:24.449" v="458" actId="14100"/>
        <pc:sldMkLst>
          <pc:docMk/>
          <pc:sldMk cId="2016926022" sldId="9528"/>
        </pc:sldMkLst>
      </pc:sldChg>
      <pc:sldChg chg="del">
        <pc:chgData name="Hân, Nguyễn Hồng" userId="5a451838-8dad-4932-9f1e-efcd0734835e" providerId="ADAL" clId="{04A4C2C3-41DD-4EB8-868A-BE377BCF41CC}" dt="2024-07-13T07:56:02.402" v="575" actId="2696"/>
        <pc:sldMkLst>
          <pc:docMk/>
          <pc:sldMk cId="1760520460" sldId="9531"/>
        </pc:sldMkLst>
      </pc:sldChg>
      <pc:sldChg chg="delSp del mod">
        <pc:chgData name="Hân, Nguyễn Hồng" userId="5a451838-8dad-4932-9f1e-efcd0734835e" providerId="ADAL" clId="{04A4C2C3-41DD-4EB8-868A-BE377BCF41CC}" dt="2024-07-13T07:29:30.992" v="570" actId="47"/>
        <pc:sldMkLst>
          <pc:docMk/>
          <pc:sldMk cId="3038335753" sldId="9532"/>
        </pc:sldMkLst>
      </pc:sldChg>
      <pc:sldChg chg="del">
        <pc:chgData name="Hân, Nguyễn Hồng" userId="5a451838-8dad-4932-9f1e-efcd0734835e" providerId="ADAL" clId="{04A4C2C3-41DD-4EB8-868A-BE377BCF41CC}" dt="2024-07-13T07:29:30.044" v="569" actId="47"/>
        <pc:sldMkLst>
          <pc:docMk/>
          <pc:sldMk cId="984134413" sldId="9533"/>
        </pc:sldMkLst>
      </pc:sldChg>
      <pc:sldChg chg="addSp delSp modSp mod">
        <pc:chgData name="Hân, Nguyễn Hồng" userId="5a451838-8dad-4932-9f1e-efcd0734835e" providerId="ADAL" clId="{04A4C2C3-41DD-4EB8-868A-BE377BCF41CC}" dt="2024-07-16T10:19:47.822" v="676" actId="14100"/>
        <pc:sldMkLst>
          <pc:docMk/>
          <pc:sldMk cId="3430850935" sldId="9537"/>
        </pc:sldMkLst>
      </pc:sldChg>
      <pc:sldChg chg="del">
        <pc:chgData name="Hân, Nguyễn Hồng" userId="5a451838-8dad-4932-9f1e-efcd0734835e" providerId="ADAL" clId="{04A4C2C3-41DD-4EB8-868A-BE377BCF41CC}" dt="2024-07-04T04:15:37.944" v="88" actId="2696"/>
        <pc:sldMkLst>
          <pc:docMk/>
          <pc:sldMk cId="4022860684" sldId="9539"/>
        </pc:sldMkLst>
      </pc:sldChg>
      <pc:sldChg chg="del">
        <pc:chgData name="Hân, Nguyễn Hồng" userId="5a451838-8dad-4932-9f1e-efcd0734835e" providerId="ADAL" clId="{04A4C2C3-41DD-4EB8-868A-BE377BCF41CC}" dt="2024-07-04T04:15:27.334" v="85" actId="2696"/>
        <pc:sldMkLst>
          <pc:docMk/>
          <pc:sldMk cId="2274653158" sldId="9540"/>
        </pc:sldMkLst>
      </pc:sldChg>
      <pc:sldChg chg="del">
        <pc:chgData name="Hân, Nguyễn Hồng" userId="5a451838-8dad-4932-9f1e-efcd0734835e" providerId="ADAL" clId="{04A4C2C3-41DD-4EB8-868A-BE377BCF41CC}" dt="2024-07-04T04:15:05.391" v="81" actId="47"/>
        <pc:sldMkLst>
          <pc:docMk/>
          <pc:sldMk cId="2287678817" sldId="9541"/>
        </pc:sldMkLst>
      </pc:sldChg>
      <pc:sldChg chg="del">
        <pc:chgData name="Hân, Nguyễn Hồng" userId="5a451838-8dad-4932-9f1e-efcd0734835e" providerId="ADAL" clId="{04A4C2C3-41DD-4EB8-868A-BE377BCF41CC}" dt="2024-07-04T04:15:40.647" v="89" actId="2696"/>
        <pc:sldMkLst>
          <pc:docMk/>
          <pc:sldMk cId="4286400886" sldId="9542"/>
        </pc:sldMkLst>
      </pc:sldChg>
      <pc:sldChg chg="del">
        <pc:chgData name="Hân, Nguyễn Hồng" userId="5a451838-8dad-4932-9f1e-efcd0734835e" providerId="ADAL" clId="{04A4C2C3-41DD-4EB8-868A-BE377BCF41CC}" dt="2024-07-04T04:15:35.486" v="87" actId="2696"/>
        <pc:sldMkLst>
          <pc:docMk/>
          <pc:sldMk cId="3440598394" sldId="9543"/>
        </pc:sldMkLst>
      </pc:sldChg>
      <pc:sldChg chg="addSp delSp modSp mod">
        <pc:chgData name="Hân, Nguyễn Hồng" userId="5a451838-8dad-4932-9f1e-efcd0734835e" providerId="ADAL" clId="{04A4C2C3-41DD-4EB8-868A-BE377BCF41CC}" dt="2024-07-16T04:06:18.431" v="600" actId="1076"/>
        <pc:sldMkLst>
          <pc:docMk/>
          <pc:sldMk cId="3741979320" sldId="9544"/>
        </pc:sldMkLst>
      </pc:sldChg>
      <pc:sldChg chg="del">
        <pc:chgData name="Hân, Nguyễn Hồng" userId="5a451838-8dad-4932-9f1e-efcd0734835e" providerId="ADAL" clId="{04A4C2C3-41DD-4EB8-868A-BE377BCF41CC}" dt="2024-07-13T07:56:04.733" v="576" actId="2696"/>
        <pc:sldMkLst>
          <pc:docMk/>
          <pc:sldMk cId="2859306214" sldId="9545"/>
        </pc:sldMkLst>
      </pc:sldChg>
      <pc:sldChg chg="addSp delSp modSp mod">
        <pc:chgData name="Hân, Nguyễn Hồng" userId="5a451838-8dad-4932-9f1e-efcd0734835e" providerId="ADAL" clId="{04A4C2C3-41DD-4EB8-868A-BE377BCF41CC}" dt="2024-07-16T04:07:01.850" v="610" actId="1076"/>
        <pc:sldMkLst>
          <pc:docMk/>
          <pc:sldMk cId="2481395289" sldId="9547"/>
        </pc:sldMkLst>
      </pc:sldChg>
      <pc:sldChg chg="addSp delSp modSp add del mod">
        <pc:chgData name="Hân, Nguyễn Hồng" userId="5a451838-8dad-4932-9f1e-efcd0734835e" providerId="ADAL" clId="{04A4C2C3-41DD-4EB8-868A-BE377BCF41CC}" dt="2024-07-04T04:19:49.429" v="213" actId="2696"/>
        <pc:sldMkLst>
          <pc:docMk/>
          <pc:sldMk cId="3063153599" sldId="9548"/>
        </pc:sldMkLst>
      </pc:sldChg>
      <pc:sldChg chg="addSp delSp modSp add mod">
        <pc:chgData name="Hân, Nguyễn Hồng" userId="5a451838-8dad-4932-9f1e-efcd0734835e" providerId="ADAL" clId="{04A4C2C3-41DD-4EB8-868A-BE377BCF41CC}" dt="2024-07-11T06:59:44.065" v="527" actId="14100"/>
        <pc:sldMkLst>
          <pc:docMk/>
          <pc:sldMk cId="1618145755" sldId="9549"/>
        </pc:sldMkLst>
      </pc:sldChg>
      <pc:sldChg chg="addSp delSp modSp add del mod">
        <pc:chgData name="Hân, Nguyễn Hồng" userId="5a451838-8dad-4932-9f1e-efcd0734835e" providerId="ADAL" clId="{04A4C2C3-41DD-4EB8-868A-BE377BCF41CC}" dt="2024-07-11T04:49:23.477" v="404" actId="2696"/>
        <pc:sldMkLst>
          <pc:docMk/>
          <pc:sldMk cId="4151270606" sldId="9550"/>
        </pc:sldMkLst>
      </pc:sldChg>
      <pc:sldChg chg="addSp delSp modSp add del mod">
        <pc:chgData name="Hân, Nguyễn Hồng" userId="5a451838-8dad-4932-9f1e-efcd0734835e" providerId="ADAL" clId="{04A4C2C3-41DD-4EB8-868A-BE377BCF41CC}" dt="2024-07-04T04:19:51.879" v="214" actId="2696"/>
        <pc:sldMkLst>
          <pc:docMk/>
          <pc:sldMk cId="737370615" sldId="9551"/>
        </pc:sldMkLst>
      </pc:sldChg>
      <pc:sldChg chg="addSp delSp modSp add mod">
        <pc:chgData name="Hân, Nguyễn Hồng" userId="5a451838-8dad-4932-9f1e-efcd0734835e" providerId="ADAL" clId="{04A4C2C3-41DD-4EB8-868A-BE377BCF41CC}" dt="2024-07-16T10:19:36.346" v="675" actId="1076"/>
        <pc:sldMkLst>
          <pc:docMk/>
          <pc:sldMk cId="3474822156" sldId="9552"/>
        </pc:sldMkLst>
      </pc:sldChg>
      <pc:sldMasterChg chg="modSp mod">
        <pc:chgData name="Hân, Nguyễn Hồng" userId="5a451838-8dad-4932-9f1e-efcd0734835e" providerId="ADAL" clId="{04A4C2C3-41DD-4EB8-868A-BE377BCF41CC}" dt="2024-07-16T08:28:57.904" v="622" actId="20577"/>
        <pc:sldMasterMkLst>
          <pc:docMk/>
          <pc:sldMasterMk cId="0" sldId="2147483687"/>
        </pc:sldMasterMkLst>
      </pc:sldMasterChg>
      <pc:sldMasterChg chg="new mod addSldLayout">
        <pc:chgData name="Hân, Nguyễn Hồng" userId="5a451838-8dad-4932-9f1e-efcd0734835e" providerId="ADAL" clId="{04A4C2C3-41DD-4EB8-868A-BE377BCF41CC}" dt="2024-07-16T08:29:00.014" v="623" actId="6938"/>
        <pc:sldMasterMkLst>
          <pc:docMk/>
          <pc:sldMasterMk cId="3669292440" sldId="2147483715"/>
        </pc:sldMasterMkLst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1787490022" sldId="2147483716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1801955092" sldId="2147483717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2754739697" sldId="2147483718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1740894131" sldId="2147483719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3253963813" sldId="2147483720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2093260687" sldId="2147483721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2334807574" sldId="2147483722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342540381" sldId="2147483723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2726359315" sldId="2147483724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3627922641" sldId="2147483725"/>
          </pc:sldLayoutMkLst>
        </pc:sldLayoutChg>
        <pc:sldLayoutChg chg="new replId">
          <pc:chgData name="Hân, Nguyễn Hồng" userId="5a451838-8dad-4932-9f1e-efcd0734835e" providerId="ADAL" clId="{04A4C2C3-41DD-4EB8-868A-BE377BCF41CC}" dt="2024-07-16T08:29:00.014" v="623" actId="6938"/>
          <pc:sldLayoutMkLst>
            <pc:docMk/>
            <pc:sldMasterMk cId="3669292440" sldId="2147483715"/>
            <pc:sldLayoutMk cId="3748330552" sldId="2147483726"/>
          </pc:sldLayoutMkLst>
        </pc:sldLayoutChg>
      </pc:sldMasterChg>
    </pc:docChg>
  </pc:docChgLst>
  <pc:docChgLst>
    <pc:chgData name="Ngân, Lê Thùy" userId="42bd8b4b-37e6-450a-bb9e-583a013ce67a" providerId="ADAL" clId="{B58BFCED-E875-4677-85CD-8FABE9CD2B68}"/>
    <pc:docChg chg="undo custSel addSld delSld modSld modSection">
      <pc:chgData name="Ngân, Lê Thùy" userId="42bd8b4b-37e6-450a-bb9e-583a013ce67a" providerId="ADAL" clId="{B58BFCED-E875-4677-85CD-8FABE9CD2B68}" dt="2025-03-04T17:23:32.544" v="3448" actId="14100"/>
      <pc:docMkLst>
        <pc:docMk/>
      </pc:docMkLst>
      <pc:sldChg chg="addSp modSp">
        <pc:chgData name="Ngân, Lê Thùy" userId="42bd8b4b-37e6-450a-bb9e-583a013ce67a" providerId="ADAL" clId="{B58BFCED-E875-4677-85CD-8FABE9CD2B68}" dt="2025-03-03T16:16:26.534" v="2889"/>
        <pc:sldMkLst>
          <pc:docMk/>
          <pc:sldMk cId="0" sldId="260"/>
        </pc:sldMkLst>
        <pc:picChg chg="add mod">
          <ac:chgData name="Ngân, Lê Thùy" userId="42bd8b4b-37e6-450a-bb9e-583a013ce67a" providerId="ADAL" clId="{B58BFCED-E875-4677-85CD-8FABE9CD2B68}" dt="2025-03-03T16:15:05.511" v="2863"/>
          <ac:picMkLst>
            <pc:docMk/>
            <pc:sldMk cId="0" sldId="260"/>
            <ac:picMk id="2" creationId="{43C46C51-E1EE-6918-0A3E-1F5155494251}"/>
          </ac:picMkLst>
        </pc:picChg>
      </pc:sldChg>
      <pc:sldChg chg="addSp delSp modSp mod">
        <pc:chgData name="Ngân, Lê Thùy" userId="42bd8b4b-37e6-450a-bb9e-583a013ce67a" providerId="ADAL" clId="{B58BFCED-E875-4677-85CD-8FABE9CD2B68}" dt="2025-03-03T16:16:22.461" v="2887"/>
        <pc:sldMkLst>
          <pc:docMk/>
          <pc:sldMk cId="1460673647" sldId="9585"/>
        </pc:sldMkLst>
        <pc:spChg chg="mod">
          <ac:chgData name="Ngân, Lê Thùy" userId="42bd8b4b-37e6-450a-bb9e-583a013ce67a" providerId="ADAL" clId="{B58BFCED-E875-4677-85CD-8FABE9CD2B68}" dt="2025-03-02T15:37:09.013" v="781" actId="20577"/>
          <ac:spMkLst>
            <pc:docMk/>
            <pc:sldMk cId="1460673647" sldId="9585"/>
            <ac:spMk id="3" creationId="{6EEB9485-FEE7-46C1-C802-61D95DAE217F}"/>
          </ac:spMkLst>
        </pc:spChg>
      </pc:sldChg>
      <pc:sldChg chg="del">
        <pc:chgData name="Ngân, Lê Thùy" userId="42bd8b4b-37e6-450a-bb9e-583a013ce67a" providerId="ADAL" clId="{B58BFCED-E875-4677-85CD-8FABE9CD2B68}" dt="2025-03-02T15:09:15.548" v="399" actId="47"/>
        <pc:sldMkLst>
          <pc:docMk/>
          <pc:sldMk cId="1871901880" sldId="9600"/>
        </pc:sldMkLst>
      </pc:sldChg>
      <pc:sldChg chg="del">
        <pc:chgData name="Ngân, Lê Thùy" userId="42bd8b4b-37e6-450a-bb9e-583a013ce67a" providerId="ADAL" clId="{B58BFCED-E875-4677-85CD-8FABE9CD2B68}" dt="2025-03-02T15:09:24.017" v="401" actId="47"/>
        <pc:sldMkLst>
          <pc:docMk/>
          <pc:sldMk cId="2219252605" sldId="9602"/>
        </pc:sldMkLst>
      </pc:sldChg>
      <pc:sldChg chg="del">
        <pc:chgData name="Ngân, Lê Thùy" userId="42bd8b4b-37e6-450a-bb9e-583a013ce67a" providerId="ADAL" clId="{B58BFCED-E875-4677-85CD-8FABE9CD2B68}" dt="2025-03-02T15:09:22.243" v="400" actId="47"/>
        <pc:sldMkLst>
          <pc:docMk/>
          <pc:sldMk cId="565473934" sldId="9604"/>
        </pc:sldMkLst>
      </pc:sldChg>
      <pc:sldChg chg="addSp delSp modSp mod">
        <pc:chgData name="Ngân, Lê Thùy" userId="42bd8b4b-37e6-450a-bb9e-583a013ce67a" providerId="ADAL" clId="{B58BFCED-E875-4677-85CD-8FABE9CD2B68}" dt="2025-03-04T16:51:30.581" v="2928" actId="5793"/>
        <pc:sldMkLst>
          <pc:docMk/>
          <pc:sldMk cId="1949340579" sldId="9606"/>
        </pc:sldMkLst>
        <pc:spChg chg="mod">
          <ac:chgData name="Ngân, Lê Thùy" userId="42bd8b4b-37e6-450a-bb9e-583a013ce67a" providerId="ADAL" clId="{B58BFCED-E875-4677-85CD-8FABE9CD2B68}" dt="2025-03-04T16:51:30.581" v="2928" actId="5793"/>
          <ac:spMkLst>
            <pc:docMk/>
            <pc:sldMk cId="1949340579" sldId="9606"/>
            <ac:spMk id="15" creationId="{A95E2829-8819-380A-64E5-39E2C825359A}"/>
          </ac:spMkLst>
        </pc:spChg>
        <pc:spChg chg="mod">
          <ac:chgData name="Ngân, Lê Thùy" userId="42bd8b4b-37e6-450a-bb9e-583a013ce67a" providerId="ADAL" clId="{B58BFCED-E875-4677-85CD-8FABE9CD2B68}" dt="2025-03-04T16:51:22.967" v="2920" actId="20577"/>
          <ac:spMkLst>
            <pc:docMk/>
            <pc:sldMk cId="1949340579" sldId="9606"/>
            <ac:spMk id="19" creationId="{F8D26910-8319-D345-33CB-67F0270490DE}"/>
          </ac:spMkLst>
        </pc:spChg>
        <pc:picChg chg="mod">
          <ac:chgData name="Ngân, Lê Thùy" userId="42bd8b4b-37e6-450a-bb9e-583a013ce67a" providerId="ADAL" clId="{B58BFCED-E875-4677-85CD-8FABE9CD2B68}" dt="2025-03-03T15:53:22.198" v="2826" actId="1076"/>
          <ac:picMkLst>
            <pc:docMk/>
            <pc:sldMk cId="1949340579" sldId="9606"/>
            <ac:picMk id="4" creationId="{A8A50525-A251-FDC4-9EB3-E1295D8D05E3}"/>
          </ac:picMkLst>
        </pc:picChg>
        <pc:picChg chg="add mod">
          <ac:chgData name="Ngân, Lê Thùy" userId="42bd8b4b-37e6-450a-bb9e-583a013ce67a" providerId="ADAL" clId="{B58BFCED-E875-4677-85CD-8FABE9CD2B68}" dt="2025-03-03T15:53:03.753" v="2821" actId="14100"/>
          <ac:picMkLst>
            <pc:docMk/>
            <pc:sldMk cId="1949340579" sldId="9606"/>
            <ac:picMk id="7" creationId="{F13EC959-8673-C1EA-79D7-36A49EA1C4BD}"/>
          </ac:picMkLst>
        </pc:picChg>
      </pc:sldChg>
      <pc:sldChg chg="del">
        <pc:chgData name="Ngân, Lê Thùy" userId="42bd8b4b-37e6-450a-bb9e-583a013ce67a" providerId="ADAL" clId="{B58BFCED-E875-4677-85CD-8FABE9CD2B68}" dt="2025-03-02T15:20:58.556" v="421" actId="47"/>
        <pc:sldMkLst>
          <pc:docMk/>
          <pc:sldMk cId="3064358249" sldId="9608"/>
        </pc:sldMkLst>
      </pc:sldChg>
      <pc:sldChg chg="addSp delSp modSp mod modNotesTx">
        <pc:chgData name="Ngân, Lê Thùy" userId="42bd8b4b-37e6-450a-bb9e-583a013ce67a" providerId="ADAL" clId="{B58BFCED-E875-4677-85CD-8FABE9CD2B68}" dt="2025-03-03T16:21:22.187" v="2894" actId="478"/>
        <pc:sldMkLst>
          <pc:docMk/>
          <pc:sldMk cId="1361723335" sldId="9609"/>
        </pc:sldMkLst>
        <pc:spChg chg="mod">
          <ac:chgData name="Ngân, Lê Thùy" userId="42bd8b4b-37e6-450a-bb9e-583a013ce67a" providerId="ADAL" clId="{B58BFCED-E875-4677-85CD-8FABE9CD2B68}" dt="2025-02-28T02:03:55.617" v="110" actId="1076"/>
          <ac:spMkLst>
            <pc:docMk/>
            <pc:sldMk cId="1361723335" sldId="9609"/>
            <ac:spMk id="9" creationId="{B7C0FF53-288D-4923-08E0-2715220FAF67}"/>
          </ac:spMkLst>
        </pc:spChg>
        <pc:picChg chg="add mod">
          <ac:chgData name="Ngân, Lê Thùy" userId="42bd8b4b-37e6-450a-bb9e-583a013ce67a" providerId="ADAL" clId="{B58BFCED-E875-4677-85CD-8FABE9CD2B68}" dt="2025-02-28T02:02:56.980" v="109" actId="14100"/>
          <ac:picMkLst>
            <pc:docMk/>
            <pc:sldMk cId="1361723335" sldId="9609"/>
            <ac:picMk id="4" creationId="{4E5E3498-B954-E0E4-8976-EB5BBDB0E088}"/>
          </ac:picMkLst>
        </pc:picChg>
      </pc:sldChg>
      <pc:sldChg chg="delSp del mod">
        <pc:chgData name="Ngân, Lê Thùy" userId="42bd8b4b-37e6-450a-bb9e-583a013ce67a" providerId="ADAL" clId="{B58BFCED-E875-4677-85CD-8FABE9CD2B68}" dt="2025-02-27T08:29:10.502" v="97" actId="2696"/>
        <pc:sldMkLst>
          <pc:docMk/>
          <pc:sldMk cId="2453951033" sldId="9610"/>
        </pc:sldMkLst>
      </pc:sldChg>
      <pc:sldChg chg="addSp delSp modSp mod">
        <pc:chgData name="Ngân, Lê Thùy" userId="42bd8b4b-37e6-450a-bb9e-583a013ce67a" providerId="ADAL" clId="{B58BFCED-E875-4677-85CD-8FABE9CD2B68}" dt="2025-03-03T16:16:24.376" v="2888"/>
        <pc:sldMkLst>
          <pc:docMk/>
          <pc:sldMk cId="3899797431" sldId="9611"/>
        </pc:sldMkLst>
        <pc:spChg chg="add mod">
          <ac:chgData name="Ngân, Lê Thùy" userId="42bd8b4b-37e6-450a-bb9e-583a013ce67a" providerId="ADAL" clId="{B58BFCED-E875-4677-85CD-8FABE9CD2B68}" dt="2025-03-02T15:37:36.304" v="836" actId="20577"/>
          <ac:spMkLst>
            <pc:docMk/>
            <pc:sldMk cId="3899797431" sldId="9611"/>
            <ac:spMk id="2" creationId="{2F288930-612A-3EF0-5F7E-BF0CDB835682}"/>
          </ac:spMkLst>
        </pc:spChg>
      </pc:sldChg>
      <pc:sldChg chg="addSp delSp modSp add mod">
        <pc:chgData name="Ngân, Lê Thùy" userId="42bd8b4b-37e6-450a-bb9e-583a013ce67a" providerId="ADAL" clId="{B58BFCED-E875-4677-85CD-8FABE9CD2B68}" dt="2025-03-04T17:04:05.048" v="3113" actId="14100"/>
        <pc:sldMkLst>
          <pc:docMk/>
          <pc:sldMk cId="1236003710" sldId="9612"/>
        </pc:sldMkLst>
        <pc:spChg chg="mod">
          <ac:chgData name="Ngân, Lê Thùy" userId="42bd8b4b-37e6-450a-bb9e-583a013ce67a" providerId="ADAL" clId="{B58BFCED-E875-4677-85CD-8FABE9CD2B68}" dt="2025-03-04T16:58:09.589" v="3017" actId="20577"/>
          <ac:spMkLst>
            <pc:docMk/>
            <pc:sldMk cId="1236003710" sldId="9612"/>
            <ac:spMk id="8" creationId="{3A9B1255-392F-BBFD-F380-E5CB90E487EE}"/>
          </ac:spMkLst>
        </pc:spChg>
        <pc:graphicFrameChg chg="add mod">
          <ac:chgData name="Ngân, Lê Thùy" userId="42bd8b4b-37e6-450a-bb9e-583a013ce67a" providerId="ADAL" clId="{B58BFCED-E875-4677-85CD-8FABE9CD2B68}" dt="2025-03-04T16:58:11.438" v="3018"/>
          <ac:graphicFrameMkLst>
            <pc:docMk/>
            <pc:sldMk cId="1236003710" sldId="9612"/>
            <ac:graphicFrameMk id="4" creationId="{78665502-BCFE-3A40-2C61-99C9B0AA606C}"/>
          </ac:graphicFrameMkLst>
        </pc:graphicFrameChg>
        <pc:picChg chg="add del mod">
          <ac:chgData name="Ngân, Lê Thùy" userId="42bd8b4b-37e6-450a-bb9e-583a013ce67a" providerId="ADAL" clId="{B58BFCED-E875-4677-85CD-8FABE9CD2B68}" dt="2025-03-04T16:55:36.654" v="2954" actId="478"/>
          <ac:picMkLst>
            <pc:docMk/>
            <pc:sldMk cId="1236003710" sldId="9612"/>
            <ac:picMk id="5" creationId="{AE62777F-1E8A-96AA-30A4-FA40567E4AB3}"/>
          </ac:picMkLst>
        </pc:picChg>
        <pc:picChg chg="add mod">
          <ac:chgData name="Ngân, Lê Thùy" userId="42bd8b4b-37e6-450a-bb9e-583a013ce67a" providerId="ADAL" clId="{B58BFCED-E875-4677-85CD-8FABE9CD2B68}" dt="2025-03-04T17:04:05.048" v="3113" actId="14100"/>
          <ac:picMkLst>
            <pc:docMk/>
            <pc:sldMk cId="1236003710" sldId="9612"/>
            <ac:picMk id="6" creationId="{78339B88-6CF8-4184-BC53-4EE107D868C3}"/>
          </ac:picMkLst>
        </pc:picChg>
      </pc:sldChg>
      <pc:sldChg chg="addSp delSp modSp add mod">
        <pc:chgData name="Ngân, Lê Thùy" userId="42bd8b4b-37e6-450a-bb9e-583a013ce67a" providerId="ADAL" clId="{B58BFCED-E875-4677-85CD-8FABE9CD2B68}" dt="2025-03-04T17:23:32.544" v="3448" actId="14100"/>
        <pc:sldMkLst>
          <pc:docMk/>
          <pc:sldMk cId="1671381573" sldId="9613"/>
        </pc:sldMkLst>
        <pc:spChg chg="del mod">
          <ac:chgData name="Ngân, Lê Thùy" userId="42bd8b4b-37e6-450a-bb9e-583a013ce67a" providerId="ADAL" clId="{B58BFCED-E875-4677-85CD-8FABE9CD2B68}" dt="2025-03-04T17:02:34.338" v="3084" actId="478"/>
          <ac:spMkLst>
            <pc:docMk/>
            <pc:sldMk cId="1671381573" sldId="9613"/>
            <ac:spMk id="2" creationId="{A3D74348-BE80-6F9C-ACC4-1CBAD733FE46}"/>
          </ac:spMkLst>
        </pc:spChg>
        <pc:spChg chg="mod">
          <ac:chgData name="Ngân, Lê Thùy" userId="42bd8b4b-37e6-450a-bb9e-583a013ce67a" providerId="ADAL" clId="{B58BFCED-E875-4677-85CD-8FABE9CD2B68}" dt="2025-03-04T17:02:38.720" v="3086" actId="20577"/>
          <ac:spMkLst>
            <pc:docMk/>
            <pc:sldMk cId="1671381573" sldId="9613"/>
            <ac:spMk id="8" creationId="{9D4D4285-638C-13B7-1CE7-49B5C6552E32}"/>
          </ac:spMkLst>
        </pc:spChg>
        <pc:picChg chg="add mod">
          <ac:chgData name="Ngân, Lê Thùy" userId="42bd8b4b-37e6-450a-bb9e-583a013ce67a" providerId="ADAL" clId="{B58BFCED-E875-4677-85CD-8FABE9CD2B68}" dt="2025-03-04T17:23:27.892" v="3447" actId="14100"/>
          <ac:picMkLst>
            <pc:docMk/>
            <pc:sldMk cId="1671381573" sldId="9613"/>
            <ac:picMk id="2" creationId="{19F75D42-AFC6-1FF7-941C-DC421E00F014}"/>
          </ac:picMkLst>
        </pc:picChg>
        <pc:picChg chg="add mod">
          <ac:chgData name="Ngân, Lê Thùy" userId="42bd8b4b-37e6-450a-bb9e-583a013ce67a" providerId="ADAL" clId="{B58BFCED-E875-4677-85CD-8FABE9CD2B68}" dt="2025-03-04T17:23:32.544" v="3448" actId="14100"/>
          <ac:picMkLst>
            <pc:docMk/>
            <pc:sldMk cId="1671381573" sldId="9613"/>
            <ac:picMk id="3" creationId="{4579DA9C-FFD8-C9C2-43D2-B74C56454803}"/>
          </ac:picMkLst>
        </pc:picChg>
        <pc:picChg chg="add del mod">
          <ac:chgData name="Ngân, Lê Thùy" userId="42bd8b4b-37e6-450a-bb9e-583a013ce67a" providerId="ADAL" clId="{B58BFCED-E875-4677-85CD-8FABE9CD2B68}" dt="2025-03-04T17:02:44.546" v="3087" actId="478"/>
          <ac:picMkLst>
            <pc:docMk/>
            <pc:sldMk cId="1671381573" sldId="9613"/>
            <ac:picMk id="3" creationId="{78E99C72-34D8-D09C-5FAC-94CAE48E86E1}"/>
          </ac:picMkLst>
        </pc:picChg>
        <pc:picChg chg="add del mod">
          <ac:chgData name="Ngân, Lê Thùy" userId="42bd8b4b-37e6-450a-bb9e-583a013ce67a" providerId="ADAL" clId="{B58BFCED-E875-4677-85CD-8FABE9CD2B68}" dt="2025-03-04T17:02:46.207" v="3089" actId="478"/>
          <ac:picMkLst>
            <pc:docMk/>
            <pc:sldMk cId="1671381573" sldId="9613"/>
            <ac:picMk id="6" creationId="{3EEFB848-C85B-DA6E-5309-F3FE5B7365A2}"/>
          </ac:picMkLst>
        </pc:picChg>
        <pc:picChg chg="add del mod">
          <ac:chgData name="Ngân, Lê Thùy" userId="42bd8b4b-37e6-450a-bb9e-583a013ce67a" providerId="ADAL" clId="{B58BFCED-E875-4677-85CD-8FABE9CD2B68}" dt="2025-03-04T17:22:59.898" v="3436" actId="478"/>
          <ac:picMkLst>
            <pc:docMk/>
            <pc:sldMk cId="1671381573" sldId="9613"/>
            <ac:picMk id="7" creationId="{2DE1130D-4852-0EAF-AB92-D74B456D3C36}"/>
          </ac:picMkLst>
        </pc:picChg>
        <pc:picChg chg="add del mod">
          <ac:chgData name="Ngân, Lê Thùy" userId="42bd8b4b-37e6-450a-bb9e-583a013ce67a" providerId="ADAL" clId="{B58BFCED-E875-4677-85CD-8FABE9CD2B68}" dt="2025-03-04T17:23:09.850" v="3441" actId="478"/>
          <ac:picMkLst>
            <pc:docMk/>
            <pc:sldMk cId="1671381573" sldId="9613"/>
            <ac:picMk id="9" creationId="{3552BFAE-E1A8-BAFC-D20D-21B90BC18B84}"/>
          </ac:picMkLst>
        </pc:picChg>
      </pc:sldChg>
      <pc:sldChg chg="addSp delSp modSp add mod modNotesTx">
        <pc:chgData name="Ngân, Lê Thùy" userId="42bd8b4b-37e6-450a-bb9e-583a013ce67a" providerId="ADAL" clId="{B58BFCED-E875-4677-85CD-8FABE9CD2B68}" dt="2025-03-04T17:07:44.314" v="3159" actId="14100"/>
        <pc:sldMkLst>
          <pc:docMk/>
          <pc:sldMk cId="2811263716" sldId="9614"/>
        </pc:sldMkLst>
        <pc:spChg chg="mod">
          <ac:chgData name="Ngân, Lê Thùy" userId="42bd8b4b-37e6-450a-bb9e-583a013ce67a" providerId="ADAL" clId="{B58BFCED-E875-4677-85CD-8FABE9CD2B68}" dt="2025-03-04T17:06:39.510" v="3143" actId="20577"/>
          <ac:spMkLst>
            <pc:docMk/>
            <pc:sldMk cId="2811263716" sldId="9614"/>
            <ac:spMk id="8" creationId="{98348983-1933-2026-C91C-751CEB6FB0F9}"/>
          </ac:spMkLst>
        </pc:spChg>
        <pc:graphicFrameChg chg="add mod">
          <ac:chgData name="Ngân, Lê Thùy" userId="42bd8b4b-37e6-450a-bb9e-583a013ce67a" providerId="ADAL" clId="{B58BFCED-E875-4677-85CD-8FABE9CD2B68}" dt="2025-03-04T17:06:08.160" v="3130"/>
          <ac:graphicFrameMkLst>
            <pc:docMk/>
            <pc:sldMk cId="2811263716" sldId="9614"/>
            <ac:graphicFrameMk id="7" creationId="{86F2B300-1EDA-4D55-A799-F632D8161BCD}"/>
          </ac:graphicFrameMkLst>
        </pc:graphicFrameChg>
        <pc:picChg chg="add del mod">
          <ac:chgData name="Ngân, Lê Thùy" userId="42bd8b4b-37e6-450a-bb9e-583a013ce67a" providerId="ADAL" clId="{B58BFCED-E875-4677-85CD-8FABE9CD2B68}" dt="2025-03-04T17:04:47.826" v="3119" actId="478"/>
          <ac:picMkLst>
            <pc:docMk/>
            <pc:sldMk cId="2811263716" sldId="9614"/>
            <ac:picMk id="3" creationId="{1B4F2880-0C32-2ED2-AE74-86760B194B7C}"/>
          </ac:picMkLst>
        </pc:picChg>
        <pc:picChg chg="add del mod">
          <ac:chgData name="Ngân, Lê Thùy" userId="42bd8b4b-37e6-450a-bb9e-583a013ce67a" providerId="ADAL" clId="{B58BFCED-E875-4677-85CD-8FABE9CD2B68}" dt="2025-03-04T17:06:19.833" v="3133" actId="478"/>
          <ac:picMkLst>
            <pc:docMk/>
            <pc:sldMk cId="2811263716" sldId="9614"/>
            <ac:picMk id="5" creationId="{C81AD5D2-9BCB-AACF-56D9-14514198983E}"/>
          </ac:picMkLst>
        </pc:picChg>
        <pc:picChg chg="add del mod">
          <ac:chgData name="Ngân, Lê Thùy" userId="42bd8b4b-37e6-450a-bb9e-583a013ce67a" providerId="ADAL" clId="{B58BFCED-E875-4677-85CD-8FABE9CD2B68}" dt="2025-03-04T17:04:49.533" v="3120" actId="478"/>
          <ac:picMkLst>
            <pc:docMk/>
            <pc:sldMk cId="2811263716" sldId="9614"/>
            <ac:picMk id="6" creationId="{423674FE-E5C2-B12F-3884-C2C06562A2A8}"/>
          </ac:picMkLst>
        </pc:picChg>
        <pc:picChg chg="add mod">
          <ac:chgData name="Ngân, Lê Thùy" userId="42bd8b4b-37e6-450a-bb9e-583a013ce67a" providerId="ADAL" clId="{B58BFCED-E875-4677-85CD-8FABE9CD2B68}" dt="2025-03-04T17:07:41.979" v="3158" actId="14100"/>
          <ac:picMkLst>
            <pc:docMk/>
            <pc:sldMk cId="2811263716" sldId="9614"/>
            <ac:picMk id="9" creationId="{DBCEEF4F-8153-74BB-3F82-73DF86AE5D4D}"/>
          </ac:picMkLst>
        </pc:picChg>
        <pc:picChg chg="add mod">
          <ac:chgData name="Ngân, Lê Thùy" userId="42bd8b4b-37e6-450a-bb9e-583a013ce67a" providerId="ADAL" clId="{B58BFCED-E875-4677-85CD-8FABE9CD2B68}" dt="2025-03-04T17:07:44.314" v="3159" actId="14100"/>
          <ac:picMkLst>
            <pc:docMk/>
            <pc:sldMk cId="2811263716" sldId="9614"/>
            <ac:picMk id="10" creationId="{638C0813-E120-F17F-382C-8CD6D8D4C1E6}"/>
          </ac:picMkLst>
        </pc:picChg>
      </pc:sldChg>
      <pc:sldChg chg="addSp delSp modSp add mod">
        <pc:chgData name="Ngân, Lê Thùy" userId="42bd8b4b-37e6-450a-bb9e-583a013ce67a" providerId="ADAL" clId="{B58BFCED-E875-4677-85CD-8FABE9CD2B68}" dt="2025-03-04T17:17:43.791" v="3392" actId="1076"/>
        <pc:sldMkLst>
          <pc:docMk/>
          <pc:sldMk cId="3120033200" sldId="9615"/>
        </pc:sldMkLst>
        <pc:spChg chg="del mod">
          <ac:chgData name="Ngân, Lê Thùy" userId="42bd8b4b-37e6-450a-bb9e-583a013ce67a" providerId="ADAL" clId="{B58BFCED-E875-4677-85CD-8FABE9CD2B68}" dt="2025-03-04T17:16:26.516" v="3372" actId="478"/>
          <ac:spMkLst>
            <pc:docMk/>
            <pc:sldMk cId="3120033200" sldId="9615"/>
            <ac:spMk id="2" creationId="{E5A39366-D4EA-2F6F-9D2A-0E76413582EA}"/>
          </ac:spMkLst>
        </pc:spChg>
        <pc:spChg chg="mod">
          <ac:chgData name="Ngân, Lê Thùy" userId="42bd8b4b-37e6-450a-bb9e-583a013ce67a" providerId="ADAL" clId="{B58BFCED-E875-4677-85CD-8FABE9CD2B68}" dt="2025-03-04T17:16:23.608" v="3371" actId="20577"/>
          <ac:spMkLst>
            <pc:docMk/>
            <pc:sldMk cId="3120033200" sldId="9615"/>
            <ac:spMk id="8" creationId="{0E07C695-05A2-6702-65E3-E2D60C1AFDE0}"/>
          </ac:spMkLst>
        </pc:spChg>
        <pc:picChg chg="add del mod">
          <ac:chgData name="Ngân, Lê Thùy" userId="42bd8b4b-37e6-450a-bb9e-583a013ce67a" providerId="ADAL" clId="{B58BFCED-E875-4677-85CD-8FABE9CD2B68}" dt="2025-03-04T17:16:31.459" v="3375" actId="478"/>
          <ac:picMkLst>
            <pc:docMk/>
            <pc:sldMk cId="3120033200" sldId="9615"/>
            <ac:picMk id="3" creationId="{921C160D-CCEA-18C1-1174-029D2390E269}"/>
          </ac:picMkLst>
        </pc:picChg>
        <pc:picChg chg="add del mod">
          <ac:chgData name="Ngân, Lê Thùy" userId="42bd8b4b-37e6-450a-bb9e-583a013ce67a" providerId="ADAL" clId="{B58BFCED-E875-4677-85CD-8FABE9CD2B68}" dt="2025-03-04T17:16:28.450" v="3373" actId="478"/>
          <ac:picMkLst>
            <pc:docMk/>
            <pc:sldMk cId="3120033200" sldId="9615"/>
            <ac:picMk id="4" creationId="{B600E277-4385-5BDE-13FC-457C468FCC73}"/>
          </ac:picMkLst>
        </pc:picChg>
        <pc:picChg chg="add del">
          <ac:chgData name="Ngân, Lê Thùy" userId="42bd8b4b-37e6-450a-bb9e-583a013ce67a" providerId="ADAL" clId="{B58BFCED-E875-4677-85CD-8FABE9CD2B68}" dt="2025-03-04T17:17:15.351" v="3378" actId="478"/>
          <ac:picMkLst>
            <pc:docMk/>
            <pc:sldMk cId="3120033200" sldId="9615"/>
            <ac:picMk id="7" creationId="{A3E838EC-569B-9354-86E4-C61C00E2E4DC}"/>
          </ac:picMkLst>
        </pc:picChg>
        <pc:picChg chg="add del mod">
          <ac:chgData name="Ngân, Lê Thùy" userId="42bd8b4b-37e6-450a-bb9e-583a013ce67a" providerId="ADAL" clId="{B58BFCED-E875-4677-85CD-8FABE9CD2B68}" dt="2025-03-04T17:16:29.987" v="3374" actId="478"/>
          <ac:picMkLst>
            <pc:docMk/>
            <pc:sldMk cId="3120033200" sldId="9615"/>
            <ac:picMk id="9" creationId="{072A350A-97D1-4646-1397-08640E3F9EE1}"/>
          </ac:picMkLst>
        </pc:picChg>
        <pc:picChg chg="add mod">
          <ac:chgData name="Ngân, Lê Thùy" userId="42bd8b4b-37e6-450a-bb9e-583a013ce67a" providerId="ADAL" clId="{B58BFCED-E875-4677-85CD-8FABE9CD2B68}" dt="2025-03-04T17:17:37.959" v="3389" actId="14100"/>
          <ac:picMkLst>
            <pc:docMk/>
            <pc:sldMk cId="3120033200" sldId="9615"/>
            <ac:picMk id="10" creationId="{1DEE1781-16FE-0433-9DE6-70D34B12034E}"/>
          </ac:picMkLst>
        </pc:picChg>
        <pc:picChg chg="add del mod">
          <ac:chgData name="Ngân, Lê Thùy" userId="42bd8b4b-37e6-450a-bb9e-583a013ce67a" providerId="ADAL" clId="{B58BFCED-E875-4677-85CD-8FABE9CD2B68}" dt="2025-03-04T17:16:33.027" v="3376" actId="478"/>
          <ac:picMkLst>
            <pc:docMk/>
            <pc:sldMk cId="3120033200" sldId="9615"/>
            <ac:picMk id="11" creationId="{C1844D05-E4C9-1E85-7A42-D756B2B81F78}"/>
          </ac:picMkLst>
        </pc:picChg>
        <pc:picChg chg="add mod">
          <ac:chgData name="Ngân, Lê Thùy" userId="42bd8b4b-37e6-450a-bb9e-583a013ce67a" providerId="ADAL" clId="{B58BFCED-E875-4677-85CD-8FABE9CD2B68}" dt="2025-03-04T17:17:43.791" v="3392" actId="1076"/>
          <ac:picMkLst>
            <pc:docMk/>
            <pc:sldMk cId="3120033200" sldId="9615"/>
            <ac:picMk id="12" creationId="{8CAA1392-B468-E6F0-8EA3-1F889D09391B}"/>
          </ac:picMkLst>
        </pc:picChg>
      </pc:sldChg>
      <pc:sldChg chg="addSp delSp modSp add mod">
        <pc:chgData name="Ngân, Lê Thùy" userId="42bd8b4b-37e6-450a-bb9e-583a013ce67a" providerId="ADAL" clId="{B58BFCED-E875-4677-85CD-8FABE9CD2B68}" dt="2025-03-04T17:10:56.230" v="3209" actId="14100"/>
        <pc:sldMkLst>
          <pc:docMk/>
          <pc:sldMk cId="2964911687" sldId="9616"/>
        </pc:sldMkLst>
        <pc:spChg chg="mod">
          <ac:chgData name="Ngân, Lê Thùy" userId="42bd8b4b-37e6-450a-bb9e-583a013ce67a" providerId="ADAL" clId="{B58BFCED-E875-4677-85CD-8FABE9CD2B68}" dt="2025-03-04T17:09:25.194" v="3184" actId="20577"/>
          <ac:spMkLst>
            <pc:docMk/>
            <pc:sldMk cId="2964911687" sldId="9616"/>
            <ac:spMk id="8" creationId="{CF3135C0-7A6E-181B-7C1D-4770A7EA1EFE}"/>
          </ac:spMkLst>
        </pc:spChg>
        <pc:picChg chg="add del mod">
          <ac:chgData name="Ngân, Lê Thùy" userId="42bd8b4b-37e6-450a-bb9e-583a013ce67a" providerId="ADAL" clId="{B58BFCED-E875-4677-85CD-8FABE9CD2B68}" dt="2025-03-04T17:09:29.920" v="3186" actId="478"/>
          <ac:picMkLst>
            <pc:docMk/>
            <pc:sldMk cId="2964911687" sldId="9616"/>
            <ac:picMk id="4" creationId="{98E32868-DD99-8793-A562-80A4C6E21D07}"/>
          </ac:picMkLst>
        </pc:picChg>
        <pc:picChg chg="add del mod">
          <ac:chgData name="Ngân, Lê Thùy" userId="42bd8b4b-37e6-450a-bb9e-583a013ce67a" providerId="ADAL" clId="{B58BFCED-E875-4677-85CD-8FABE9CD2B68}" dt="2025-03-04T17:09:51.816" v="3189" actId="478"/>
          <ac:picMkLst>
            <pc:docMk/>
            <pc:sldMk cId="2964911687" sldId="9616"/>
            <ac:picMk id="5" creationId="{E01543C1-C490-2945-0F73-E9DAB4743211}"/>
          </ac:picMkLst>
        </pc:picChg>
        <pc:picChg chg="add mod">
          <ac:chgData name="Ngân, Lê Thùy" userId="42bd8b4b-37e6-450a-bb9e-583a013ce67a" providerId="ADAL" clId="{B58BFCED-E875-4677-85CD-8FABE9CD2B68}" dt="2025-03-04T17:10:56.230" v="3209" actId="14100"/>
          <ac:picMkLst>
            <pc:docMk/>
            <pc:sldMk cId="2964911687" sldId="9616"/>
            <ac:picMk id="6" creationId="{DEFCA6D4-EB0F-9A0B-E1CD-9A2068DA7FC8}"/>
          </ac:picMkLst>
        </pc:picChg>
        <pc:picChg chg="add mod">
          <ac:chgData name="Ngân, Lê Thùy" userId="42bd8b4b-37e6-450a-bb9e-583a013ce67a" providerId="ADAL" clId="{B58BFCED-E875-4677-85CD-8FABE9CD2B68}" dt="2025-03-04T17:10:50.242" v="3208" actId="14100"/>
          <ac:picMkLst>
            <pc:docMk/>
            <pc:sldMk cId="2964911687" sldId="9616"/>
            <ac:picMk id="7" creationId="{47F75BC0-E900-6F35-5B08-F34AF87D1F88}"/>
          </ac:picMkLst>
        </pc:picChg>
        <pc:picChg chg="add del mod">
          <ac:chgData name="Ngân, Lê Thùy" userId="42bd8b4b-37e6-450a-bb9e-583a013ce67a" providerId="ADAL" clId="{B58BFCED-E875-4677-85CD-8FABE9CD2B68}" dt="2025-03-04T17:09:28.257" v="3185" actId="478"/>
          <ac:picMkLst>
            <pc:docMk/>
            <pc:sldMk cId="2964911687" sldId="9616"/>
            <ac:picMk id="9" creationId="{FAC139EB-D689-7994-2C93-F7D5F0101E13}"/>
          </ac:picMkLst>
        </pc:picChg>
      </pc:sldChg>
      <pc:sldChg chg="addSp delSp modSp add mod modNotesTx">
        <pc:chgData name="Ngân, Lê Thùy" userId="42bd8b4b-37e6-450a-bb9e-583a013ce67a" providerId="ADAL" clId="{B58BFCED-E875-4677-85CD-8FABE9CD2B68}" dt="2025-03-04T17:16:15.728" v="3367" actId="20577"/>
        <pc:sldMkLst>
          <pc:docMk/>
          <pc:sldMk cId="64665770" sldId="9617"/>
        </pc:sldMkLst>
        <pc:spChg chg="del mod">
          <ac:chgData name="Ngân, Lê Thùy" userId="42bd8b4b-37e6-450a-bb9e-583a013ce67a" providerId="ADAL" clId="{B58BFCED-E875-4677-85CD-8FABE9CD2B68}" dt="2025-03-04T17:14:04.935" v="3332" actId="478"/>
          <ac:spMkLst>
            <pc:docMk/>
            <pc:sldMk cId="64665770" sldId="9617"/>
            <ac:spMk id="2" creationId="{71A739F9-7BAA-E21D-EF8C-80E92F88CE3B}"/>
          </ac:spMkLst>
        </pc:spChg>
        <pc:spChg chg="add mod">
          <ac:chgData name="Ngân, Lê Thùy" userId="42bd8b4b-37e6-450a-bb9e-583a013ce67a" providerId="ADAL" clId="{B58BFCED-E875-4677-85CD-8FABE9CD2B68}" dt="2025-03-04T17:16:15.728" v="3367" actId="20577"/>
          <ac:spMkLst>
            <pc:docMk/>
            <pc:sldMk cId="64665770" sldId="9617"/>
            <ac:spMk id="5" creationId="{3C22C29A-ECC6-012F-979B-C839E49A85B5}"/>
          </ac:spMkLst>
        </pc:spChg>
        <pc:spChg chg="del mod">
          <ac:chgData name="Ngân, Lê Thùy" userId="42bd8b4b-37e6-450a-bb9e-583a013ce67a" providerId="ADAL" clId="{B58BFCED-E875-4677-85CD-8FABE9CD2B68}" dt="2025-03-04T17:13:08.058" v="3259" actId="478"/>
          <ac:spMkLst>
            <pc:docMk/>
            <pc:sldMk cId="64665770" sldId="9617"/>
            <ac:spMk id="8" creationId="{B8E7E2DD-358E-8CD5-98B8-5BE76DB54EC9}"/>
          </ac:spMkLst>
        </pc:spChg>
        <pc:picChg chg="add mod">
          <ac:chgData name="Ngân, Lê Thùy" userId="42bd8b4b-37e6-450a-bb9e-583a013ce67a" providerId="ADAL" clId="{B58BFCED-E875-4677-85CD-8FABE9CD2B68}" dt="2025-03-04T17:15:35.325" v="3362" actId="1076"/>
          <ac:picMkLst>
            <pc:docMk/>
            <pc:sldMk cId="64665770" sldId="9617"/>
            <ac:picMk id="6" creationId="{99610951-E87E-06FD-C0FB-7649078A8E7C}"/>
          </ac:picMkLst>
        </pc:picChg>
        <pc:picChg chg="add mod">
          <ac:chgData name="Ngân, Lê Thùy" userId="42bd8b4b-37e6-450a-bb9e-583a013ce67a" providerId="ADAL" clId="{B58BFCED-E875-4677-85CD-8FABE9CD2B68}" dt="2025-03-04T17:15:37.033" v="3363" actId="1076"/>
          <ac:picMkLst>
            <pc:docMk/>
            <pc:sldMk cId="64665770" sldId="9617"/>
            <ac:picMk id="7" creationId="{3369554D-8515-6FB7-5376-54B3A17AA79A}"/>
          </ac:picMkLst>
        </pc:picChg>
        <pc:picChg chg="add del mod">
          <ac:chgData name="Ngân, Lê Thùy" userId="42bd8b4b-37e6-450a-bb9e-583a013ce67a" providerId="ADAL" clId="{B58BFCED-E875-4677-85CD-8FABE9CD2B68}" dt="2025-03-04T17:14:36.508" v="3336" actId="478"/>
          <ac:picMkLst>
            <pc:docMk/>
            <pc:sldMk cId="64665770" sldId="9617"/>
            <ac:picMk id="9" creationId="{5D5290E9-F5E8-B32E-EE17-63479559C523}"/>
          </ac:picMkLst>
        </pc:picChg>
        <pc:picChg chg="add del mod">
          <ac:chgData name="Ngân, Lê Thùy" userId="42bd8b4b-37e6-450a-bb9e-583a013ce67a" providerId="ADAL" clId="{B58BFCED-E875-4677-85CD-8FABE9CD2B68}" dt="2025-03-04T17:14:51.218" v="3345" actId="478"/>
          <ac:picMkLst>
            <pc:docMk/>
            <pc:sldMk cId="64665770" sldId="9617"/>
            <ac:picMk id="10" creationId="{5039AE7F-6218-8B39-D199-1A9A94E9AA75}"/>
          </ac:picMkLst>
        </pc:picChg>
      </pc:sldChg>
      <pc:sldChg chg="addSp delSp modSp add mod modNotesTx">
        <pc:chgData name="Ngân, Lê Thùy" userId="42bd8b4b-37e6-450a-bb9e-583a013ce67a" providerId="ADAL" clId="{B58BFCED-E875-4677-85CD-8FABE9CD2B68}" dt="2025-03-04T17:19:23.489" v="3424" actId="5793"/>
        <pc:sldMkLst>
          <pc:docMk/>
          <pc:sldMk cId="725357022" sldId="9618"/>
        </pc:sldMkLst>
        <pc:spChg chg="mod">
          <ac:chgData name="Ngân, Lê Thùy" userId="42bd8b4b-37e6-450a-bb9e-583a013ce67a" providerId="ADAL" clId="{B58BFCED-E875-4677-85CD-8FABE9CD2B68}" dt="2025-03-02T15:33:50.330" v="744" actId="20577"/>
          <ac:spMkLst>
            <pc:docMk/>
            <pc:sldMk cId="725357022" sldId="9618"/>
            <ac:spMk id="8" creationId="{4FAA83FF-B4F0-08B5-02C1-5C2A7821CCC3}"/>
          </ac:spMkLst>
        </pc:spChg>
        <pc:picChg chg="add del mod">
          <ac:chgData name="Ngân, Lê Thùy" userId="42bd8b4b-37e6-450a-bb9e-583a013ce67a" providerId="ADAL" clId="{B58BFCED-E875-4677-85CD-8FABE9CD2B68}" dt="2025-03-04T17:18:16.903" v="3393" actId="478"/>
          <ac:picMkLst>
            <pc:docMk/>
            <pc:sldMk cId="725357022" sldId="9618"/>
            <ac:picMk id="3" creationId="{5B10ED82-3C59-872B-BAD3-1DAB679E86AF}"/>
          </ac:picMkLst>
        </pc:picChg>
        <pc:picChg chg="add del mod">
          <ac:chgData name="Ngân, Lê Thùy" userId="42bd8b4b-37e6-450a-bb9e-583a013ce67a" providerId="ADAL" clId="{B58BFCED-E875-4677-85CD-8FABE9CD2B68}" dt="2025-03-04T17:18:33.371" v="3402" actId="478"/>
          <ac:picMkLst>
            <pc:docMk/>
            <pc:sldMk cId="725357022" sldId="9618"/>
            <ac:picMk id="5" creationId="{9FAFBE08-1A0A-ECE7-3BE7-746C6C0F90C9}"/>
          </ac:picMkLst>
        </pc:picChg>
        <pc:picChg chg="add mod">
          <ac:chgData name="Ngân, Lê Thùy" userId="42bd8b4b-37e6-450a-bb9e-583a013ce67a" providerId="ADAL" clId="{B58BFCED-E875-4677-85CD-8FABE9CD2B68}" dt="2025-03-04T17:19:17.268" v="3422" actId="14100"/>
          <ac:picMkLst>
            <pc:docMk/>
            <pc:sldMk cId="725357022" sldId="9618"/>
            <ac:picMk id="6" creationId="{57955268-65B4-7014-5C46-8ED418C396DC}"/>
          </ac:picMkLst>
        </pc:picChg>
        <pc:picChg chg="add mod">
          <ac:chgData name="Ngân, Lê Thùy" userId="42bd8b4b-37e6-450a-bb9e-583a013ce67a" providerId="ADAL" clId="{B58BFCED-E875-4677-85CD-8FABE9CD2B68}" dt="2025-03-04T17:19:14.409" v="3421" actId="1076"/>
          <ac:picMkLst>
            <pc:docMk/>
            <pc:sldMk cId="725357022" sldId="9618"/>
            <ac:picMk id="7" creationId="{5AB3435D-CCC6-BECE-4B75-F60CD17B8855}"/>
          </ac:picMkLst>
        </pc:picChg>
      </pc:sldChg>
      <pc:sldChg chg="addSp delSp modSp add mod">
        <pc:chgData name="Ngân, Lê Thùy" userId="42bd8b4b-37e6-450a-bb9e-583a013ce67a" providerId="ADAL" clId="{B58BFCED-E875-4677-85CD-8FABE9CD2B68}" dt="2025-03-04T17:04:16.534" v="3116" actId="14100"/>
        <pc:sldMkLst>
          <pc:docMk/>
          <pc:sldMk cId="3322285773" sldId="9619"/>
        </pc:sldMkLst>
        <pc:spChg chg="mod">
          <ac:chgData name="Ngân, Lê Thùy" userId="42bd8b4b-37e6-450a-bb9e-583a013ce67a" providerId="ADAL" clId="{B58BFCED-E875-4677-85CD-8FABE9CD2B68}" dt="2025-03-04T16:59:51.201" v="3069" actId="20577"/>
          <ac:spMkLst>
            <pc:docMk/>
            <pc:sldMk cId="3322285773" sldId="9619"/>
            <ac:spMk id="8" creationId="{9EF2240E-5E41-97AE-B4E6-0BA90AFDCB2D}"/>
          </ac:spMkLst>
        </pc:spChg>
        <pc:graphicFrameChg chg="add mod">
          <ac:chgData name="Ngân, Lê Thùy" userId="42bd8b4b-37e6-450a-bb9e-583a013ce67a" providerId="ADAL" clId="{B58BFCED-E875-4677-85CD-8FABE9CD2B68}" dt="2025-03-04T17:00:53.980" v="3070"/>
          <ac:graphicFrameMkLst>
            <pc:docMk/>
            <pc:sldMk cId="3322285773" sldId="9619"/>
            <ac:graphicFrameMk id="5" creationId="{E35FED12-66E2-2596-7CD5-BE27D1837BDB}"/>
          </ac:graphicFrameMkLst>
        </pc:graphicFrameChg>
        <pc:picChg chg="add del mod">
          <ac:chgData name="Ngân, Lê Thùy" userId="42bd8b4b-37e6-450a-bb9e-583a013ce67a" providerId="ADAL" clId="{B58BFCED-E875-4677-85CD-8FABE9CD2B68}" dt="2025-03-04T16:59:46.234" v="3067" actId="478"/>
          <ac:picMkLst>
            <pc:docMk/>
            <pc:sldMk cId="3322285773" sldId="9619"/>
            <ac:picMk id="3" creationId="{131AA60A-6FE7-E677-BCC1-AB86496E6965}"/>
          </ac:picMkLst>
        </pc:picChg>
        <pc:picChg chg="add mod">
          <ac:chgData name="Ngân, Lê Thùy" userId="42bd8b4b-37e6-450a-bb9e-583a013ce67a" providerId="ADAL" clId="{B58BFCED-E875-4677-85CD-8FABE9CD2B68}" dt="2025-03-04T17:04:16.534" v="3116" actId="14100"/>
          <ac:picMkLst>
            <pc:docMk/>
            <pc:sldMk cId="3322285773" sldId="9619"/>
            <ac:picMk id="6" creationId="{1C53FC88-A0A1-2F1B-58FA-954D27B50C8A}"/>
          </ac:picMkLst>
        </pc:picChg>
      </pc:sldChg>
      <pc:sldChg chg="addSp delSp modSp add del mod">
        <pc:chgData name="Ngân, Lê Thùy" userId="42bd8b4b-37e6-450a-bb9e-583a013ce67a" providerId="ADAL" clId="{B58BFCED-E875-4677-85CD-8FABE9CD2B68}" dt="2025-03-04T17:01:07.015" v="3073" actId="47"/>
        <pc:sldMkLst>
          <pc:docMk/>
          <pc:sldMk cId="2228104045" sldId="9620"/>
        </pc:sldMkLst>
      </pc:sldChg>
      <pc:sldChg chg="addSp modSp add del mod">
        <pc:chgData name="Ngân, Lê Thùy" userId="42bd8b4b-37e6-450a-bb9e-583a013ce67a" providerId="ADAL" clId="{B58BFCED-E875-4677-85CD-8FABE9CD2B68}" dt="2025-03-04T17:02:18.436" v="3081" actId="47"/>
        <pc:sldMkLst>
          <pc:docMk/>
          <pc:sldMk cId="3349072446" sldId="9621"/>
        </pc:sldMkLst>
      </pc:sldChg>
      <pc:sldChg chg="addSp delSp modSp add del mod">
        <pc:chgData name="Ngân, Lê Thùy" userId="42bd8b4b-37e6-450a-bb9e-583a013ce67a" providerId="ADAL" clId="{B58BFCED-E875-4677-85CD-8FABE9CD2B68}" dt="2025-03-04T17:09:17.703" v="3182" actId="1076"/>
        <pc:sldMkLst>
          <pc:docMk/>
          <pc:sldMk cId="1165654003" sldId="9622"/>
        </pc:sldMkLst>
        <pc:spChg chg="mod">
          <ac:chgData name="Ngân, Lê Thùy" userId="42bd8b4b-37e6-450a-bb9e-583a013ce67a" providerId="ADAL" clId="{B58BFCED-E875-4677-85CD-8FABE9CD2B68}" dt="2025-03-04T17:08:34.356" v="3168" actId="20577"/>
          <ac:spMkLst>
            <pc:docMk/>
            <pc:sldMk cId="1165654003" sldId="9622"/>
            <ac:spMk id="8" creationId="{E5DF50E4-2D14-EDCE-C095-1591BF6EECDC}"/>
          </ac:spMkLst>
        </pc:spChg>
        <pc:picChg chg="add mod">
          <ac:chgData name="Ngân, Lê Thùy" userId="42bd8b4b-37e6-450a-bb9e-583a013ce67a" providerId="ADAL" clId="{B58BFCED-E875-4677-85CD-8FABE9CD2B68}" dt="2025-03-04T17:09:16.742" v="3181" actId="1076"/>
          <ac:picMkLst>
            <pc:docMk/>
            <pc:sldMk cId="1165654003" sldId="9622"/>
            <ac:picMk id="3" creationId="{BC0E0CFC-532E-FE65-1480-308383910C1E}"/>
          </ac:picMkLst>
        </pc:picChg>
        <pc:picChg chg="del mod">
          <ac:chgData name="Ngân, Lê Thùy" userId="42bd8b4b-37e6-450a-bb9e-583a013ce67a" providerId="ADAL" clId="{B58BFCED-E875-4677-85CD-8FABE9CD2B68}" dt="2025-03-04T17:07:59.918" v="3160" actId="478"/>
          <ac:picMkLst>
            <pc:docMk/>
            <pc:sldMk cId="1165654003" sldId="9622"/>
            <ac:picMk id="5" creationId="{3FE8201E-8EE4-45F1-9835-FFB63727E66A}"/>
          </ac:picMkLst>
        </pc:picChg>
        <pc:picChg chg="add del">
          <ac:chgData name="Ngân, Lê Thùy" userId="42bd8b4b-37e6-450a-bb9e-583a013ce67a" providerId="ADAL" clId="{B58BFCED-E875-4677-85CD-8FABE9CD2B68}" dt="2025-03-04T17:08:59.822" v="3172" actId="478"/>
          <ac:picMkLst>
            <pc:docMk/>
            <pc:sldMk cId="1165654003" sldId="9622"/>
            <ac:picMk id="6" creationId="{CA27FB0E-135F-CDFC-1E6E-879C03F4ED23}"/>
          </ac:picMkLst>
        </pc:picChg>
        <pc:picChg chg="del mod">
          <ac:chgData name="Ngân, Lê Thùy" userId="42bd8b4b-37e6-450a-bb9e-583a013ce67a" providerId="ADAL" clId="{B58BFCED-E875-4677-85CD-8FABE9CD2B68}" dt="2025-03-04T17:08:01.624" v="3161" actId="478"/>
          <ac:picMkLst>
            <pc:docMk/>
            <pc:sldMk cId="1165654003" sldId="9622"/>
            <ac:picMk id="7" creationId="{DCEDE65E-897C-B30D-7621-08F5B926C446}"/>
          </ac:picMkLst>
        </pc:picChg>
        <pc:picChg chg="add mod">
          <ac:chgData name="Ngân, Lê Thùy" userId="42bd8b4b-37e6-450a-bb9e-583a013ce67a" providerId="ADAL" clId="{B58BFCED-E875-4677-85CD-8FABE9CD2B68}" dt="2025-03-04T17:09:17.703" v="3182" actId="1076"/>
          <ac:picMkLst>
            <pc:docMk/>
            <pc:sldMk cId="1165654003" sldId="9622"/>
            <ac:picMk id="9" creationId="{48CEABF5-ACD8-5887-1C5E-986EFF24F643}"/>
          </ac:picMkLst>
        </pc:picChg>
      </pc:sldChg>
      <pc:sldChg chg="modSp add del mod">
        <pc:chgData name="Ngân, Lê Thùy" userId="42bd8b4b-37e6-450a-bb9e-583a013ce67a" providerId="ADAL" clId="{B58BFCED-E875-4677-85CD-8FABE9CD2B68}" dt="2025-03-03T10:26:44.077" v="2372" actId="47"/>
        <pc:sldMkLst>
          <pc:docMk/>
          <pc:sldMk cId="2181317438" sldId="9623"/>
        </pc:sldMkLst>
      </pc:sldChg>
      <pc:sldChg chg="delSp modSp add del mod">
        <pc:chgData name="Ngân, Lê Thùy" userId="42bd8b4b-37e6-450a-bb9e-583a013ce67a" providerId="ADAL" clId="{B58BFCED-E875-4677-85CD-8FABE9CD2B68}" dt="2025-03-03T10:28:11.669" v="2414" actId="47"/>
        <pc:sldMkLst>
          <pc:docMk/>
          <pc:sldMk cId="3523297255" sldId="9624"/>
        </pc:sldMkLst>
      </pc:sldChg>
      <pc:sldChg chg="addSp delSp modSp add mod modNotesTx">
        <pc:chgData name="Ngân, Lê Thùy" userId="42bd8b4b-37e6-450a-bb9e-583a013ce67a" providerId="ADAL" clId="{B58BFCED-E875-4677-85CD-8FABE9CD2B68}" dt="2025-03-04T17:11:51.615" v="3257" actId="478"/>
        <pc:sldMkLst>
          <pc:docMk/>
          <pc:sldMk cId="1343322063" sldId="9625"/>
        </pc:sldMkLst>
        <pc:spChg chg="mod">
          <ac:chgData name="Ngân, Lê Thùy" userId="42bd8b4b-37e6-450a-bb9e-583a013ce67a" providerId="ADAL" clId="{B58BFCED-E875-4677-85CD-8FABE9CD2B68}" dt="2025-03-04T17:11:47.765" v="3255" actId="20577"/>
          <ac:spMkLst>
            <pc:docMk/>
            <pc:sldMk cId="1343322063" sldId="9625"/>
            <ac:spMk id="8" creationId="{2AA96B23-F65B-8E85-11C3-44E55AE93CD1}"/>
          </ac:spMkLst>
        </pc:spChg>
        <pc:picChg chg="del">
          <ac:chgData name="Ngân, Lê Thùy" userId="42bd8b4b-37e6-450a-bb9e-583a013ce67a" providerId="ADAL" clId="{B58BFCED-E875-4677-85CD-8FABE9CD2B68}" dt="2025-03-04T17:11:51.615" v="3257" actId="478"/>
          <ac:picMkLst>
            <pc:docMk/>
            <pc:sldMk cId="1343322063" sldId="9625"/>
            <ac:picMk id="7" creationId="{333FA595-F4C1-BA6A-91A7-72E226BD4ABB}"/>
          </ac:picMkLst>
        </pc:picChg>
        <pc:picChg chg="del">
          <ac:chgData name="Ngân, Lê Thùy" userId="42bd8b4b-37e6-450a-bb9e-583a013ce67a" providerId="ADAL" clId="{B58BFCED-E875-4677-85CD-8FABE9CD2B68}" dt="2025-03-04T17:11:50.093" v="3256" actId="478"/>
          <ac:picMkLst>
            <pc:docMk/>
            <pc:sldMk cId="1343322063" sldId="9625"/>
            <ac:picMk id="10" creationId="{83F5B9A2-94AB-5E2B-CCAD-C1F03613FD6B}"/>
          </ac:picMkLst>
        </pc:picChg>
      </pc:sldChg>
      <pc:sldChg chg="addSp delSp modSp add mod">
        <pc:chgData name="Ngân, Lê Thùy" userId="42bd8b4b-37e6-450a-bb9e-583a013ce67a" providerId="ADAL" clId="{B58BFCED-E875-4677-85CD-8FABE9CD2B68}" dt="2025-03-04T17:04:22.532" v="3118" actId="14100"/>
        <pc:sldMkLst>
          <pc:docMk/>
          <pc:sldMk cId="4075946418" sldId="9626"/>
        </pc:sldMkLst>
        <pc:picChg chg="add mod">
          <ac:chgData name="Ngân, Lê Thùy" userId="42bd8b4b-37e6-450a-bb9e-583a013ce67a" providerId="ADAL" clId="{B58BFCED-E875-4677-85CD-8FABE9CD2B68}" dt="2025-03-04T17:04:22.532" v="3118" actId="14100"/>
          <ac:picMkLst>
            <pc:docMk/>
            <pc:sldMk cId="4075946418" sldId="9626"/>
            <ac:picMk id="3" creationId="{2BBCA8F9-68B0-D77F-0FCB-D594B6BB021D}"/>
          </ac:picMkLst>
        </pc:picChg>
        <pc:picChg chg="del">
          <ac:chgData name="Ngân, Lê Thùy" userId="42bd8b4b-37e6-450a-bb9e-583a013ce67a" providerId="ADAL" clId="{B58BFCED-E875-4677-85CD-8FABE9CD2B68}" dt="2025-03-04T17:01:22.052" v="3074" actId="478"/>
          <ac:picMkLst>
            <pc:docMk/>
            <pc:sldMk cId="4075946418" sldId="9626"/>
            <ac:picMk id="6" creationId="{324D3E63-16CF-E46E-F1B1-F76FF6B73023}"/>
          </ac:picMkLst>
        </pc:picChg>
      </pc:sldChg>
    </pc:docChg>
  </pc:docChgLst>
  <pc:docChgLst>
    <pc:chgData name="Bằng, Nguyễn Nhật" userId="S::nguyennhatbang@duytanrecycling.com::6e69d4f2-95b7-4a6d-a1af-85328dc74ac8" providerId="AD" clId="Web-{0C241C0B-03D8-4558-5A66-CE2EF39E320A}"/>
    <pc:docChg chg="modSld">
      <pc:chgData name="Bằng, Nguyễn Nhật" userId="S::nguyennhatbang@duytanrecycling.com::6e69d4f2-95b7-4a6d-a1af-85328dc74ac8" providerId="AD" clId="Web-{0C241C0B-03D8-4558-5A66-CE2EF39E320A}" dt="2024-12-18T02:45:41.380" v="0" actId="1076"/>
      <pc:docMkLst>
        <pc:docMk/>
      </pc:docMkLst>
      <pc:sldChg chg="modSp">
        <pc:chgData name="Bằng, Nguyễn Nhật" userId="S::nguyennhatbang@duytanrecycling.com::6e69d4f2-95b7-4a6d-a1af-85328dc74ac8" providerId="AD" clId="Web-{0C241C0B-03D8-4558-5A66-CE2EF39E320A}" dt="2024-12-18T02:45:41.380" v="0" actId="1076"/>
        <pc:sldMkLst>
          <pc:docMk/>
          <pc:sldMk cId="4148884041" sldId="9559"/>
        </pc:sldMkLst>
      </pc:sldChg>
    </pc:docChg>
  </pc:docChgLst>
  <pc:docChgLst>
    <pc:chgData name="Hân, Nguyễn Hồng" userId="5a451838-8dad-4932-9f1e-efcd0734835e" providerId="ADAL" clId="{984F3020-09BA-4C33-91E2-7B740500CBFF}"/>
    <pc:docChg chg="custSel modSld modMainMaster">
      <pc:chgData name="Hân, Nguyễn Hồng" userId="5a451838-8dad-4932-9f1e-efcd0734835e" providerId="ADAL" clId="{984F3020-09BA-4C33-91E2-7B740500CBFF}" dt="2024-12-18T03:51:12.058" v="131" actId="1076"/>
      <pc:docMkLst>
        <pc:docMk/>
      </pc:docMkLst>
      <pc:sldChg chg="addSp delSp modSp mod">
        <pc:chgData name="Hân, Nguyễn Hồng" userId="5a451838-8dad-4932-9f1e-efcd0734835e" providerId="ADAL" clId="{984F3020-09BA-4C33-91E2-7B740500CBFF}" dt="2024-12-18T03:51:12.058" v="131" actId="1076"/>
        <pc:sldMkLst>
          <pc:docMk/>
          <pc:sldMk cId="4148884041" sldId="9559"/>
        </pc:sldMkLst>
        <pc:spChg chg="mod">
          <ac:chgData name="Hân, Nguyễn Hồng" userId="5a451838-8dad-4932-9f1e-efcd0734835e" providerId="ADAL" clId="{984F3020-09BA-4C33-91E2-7B740500CBFF}" dt="2024-12-18T02:02:23.058" v="11" actId="1076"/>
          <ac:spMkLst>
            <pc:docMk/>
            <pc:sldMk cId="4148884041" sldId="9559"/>
            <ac:spMk id="8" creationId="{36CDCC27-39AF-AA0B-CAFD-60EC01B561E0}"/>
          </ac:spMkLst>
        </pc:spChg>
      </pc:sldChg>
      <pc:sldChg chg="modSp mod">
        <pc:chgData name="Hân, Nguyễn Hồng" userId="5a451838-8dad-4932-9f1e-efcd0734835e" providerId="ADAL" clId="{984F3020-09BA-4C33-91E2-7B740500CBFF}" dt="2024-12-18T02:08:07.966" v="54" actId="1076"/>
        <pc:sldMkLst>
          <pc:docMk/>
          <pc:sldMk cId="1460673647" sldId="9585"/>
        </pc:sldMkLst>
        <pc:spChg chg="mod">
          <ac:chgData name="Hân, Nguyễn Hồng" userId="5a451838-8dad-4932-9f1e-efcd0734835e" providerId="ADAL" clId="{984F3020-09BA-4C33-91E2-7B740500CBFF}" dt="2024-12-18T02:08:07.966" v="54" actId="1076"/>
          <ac:spMkLst>
            <pc:docMk/>
            <pc:sldMk cId="1460673647" sldId="9585"/>
            <ac:spMk id="3" creationId="{6EEB9485-FEE7-46C1-C802-61D95DAE217F}"/>
          </ac:spMkLst>
        </pc:spChg>
      </pc:sldChg>
      <pc:sldChg chg="delSp modSp mod">
        <pc:chgData name="Hân, Nguyễn Hồng" userId="5a451838-8dad-4932-9f1e-efcd0734835e" providerId="ADAL" clId="{984F3020-09BA-4C33-91E2-7B740500CBFF}" dt="2024-12-18T02:08:02.517" v="53" actId="1076"/>
        <pc:sldMkLst>
          <pc:docMk/>
          <pc:sldMk cId="4265039192" sldId="9592"/>
        </pc:sldMkLst>
      </pc:sldChg>
      <pc:sldChg chg="addSp delSp modSp mod">
        <pc:chgData name="Hân, Nguyễn Hồng" userId="5a451838-8dad-4932-9f1e-efcd0734835e" providerId="ADAL" clId="{984F3020-09BA-4C33-91E2-7B740500CBFF}" dt="2024-12-18T02:17:19.418" v="111" actId="1037"/>
        <pc:sldMkLst>
          <pc:docMk/>
          <pc:sldMk cId="1871901880" sldId="9600"/>
        </pc:sldMkLst>
      </pc:sldChg>
      <pc:sldChg chg="addSp delSp modSp mod">
        <pc:chgData name="Hân, Nguyễn Hồng" userId="5a451838-8dad-4932-9f1e-efcd0734835e" providerId="ADAL" clId="{984F3020-09BA-4C33-91E2-7B740500CBFF}" dt="2024-12-18T02:44:18.334" v="125" actId="14100"/>
        <pc:sldMkLst>
          <pc:docMk/>
          <pc:sldMk cId="2219252605" sldId="9602"/>
        </pc:sldMkLst>
      </pc:sldChg>
      <pc:sldChg chg="addSp delSp modSp mod">
        <pc:chgData name="Hân, Nguyễn Hồng" userId="5a451838-8dad-4932-9f1e-efcd0734835e" providerId="ADAL" clId="{984F3020-09BA-4C33-91E2-7B740500CBFF}" dt="2024-12-18T02:07:52.118" v="50" actId="14100"/>
        <pc:sldMkLst>
          <pc:docMk/>
          <pc:sldMk cId="565473934" sldId="9604"/>
        </pc:sldMkLst>
      </pc:sldChg>
      <pc:sldChg chg="modSp mod">
        <pc:chgData name="Hân, Nguyễn Hồng" userId="5a451838-8dad-4932-9f1e-efcd0734835e" providerId="ADAL" clId="{984F3020-09BA-4C33-91E2-7B740500CBFF}" dt="2024-12-18T02:08:12.044" v="55" actId="1076"/>
        <pc:sldMkLst>
          <pc:docMk/>
          <pc:sldMk cId="3475133407" sldId="9605"/>
        </pc:sldMkLst>
      </pc:sldChg>
      <pc:sldChg chg="addSp delSp modSp mod">
        <pc:chgData name="Hân, Nguyễn Hồng" userId="5a451838-8dad-4932-9f1e-efcd0734835e" providerId="ADAL" clId="{984F3020-09BA-4C33-91E2-7B740500CBFF}" dt="2024-12-18T02:09:05.106" v="100" actId="1037"/>
        <pc:sldMkLst>
          <pc:docMk/>
          <pc:sldMk cId="1949340579" sldId="9606"/>
        </pc:sldMkLst>
        <pc:spChg chg="mod">
          <ac:chgData name="Hân, Nguyễn Hồng" userId="5a451838-8dad-4932-9f1e-efcd0734835e" providerId="ADAL" clId="{984F3020-09BA-4C33-91E2-7B740500CBFF}" dt="2024-12-18T02:08:37.057" v="89" actId="20577"/>
          <ac:spMkLst>
            <pc:docMk/>
            <pc:sldMk cId="1949340579" sldId="9606"/>
            <ac:spMk id="19" creationId="{F8D26910-8319-D345-33CB-67F0270490DE}"/>
          </ac:spMkLst>
        </pc:spChg>
        <pc:picChg chg="add mod">
          <ac:chgData name="Hân, Nguyễn Hồng" userId="5a451838-8dad-4932-9f1e-efcd0734835e" providerId="ADAL" clId="{984F3020-09BA-4C33-91E2-7B740500CBFF}" dt="2024-12-18T02:09:05.106" v="100" actId="1037"/>
          <ac:picMkLst>
            <pc:docMk/>
            <pc:sldMk cId="1949340579" sldId="9606"/>
            <ac:picMk id="4" creationId="{A8A50525-A251-FDC4-9EB3-E1295D8D05E3}"/>
          </ac:picMkLst>
        </pc:picChg>
      </pc:sldChg>
      <pc:sldMasterChg chg="addSp delSp modSp mod">
        <pc:chgData name="Hân, Nguyễn Hồng" userId="5a451838-8dad-4932-9f1e-efcd0734835e" providerId="ADAL" clId="{984F3020-09BA-4C33-91E2-7B740500CBFF}" dt="2024-12-18T02:02:01.128" v="6" actId="1076"/>
        <pc:sldMasterMkLst>
          <pc:docMk/>
          <pc:sldMasterMk cId="0" sldId="2147483687"/>
        </pc:sldMasterMkLst>
        <pc:picChg chg="add mod">
          <ac:chgData name="Hân, Nguyễn Hồng" userId="5a451838-8dad-4932-9f1e-efcd0734835e" providerId="ADAL" clId="{984F3020-09BA-4C33-91E2-7B740500CBFF}" dt="2024-12-18T02:02:01.128" v="6" actId="1076"/>
          <ac:picMkLst>
            <pc:docMk/>
            <pc:sldMasterMk cId="0" sldId="2147483687"/>
            <ac:picMk id="5" creationId="{80820CFE-EEF8-704F-6365-AFD1A034B571}"/>
          </ac:picMkLst>
        </pc:picChg>
      </pc:sldMasterChg>
    </pc:docChg>
  </pc:docChgLst>
  <pc:docChgLst>
    <pc:chgData name="Hoàng, Phạm Đình" userId="9751e56f-facf-48fb-a28f-7199feb47b66" providerId="ADAL" clId="{4576121F-B007-425B-8F07-7F2DC00E479F}"/>
    <pc:docChg chg="undo custSel addSld delSld modSld sldOrd modMainMaster modSection">
      <pc:chgData name="Hoàng, Phạm Đình" userId="9751e56f-facf-48fb-a28f-7199feb47b66" providerId="ADAL" clId="{4576121F-B007-425B-8F07-7F2DC00E479F}" dt="2025-03-05T11:52:02.970" v="2153"/>
      <pc:docMkLst>
        <pc:docMk/>
      </pc:docMkLst>
      <pc:sldChg chg="addSp delSp modSp mod">
        <pc:chgData name="Hoàng, Phạm Đình" userId="9751e56f-facf-48fb-a28f-7199feb47b66" providerId="ADAL" clId="{4576121F-B007-425B-8F07-7F2DC00E479F}" dt="2025-03-05T10:23:56.231" v="642"/>
        <pc:sldMkLst>
          <pc:docMk/>
          <pc:sldMk cId="0" sldId="260"/>
        </pc:sldMkLst>
        <pc:picChg chg="del">
          <ac:chgData name="Hoàng, Phạm Đình" userId="9751e56f-facf-48fb-a28f-7199feb47b66" providerId="ADAL" clId="{4576121F-B007-425B-8F07-7F2DC00E479F}" dt="2025-03-05T10:22:13.855" v="601" actId="478"/>
          <ac:picMkLst>
            <pc:docMk/>
            <pc:sldMk cId="0" sldId="260"/>
            <ac:picMk id="3" creationId="{6C83D864-D50C-FD4D-ACBE-7BB75CFD9CA7}"/>
          </ac:picMkLst>
        </pc:picChg>
        <pc:picChg chg="add mod">
          <ac:chgData name="Hoàng, Phạm Đình" userId="9751e56f-facf-48fb-a28f-7199feb47b66" providerId="ADAL" clId="{4576121F-B007-425B-8F07-7F2DC00E479F}" dt="2025-03-05T10:22:08.012" v="600"/>
          <ac:picMkLst>
            <pc:docMk/>
            <pc:sldMk cId="0" sldId="260"/>
            <ac:picMk id="4" creationId="{8A5659F1-1DC9-6E42-D4B3-D09EFD633143}"/>
          </ac:picMkLst>
        </pc:picChg>
        <pc:picChg chg="add mod">
          <ac:chgData name="Hoàng, Phạm Đình" userId="9751e56f-facf-48fb-a28f-7199feb47b66" providerId="ADAL" clId="{4576121F-B007-425B-8F07-7F2DC00E479F}" dt="2025-03-05T10:23:56.231" v="642"/>
          <ac:picMkLst>
            <pc:docMk/>
            <pc:sldMk cId="0" sldId="260"/>
            <ac:picMk id="5" creationId="{D925392E-441C-0F42-25EB-AA1BDAF1F6A7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48:30.563" v="1203" actId="1035"/>
        <pc:sldMkLst>
          <pc:docMk/>
          <pc:sldMk cId="1250907711" sldId="9467"/>
        </pc:sldMkLst>
        <pc:spChg chg="mod">
          <ac:chgData name="Hoàng, Phạm Đình" userId="9751e56f-facf-48fb-a28f-7199feb47b66" providerId="ADAL" clId="{4576121F-B007-425B-8F07-7F2DC00E479F}" dt="2025-03-05T10:48:30.563" v="1203" actId="1035"/>
          <ac:spMkLst>
            <pc:docMk/>
            <pc:sldMk cId="1250907711" sldId="9467"/>
            <ac:spMk id="15" creationId="{D4C3AE54-165E-71FE-EC71-DBCD83000F19}"/>
          </ac:spMkLst>
        </pc:spChg>
        <pc:picChg chg="del">
          <ac:chgData name="Hoàng, Phạm Đình" userId="9751e56f-facf-48fb-a28f-7199feb47b66" providerId="ADAL" clId="{4576121F-B007-425B-8F07-7F2DC00E479F}" dt="2025-03-05T10:16:22.649" v="531" actId="478"/>
          <ac:picMkLst>
            <pc:docMk/>
            <pc:sldMk cId="1250907711" sldId="9467"/>
            <ac:picMk id="2" creationId="{AD012F32-355B-5E5D-A2FC-48FD50CE5CC2}"/>
          </ac:picMkLst>
        </pc:picChg>
        <pc:picChg chg="del mod">
          <ac:chgData name="Hoàng, Phạm Đình" userId="9751e56f-facf-48fb-a28f-7199feb47b66" providerId="ADAL" clId="{4576121F-B007-425B-8F07-7F2DC00E479F}" dt="2025-03-05T10:16:20.603" v="529" actId="478"/>
          <ac:picMkLst>
            <pc:docMk/>
            <pc:sldMk cId="1250907711" sldId="9467"/>
            <ac:picMk id="3" creationId="{0991BC02-6C9A-721E-5C29-1176D7424706}"/>
          </ac:picMkLst>
        </pc:picChg>
        <pc:picChg chg="del mod">
          <ac:chgData name="Hoàng, Phạm Đình" userId="9751e56f-facf-48fb-a28f-7199feb47b66" providerId="ADAL" clId="{4576121F-B007-425B-8F07-7F2DC00E479F}" dt="2025-03-05T10:16:21.591" v="530" actId="478"/>
          <ac:picMkLst>
            <pc:docMk/>
            <pc:sldMk cId="1250907711" sldId="9467"/>
            <ac:picMk id="4" creationId="{6EA4FDCD-D858-268E-FCD9-429C1C5C9465}"/>
          </ac:picMkLst>
        </pc:picChg>
        <pc:picChg chg="add mod">
          <ac:chgData name="Hoàng, Phạm Đình" userId="9751e56f-facf-48fb-a28f-7199feb47b66" providerId="ADAL" clId="{4576121F-B007-425B-8F07-7F2DC00E479F}" dt="2025-03-05T10:23:13.802" v="623" actId="1037"/>
          <ac:picMkLst>
            <pc:docMk/>
            <pc:sldMk cId="1250907711" sldId="9467"/>
            <ac:picMk id="5" creationId="{544E0C39-DC47-DD2A-E004-77A12116BA4B}"/>
          </ac:picMkLst>
        </pc:picChg>
        <pc:picChg chg="add mod">
          <ac:chgData name="Hoàng, Phạm Đình" userId="9751e56f-facf-48fb-a28f-7199feb47b66" providerId="ADAL" clId="{4576121F-B007-425B-8F07-7F2DC00E479F}" dt="2025-03-05T10:23:06.225" v="617" actId="1036"/>
          <ac:picMkLst>
            <pc:docMk/>
            <pc:sldMk cId="1250907711" sldId="9467"/>
            <ac:picMk id="6" creationId="{E54CF92D-8786-D3DB-930F-3992DD46221C}"/>
          </ac:picMkLst>
        </pc:picChg>
      </pc:sldChg>
      <pc:sldChg chg="add del">
        <pc:chgData name="Hoàng, Phạm Đình" userId="9751e56f-facf-48fb-a28f-7199feb47b66" providerId="ADAL" clId="{4576121F-B007-425B-8F07-7F2DC00E479F}" dt="2025-03-05T09:58:47.862" v="6" actId="47"/>
        <pc:sldMkLst>
          <pc:docMk/>
          <pc:sldMk cId="2373872237" sldId="9497"/>
        </pc:sldMkLst>
      </pc:sldChg>
      <pc:sldChg chg="addSp delSp modSp mod">
        <pc:chgData name="Hoàng, Phạm Đình" userId="9751e56f-facf-48fb-a28f-7199feb47b66" providerId="ADAL" clId="{4576121F-B007-425B-8F07-7F2DC00E479F}" dt="2025-03-05T10:52:09.171" v="1432" actId="122"/>
        <pc:sldMkLst>
          <pc:docMk/>
          <pc:sldMk cId="1618145755" sldId="9549"/>
        </pc:sldMkLst>
        <pc:spChg chg="mod">
          <ac:chgData name="Hoàng, Phạm Đình" userId="9751e56f-facf-48fb-a28f-7199feb47b66" providerId="ADAL" clId="{4576121F-B007-425B-8F07-7F2DC00E479F}" dt="2025-03-05T10:52:09.171" v="1432" actId="122"/>
          <ac:spMkLst>
            <pc:docMk/>
            <pc:sldMk cId="1618145755" sldId="9549"/>
            <ac:spMk id="9" creationId="{D6567311-ECFF-0145-75D4-CA4CE6D92597}"/>
          </ac:spMkLst>
        </pc:spChg>
        <pc:picChg chg="add mod">
          <ac:chgData name="Hoàng, Phạm Đình" userId="9751e56f-facf-48fb-a28f-7199feb47b66" providerId="ADAL" clId="{4576121F-B007-425B-8F07-7F2DC00E479F}" dt="2025-03-05T10:21:34.049" v="585"/>
          <ac:picMkLst>
            <pc:docMk/>
            <pc:sldMk cId="1618145755" sldId="9549"/>
            <ac:picMk id="2" creationId="{6BCFA4C0-5A4D-6A5F-C6DD-1E91348EF956}"/>
          </ac:picMkLst>
        </pc:picChg>
        <pc:picChg chg="add mod">
          <ac:chgData name="Hoàng, Phạm Đình" userId="9751e56f-facf-48fb-a28f-7199feb47b66" providerId="ADAL" clId="{4576121F-B007-425B-8F07-7F2DC00E479F}" dt="2025-03-05T10:23:30.092" v="628"/>
          <ac:picMkLst>
            <pc:docMk/>
            <pc:sldMk cId="1618145755" sldId="9549"/>
            <ac:picMk id="3" creationId="{957DCE24-8853-D42C-003E-689A5C765329}"/>
          </ac:picMkLst>
        </pc:picChg>
        <pc:picChg chg="del">
          <ac:chgData name="Hoàng, Phạm Đình" userId="9751e56f-facf-48fb-a28f-7199feb47b66" providerId="ADAL" clId="{4576121F-B007-425B-8F07-7F2DC00E479F}" dt="2025-03-05T10:16:47.271" v="538" actId="478"/>
          <ac:picMkLst>
            <pc:docMk/>
            <pc:sldMk cId="1618145755" sldId="9549"/>
            <ac:picMk id="4" creationId="{2B172A99-7A07-CA6D-98EB-288F68DE0AE3}"/>
          </ac:picMkLst>
        </pc:picChg>
        <pc:picChg chg="del">
          <ac:chgData name="Hoàng, Phạm Đình" userId="9751e56f-facf-48fb-a28f-7199feb47b66" providerId="ADAL" clId="{4576121F-B007-425B-8F07-7F2DC00E479F}" dt="2025-03-05T10:16:48.113" v="539" actId="478"/>
          <ac:picMkLst>
            <pc:docMk/>
            <pc:sldMk cId="1618145755" sldId="9549"/>
            <ac:picMk id="6" creationId="{F4B9490C-A9CE-183E-C410-D3D82F303C6B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52:15.838" v="1434" actId="122"/>
        <pc:sldMkLst>
          <pc:docMk/>
          <pc:sldMk cId="4148884041" sldId="9559"/>
        </pc:sldMkLst>
        <pc:spChg chg="mod">
          <ac:chgData name="Hoàng, Phạm Đình" userId="9751e56f-facf-48fb-a28f-7199feb47b66" providerId="ADAL" clId="{4576121F-B007-425B-8F07-7F2DC00E479F}" dt="2025-03-05T10:52:15.838" v="1434" actId="122"/>
          <ac:spMkLst>
            <pc:docMk/>
            <pc:sldMk cId="4148884041" sldId="9559"/>
            <ac:spMk id="8" creationId="{36CDCC27-39AF-AA0B-CAFD-60EC01B561E0}"/>
          </ac:spMkLst>
        </pc:spChg>
        <pc:picChg chg="del">
          <ac:chgData name="Hoàng, Phạm Đình" userId="9751e56f-facf-48fb-a28f-7199feb47b66" providerId="ADAL" clId="{4576121F-B007-425B-8F07-7F2DC00E479F}" dt="2025-03-05T10:16:51.817" v="540" actId="478"/>
          <ac:picMkLst>
            <pc:docMk/>
            <pc:sldMk cId="4148884041" sldId="9559"/>
            <ac:picMk id="2" creationId="{EB835863-A1C8-D0EA-96DD-051590CBC8E9}"/>
          </ac:picMkLst>
        </pc:picChg>
        <pc:picChg chg="mod">
          <ac:chgData name="Hoàng, Phạm Đình" userId="9751e56f-facf-48fb-a28f-7199feb47b66" providerId="ADAL" clId="{4576121F-B007-425B-8F07-7F2DC00E479F}" dt="2025-03-05T10:37:23.359" v="1007" actId="1036"/>
          <ac:picMkLst>
            <pc:docMk/>
            <pc:sldMk cId="4148884041" sldId="9559"/>
            <ac:picMk id="3" creationId="{A7408AD1-4C6A-FDA6-64C5-D508D2499776}"/>
          </ac:picMkLst>
        </pc:picChg>
        <pc:picChg chg="del">
          <ac:chgData name="Hoàng, Phạm Đình" userId="9751e56f-facf-48fb-a28f-7199feb47b66" providerId="ADAL" clId="{4576121F-B007-425B-8F07-7F2DC00E479F}" dt="2025-03-05T10:16:52.709" v="541" actId="478"/>
          <ac:picMkLst>
            <pc:docMk/>
            <pc:sldMk cId="4148884041" sldId="9559"/>
            <ac:picMk id="4" creationId="{698B050E-CB1C-6229-E765-179ED5B6F8BE}"/>
          </ac:picMkLst>
        </pc:picChg>
        <pc:picChg chg="mod">
          <ac:chgData name="Hoàng, Phạm Đình" userId="9751e56f-facf-48fb-a28f-7199feb47b66" providerId="ADAL" clId="{4576121F-B007-425B-8F07-7F2DC00E479F}" dt="2025-03-05T10:37:22.769" v="1005" actId="1036"/>
          <ac:picMkLst>
            <pc:docMk/>
            <pc:sldMk cId="4148884041" sldId="9559"/>
            <ac:picMk id="5" creationId="{2A6D3A5C-F25D-1075-5861-466FD71244CC}"/>
          </ac:picMkLst>
        </pc:picChg>
        <pc:picChg chg="add mod">
          <ac:chgData name="Hoàng, Phạm Đình" userId="9751e56f-facf-48fb-a28f-7199feb47b66" providerId="ADAL" clId="{4576121F-B007-425B-8F07-7F2DC00E479F}" dt="2025-03-05T10:21:39.402" v="586"/>
          <ac:picMkLst>
            <pc:docMk/>
            <pc:sldMk cId="4148884041" sldId="9559"/>
            <ac:picMk id="6" creationId="{C1B9234C-AC67-D4AE-B814-FD491092FC83}"/>
          </ac:picMkLst>
        </pc:picChg>
        <pc:picChg chg="add mod">
          <ac:chgData name="Hoàng, Phạm Đình" userId="9751e56f-facf-48fb-a28f-7199feb47b66" providerId="ADAL" clId="{4576121F-B007-425B-8F07-7F2DC00E479F}" dt="2025-03-05T10:23:32.067" v="629"/>
          <ac:picMkLst>
            <pc:docMk/>
            <pc:sldMk cId="4148884041" sldId="9559"/>
            <ac:picMk id="7" creationId="{ADE9D4A9-E0E4-D999-CB5E-56A6C7251C14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56:23.470" v="1474" actId="1036"/>
        <pc:sldMkLst>
          <pc:docMk/>
          <pc:sldMk cId="1460673647" sldId="9585"/>
        </pc:sldMkLst>
        <pc:spChg chg="mod">
          <ac:chgData name="Hoàng, Phạm Đình" userId="9751e56f-facf-48fb-a28f-7199feb47b66" providerId="ADAL" clId="{4576121F-B007-425B-8F07-7F2DC00E479F}" dt="2025-03-05T10:56:23.470" v="1474" actId="1036"/>
          <ac:spMkLst>
            <pc:docMk/>
            <pc:sldMk cId="1460673647" sldId="9585"/>
            <ac:spMk id="3" creationId="{6EEB9485-FEE7-46C1-C802-61D95DAE217F}"/>
          </ac:spMkLst>
        </pc:spChg>
        <pc:graphicFrameChg chg="add mod modGraphic">
          <ac:chgData name="Hoàng, Phạm Đình" userId="9751e56f-facf-48fb-a28f-7199feb47b66" providerId="ADAL" clId="{4576121F-B007-425B-8F07-7F2DC00E479F}" dt="2025-03-05T10:51:03.348" v="1399" actId="113"/>
          <ac:graphicFrameMkLst>
            <pc:docMk/>
            <pc:sldMk cId="1460673647" sldId="9585"/>
            <ac:graphicFrameMk id="8" creationId="{16B1398E-D82C-5AD0-FDCC-2AF815AEB43E}"/>
          </ac:graphicFrameMkLst>
        </pc:graphicFrameChg>
        <pc:picChg chg="del mod">
          <ac:chgData name="Hoàng, Phạm Đình" userId="9751e56f-facf-48fb-a28f-7199feb47b66" providerId="ADAL" clId="{4576121F-B007-425B-8F07-7F2DC00E479F}" dt="2025-03-05T10:39:04.586" v="1068" actId="478"/>
          <ac:picMkLst>
            <pc:docMk/>
            <pc:sldMk cId="1460673647" sldId="9585"/>
            <ac:picMk id="2" creationId="{DCBB8BC8-18D1-AE1C-4366-A5F6DE89E634}"/>
          </ac:picMkLst>
        </pc:picChg>
        <pc:picChg chg="del">
          <ac:chgData name="Hoàng, Phạm Đình" userId="9751e56f-facf-48fb-a28f-7199feb47b66" providerId="ADAL" clId="{4576121F-B007-425B-8F07-7F2DC00E479F}" dt="2025-03-05T10:17:28.520" v="558" actId="478"/>
          <ac:picMkLst>
            <pc:docMk/>
            <pc:sldMk cId="1460673647" sldId="9585"/>
            <ac:picMk id="4" creationId="{0692B149-79DE-FAE0-6420-EFEEA4096F09}"/>
          </ac:picMkLst>
        </pc:picChg>
        <pc:picChg chg="del mod">
          <ac:chgData name="Hoàng, Phạm Đình" userId="9751e56f-facf-48fb-a28f-7199feb47b66" providerId="ADAL" clId="{4576121F-B007-425B-8F07-7F2DC00E479F}" dt="2025-03-05T10:17:29.315" v="560" actId="478"/>
          <ac:picMkLst>
            <pc:docMk/>
            <pc:sldMk cId="1460673647" sldId="9585"/>
            <ac:picMk id="5" creationId="{A4665F95-1044-1A40-D3D3-2022B1028C01}"/>
          </ac:picMkLst>
        </pc:picChg>
        <pc:picChg chg="add mod">
          <ac:chgData name="Hoàng, Phạm Đình" userId="9751e56f-facf-48fb-a28f-7199feb47b66" providerId="ADAL" clId="{4576121F-B007-425B-8F07-7F2DC00E479F}" dt="2025-03-05T10:21:58.902" v="595"/>
          <ac:picMkLst>
            <pc:docMk/>
            <pc:sldMk cId="1460673647" sldId="9585"/>
            <ac:picMk id="6" creationId="{9669CBA0-581A-A82D-FBC0-85B837919B29}"/>
          </ac:picMkLst>
        </pc:picChg>
        <pc:picChg chg="add mod">
          <ac:chgData name="Hoàng, Phạm Đình" userId="9751e56f-facf-48fb-a28f-7199feb47b66" providerId="ADAL" clId="{4576121F-B007-425B-8F07-7F2DC00E479F}" dt="2025-03-05T10:23:48.275" v="638"/>
          <ac:picMkLst>
            <pc:docMk/>
            <pc:sldMk cId="1460673647" sldId="9585"/>
            <ac:picMk id="7" creationId="{2EAB4404-2E3E-21D6-E055-7479BCC4C5A6}"/>
          </ac:picMkLst>
        </pc:picChg>
      </pc:sldChg>
      <pc:sldChg chg="modSp mod">
        <pc:chgData name="Hoàng, Phạm Đình" userId="9751e56f-facf-48fb-a28f-7199feb47b66" providerId="ADAL" clId="{4576121F-B007-425B-8F07-7F2DC00E479F}" dt="2025-03-05T10:46:55.873" v="1173" actId="20577"/>
        <pc:sldMkLst>
          <pc:docMk/>
          <pc:sldMk cId="1949340579" sldId="9606"/>
        </pc:sldMkLst>
        <pc:spChg chg="mod">
          <ac:chgData name="Hoàng, Phạm Đình" userId="9751e56f-facf-48fb-a28f-7199feb47b66" providerId="ADAL" clId="{4576121F-B007-425B-8F07-7F2DC00E479F}" dt="2025-03-05T10:21:07.665" v="580" actId="948"/>
          <ac:spMkLst>
            <pc:docMk/>
            <pc:sldMk cId="1949340579" sldId="9606"/>
            <ac:spMk id="15" creationId="{A95E2829-8819-380A-64E5-39E2C825359A}"/>
          </ac:spMkLst>
        </pc:spChg>
        <pc:spChg chg="mod">
          <ac:chgData name="Hoàng, Phạm Đình" userId="9751e56f-facf-48fb-a28f-7199feb47b66" providerId="ADAL" clId="{4576121F-B007-425B-8F07-7F2DC00E479F}" dt="2025-03-05T10:46:55.873" v="1173" actId="20577"/>
          <ac:spMkLst>
            <pc:docMk/>
            <pc:sldMk cId="1949340579" sldId="9606"/>
            <ac:spMk id="19" creationId="{F8D26910-8319-D345-33CB-67F0270490DE}"/>
          </ac:spMkLst>
        </pc:spChg>
        <pc:grpChg chg="mod">
          <ac:chgData name="Hoàng, Phạm Đình" userId="9751e56f-facf-48fb-a28f-7199feb47b66" providerId="ADAL" clId="{4576121F-B007-425B-8F07-7F2DC00E479F}" dt="2025-03-05T10:08:50.851" v="392" actId="14100"/>
          <ac:grpSpMkLst>
            <pc:docMk/>
            <pc:sldMk cId="1949340579" sldId="9606"/>
            <ac:grpSpMk id="13" creationId="{9763CE97-4313-4B9F-952E-6FFF986439DC}"/>
          </ac:grpSpMkLst>
        </pc:grpChg>
        <pc:picChg chg="mod">
          <ac:chgData name="Hoàng, Phạm Đình" userId="9751e56f-facf-48fb-a28f-7199feb47b66" providerId="ADAL" clId="{4576121F-B007-425B-8F07-7F2DC00E479F}" dt="2025-03-05T10:24:08.195" v="643" actId="14100"/>
          <ac:picMkLst>
            <pc:docMk/>
            <pc:sldMk cId="1949340579" sldId="9606"/>
            <ac:picMk id="3" creationId="{EDCBDFA8-B0C8-ADEE-2F0B-565199566011}"/>
          </ac:picMkLst>
        </pc:picChg>
        <pc:picChg chg="mod">
          <ac:chgData name="Hoàng, Phạm Đình" userId="9751e56f-facf-48fb-a28f-7199feb47b66" providerId="ADAL" clId="{4576121F-B007-425B-8F07-7F2DC00E479F}" dt="2025-03-05T10:08:56.715" v="394" actId="14100"/>
          <ac:picMkLst>
            <pc:docMk/>
            <pc:sldMk cId="1949340579" sldId="9606"/>
            <ac:picMk id="4" creationId="{A8A50525-A251-FDC4-9EB3-E1295D8D05E3}"/>
          </ac:picMkLst>
        </pc:picChg>
        <pc:picChg chg="mod">
          <ac:chgData name="Hoàng, Phạm Đình" userId="9751e56f-facf-48fb-a28f-7199feb47b66" providerId="ADAL" clId="{4576121F-B007-425B-8F07-7F2DC00E479F}" dt="2025-03-05T10:09:01.697" v="395" actId="14100"/>
          <ac:picMkLst>
            <pc:docMk/>
            <pc:sldMk cId="1949340579" sldId="9606"/>
            <ac:picMk id="7" creationId="{F13EC959-8673-C1EA-79D7-36A49EA1C4BD}"/>
          </ac:picMkLst>
        </pc:picChg>
      </pc:sldChg>
      <pc:sldChg chg="addSp delSp modSp mod ord">
        <pc:chgData name="Hoàng, Phạm Đình" userId="9751e56f-facf-48fb-a28f-7199feb47b66" providerId="ADAL" clId="{4576121F-B007-425B-8F07-7F2DC00E479F}" dt="2025-03-05T10:54:17.742" v="1468" actId="20577"/>
        <pc:sldMkLst>
          <pc:docMk/>
          <pc:sldMk cId="1361723335" sldId="9609"/>
        </pc:sldMkLst>
        <pc:spChg chg="mod">
          <ac:chgData name="Hoàng, Phạm Đình" userId="9751e56f-facf-48fb-a28f-7199feb47b66" providerId="ADAL" clId="{4576121F-B007-425B-8F07-7F2DC00E479F}" dt="2025-03-05T10:54:17.742" v="1468" actId="20577"/>
          <ac:spMkLst>
            <pc:docMk/>
            <pc:sldMk cId="1361723335" sldId="9609"/>
            <ac:spMk id="9" creationId="{B7C0FF53-288D-4923-08E0-2715220FAF67}"/>
          </ac:spMkLst>
        </pc:spChg>
        <pc:picChg chg="add mod">
          <ac:chgData name="Hoàng, Phạm Đình" userId="9751e56f-facf-48fb-a28f-7199feb47b66" providerId="ADAL" clId="{4576121F-B007-425B-8F07-7F2DC00E479F}" dt="2025-03-05T10:21:30.952" v="583"/>
          <ac:picMkLst>
            <pc:docMk/>
            <pc:sldMk cId="1361723335" sldId="9609"/>
            <ac:picMk id="2" creationId="{CFCCD0E3-E36A-3ED2-9C61-7FE563D0D2EB}"/>
          </ac:picMkLst>
        </pc:picChg>
        <pc:picChg chg="del">
          <ac:chgData name="Hoàng, Phạm Đình" userId="9751e56f-facf-48fb-a28f-7199feb47b66" providerId="ADAL" clId="{4576121F-B007-425B-8F07-7F2DC00E479F}" dt="2025-03-05T10:16:38.889" v="534" actId="478"/>
          <ac:picMkLst>
            <pc:docMk/>
            <pc:sldMk cId="1361723335" sldId="9609"/>
            <ac:picMk id="3" creationId="{6AB6CE45-3838-FC77-0603-12E2BAF51727}"/>
          </ac:picMkLst>
        </pc:picChg>
        <pc:picChg chg="del">
          <ac:chgData name="Hoàng, Phạm Đình" userId="9751e56f-facf-48fb-a28f-7199feb47b66" providerId="ADAL" clId="{4576121F-B007-425B-8F07-7F2DC00E479F}" dt="2025-03-05T10:16:39.718" v="535" actId="478"/>
          <ac:picMkLst>
            <pc:docMk/>
            <pc:sldMk cId="1361723335" sldId="9609"/>
            <ac:picMk id="5" creationId="{2D48E72C-557E-6432-1A89-A017F2F9EE38}"/>
          </ac:picMkLst>
        </pc:picChg>
        <pc:picChg chg="add mod">
          <ac:chgData name="Hoàng, Phạm Đình" userId="9751e56f-facf-48fb-a28f-7199feb47b66" providerId="ADAL" clId="{4576121F-B007-425B-8F07-7F2DC00E479F}" dt="2025-03-05T10:23:27.060" v="626"/>
          <ac:picMkLst>
            <pc:docMk/>
            <pc:sldMk cId="1361723335" sldId="9609"/>
            <ac:picMk id="6" creationId="{64BC0584-8894-2DA3-A253-BF5900D87BA8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56:19.006" v="1472" actId="1036"/>
        <pc:sldMkLst>
          <pc:docMk/>
          <pc:sldMk cId="3899797431" sldId="9611"/>
        </pc:sldMkLst>
        <pc:spChg chg="mod">
          <ac:chgData name="Hoàng, Phạm Đình" userId="9751e56f-facf-48fb-a28f-7199feb47b66" providerId="ADAL" clId="{4576121F-B007-425B-8F07-7F2DC00E479F}" dt="2025-03-05T10:56:19.006" v="1472" actId="1036"/>
          <ac:spMkLst>
            <pc:docMk/>
            <pc:sldMk cId="3899797431" sldId="9611"/>
            <ac:spMk id="2" creationId="{2F288930-612A-3EF0-5F7E-BF0CDB835682}"/>
          </ac:spMkLst>
        </pc:spChg>
        <pc:graphicFrameChg chg="add mod modGraphic">
          <ac:chgData name="Hoàng, Phạm Đình" userId="9751e56f-facf-48fb-a28f-7199feb47b66" providerId="ADAL" clId="{4576121F-B007-425B-8F07-7F2DC00E479F}" dt="2025-03-05T10:44:00.280" v="1130" actId="255"/>
          <ac:graphicFrameMkLst>
            <pc:docMk/>
            <pc:sldMk cId="3899797431" sldId="9611"/>
            <ac:graphicFrameMk id="8" creationId="{AD2C498F-C046-0904-379F-346E9CDFACB2}"/>
          </ac:graphicFrameMkLst>
        </pc:graphicFrameChg>
        <pc:picChg chg="del">
          <ac:chgData name="Hoàng, Phạm Đình" userId="9751e56f-facf-48fb-a28f-7199feb47b66" providerId="ADAL" clId="{4576121F-B007-425B-8F07-7F2DC00E479F}" dt="2025-03-05T10:17:31.822" v="561" actId="478"/>
          <ac:picMkLst>
            <pc:docMk/>
            <pc:sldMk cId="3899797431" sldId="9611"/>
            <ac:picMk id="3" creationId="{C727612F-9977-305A-30F4-52139872CFB7}"/>
          </ac:picMkLst>
        </pc:picChg>
        <pc:picChg chg="del">
          <ac:chgData name="Hoàng, Phạm Đình" userId="9751e56f-facf-48fb-a28f-7199feb47b66" providerId="ADAL" clId="{4576121F-B007-425B-8F07-7F2DC00E479F}" dt="2025-03-05T10:17:32.634" v="562" actId="478"/>
          <ac:picMkLst>
            <pc:docMk/>
            <pc:sldMk cId="3899797431" sldId="9611"/>
            <ac:picMk id="4" creationId="{1A1A3898-146A-9CF1-5186-E73B563C1B80}"/>
          </ac:picMkLst>
        </pc:picChg>
        <pc:picChg chg="add mod">
          <ac:chgData name="Hoàng, Phạm Đình" userId="9751e56f-facf-48fb-a28f-7199feb47b66" providerId="ADAL" clId="{4576121F-B007-425B-8F07-7F2DC00E479F}" dt="2025-03-05T10:22:01.113" v="596"/>
          <ac:picMkLst>
            <pc:docMk/>
            <pc:sldMk cId="3899797431" sldId="9611"/>
            <ac:picMk id="5" creationId="{9BE4F95E-AF51-4AEE-8B4C-B67360112A59}"/>
          </ac:picMkLst>
        </pc:picChg>
        <pc:picChg chg="del">
          <ac:chgData name="Hoàng, Phạm Đình" userId="9751e56f-facf-48fb-a28f-7199feb47b66" providerId="ADAL" clId="{4576121F-B007-425B-8F07-7F2DC00E479F}" dt="2025-03-05T10:41:55.843" v="1114" actId="478"/>
          <ac:picMkLst>
            <pc:docMk/>
            <pc:sldMk cId="3899797431" sldId="9611"/>
            <ac:picMk id="6" creationId="{706706F4-75C4-A403-9F00-758AA95BD2B0}"/>
          </ac:picMkLst>
        </pc:picChg>
        <pc:picChg chg="add mod">
          <ac:chgData name="Hoàng, Phạm Đình" userId="9751e56f-facf-48fb-a28f-7199feb47b66" providerId="ADAL" clId="{4576121F-B007-425B-8F07-7F2DC00E479F}" dt="2025-03-05T10:23:49.579" v="639"/>
          <ac:picMkLst>
            <pc:docMk/>
            <pc:sldMk cId="3899797431" sldId="9611"/>
            <ac:picMk id="7" creationId="{22E7C056-CBC2-2174-CDB8-F09B5152FBE9}"/>
          </ac:picMkLst>
        </pc:picChg>
      </pc:sldChg>
      <pc:sldChg chg="del">
        <pc:chgData name="Hoàng, Phạm Đình" userId="9751e56f-facf-48fb-a28f-7199feb47b66" providerId="ADAL" clId="{4576121F-B007-425B-8F07-7F2DC00E479F}" dt="2025-03-05T10:03:46.079" v="205" actId="2696"/>
        <pc:sldMkLst>
          <pc:docMk/>
          <pc:sldMk cId="1236003710" sldId="9612"/>
        </pc:sldMkLst>
      </pc:sldChg>
      <pc:sldChg chg="addSp delSp modSp add mod modShow">
        <pc:chgData name="Hoàng, Phạm Đình" userId="9751e56f-facf-48fb-a28f-7199feb47b66" providerId="ADAL" clId="{4576121F-B007-425B-8F07-7F2DC00E479F}" dt="2025-03-05T10:56:45.970" v="1475" actId="729"/>
        <pc:sldMkLst>
          <pc:docMk/>
          <pc:sldMk cId="3629509640" sldId="9612"/>
        </pc:sldMkLst>
        <pc:spChg chg="mod">
          <ac:chgData name="Hoàng, Phạm Đình" userId="9751e56f-facf-48fb-a28f-7199feb47b66" providerId="ADAL" clId="{4576121F-B007-425B-8F07-7F2DC00E479F}" dt="2025-03-05T10:53:38.596" v="1462" actId="122"/>
          <ac:spMkLst>
            <pc:docMk/>
            <pc:sldMk cId="3629509640" sldId="9612"/>
            <ac:spMk id="8" creationId="{3A9B1255-392F-BBFD-F380-E5CB90E487EE}"/>
          </ac:spMkLst>
        </pc:spChg>
        <pc:picChg chg="del">
          <ac:chgData name="Hoàng, Phạm Đình" userId="9751e56f-facf-48fb-a28f-7199feb47b66" providerId="ADAL" clId="{4576121F-B007-425B-8F07-7F2DC00E479F}" dt="2025-03-05T10:17:40.132" v="565" actId="478"/>
          <ac:picMkLst>
            <pc:docMk/>
            <pc:sldMk cId="3629509640" sldId="9612"/>
            <ac:picMk id="2" creationId="{A4048993-DE5C-31B0-EC34-39C74D65B626}"/>
          </ac:picMkLst>
        </pc:picChg>
        <pc:picChg chg="del mod">
          <ac:chgData name="Hoàng, Phạm Đình" userId="9751e56f-facf-48fb-a28f-7199feb47b66" providerId="ADAL" clId="{4576121F-B007-425B-8F07-7F2DC00E479F}" dt="2025-03-05T10:17:41.124" v="567" actId="478"/>
          <ac:picMkLst>
            <pc:docMk/>
            <pc:sldMk cId="3629509640" sldId="9612"/>
            <ac:picMk id="3" creationId="{38DE409F-BE04-A7CC-7C9A-22E791615C20}"/>
          </ac:picMkLst>
        </pc:picChg>
        <pc:picChg chg="add mod">
          <ac:chgData name="Hoàng, Phạm Đình" userId="9751e56f-facf-48fb-a28f-7199feb47b66" providerId="ADAL" clId="{4576121F-B007-425B-8F07-7F2DC00E479F}" dt="2025-03-05T10:22:02.341" v="597"/>
          <ac:picMkLst>
            <pc:docMk/>
            <pc:sldMk cId="3629509640" sldId="9612"/>
            <ac:picMk id="4" creationId="{D38C34F6-A352-A685-6329-1CB5C6290EB7}"/>
          </ac:picMkLst>
        </pc:picChg>
        <pc:picChg chg="add mod">
          <ac:chgData name="Hoàng, Phạm Đình" userId="9751e56f-facf-48fb-a28f-7199feb47b66" providerId="ADAL" clId="{4576121F-B007-425B-8F07-7F2DC00E479F}" dt="2025-03-05T10:53:31.720" v="1460"/>
          <ac:picMkLst>
            <pc:docMk/>
            <pc:sldMk cId="3629509640" sldId="9612"/>
            <ac:picMk id="5" creationId="{FAB248A7-B8F5-E387-90AA-1DD72ED97722}"/>
          </ac:picMkLst>
        </pc:picChg>
        <pc:picChg chg="mod">
          <ac:chgData name="Hoàng, Phạm Đình" userId="9751e56f-facf-48fb-a28f-7199feb47b66" providerId="ADAL" clId="{4576121F-B007-425B-8F07-7F2DC00E479F}" dt="2025-03-05T10:13:53.422" v="498" actId="14100"/>
          <ac:picMkLst>
            <pc:docMk/>
            <pc:sldMk cId="3629509640" sldId="9612"/>
            <ac:picMk id="6" creationId="{78339B88-6CF8-4184-BC53-4EE107D868C3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52:21.411" v="1436" actId="122"/>
        <pc:sldMkLst>
          <pc:docMk/>
          <pc:sldMk cId="1671381573" sldId="9613"/>
        </pc:sldMkLst>
        <pc:spChg chg="mod">
          <ac:chgData name="Hoàng, Phạm Đình" userId="9751e56f-facf-48fb-a28f-7199feb47b66" providerId="ADAL" clId="{4576121F-B007-425B-8F07-7F2DC00E479F}" dt="2025-03-05T10:52:21.411" v="1436" actId="122"/>
          <ac:spMkLst>
            <pc:docMk/>
            <pc:sldMk cId="1671381573" sldId="9613"/>
            <ac:spMk id="8" creationId="{9D4D4285-638C-13B7-1CE7-49B5C6552E32}"/>
          </ac:spMkLst>
        </pc:spChg>
        <pc:picChg chg="mod">
          <ac:chgData name="Hoàng, Phạm Đình" userId="9751e56f-facf-48fb-a28f-7199feb47b66" providerId="ADAL" clId="{4576121F-B007-425B-8F07-7F2DC00E479F}" dt="2025-03-05T10:37:30.692" v="1013" actId="1036"/>
          <ac:picMkLst>
            <pc:docMk/>
            <pc:sldMk cId="1671381573" sldId="9613"/>
            <ac:picMk id="2" creationId="{19F75D42-AFC6-1FF7-941C-DC421E00F014}"/>
          </ac:picMkLst>
        </pc:picChg>
        <pc:picChg chg="mod">
          <ac:chgData name="Hoàng, Phạm Đình" userId="9751e56f-facf-48fb-a28f-7199feb47b66" providerId="ADAL" clId="{4576121F-B007-425B-8F07-7F2DC00E479F}" dt="2025-03-05T10:37:29.973" v="1011" actId="1036"/>
          <ac:picMkLst>
            <pc:docMk/>
            <pc:sldMk cId="1671381573" sldId="9613"/>
            <ac:picMk id="3" creationId="{4579DA9C-FFD8-C9C2-43D2-B74C56454803}"/>
          </ac:picMkLst>
        </pc:picChg>
        <pc:picChg chg="del">
          <ac:chgData name="Hoàng, Phạm Đình" userId="9751e56f-facf-48fb-a28f-7199feb47b66" providerId="ADAL" clId="{4576121F-B007-425B-8F07-7F2DC00E479F}" dt="2025-03-05T10:16:56.805" v="543" actId="478"/>
          <ac:picMkLst>
            <pc:docMk/>
            <pc:sldMk cId="1671381573" sldId="9613"/>
            <ac:picMk id="4" creationId="{0D2B9353-E879-4202-7DB4-6CA315754EE9}"/>
          </ac:picMkLst>
        </pc:picChg>
        <pc:picChg chg="del">
          <ac:chgData name="Hoàng, Phạm Đình" userId="9751e56f-facf-48fb-a28f-7199feb47b66" providerId="ADAL" clId="{4576121F-B007-425B-8F07-7F2DC00E479F}" dt="2025-03-05T10:16:55.952" v="542" actId="478"/>
          <ac:picMkLst>
            <pc:docMk/>
            <pc:sldMk cId="1671381573" sldId="9613"/>
            <ac:picMk id="5" creationId="{7971C4F9-3670-FDCA-4BAF-DA8A40830045}"/>
          </ac:picMkLst>
        </pc:picChg>
        <pc:picChg chg="add mod">
          <ac:chgData name="Hoàng, Phạm Đình" userId="9751e56f-facf-48fb-a28f-7199feb47b66" providerId="ADAL" clId="{4576121F-B007-425B-8F07-7F2DC00E479F}" dt="2025-03-05T10:21:41.075" v="587"/>
          <ac:picMkLst>
            <pc:docMk/>
            <pc:sldMk cId="1671381573" sldId="9613"/>
            <ac:picMk id="6" creationId="{BF0836AB-E172-F48A-9AD5-312D2E01743F}"/>
          </ac:picMkLst>
        </pc:picChg>
        <pc:picChg chg="add mod">
          <ac:chgData name="Hoàng, Phạm Đình" userId="9751e56f-facf-48fb-a28f-7199feb47b66" providerId="ADAL" clId="{4576121F-B007-425B-8F07-7F2DC00E479F}" dt="2025-03-05T10:23:33.367" v="630"/>
          <ac:picMkLst>
            <pc:docMk/>
            <pc:sldMk cId="1671381573" sldId="9613"/>
            <ac:picMk id="7" creationId="{421EABF0-FC36-273E-1D7B-2D3B7DC607F8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52:31.026" v="1438" actId="122"/>
        <pc:sldMkLst>
          <pc:docMk/>
          <pc:sldMk cId="2811263716" sldId="9614"/>
        </pc:sldMkLst>
        <pc:spChg chg="mod">
          <ac:chgData name="Hoàng, Phạm Đình" userId="9751e56f-facf-48fb-a28f-7199feb47b66" providerId="ADAL" clId="{4576121F-B007-425B-8F07-7F2DC00E479F}" dt="2025-03-05T10:52:31.026" v="1438" actId="122"/>
          <ac:spMkLst>
            <pc:docMk/>
            <pc:sldMk cId="2811263716" sldId="9614"/>
            <ac:spMk id="8" creationId="{98348983-1933-2026-C91C-751CEB6FB0F9}"/>
          </ac:spMkLst>
        </pc:spChg>
        <pc:picChg chg="del">
          <ac:chgData name="Hoàng, Phạm Đình" userId="9751e56f-facf-48fb-a28f-7199feb47b66" providerId="ADAL" clId="{4576121F-B007-425B-8F07-7F2DC00E479F}" dt="2025-03-05T10:16:59.790" v="544" actId="478"/>
          <ac:picMkLst>
            <pc:docMk/>
            <pc:sldMk cId="2811263716" sldId="9614"/>
            <ac:picMk id="2" creationId="{FD15E8C0-3145-6A9F-C54B-F2BD4523DFF9}"/>
          </ac:picMkLst>
        </pc:picChg>
        <pc:picChg chg="add mod">
          <ac:chgData name="Hoàng, Phạm Đình" userId="9751e56f-facf-48fb-a28f-7199feb47b66" providerId="ADAL" clId="{4576121F-B007-425B-8F07-7F2DC00E479F}" dt="2025-03-05T10:21:43.628" v="588"/>
          <ac:picMkLst>
            <pc:docMk/>
            <pc:sldMk cId="2811263716" sldId="9614"/>
            <ac:picMk id="3" creationId="{E424A347-2B1C-8D5F-8076-D3D1FA82A46A}"/>
          </ac:picMkLst>
        </pc:picChg>
        <pc:picChg chg="del">
          <ac:chgData name="Hoàng, Phạm Đình" userId="9751e56f-facf-48fb-a28f-7199feb47b66" providerId="ADAL" clId="{4576121F-B007-425B-8F07-7F2DC00E479F}" dt="2025-03-05T10:17:00.677" v="545" actId="478"/>
          <ac:picMkLst>
            <pc:docMk/>
            <pc:sldMk cId="2811263716" sldId="9614"/>
            <ac:picMk id="4" creationId="{C1A9D14B-48C0-7A7D-64C5-8F2958ED2C7B}"/>
          </ac:picMkLst>
        </pc:picChg>
        <pc:picChg chg="add mod">
          <ac:chgData name="Hoàng, Phạm Đình" userId="9751e56f-facf-48fb-a28f-7199feb47b66" providerId="ADAL" clId="{4576121F-B007-425B-8F07-7F2DC00E479F}" dt="2025-03-05T10:23:34.708" v="631"/>
          <ac:picMkLst>
            <pc:docMk/>
            <pc:sldMk cId="2811263716" sldId="9614"/>
            <ac:picMk id="5" creationId="{F04E8C3A-B53D-8F77-1D10-2F71CCB434A7}"/>
          </ac:picMkLst>
        </pc:picChg>
        <pc:picChg chg="mod">
          <ac:chgData name="Hoàng, Phạm Đình" userId="9751e56f-facf-48fb-a28f-7199feb47b66" providerId="ADAL" clId="{4576121F-B007-425B-8F07-7F2DC00E479F}" dt="2025-03-05T10:37:37.440" v="1022" actId="1036"/>
          <ac:picMkLst>
            <pc:docMk/>
            <pc:sldMk cId="2811263716" sldId="9614"/>
            <ac:picMk id="9" creationId="{DBCEEF4F-8153-74BB-3F82-73DF86AE5D4D}"/>
          </ac:picMkLst>
        </pc:picChg>
        <pc:picChg chg="mod">
          <ac:chgData name="Hoàng, Phạm Đình" userId="9751e56f-facf-48fb-a28f-7199feb47b66" providerId="ADAL" clId="{4576121F-B007-425B-8F07-7F2DC00E479F}" dt="2025-03-05T10:37:36.868" v="1020" actId="1076"/>
          <ac:picMkLst>
            <pc:docMk/>
            <pc:sldMk cId="2811263716" sldId="9614"/>
            <ac:picMk id="10" creationId="{638C0813-E120-F17F-382C-8CD6D8D4C1E6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53:03.451" v="1452" actId="122"/>
        <pc:sldMkLst>
          <pc:docMk/>
          <pc:sldMk cId="3120033200" sldId="9615"/>
        </pc:sldMkLst>
        <pc:spChg chg="mod">
          <ac:chgData name="Hoàng, Phạm Đình" userId="9751e56f-facf-48fb-a28f-7199feb47b66" providerId="ADAL" clId="{4576121F-B007-425B-8F07-7F2DC00E479F}" dt="2025-03-05T10:53:03.451" v="1452" actId="122"/>
          <ac:spMkLst>
            <pc:docMk/>
            <pc:sldMk cId="3120033200" sldId="9615"/>
            <ac:spMk id="8" creationId="{0E07C695-05A2-6702-65E3-E2D60C1AFDE0}"/>
          </ac:spMkLst>
        </pc:spChg>
        <pc:picChg chg="add mod">
          <ac:chgData name="Hoàng, Phạm Đình" userId="9751e56f-facf-48fb-a28f-7199feb47b66" providerId="ADAL" clId="{4576121F-B007-425B-8F07-7F2DC00E479F}" dt="2025-03-05T10:21:56.606" v="593"/>
          <ac:picMkLst>
            <pc:docMk/>
            <pc:sldMk cId="3120033200" sldId="9615"/>
            <ac:picMk id="2" creationId="{3258F061-193C-4C61-51E8-67AA11FFF24F}"/>
          </ac:picMkLst>
        </pc:picChg>
        <pc:picChg chg="add mod">
          <ac:chgData name="Hoàng, Phạm Đình" userId="9751e56f-facf-48fb-a28f-7199feb47b66" providerId="ADAL" clId="{4576121F-B007-425B-8F07-7F2DC00E479F}" dt="2025-03-05T10:23:44.750" v="636"/>
          <ac:picMkLst>
            <pc:docMk/>
            <pc:sldMk cId="3120033200" sldId="9615"/>
            <ac:picMk id="3" creationId="{0B535D00-0989-0C3C-3B00-2C247DBFA8A0}"/>
          </ac:picMkLst>
        </pc:picChg>
        <pc:picChg chg="del">
          <ac:chgData name="Hoàng, Phạm Đình" userId="9751e56f-facf-48fb-a28f-7199feb47b66" providerId="ADAL" clId="{4576121F-B007-425B-8F07-7F2DC00E479F}" dt="2025-03-05T10:17:20.284" v="554" actId="478"/>
          <ac:picMkLst>
            <pc:docMk/>
            <pc:sldMk cId="3120033200" sldId="9615"/>
            <ac:picMk id="5" creationId="{6ADD75A2-17E5-7971-5C7C-738904097463}"/>
          </ac:picMkLst>
        </pc:picChg>
        <pc:picChg chg="del">
          <ac:chgData name="Hoàng, Phạm Đình" userId="9751e56f-facf-48fb-a28f-7199feb47b66" providerId="ADAL" clId="{4576121F-B007-425B-8F07-7F2DC00E479F}" dt="2025-03-05T10:17:21.124" v="555" actId="478"/>
          <ac:picMkLst>
            <pc:docMk/>
            <pc:sldMk cId="3120033200" sldId="9615"/>
            <ac:picMk id="6" creationId="{F58E1598-B9A6-9987-7070-5243D91DC394}"/>
          </ac:picMkLst>
        </pc:picChg>
        <pc:picChg chg="mod">
          <ac:chgData name="Hoàng, Phạm Đình" userId="9751e56f-facf-48fb-a28f-7199feb47b66" providerId="ADAL" clId="{4576121F-B007-425B-8F07-7F2DC00E479F}" dt="2025-03-05T10:38:29.343" v="1062" actId="1036"/>
          <ac:picMkLst>
            <pc:docMk/>
            <pc:sldMk cId="3120033200" sldId="9615"/>
            <ac:picMk id="10" creationId="{1DEE1781-16FE-0433-9DE6-70D34B12034E}"/>
          </ac:picMkLst>
        </pc:picChg>
        <pc:picChg chg="mod">
          <ac:chgData name="Hoàng, Phạm Đình" userId="9751e56f-facf-48fb-a28f-7199feb47b66" providerId="ADAL" clId="{4576121F-B007-425B-8F07-7F2DC00E479F}" dt="2025-03-05T10:38:28.117" v="1057" actId="1036"/>
          <ac:picMkLst>
            <pc:docMk/>
            <pc:sldMk cId="3120033200" sldId="9615"/>
            <ac:picMk id="12" creationId="{8CAA1392-B468-E6F0-8EA3-1F889D09391B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52:43.425" v="1442" actId="122"/>
        <pc:sldMkLst>
          <pc:docMk/>
          <pc:sldMk cId="2964911687" sldId="9616"/>
        </pc:sldMkLst>
        <pc:spChg chg="mod">
          <ac:chgData name="Hoàng, Phạm Đình" userId="9751e56f-facf-48fb-a28f-7199feb47b66" providerId="ADAL" clId="{4576121F-B007-425B-8F07-7F2DC00E479F}" dt="2025-03-05T10:52:43.425" v="1442" actId="122"/>
          <ac:spMkLst>
            <pc:docMk/>
            <pc:sldMk cId="2964911687" sldId="9616"/>
            <ac:spMk id="8" creationId="{CF3135C0-7A6E-181B-7C1D-4770A7EA1EFE}"/>
          </ac:spMkLst>
        </pc:spChg>
        <pc:picChg chg="del">
          <ac:chgData name="Hoàng, Phạm Đình" userId="9751e56f-facf-48fb-a28f-7199feb47b66" providerId="ADAL" clId="{4576121F-B007-425B-8F07-7F2DC00E479F}" dt="2025-03-05T10:17:08.475" v="548" actId="478"/>
          <ac:picMkLst>
            <pc:docMk/>
            <pc:sldMk cId="2964911687" sldId="9616"/>
            <ac:picMk id="2" creationId="{AEAD7DC2-AE53-BCDF-4B3B-318172BC0D6F}"/>
          </ac:picMkLst>
        </pc:picChg>
        <pc:picChg chg="del">
          <ac:chgData name="Hoàng, Phạm Đình" userId="9751e56f-facf-48fb-a28f-7199feb47b66" providerId="ADAL" clId="{4576121F-B007-425B-8F07-7F2DC00E479F}" dt="2025-03-05T10:17:09.308" v="549" actId="478"/>
          <ac:picMkLst>
            <pc:docMk/>
            <pc:sldMk cId="2964911687" sldId="9616"/>
            <ac:picMk id="3" creationId="{558E5771-FA19-BF99-F943-23BDFC16BB4B}"/>
          </ac:picMkLst>
        </pc:picChg>
        <pc:picChg chg="add mod">
          <ac:chgData name="Hoàng, Phạm Đình" userId="9751e56f-facf-48fb-a28f-7199feb47b66" providerId="ADAL" clId="{4576121F-B007-425B-8F07-7F2DC00E479F}" dt="2025-03-05T10:21:51.845" v="590"/>
          <ac:picMkLst>
            <pc:docMk/>
            <pc:sldMk cId="2964911687" sldId="9616"/>
            <ac:picMk id="4" creationId="{5F722E76-47EF-95DC-71D1-25A607489EBA}"/>
          </ac:picMkLst>
        </pc:picChg>
        <pc:picChg chg="add mod">
          <ac:chgData name="Hoàng, Phạm Đình" userId="9751e56f-facf-48fb-a28f-7199feb47b66" providerId="ADAL" clId="{4576121F-B007-425B-8F07-7F2DC00E479F}" dt="2025-03-05T10:23:40.037" v="633"/>
          <ac:picMkLst>
            <pc:docMk/>
            <pc:sldMk cId="2964911687" sldId="9616"/>
            <ac:picMk id="5" creationId="{6E590110-9A0A-7354-A278-F5ED8881483F}"/>
          </ac:picMkLst>
        </pc:picChg>
        <pc:picChg chg="mod">
          <ac:chgData name="Hoàng, Phạm Đình" userId="9751e56f-facf-48fb-a28f-7199feb47b66" providerId="ADAL" clId="{4576121F-B007-425B-8F07-7F2DC00E479F}" dt="2025-03-05T10:34:08.632" v="951" actId="1036"/>
          <ac:picMkLst>
            <pc:docMk/>
            <pc:sldMk cId="2964911687" sldId="9616"/>
            <ac:picMk id="6" creationId="{DEFCA6D4-EB0F-9A0B-E1CD-9A2068DA7FC8}"/>
          </ac:picMkLst>
        </pc:picChg>
        <pc:picChg chg="mod">
          <ac:chgData name="Hoàng, Phạm Đình" userId="9751e56f-facf-48fb-a28f-7199feb47b66" providerId="ADAL" clId="{4576121F-B007-425B-8F07-7F2DC00E479F}" dt="2025-03-05T10:34:07.818" v="947" actId="1036"/>
          <ac:picMkLst>
            <pc:docMk/>
            <pc:sldMk cId="2964911687" sldId="9616"/>
            <ac:picMk id="7" creationId="{47F75BC0-E900-6F35-5B08-F34AF87D1F88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55:16.236" v="1470" actId="14100"/>
        <pc:sldMkLst>
          <pc:docMk/>
          <pc:sldMk cId="64665770" sldId="9617"/>
        </pc:sldMkLst>
        <pc:spChg chg="mod">
          <ac:chgData name="Hoàng, Phạm Đình" userId="9751e56f-facf-48fb-a28f-7199feb47b66" providerId="ADAL" clId="{4576121F-B007-425B-8F07-7F2DC00E479F}" dt="2025-03-05T10:52:53.921" v="1445" actId="122"/>
          <ac:spMkLst>
            <pc:docMk/>
            <pc:sldMk cId="64665770" sldId="9617"/>
            <ac:spMk id="5" creationId="{3C22C29A-ECC6-012F-979B-C839E49A85B5}"/>
          </ac:spMkLst>
        </pc:spChg>
        <pc:picChg chg="add mod">
          <ac:chgData name="Hoàng, Phạm Đình" userId="9751e56f-facf-48fb-a28f-7199feb47b66" providerId="ADAL" clId="{4576121F-B007-425B-8F07-7F2DC00E479F}" dt="2025-03-05T10:21:54.707" v="592"/>
          <ac:picMkLst>
            <pc:docMk/>
            <pc:sldMk cId="64665770" sldId="9617"/>
            <ac:picMk id="2" creationId="{C7971DED-25B8-A595-190D-D4BC9045A2E0}"/>
          </ac:picMkLst>
        </pc:picChg>
        <pc:picChg chg="del">
          <ac:chgData name="Hoàng, Phạm Đình" userId="9751e56f-facf-48fb-a28f-7199feb47b66" providerId="ADAL" clId="{4576121F-B007-425B-8F07-7F2DC00E479F}" dt="2025-03-05T10:17:15.917" v="552" actId="478"/>
          <ac:picMkLst>
            <pc:docMk/>
            <pc:sldMk cId="64665770" sldId="9617"/>
            <ac:picMk id="3" creationId="{40FC2D30-DE28-CE98-7834-A93FE63246B0}"/>
          </ac:picMkLst>
        </pc:picChg>
        <pc:picChg chg="del">
          <ac:chgData name="Hoàng, Phạm Đình" userId="9751e56f-facf-48fb-a28f-7199feb47b66" providerId="ADAL" clId="{4576121F-B007-425B-8F07-7F2DC00E479F}" dt="2025-03-05T10:17:16.907" v="553" actId="478"/>
          <ac:picMkLst>
            <pc:docMk/>
            <pc:sldMk cId="64665770" sldId="9617"/>
            <ac:picMk id="4" creationId="{718092BD-9CAA-18B1-5F45-71061B9E50CC}"/>
          </ac:picMkLst>
        </pc:picChg>
        <pc:picChg chg="mod">
          <ac:chgData name="Hoàng, Phạm Đình" userId="9751e56f-facf-48fb-a28f-7199feb47b66" providerId="ADAL" clId="{4576121F-B007-425B-8F07-7F2DC00E479F}" dt="2025-03-05T10:55:16.236" v="1470" actId="14100"/>
          <ac:picMkLst>
            <pc:docMk/>
            <pc:sldMk cId="64665770" sldId="9617"/>
            <ac:picMk id="6" creationId="{99610951-E87E-06FD-C0FB-7649078A8E7C}"/>
          </ac:picMkLst>
        </pc:picChg>
        <pc:picChg chg="mod">
          <ac:chgData name="Hoàng, Phạm Đình" userId="9751e56f-facf-48fb-a28f-7199feb47b66" providerId="ADAL" clId="{4576121F-B007-425B-8F07-7F2DC00E479F}" dt="2025-03-05T10:38:17.839" v="1054" actId="1036"/>
          <ac:picMkLst>
            <pc:docMk/>
            <pc:sldMk cId="64665770" sldId="9617"/>
            <ac:picMk id="7" creationId="{3369554D-8515-6FB7-5376-54B3A17AA79A}"/>
          </ac:picMkLst>
        </pc:picChg>
        <pc:picChg chg="add mod">
          <ac:chgData name="Hoàng, Phạm Đình" userId="9751e56f-facf-48fb-a28f-7199feb47b66" providerId="ADAL" clId="{4576121F-B007-425B-8F07-7F2DC00E479F}" dt="2025-03-05T10:23:43.478" v="635"/>
          <ac:picMkLst>
            <pc:docMk/>
            <pc:sldMk cId="64665770" sldId="9617"/>
            <ac:picMk id="8" creationId="{16D27E34-96C9-DCAA-B8DB-F480D916EC53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1:52:02.970" v="2153"/>
        <pc:sldMkLst>
          <pc:docMk/>
          <pc:sldMk cId="725357022" sldId="9618"/>
        </pc:sldMkLst>
        <pc:spChg chg="mod">
          <ac:chgData name="Hoàng, Phạm Đình" userId="9751e56f-facf-48fb-a28f-7199feb47b66" providerId="ADAL" clId="{4576121F-B007-425B-8F07-7F2DC00E479F}" dt="2025-03-05T10:53:09.988" v="1454" actId="122"/>
          <ac:spMkLst>
            <pc:docMk/>
            <pc:sldMk cId="725357022" sldId="9618"/>
            <ac:spMk id="8" creationId="{4FAA83FF-B4F0-08B5-02C1-5C2A7821CCC3}"/>
          </ac:spMkLst>
        </pc:spChg>
        <pc:spChg chg="add mod">
          <ac:chgData name="Hoàng, Phạm Đình" userId="9751e56f-facf-48fb-a28f-7199feb47b66" providerId="ADAL" clId="{4576121F-B007-425B-8F07-7F2DC00E479F}" dt="2025-03-05T11:49:49.619" v="2121" actId="1076"/>
          <ac:spMkLst>
            <pc:docMk/>
            <pc:sldMk cId="725357022" sldId="9618"/>
            <ac:spMk id="14" creationId="{2AC9E6D9-0031-8DEF-403F-8F8A319A2EE2}"/>
          </ac:spMkLst>
        </pc:spChg>
        <pc:spChg chg="add mod">
          <ac:chgData name="Hoàng, Phạm Đình" userId="9751e56f-facf-48fb-a28f-7199feb47b66" providerId="ADAL" clId="{4576121F-B007-425B-8F07-7F2DC00E479F}" dt="2025-03-05T11:50:35.473" v="2138" actId="1036"/>
          <ac:spMkLst>
            <pc:docMk/>
            <pc:sldMk cId="725357022" sldId="9618"/>
            <ac:spMk id="16" creationId="{7C6874B9-D45B-1520-2004-25AFCF12F117}"/>
          </ac:spMkLst>
        </pc:spChg>
        <pc:spChg chg="add mod">
          <ac:chgData name="Hoàng, Phạm Đình" userId="9751e56f-facf-48fb-a28f-7199feb47b66" providerId="ADAL" clId="{4576121F-B007-425B-8F07-7F2DC00E479F}" dt="2025-03-05T11:49:34.906" v="2114" actId="1076"/>
          <ac:spMkLst>
            <pc:docMk/>
            <pc:sldMk cId="725357022" sldId="9618"/>
            <ac:spMk id="17" creationId="{E6DCBEE6-A8E1-9B3D-768B-BDAC2267243A}"/>
          </ac:spMkLst>
        </pc:spChg>
        <pc:graphicFrameChg chg="add mod">
          <ac:chgData name="Hoàng, Phạm Đình" userId="9751e56f-facf-48fb-a28f-7199feb47b66" providerId="ADAL" clId="{4576121F-B007-425B-8F07-7F2DC00E479F}" dt="2025-03-05T11:51:59.807" v="2152"/>
          <ac:graphicFrameMkLst>
            <pc:docMk/>
            <pc:sldMk cId="725357022" sldId="9618"/>
            <ac:graphicFrameMk id="2" creationId="{1C565F0C-6A6D-4401-BFFA-96808AE5DF1F}"/>
          </ac:graphicFrameMkLst>
        </pc:graphicFrameChg>
        <pc:graphicFrameChg chg="add mod">
          <ac:chgData name="Hoàng, Phạm Đình" userId="9751e56f-facf-48fb-a28f-7199feb47b66" providerId="ADAL" clId="{4576121F-B007-425B-8F07-7F2DC00E479F}" dt="2025-03-05T11:52:02.970" v="2153"/>
          <ac:graphicFrameMkLst>
            <pc:docMk/>
            <pc:sldMk cId="725357022" sldId="9618"/>
            <ac:graphicFrameMk id="4" creationId="{010AFAA6-C396-4FD8-A94B-870DA1A19B0B}"/>
          </ac:graphicFrameMkLst>
        </pc:graphicFrameChg>
        <pc:picChg chg="del">
          <ac:chgData name="Hoàng, Phạm Đình" userId="9751e56f-facf-48fb-a28f-7199feb47b66" providerId="ADAL" clId="{4576121F-B007-425B-8F07-7F2DC00E479F}" dt="2025-03-05T10:17:24.712" v="556" actId="478"/>
          <ac:picMkLst>
            <pc:docMk/>
            <pc:sldMk cId="725357022" sldId="9618"/>
            <ac:picMk id="2" creationId="{FE721BD6-9CA0-4614-4067-1FFA807C596E}"/>
          </ac:picMkLst>
        </pc:picChg>
        <pc:picChg chg="add mod">
          <ac:chgData name="Hoàng, Phạm Đình" userId="9751e56f-facf-48fb-a28f-7199feb47b66" providerId="ADAL" clId="{4576121F-B007-425B-8F07-7F2DC00E479F}" dt="2025-03-05T10:21:57.722" v="594"/>
          <ac:picMkLst>
            <pc:docMk/>
            <pc:sldMk cId="725357022" sldId="9618"/>
            <ac:picMk id="3" creationId="{B9B05CE8-8842-AD8A-FD05-24C853F71CE9}"/>
          </ac:picMkLst>
        </pc:picChg>
        <pc:picChg chg="del">
          <ac:chgData name="Hoàng, Phạm Đình" userId="9751e56f-facf-48fb-a28f-7199feb47b66" providerId="ADAL" clId="{4576121F-B007-425B-8F07-7F2DC00E479F}" dt="2025-03-05T10:17:25.539" v="557" actId="478"/>
          <ac:picMkLst>
            <pc:docMk/>
            <pc:sldMk cId="725357022" sldId="9618"/>
            <ac:picMk id="4" creationId="{4ABA7F32-5D8B-2BF2-EAD9-D650CDFB3BD3}"/>
          </ac:picMkLst>
        </pc:picChg>
        <pc:picChg chg="add mod">
          <ac:chgData name="Hoàng, Phạm Đình" userId="9751e56f-facf-48fb-a28f-7199feb47b66" providerId="ADAL" clId="{4576121F-B007-425B-8F07-7F2DC00E479F}" dt="2025-03-05T10:23:45.964" v="637"/>
          <ac:picMkLst>
            <pc:docMk/>
            <pc:sldMk cId="725357022" sldId="9618"/>
            <ac:picMk id="5" creationId="{EDF8CE02-4245-A14F-D89C-004645A6FD60}"/>
          </ac:picMkLst>
        </pc:picChg>
        <pc:picChg chg="del mod">
          <ac:chgData name="Hoàng, Phạm Đình" userId="9751e56f-facf-48fb-a28f-7199feb47b66" providerId="ADAL" clId="{4576121F-B007-425B-8F07-7F2DC00E479F}" dt="2025-03-05T11:49:09.153" v="2102" actId="478"/>
          <ac:picMkLst>
            <pc:docMk/>
            <pc:sldMk cId="725357022" sldId="9618"/>
            <ac:picMk id="6" creationId="{57955268-65B4-7014-5C46-8ED418C396DC}"/>
          </ac:picMkLst>
        </pc:picChg>
        <pc:picChg chg="del">
          <ac:chgData name="Hoàng, Phạm Đình" userId="9751e56f-facf-48fb-a28f-7199feb47b66" providerId="ADAL" clId="{4576121F-B007-425B-8F07-7F2DC00E479F}" dt="2025-03-05T11:50:07.792" v="2123" actId="478"/>
          <ac:picMkLst>
            <pc:docMk/>
            <pc:sldMk cId="725357022" sldId="9618"/>
            <ac:picMk id="7" creationId="{5AB3435D-CCC6-BECE-4B75-F60CD17B8855}"/>
          </ac:picMkLst>
        </pc:picChg>
        <pc:cxnChg chg="add mod">
          <ac:chgData name="Hoàng, Phạm Đình" userId="9751e56f-facf-48fb-a28f-7199feb47b66" providerId="ADAL" clId="{4576121F-B007-425B-8F07-7F2DC00E479F}" dt="2025-03-05T11:49:47.967" v="2120" actId="1036"/>
          <ac:cxnSpMkLst>
            <pc:docMk/>
            <pc:sldMk cId="725357022" sldId="9618"/>
            <ac:cxnSpMk id="10" creationId="{61008E0E-5563-0BE4-8974-2B6B542F025B}"/>
          </ac:cxnSpMkLst>
        </pc:cxnChg>
        <pc:cxnChg chg="add mod">
          <ac:chgData name="Hoàng, Phạm Đình" userId="9751e56f-facf-48fb-a28f-7199feb47b66" providerId="ADAL" clId="{4576121F-B007-425B-8F07-7F2DC00E479F}" dt="2025-03-05T11:50:32.812" v="2135" actId="1036"/>
          <ac:cxnSpMkLst>
            <pc:docMk/>
            <pc:sldMk cId="725357022" sldId="9618"/>
            <ac:cxnSpMk id="15" creationId="{25AF766A-7552-97E2-68B0-AF8102D8AA46}"/>
          </ac:cxnSpMkLst>
        </pc:cxnChg>
      </pc:sldChg>
      <pc:sldChg chg="addSp delSp modSp add mod modShow">
        <pc:chgData name="Hoàng, Phạm Đình" userId="9751e56f-facf-48fb-a28f-7199feb47b66" providerId="ADAL" clId="{4576121F-B007-425B-8F07-7F2DC00E479F}" dt="2025-03-05T10:56:45.970" v="1475" actId="729"/>
        <pc:sldMkLst>
          <pc:docMk/>
          <pc:sldMk cId="2450809257" sldId="9619"/>
        </pc:sldMkLst>
        <pc:spChg chg="mod">
          <ac:chgData name="Hoàng, Phạm Đình" userId="9751e56f-facf-48fb-a28f-7199feb47b66" providerId="ADAL" clId="{4576121F-B007-425B-8F07-7F2DC00E479F}" dt="2025-03-05T10:53:47.969" v="1466" actId="122"/>
          <ac:spMkLst>
            <pc:docMk/>
            <pc:sldMk cId="2450809257" sldId="9619"/>
            <ac:spMk id="8" creationId="{9EF2240E-5E41-97AE-B4E6-0BA90AFDCB2D}"/>
          </ac:spMkLst>
        </pc:spChg>
        <pc:picChg chg="del">
          <ac:chgData name="Hoàng, Phạm Đình" userId="9751e56f-facf-48fb-a28f-7199feb47b66" providerId="ADAL" clId="{4576121F-B007-425B-8F07-7F2DC00E479F}" dt="2025-03-05T10:17:43.589" v="568" actId="478"/>
          <ac:picMkLst>
            <pc:docMk/>
            <pc:sldMk cId="2450809257" sldId="9619"/>
            <ac:picMk id="2" creationId="{14CB2B5D-68DE-2950-9741-27207920E4B4}"/>
          </ac:picMkLst>
        </pc:picChg>
        <pc:picChg chg="add mod">
          <ac:chgData name="Hoàng, Phạm Đình" userId="9751e56f-facf-48fb-a28f-7199feb47b66" providerId="ADAL" clId="{4576121F-B007-425B-8F07-7F2DC00E479F}" dt="2025-03-05T10:22:03.789" v="598"/>
          <ac:picMkLst>
            <pc:docMk/>
            <pc:sldMk cId="2450809257" sldId="9619"/>
            <ac:picMk id="3" creationId="{3E7A5694-FF2B-8951-0F75-353B74323EF8}"/>
          </ac:picMkLst>
        </pc:picChg>
        <pc:picChg chg="del">
          <ac:chgData name="Hoàng, Phạm Đình" userId="9751e56f-facf-48fb-a28f-7199feb47b66" providerId="ADAL" clId="{4576121F-B007-425B-8F07-7F2DC00E479F}" dt="2025-03-05T10:17:44.519" v="569" actId="478"/>
          <ac:picMkLst>
            <pc:docMk/>
            <pc:sldMk cId="2450809257" sldId="9619"/>
            <ac:picMk id="4" creationId="{0B42A7E2-27B5-7CB0-2517-72C906A65332}"/>
          </ac:picMkLst>
        </pc:picChg>
        <pc:picChg chg="add mod">
          <ac:chgData name="Hoàng, Phạm Đình" userId="9751e56f-facf-48fb-a28f-7199feb47b66" providerId="ADAL" clId="{4576121F-B007-425B-8F07-7F2DC00E479F}" dt="2025-03-05T10:23:51.891" v="640"/>
          <ac:picMkLst>
            <pc:docMk/>
            <pc:sldMk cId="2450809257" sldId="9619"/>
            <ac:picMk id="5" creationId="{80BC3A5E-8A50-7809-89E8-76DCC069A023}"/>
          </ac:picMkLst>
        </pc:picChg>
        <pc:picChg chg="mod">
          <ac:chgData name="Hoàng, Phạm Đình" userId="9751e56f-facf-48fb-a28f-7199feb47b66" providerId="ADAL" clId="{4576121F-B007-425B-8F07-7F2DC00E479F}" dt="2025-03-05T10:13:39.008" v="489" actId="1036"/>
          <ac:picMkLst>
            <pc:docMk/>
            <pc:sldMk cId="2450809257" sldId="9619"/>
            <ac:picMk id="6" creationId="{1C53FC88-A0A1-2F1B-58FA-954D27B50C8A}"/>
          </ac:picMkLst>
        </pc:picChg>
      </pc:sldChg>
      <pc:sldChg chg="del">
        <pc:chgData name="Hoàng, Phạm Đình" userId="9751e56f-facf-48fb-a28f-7199feb47b66" providerId="ADAL" clId="{4576121F-B007-425B-8F07-7F2DC00E479F}" dt="2025-03-05T10:03:46.079" v="205" actId="2696"/>
        <pc:sldMkLst>
          <pc:docMk/>
          <pc:sldMk cId="3322285773" sldId="9619"/>
        </pc:sldMkLst>
      </pc:sldChg>
      <pc:sldChg chg="addSp delSp modSp mod">
        <pc:chgData name="Hoàng, Phạm Đình" userId="9751e56f-facf-48fb-a28f-7199feb47b66" providerId="ADAL" clId="{4576121F-B007-425B-8F07-7F2DC00E479F}" dt="2025-03-05T10:52:37.783" v="1440" actId="122"/>
        <pc:sldMkLst>
          <pc:docMk/>
          <pc:sldMk cId="1165654003" sldId="9622"/>
        </pc:sldMkLst>
        <pc:spChg chg="mod">
          <ac:chgData name="Hoàng, Phạm Đình" userId="9751e56f-facf-48fb-a28f-7199feb47b66" providerId="ADAL" clId="{4576121F-B007-425B-8F07-7F2DC00E479F}" dt="2025-03-05T10:52:37.783" v="1440" actId="122"/>
          <ac:spMkLst>
            <pc:docMk/>
            <pc:sldMk cId="1165654003" sldId="9622"/>
            <ac:spMk id="8" creationId="{E5DF50E4-2D14-EDCE-C095-1591BF6EECDC}"/>
          </ac:spMkLst>
        </pc:spChg>
        <pc:picChg chg="del">
          <ac:chgData name="Hoàng, Phạm Đình" userId="9751e56f-facf-48fb-a28f-7199feb47b66" providerId="ADAL" clId="{4576121F-B007-425B-8F07-7F2DC00E479F}" dt="2025-03-05T10:17:06.470" v="547" actId="478"/>
          <ac:picMkLst>
            <pc:docMk/>
            <pc:sldMk cId="1165654003" sldId="9622"/>
            <ac:picMk id="2" creationId="{70928022-A440-C7A8-7F62-C64D411F0EF5}"/>
          </ac:picMkLst>
        </pc:picChg>
        <pc:picChg chg="del">
          <ac:chgData name="Hoàng, Phạm Đình" userId="9751e56f-facf-48fb-a28f-7199feb47b66" providerId="ADAL" clId="{4576121F-B007-425B-8F07-7F2DC00E479F}" dt="2025-03-05T10:17:04.402" v="546" actId="478"/>
          <ac:picMkLst>
            <pc:docMk/>
            <pc:sldMk cId="1165654003" sldId="9622"/>
            <ac:picMk id="4" creationId="{28B3E478-1EE4-7C1D-09A6-C9CBE98539EC}"/>
          </ac:picMkLst>
        </pc:picChg>
        <pc:picChg chg="add mod">
          <ac:chgData name="Hoàng, Phạm Đình" userId="9751e56f-facf-48fb-a28f-7199feb47b66" providerId="ADAL" clId="{4576121F-B007-425B-8F07-7F2DC00E479F}" dt="2025-03-05T10:21:45.443" v="589"/>
          <ac:picMkLst>
            <pc:docMk/>
            <pc:sldMk cId="1165654003" sldId="9622"/>
            <ac:picMk id="5" creationId="{AD7596BD-2BE9-A241-4B3D-9EC1864BE75A}"/>
          </ac:picMkLst>
        </pc:picChg>
        <pc:picChg chg="add mod">
          <ac:chgData name="Hoàng, Phạm Đình" userId="9751e56f-facf-48fb-a28f-7199feb47b66" providerId="ADAL" clId="{4576121F-B007-425B-8F07-7F2DC00E479F}" dt="2025-03-05T10:23:37.065" v="632"/>
          <ac:picMkLst>
            <pc:docMk/>
            <pc:sldMk cId="1165654003" sldId="9622"/>
            <ac:picMk id="6" creationId="{5105E57F-B689-7A10-96D4-1B0AB50B0553}"/>
          </ac:picMkLst>
        </pc:picChg>
      </pc:sldChg>
      <pc:sldChg chg="addSp delSp modSp mod">
        <pc:chgData name="Hoàng, Phạm Đình" userId="9751e56f-facf-48fb-a28f-7199feb47b66" providerId="ADAL" clId="{4576121F-B007-425B-8F07-7F2DC00E479F}" dt="2025-03-05T10:52:48.923" v="1444" actId="122"/>
        <pc:sldMkLst>
          <pc:docMk/>
          <pc:sldMk cId="1343322063" sldId="9625"/>
        </pc:sldMkLst>
        <pc:spChg chg="mod">
          <ac:chgData name="Hoàng, Phạm Đình" userId="9751e56f-facf-48fb-a28f-7199feb47b66" providerId="ADAL" clId="{4576121F-B007-425B-8F07-7F2DC00E479F}" dt="2025-03-05T10:52:48.923" v="1444" actId="122"/>
          <ac:spMkLst>
            <pc:docMk/>
            <pc:sldMk cId="1343322063" sldId="9625"/>
            <ac:spMk id="8" creationId="{2AA96B23-F65B-8E85-11C3-44E55AE93CD1}"/>
          </ac:spMkLst>
        </pc:spChg>
        <pc:picChg chg="del">
          <ac:chgData name="Hoàng, Phạm Đình" userId="9751e56f-facf-48fb-a28f-7199feb47b66" providerId="ADAL" clId="{4576121F-B007-425B-8F07-7F2DC00E479F}" dt="2025-03-05T10:17:12.684" v="550" actId="478"/>
          <ac:picMkLst>
            <pc:docMk/>
            <pc:sldMk cId="1343322063" sldId="9625"/>
            <ac:picMk id="2" creationId="{33C11EF4-5EBB-5455-0150-34ACE9217F2D}"/>
          </ac:picMkLst>
        </pc:picChg>
        <pc:picChg chg="del">
          <ac:chgData name="Hoàng, Phạm Đình" userId="9751e56f-facf-48fb-a28f-7199feb47b66" providerId="ADAL" clId="{4576121F-B007-425B-8F07-7F2DC00E479F}" dt="2025-03-05T10:17:13.400" v="551" actId="478"/>
          <ac:picMkLst>
            <pc:docMk/>
            <pc:sldMk cId="1343322063" sldId="9625"/>
            <ac:picMk id="3" creationId="{60D21FF5-97C9-85ED-2281-AB2E44214FA0}"/>
          </ac:picMkLst>
        </pc:picChg>
        <pc:picChg chg="add mod">
          <ac:chgData name="Hoàng, Phạm Đình" userId="9751e56f-facf-48fb-a28f-7199feb47b66" providerId="ADAL" clId="{4576121F-B007-425B-8F07-7F2DC00E479F}" dt="2025-03-05T10:21:53.391" v="591"/>
          <ac:picMkLst>
            <pc:docMk/>
            <pc:sldMk cId="1343322063" sldId="9625"/>
            <ac:picMk id="4" creationId="{A422C225-148C-52A3-8392-A9CE3CD4FF04}"/>
          </ac:picMkLst>
        </pc:picChg>
        <pc:picChg chg="add mod">
          <ac:chgData name="Hoàng, Phạm Đình" userId="9751e56f-facf-48fb-a28f-7199feb47b66" providerId="ADAL" clId="{4576121F-B007-425B-8F07-7F2DC00E479F}" dt="2025-03-05T10:23:41.221" v="634"/>
          <ac:picMkLst>
            <pc:docMk/>
            <pc:sldMk cId="1343322063" sldId="9625"/>
            <ac:picMk id="5" creationId="{13A3EB86-BC66-3C1C-EB99-60BD0AF71F77}"/>
          </ac:picMkLst>
        </pc:picChg>
      </pc:sldChg>
      <pc:sldChg chg="addSp delSp modSp add mod modShow">
        <pc:chgData name="Hoàng, Phạm Đình" userId="9751e56f-facf-48fb-a28f-7199feb47b66" providerId="ADAL" clId="{4576121F-B007-425B-8F07-7F2DC00E479F}" dt="2025-03-05T10:56:45.970" v="1475" actId="729"/>
        <pc:sldMkLst>
          <pc:docMk/>
          <pc:sldMk cId="3476234924" sldId="9626"/>
        </pc:sldMkLst>
        <pc:spChg chg="mod">
          <ac:chgData name="Hoàng, Phạm Đình" userId="9751e56f-facf-48fb-a28f-7199feb47b66" providerId="ADAL" clId="{4576121F-B007-425B-8F07-7F2DC00E479F}" dt="2025-03-05T10:53:51.945" v="1467" actId="122"/>
          <ac:spMkLst>
            <pc:docMk/>
            <pc:sldMk cId="3476234924" sldId="9626"/>
            <ac:spMk id="8" creationId="{C5BC5232-9DD7-8F0D-CECD-50B0B1EA24BF}"/>
          </ac:spMkLst>
        </pc:spChg>
        <pc:picChg chg="del">
          <ac:chgData name="Hoàng, Phạm Đình" userId="9751e56f-facf-48fb-a28f-7199feb47b66" providerId="ADAL" clId="{4576121F-B007-425B-8F07-7F2DC00E479F}" dt="2025-03-05T10:17:48.203" v="570" actId="478"/>
          <ac:picMkLst>
            <pc:docMk/>
            <pc:sldMk cId="3476234924" sldId="9626"/>
            <ac:picMk id="2" creationId="{E5F9BF03-2489-0AB3-5CB2-F7AE365E5C0E}"/>
          </ac:picMkLst>
        </pc:picChg>
        <pc:picChg chg="mod">
          <ac:chgData name="Hoàng, Phạm Đình" userId="9751e56f-facf-48fb-a28f-7199feb47b66" providerId="ADAL" clId="{4576121F-B007-425B-8F07-7F2DC00E479F}" dt="2025-03-05T10:32:44.106" v="893" actId="1035"/>
          <ac:picMkLst>
            <pc:docMk/>
            <pc:sldMk cId="3476234924" sldId="9626"/>
            <ac:picMk id="3" creationId="{2BBCA8F9-68B0-D77F-0FCB-D594B6BB021D}"/>
          </ac:picMkLst>
        </pc:picChg>
        <pc:picChg chg="del">
          <ac:chgData name="Hoàng, Phạm Đình" userId="9751e56f-facf-48fb-a28f-7199feb47b66" providerId="ADAL" clId="{4576121F-B007-425B-8F07-7F2DC00E479F}" dt="2025-03-05T10:17:48.963" v="571" actId="478"/>
          <ac:picMkLst>
            <pc:docMk/>
            <pc:sldMk cId="3476234924" sldId="9626"/>
            <ac:picMk id="4" creationId="{0E921E37-EF81-4040-E57B-C9A1FC49D28F}"/>
          </ac:picMkLst>
        </pc:picChg>
        <pc:picChg chg="add mod">
          <ac:chgData name="Hoàng, Phạm Đình" userId="9751e56f-facf-48fb-a28f-7199feb47b66" providerId="ADAL" clId="{4576121F-B007-425B-8F07-7F2DC00E479F}" dt="2025-03-05T10:22:05.005" v="599"/>
          <ac:picMkLst>
            <pc:docMk/>
            <pc:sldMk cId="3476234924" sldId="9626"/>
            <ac:picMk id="5" creationId="{D0437AC2-64B0-3594-532B-E2CEF5E9F3EF}"/>
          </ac:picMkLst>
        </pc:picChg>
        <pc:picChg chg="add mod">
          <ac:chgData name="Hoàng, Phạm Đình" userId="9751e56f-facf-48fb-a28f-7199feb47b66" providerId="ADAL" clId="{4576121F-B007-425B-8F07-7F2DC00E479F}" dt="2025-03-05T10:23:53.439" v="641"/>
          <ac:picMkLst>
            <pc:docMk/>
            <pc:sldMk cId="3476234924" sldId="9626"/>
            <ac:picMk id="6" creationId="{655F405A-D381-4036-10B7-153A819FAD91}"/>
          </ac:picMkLst>
        </pc:picChg>
      </pc:sldChg>
      <pc:sldChg chg="del">
        <pc:chgData name="Hoàng, Phạm Đình" userId="9751e56f-facf-48fb-a28f-7199feb47b66" providerId="ADAL" clId="{4576121F-B007-425B-8F07-7F2DC00E479F}" dt="2025-03-05T10:03:46.079" v="205" actId="2696"/>
        <pc:sldMkLst>
          <pc:docMk/>
          <pc:sldMk cId="4075946418" sldId="9626"/>
        </pc:sldMkLst>
      </pc:sldChg>
      <pc:sldChg chg="addSp delSp modSp add del mod ord">
        <pc:chgData name="Hoàng, Phạm Đình" userId="9751e56f-facf-48fb-a28f-7199feb47b66" providerId="ADAL" clId="{4576121F-B007-425B-8F07-7F2DC00E479F}" dt="2025-03-05T10:00:35.949" v="67" actId="47"/>
        <pc:sldMkLst>
          <pc:docMk/>
          <pc:sldMk cId="416464304" sldId="9627"/>
        </pc:sldMkLst>
        <pc:spChg chg="del topLvl">
          <ac:chgData name="Hoàng, Phạm Đình" userId="9751e56f-facf-48fb-a28f-7199feb47b66" providerId="ADAL" clId="{4576121F-B007-425B-8F07-7F2DC00E479F}" dt="2025-03-05T09:58:38.420" v="3" actId="478"/>
          <ac:spMkLst>
            <pc:docMk/>
            <pc:sldMk cId="416464304" sldId="9627"/>
            <ac:spMk id="9" creationId="{0A4DBEB7-3D7A-3111-840A-7035A8B6A297}"/>
          </ac:spMkLst>
        </pc:spChg>
        <pc:spChg chg="del topLvl">
          <ac:chgData name="Hoàng, Phạm Đình" userId="9751e56f-facf-48fb-a28f-7199feb47b66" providerId="ADAL" clId="{4576121F-B007-425B-8F07-7F2DC00E479F}" dt="2025-03-05T09:58:40.279" v="4" actId="478"/>
          <ac:spMkLst>
            <pc:docMk/>
            <pc:sldMk cId="416464304" sldId="9627"/>
            <ac:spMk id="12" creationId="{F87A16F6-4235-91D9-F0BF-8979996D58EB}"/>
          </ac:spMkLst>
        </pc:spChg>
        <pc:spChg chg="del">
          <ac:chgData name="Hoàng, Phạm Đình" userId="9751e56f-facf-48fb-a28f-7199feb47b66" providerId="ADAL" clId="{4576121F-B007-425B-8F07-7F2DC00E479F}" dt="2025-03-05T09:58:37.218" v="2" actId="478"/>
          <ac:spMkLst>
            <pc:docMk/>
            <pc:sldMk cId="416464304" sldId="9627"/>
            <ac:spMk id="15" creationId="{E332CF62-F4F4-5DAD-0B83-C6A28289391B}"/>
          </ac:spMkLst>
        </pc:spChg>
        <pc:grpChg chg="del">
          <ac:chgData name="Hoàng, Phạm Đình" userId="9751e56f-facf-48fb-a28f-7199feb47b66" providerId="ADAL" clId="{4576121F-B007-425B-8F07-7F2DC00E479F}" dt="2025-03-05T09:58:38.420" v="3" actId="478"/>
          <ac:grpSpMkLst>
            <pc:docMk/>
            <pc:sldMk cId="416464304" sldId="9627"/>
            <ac:grpSpMk id="7" creationId="{0A21604E-D0EC-8405-AF13-E8645AF995EE}"/>
          </ac:grpSpMkLst>
        </pc:grpChg>
        <pc:graphicFrameChg chg="add mod">
          <ac:chgData name="Hoàng, Phạm Đình" userId="9751e56f-facf-48fb-a28f-7199feb47b66" providerId="ADAL" clId="{4576121F-B007-425B-8F07-7F2DC00E479F}" dt="2025-03-05T09:58:43.653" v="5"/>
          <ac:graphicFrameMkLst>
            <pc:docMk/>
            <pc:sldMk cId="416464304" sldId="9627"/>
            <ac:graphicFrameMk id="5" creationId="{6003F860-DF2C-3137-C528-45B14A479218}"/>
          </ac:graphicFrameMkLst>
        </pc:graphicFrameChg>
      </pc:sldChg>
      <pc:sldChg chg="addSp delSp modSp add mod">
        <pc:chgData name="Hoàng, Phạm Đình" userId="9751e56f-facf-48fb-a28f-7199feb47b66" providerId="ADAL" clId="{4576121F-B007-425B-8F07-7F2DC00E479F}" dt="2025-03-05T10:48:48.115" v="1205" actId="14100"/>
        <pc:sldMkLst>
          <pc:docMk/>
          <pc:sldMk cId="3580230643" sldId="9627"/>
        </pc:sldMkLst>
        <pc:spChg chg="mod">
          <ac:chgData name="Hoàng, Phạm Đình" userId="9751e56f-facf-48fb-a28f-7199feb47b66" providerId="ADAL" clId="{4576121F-B007-425B-8F07-7F2DC00E479F}" dt="2025-03-05T10:48:48.115" v="1205" actId="14100"/>
          <ac:spMkLst>
            <pc:docMk/>
            <pc:sldMk cId="3580230643" sldId="9627"/>
            <ac:spMk id="9" creationId="{6C619D1F-62D6-BDD4-4D1C-99D4EEBD919A}"/>
          </ac:spMkLst>
        </pc:spChg>
        <pc:graphicFrameChg chg="add mod modGraphic">
          <ac:chgData name="Hoàng, Phạm Đình" userId="9751e56f-facf-48fb-a28f-7199feb47b66" providerId="ADAL" clId="{4576121F-B007-425B-8F07-7F2DC00E479F}" dt="2025-03-05T10:40:39.990" v="1101" actId="255"/>
          <ac:graphicFrameMkLst>
            <pc:docMk/>
            <pc:sldMk cId="3580230643" sldId="9627"/>
            <ac:graphicFrameMk id="2" creationId="{F4F5BBC9-78F7-740A-F925-742A7AEB6FD2}"/>
          </ac:graphicFrameMkLst>
        </pc:graphicFrameChg>
        <pc:picChg chg="del">
          <ac:chgData name="Hoàng, Phạm Đình" userId="9751e56f-facf-48fb-a28f-7199feb47b66" providerId="ADAL" clId="{4576121F-B007-425B-8F07-7F2DC00E479F}" dt="2025-03-05T10:16:34.650" v="532" actId="478"/>
          <ac:picMkLst>
            <pc:docMk/>
            <pc:sldMk cId="3580230643" sldId="9627"/>
            <ac:picMk id="3" creationId="{9AF3CDCE-5CC5-DB8F-4BA3-BEB189438524}"/>
          </ac:picMkLst>
        </pc:picChg>
        <pc:picChg chg="del">
          <ac:chgData name="Hoàng, Phạm Đình" userId="9751e56f-facf-48fb-a28f-7199feb47b66" providerId="ADAL" clId="{4576121F-B007-425B-8F07-7F2DC00E479F}" dt="2025-03-05T10:00:52.420" v="100" actId="478"/>
          <ac:picMkLst>
            <pc:docMk/>
            <pc:sldMk cId="3580230643" sldId="9627"/>
            <ac:picMk id="4" creationId="{47B158B3-6F6D-F1CF-DFD7-6EA25BBCC44E}"/>
          </ac:picMkLst>
        </pc:picChg>
        <pc:picChg chg="del">
          <ac:chgData name="Hoàng, Phạm Đình" userId="9751e56f-facf-48fb-a28f-7199feb47b66" providerId="ADAL" clId="{4576121F-B007-425B-8F07-7F2DC00E479F}" dt="2025-03-05T10:16:35.997" v="533" actId="478"/>
          <ac:picMkLst>
            <pc:docMk/>
            <pc:sldMk cId="3580230643" sldId="9627"/>
            <ac:picMk id="5" creationId="{9A9E3FB0-49F1-F00E-D86A-051A2D874CA2}"/>
          </ac:picMkLst>
        </pc:picChg>
        <pc:picChg chg="add mod">
          <ac:chgData name="Hoàng, Phạm Đình" userId="9751e56f-facf-48fb-a28f-7199feb47b66" providerId="ADAL" clId="{4576121F-B007-425B-8F07-7F2DC00E479F}" dt="2025-03-05T10:21:29.015" v="582"/>
          <ac:picMkLst>
            <pc:docMk/>
            <pc:sldMk cId="3580230643" sldId="9627"/>
            <ac:picMk id="6" creationId="{984AB206-09F2-FDAA-7D92-86B6C05F591A}"/>
          </ac:picMkLst>
        </pc:picChg>
        <pc:picChg chg="add del mod">
          <ac:chgData name="Hoàng, Phạm Đình" userId="9751e56f-facf-48fb-a28f-7199feb47b66" providerId="ADAL" clId="{4576121F-B007-425B-8F07-7F2DC00E479F}" dt="2025-03-05T10:22:49.975" v="607" actId="478"/>
          <ac:picMkLst>
            <pc:docMk/>
            <pc:sldMk cId="3580230643" sldId="9627"/>
            <ac:picMk id="7" creationId="{EDD45D2A-5833-2856-29E8-D135F1E4B7B9}"/>
          </ac:picMkLst>
        </pc:picChg>
        <pc:picChg chg="add del mod">
          <ac:chgData name="Hoàng, Phạm Đình" userId="9751e56f-facf-48fb-a28f-7199feb47b66" providerId="ADAL" clId="{4576121F-B007-425B-8F07-7F2DC00E479F}" dt="2025-03-05T10:23:22.564" v="624" actId="478"/>
          <ac:picMkLst>
            <pc:docMk/>
            <pc:sldMk cId="3580230643" sldId="9627"/>
            <ac:picMk id="8" creationId="{A72AB845-14D0-F0DA-DB3A-4F6D4B7D6D4B}"/>
          </ac:picMkLst>
        </pc:picChg>
        <pc:picChg chg="add mod">
          <ac:chgData name="Hoàng, Phạm Đình" userId="9751e56f-facf-48fb-a28f-7199feb47b66" providerId="ADAL" clId="{4576121F-B007-425B-8F07-7F2DC00E479F}" dt="2025-03-05T10:23:23.824" v="625"/>
          <ac:picMkLst>
            <pc:docMk/>
            <pc:sldMk cId="3580230643" sldId="9627"/>
            <ac:picMk id="10" creationId="{45483C55-F871-B641-626F-20A677EEEC16}"/>
          </ac:picMkLst>
        </pc:picChg>
      </pc:sldChg>
      <pc:sldChg chg="addSp delSp modSp add del mod ord">
        <pc:chgData name="Hoàng, Phạm Đình" userId="9751e56f-facf-48fb-a28f-7199feb47b66" providerId="ADAL" clId="{4576121F-B007-425B-8F07-7F2DC00E479F}" dt="2025-03-05T10:00:25.845" v="64"/>
        <pc:sldMkLst>
          <pc:docMk/>
          <pc:sldMk cId="946213206" sldId="9628"/>
        </pc:sldMkLst>
        <pc:graphicFrameChg chg="add mod">
          <ac:chgData name="Hoàng, Phạm Đình" userId="9751e56f-facf-48fb-a28f-7199feb47b66" providerId="ADAL" clId="{4576121F-B007-425B-8F07-7F2DC00E479F}" dt="2025-03-05T09:59:36.512" v="11"/>
          <ac:graphicFrameMkLst>
            <pc:docMk/>
            <pc:sldMk cId="946213206" sldId="9628"/>
            <ac:graphicFrameMk id="2" creationId="{D72E6A71-FE44-33F6-5009-22D41BE0565F}"/>
          </ac:graphicFrameMkLst>
        </pc:graphicFrameChg>
        <pc:picChg chg="add del">
          <ac:chgData name="Hoàng, Phạm Đình" userId="9751e56f-facf-48fb-a28f-7199feb47b66" providerId="ADAL" clId="{4576121F-B007-425B-8F07-7F2DC00E479F}" dt="2025-03-05T10:00:25.006" v="63" actId="478"/>
          <ac:picMkLst>
            <pc:docMk/>
            <pc:sldMk cId="946213206" sldId="9628"/>
            <ac:picMk id="11" creationId="{698BE022-93AB-D0FC-09EF-7A9BF5437C66}"/>
          </ac:picMkLst>
        </pc:picChg>
      </pc:sldChg>
      <pc:sldChg chg="addSp delSp modSp add mod">
        <pc:chgData name="Hoàng, Phạm Đình" userId="9751e56f-facf-48fb-a28f-7199feb47b66" providerId="ADAL" clId="{4576121F-B007-425B-8F07-7F2DC00E479F}" dt="2025-03-05T10:51:55.625" v="1430" actId="6549"/>
        <pc:sldMkLst>
          <pc:docMk/>
          <pc:sldMk cId="2662927267" sldId="9628"/>
        </pc:sldMkLst>
        <pc:spChg chg="mod">
          <ac:chgData name="Hoàng, Phạm Đình" userId="9751e56f-facf-48fb-a28f-7199feb47b66" providerId="ADAL" clId="{4576121F-B007-425B-8F07-7F2DC00E479F}" dt="2025-03-05T10:49:01.532" v="1209" actId="122"/>
          <ac:spMkLst>
            <pc:docMk/>
            <pc:sldMk cId="2662927267" sldId="9628"/>
            <ac:spMk id="9" creationId="{1DE25085-55E1-E4B0-2F56-F00FE81325AB}"/>
          </ac:spMkLst>
        </pc:spChg>
        <pc:graphicFrameChg chg="add mod modGraphic">
          <ac:chgData name="Hoàng, Phạm Đình" userId="9751e56f-facf-48fb-a28f-7199feb47b66" providerId="ADAL" clId="{4576121F-B007-425B-8F07-7F2DC00E479F}" dt="2025-03-05T10:51:55.625" v="1430" actId="6549"/>
          <ac:graphicFrameMkLst>
            <pc:docMk/>
            <pc:sldMk cId="2662927267" sldId="9628"/>
            <ac:graphicFrameMk id="7" creationId="{1D6585CB-C298-76C1-DB1E-AFBDD7455185}"/>
          </ac:graphicFrameMkLst>
        </pc:graphicFrameChg>
        <pc:picChg chg="add mod">
          <ac:chgData name="Hoàng, Phạm Đình" userId="9751e56f-facf-48fb-a28f-7199feb47b66" providerId="ADAL" clId="{4576121F-B007-425B-8F07-7F2DC00E479F}" dt="2025-03-05T10:21:32.527" v="584"/>
          <ac:picMkLst>
            <pc:docMk/>
            <pc:sldMk cId="2662927267" sldId="9628"/>
            <ac:picMk id="2" creationId="{C438FF17-1D63-C781-C120-97B595DD147B}"/>
          </ac:picMkLst>
        </pc:picChg>
        <pc:picChg chg="del">
          <ac:chgData name="Hoàng, Phạm Đình" userId="9751e56f-facf-48fb-a28f-7199feb47b66" providerId="ADAL" clId="{4576121F-B007-425B-8F07-7F2DC00E479F}" dt="2025-03-05T10:16:42.374" v="536" actId="478"/>
          <ac:picMkLst>
            <pc:docMk/>
            <pc:sldMk cId="2662927267" sldId="9628"/>
            <ac:picMk id="3" creationId="{E0E8FC09-862D-070E-984D-14141C25FC82}"/>
          </ac:picMkLst>
        </pc:picChg>
        <pc:picChg chg="del">
          <ac:chgData name="Hoàng, Phạm Đình" userId="9751e56f-facf-48fb-a28f-7199feb47b66" providerId="ADAL" clId="{4576121F-B007-425B-8F07-7F2DC00E479F}" dt="2025-03-05T10:02:01.908" v="146" actId="478"/>
          <ac:picMkLst>
            <pc:docMk/>
            <pc:sldMk cId="2662927267" sldId="9628"/>
            <ac:picMk id="4" creationId="{B7A0E980-52F0-DBF7-9947-DDDD40DC55C9}"/>
          </ac:picMkLst>
        </pc:picChg>
        <pc:picChg chg="del">
          <ac:chgData name="Hoàng, Phạm Đình" userId="9751e56f-facf-48fb-a28f-7199feb47b66" providerId="ADAL" clId="{4576121F-B007-425B-8F07-7F2DC00E479F}" dt="2025-03-05T10:16:43.379" v="537" actId="478"/>
          <ac:picMkLst>
            <pc:docMk/>
            <pc:sldMk cId="2662927267" sldId="9628"/>
            <ac:picMk id="5" creationId="{7DDF6B32-C75D-8067-2F2E-A60E2EA814D0}"/>
          </ac:picMkLst>
        </pc:picChg>
        <pc:picChg chg="add mod">
          <ac:chgData name="Hoàng, Phạm Đình" userId="9751e56f-facf-48fb-a28f-7199feb47b66" providerId="ADAL" clId="{4576121F-B007-425B-8F07-7F2DC00E479F}" dt="2025-03-05T10:23:28.670" v="627"/>
          <ac:picMkLst>
            <pc:docMk/>
            <pc:sldMk cId="2662927267" sldId="9628"/>
            <ac:picMk id="6" creationId="{E1604947-356E-FA43-3610-0CB32F4B944A}"/>
          </ac:picMkLst>
        </pc:picChg>
      </pc:sldChg>
      <pc:sldChg chg="delSp modSp add del mod">
        <pc:chgData name="Hoàng, Phạm Đình" userId="9751e56f-facf-48fb-a28f-7199feb47b66" providerId="ADAL" clId="{4576121F-B007-425B-8F07-7F2DC00E479F}" dt="2025-03-05T10:20:05.356" v="572" actId="47"/>
        <pc:sldMkLst>
          <pc:docMk/>
          <pc:sldMk cId="2772761184" sldId="9629"/>
        </pc:sldMkLst>
        <pc:spChg chg="mod">
          <ac:chgData name="Hoàng, Phạm Đình" userId="9751e56f-facf-48fb-a28f-7199feb47b66" providerId="ADAL" clId="{4576121F-B007-425B-8F07-7F2DC00E479F}" dt="2025-03-05T10:13:00.859" v="453" actId="20577"/>
          <ac:spMkLst>
            <pc:docMk/>
            <pc:sldMk cId="2772761184" sldId="9629"/>
            <ac:spMk id="8" creationId="{57E6B68B-68C3-0640-D8CB-7E00E37A4687}"/>
          </ac:spMkLst>
        </pc:spChg>
        <pc:picChg chg="del">
          <ac:chgData name="Hoàng, Phạm Đình" userId="9751e56f-facf-48fb-a28f-7199feb47b66" providerId="ADAL" clId="{4576121F-B007-425B-8F07-7F2DC00E479F}" dt="2025-03-05T10:17:36.483" v="563" actId="478"/>
          <ac:picMkLst>
            <pc:docMk/>
            <pc:sldMk cId="2772761184" sldId="9629"/>
            <ac:picMk id="2" creationId="{34180B4D-E465-2809-074A-1050F8445DB8}"/>
          </ac:picMkLst>
        </pc:picChg>
        <pc:picChg chg="del">
          <ac:chgData name="Hoàng, Phạm Đình" userId="9751e56f-facf-48fb-a28f-7199feb47b66" providerId="ADAL" clId="{4576121F-B007-425B-8F07-7F2DC00E479F}" dt="2025-03-05T10:17:37.247" v="564" actId="478"/>
          <ac:picMkLst>
            <pc:docMk/>
            <pc:sldMk cId="2772761184" sldId="9629"/>
            <ac:picMk id="3" creationId="{28C9B85B-2C38-800C-D87E-186ACE671291}"/>
          </ac:picMkLst>
        </pc:picChg>
      </pc:sldChg>
      <pc:sldChg chg="addSp delSp modSp add mod">
        <pc:chgData name="Hoàng, Phạm Đình" userId="9751e56f-facf-48fb-a28f-7199feb47b66" providerId="ADAL" clId="{4576121F-B007-425B-8F07-7F2DC00E479F}" dt="2025-03-05T11:30:46.208" v="2099" actId="20577"/>
        <pc:sldMkLst>
          <pc:docMk/>
          <pc:sldMk cId="4096035680" sldId="9629"/>
        </pc:sldMkLst>
        <pc:spChg chg="add mod">
          <ac:chgData name="Hoàng, Phạm Đình" userId="9751e56f-facf-48fb-a28f-7199feb47b66" providerId="ADAL" clId="{4576121F-B007-425B-8F07-7F2DC00E479F}" dt="2025-03-05T11:30:46.208" v="2099" actId="20577"/>
          <ac:spMkLst>
            <pc:docMk/>
            <pc:sldMk cId="4096035680" sldId="9629"/>
            <ac:spMk id="5" creationId="{65A3D940-AED6-7F68-DEC9-4943570ED2E4}"/>
          </ac:spMkLst>
        </pc:spChg>
        <pc:spChg chg="mod">
          <ac:chgData name="Hoàng, Phạm Đình" userId="9751e56f-facf-48fb-a28f-7199feb47b66" providerId="ADAL" clId="{4576121F-B007-425B-8F07-7F2DC00E479F}" dt="2025-03-05T11:30:03.207" v="2013" actId="1076"/>
          <ac:spMkLst>
            <pc:docMk/>
            <pc:sldMk cId="4096035680" sldId="9629"/>
            <ac:spMk id="9" creationId="{891EDD52-F939-1554-0B25-8D8AF2F8486D}"/>
          </ac:spMkLst>
        </pc:spChg>
        <pc:graphicFrameChg chg="add mod">
          <ac:chgData name="Hoàng, Phạm Đình" userId="9751e56f-facf-48fb-a28f-7199feb47b66" providerId="ADAL" clId="{4576121F-B007-425B-8F07-7F2DC00E479F}" dt="2025-03-05T11:25:42.951" v="1730" actId="1038"/>
          <ac:graphicFrameMkLst>
            <pc:docMk/>
            <pc:sldMk cId="4096035680" sldId="9629"/>
            <ac:graphicFrameMk id="3" creationId="{59152B67-C2D1-2F9F-153B-21BD73F026AB}"/>
          </ac:graphicFrameMkLst>
        </pc:graphicFrameChg>
        <pc:picChg chg="del">
          <ac:chgData name="Hoàng, Phạm Đình" userId="9751e56f-facf-48fb-a28f-7199feb47b66" providerId="ADAL" clId="{4576121F-B007-425B-8F07-7F2DC00E479F}" dt="2025-03-05T11:07:41.464" v="1681" actId="478"/>
          <ac:picMkLst>
            <pc:docMk/>
            <pc:sldMk cId="4096035680" sldId="9629"/>
            <ac:picMk id="4" creationId="{50E0AF4F-1C33-D160-9157-CDA9B905EAE5}"/>
          </ac:picMkLst>
        </pc:picChg>
      </pc:sldChg>
      <pc:sldMasterChg chg="modSp mod">
        <pc:chgData name="Hoàng, Phạm Đình" userId="9751e56f-facf-48fb-a28f-7199feb47b66" providerId="ADAL" clId="{4576121F-B007-425B-8F07-7F2DC00E479F}" dt="2025-03-05T11:31:18.222" v="2101" actId="20577"/>
        <pc:sldMasterMkLst>
          <pc:docMk/>
          <pc:sldMasterMk cId="0" sldId="2147483687"/>
        </pc:sldMasterMkLst>
        <pc:spChg chg="mod">
          <ac:chgData name="Hoàng, Phạm Đình" userId="9751e56f-facf-48fb-a28f-7199feb47b66" providerId="ADAL" clId="{4576121F-B007-425B-8F07-7F2DC00E479F}" dt="2025-03-05T11:31:18.222" v="2101" actId="20577"/>
          <ac:spMkLst>
            <pc:docMk/>
            <pc:sldMasterMk cId="0" sldId="2147483687"/>
            <ac:spMk id="9" creationId="{78362B1F-73C3-AFBF-BC69-F4DCFA044A77}"/>
          </ac:spMkLst>
        </pc:spChg>
      </pc:sldMasterChg>
    </pc:docChg>
  </pc:docChgLst>
  <pc:docChgLst>
    <pc:chgData name="Hân, Nguyễn Hồng" userId="5a451838-8dad-4932-9f1e-efcd0734835e" providerId="ADAL" clId="{04885B0C-4695-497B-B68C-72649EDE659D}"/>
    <pc:docChg chg="undo custSel addSld delSld modSld sldOrd modMainMaster modSection">
      <pc:chgData name="Hân, Nguyễn Hồng" userId="5a451838-8dad-4932-9f1e-efcd0734835e" providerId="ADAL" clId="{04885B0C-4695-497B-B68C-72649EDE659D}" dt="2024-08-20T10:06:10.565" v="1870" actId="20577"/>
      <pc:docMkLst>
        <pc:docMk/>
      </pc:docMkLst>
      <pc:sldChg chg="modSp mod">
        <pc:chgData name="Hân, Nguyễn Hồng" userId="5a451838-8dad-4932-9f1e-efcd0734835e" providerId="ADAL" clId="{04885B0C-4695-497B-B68C-72649EDE659D}" dt="2024-08-11T12:14:00.362" v="1185" actId="20577"/>
        <pc:sldMkLst>
          <pc:docMk/>
          <pc:sldMk cId="1175279130" sldId="372"/>
        </pc:sldMkLst>
      </pc:sldChg>
      <pc:sldChg chg="addSp delSp modSp mod">
        <pc:chgData name="Hân, Nguyễn Hồng" userId="5a451838-8dad-4932-9f1e-efcd0734835e" providerId="ADAL" clId="{04885B0C-4695-497B-B68C-72649EDE659D}" dt="2024-08-11T08:30:28.077" v="453" actId="1076"/>
        <pc:sldMkLst>
          <pc:docMk/>
          <pc:sldMk cId="1250907711" sldId="9467"/>
        </pc:sldMkLst>
      </pc:sldChg>
      <pc:sldChg chg="addSp delSp modSp mod">
        <pc:chgData name="Hân, Nguyễn Hồng" userId="5a451838-8dad-4932-9f1e-efcd0734835e" providerId="ADAL" clId="{04885B0C-4695-497B-B68C-72649EDE659D}" dt="2024-08-16T04:20:13.276" v="1844" actId="20577"/>
        <pc:sldMkLst>
          <pc:docMk/>
          <pc:sldMk cId="306475460" sldId="9514"/>
        </pc:sldMkLst>
      </pc:sldChg>
      <pc:sldChg chg="addSp delSp modSp mod">
        <pc:chgData name="Hân, Nguyễn Hồng" userId="5a451838-8dad-4932-9f1e-efcd0734835e" providerId="ADAL" clId="{04885B0C-4695-497B-B68C-72649EDE659D}" dt="2024-08-11T08:25:59.613" v="110" actId="14100"/>
        <pc:sldMkLst>
          <pc:docMk/>
          <pc:sldMk cId="3559819967" sldId="9520"/>
        </pc:sldMkLst>
      </pc:sldChg>
      <pc:sldChg chg="addSp delSp modSp del mod">
        <pc:chgData name="Hân, Nguyễn Hồng" userId="5a451838-8dad-4932-9f1e-efcd0734835e" providerId="ADAL" clId="{04885B0C-4695-497B-B68C-72649EDE659D}" dt="2024-08-11T08:37:58.848" v="538" actId="47"/>
        <pc:sldMkLst>
          <pc:docMk/>
          <pc:sldMk cId="2016926022" sldId="9528"/>
        </pc:sldMkLst>
      </pc:sldChg>
      <pc:sldChg chg="delSp del mod">
        <pc:chgData name="Hân, Nguyễn Hồng" userId="5a451838-8dad-4932-9f1e-efcd0734835e" providerId="ADAL" clId="{04885B0C-4695-497B-B68C-72649EDE659D}" dt="2024-08-10T09:53:16.831" v="22" actId="47"/>
        <pc:sldMkLst>
          <pc:docMk/>
          <pc:sldMk cId="3430850935" sldId="9537"/>
        </pc:sldMkLst>
      </pc:sldChg>
      <pc:sldChg chg="del">
        <pc:chgData name="Hân, Nguyễn Hồng" userId="5a451838-8dad-4932-9f1e-efcd0734835e" providerId="ADAL" clId="{04885B0C-4695-497B-B68C-72649EDE659D}" dt="2024-08-11T12:11:17.084" v="1123" actId="47"/>
        <pc:sldMkLst>
          <pc:docMk/>
          <pc:sldMk cId="3741979320" sldId="9544"/>
        </pc:sldMkLst>
      </pc:sldChg>
      <pc:sldChg chg="del">
        <pc:chgData name="Hân, Nguyễn Hồng" userId="5a451838-8dad-4932-9f1e-efcd0734835e" providerId="ADAL" clId="{04885B0C-4695-497B-B68C-72649EDE659D}" dt="2024-08-11T12:11:16.225" v="1122" actId="47"/>
        <pc:sldMkLst>
          <pc:docMk/>
          <pc:sldMk cId="2481395289" sldId="9547"/>
        </pc:sldMkLst>
      </pc:sldChg>
      <pc:sldChg chg="addSp delSp modSp mod">
        <pc:chgData name="Hân, Nguyễn Hồng" userId="5a451838-8dad-4932-9f1e-efcd0734835e" providerId="ADAL" clId="{04885B0C-4695-497B-B68C-72649EDE659D}" dt="2024-08-11T09:23:20.605" v="800" actId="1076"/>
        <pc:sldMkLst>
          <pc:docMk/>
          <pc:sldMk cId="1618145755" sldId="9549"/>
        </pc:sldMkLst>
      </pc:sldChg>
      <pc:sldChg chg="addSp delSp modSp del mod">
        <pc:chgData name="Hân, Nguyễn Hồng" userId="5a451838-8dad-4932-9f1e-efcd0734835e" providerId="ADAL" clId="{04885B0C-4695-497B-B68C-72649EDE659D}" dt="2024-08-11T11:06:06.801" v="932" actId="47"/>
        <pc:sldMkLst>
          <pc:docMk/>
          <pc:sldMk cId="3474822156" sldId="9552"/>
        </pc:sldMkLst>
      </pc:sldChg>
      <pc:sldChg chg="delSp add del mod">
        <pc:chgData name="Hân, Nguyễn Hồng" userId="5a451838-8dad-4932-9f1e-efcd0734835e" providerId="ADAL" clId="{04885B0C-4695-497B-B68C-72649EDE659D}" dt="2024-08-11T12:10:47.897" v="1106" actId="47"/>
        <pc:sldMkLst>
          <pc:docMk/>
          <pc:sldMk cId="3390237433" sldId="9553"/>
        </pc:sldMkLst>
      </pc:sldChg>
      <pc:sldChg chg="addSp delSp modSp add del mod">
        <pc:chgData name="Hân, Nguyễn Hồng" userId="5a451838-8dad-4932-9f1e-efcd0734835e" providerId="ADAL" clId="{04885B0C-4695-497B-B68C-72649EDE659D}" dt="2024-08-11T09:22:10.300" v="769" actId="47"/>
        <pc:sldMkLst>
          <pc:docMk/>
          <pc:sldMk cId="1927430426" sldId="9554"/>
        </pc:sldMkLst>
      </pc:sldChg>
      <pc:sldChg chg="add del">
        <pc:chgData name="Hân, Nguyễn Hồng" userId="5a451838-8dad-4932-9f1e-efcd0734835e" providerId="ADAL" clId="{04885B0C-4695-497B-B68C-72649EDE659D}" dt="2024-08-11T08:37:58.025" v="537" actId="47"/>
        <pc:sldMkLst>
          <pc:docMk/>
          <pc:sldMk cId="2933705399" sldId="9554"/>
        </pc:sldMkLst>
      </pc:sldChg>
      <pc:sldChg chg="addSp delSp modSp add del mod">
        <pc:chgData name="Hân, Nguyễn Hồng" userId="5a451838-8dad-4932-9f1e-efcd0734835e" providerId="ADAL" clId="{04885B0C-4695-497B-B68C-72649EDE659D}" dt="2024-08-11T09:18:20.542" v="754" actId="47"/>
        <pc:sldMkLst>
          <pc:docMk/>
          <pc:sldMk cId="2040726484" sldId="9555"/>
        </pc:sldMkLst>
      </pc:sldChg>
      <pc:sldChg chg="addSp delSp modSp add del mod">
        <pc:chgData name="Hân, Nguyễn Hồng" userId="5a451838-8dad-4932-9f1e-efcd0734835e" providerId="ADAL" clId="{04885B0C-4695-497B-B68C-72649EDE659D}" dt="2024-08-11T09:18:21.864" v="755" actId="47"/>
        <pc:sldMkLst>
          <pc:docMk/>
          <pc:sldMk cId="3904088609" sldId="9556"/>
        </pc:sldMkLst>
      </pc:sldChg>
      <pc:sldChg chg="addSp delSp modSp add mod">
        <pc:chgData name="Hân, Nguyễn Hồng" userId="5a451838-8dad-4932-9f1e-efcd0734835e" providerId="ADAL" clId="{04885B0C-4695-497B-B68C-72649EDE659D}" dt="2024-08-11T11:00:54.345" v="865" actId="14100"/>
        <pc:sldMkLst>
          <pc:docMk/>
          <pc:sldMk cId="2856120315" sldId="9557"/>
        </pc:sldMkLst>
      </pc:sldChg>
      <pc:sldChg chg="addSp delSp modSp add mod ord">
        <pc:chgData name="Hân, Nguyễn Hồng" userId="5a451838-8dad-4932-9f1e-efcd0734835e" providerId="ADAL" clId="{04885B0C-4695-497B-B68C-72649EDE659D}" dt="2024-08-11T11:05:37.226" v="930" actId="1035"/>
        <pc:sldMkLst>
          <pc:docMk/>
          <pc:sldMk cId="76855253" sldId="9558"/>
        </pc:sldMkLst>
      </pc:sldChg>
      <pc:sldChg chg="add del">
        <pc:chgData name="Hân, Nguyễn Hồng" userId="5a451838-8dad-4932-9f1e-efcd0734835e" providerId="ADAL" clId="{04885B0C-4695-497B-B68C-72649EDE659D}" dt="2024-08-11T08:51:00.182" v="712" actId="47"/>
        <pc:sldMkLst>
          <pc:docMk/>
          <pc:sldMk cId="1774785978" sldId="9558"/>
        </pc:sldMkLst>
      </pc:sldChg>
      <pc:sldChg chg="addSp delSp modSp add del mod ord">
        <pc:chgData name="Hân, Nguyễn Hồng" userId="5a451838-8dad-4932-9f1e-efcd0734835e" providerId="ADAL" clId="{04885B0C-4695-497B-B68C-72649EDE659D}" dt="2024-08-11T09:18:02.490" v="753" actId="2696"/>
        <pc:sldMkLst>
          <pc:docMk/>
          <pc:sldMk cId="3453581729" sldId="9559"/>
        </pc:sldMkLst>
      </pc:sldChg>
      <pc:sldChg chg="addSp delSp modSp add mod ord">
        <pc:chgData name="Hân, Nguyễn Hồng" userId="5a451838-8dad-4932-9f1e-efcd0734835e" providerId="ADAL" clId="{04885B0C-4695-497B-B68C-72649EDE659D}" dt="2024-08-15T09:32:09.735" v="1387" actId="14100"/>
        <pc:sldMkLst>
          <pc:docMk/>
          <pc:sldMk cId="4148884041" sldId="9559"/>
        </pc:sldMkLst>
      </pc:sldChg>
      <pc:sldChg chg="addSp delSp modSp add mod ord">
        <pc:chgData name="Hân, Nguyễn Hồng" userId="5a451838-8dad-4932-9f1e-efcd0734835e" providerId="ADAL" clId="{04885B0C-4695-497B-B68C-72649EDE659D}" dt="2024-08-15T09:32:44.624" v="1391" actId="1076"/>
        <pc:sldMkLst>
          <pc:docMk/>
          <pc:sldMk cId="3978507345" sldId="9560"/>
        </pc:sldMkLst>
      </pc:sldChg>
      <pc:sldChg chg="add del">
        <pc:chgData name="Hân, Nguyễn Hồng" userId="5a451838-8dad-4932-9f1e-efcd0734835e" providerId="ADAL" clId="{04885B0C-4695-497B-B68C-72649EDE659D}" dt="2024-08-11T09:21:49.379" v="764"/>
        <pc:sldMkLst>
          <pc:docMk/>
          <pc:sldMk cId="4213757429" sldId="9560"/>
        </pc:sldMkLst>
      </pc:sldChg>
      <pc:sldChg chg="addSp delSp modSp add mod">
        <pc:chgData name="Hân, Nguyễn Hồng" userId="5a451838-8dad-4932-9f1e-efcd0734835e" providerId="ADAL" clId="{04885B0C-4695-497B-B68C-72649EDE659D}" dt="2024-08-15T09:34:05.792" v="1400" actId="14100"/>
        <pc:sldMkLst>
          <pc:docMk/>
          <pc:sldMk cId="2128670676" sldId="9561"/>
        </pc:sldMkLst>
      </pc:sldChg>
      <pc:sldChg chg="modSp add del mod">
        <pc:chgData name="Hân, Nguyễn Hồng" userId="5a451838-8dad-4932-9f1e-efcd0734835e" providerId="ADAL" clId="{04885B0C-4695-497B-B68C-72649EDE659D}" dt="2024-08-11T12:10:46.664" v="1105" actId="47"/>
        <pc:sldMkLst>
          <pc:docMk/>
          <pc:sldMk cId="685227170" sldId="9562"/>
        </pc:sldMkLst>
      </pc:sldChg>
      <pc:sldChg chg="addSp delSp modSp add del mod ord">
        <pc:chgData name="Hân, Nguyễn Hồng" userId="5a451838-8dad-4932-9f1e-efcd0734835e" providerId="ADAL" clId="{04885B0C-4695-497B-B68C-72649EDE659D}" dt="2024-08-15T09:56:34.684" v="1440" actId="14100"/>
        <pc:sldMkLst>
          <pc:docMk/>
          <pc:sldMk cId="2487289426" sldId="9563"/>
        </pc:sldMkLst>
      </pc:sldChg>
      <pc:sldChg chg="add del">
        <pc:chgData name="Hân, Nguyễn Hồng" userId="5a451838-8dad-4932-9f1e-efcd0734835e" providerId="ADAL" clId="{04885B0C-4695-497B-B68C-72649EDE659D}" dt="2024-08-11T12:10:55.808" v="1111" actId="47"/>
        <pc:sldMkLst>
          <pc:docMk/>
          <pc:sldMk cId="668184245" sldId="9564"/>
        </pc:sldMkLst>
      </pc:sldChg>
      <pc:sldChg chg="addSp delSp modSp add mod">
        <pc:chgData name="Hân, Nguyễn Hồng" userId="5a451838-8dad-4932-9f1e-efcd0734835e" providerId="ADAL" clId="{04885B0C-4695-497B-B68C-72649EDE659D}" dt="2024-08-15T10:06:03.181" v="1519" actId="20577"/>
        <pc:sldMkLst>
          <pc:docMk/>
          <pc:sldMk cId="1457172499" sldId="9564"/>
        </pc:sldMkLst>
      </pc:sldChg>
      <pc:sldChg chg="addSp delSp modSp add mod">
        <pc:chgData name="Hân, Nguyễn Hồng" userId="5a451838-8dad-4932-9f1e-efcd0734835e" providerId="ADAL" clId="{04885B0C-4695-497B-B68C-72649EDE659D}" dt="2024-08-15T09:34:49.543" v="1404" actId="1076"/>
        <pc:sldMkLst>
          <pc:docMk/>
          <pc:sldMk cId="869080340" sldId="9565"/>
        </pc:sldMkLst>
      </pc:sldChg>
      <pc:sldChg chg="addSp delSp modSp add del mod">
        <pc:chgData name="Hân, Nguyễn Hồng" userId="5a451838-8dad-4932-9f1e-efcd0734835e" providerId="ADAL" clId="{04885B0C-4695-497B-B68C-72649EDE659D}" dt="2024-08-15T09:43:33.199" v="1424" actId="2696"/>
        <pc:sldMkLst>
          <pc:docMk/>
          <pc:sldMk cId="3806441485" sldId="9566"/>
        </pc:sldMkLst>
      </pc:sldChg>
      <pc:sldChg chg="addSp modSp add del mod">
        <pc:chgData name="Hân, Nguyễn Hồng" userId="5a451838-8dad-4932-9f1e-efcd0734835e" providerId="ADAL" clId="{04885B0C-4695-497B-B68C-72649EDE659D}" dt="2024-08-15T09:44:04.351" v="1432" actId="47"/>
        <pc:sldMkLst>
          <pc:docMk/>
          <pc:sldMk cId="2785818616" sldId="9567"/>
        </pc:sldMkLst>
      </pc:sldChg>
      <pc:sldChg chg="addSp delSp modSp add mod">
        <pc:chgData name="Hân, Nguyễn Hồng" userId="5a451838-8dad-4932-9f1e-efcd0734835e" providerId="ADAL" clId="{04885B0C-4695-497B-B68C-72649EDE659D}" dt="2024-08-20T10:06:10.565" v="1870" actId="20577"/>
        <pc:sldMkLst>
          <pc:docMk/>
          <pc:sldMk cId="2234398264" sldId="9568"/>
        </pc:sldMkLst>
      </pc:sldChg>
      <pc:sldChg chg="addSp delSp modSp add mod">
        <pc:chgData name="Hân, Nguyễn Hồng" userId="5a451838-8dad-4932-9f1e-efcd0734835e" providerId="ADAL" clId="{04885B0C-4695-497B-B68C-72649EDE659D}" dt="2024-08-16T08:55:36.302" v="1867" actId="1036"/>
        <pc:sldMkLst>
          <pc:docMk/>
          <pc:sldMk cId="1115988310" sldId="9569"/>
        </pc:sldMkLst>
      </pc:sldChg>
      <pc:sldMasterChg chg="modSp mod">
        <pc:chgData name="Hân, Nguyễn Hồng" userId="5a451838-8dad-4932-9f1e-efcd0734835e" providerId="ADAL" clId="{04885B0C-4695-497B-B68C-72649EDE659D}" dt="2024-08-15T10:06:23.063" v="1521" actId="20577"/>
        <pc:sldMasterMkLst>
          <pc:docMk/>
          <pc:sldMasterMk cId="0" sldId="2147483687"/>
        </pc:sldMasterMkLst>
      </pc:sldMasterChg>
    </pc:docChg>
  </pc:docChgLst>
  <pc:docChgLst>
    <pc:chgData name="Hân, Nguyễn Hồng" userId="5a451838-8dad-4932-9f1e-efcd0734835e" providerId="ADAL" clId="{5E5B621C-12E3-4B4A-8E62-554D4E517B21}"/>
    <pc:docChg chg="undo custSel addSld delSld modSld sldOrd modMainMaster addSection delSection modSection">
      <pc:chgData name="Hân, Nguyễn Hồng" userId="5a451838-8dad-4932-9f1e-efcd0734835e" providerId="ADAL" clId="{5E5B621C-12E3-4B4A-8E62-554D4E517B21}" dt="2024-10-04T03:21:51.264" v="1527" actId="1035"/>
      <pc:docMkLst>
        <pc:docMk/>
      </pc:docMkLst>
      <pc:sldChg chg="addSp delSp modSp mod">
        <pc:chgData name="Hân, Nguyễn Hồng" userId="5a451838-8dad-4932-9f1e-efcd0734835e" providerId="ADAL" clId="{5E5B621C-12E3-4B4A-8E62-554D4E517B21}" dt="2024-10-04T03:21:51.264" v="1527" actId="1035"/>
        <pc:sldMkLst>
          <pc:docMk/>
          <pc:sldMk cId="1175279130" sldId="372"/>
        </pc:sldMkLst>
      </pc:sldChg>
      <pc:sldChg chg="del">
        <pc:chgData name="Hân, Nguyễn Hồng" userId="5a451838-8dad-4932-9f1e-efcd0734835e" providerId="ADAL" clId="{5E5B621C-12E3-4B4A-8E62-554D4E517B21}" dt="2024-09-24T08:49:24.855" v="325" actId="2696"/>
        <pc:sldMkLst>
          <pc:docMk/>
          <pc:sldMk cId="306475460" sldId="9514"/>
        </pc:sldMkLst>
      </pc:sldChg>
      <pc:sldChg chg="delSp modSp del mod">
        <pc:chgData name="Hân, Nguyễn Hồng" userId="5a451838-8dad-4932-9f1e-efcd0734835e" providerId="ADAL" clId="{5E5B621C-12E3-4B4A-8E62-554D4E517B21}" dt="2024-09-24T08:34:05.835" v="207" actId="47"/>
        <pc:sldMkLst>
          <pc:docMk/>
          <pc:sldMk cId="3559819967" sldId="9520"/>
        </pc:sldMkLst>
      </pc:sldChg>
      <pc:sldChg chg="addSp delSp modSp mod">
        <pc:chgData name="Hân, Nguyễn Hồng" userId="5a451838-8dad-4932-9f1e-efcd0734835e" providerId="ADAL" clId="{5E5B621C-12E3-4B4A-8E62-554D4E517B21}" dt="2024-09-25T03:49:22.937" v="1367" actId="14100"/>
        <pc:sldMkLst>
          <pc:docMk/>
          <pc:sldMk cId="2856120315" sldId="9557"/>
        </pc:sldMkLst>
      </pc:sldChg>
      <pc:sldChg chg="addSp delSp modSp mod">
        <pc:chgData name="Hân, Nguyễn Hồng" userId="5a451838-8dad-4932-9f1e-efcd0734835e" providerId="ADAL" clId="{5E5B621C-12E3-4B4A-8E62-554D4E517B21}" dt="2024-09-25T03:49:51.789" v="1371" actId="14100"/>
        <pc:sldMkLst>
          <pc:docMk/>
          <pc:sldMk cId="76855253" sldId="9558"/>
        </pc:sldMkLst>
      </pc:sldChg>
      <pc:sldChg chg="modSp mod">
        <pc:chgData name="Hân, Nguyễn Hồng" userId="5a451838-8dad-4932-9f1e-efcd0734835e" providerId="ADAL" clId="{5E5B621C-12E3-4B4A-8E62-554D4E517B21}" dt="2024-09-24T08:41:16.815" v="288" actId="20577"/>
        <pc:sldMkLst>
          <pc:docMk/>
          <pc:sldMk cId="3978507345" sldId="9560"/>
        </pc:sldMkLst>
      </pc:sldChg>
      <pc:sldChg chg="addSp delSp modSp mod">
        <pc:chgData name="Hân, Nguyễn Hồng" userId="5a451838-8dad-4932-9f1e-efcd0734835e" providerId="ADAL" clId="{5E5B621C-12E3-4B4A-8E62-554D4E517B21}" dt="2024-09-24T12:14:30.490" v="1165" actId="14100"/>
        <pc:sldMkLst>
          <pc:docMk/>
          <pc:sldMk cId="2128670676" sldId="9561"/>
        </pc:sldMkLst>
      </pc:sldChg>
      <pc:sldChg chg="delSp del mod">
        <pc:chgData name="Hân, Nguyễn Hồng" userId="5a451838-8dad-4932-9f1e-efcd0734835e" providerId="ADAL" clId="{5E5B621C-12E3-4B4A-8E62-554D4E517B21}" dt="2024-09-24T08:23:48.557" v="145" actId="47"/>
        <pc:sldMkLst>
          <pc:docMk/>
          <pc:sldMk cId="3281428172" sldId="9570"/>
        </pc:sldMkLst>
      </pc:sldChg>
      <pc:sldChg chg="delSp del mod">
        <pc:chgData name="Hân, Nguyễn Hồng" userId="5a451838-8dad-4932-9f1e-efcd0734835e" providerId="ADAL" clId="{5E5B621C-12E3-4B4A-8E62-554D4E517B21}" dt="2024-09-24T08:23:22.245" v="89" actId="47"/>
        <pc:sldMkLst>
          <pc:docMk/>
          <pc:sldMk cId="11579918" sldId="9571"/>
        </pc:sldMkLst>
      </pc:sldChg>
      <pc:sldChg chg="addSp delSp modSp mod">
        <pc:chgData name="Hân, Nguyễn Hồng" userId="5a451838-8dad-4932-9f1e-efcd0734835e" providerId="ADAL" clId="{5E5B621C-12E3-4B4A-8E62-554D4E517B21}" dt="2024-09-25T03:50:13.803" v="1375" actId="14100"/>
        <pc:sldMkLst>
          <pc:docMk/>
          <pc:sldMk cId="3383183345" sldId="9572"/>
        </pc:sldMkLst>
      </pc:sldChg>
      <pc:sldChg chg="addSp delSp modSp mod">
        <pc:chgData name="Hân, Nguyễn Hồng" userId="5a451838-8dad-4932-9f1e-efcd0734835e" providerId="ADAL" clId="{5E5B621C-12E3-4B4A-8E62-554D4E517B21}" dt="2024-09-24T08:23:12.985" v="85" actId="20577"/>
        <pc:sldMkLst>
          <pc:docMk/>
          <pc:sldMk cId="1114359184" sldId="9573"/>
        </pc:sldMkLst>
      </pc:sldChg>
      <pc:sldChg chg="del">
        <pc:chgData name="Hân, Nguyễn Hồng" userId="5a451838-8dad-4932-9f1e-efcd0734835e" providerId="ADAL" clId="{5E5B621C-12E3-4B4A-8E62-554D4E517B21}" dt="2024-09-24T08:31:17.362" v="198" actId="47"/>
        <pc:sldMkLst>
          <pc:docMk/>
          <pc:sldMk cId="1459900902" sldId="9575"/>
        </pc:sldMkLst>
      </pc:sldChg>
      <pc:sldChg chg="del">
        <pc:chgData name="Hân, Nguyễn Hồng" userId="5a451838-8dad-4932-9f1e-efcd0734835e" providerId="ADAL" clId="{5E5B621C-12E3-4B4A-8E62-554D4E517B21}" dt="2024-09-24T08:31:20.057" v="199" actId="47"/>
        <pc:sldMkLst>
          <pc:docMk/>
          <pc:sldMk cId="3503729925" sldId="9578"/>
        </pc:sldMkLst>
      </pc:sldChg>
      <pc:sldChg chg="del">
        <pc:chgData name="Hân, Nguyễn Hồng" userId="5a451838-8dad-4932-9f1e-efcd0734835e" providerId="ADAL" clId="{5E5B621C-12E3-4B4A-8E62-554D4E517B21}" dt="2024-09-24T08:31:38.202" v="202" actId="47"/>
        <pc:sldMkLst>
          <pc:docMk/>
          <pc:sldMk cId="2927032761" sldId="9580"/>
        </pc:sldMkLst>
      </pc:sldChg>
      <pc:sldChg chg="modSp mod">
        <pc:chgData name="Hân, Nguyễn Hồng" userId="5a451838-8dad-4932-9f1e-efcd0734835e" providerId="ADAL" clId="{5E5B621C-12E3-4B4A-8E62-554D4E517B21}" dt="2024-09-24T08:48:43.866" v="301" actId="20577"/>
        <pc:sldMkLst>
          <pc:docMk/>
          <pc:sldMk cId="3251069232" sldId="9586"/>
        </pc:sldMkLst>
      </pc:sldChg>
      <pc:sldChg chg="modSp mod">
        <pc:chgData name="Hân, Nguyễn Hồng" userId="5a451838-8dad-4932-9f1e-efcd0734835e" providerId="ADAL" clId="{5E5B621C-12E3-4B4A-8E62-554D4E517B21}" dt="2024-09-24T08:48:52.508" v="305" actId="20577"/>
        <pc:sldMkLst>
          <pc:docMk/>
          <pc:sldMk cId="3464077100" sldId="9587"/>
        </pc:sldMkLst>
      </pc:sldChg>
      <pc:sldChg chg="del">
        <pc:chgData name="Hân, Nguyễn Hồng" userId="5a451838-8dad-4932-9f1e-efcd0734835e" providerId="ADAL" clId="{5E5B621C-12E3-4B4A-8E62-554D4E517B21}" dt="2024-09-24T08:31:41.934" v="203" actId="47"/>
        <pc:sldMkLst>
          <pc:docMk/>
          <pc:sldMk cId="1796936230" sldId="9588"/>
        </pc:sldMkLst>
      </pc:sldChg>
      <pc:sldChg chg="addSp delSp modSp add mod">
        <pc:chgData name="Hân, Nguyễn Hồng" userId="5a451838-8dad-4932-9f1e-efcd0734835e" providerId="ADAL" clId="{5E5B621C-12E3-4B4A-8E62-554D4E517B21}" dt="2024-09-25T03:50:38.686" v="1379" actId="14100"/>
        <pc:sldMkLst>
          <pc:docMk/>
          <pc:sldMk cId="4286522243" sldId="9589"/>
        </pc:sldMkLst>
      </pc:sldChg>
      <pc:sldChg chg="addSp delSp modSp add del mod">
        <pc:chgData name="Hân, Nguyễn Hồng" userId="5a451838-8dad-4932-9f1e-efcd0734835e" providerId="ADAL" clId="{5E5B621C-12E3-4B4A-8E62-554D4E517B21}" dt="2024-09-24T08:30:10.100" v="185" actId="47"/>
        <pc:sldMkLst>
          <pc:docMk/>
          <pc:sldMk cId="394262559" sldId="9590"/>
        </pc:sldMkLst>
      </pc:sldChg>
      <pc:sldChg chg="addSp delSp modSp add del mod">
        <pc:chgData name="Hân, Nguyễn Hồng" userId="5a451838-8dad-4932-9f1e-efcd0734835e" providerId="ADAL" clId="{5E5B621C-12E3-4B4A-8E62-554D4E517B21}" dt="2024-09-24T08:30:30.049" v="196" actId="47"/>
        <pc:sldMkLst>
          <pc:docMk/>
          <pc:sldMk cId="2742600039" sldId="9591"/>
        </pc:sldMkLst>
      </pc:sldChg>
      <pc:sldChg chg="addSp delSp modSp add mod ord">
        <pc:chgData name="Hân, Nguyễn Hồng" userId="5a451838-8dad-4932-9f1e-efcd0734835e" providerId="ADAL" clId="{5E5B621C-12E3-4B4A-8E62-554D4E517B21}" dt="2024-09-25T03:53:47.705" v="1461" actId="14100"/>
        <pc:sldMkLst>
          <pc:docMk/>
          <pc:sldMk cId="4265039192" sldId="9592"/>
        </pc:sldMkLst>
      </pc:sldChg>
      <pc:sldChg chg="addSp delSp modSp add mod">
        <pc:chgData name="Hân, Nguyễn Hồng" userId="5a451838-8dad-4932-9f1e-efcd0734835e" providerId="ADAL" clId="{5E5B621C-12E3-4B4A-8E62-554D4E517B21}" dt="2024-09-25T03:53:38.850" v="1440" actId="14100"/>
        <pc:sldMkLst>
          <pc:docMk/>
          <pc:sldMk cId="59919386" sldId="9593"/>
        </pc:sldMkLst>
      </pc:sldChg>
      <pc:sldChg chg="addSp delSp modSp add mod">
        <pc:chgData name="Hân, Nguyễn Hồng" userId="5a451838-8dad-4932-9f1e-efcd0734835e" providerId="ADAL" clId="{5E5B621C-12E3-4B4A-8E62-554D4E517B21}" dt="2024-09-25T03:53:29.169" v="1416" actId="14100"/>
        <pc:sldMkLst>
          <pc:docMk/>
          <pc:sldMk cId="372147235" sldId="9594"/>
        </pc:sldMkLst>
      </pc:sldChg>
      <pc:sldChg chg="addSp delSp modSp add mod">
        <pc:chgData name="Hân, Nguyễn Hồng" userId="5a451838-8dad-4932-9f1e-efcd0734835e" providerId="ADAL" clId="{5E5B621C-12E3-4B4A-8E62-554D4E517B21}" dt="2024-09-25T02:56:28.808" v="1360" actId="1076"/>
        <pc:sldMkLst>
          <pc:docMk/>
          <pc:sldMk cId="1836708033" sldId="9595"/>
        </pc:sldMkLst>
      </pc:sldChg>
      <pc:sldChg chg="addSp delSp modSp add mod">
        <pc:chgData name="Hân, Nguyễn Hồng" userId="5a451838-8dad-4932-9f1e-efcd0734835e" providerId="ADAL" clId="{5E5B621C-12E3-4B4A-8E62-554D4E517B21}" dt="2024-09-25T03:54:58.431" v="1466" actId="14100"/>
        <pc:sldMkLst>
          <pc:docMk/>
          <pc:sldMk cId="3573794565" sldId="9596"/>
        </pc:sldMkLst>
      </pc:sldChg>
    </pc:docChg>
  </pc:docChgLst>
  <pc:docChgLst>
    <pc:chgData name="Hân, Nguyễn Hồng" userId="5a451838-8dad-4932-9f1e-efcd0734835e" providerId="ADAL" clId="{645188D4-DDF3-42AA-9A4F-623A47930122}"/>
    <pc:docChg chg="undo redo custSel addSld delSld modSld sldOrd addMainMaster delMainMaster modMainMaster addSection modSection">
      <pc:chgData name="Hân, Nguyễn Hồng" userId="5a451838-8dad-4932-9f1e-efcd0734835e" providerId="ADAL" clId="{645188D4-DDF3-42AA-9A4F-623A47930122}" dt="2024-05-22T03:21:08.381" v="643" actId="20577"/>
      <pc:docMkLst>
        <pc:docMk/>
      </pc:docMkLst>
      <pc:sldChg chg="modSp mod">
        <pc:chgData name="Hân, Nguyễn Hồng" userId="5a451838-8dad-4932-9f1e-efcd0734835e" providerId="ADAL" clId="{645188D4-DDF3-42AA-9A4F-623A47930122}" dt="2024-05-21T03:17:32.816" v="569" actId="20577"/>
        <pc:sldMkLst>
          <pc:docMk/>
          <pc:sldMk cId="1175279130" sldId="372"/>
        </pc:sldMkLst>
      </pc:sldChg>
      <pc:sldChg chg="addSp delSp modSp mod">
        <pc:chgData name="Hân, Nguyễn Hồng" userId="5a451838-8dad-4932-9f1e-efcd0734835e" providerId="ADAL" clId="{645188D4-DDF3-42AA-9A4F-623A47930122}" dt="2024-05-21T03:19:54.362" v="584" actId="14100"/>
        <pc:sldMkLst>
          <pc:docMk/>
          <pc:sldMk cId="1433313454" sldId="9470"/>
        </pc:sldMkLst>
      </pc:sldChg>
      <pc:sldChg chg="addSp delSp modSp mod">
        <pc:chgData name="Hân, Nguyễn Hồng" userId="5a451838-8dad-4932-9f1e-efcd0734835e" providerId="ADAL" clId="{645188D4-DDF3-42AA-9A4F-623A47930122}" dt="2024-05-13T08:04:46.388" v="265" actId="14100"/>
        <pc:sldMkLst>
          <pc:docMk/>
          <pc:sldMk cId="1152383830" sldId="9509"/>
        </pc:sldMkLst>
      </pc:sldChg>
      <pc:sldChg chg="addSp delSp modSp mod ord">
        <pc:chgData name="Hân, Nguyễn Hồng" userId="5a451838-8dad-4932-9f1e-efcd0734835e" providerId="ADAL" clId="{645188D4-DDF3-42AA-9A4F-623A47930122}" dt="2024-05-21T03:17:11.044" v="565"/>
        <pc:sldMkLst>
          <pc:docMk/>
          <pc:sldMk cId="3018476286" sldId="9510"/>
        </pc:sldMkLst>
      </pc:sldChg>
      <pc:sldChg chg="addSp delSp modSp mod">
        <pc:chgData name="Hân, Nguyễn Hồng" userId="5a451838-8dad-4932-9f1e-efcd0734835e" providerId="ADAL" clId="{645188D4-DDF3-42AA-9A4F-623A47930122}" dt="2024-05-13T08:05:31.744" v="275" actId="14100"/>
        <pc:sldMkLst>
          <pc:docMk/>
          <pc:sldMk cId="4072270293" sldId="9511"/>
        </pc:sldMkLst>
      </pc:sldChg>
      <pc:sldChg chg="addSp delSp modSp mod">
        <pc:chgData name="Hân, Nguyễn Hồng" userId="5a451838-8dad-4932-9f1e-efcd0734835e" providerId="ADAL" clId="{645188D4-DDF3-42AA-9A4F-623A47930122}" dt="2024-05-21T03:23:36.468" v="590" actId="1076"/>
        <pc:sldMkLst>
          <pc:docMk/>
          <pc:sldMk cId="2377247657" sldId="9512"/>
        </pc:sldMkLst>
      </pc:sldChg>
      <pc:sldChg chg="modSp mod">
        <pc:chgData name="Hân, Nguyễn Hồng" userId="5a451838-8dad-4932-9f1e-efcd0734835e" providerId="ADAL" clId="{645188D4-DDF3-42AA-9A4F-623A47930122}" dt="2024-05-13T08:13:28.222" v="356" actId="20577"/>
        <pc:sldMkLst>
          <pc:docMk/>
          <pc:sldMk cId="306475460" sldId="9514"/>
        </pc:sldMkLst>
      </pc:sldChg>
      <pc:sldChg chg="addSp delSp modSp mod">
        <pc:chgData name="Hân, Nguyễn Hồng" userId="5a451838-8dad-4932-9f1e-efcd0734835e" providerId="ADAL" clId="{645188D4-DDF3-42AA-9A4F-623A47930122}" dt="2024-05-13T08:06:07.533" v="283" actId="14100"/>
        <pc:sldMkLst>
          <pc:docMk/>
          <pc:sldMk cId="272595414" sldId="9515"/>
        </pc:sldMkLst>
      </pc:sldChg>
      <pc:sldChg chg="delSp modSp mod">
        <pc:chgData name="Hân, Nguyễn Hồng" userId="5a451838-8dad-4932-9f1e-efcd0734835e" providerId="ADAL" clId="{645188D4-DDF3-42AA-9A4F-623A47930122}" dt="2024-05-14T08:34:14.763" v="448" actId="20577"/>
        <pc:sldMkLst>
          <pc:docMk/>
          <pc:sldMk cId="2268943257" sldId="9516"/>
        </pc:sldMkLst>
      </pc:sldChg>
      <pc:sldChg chg="addSp delSp modSp mod">
        <pc:chgData name="Hân, Nguyễn Hồng" userId="5a451838-8dad-4932-9f1e-efcd0734835e" providerId="ADAL" clId="{645188D4-DDF3-42AA-9A4F-623A47930122}" dt="2024-05-22T01:11:43.617" v="624" actId="14100"/>
        <pc:sldMkLst>
          <pc:docMk/>
          <pc:sldMk cId="2565993856" sldId="9518"/>
        </pc:sldMkLst>
      </pc:sldChg>
      <pc:sldChg chg="addSp delSp modSp mod">
        <pc:chgData name="Hân, Nguyễn Hồng" userId="5a451838-8dad-4932-9f1e-efcd0734835e" providerId="ADAL" clId="{645188D4-DDF3-42AA-9A4F-623A47930122}" dt="2024-05-22T01:14:40.784" v="634" actId="1076"/>
        <pc:sldMkLst>
          <pc:docMk/>
          <pc:sldMk cId="3096683557" sldId="9519"/>
        </pc:sldMkLst>
      </pc:sldChg>
      <pc:sldChg chg="addSp delSp modSp mod">
        <pc:chgData name="Hân, Nguyễn Hồng" userId="5a451838-8dad-4932-9f1e-efcd0734835e" providerId="ADAL" clId="{645188D4-DDF3-42AA-9A4F-623A47930122}" dt="2024-05-21T03:27:24.296" v="609" actId="14100"/>
        <pc:sldMkLst>
          <pc:docMk/>
          <pc:sldMk cId="3559819967" sldId="9520"/>
        </pc:sldMkLst>
      </pc:sldChg>
      <pc:sldChg chg="addSp delSp modSp mod">
        <pc:chgData name="Hân, Nguyễn Hồng" userId="5a451838-8dad-4932-9f1e-efcd0734835e" providerId="ADAL" clId="{645188D4-DDF3-42AA-9A4F-623A47930122}" dt="2024-05-21T03:28:10.353" v="616" actId="14100"/>
        <pc:sldMkLst>
          <pc:docMk/>
          <pc:sldMk cId="1397380196" sldId="9521"/>
        </pc:sldMkLst>
      </pc:sldChg>
      <pc:sldChg chg="addSp delSp modSp mod">
        <pc:chgData name="Hân, Nguyễn Hồng" userId="5a451838-8dad-4932-9f1e-efcd0734835e" providerId="ADAL" clId="{645188D4-DDF3-42AA-9A4F-623A47930122}" dt="2024-05-15T03:44:16.174" v="496" actId="14100"/>
        <pc:sldMkLst>
          <pc:docMk/>
          <pc:sldMk cId="3746027680" sldId="9522"/>
        </pc:sldMkLst>
      </pc:sldChg>
      <pc:sldChg chg="addSp delSp modSp mod">
        <pc:chgData name="Hân, Nguyễn Hồng" userId="5a451838-8dad-4932-9f1e-efcd0734835e" providerId="ADAL" clId="{645188D4-DDF3-42AA-9A4F-623A47930122}" dt="2024-05-09T09:13:27.393" v="47" actId="1076"/>
        <pc:sldMkLst>
          <pc:docMk/>
          <pc:sldMk cId="4018627310" sldId="9523"/>
        </pc:sldMkLst>
      </pc:sldChg>
      <pc:sldChg chg="addSp delSp modSp mod">
        <pc:chgData name="Hân, Nguyễn Hồng" userId="5a451838-8dad-4932-9f1e-efcd0734835e" providerId="ADAL" clId="{645188D4-DDF3-42AA-9A4F-623A47930122}" dt="2024-05-15T03:57:46.325" v="506" actId="14100"/>
        <pc:sldMkLst>
          <pc:docMk/>
          <pc:sldMk cId="2713316232" sldId="9524"/>
        </pc:sldMkLst>
      </pc:sldChg>
      <pc:sldChg chg="addSp delSp modSp mod">
        <pc:chgData name="Hân, Nguyễn Hồng" userId="5a451838-8dad-4932-9f1e-efcd0734835e" providerId="ADAL" clId="{645188D4-DDF3-42AA-9A4F-623A47930122}" dt="2024-05-09T09:17:44.799" v="52" actId="14100"/>
        <pc:sldMkLst>
          <pc:docMk/>
          <pc:sldMk cId="3222121184" sldId="9525"/>
        </pc:sldMkLst>
      </pc:sldChg>
      <pc:sldChg chg="addSp delSp modSp add del mod">
        <pc:chgData name="Hân, Nguyễn Hồng" userId="5a451838-8dad-4932-9f1e-efcd0734835e" providerId="ADAL" clId="{645188D4-DDF3-42AA-9A4F-623A47930122}" dt="2024-05-21T03:28:15.721" v="617" actId="2696"/>
        <pc:sldMkLst>
          <pc:docMk/>
          <pc:sldMk cId="497845520" sldId="9526"/>
        </pc:sldMkLst>
      </pc:sldChg>
      <pc:sldChg chg="addSp delSp modSp add mod">
        <pc:chgData name="Hân, Nguyễn Hồng" userId="5a451838-8dad-4932-9f1e-efcd0734835e" providerId="ADAL" clId="{645188D4-DDF3-42AA-9A4F-623A47930122}" dt="2024-05-21T03:17:01.227" v="563" actId="1076"/>
        <pc:sldMkLst>
          <pc:docMk/>
          <pc:sldMk cId="2276120769" sldId="9527"/>
        </pc:sldMkLst>
      </pc:sldChg>
      <pc:sldChg chg="addSp modSp add mod">
        <pc:chgData name="Hân, Nguyễn Hồng" userId="5a451838-8dad-4932-9f1e-efcd0734835e" providerId="ADAL" clId="{645188D4-DDF3-42AA-9A4F-623A47930122}" dt="2024-05-21T03:27:31.118" v="610" actId="14100"/>
        <pc:sldMkLst>
          <pc:docMk/>
          <pc:sldMk cId="2016926022" sldId="9528"/>
        </pc:sldMkLst>
      </pc:sldChg>
      <pc:sldChg chg="addSp modSp add mod">
        <pc:chgData name="Hân, Nguyễn Hồng" userId="5a451838-8dad-4932-9f1e-efcd0734835e" providerId="ADAL" clId="{645188D4-DDF3-42AA-9A4F-623A47930122}" dt="2024-05-21T03:27:34.526" v="611" actId="14100"/>
        <pc:sldMkLst>
          <pc:docMk/>
          <pc:sldMk cId="3625585908" sldId="9529"/>
        </pc:sldMkLst>
      </pc:sldChg>
      <pc:sldChg chg="addSp modSp add mod">
        <pc:chgData name="Hân, Nguyễn Hồng" userId="5a451838-8dad-4932-9f1e-efcd0734835e" providerId="ADAL" clId="{645188D4-DDF3-42AA-9A4F-623A47930122}" dt="2024-05-21T03:27:39.021" v="612" actId="14100"/>
        <pc:sldMkLst>
          <pc:docMk/>
          <pc:sldMk cId="1087359449" sldId="9530"/>
        </pc:sldMkLst>
      </pc:sldChg>
      <pc:sldChg chg="del">
        <pc:chgData name="Hân, Nguyễn Hồng" userId="5a451838-8dad-4932-9f1e-efcd0734835e" providerId="ADAL" clId="{645188D4-DDF3-42AA-9A4F-623A47930122}" dt="2024-05-22T03:19:52.140" v="635" actId="2696"/>
        <pc:sldMkLst>
          <pc:docMk/>
          <pc:sldMk cId="2274997875" sldId="9534"/>
        </pc:sldMkLst>
      </pc:sldChg>
      <pc:sldMasterChg chg="modSp mod">
        <pc:chgData name="Hân, Nguyễn Hồng" userId="5a451838-8dad-4932-9f1e-efcd0734835e" providerId="ADAL" clId="{645188D4-DDF3-42AA-9A4F-623A47930122}" dt="2024-05-22T03:21:08.381" v="643" actId="20577"/>
        <pc:sldMasterMkLst>
          <pc:docMk/>
          <pc:sldMasterMk cId="0" sldId="2147483687"/>
        </pc:sldMasterMkLst>
      </pc:sldMasterChg>
      <pc:sldMasterChg chg="new del mod addSldLayout delSldLayout">
        <pc:chgData name="Hân, Nguyễn Hồng" userId="5a451838-8dad-4932-9f1e-efcd0734835e" providerId="ADAL" clId="{645188D4-DDF3-42AA-9A4F-623A47930122}" dt="2024-05-21T03:18:28.704" v="577" actId="6938"/>
        <pc:sldMasterMkLst>
          <pc:docMk/>
          <pc:sldMasterMk cId="176762440" sldId="2147483691"/>
        </pc:sldMasterMkLst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1272967337" sldId="2147483692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211441297" sldId="2147483693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2795822134" sldId="2147483694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490966767" sldId="2147483695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2954450854" sldId="2147483696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3951102972" sldId="2147483697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3279923879" sldId="2147483698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1690081666" sldId="2147483699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3777236900" sldId="2147483700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1986750087" sldId="2147483701"/>
          </pc:sldLayoutMkLst>
        </pc:sldLayoutChg>
        <pc:sldLayoutChg chg="new del replId">
          <pc:chgData name="Hân, Nguyễn Hồng" userId="5a451838-8dad-4932-9f1e-efcd0734835e" providerId="ADAL" clId="{645188D4-DDF3-42AA-9A4F-623A47930122}" dt="2024-05-21T03:18:28.704" v="577" actId="6938"/>
          <pc:sldLayoutMkLst>
            <pc:docMk/>
            <pc:sldMasterMk cId="176762440" sldId="2147483691"/>
            <pc:sldLayoutMk cId="4058282826" sldId="2147483702"/>
          </pc:sldLayoutMkLst>
        </pc:sldLayoutChg>
      </pc:sldMasterChg>
    </pc:docChg>
  </pc:docChgLst>
  <pc:docChgLst>
    <pc:chgData name="Hân, Nguyễn Hồng" userId="5a451838-8dad-4932-9f1e-efcd0734835e" providerId="ADAL" clId="{E26FB5E3-5288-43B9-A3EB-7AC9FC43AF1E}"/>
    <pc:docChg chg="undo custSel addSld delSld modSld sldOrd modMainMaster addSection delSection modSection">
      <pc:chgData name="Hân, Nguyễn Hồng" userId="5a451838-8dad-4932-9f1e-efcd0734835e" providerId="ADAL" clId="{E26FB5E3-5288-43B9-A3EB-7AC9FC43AF1E}" dt="2024-09-23T03:57:49.739" v="938" actId="14100"/>
      <pc:docMkLst>
        <pc:docMk/>
      </pc:docMkLst>
      <pc:sldChg chg="modSp mod">
        <pc:chgData name="Hân, Nguyễn Hồng" userId="5a451838-8dad-4932-9f1e-efcd0734835e" providerId="ADAL" clId="{E26FB5E3-5288-43B9-A3EB-7AC9FC43AF1E}" dt="2024-09-20T02:39:38.426" v="842" actId="20577"/>
        <pc:sldMkLst>
          <pc:docMk/>
          <pc:sldMk cId="1175279130" sldId="372"/>
        </pc:sldMkLst>
      </pc:sldChg>
      <pc:sldChg chg="addSp delSp modSp mod">
        <pc:chgData name="Hân, Nguyễn Hồng" userId="5a451838-8dad-4932-9f1e-efcd0734835e" providerId="ADAL" clId="{E26FB5E3-5288-43B9-A3EB-7AC9FC43AF1E}" dt="2024-09-19T08:21:29.669" v="673" actId="1076"/>
        <pc:sldMkLst>
          <pc:docMk/>
          <pc:sldMk cId="1250907711" sldId="9467"/>
        </pc:sldMkLst>
      </pc:sldChg>
      <pc:sldChg chg="addSp delSp modSp mod">
        <pc:chgData name="Hân, Nguyễn Hồng" userId="5a451838-8dad-4932-9f1e-efcd0734835e" providerId="ADAL" clId="{E26FB5E3-5288-43B9-A3EB-7AC9FC43AF1E}" dt="2024-09-19T08:21:43.237" v="676" actId="20577"/>
        <pc:sldMkLst>
          <pc:docMk/>
          <pc:sldMk cId="306475460" sldId="9514"/>
        </pc:sldMkLst>
      </pc:sldChg>
      <pc:sldChg chg="addSp delSp modSp mod">
        <pc:chgData name="Hân, Nguyễn Hồng" userId="5a451838-8dad-4932-9f1e-efcd0734835e" providerId="ADAL" clId="{E26FB5E3-5288-43B9-A3EB-7AC9FC43AF1E}" dt="2024-09-17T09:56:43.432" v="230" actId="14100"/>
        <pc:sldMkLst>
          <pc:docMk/>
          <pc:sldMk cId="3559819967" sldId="9520"/>
        </pc:sldMkLst>
      </pc:sldChg>
      <pc:sldChg chg="addSp delSp modSp mod">
        <pc:chgData name="Hân, Nguyễn Hồng" userId="5a451838-8dad-4932-9f1e-efcd0734835e" providerId="ADAL" clId="{E26FB5E3-5288-43B9-A3EB-7AC9FC43AF1E}" dt="2024-09-23T03:55:06.291" v="905" actId="14100"/>
        <pc:sldMkLst>
          <pc:docMk/>
          <pc:sldMk cId="1618145755" sldId="9549"/>
        </pc:sldMkLst>
      </pc:sldChg>
      <pc:sldChg chg="addSp delSp modSp mod">
        <pc:chgData name="Hân, Nguyễn Hồng" userId="5a451838-8dad-4932-9f1e-efcd0734835e" providerId="ADAL" clId="{E26FB5E3-5288-43B9-A3EB-7AC9FC43AF1E}" dt="2024-09-23T03:56:17.666" v="922" actId="1035"/>
        <pc:sldMkLst>
          <pc:docMk/>
          <pc:sldMk cId="2856120315" sldId="9557"/>
        </pc:sldMkLst>
      </pc:sldChg>
      <pc:sldChg chg="addSp delSp modSp mod">
        <pc:chgData name="Hân, Nguyễn Hồng" userId="5a451838-8dad-4932-9f1e-efcd0734835e" providerId="ADAL" clId="{E26FB5E3-5288-43B9-A3EB-7AC9FC43AF1E}" dt="2024-09-23T03:57:13.644" v="933" actId="14100"/>
        <pc:sldMkLst>
          <pc:docMk/>
          <pc:sldMk cId="76855253" sldId="9558"/>
        </pc:sldMkLst>
      </pc:sldChg>
      <pc:sldChg chg="addSp delSp modSp mod">
        <pc:chgData name="Hân, Nguyễn Hồng" userId="5a451838-8dad-4932-9f1e-efcd0734835e" providerId="ADAL" clId="{E26FB5E3-5288-43B9-A3EB-7AC9FC43AF1E}" dt="2024-09-23T03:55:23.918" v="907" actId="478"/>
        <pc:sldMkLst>
          <pc:docMk/>
          <pc:sldMk cId="4148884041" sldId="9559"/>
        </pc:sldMkLst>
      </pc:sldChg>
      <pc:sldChg chg="addSp delSp modSp mod">
        <pc:chgData name="Hân, Nguyễn Hồng" userId="5a451838-8dad-4932-9f1e-efcd0734835e" providerId="ADAL" clId="{E26FB5E3-5288-43B9-A3EB-7AC9FC43AF1E}" dt="2024-09-13T04:49:27.974" v="70" actId="1076"/>
        <pc:sldMkLst>
          <pc:docMk/>
          <pc:sldMk cId="3978507345" sldId="9560"/>
        </pc:sldMkLst>
      </pc:sldChg>
      <pc:sldChg chg="addSp delSp modSp mod">
        <pc:chgData name="Hân, Nguyễn Hồng" userId="5a451838-8dad-4932-9f1e-efcd0734835e" providerId="ADAL" clId="{E26FB5E3-5288-43B9-A3EB-7AC9FC43AF1E}" dt="2024-09-14T07:12:55.607" v="112"/>
        <pc:sldMkLst>
          <pc:docMk/>
          <pc:sldMk cId="2128670676" sldId="9561"/>
        </pc:sldMkLst>
      </pc:sldChg>
      <pc:sldChg chg="delSp modSp del mod">
        <pc:chgData name="Hân, Nguyễn Hồng" userId="5a451838-8dad-4932-9f1e-efcd0734835e" providerId="ADAL" clId="{E26FB5E3-5288-43B9-A3EB-7AC9FC43AF1E}" dt="2024-09-14T07:13:25.156" v="116" actId="2696"/>
        <pc:sldMkLst>
          <pc:docMk/>
          <pc:sldMk cId="2487289426" sldId="9563"/>
        </pc:sldMkLst>
      </pc:sldChg>
      <pc:sldChg chg="del">
        <pc:chgData name="Hân, Nguyễn Hồng" userId="5a451838-8dad-4932-9f1e-efcd0734835e" providerId="ADAL" clId="{E26FB5E3-5288-43B9-A3EB-7AC9FC43AF1E}" dt="2024-09-14T07:15:34.603" v="137" actId="2696"/>
        <pc:sldMkLst>
          <pc:docMk/>
          <pc:sldMk cId="1457172499" sldId="9564"/>
        </pc:sldMkLst>
      </pc:sldChg>
      <pc:sldChg chg="addSp delSp modSp add mod">
        <pc:chgData name="Hân, Nguyễn Hồng" userId="5a451838-8dad-4932-9f1e-efcd0734835e" providerId="ADAL" clId="{E26FB5E3-5288-43B9-A3EB-7AC9FC43AF1E}" dt="2024-09-19T08:41:28.258" v="820" actId="14100"/>
        <pc:sldMkLst>
          <pc:docMk/>
          <pc:sldMk cId="3333586864" sldId="9567"/>
        </pc:sldMkLst>
      </pc:sldChg>
      <pc:sldChg chg="delSp modSp del mod">
        <pc:chgData name="Hân, Nguyễn Hồng" userId="5a451838-8dad-4932-9f1e-efcd0734835e" providerId="ADAL" clId="{E26FB5E3-5288-43B9-A3EB-7AC9FC43AF1E}" dt="2024-09-14T07:15:37.635" v="138" actId="2696"/>
        <pc:sldMkLst>
          <pc:docMk/>
          <pc:sldMk cId="2234398264" sldId="9568"/>
        </pc:sldMkLst>
      </pc:sldChg>
      <pc:sldChg chg="addSp delSp modSp add mod">
        <pc:chgData name="Hân, Nguyễn Hồng" userId="5a451838-8dad-4932-9f1e-efcd0734835e" providerId="ADAL" clId="{E26FB5E3-5288-43B9-A3EB-7AC9FC43AF1E}" dt="2024-09-20T01:11:35.335" v="821"/>
        <pc:sldMkLst>
          <pc:docMk/>
          <pc:sldMk cId="4115904259" sldId="9568"/>
        </pc:sldMkLst>
      </pc:sldChg>
      <pc:sldChg chg="del">
        <pc:chgData name="Hân, Nguyễn Hồng" userId="5a451838-8dad-4932-9f1e-efcd0734835e" providerId="ADAL" clId="{E26FB5E3-5288-43B9-A3EB-7AC9FC43AF1E}" dt="2024-09-14T07:15:40.670" v="139" actId="2696"/>
        <pc:sldMkLst>
          <pc:docMk/>
          <pc:sldMk cId="1115988310" sldId="9569"/>
        </pc:sldMkLst>
      </pc:sldChg>
      <pc:sldChg chg="add del">
        <pc:chgData name="Hân, Nguyễn Hồng" userId="5a451838-8dad-4932-9f1e-efcd0734835e" providerId="ADAL" clId="{E26FB5E3-5288-43B9-A3EB-7AC9FC43AF1E}" dt="2024-09-13T04:42:20.449" v="35" actId="2696"/>
        <pc:sldMkLst>
          <pc:docMk/>
          <pc:sldMk cId="3208305187" sldId="9570"/>
        </pc:sldMkLst>
      </pc:sldChg>
      <pc:sldChg chg="addSp delSp modSp add mod ord">
        <pc:chgData name="Hân, Nguyễn Hồng" userId="5a451838-8dad-4932-9f1e-efcd0734835e" providerId="ADAL" clId="{E26FB5E3-5288-43B9-A3EB-7AC9FC43AF1E}" dt="2024-09-20T07:10:26.329" v="886" actId="1076"/>
        <pc:sldMkLst>
          <pc:docMk/>
          <pc:sldMk cId="3281428172" sldId="9570"/>
        </pc:sldMkLst>
      </pc:sldChg>
      <pc:sldChg chg="addSp delSp modSp add mod ord">
        <pc:chgData name="Hân, Nguyễn Hồng" userId="5a451838-8dad-4932-9f1e-efcd0734835e" providerId="ADAL" clId="{E26FB5E3-5288-43B9-A3EB-7AC9FC43AF1E}" dt="2024-09-20T07:09:52.896" v="881" actId="1076"/>
        <pc:sldMkLst>
          <pc:docMk/>
          <pc:sldMk cId="11579918" sldId="9571"/>
        </pc:sldMkLst>
      </pc:sldChg>
      <pc:sldChg chg="addSp delSp modSp add mod">
        <pc:chgData name="Hân, Nguyễn Hồng" userId="5a451838-8dad-4932-9f1e-efcd0734835e" providerId="ADAL" clId="{E26FB5E3-5288-43B9-A3EB-7AC9FC43AF1E}" dt="2024-09-23T03:57:49.739" v="938" actId="14100"/>
        <pc:sldMkLst>
          <pc:docMk/>
          <pc:sldMk cId="3383183345" sldId="9572"/>
        </pc:sldMkLst>
      </pc:sldChg>
      <pc:sldChg chg="addSp delSp modSp add mod">
        <pc:chgData name="Hân, Nguyễn Hồng" userId="5a451838-8dad-4932-9f1e-efcd0734835e" providerId="ADAL" clId="{E26FB5E3-5288-43B9-A3EB-7AC9FC43AF1E}" dt="2024-09-20T07:10:59.658" v="890" actId="1076"/>
        <pc:sldMkLst>
          <pc:docMk/>
          <pc:sldMk cId="1114359184" sldId="9573"/>
        </pc:sldMkLst>
      </pc:sldChg>
      <pc:sldChg chg="addSp delSp modSp add del mod ord">
        <pc:chgData name="Hân, Nguyễn Hồng" userId="5a451838-8dad-4932-9f1e-efcd0734835e" providerId="ADAL" clId="{E26FB5E3-5288-43B9-A3EB-7AC9FC43AF1E}" dt="2024-09-19T08:24:10.402" v="779" actId="47"/>
        <pc:sldMkLst>
          <pc:docMk/>
          <pc:sldMk cId="1925445380" sldId="9574"/>
        </pc:sldMkLst>
      </pc:sldChg>
      <pc:sldChg chg="addSp delSp modSp add del mod">
        <pc:chgData name="Hân, Nguyễn Hồng" userId="5a451838-8dad-4932-9f1e-efcd0734835e" providerId="ADAL" clId="{E26FB5E3-5288-43B9-A3EB-7AC9FC43AF1E}" dt="2024-09-17T09:57:25.173" v="233"/>
        <pc:sldMkLst>
          <pc:docMk/>
          <pc:sldMk cId="1459900902" sldId="9575"/>
        </pc:sldMkLst>
      </pc:sldChg>
      <pc:sldChg chg="add del">
        <pc:chgData name="Hân, Nguyễn Hồng" userId="5a451838-8dad-4932-9f1e-efcd0734835e" providerId="ADAL" clId="{E26FB5E3-5288-43B9-A3EB-7AC9FC43AF1E}" dt="2024-09-17T07:17:57.370" v="153" actId="47"/>
        <pc:sldMkLst>
          <pc:docMk/>
          <pc:sldMk cId="2478832755" sldId="9575"/>
        </pc:sldMkLst>
      </pc:sldChg>
      <pc:sldChg chg="modSp add del mod">
        <pc:chgData name="Hân, Nguyễn Hồng" userId="5a451838-8dad-4932-9f1e-efcd0734835e" providerId="ADAL" clId="{E26FB5E3-5288-43B9-A3EB-7AC9FC43AF1E}" dt="2024-09-17T09:57:31.114" v="234" actId="2696"/>
        <pc:sldMkLst>
          <pc:docMk/>
          <pc:sldMk cId="697918704" sldId="9576"/>
        </pc:sldMkLst>
      </pc:sldChg>
      <pc:sldChg chg="add del">
        <pc:chgData name="Hân, Nguyễn Hồng" userId="5a451838-8dad-4932-9f1e-efcd0734835e" providerId="ADAL" clId="{E26FB5E3-5288-43B9-A3EB-7AC9FC43AF1E}" dt="2024-09-17T07:17:58.322" v="154" actId="47"/>
        <pc:sldMkLst>
          <pc:docMk/>
          <pc:sldMk cId="3954656106" sldId="9576"/>
        </pc:sldMkLst>
      </pc:sldChg>
      <pc:sldChg chg="add del">
        <pc:chgData name="Hân, Nguyễn Hồng" userId="5a451838-8dad-4932-9f1e-efcd0734835e" providerId="ADAL" clId="{E26FB5E3-5288-43B9-A3EB-7AC9FC43AF1E}" dt="2024-09-19T08:22:52.341" v="727" actId="2696"/>
        <pc:sldMkLst>
          <pc:docMk/>
          <pc:sldMk cId="1799638454" sldId="9577"/>
        </pc:sldMkLst>
      </pc:sldChg>
      <pc:sldChg chg="add">
        <pc:chgData name="Hân, Nguyễn Hồng" userId="5a451838-8dad-4932-9f1e-efcd0734835e" providerId="ADAL" clId="{E26FB5E3-5288-43B9-A3EB-7AC9FC43AF1E}" dt="2024-09-17T09:57:25.173" v="233"/>
        <pc:sldMkLst>
          <pc:docMk/>
          <pc:sldMk cId="3503729925" sldId="9578"/>
        </pc:sldMkLst>
      </pc:sldChg>
      <pc:sldChg chg="add del">
        <pc:chgData name="Hân, Nguyễn Hồng" userId="5a451838-8dad-4932-9f1e-efcd0734835e" providerId="ADAL" clId="{E26FB5E3-5288-43B9-A3EB-7AC9FC43AF1E}" dt="2024-09-19T08:23:31.159" v="770" actId="2696"/>
        <pc:sldMkLst>
          <pc:docMk/>
          <pc:sldMk cId="2397392380" sldId="9579"/>
        </pc:sldMkLst>
      </pc:sldChg>
      <pc:sldChg chg="add">
        <pc:chgData name="Hân, Nguyễn Hồng" userId="5a451838-8dad-4932-9f1e-efcd0734835e" providerId="ADAL" clId="{E26FB5E3-5288-43B9-A3EB-7AC9FC43AF1E}" dt="2024-09-17T09:57:25.173" v="233"/>
        <pc:sldMkLst>
          <pc:docMk/>
          <pc:sldMk cId="2927032761" sldId="9580"/>
        </pc:sldMkLst>
      </pc:sldChg>
      <pc:sldChg chg="delSp add del mod">
        <pc:chgData name="Hân, Nguyễn Hồng" userId="5a451838-8dad-4932-9f1e-efcd0734835e" providerId="ADAL" clId="{E26FB5E3-5288-43B9-A3EB-7AC9FC43AF1E}" dt="2024-09-18T07:42:12.731" v="246" actId="47"/>
        <pc:sldMkLst>
          <pc:docMk/>
          <pc:sldMk cId="406375524" sldId="9581"/>
        </pc:sldMkLst>
      </pc:sldChg>
      <pc:sldChg chg="delSp add del mod">
        <pc:chgData name="Hân, Nguyễn Hồng" userId="5a451838-8dad-4932-9f1e-efcd0734835e" providerId="ADAL" clId="{E26FB5E3-5288-43B9-A3EB-7AC9FC43AF1E}" dt="2024-09-18T07:42:14.464" v="247" actId="47"/>
        <pc:sldMkLst>
          <pc:docMk/>
          <pc:sldMk cId="3654645215" sldId="9582"/>
        </pc:sldMkLst>
      </pc:sldChg>
      <pc:sldChg chg="delSp add del mod">
        <pc:chgData name="Hân, Nguyễn Hồng" userId="5a451838-8dad-4932-9f1e-efcd0734835e" providerId="ADAL" clId="{E26FB5E3-5288-43B9-A3EB-7AC9FC43AF1E}" dt="2024-09-18T07:42:15.725" v="248" actId="47"/>
        <pc:sldMkLst>
          <pc:docMk/>
          <pc:sldMk cId="1265695170" sldId="9583"/>
        </pc:sldMkLst>
      </pc:sldChg>
      <pc:sldChg chg="addSp delSp modSp add mod">
        <pc:chgData name="Hân, Nguyễn Hồng" userId="5a451838-8dad-4932-9f1e-efcd0734835e" providerId="ADAL" clId="{E26FB5E3-5288-43B9-A3EB-7AC9FC43AF1E}" dt="2024-09-19T04:08:42.282" v="384" actId="14100"/>
        <pc:sldMkLst>
          <pc:docMk/>
          <pc:sldMk cId="2904666356" sldId="9584"/>
        </pc:sldMkLst>
      </pc:sldChg>
      <pc:sldChg chg="addSp delSp modSp add mod">
        <pc:chgData name="Hân, Nguyễn Hồng" userId="5a451838-8dad-4932-9f1e-efcd0734835e" providerId="ADAL" clId="{E26FB5E3-5288-43B9-A3EB-7AC9FC43AF1E}" dt="2024-09-19T08:32:05.952" v="801" actId="1076"/>
        <pc:sldMkLst>
          <pc:docMk/>
          <pc:sldMk cId="1460673647" sldId="9585"/>
        </pc:sldMkLst>
      </pc:sldChg>
      <pc:sldChg chg="addSp delSp modSp add del mod">
        <pc:chgData name="Hân, Nguyễn Hồng" userId="5a451838-8dad-4932-9f1e-efcd0734835e" providerId="ADAL" clId="{E26FB5E3-5288-43B9-A3EB-7AC9FC43AF1E}" dt="2024-09-19T08:21:33.854" v="674" actId="2696"/>
        <pc:sldMkLst>
          <pc:docMk/>
          <pc:sldMk cId="2828206178" sldId="9585"/>
        </pc:sldMkLst>
      </pc:sldChg>
      <pc:sldChg chg="addSp delSp modSp add mod">
        <pc:chgData name="Hân, Nguyễn Hồng" userId="5a451838-8dad-4932-9f1e-efcd0734835e" providerId="ADAL" clId="{E26FB5E3-5288-43B9-A3EB-7AC9FC43AF1E}" dt="2024-09-19T08:26:30.500" v="788" actId="20577"/>
        <pc:sldMkLst>
          <pc:docMk/>
          <pc:sldMk cId="3251069232" sldId="9586"/>
        </pc:sldMkLst>
      </pc:sldChg>
      <pc:sldChg chg="addSp delSp modSp add mod">
        <pc:chgData name="Hân, Nguyễn Hồng" userId="5a451838-8dad-4932-9f1e-efcd0734835e" providerId="ADAL" clId="{E26FB5E3-5288-43B9-A3EB-7AC9FC43AF1E}" dt="2024-09-19T08:34:38.847" v="805" actId="1076"/>
        <pc:sldMkLst>
          <pc:docMk/>
          <pc:sldMk cId="3464077100" sldId="9587"/>
        </pc:sldMkLst>
      </pc:sldChg>
      <pc:sldChg chg="addSp delSp modSp add mod">
        <pc:chgData name="Hân, Nguyễn Hồng" userId="5a451838-8dad-4932-9f1e-efcd0734835e" providerId="ADAL" clId="{E26FB5E3-5288-43B9-A3EB-7AC9FC43AF1E}" dt="2024-09-20T02:35:00.021" v="840" actId="14100"/>
        <pc:sldMkLst>
          <pc:docMk/>
          <pc:sldMk cId="1796936230" sldId="9588"/>
        </pc:sldMkLst>
      </pc:sldChg>
      <pc:sldMasterChg chg="modSp mod">
        <pc:chgData name="Hân, Nguyễn Hồng" userId="5a451838-8dad-4932-9f1e-efcd0734835e" providerId="ADAL" clId="{E26FB5E3-5288-43B9-A3EB-7AC9FC43AF1E}" dt="2024-09-19T08:24:43.323" v="784" actId="20577"/>
        <pc:sldMasterMkLst>
          <pc:docMk/>
          <pc:sldMasterMk cId="0" sldId="2147483687"/>
        </pc:sldMasterMkLst>
      </pc:sldMasterChg>
    </pc:docChg>
  </pc:docChgLst>
  <pc:docChgLst>
    <pc:chgData name="Bằng, Nguyễn Nhật" userId="6e69d4f2-95b7-4a6d-a1af-85328dc74ac8" providerId="ADAL" clId="{03C2CEBB-C351-48CB-82B2-F78AAB0BC96B}"/>
    <pc:docChg chg="undo custSel addSld modSld modSection">
      <pc:chgData name="Bằng, Nguyễn Nhật" userId="6e69d4f2-95b7-4a6d-a1af-85328dc74ac8" providerId="ADAL" clId="{03C2CEBB-C351-48CB-82B2-F78AAB0BC96B}" dt="2025-02-12T05:08:56.473" v="14" actId="1076"/>
      <pc:docMkLst>
        <pc:docMk/>
      </pc:docMkLst>
      <pc:sldChg chg="modSp mod">
        <pc:chgData name="Bằng, Nguyễn Nhật" userId="6e69d4f2-95b7-4a6d-a1af-85328dc74ac8" providerId="ADAL" clId="{03C2CEBB-C351-48CB-82B2-F78AAB0BC96B}" dt="2025-02-12T03:55:21.809" v="8" actId="1076"/>
        <pc:sldMkLst>
          <pc:docMk/>
          <pc:sldMk cId="565473934" sldId="9604"/>
        </pc:sldMkLst>
      </pc:sldChg>
      <pc:sldChg chg="addSp delSp modSp new mod">
        <pc:chgData name="Bằng, Nguyễn Nhật" userId="6e69d4f2-95b7-4a6d-a1af-85328dc74ac8" providerId="ADAL" clId="{03C2CEBB-C351-48CB-82B2-F78AAB0BC96B}" dt="2025-02-12T05:08:56.473" v="14" actId="1076"/>
        <pc:sldMkLst>
          <pc:docMk/>
          <pc:sldMk cId="3899797431" sldId="9611"/>
        </pc:sldMkLst>
      </pc:sldChg>
    </pc:docChg>
  </pc:docChgLst>
  <pc:docChgLst>
    <pc:chgData name="Nghiệm, Trương Công" userId="43186bbd-f2f1-45a0-9b26-7034c5d3e2a4" providerId="ADAL" clId="{89720D8C-881F-422D-BF33-4E1F3D9C2EE5}"/>
    <pc:docChg chg="custSel addSld delSld modSld modSection">
      <pc:chgData name="Nghiệm, Trương Công" userId="43186bbd-f2f1-45a0-9b26-7034c5d3e2a4" providerId="ADAL" clId="{89720D8C-881F-422D-BF33-4E1F3D9C2EE5}" dt="2024-05-22T06:35:11.932" v="687" actId="20577"/>
      <pc:docMkLst>
        <pc:docMk/>
      </pc:docMkLst>
      <pc:sldChg chg="modSp mod">
        <pc:chgData name="Nghiệm, Trương Công" userId="43186bbd-f2f1-45a0-9b26-7034c5d3e2a4" providerId="ADAL" clId="{89720D8C-881F-422D-BF33-4E1F3D9C2EE5}" dt="2024-05-22T06:35:11.932" v="687" actId="20577"/>
        <pc:sldMkLst>
          <pc:docMk/>
          <pc:sldMk cId="306475460" sldId="9514"/>
        </pc:sldMkLst>
      </pc:sldChg>
      <pc:sldChg chg="modSp mod">
        <pc:chgData name="Nghiệm, Trương Công" userId="43186bbd-f2f1-45a0-9b26-7034c5d3e2a4" providerId="ADAL" clId="{89720D8C-881F-422D-BF33-4E1F3D9C2EE5}" dt="2024-05-22T06:34:09.273" v="621" actId="20577"/>
        <pc:sldMkLst>
          <pc:docMk/>
          <pc:sldMk cId="2268943257" sldId="9516"/>
        </pc:sldMkLst>
      </pc:sldChg>
      <pc:sldChg chg="modSp mod">
        <pc:chgData name="Nghiệm, Trương Công" userId="43186bbd-f2f1-45a0-9b26-7034c5d3e2a4" providerId="ADAL" clId="{89720D8C-881F-422D-BF33-4E1F3D9C2EE5}" dt="2024-05-22T01:43:13.999" v="8" actId="14100"/>
        <pc:sldMkLst>
          <pc:docMk/>
          <pc:sldMk cId="2565993856" sldId="9518"/>
        </pc:sldMkLst>
      </pc:sldChg>
      <pc:sldChg chg="modSp mod">
        <pc:chgData name="Nghiệm, Trương Công" userId="43186bbd-f2f1-45a0-9b26-7034c5d3e2a4" providerId="ADAL" clId="{89720D8C-881F-422D-BF33-4E1F3D9C2EE5}" dt="2024-05-22T01:43:23.808" v="9" actId="14100"/>
        <pc:sldMkLst>
          <pc:docMk/>
          <pc:sldMk cId="3096683557" sldId="9519"/>
        </pc:sldMkLst>
      </pc:sldChg>
      <pc:sldChg chg="del">
        <pc:chgData name="Nghiệm, Trương Công" userId="43186bbd-f2f1-45a0-9b26-7034c5d3e2a4" providerId="ADAL" clId="{89720D8C-881F-422D-BF33-4E1F3D9C2EE5}" dt="2024-05-22T02:25:44.606" v="13" actId="47"/>
        <pc:sldMkLst>
          <pc:docMk/>
          <pc:sldMk cId="1397380196" sldId="9521"/>
        </pc:sldMkLst>
      </pc:sldChg>
      <pc:sldChg chg="addSp delSp modSp mod">
        <pc:chgData name="Nghiệm, Trương Công" userId="43186bbd-f2f1-45a0-9b26-7034c5d3e2a4" providerId="ADAL" clId="{89720D8C-881F-422D-BF33-4E1F3D9C2EE5}" dt="2024-05-22T01:43:05.359" v="6" actId="14100"/>
        <pc:sldMkLst>
          <pc:docMk/>
          <pc:sldMk cId="2276120769" sldId="9527"/>
        </pc:sldMkLst>
      </pc:sldChg>
      <pc:sldChg chg="del">
        <pc:chgData name="Nghiệm, Trương Công" userId="43186bbd-f2f1-45a0-9b26-7034c5d3e2a4" providerId="ADAL" clId="{89720D8C-881F-422D-BF33-4E1F3D9C2EE5}" dt="2024-05-22T02:25:39.355" v="11" actId="47"/>
        <pc:sldMkLst>
          <pc:docMk/>
          <pc:sldMk cId="3625585908" sldId="9529"/>
        </pc:sldMkLst>
      </pc:sldChg>
      <pc:sldChg chg="del">
        <pc:chgData name="Nghiệm, Trương Công" userId="43186bbd-f2f1-45a0-9b26-7034c5d3e2a4" providerId="ADAL" clId="{89720D8C-881F-422D-BF33-4E1F3D9C2EE5}" dt="2024-05-22T02:25:41.861" v="12" actId="47"/>
        <pc:sldMkLst>
          <pc:docMk/>
          <pc:sldMk cId="1087359449" sldId="9530"/>
        </pc:sldMkLst>
      </pc:sldChg>
      <pc:sldChg chg="add">
        <pc:chgData name="Nghiệm, Trương Công" userId="43186bbd-f2f1-45a0-9b26-7034c5d3e2a4" providerId="ADAL" clId="{89720D8C-881F-422D-BF33-4E1F3D9C2EE5}" dt="2024-05-22T02:24:44.393" v="10"/>
        <pc:sldMkLst>
          <pc:docMk/>
          <pc:sldMk cId="1760520460" sldId="9531"/>
        </pc:sldMkLst>
      </pc:sldChg>
      <pc:sldChg chg="add">
        <pc:chgData name="Nghiệm, Trương Công" userId="43186bbd-f2f1-45a0-9b26-7034c5d3e2a4" providerId="ADAL" clId="{89720D8C-881F-422D-BF33-4E1F3D9C2EE5}" dt="2024-05-22T02:24:44.393" v="10"/>
        <pc:sldMkLst>
          <pc:docMk/>
          <pc:sldMk cId="3038335753" sldId="9532"/>
        </pc:sldMkLst>
      </pc:sldChg>
      <pc:sldChg chg="add">
        <pc:chgData name="Nghiệm, Trương Công" userId="43186bbd-f2f1-45a0-9b26-7034c5d3e2a4" providerId="ADAL" clId="{89720D8C-881F-422D-BF33-4E1F3D9C2EE5}" dt="2024-05-22T02:24:44.393" v="10"/>
        <pc:sldMkLst>
          <pc:docMk/>
          <pc:sldMk cId="984134413" sldId="9533"/>
        </pc:sldMkLst>
      </pc:sldChg>
      <pc:sldChg chg="add">
        <pc:chgData name="Nghiệm, Trương Công" userId="43186bbd-f2f1-45a0-9b26-7034c5d3e2a4" providerId="ADAL" clId="{89720D8C-881F-422D-BF33-4E1F3D9C2EE5}" dt="2024-05-22T02:24:44.393" v="10"/>
        <pc:sldMkLst>
          <pc:docMk/>
          <pc:sldMk cId="2274997875" sldId="9534"/>
        </pc:sldMkLst>
      </pc:sldChg>
    </pc:docChg>
  </pc:docChgLst>
  <pc:docChgLst>
    <pc:chgData name="Hân, Nguyễn Hồng" userId="5a451838-8dad-4932-9f1e-efcd0734835e" providerId="ADAL" clId="{809C0354-EF9D-41F3-80A1-59F570A7FF25}"/>
    <pc:docChg chg="undo custSel addSld delSld modSld sldOrd modMainMaster addSection delSection modSection">
      <pc:chgData name="Hân, Nguyễn Hồng" userId="5a451838-8dad-4932-9f1e-efcd0734835e" providerId="ADAL" clId="{809C0354-EF9D-41F3-80A1-59F570A7FF25}" dt="2024-10-16T08:56:04.971" v="603" actId="14100"/>
      <pc:docMkLst>
        <pc:docMk/>
      </pc:docMkLst>
      <pc:sldChg chg="addSp modSp mod">
        <pc:chgData name="Hân, Nguyễn Hồng" userId="5a451838-8dad-4932-9f1e-efcd0734835e" providerId="ADAL" clId="{809C0354-EF9D-41F3-80A1-59F570A7FF25}" dt="2024-10-10T02:41:22.473" v="50" actId="207"/>
        <pc:sldMkLst>
          <pc:docMk/>
          <pc:sldMk cId="1175279130" sldId="372"/>
        </pc:sldMkLst>
      </pc:sldChg>
      <pc:sldChg chg="modSp mod">
        <pc:chgData name="Hân, Nguyễn Hồng" userId="5a451838-8dad-4932-9f1e-efcd0734835e" providerId="ADAL" clId="{809C0354-EF9D-41F3-80A1-59F570A7FF25}" dt="2024-10-10T03:06:58.018" v="124" actId="1076"/>
        <pc:sldMkLst>
          <pc:docMk/>
          <pc:sldMk cId="1250907711" sldId="9467"/>
        </pc:sldMkLst>
      </pc:sldChg>
      <pc:sldChg chg="addSp delSp modSp mod ord">
        <pc:chgData name="Hân, Nguyễn Hồng" userId="5a451838-8dad-4932-9f1e-efcd0734835e" providerId="ADAL" clId="{809C0354-EF9D-41F3-80A1-59F570A7FF25}" dt="2024-10-11T04:01:44.539" v="545" actId="14100"/>
        <pc:sldMkLst>
          <pc:docMk/>
          <pc:sldMk cId="1618145755" sldId="9549"/>
        </pc:sldMkLst>
      </pc:sldChg>
      <pc:sldChg chg="delSp del mod">
        <pc:chgData name="Hân, Nguyễn Hồng" userId="5a451838-8dad-4932-9f1e-efcd0734835e" providerId="ADAL" clId="{809C0354-EF9D-41F3-80A1-59F570A7FF25}" dt="2024-10-10T03:43:32.504" v="276" actId="47"/>
        <pc:sldMkLst>
          <pc:docMk/>
          <pc:sldMk cId="2856120315" sldId="9557"/>
        </pc:sldMkLst>
      </pc:sldChg>
      <pc:sldChg chg="delSp del mod">
        <pc:chgData name="Hân, Nguyễn Hồng" userId="5a451838-8dad-4932-9f1e-efcd0734835e" providerId="ADAL" clId="{809C0354-EF9D-41F3-80A1-59F570A7FF25}" dt="2024-10-10T03:43:36.237" v="278" actId="47"/>
        <pc:sldMkLst>
          <pc:docMk/>
          <pc:sldMk cId="76855253" sldId="9558"/>
        </pc:sldMkLst>
      </pc:sldChg>
      <pc:sldChg chg="addSp delSp modSp mod">
        <pc:chgData name="Hân, Nguyễn Hồng" userId="5a451838-8dad-4932-9f1e-efcd0734835e" providerId="ADAL" clId="{809C0354-EF9D-41F3-80A1-59F570A7FF25}" dt="2024-10-14T04:23:53.047" v="560" actId="14100"/>
        <pc:sldMkLst>
          <pc:docMk/>
          <pc:sldMk cId="4148884041" sldId="9559"/>
        </pc:sldMkLst>
      </pc:sldChg>
      <pc:sldChg chg="delSp del mod">
        <pc:chgData name="Hân, Nguyễn Hồng" userId="5a451838-8dad-4932-9f1e-efcd0734835e" providerId="ADAL" clId="{809C0354-EF9D-41F3-80A1-59F570A7FF25}" dt="2024-10-10T03:43:34.588" v="277" actId="47"/>
        <pc:sldMkLst>
          <pc:docMk/>
          <pc:sldMk cId="3978507345" sldId="9560"/>
        </pc:sldMkLst>
      </pc:sldChg>
      <pc:sldChg chg="delSp del mod">
        <pc:chgData name="Hân, Nguyễn Hồng" userId="5a451838-8dad-4932-9f1e-efcd0734835e" providerId="ADAL" clId="{809C0354-EF9D-41F3-80A1-59F570A7FF25}" dt="2024-10-10T03:43:37.537" v="279" actId="47"/>
        <pc:sldMkLst>
          <pc:docMk/>
          <pc:sldMk cId="2128670676" sldId="9561"/>
        </pc:sldMkLst>
      </pc:sldChg>
      <pc:sldChg chg="del">
        <pc:chgData name="Hân, Nguyễn Hồng" userId="5a451838-8dad-4932-9f1e-efcd0734835e" providerId="ADAL" clId="{809C0354-EF9D-41F3-80A1-59F570A7FF25}" dt="2024-10-10T02:41:44.243" v="53" actId="47"/>
        <pc:sldMkLst>
          <pc:docMk/>
          <pc:sldMk cId="3333586864" sldId="9567"/>
        </pc:sldMkLst>
      </pc:sldChg>
      <pc:sldChg chg="del">
        <pc:chgData name="Hân, Nguyễn Hồng" userId="5a451838-8dad-4932-9f1e-efcd0734835e" providerId="ADAL" clId="{809C0354-EF9D-41F3-80A1-59F570A7FF25}" dt="2024-10-10T02:41:45.077" v="54" actId="47"/>
        <pc:sldMkLst>
          <pc:docMk/>
          <pc:sldMk cId="4115904259" sldId="9568"/>
        </pc:sldMkLst>
      </pc:sldChg>
      <pc:sldChg chg="delSp del mod">
        <pc:chgData name="Hân, Nguyễn Hồng" userId="5a451838-8dad-4932-9f1e-efcd0734835e" providerId="ADAL" clId="{809C0354-EF9D-41F3-80A1-59F570A7FF25}" dt="2024-10-10T03:43:39.090" v="280" actId="47"/>
        <pc:sldMkLst>
          <pc:docMk/>
          <pc:sldMk cId="3383183345" sldId="9572"/>
        </pc:sldMkLst>
      </pc:sldChg>
      <pc:sldChg chg="del">
        <pc:chgData name="Hân, Nguyễn Hồng" userId="5a451838-8dad-4932-9f1e-efcd0734835e" providerId="ADAL" clId="{809C0354-EF9D-41F3-80A1-59F570A7FF25}" dt="2024-10-10T02:41:47.693" v="55" actId="47"/>
        <pc:sldMkLst>
          <pc:docMk/>
          <pc:sldMk cId="1114359184" sldId="9573"/>
        </pc:sldMkLst>
      </pc:sldChg>
      <pc:sldChg chg="del">
        <pc:chgData name="Hân, Nguyễn Hồng" userId="5a451838-8dad-4932-9f1e-efcd0734835e" providerId="ADAL" clId="{809C0354-EF9D-41F3-80A1-59F570A7FF25}" dt="2024-10-10T02:41:43.429" v="52" actId="47"/>
        <pc:sldMkLst>
          <pc:docMk/>
          <pc:sldMk cId="2904666356" sldId="9584"/>
        </pc:sldMkLst>
      </pc:sldChg>
      <pc:sldChg chg="addSp delSp modSp mod">
        <pc:chgData name="Hân, Nguyễn Hồng" userId="5a451838-8dad-4932-9f1e-efcd0734835e" providerId="ADAL" clId="{809C0354-EF9D-41F3-80A1-59F570A7FF25}" dt="2024-10-11T03:41:06.616" v="371" actId="20577"/>
        <pc:sldMkLst>
          <pc:docMk/>
          <pc:sldMk cId="1460673647" sldId="9585"/>
        </pc:sldMkLst>
      </pc:sldChg>
      <pc:sldChg chg="addSp delSp modSp mod">
        <pc:chgData name="Hân, Nguyễn Hồng" userId="5a451838-8dad-4932-9f1e-efcd0734835e" providerId="ADAL" clId="{809C0354-EF9D-41F3-80A1-59F570A7FF25}" dt="2024-10-11T03:41:09.866" v="373" actId="20577"/>
        <pc:sldMkLst>
          <pc:docMk/>
          <pc:sldMk cId="3251069232" sldId="9586"/>
        </pc:sldMkLst>
      </pc:sldChg>
      <pc:sldChg chg="addSp delSp modSp mod">
        <pc:chgData name="Hân, Nguyễn Hồng" userId="5a451838-8dad-4932-9f1e-efcd0734835e" providerId="ADAL" clId="{809C0354-EF9D-41F3-80A1-59F570A7FF25}" dt="2024-10-11T03:41:13.225" v="375" actId="20577"/>
        <pc:sldMkLst>
          <pc:docMk/>
          <pc:sldMk cId="3464077100" sldId="9587"/>
        </pc:sldMkLst>
      </pc:sldChg>
      <pc:sldChg chg="delSp del mod">
        <pc:chgData name="Hân, Nguyễn Hồng" userId="5a451838-8dad-4932-9f1e-efcd0734835e" providerId="ADAL" clId="{809C0354-EF9D-41F3-80A1-59F570A7FF25}" dt="2024-10-10T03:43:40.567" v="281" actId="47"/>
        <pc:sldMkLst>
          <pc:docMk/>
          <pc:sldMk cId="4286522243" sldId="9589"/>
        </pc:sldMkLst>
      </pc:sldChg>
      <pc:sldChg chg="addSp delSp modSp mod">
        <pc:chgData name="Hân, Nguyễn Hồng" userId="5a451838-8dad-4932-9f1e-efcd0734835e" providerId="ADAL" clId="{809C0354-EF9D-41F3-80A1-59F570A7FF25}" dt="2024-10-11T03:41:02.624" v="369" actId="20577"/>
        <pc:sldMkLst>
          <pc:docMk/>
          <pc:sldMk cId="4265039192" sldId="9592"/>
        </pc:sldMkLst>
      </pc:sldChg>
      <pc:sldChg chg="addSp delSp modSp mod">
        <pc:chgData name="Hân, Nguyễn Hồng" userId="5a451838-8dad-4932-9f1e-efcd0734835e" providerId="ADAL" clId="{809C0354-EF9D-41F3-80A1-59F570A7FF25}" dt="2024-10-10T02:58:21.085" v="104" actId="1035"/>
        <pc:sldMkLst>
          <pc:docMk/>
          <pc:sldMk cId="59919386" sldId="9593"/>
        </pc:sldMkLst>
      </pc:sldChg>
      <pc:sldChg chg="addSp delSp modSp mod">
        <pc:chgData name="Hân, Nguyễn Hồng" userId="5a451838-8dad-4932-9f1e-efcd0734835e" providerId="ADAL" clId="{809C0354-EF9D-41F3-80A1-59F570A7FF25}" dt="2024-10-10T02:58:40.235" v="105"/>
        <pc:sldMkLst>
          <pc:docMk/>
          <pc:sldMk cId="372147235" sldId="9594"/>
        </pc:sldMkLst>
      </pc:sldChg>
      <pc:sldChg chg="del">
        <pc:chgData name="Hân, Nguyễn Hồng" userId="5a451838-8dad-4932-9f1e-efcd0734835e" providerId="ADAL" clId="{809C0354-EF9D-41F3-80A1-59F570A7FF25}" dt="2024-10-10T02:47:34.598" v="56" actId="47"/>
        <pc:sldMkLst>
          <pc:docMk/>
          <pc:sldMk cId="1836708033" sldId="9595"/>
        </pc:sldMkLst>
      </pc:sldChg>
      <pc:sldChg chg="addSp delSp modSp add del mod">
        <pc:chgData name="Hân, Nguyễn Hồng" userId="5a451838-8dad-4932-9f1e-efcd0734835e" providerId="ADAL" clId="{809C0354-EF9D-41F3-80A1-59F570A7FF25}" dt="2024-10-11T03:06:04.817" v="320" actId="14100"/>
        <pc:sldMkLst>
          <pc:docMk/>
          <pc:sldMk cId="3573794565" sldId="9596"/>
        </pc:sldMkLst>
      </pc:sldChg>
      <pc:sldChg chg="add del ord">
        <pc:chgData name="Hân, Nguyễn Hồng" userId="5a451838-8dad-4932-9f1e-efcd0734835e" providerId="ADAL" clId="{809C0354-EF9D-41F3-80A1-59F570A7FF25}" dt="2024-10-10T03:26:29.886" v="154" actId="47"/>
        <pc:sldMkLst>
          <pc:docMk/>
          <pc:sldMk cId="3807285020" sldId="9597"/>
        </pc:sldMkLst>
      </pc:sldChg>
      <pc:sldChg chg="add del">
        <pc:chgData name="Hân, Nguyễn Hồng" userId="5a451838-8dad-4932-9f1e-efcd0734835e" providerId="ADAL" clId="{809C0354-EF9D-41F3-80A1-59F570A7FF25}" dt="2024-10-10T03:26:40.735" v="155" actId="47"/>
        <pc:sldMkLst>
          <pc:docMk/>
          <pc:sldMk cId="602882720" sldId="9598"/>
        </pc:sldMkLst>
      </pc:sldChg>
      <pc:sldChg chg="add del">
        <pc:chgData name="Hân, Nguyễn Hồng" userId="5a451838-8dad-4932-9f1e-efcd0734835e" providerId="ADAL" clId="{809C0354-EF9D-41F3-80A1-59F570A7FF25}" dt="2024-10-10T03:07:37.296" v="133"/>
        <pc:sldMkLst>
          <pc:docMk/>
          <pc:sldMk cId="3005377040" sldId="9598"/>
        </pc:sldMkLst>
      </pc:sldChg>
      <pc:sldChg chg="addSp delSp modSp add mod">
        <pc:chgData name="Hân, Nguyễn Hồng" userId="5a451838-8dad-4932-9f1e-efcd0734835e" providerId="ADAL" clId="{809C0354-EF9D-41F3-80A1-59F570A7FF25}" dt="2024-10-10T03:27:54.809" v="165" actId="14100"/>
        <pc:sldMkLst>
          <pc:docMk/>
          <pc:sldMk cId="1878596241" sldId="9599"/>
        </pc:sldMkLst>
      </pc:sldChg>
      <pc:sldChg chg="addSp delSp modSp add mod">
        <pc:chgData name="Hân, Nguyễn Hồng" userId="5a451838-8dad-4932-9f1e-efcd0734835e" providerId="ADAL" clId="{809C0354-EF9D-41F3-80A1-59F570A7FF25}" dt="2024-10-10T03:32:13.237" v="234" actId="14100"/>
        <pc:sldMkLst>
          <pc:docMk/>
          <pc:sldMk cId="1871901880" sldId="9600"/>
        </pc:sldMkLst>
      </pc:sldChg>
      <pc:sldChg chg="addSp delSp modSp add mod">
        <pc:chgData name="Hân, Nguyễn Hồng" userId="5a451838-8dad-4932-9f1e-efcd0734835e" providerId="ADAL" clId="{809C0354-EF9D-41F3-80A1-59F570A7FF25}" dt="2024-10-10T03:34:21.407" v="246" actId="14100"/>
        <pc:sldMkLst>
          <pc:docMk/>
          <pc:sldMk cId="3900316148" sldId="9601"/>
        </pc:sldMkLst>
      </pc:sldChg>
      <pc:sldChg chg="addSp delSp modSp add mod">
        <pc:chgData name="Hân, Nguyễn Hồng" userId="5a451838-8dad-4932-9f1e-efcd0734835e" providerId="ADAL" clId="{809C0354-EF9D-41F3-80A1-59F570A7FF25}" dt="2024-10-11T03:07:27.707" v="331" actId="14100"/>
        <pc:sldMkLst>
          <pc:docMk/>
          <pc:sldMk cId="2219252605" sldId="9602"/>
        </pc:sldMkLst>
      </pc:sldChg>
      <pc:sldChg chg="addSp delSp modSp add mod">
        <pc:chgData name="Hân, Nguyễn Hồng" userId="5a451838-8dad-4932-9f1e-efcd0734835e" providerId="ADAL" clId="{809C0354-EF9D-41F3-80A1-59F570A7FF25}" dt="2024-10-16T08:56:04.971" v="603" actId="14100"/>
        <pc:sldMkLst>
          <pc:docMk/>
          <pc:sldMk cId="572185675" sldId="9603"/>
        </pc:sldMkLst>
      </pc:sldChg>
      <pc:sldChg chg="addSp delSp modSp add mod">
        <pc:chgData name="Hân, Nguyễn Hồng" userId="5a451838-8dad-4932-9f1e-efcd0734835e" providerId="ADAL" clId="{809C0354-EF9D-41F3-80A1-59F570A7FF25}" dt="2024-10-14T04:26:45.214" v="583" actId="14100"/>
        <pc:sldMkLst>
          <pc:docMk/>
          <pc:sldMk cId="565473934" sldId="9604"/>
        </pc:sldMkLst>
      </pc:sldChg>
      <pc:sldChg chg="delSp add del mod">
        <pc:chgData name="Hân, Nguyễn Hồng" userId="5a451838-8dad-4932-9f1e-efcd0734835e" providerId="ADAL" clId="{809C0354-EF9D-41F3-80A1-59F570A7FF25}" dt="2024-10-10T03:43:31.463" v="275" actId="47"/>
        <pc:sldMkLst>
          <pc:docMk/>
          <pc:sldMk cId="3930415430" sldId="9604"/>
        </pc:sldMkLst>
      </pc:sldChg>
      <pc:sldChg chg="addSp delSp modSp add mod">
        <pc:chgData name="Hân, Nguyễn Hồng" userId="5a451838-8dad-4932-9f1e-efcd0734835e" providerId="ADAL" clId="{809C0354-EF9D-41F3-80A1-59F570A7FF25}" dt="2024-10-11T03:42:26.998" v="537" actId="14100"/>
        <pc:sldMkLst>
          <pc:docMk/>
          <pc:sldMk cId="3475133407" sldId="9605"/>
        </pc:sldMkLst>
      </pc:sldChg>
      <pc:sldMasterChg chg="modSp mod">
        <pc:chgData name="Hân, Nguyễn Hồng" userId="5a451838-8dad-4932-9f1e-efcd0734835e" providerId="ADAL" clId="{809C0354-EF9D-41F3-80A1-59F570A7FF25}" dt="2024-10-11T03:42:45.103" v="540" actId="20577"/>
        <pc:sldMasterMkLst>
          <pc:docMk/>
          <pc:sldMasterMk cId="0" sldId="2147483687"/>
        </pc:sldMasterMkLst>
      </pc:sldMasterChg>
    </pc:docChg>
  </pc:docChgLst>
  <pc:docChgLst>
    <pc:chgData name="Thiện, Trần Ngọc Phước" userId="c95ca287-6e50-4541-8801-ae4914552503" providerId="ADAL" clId="{D2591127-E8E8-4B0C-B8ED-D98F4322C114}"/>
    <pc:docChg chg="undo redo custSel addSld delSld modSld sldOrd">
      <pc:chgData name="Thiện, Trần Ngọc Phước" userId="c95ca287-6e50-4541-8801-ae4914552503" providerId="ADAL" clId="{D2591127-E8E8-4B0C-B8ED-D98F4322C114}" dt="2024-02-27T10:32:41.832" v="1477" actId="12788"/>
      <pc:docMkLst>
        <pc:docMk/>
      </pc:docMkLst>
      <pc:sldChg chg="addSp delSp modSp mod ord">
        <pc:chgData name="Thiện, Trần Ngọc Phước" userId="c95ca287-6e50-4541-8801-ae4914552503" providerId="ADAL" clId="{D2591127-E8E8-4B0C-B8ED-D98F4322C114}" dt="2024-02-27T07:20:32.526" v="748" actId="20577"/>
        <pc:sldMkLst>
          <pc:docMk/>
          <pc:sldMk cId="3635589374" sldId="276"/>
        </pc:sldMkLst>
      </pc:sldChg>
      <pc:sldChg chg="modSp mod">
        <pc:chgData name="Thiện, Trần Ngọc Phước" userId="c95ca287-6e50-4541-8801-ae4914552503" providerId="ADAL" clId="{D2591127-E8E8-4B0C-B8ED-D98F4322C114}" dt="2024-02-27T09:35:55.327" v="1458" actId="1036"/>
        <pc:sldMkLst>
          <pc:docMk/>
          <pc:sldMk cId="1250907711" sldId="9467"/>
        </pc:sldMkLst>
      </pc:sldChg>
      <pc:sldChg chg="addSp delSp modSp mod ord">
        <pc:chgData name="Thiện, Trần Ngọc Phước" userId="c95ca287-6e50-4541-8801-ae4914552503" providerId="ADAL" clId="{D2591127-E8E8-4B0C-B8ED-D98F4322C114}" dt="2024-02-27T09:52:03.157" v="1472" actId="20577"/>
        <pc:sldMkLst>
          <pc:docMk/>
          <pc:sldMk cId="1433313454" sldId="9470"/>
        </pc:sldMkLst>
      </pc:sldChg>
      <pc:sldChg chg="modSp add del mod">
        <pc:chgData name="Thiện, Trần Ngọc Phước" userId="c95ca287-6e50-4541-8801-ae4914552503" providerId="ADAL" clId="{D2591127-E8E8-4B0C-B8ED-D98F4322C114}" dt="2024-02-27T08:34:55.057" v="998" actId="47"/>
        <pc:sldMkLst>
          <pc:docMk/>
          <pc:sldMk cId="1444645580" sldId="9472"/>
        </pc:sldMkLst>
      </pc:sldChg>
      <pc:sldChg chg="modSp del mod">
        <pc:chgData name="Thiện, Trần Ngọc Phước" userId="c95ca287-6e50-4541-8801-ae4914552503" providerId="ADAL" clId="{D2591127-E8E8-4B0C-B8ED-D98F4322C114}" dt="2024-02-27T08:34:56.437" v="999" actId="47"/>
        <pc:sldMkLst>
          <pc:docMk/>
          <pc:sldMk cId="3062591021" sldId="9473"/>
        </pc:sldMkLst>
      </pc:sldChg>
      <pc:sldChg chg="del">
        <pc:chgData name="Thiện, Trần Ngọc Phước" userId="c95ca287-6e50-4541-8801-ae4914552503" providerId="ADAL" clId="{D2591127-E8E8-4B0C-B8ED-D98F4322C114}" dt="2024-02-27T07:16:48.364" v="634" actId="47"/>
        <pc:sldMkLst>
          <pc:docMk/>
          <pc:sldMk cId="3021044079" sldId="9474"/>
        </pc:sldMkLst>
      </pc:sldChg>
      <pc:sldChg chg="del">
        <pc:chgData name="Thiện, Trần Ngọc Phước" userId="c95ca287-6e50-4541-8801-ae4914552503" providerId="ADAL" clId="{D2591127-E8E8-4B0C-B8ED-D98F4322C114}" dt="2024-02-27T07:16:49.967" v="635" actId="47"/>
        <pc:sldMkLst>
          <pc:docMk/>
          <pc:sldMk cId="2910760648" sldId="9496"/>
        </pc:sldMkLst>
      </pc:sldChg>
      <pc:sldChg chg="del">
        <pc:chgData name="Thiện, Trần Ngọc Phước" userId="c95ca287-6e50-4541-8801-ae4914552503" providerId="ADAL" clId="{D2591127-E8E8-4B0C-B8ED-D98F4322C114}" dt="2024-02-27T07:16:50.908" v="636" actId="47"/>
        <pc:sldMkLst>
          <pc:docMk/>
          <pc:sldMk cId="2276184146" sldId="9497"/>
        </pc:sldMkLst>
      </pc:sldChg>
      <pc:sldChg chg="del">
        <pc:chgData name="Thiện, Trần Ngọc Phước" userId="c95ca287-6e50-4541-8801-ae4914552503" providerId="ADAL" clId="{D2591127-E8E8-4B0C-B8ED-D98F4322C114}" dt="2024-02-27T07:16:52.839" v="637" actId="47"/>
        <pc:sldMkLst>
          <pc:docMk/>
          <pc:sldMk cId="1156329359" sldId="9498"/>
        </pc:sldMkLst>
      </pc:sldChg>
      <pc:sldChg chg="del">
        <pc:chgData name="Thiện, Trần Ngọc Phước" userId="c95ca287-6e50-4541-8801-ae4914552503" providerId="ADAL" clId="{D2591127-E8E8-4B0C-B8ED-D98F4322C114}" dt="2024-02-27T07:16:53.610" v="638" actId="47"/>
        <pc:sldMkLst>
          <pc:docMk/>
          <pc:sldMk cId="207845275" sldId="9499"/>
        </pc:sldMkLst>
      </pc:sldChg>
      <pc:sldChg chg="del ord">
        <pc:chgData name="Thiện, Trần Ngọc Phước" userId="c95ca287-6e50-4541-8801-ae4914552503" providerId="ADAL" clId="{D2591127-E8E8-4B0C-B8ED-D98F4322C114}" dt="2024-02-27T07:16:44.842" v="633" actId="47"/>
        <pc:sldMkLst>
          <pc:docMk/>
          <pc:sldMk cId="2439041124" sldId="9500"/>
        </pc:sldMkLst>
      </pc:sldChg>
      <pc:sldChg chg="del">
        <pc:chgData name="Thiện, Trần Ngọc Phước" userId="c95ca287-6e50-4541-8801-ae4914552503" providerId="ADAL" clId="{D2591127-E8E8-4B0C-B8ED-D98F4322C114}" dt="2024-02-27T07:13:02.224" v="535" actId="47"/>
        <pc:sldMkLst>
          <pc:docMk/>
          <pc:sldMk cId="726097675" sldId="9502"/>
        </pc:sldMkLst>
      </pc:sldChg>
      <pc:sldChg chg="addSp delSp modSp mod ord">
        <pc:chgData name="Thiện, Trần Ngọc Phước" userId="c95ca287-6e50-4541-8801-ae4914552503" providerId="ADAL" clId="{D2591127-E8E8-4B0C-B8ED-D98F4322C114}" dt="2024-02-27T07:20:36.559" v="751" actId="20577"/>
        <pc:sldMkLst>
          <pc:docMk/>
          <pc:sldMk cId="1295991906" sldId="9503"/>
        </pc:sldMkLst>
      </pc:sldChg>
      <pc:sldChg chg="addSp delSp modSp add del mod">
        <pc:chgData name="Thiện, Trần Ngọc Phước" userId="c95ca287-6e50-4541-8801-ae4914552503" providerId="ADAL" clId="{D2591127-E8E8-4B0C-B8ED-D98F4322C114}" dt="2024-02-27T08:56:13.510" v="1050" actId="47"/>
        <pc:sldMkLst>
          <pc:docMk/>
          <pc:sldMk cId="1990273270" sldId="9504"/>
        </pc:sldMkLst>
      </pc:sldChg>
      <pc:sldChg chg="addSp delSp modSp add mod">
        <pc:chgData name="Thiện, Trần Ngọc Phước" userId="c95ca287-6e50-4541-8801-ae4914552503" providerId="ADAL" clId="{D2591127-E8E8-4B0C-B8ED-D98F4322C114}" dt="2024-02-27T07:20:27.669" v="745" actId="20577"/>
        <pc:sldMkLst>
          <pc:docMk/>
          <pc:sldMk cId="1931923957" sldId="9505"/>
        </pc:sldMkLst>
      </pc:sldChg>
      <pc:sldChg chg="addSp delSp modSp add mod">
        <pc:chgData name="Thiện, Trần Ngọc Phước" userId="c95ca287-6e50-4541-8801-ae4914552503" providerId="ADAL" clId="{D2591127-E8E8-4B0C-B8ED-D98F4322C114}" dt="2024-02-27T07:23:54.808" v="814" actId="1035"/>
        <pc:sldMkLst>
          <pc:docMk/>
          <pc:sldMk cId="627089320" sldId="9506"/>
        </pc:sldMkLst>
      </pc:sldChg>
      <pc:sldChg chg="addSp delSp modSp add mod">
        <pc:chgData name="Thiện, Trần Ngọc Phước" userId="c95ca287-6e50-4541-8801-ae4914552503" providerId="ADAL" clId="{D2591127-E8E8-4B0C-B8ED-D98F4322C114}" dt="2024-02-27T07:25:20.473" v="910" actId="14100"/>
        <pc:sldMkLst>
          <pc:docMk/>
          <pc:sldMk cId="3025320334" sldId="9507"/>
        </pc:sldMkLst>
      </pc:sldChg>
      <pc:sldChg chg="addSp delSp modSp add mod">
        <pc:chgData name="Thiện, Trần Ngọc Phước" userId="c95ca287-6e50-4541-8801-ae4914552503" providerId="ADAL" clId="{D2591127-E8E8-4B0C-B8ED-D98F4322C114}" dt="2024-02-27T07:26:50.889" v="995" actId="1035"/>
        <pc:sldMkLst>
          <pc:docMk/>
          <pc:sldMk cId="2618346443" sldId="9508"/>
        </pc:sldMkLst>
      </pc:sldChg>
      <pc:sldChg chg="addSp delSp modSp add mod">
        <pc:chgData name="Thiện, Trần Ngọc Phước" userId="c95ca287-6e50-4541-8801-ae4914552503" providerId="ADAL" clId="{D2591127-E8E8-4B0C-B8ED-D98F4322C114}" dt="2024-02-27T09:03:16.364" v="1390"/>
        <pc:sldMkLst>
          <pc:docMk/>
          <pc:sldMk cId="1152383830" sldId="9509"/>
        </pc:sldMkLst>
      </pc:sldChg>
      <pc:sldChg chg="addSp delSp modSp add mod">
        <pc:chgData name="Thiện, Trần Ngọc Phước" userId="c95ca287-6e50-4541-8801-ae4914552503" providerId="ADAL" clId="{D2591127-E8E8-4B0C-B8ED-D98F4322C114}" dt="2024-02-27T09:03:18.126" v="1391"/>
        <pc:sldMkLst>
          <pc:docMk/>
          <pc:sldMk cId="3018476286" sldId="9510"/>
        </pc:sldMkLst>
      </pc:sldChg>
      <pc:sldChg chg="addSp delSp modSp add mod">
        <pc:chgData name="Thiện, Trần Ngọc Phước" userId="c95ca287-6e50-4541-8801-ae4914552503" providerId="ADAL" clId="{D2591127-E8E8-4B0C-B8ED-D98F4322C114}" dt="2024-02-27T10:32:41.832" v="1477" actId="12788"/>
        <pc:sldMkLst>
          <pc:docMk/>
          <pc:sldMk cId="4072270293" sldId="9511"/>
        </pc:sldMkLst>
      </pc:sldChg>
      <pc:sldChg chg="addSp modSp add mod">
        <pc:chgData name="Thiện, Trần Ngọc Phước" userId="c95ca287-6e50-4541-8801-ae4914552503" providerId="ADAL" clId="{D2591127-E8E8-4B0C-B8ED-D98F4322C114}" dt="2024-02-27T09:03:21.253" v="1393"/>
        <pc:sldMkLst>
          <pc:docMk/>
          <pc:sldMk cId="2377247657" sldId="9512"/>
        </pc:sldMkLst>
      </pc:sldChg>
      <pc:sldChg chg="addSp modSp add mod">
        <pc:chgData name="Thiện, Trần Ngọc Phước" userId="c95ca287-6e50-4541-8801-ae4914552503" providerId="ADAL" clId="{D2591127-E8E8-4B0C-B8ED-D98F4322C114}" dt="2024-02-27T09:03:23.097" v="1394"/>
        <pc:sldMkLst>
          <pc:docMk/>
          <pc:sldMk cId="292202610" sldId="9513"/>
        </pc:sldMkLst>
      </pc:sldChg>
      <pc:sldChg chg="addSp modSp add mod">
        <pc:chgData name="Thiện, Trần Ngọc Phước" userId="c95ca287-6e50-4541-8801-ae4914552503" providerId="ADAL" clId="{D2591127-E8E8-4B0C-B8ED-D98F4322C114}" dt="2024-02-27T09:03:24.222" v="1395"/>
        <pc:sldMkLst>
          <pc:docMk/>
          <pc:sldMk cId="306475460" sldId="9514"/>
        </pc:sldMkLst>
      </pc:sldChg>
    </pc:docChg>
  </pc:docChgLst>
  <pc:docChgLst>
    <pc:chgData name="Nghiệm, Trương Công" userId="S::nghiemtc@duytanrecycling.com::43186bbd-f2f1-45a0-9b26-7034c5d3e2a4" providerId="AD" clId="Web-{83495E39-D2AC-9C3D-BDD7-7FAD8CEF0001}"/>
    <pc:docChg chg="modSld">
      <pc:chgData name="Nghiệm, Trương Công" userId="S::nghiemtc@duytanrecycling.com::43186bbd-f2f1-45a0-9b26-7034c5d3e2a4" providerId="AD" clId="Web-{83495E39-D2AC-9C3D-BDD7-7FAD8CEF0001}" dt="2024-03-15T06:58:17.300" v="1"/>
      <pc:docMkLst>
        <pc:docMk/>
      </pc:docMkLst>
      <pc:sldChg chg="modSp">
        <pc:chgData name="Nghiệm, Trương Công" userId="S::nghiemtc@duytanrecycling.com::43186bbd-f2f1-45a0-9b26-7034c5d3e2a4" providerId="AD" clId="Web-{83495E39-D2AC-9C3D-BDD7-7FAD8CEF0001}" dt="2024-03-15T06:58:17.300" v="1"/>
        <pc:sldMkLst>
          <pc:docMk/>
          <pc:sldMk cId="1433313454" sldId="9470"/>
        </pc:sldMkLst>
      </pc:sldChg>
    </pc:docChg>
  </pc:docChgLst>
  <pc:docChgLst>
    <pc:chgData name="Hân, Nguyễn Hồng" userId="5a451838-8dad-4932-9f1e-efcd0734835e" providerId="ADAL" clId="{614E2C40-ACAD-42BC-88BD-4DCF426C0984}"/>
    <pc:docChg chg="undo custSel delSld modSld modMainMaster modSection">
      <pc:chgData name="Hân, Nguyễn Hồng" userId="5a451838-8dad-4932-9f1e-efcd0734835e" providerId="ADAL" clId="{614E2C40-ACAD-42BC-88BD-4DCF426C0984}" dt="2024-09-13T04:31:07.234" v="170" actId="20577"/>
      <pc:docMkLst>
        <pc:docMk/>
      </pc:docMkLst>
      <pc:sldChg chg="addSp delSp modSp mod">
        <pc:chgData name="Hân, Nguyễn Hồng" userId="5a451838-8dad-4932-9f1e-efcd0734835e" providerId="ADAL" clId="{614E2C40-ACAD-42BC-88BD-4DCF426C0984}" dt="2024-09-13T04:00:07.143" v="28" actId="14100"/>
        <pc:sldMkLst>
          <pc:docMk/>
          <pc:sldMk cId="1618145755" sldId="9549"/>
        </pc:sldMkLst>
      </pc:sldChg>
      <pc:sldChg chg="addSp delSp modSp mod">
        <pc:chgData name="Hân, Nguyễn Hồng" userId="5a451838-8dad-4932-9f1e-efcd0734835e" providerId="ADAL" clId="{614E2C40-ACAD-42BC-88BD-4DCF426C0984}" dt="2024-09-13T04:04:54.825" v="63" actId="14100"/>
        <pc:sldMkLst>
          <pc:docMk/>
          <pc:sldMk cId="2856120315" sldId="9557"/>
        </pc:sldMkLst>
      </pc:sldChg>
      <pc:sldChg chg="addSp delSp modSp mod">
        <pc:chgData name="Hân, Nguyễn Hồng" userId="5a451838-8dad-4932-9f1e-efcd0734835e" providerId="ADAL" clId="{614E2C40-ACAD-42BC-88BD-4DCF426C0984}" dt="2024-09-13T04:12:46.138" v="107" actId="1076"/>
        <pc:sldMkLst>
          <pc:docMk/>
          <pc:sldMk cId="76855253" sldId="9558"/>
        </pc:sldMkLst>
      </pc:sldChg>
      <pc:sldChg chg="addSp delSp modSp mod">
        <pc:chgData name="Hân, Nguyễn Hồng" userId="5a451838-8dad-4932-9f1e-efcd0734835e" providerId="ADAL" clId="{614E2C40-ACAD-42BC-88BD-4DCF426C0984}" dt="2024-09-13T04:02:46.696" v="53" actId="14100"/>
        <pc:sldMkLst>
          <pc:docMk/>
          <pc:sldMk cId="4148884041" sldId="9559"/>
        </pc:sldMkLst>
      </pc:sldChg>
      <pc:sldChg chg="addSp delSp modSp mod">
        <pc:chgData name="Hân, Nguyễn Hồng" userId="5a451838-8dad-4932-9f1e-efcd0734835e" providerId="ADAL" clId="{614E2C40-ACAD-42BC-88BD-4DCF426C0984}" dt="2024-09-13T04:07:17.785" v="87" actId="1076"/>
        <pc:sldMkLst>
          <pc:docMk/>
          <pc:sldMk cId="3978507345" sldId="9560"/>
        </pc:sldMkLst>
      </pc:sldChg>
      <pc:sldChg chg="addSp delSp modSp mod">
        <pc:chgData name="Hân, Nguyễn Hồng" userId="5a451838-8dad-4932-9f1e-efcd0734835e" providerId="ADAL" clId="{614E2C40-ACAD-42BC-88BD-4DCF426C0984}" dt="2024-09-13T04:15:48.533" v="136" actId="14100"/>
        <pc:sldMkLst>
          <pc:docMk/>
          <pc:sldMk cId="2128670676" sldId="9561"/>
        </pc:sldMkLst>
      </pc:sldChg>
      <pc:sldChg chg="addSp delSp modSp mod">
        <pc:chgData name="Hân, Nguyễn Hồng" userId="5a451838-8dad-4932-9f1e-efcd0734835e" providerId="ADAL" clId="{614E2C40-ACAD-42BC-88BD-4DCF426C0984}" dt="2024-09-13T04:19:16.284" v="167" actId="14100"/>
        <pc:sldMkLst>
          <pc:docMk/>
          <pc:sldMk cId="2487289426" sldId="9563"/>
        </pc:sldMkLst>
      </pc:sldChg>
      <pc:sldChg chg="delSp mod">
        <pc:chgData name="Hân, Nguyễn Hồng" userId="5a451838-8dad-4932-9f1e-efcd0734835e" providerId="ADAL" clId="{614E2C40-ACAD-42BC-88BD-4DCF426C0984}" dt="2024-09-13T04:16:46.901" v="139" actId="478"/>
        <pc:sldMkLst>
          <pc:docMk/>
          <pc:sldMk cId="1457172499" sldId="9564"/>
        </pc:sldMkLst>
      </pc:sldChg>
      <pc:sldChg chg="del">
        <pc:chgData name="Hân, Nguyễn Hồng" userId="5a451838-8dad-4932-9f1e-efcd0734835e" providerId="ADAL" clId="{614E2C40-ACAD-42BC-88BD-4DCF426C0984}" dt="2024-09-13T04:16:20.963" v="137" actId="2696"/>
        <pc:sldMkLst>
          <pc:docMk/>
          <pc:sldMk cId="869080340" sldId="9565"/>
        </pc:sldMkLst>
      </pc:sldChg>
      <pc:sldChg chg="addSp delSp modSp mod">
        <pc:chgData name="Hân, Nguyễn Hồng" userId="5a451838-8dad-4932-9f1e-efcd0734835e" providerId="ADAL" clId="{614E2C40-ACAD-42BC-88BD-4DCF426C0984}" dt="2024-09-13T04:18:49.060" v="165" actId="14100"/>
        <pc:sldMkLst>
          <pc:docMk/>
          <pc:sldMk cId="2234398264" sldId="9568"/>
        </pc:sldMkLst>
      </pc:sldChg>
      <pc:sldChg chg="delSp mod">
        <pc:chgData name="Hân, Nguyễn Hồng" userId="5a451838-8dad-4932-9f1e-efcd0734835e" providerId="ADAL" clId="{614E2C40-ACAD-42BC-88BD-4DCF426C0984}" dt="2024-09-13T04:19:20.126" v="168" actId="478"/>
        <pc:sldMkLst>
          <pc:docMk/>
          <pc:sldMk cId="1115988310" sldId="9569"/>
        </pc:sldMkLst>
      </pc:sldChg>
    </pc:docChg>
  </pc:docChgLst>
  <pc:docChgLst>
    <pc:chgData name="Hân, Nguyễn Hồng" userId="5a451838-8dad-4932-9f1e-efcd0734835e" providerId="ADAL" clId="{B4D82B3F-80CB-4DDF-B635-B232F3276924}"/>
    <pc:docChg chg="undo custSel delSld modSld delSection modSection">
      <pc:chgData name="Hân, Nguyễn Hồng" userId="5a451838-8dad-4932-9f1e-efcd0734835e" providerId="ADAL" clId="{B4D82B3F-80CB-4DDF-B635-B232F3276924}" dt="2024-11-18T07:43:45.581" v="84" actId="14100"/>
      <pc:docMkLst>
        <pc:docMk/>
      </pc:docMkLst>
      <pc:sldChg chg="addSp delSp modSp mod">
        <pc:chgData name="Hân, Nguyễn Hồng" userId="5a451838-8dad-4932-9f1e-efcd0734835e" providerId="ADAL" clId="{B4D82B3F-80CB-4DDF-B635-B232F3276924}" dt="2024-11-18T07:35:30.882" v="5" actId="14100"/>
        <pc:sldMkLst>
          <pc:docMk/>
          <pc:sldMk cId="4148884041" sldId="9559"/>
        </pc:sldMkLst>
      </pc:sldChg>
      <pc:sldChg chg="addSp delSp modSp mod">
        <pc:chgData name="Hân, Nguyễn Hồng" userId="5a451838-8dad-4932-9f1e-efcd0734835e" providerId="ADAL" clId="{B4D82B3F-80CB-4DDF-B635-B232F3276924}" dt="2024-11-18T07:42:05.561" v="72" actId="14100"/>
        <pc:sldMkLst>
          <pc:docMk/>
          <pc:sldMk cId="4265039192" sldId="9592"/>
        </pc:sldMkLst>
      </pc:sldChg>
      <pc:sldChg chg="addSp delSp modSp mod">
        <pc:chgData name="Hân, Nguyễn Hồng" userId="5a451838-8dad-4932-9f1e-efcd0734835e" providerId="ADAL" clId="{B4D82B3F-80CB-4DDF-B635-B232F3276924}" dt="2024-11-18T07:42:45.424" v="79" actId="14100"/>
        <pc:sldMkLst>
          <pc:docMk/>
          <pc:sldMk cId="59919386" sldId="9593"/>
        </pc:sldMkLst>
      </pc:sldChg>
      <pc:sldChg chg="addSp delSp modSp mod">
        <pc:chgData name="Hân, Nguyễn Hồng" userId="5a451838-8dad-4932-9f1e-efcd0734835e" providerId="ADAL" clId="{B4D82B3F-80CB-4DDF-B635-B232F3276924}" dt="2024-11-18T07:43:45.581" v="84" actId="14100"/>
        <pc:sldMkLst>
          <pc:docMk/>
          <pc:sldMk cId="372147235" sldId="9594"/>
        </pc:sldMkLst>
      </pc:sldChg>
      <pc:sldChg chg="del">
        <pc:chgData name="Hân, Nguyễn Hồng" userId="5a451838-8dad-4932-9f1e-efcd0734835e" providerId="ADAL" clId="{B4D82B3F-80CB-4DDF-B635-B232F3276924}" dt="2024-11-18T04:42:22.291" v="0" actId="47"/>
        <pc:sldMkLst>
          <pc:docMk/>
          <pc:sldMk cId="3573794565" sldId="9596"/>
        </pc:sldMkLst>
      </pc:sldChg>
      <pc:sldChg chg="addSp delSp modSp mod">
        <pc:chgData name="Hân, Nguyễn Hồng" userId="5a451838-8dad-4932-9f1e-efcd0734835e" providerId="ADAL" clId="{B4D82B3F-80CB-4DDF-B635-B232F3276924}" dt="2024-11-18T07:36:06.356" v="16" actId="1038"/>
        <pc:sldMkLst>
          <pc:docMk/>
          <pc:sldMk cId="1878596241" sldId="9599"/>
        </pc:sldMkLst>
      </pc:sldChg>
      <pc:sldChg chg="addSp delSp modSp mod">
        <pc:chgData name="Hân, Nguyễn Hồng" userId="5a451838-8dad-4932-9f1e-efcd0734835e" providerId="ADAL" clId="{B4D82B3F-80CB-4DDF-B635-B232F3276924}" dt="2024-11-18T07:36:38.595" v="21" actId="14100"/>
        <pc:sldMkLst>
          <pc:docMk/>
          <pc:sldMk cId="1871901880" sldId="9600"/>
        </pc:sldMkLst>
      </pc:sldChg>
      <pc:sldChg chg="addSp delSp modSp mod">
        <pc:chgData name="Hân, Nguyễn Hồng" userId="5a451838-8dad-4932-9f1e-efcd0734835e" providerId="ADAL" clId="{B4D82B3F-80CB-4DDF-B635-B232F3276924}" dt="2024-11-18T07:37:07.453" v="26" actId="1076"/>
        <pc:sldMkLst>
          <pc:docMk/>
          <pc:sldMk cId="3900316148" sldId="9601"/>
        </pc:sldMkLst>
      </pc:sldChg>
      <pc:sldChg chg="addSp delSp modSp mod">
        <pc:chgData name="Hân, Nguyễn Hồng" userId="5a451838-8dad-4932-9f1e-efcd0734835e" providerId="ADAL" clId="{B4D82B3F-80CB-4DDF-B635-B232F3276924}" dt="2024-11-18T07:37:36.902" v="29" actId="14100"/>
        <pc:sldMkLst>
          <pc:docMk/>
          <pc:sldMk cId="2219252605" sldId="9602"/>
        </pc:sldMkLst>
      </pc:sldChg>
      <pc:sldChg chg="addSp delSp modSp mod">
        <pc:chgData name="Hân, Nguyễn Hồng" userId="5a451838-8dad-4932-9f1e-efcd0734835e" providerId="ADAL" clId="{B4D82B3F-80CB-4DDF-B635-B232F3276924}" dt="2024-11-18T07:39:43.139" v="35" actId="14100"/>
        <pc:sldMkLst>
          <pc:docMk/>
          <pc:sldMk cId="565473934" sldId="9604"/>
        </pc:sldMkLst>
      </pc:sldChg>
    </pc:docChg>
  </pc:docChgLst>
  <pc:docChgLst>
    <pc:chgData name="Hân, Nguyễn Hồng" userId="5a451838-8dad-4932-9f1e-efcd0734835e" providerId="ADAL" clId="{919131BF-3AA8-4AFB-90A2-FAD0B9DC7344}"/>
    <pc:docChg chg="undo custSel addSld modSld sldOrd addSection delSection modSection">
      <pc:chgData name="Hân, Nguyễn Hồng" userId="5a451838-8dad-4932-9f1e-efcd0734835e" providerId="ADAL" clId="{919131BF-3AA8-4AFB-90A2-FAD0B9DC7344}" dt="2024-04-27T01:15:25.425" v="1202" actId="14100"/>
      <pc:docMkLst>
        <pc:docMk/>
      </pc:docMkLst>
      <pc:sldChg chg="modSp mod">
        <pc:chgData name="Hân, Nguyễn Hồng" userId="5a451838-8dad-4932-9f1e-efcd0734835e" providerId="ADAL" clId="{919131BF-3AA8-4AFB-90A2-FAD0B9DC7344}" dt="2024-04-12T07:37:26.148" v="599" actId="20577"/>
        <pc:sldMkLst>
          <pc:docMk/>
          <pc:sldMk cId="1250907711" sldId="9467"/>
        </pc:sldMkLst>
      </pc:sldChg>
      <pc:sldChg chg="addSp delSp modSp mod">
        <pc:chgData name="Hân, Nguyễn Hồng" userId="5a451838-8dad-4932-9f1e-efcd0734835e" providerId="ADAL" clId="{919131BF-3AA8-4AFB-90A2-FAD0B9DC7344}" dt="2024-04-22T02:54:55.016" v="1142" actId="14100"/>
        <pc:sldMkLst>
          <pc:docMk/>
          <pc:sldMk cId="1433313454" sldId="9470"/>
        </pc:sldMkLst>
      </pc:sldChg>
      <pc:sldChg chg="addSp delSp modSp mod">
        <pc:chgData name="Hân, Nguyễn Hồng" userId="5a451838-8dad-4932-9f1e-efcd0734835e" providerId="ADAL" clId="{919131BF-3AA8-4AFB-90A2-FAD0B9DC7344}" dt="2024-04-19T03:17:58.938" v="1058" actId="14100"/>
        <pc:sldMkLst>
          <pc:docMk/>
          <pc:sldMk cId="1152383830" sldId="9509"/>
        </pc:sldMkLst>
      </pc:sldChg>
      <pc:sldChg chg="addSp delSp modSp mod">
        <pc:chgData name="Hân, Nguyễn Hồng" userId="5a451838-8dad-4932-9f1e-efcd0734835e" providerId="ADAL" clId="{919131BF-3AA8-4AFB-90A2-FAD0B9DC7344}" dt="2024-04-17T09:45:52.678" v="944" actId="14100"/>
        <pc:sldMkLst>
          <pc:docMk/>
          <pc:sldMk cId="3018476286" sldId="9510"/>
        </pc:sldMkLst>
      </pc:sldChg>
      <pc:sldChg chg="addSp delSp modSp mod">
        <pc:chgData name="Hân, Nguyễn Hồng" userId="5a451838-8dad-4932-9f1e-efcd0734835e" providerId="ADAL" clId="{919131BF-3AA8-4AFB-90A2-FAD0B9DC7344}" dt="2024-04-11T07:12:09.832" v="285" actId="14100"/>
        <pc:sldMkLst>
          <pc:docMk/>
          <pc:sldMk cId="4072270293" sldId="9511"/>
        </pc:sldMkLst>
      </pc:sldChg>
      <pc:sldChg chg="addSp delSp modSp mod">
        <pc:chgData name="Hân, Nguyễn Hồng" userId="5a451838-8dad-4932-9f1e-efcd0734835e" providerId="ADAL" clId="{919131BF-3AA8-4AFB-90A2-FAD0B9DC7344}" dt="2024-04-11T07:16:21.037" v="299" actId="14100"/>
        <pc:sldMkLst>
          <pc:docMk/>
          <pc:sldMk cId="2377247657" sldId="9512"/>
        </pc:sldMkLst>
      </pc:sldChg>
      <pc:sldChg chg="modSp mod">
        <pc:chgData name="Hân, Nguyễn Hồng" userId="5a451838-8dad-4932-9f1e-efcd0734835e" providerId="ADAL" clId="{919131BF-3AA8-4AFB-90A2-FAD0B9DC7344}" dt="2024-04-17T09:47:15.818" v="971" actId="20577"/>
        <pc:sldMkLst>
          <pc:docMk/>
          <pc:sldMk cId="306475460" sldId="9514"/>
        </pc:sldMkLst>
      </pc:sldChg>
      <pc:sldChg chg="addSp delSp modSp mod">
        <pc:chgData name="Hân, Nguyễn Hồng" userId="5a451838-8dad-4932-9f1e-efcd0734835e" providerId="ADAL" clId="{919131BF-3AA8-4AFB-90A2-FAD0B9DC7344}" dt="2024-04-19T03:18:07.045" v="1059" actId="14100"/>
        <pc:sldMkLst>
          <pc:docMk/>
          <pc:sldMk cId="272595414" sldId="9515"/>
        </pc:sldMkLst>
      </pc:sldChg>
      <pc:sldChg chg="modSp mod">
        <pc:chgData name="Hân, Nguyễn Hồng" userId="5a451838-8dad-4932-9f1e-efcd0734835e" providerId="ADAL" clId="{919131BF-3AA8-4AFB-90A2-FAD0B9DC7344}" dt="2024-04-11T04:31:03.374" v="202" actId="1076"/>
        <pc:sldMkLst>
          <pc:docMk/>
          <pc:sldMk cId="2268943257" sldId="9516"/>
        </pc:sldMkLst>
      </pc:sldChg>
      <pc:sldChg chg="addSp delSp modSp mod">
        <pc:chgData name="Hân, Nguyễn Hồng" userId="5a451838-8dad-4932-9f1e-efcd0734835e" providerId="ADAL" clId="{919131BF-3AA8-4AFB-90A2-FAD0B9DC7344}" dt="2024-04-11T04:33:39.223" v="253" actId="1076"/>
        <pc:sldMkLst>
          <pc:docMk/>
          <pc:sldMk cId="2565993856" sldId="9518"/>
        </pc:sldMkLst>
      </pc:sldChg>
      <pc:sldChg chg="addSp delSp modSp add mod">
        <pc:chgData name="Hân, Nguyễn Hồng" userId="5a451838-8dad-4932-9f1e-efcd0734835e" providerId="ADAL" clId="{919131BF-3AA8-4AFB-90A2-FAD0B9DC7344}" dt="2024-04-27T01:15:25.425" v="1202" actId="14100"/>
        <pc:sldMkLst>
          <pc:docMk/>
          <pc:sldMk cId="3096683557" sldId="9519"/>
        </pc:sldMkLst>
      </pc:sldChg>
      <pc:sldChg chg="addSp delSp modSp add mod ord">
        <pc:chgData name="Hân, Nguyễn Hồng" userId="5a451838-8dad-4932-9f1e-efcd0734835e" providerId="ADAL" clId="{919131BF-3AA8-4AFB-90A2-FAD0B9DC7344}" dt="2024-04-22T14:30:52.286" v="1201" actId="14100"/>
        <pc:sldMkLst>
          <pc:docMk/>
          <pc:sldMk cId="3559819967" sldId="9520"/>
        </pc:sldMkLst>
      </pc:sldChg>
      <pc:sldChg chg="addSp delSp modSp add mod">
        <pc:chgData name="Hân, Nguyễn Hồng" userId="5a451838-8dad-4932-9f1e-efcd0734835e" providerId="ADAL" clId="{919131BF-3AA8-4AFB-90A2-FAD0B9DC7344}" dt="2024-04-20T07:18:56.550" v="1111" actId="14100"/>
        <pc:sldMkLst>
          <pc:docMk/>
          <pc:sldMk cId="1397380196" sldId="9521"/>
        </pc:sldMkLst>
      </pc:sldChg>
      <pc:sldChg chg="addSp delSp modSp add mod">
        <pc:chgData name="Hân, Nguyễn Hồng" userId="5a451838-8dad-4932-9f1e-efcd0734835e" providerId="ADAL" clId="{919131BF-3AA8-4AFB-90A2-FAD0B9DC7344}" dt="2024-04-20T08:17:44.241" v="1115" actId="14100"/>
        <pc:sldMkLst>
          <pc:docMk/>
          <pc:sldMk cId="3746027680" sldId="9522"/>
        </pc:sldMkLst>
      </pc:sldChg>
      <pc:sldChg chg="addSp delSp modSp add mod">
        <pc:chgData name="Hân, Nguyễn Hồng" userId="5a451838-8dad-4932-9f1e-efcd0734835e" providerId="ADAL" clId="{919131BF-3AA8-4AFB-90A2-FAD0B9DC7344}" dt="2024-04-20T08:18:57.633" v="1126" actId="14100"/>
        <pc:sldMkLst>
          <pc:docMk/>
          <pc:sldMk cId="4018627310" sldId="9523"/>
        </pc:sldMkLst>
      </pc:sldChg>
      <pc:sldChg chg="addSp delSp modSp add mod ord">
        <pc:chgData name="Hân, Nguyễn Hồng" userId="5a451838-8dad-4932-9f1e-efcd0734835e" providerId="ADAL" clId="{919131BF-3AA8-4AFB-90A2-FAD0B9DC7344}" dt="2024-04-20T08:18:26.973" v="1121" actId="14100"/>
        <pc:sldMkLst>
          <pc:docMk/>
          <pc:sldMk cId="2713316232" sldId="9524"/>
        </pc:sldMkLst>
      </pc:sldChg>
      <pc:sldChg chg="addSp delSp modSp add mod">
        <pc:chgData name="Hân, Nguyễn Hồng" userId="5a451838-8dad-4932-9f1e-efcd0734835e" providerId="ADAL" clId="{919131BF-3AA8-4AFB-90A2-FAD0B9DC7344}" dt="2024-04-20T08:19:45.520" v="1134" actId="14100"/>
        <pc:sldMkLst>
          <pc:docMk/>
          <pc:sldMk cId="3222121184" sldId="9525"/>
        </pc:sldMkLst>
      </pc:sldChg>
    </pc:docChg>
  </pc:docChgLst>
  <pc:docChgLst>
    <pc:chgData name="Hân, Nguyễn Hồng" userId="5a451838-8dad-4932-9f1e-efcd0734835e" providerId="ADAL" clId="{D24799E4-7D65-4ED7-8E3C-25979865603E}"/>
    <pc:docChg chg="custSel modSld">
      <pc:chgData name="Hân, Nguyễn Hồng" userId="5a451838-8dad-4932-9f1e-efcd0734835e" providerId="ADAL" clId="{D24799E4-7D65-4ED7-8E3C-25979865603E}" dt="2025-02-10T05:57:32.636" v="50" actId="20577"/>
      <pc:docMkLst>
        <pc:docMk/>
      </pc:docMkLst>
      <pc:sldChg chg="addSp delSp modSp mod">
        <pc:chgData name="Hân, Nguyễn Hồng" userId="5a451838-8dad-4932-9f1e-efcd0734835e" providerId="ADAL" clId="{D24799E4-7D65-4ED7-8E3C-25979865603E}" dt="2025-02-10T04:45:12.756" v="11" actId="14100"/>
        <pc:sldMkLst>
          <pc:docMk/>
          <pc:sldMk cId="1871901880" sldId="9600"/>
        </pc:sldMkLst>
      </pc:sldChg>
      <pc:sldChg chg="addSp delSp modSp mod">
        <pc:chgData name="Hân, Nguyễn Hồng" userId="5a451838-8dad-4932-9f1e-efcd0734835e" providerId="ADAL" clId="{D24799E4-7D65-4ED7-8E3C-25979865603E}" dt="2025-02-10T04:47:04.622" v="33" actId="14100"/>
        <pc:sldMkLst>
          <pc:docMk/>
          <pc:sldMk cId="2219252605" sldId="9602"/>
        </pc:sldMkLst>
      </pc:sldChg>
      <pc:sldChg chg="addSp delSp modSp mod">
        <pc:chgData name="Hân, Nguyễn Hồng" userId="5a451838-8dad-4932-9f1e-efcd0734835e" providerId="ADAL" clId="{D24799E4-7D65-4ED7-8E3C-25979865603E}" dt="2025-02-10T05:57:32.636" v="50" actId="20577"/>
        <pc:sldMkLst>
          <pc:docMk/>
          <pc:sldMk cId="565473934" sldId="9604"/>
        </pc:sldMkLst>
      </pc:sldChg>
      <pc:sldChg chg="modSp mod">
        <pc:chgData name="Hân, Nguyễn Hồng" userId="5a451838-8dad-4932-9f1e-efcd0734835e" providerId="ADAL" clId="{D24799E4-7D65-4ED7-8E3C-25979865603E}" dt="2025-02-10T04:54:23.171" v="45" actId="20577"/>
        <pc:sldMkLst>
          <pc:docMk/>
          <pc:sldMk cId="1949340579" sldId="9606"/>
        </pc:sldMkLst>
        <pc:spChg chg="mod">
          <ac:chgData name="Hân, Nguyễn Hồng" userId="5a451838-8dad-4932-9f1e-efcd0734835e" providerId="ADAL" clId="{D24799E4-7D65-4ED7-8E3C-25979865603E}" dt="2025-02-10T04:54:23.171" v="45" actId="20577"/>
          <ac:spMkLst>
            <pc:docMk/>
            <pc:sldMk cId="1949340579" sldId="9606"/>
            <ac:spMk id="15" creationId="{A95E2829-8819-380A-64E5-39E2C825359A}"/>
          </ac:spMkLst>
        </pc:spChg>
      </pc:sldChg>
    </pc:docChg>
  </pc:docChgLst>
  <pc:docChgLst>
    <pc:chgData name="Nghiệm, Trương Công" userId="43186bbd-f2f1-45a0-9b26-7034c5d3e2a4" providerId="ADAL" clId="{6864B227-4112-4330-ADC3-493F01B26143}"/>
    <pc:docChg chg="undo custSel addSld delSld modSld modSection">
      <pc:chgData name="Nghiệm, Trương Công" userId="43186bbd-f2f1-45a0-9b26-7034c5d3e2a4" providerId="ADAL" clId="{6864B227-4112-4330-ADC3-493F01B26143}" dt="2024-03-27T02:06:50.686" v="507" actId="1076"/>
      <pc:docMkLst>
        <pc:docMk/>
      </pc:docMkLst>
      <pc:sldChg chg="addSp delSp modSp mod">
        <pc:chgData name="Nghiệm, Trương Công" userId="43186bbd-f2f1-45a0-9b26-7034c5d3e2a4" providerId="ADAL" clId="{6864B227-4112-4330-ADC3-493F01B26143}" dt="2024-03-26T13:23:58.487" v="63" actId="478"/>
        <pc:sldMkLst>
          <pc:docMk/>
          <pc:sldMk cId="3018476286" sldId="9510"/>
        </pc:sldMkLst>
      </pc:sldChg>
      <pc:sldChg chg="modSp mod">
        <pc:chgData name="Nghiệm, Trương Công" userId="43186bbd-f2f1-45a0-9b26-7034c5d3e2a4" providerId="ADAL" clId="{6864B227-4112-4330-ADC3-493F01B26143}" dt="2024-03-27T01:26:44.822" v="489" actId="20577"/>
        <pc:sldMkLst>
          <pc:docMk/>
          <pc:sldMk cId="4072270293" sldId="9511"/>
        </pc:sldMkLst>
      </pc:sldChg>
      <pc:sldChg chg="addSp modSp mod">
        <pc:chgData name="Nghiệm, Trương Công" userId="43186bbd-f2f1-45a0-9b26-7034c5d3e2a4" providerId="ADAL" clId="{6864B227-4112-4330-ADC3-493F01B26143}" dt="2024-03-26T14:11:52.039" v="288" actId="14100"/>
        <pc:sldMkLst>
          <pc:docMk/>
          <pc:sldMk cId="2377247657" sldId="9512"/>
        </pc:sldMkLst>
      </pc:sldChg>
      <pc:sldChg chg="new del">
        <pc:chgData name="Nghiệm, Trương Công" userId="43186bbd-f2f1-45a0-9b26-7034c5d3e2a4" providerId="ADAL" clId="{6864B227-4112-4330-ADC3-493F01B26143}" dt="2024-03-26T14:05:20.131" v="66" actId="47"/>
        <pc:sldMkLst>
          <pc:docMk/>
          <pc:sldMk cId="309395012" sldId="9517"/>
        </pc:sldMkLst>
      </pc:sldChg>
      <pc:sldChg chg="addSp delSp modSp add mod">
        <pc:chgData name="Nghiệm, Trương Công" userId="43186bbd-f2f1-45a0-9b26-7034c5d3e2a4" providerId="ADAL" clId="{6864B227-4112-4330-ADC3-493F01B26143}" dt="2024-03-27T02:06:50.686" v="507" actId="1076"/>
        <pc:sldMkLst>
          <pc:docMk/>
          <pc:sldMk cId="2565993856" sldId="9518"/>
        </pc:sldMkLst>
      </pc:sldChg>
      <pc:sldChg chg="add del">
        <pc:chgData name="Nghiệm, Trương Công" userId="43186bbd-f2f1-45a0-9b26-7034c5d3e2a4" providerId="ADAL" clId="{6864B227-4112-4330-ADC3-493F01B26143}" dt="2024-03-26T14:06:32.721" v="75"/>
        <pc:sldMkLst>
          <pc:docMk/>
          <pc:sldMk cId="3086878537" sldId="9519"/>
        </pc:sldMkLst>
      </pc:sldChg>
    </pc:docChg>
  </pc:docChgLst>
  <pc:docChgLst>
    <pc:chgData name="Hân, Nguyễn Hồng" userId="5a451838-8dad-4932-9f1e-efcd0734835e" providerId="ADAL" clId="{567BCAEB-A75A-442D-BCE2-507E1CAB4AA1}"/>
    <pc:docChg chg="undo redo custSel addSld delSld modSld sldOrd modMainMaster addSection modSection">
      <pc:chgData name="Hân, Nguyễn Hồng" userId="5a451838-8dad-4932-9f1e-efcd0734835e" providerId="ADAL" clId="{567BCAEB-A75A-442D-BCE2-507E1CAB4AA1}" dt="2024-03-27T07:36:36.928" v="2512" actId="1036"/>
      <pc:docMkLst>
        <pc:docMk/>
      </pc:docMkLst>
      <pc:sldChg chg="modSp mod">
        <pc:chgData name="Hân, Nguyễn Hồng" userId="5a451838-8dad-4932-9f1e-efcd0734835e" providerId="ADAL" clId="{567BCAEB-A75A-442D-BCE2-507E1CAB4AA1}" dt="2024-03-13T09:03:25.873" v="98" actId="2711"/>
        <pc:sldMkLst>
          <pc:docMk/>
          <pc:sldMk cId="0" sldId="260"/>
        </pc:sldMkLst>
      </pc:sldChg>
      <pc:sldChg chg="addSp delSp modSp mod">
        <pc:chgData name="Hân, Nguyễn Hồng" userId="5a451838-8dad-4932-9f1e-efcd0734835e" providerId="ADAL" clId="{567BCAEB-A75A-442D-BCE2-507E1CAB4AA1}" dt="2024-03-25T08:58:32.687" v="1938" actId="14100"/>
        <pc:sldMkLst>
          <pc:docMk/>
          <pc:sldMk cId="3635589374" sldId="276"/>
        </pc:sldMkLst>
      </pc:sldChg>
      <pc:sldChg chg="addSp delSp modSp mod">
        <pc:chgData name="Hân, Nguyễn Hồng" userId="5a451838-8dad-4932-9f1e-efcd0734835e" providerId="ADAL" clId="{567BCAEB-A75A-442D-BCE2-507E1CAB4AA1}" dt="2024-03-27T03:44:56.741" v="2379" actId="20577"/>
        <pc:sldMkLst>
          <pc:docMk/>
          <pc:sldMk cId="1433313454" sldId="9470"/>
        </pc:sldMkLst>
      </pc:sldChg>
      <pc:sldChg chg="addSp delSp modSp mod">
        <pc:chgData name="Hân, Nguyễn Hồng" userId="5a451838-8dad-4932-9f1e-efcd0734835e" providerId="ADAL" clId="{567BCAEB-A75A-442D-BCE2-507E1CAB4AA1}" dt="2024-03-25T08:18:35.241" v="1514" actId="14100"/>
        <pc:sldMkLst>
          <pc:docMk/>
          <pc:sldMk cId="1295991906" sldId="9503"/>
        </pc:sldMkLst>
      </pc:sldChg>
      <pc:sldChg chg="addSp delSp modSp mod">
        <pc:chgData name="Hân, Nguyễn Hồng" userId="5a451838-8dad-4932-9f1e-efcd0734835e" providerId="ADAL" clId="{567BCAEB-A75A-442D-BCE2-507E1CAB4AA1}" dt="2024-03-23T06:53:17.725" v="1222" actId="14100"/>
        <pc:sldMkLst>
          <pc:docMk/>
          <pc:sldMk cId="1931923957" sldId="9505"/>
        </pc:sldMkLst>
      </pc:sldChg>
      <pc:sldChg chg="addSp delSp modSp mod">
        <pc:chgData name="Hân, Nguyễn Hồng" userId="5a451838-8dad-4932-9f1e-efcd0734835e" providerId="ADAL" clId="{567BCAEB-A75A-442D-BCE2-507E1CAB4AA1}" dt="2024-03-23T06:52:01.831" v="1208" actId="1076"/>
        <pc:sldMkLst>
          <pc:docMk/>
          <pc:sldMk cId="627089320" sldId="9506"/>
        </pc:sldMkLst>
      </pc:sldChg>
      <pc:sldChg chg="addSp delSp modSp mod">
        <pc:chgData name="Hân, Nguyễn Hồng" userId="5a451838-8dad-4932-9f1e-efcd0734835e" providerId="ADAL" clId="{567BCAEB-A75A-442D-BCE2-507E1CAB4AA1}" dt="2024-03-23T06:51:15.647" v="1203" actId="14100"/>
        <pc:sldMkLst>
          <pc:docMk/>
          <pc:sldMk cId="3025320334" sldId="9507"/>
        </pc:sldMkLst>
      </pc:sldChg>
      <pc:sldChg chg="addSp delSp modSp mod">
        <pc:chgData name="Hân, Nguyễn Hồng" userId="5a451838-8dad-4932-9f1e-efcd0734835e" providerId="ADAL" clId="{567BCAEB-A75A-442D-BCE2-507E1CAB4AA1}" dt="2024-03-23T06:50:52.038" v="1198" actId="1076"/>
        <pc:sldMkLst>
          <pc:docMk/>
          <pc:sldMk cId="2618346443" sldId="9508"/>
        </pc:sldMkLst>
      </pc:sldChg>
      <pc:sldChg chg="addSp delSp modSp mod modNotes">
        <pc:chgData name="Hân, Nguyễn Hồng" userId="5a451838-8dad-4932-9f1e-efcd0734835e" providerId="ADAL" clId="{567BCAEB-A75A-442D-BCE2-507E1CAB4AA1}" dt="2024-03-27T07:06:00.865" v="2440" actId="20577"/>
        <pc:sldMkLst>
          <pc:docMk/>
          <pc:sldMk cId="1152383830" sldId="9509"/>
        </pc:sldMkLst>
      </pc:sldChg>
      <pc:sldChg chg="addSp delSp modSp mod">
        <pc:chgData name="Hân, Nguyễn Hồng" userId="5a451838-8dad-4932-9f1e-efcd0734835e" providerId="ADAL" clId="{567BCAEB-A75A-442D-BCE2-507E1CAB4AA1}" dt="2024-03-27T07:25:48.702" v="2451" actId="1038"/>
        <pc:sldMkLst>
          <pc:docMk/>
          <pc:sldMk cId="3018476286" sldId="9510"/>
        </pc:sldMkLst>
      </pc:sldChg>
      <pc:sldChg chg="addSp delSp modSp mod ord">
        <pc:chgData name="Hân, Nguyễn Hồng" userId="5a451838-8dad-4932-9f1e-efcd0734835e" providerId="ADAL" clId="{567BCAEB-A75A-442D-BCE2-507E1CAB4AA1}" dt="2024-03-27T06:54:32.878" v="2431" actId="478"/>
        <pc:sldMkLst>
          <pc:docMk/>
          <pc:sldMk cId="4072270293" sldId="9511"/>
        </pc:sldMkLst>
      </pc:sldChg>
      <pc:sldChg chg="addSp delSp modSp mod">
        <pc:chgData name="Hân, Nguyễn Hồng" userId="5a451838-8dad-4932-9f1e-efcd0734835e" providerId="ADAL" clId="{567BCAEB-A75A-442D-BCE2-507E1CAB4AA1}" dt="2024-03-27T07:34:07.470" v="2463" actId="14100"/>
        <pc:sldMkLst>
          <pc:docMk/>
          <pc:sldMk cId="2377247657" sldId="9512"/>
        </pc:sldMkLst>
      </pc:sldChg>
      <pc:sldChg chg="addSp delSp modSp add del mod">
        <pc:chgData name="Hân, Nguyễn Hồng" userId="5a451838-8dad-4932-9f1e-efcd0734835e" providerId="ADAL" clId="{567BCAEB-A75A-442D-BCE2-507E1CAB4AA1}" dt="2024-03-25T08:29:12.666" v="1677" actId="2696"/>
        <pc:sldMkLst>
          <pc:docMk/>
          <pc:sldMk cId="292202610" sldId="9513"/>
        </pc:sldMkLst>
      </pc:sldChg>
      <pc:sldChg chg="addSp delSp modSp add mod ord">
        <pc:chgData name="Hân, Nguyễn Hồng" userId="5a451838-8dad-4932-9f1e-efcd0734835e" providerId="ADAL" clId="{567BCAEB-A75A-442D-BCE2-507E1CAB4AA1}" dt="2024-03-26T14:33:41.499" v="2309" actId="1036"/>
        <pc:sldMkLst>
          <pc:docMk/>
          <pc:sldMk cId="272595414" sldId="9515"/>
        </pc:sldMkLst>
      </pc:sldChg>
      <pc:sldChg chg="addSp delSp modSp new mod">
        <pc:chgData name="Hân, Nguyễn Hồng" userId="5a451838-8dad-4932-9f1e-efcd0734835e" providerId="ADAL" clId="{567BCAEB-A75A-442D-BCE2-507E1CAB4AA1}" dt="2024-03-25T08:39:49.855" v="1706" actId="1076"/>
        <pc:sldMkLst>
          <pc:docMk/>
          <pc:sldMk cId="2268943257" sldId="9516"/>
        </pc:sldMkLst>
      </pc:sldChg>
      <pc:sldChg chg="modSp add del mod">
        <pc:chgData name="Hân, Nguyễn Hồng" userId="5a451838-8dad-4932-9f1e-efcd0734835e" providerId="ADAL" clId="{567BCAEB-A75A-442D-BCE2-507E1CAB4AA1}" dt="2024-03-20T04:18:11.322" v="706" actId="2696"/>
        <pc:sldMkLst>
          <pc:docMk/>
          <pc:sldMk cId="2384264272" sldId="9516"/>
        </pc:sldMkLst>
      </pc:sldChg>
    </pc:docChg>
  </pc:docChgLst>
  <pc:docChgLst>
    <pc:chgData name="Ngân, Lê Thùy" userId="42bd8b4b-37e6-450a-bb9e-583a013ce67a" providerId="ADAL" clId="{99A3DE5F-161A-458E-B020-8A1892B4227E}"/>
    <pc:docChg chg="custSel addSld delSld modSld modSection">
      <pc:chgData name="Ngân, Lê Thùy" userId="42bd8b4b-37e6-450a-bb9e-583a013ce67a" providerId="ADAL" clId="{99A3DE5F-161A-458E-B020-8A1892B4227E}" dt="2024-12-18T03:29:27.400" v="177" actId="14100"/>
      <pc:docMkLst>
        <pc:docMk/>
      </pc:docMkLst>
      <pc:sldChg chg="addSp delSp modSp mod">
        <pc:chgData name="Ngân, Lê Thùy" userId="42bd8b4b-37e6-450a-bb9e-583a013ce67a" providerId="ADAL" clId="{99A3DE5F-161A-458E-B020-8A1892B4227E}" dt="2024-12-18T02:28:28.920" v="59" actId="14100"/>
        <pc:sldMkLst>
          <pc:docMk/>
          <pc:sldMk cId="4265039192" sldId="9592"/>
        </pc:sldMkLst>
      </pc:sldChg>
      <pc:sldChg chg="modSp mod">
        <pc:chgData name="Ngân, Lê Thùy" userId="42bd8b4b-37e6-450a-bb9e-583a013ce67a" providerId="ADAL" clId="{99A3DE5F-161A-458E-B020-8A1892B4227E}" dt="2024-12-18T02:17:39.828" v="40" actId="20577"/>
        <pc:sldMkLst>
          <pc:docMk/>
          <pc:sldMk cId="1949340579" sldId="9606"/>
        </pc:sldMkLst>
        <pc:spChg chg="mod">
          <ac:chgData name="Ngân, Lê Thùy" userId="42bd8b4b-37e6-450a-bb9e-583a013ce67a" providerId="ADAL" clId="{99A3DE5F-161A-458E-B020-8A1892B4227E}" dt="2024-12-18T02:17:39.828" v="40" actId="20577"/>
          <ac:spMkLst>
            <pc:docMk/>
            <pc:sldMk cId="1949340579" sldId="9606"/>
            <ac:spMk id="15" creationId="{A95E2829-8819-380A-64E5-39E2C825359A}"/>
          </ac:spMkLst>
        </pc:spChg>
      </pc:sldChg>
      <pc:sldChg chg="addSp delSp modSp add mod">
        <pc:chgData name="Ngân, Lê Thùy" userId="42bd8b4b-37e6-450a-bb9e-583a013ce67a" providerId="ADAL" clId="{99A3DE5F-161A-458E-B020-8A1892B4227E}" dt="2024-12-18T02:30:08.408" v="71" actId="1076"/>
        <pc:sldMkLst>
          <pc:docMk/>
          <pc:sldMk cId="2514902493" sldId="9607"/>
        </pc:sldMkLst>
      </pc:sldChg>
      <pc:sldChg chg="addSp delSp modSp add mod">
        <pc:chgData name="Ngân, Lê Thùy" userId="42bd8b4b-37e6-450a-bb9e-583a013ce67a" providerId="ADAL" clId="{99A3DE5F-161A-458E-B020-8A1892B4227E}" dt="2024-12-18T02:41:40.924" v="161"/>
        <pc:sldMkLst>
          <pc:docMk/>
          <pc:sldMk cId="3064358249" sldId="9608"/>
        </pc:sldMkLst>
      </pc:sldChg>
      <pc:sldChg chg="addSp delSp modSp add mod">
        <pc:chgData name="Ngân, Lê Thùy" userId="42bd8b4b-37e6-450a-bb9e-583a013ce67a" providerId="ADAL" clId="{99A3DE5F-161A-458E-B020-8A1892B4227E}" dt="2024-12-18T03:29:27.400" v="177" actId="14100"/>
        <pc:sldMkLst>
          <pc:docMk/>
          <pc:sldMk cId="1361723335" sldId="9609"/>
        </pc:sldMkLst>
      </pc:sldChg>
      <pc:sldChg chg="add del">
        <pc:chgData name="Ngân, Lê Thùy" userId="42bd8b4b-37e6-450a-bb9e-583a013ce67a" providerId="ADAL" clId="{99A3DE5F-161A-458E-B020-8A1892B4227E}" dt="2024-12-18T03:29:13.231" v="171" actId="47"/>
        <pc:sldMkLst>
          <pc:docMk/>
          <pc:sldMk cId="517970831" sldId="961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recycling_com/Documents/Hoang%20-%20DTR/Tram/Bao%20cao%20hoat%20dong%20cua%203%20Tram/Form%20mau%203%20Tram/3%20Tram%20-%20Form%20Bao%20cao%20hop%20tram%2005.03.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recycling_com/Documents/Hoang%20-%20DTR/Tram/Bao%20cao%20hoat%20dong%20cua%203%20Tram/Form%20mau%203%20Tram/3%20Tram%20-%20Form%20Bao%20cao%20hop%20tram%2005.03.2025%20-%20b&#7893;%20sung%20hs%20may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recycling_com/Documents/Hoang%20-%20DTR/Tram/Bao%20cao%20hoat%20dong%20cua%203%20Tram/Form%20mau%203%20Tram/3%20Tram%20-%20Form%20Bao%20cao%20hop%20tram%2005.03.2025%20-%20b&#7893;%20sung%20hs%20may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aseline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 SUẤT MÁY</a:t>
            </a:r>
            <a:endParaRPr 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93854823432613"/>
          <c:y val="0.15374093264248706"/>
          <c:w val="0.81984596396896314"/>
          <c:h val="0.650348659785402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'Hieu suất máy'!$C$3</c:f>
              <c:strCache>
                <c:ptCount val="1"/>
                <c:pt idx="0">
                  <c:v>Công suất kế hoạch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2275967858503999E-17"/>
                  <c:y val="-4.1450777202072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41B-4B5B-B52F-440B39BB565C}"/>
                </c:ext>
              </c:extLst>
            </c:dLbl>
            <c:dLbl>
              <c:idx val="1"/>
              <c:layout>
                <c:manualLayout>
                  <c:x val="2.4301336573511099E-3"/>
                  <c:y val="-5.38860103626943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1B-4B5B-B52F-440B39BB565C}"/>
                </c:ext>
              </c:extLst>
            </c:dLbl>
            <c:dLbl>
              <c:idx val="2"/>
              <c:layout>
                <c:manualLayout>
                  <c:x val="-8.2303575971038333E-17"/>
                  <c:y val="-1.2012008224915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1B-4B5B-B52F-440B39BB565C}"/>
                </c:ext>
              </c:extLst>
            </c:dLbl>
            <c:dLbl>
              <c:idx val="3"/>
              <c:layout>
                <c:manualLayout>
                  <c:x val="0"/>
                  <c:y val="-1.6016010966553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1B-4B5B-B52F-440B39BB565C}"/>
                </c:ext>
              </c:extLst>
            </c:dLbl>
            <c:dLbl>
              <c:idx val="4"/>
              <c:layout>
                <c:manualLayout>
                  <c:x val="0"/>
                  <c:y val="-1.2012008224915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1B-4B5B-B52F-440B39BB56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'Hieu suất máy'!$D$2:$H$2</c:f>
              <c:strCache>
                <c:ptCount val="5"/>
                <c:pt idx="0">
                  <c:v>Thực hiện 2024</c:v>
                </c:pt>
                <c:pt idx="1">
                  <c:v>Kế hoạch 2025</c:v>
                </c:pt>
                <c:pt idx="2">
                  <c:v> T1.2025</c:v>
                </c:pt>
                <c:pt idx="3">
                  <c:v>Thực hiện T2.2025</c:v>
                </c:pt>
                <c:pt idx="4">
                  <c:v>Thực hiện lũy kế 2025</c:v>
                </c:pt>
              </c:strCache>
            </c:strRef>
          </c:cat>
          <c:val>
            <c:numRef>
              <c:f>'Hieu suất máy'!$D$3:$H$3</c:f>
              <c:numCache>
                <c:formatCode>_(* #,##0_);_(* \(#,##0\);_(* "-"??_);_(@_)</c:formatCode>
                <c:ptCount val="5"/>
                <c:pt idx="0">
                  <c:v>10000</c:v>
                </c:pt>
                <c:pt idx="1">
                  <c:v>12000</c:v>
                </c:pt>
                <c:pt idx="2">
                  <c:v>1000</c:v>
                </c:pt>
                <c:pt idx="3">
                  <c:v>1000</c:v>
                </c:pt>
                <c:pt idx="4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41B-4B5B-B52F-440B39BB565C}"/>
            </c:ext>
          </c:extLst>
        </c:ser>
        <c:ser>
          <c:idx val="1"/>
          <c:order val="1"/>
          <c:tx>
            <c:strRef>
              <c:f>'Hieu suất máy'!$C$4</c:f>
              <c:strCache>
                <c:ptCount val="1"/>
                <c:pt idx="0">
                  <c:v>Sản lượng thực hiện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B05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'Hieu suất máy'!$D$2:$H$2</c:f>
              <c:strCache>
                <c:ptCount val="5"/>
                <c:pt idx="0">
                  <c:v>Thực hiện 2024</c:v>
                </c:pt>
                <c:pt idx="1">
                  <c:v>Kế hoạch 2025</c:v>
                </c:pt>
                <c:pt idx="2">
                  <c:v> T1.2025</c:v>
                </c:pt>
                <c:pt idx="3">
                  <c:v>Thực hiện T2.2025</c:v>
                </c:pt>
                <c:pt idx="4">
                  <c:v>Thực hiện lũy kế 2025</c:v>
                </c:pt>
              </c:strCache>
            </c:strRef>
          </c:cat>
          <c:val>
            <c:numRef>
              <c:f>'Hieu suất máy'!$D$4:$H$4</c:f>
              <c:numCache>
                <c:formatCode>_(* #,##0_);_(* \(#,##0\);_(* "-"??_);_(@_)</c:formatCode>
                <c:ptCount val="5"/>
                <c:pt idx="0">
                  <c:v>6000</c:v>
                </c:pt>
                <c:pt idx="1">
                  <c:v>9000</c:v>
                </c:pt>
                <c:pt idx="2">
                  <c:v>700</c:v>
                </c:pt>
                <c:pt idx="3">
                  <c:v>800</c:v>
                </c:pt>
                <c:pt idx="4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1B-4B5B-B52F-440B39BB56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72911"/>
        <c:axId val="62074351"/>
      </c:barChart>
      <c:lineChart>
        <c:grouping val="standard"/>
        <c:varyColors val="0"/>
        <c:ser>
          <c:idx val="2"/>
          <c:order val="2"/>
          <c:tx>
            <c:strRef>
              <c:f>'Hieu suất máy'!$C$5</c:f>
              <c:strCache>
                <c:ptCount val="1"/>
                <c:pt idx="0">
                  <c:v>Hiệu suất (%)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solidFill>
                  <a:srgbClr val="FF0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'Hieu suất máy'!$D$2:$H$2</c:f>
              <c:strCache>
                <c:ptCount val="5"/>
                <c:pt idx="0">
                  <c:v>Thực hiện 2024</c:v>
                </c:pt>
                <c:pt idx="1">
                  <c:v>Kế hoạch 2025</c:v>
                </c:pt>
                <c:pt idx="2">
                  <c:v> T1.2025</c:v>
                </c:pt>
                <c:pt idx="3">
                  <c:v>Thực hiện T2.2025</c:v>
                </c:pt>
                <c:pt idx="4">
                  <c:v>Thực hiện lũy kế 2025</c:v>
                </c:pt>
              </c:strCache>
            </c:strRef>
          </c:cat>
          <c:val>
            <c:numRef>
              <c:f>'Hieu suất máy'!$D$5:$H$5</c:f>
              <c:numCache>
                <c:formatCode>0%</c:formatCode>
                <c:ptCount val="5"/>
                <c:pt idx="0">
                  <c:v>0.6</c:v>
                </c:pt>
                <c:pt idx="1">
                  <c:v>0.75</c:v>
                </c:pt>
                <c:pt idx="2">
                  <c:v>0.7</c:v>
                </c:pt>
                <c:pt idx="3">
                  <c:v>0.8</c:v>
                </c:pt>
                <c:pt idx="4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541B-4B5B-B52F-440B39BB56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2263871"/>
        <c:axId val="62264831"/>
      </c:lineChart>
      <c:catAx>
        <c:axId val="62072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074351"/>
        <c:crosses val="autoZero"/>
        <c:auto val="1"/>
        <c:lblAlgn val="ctr"/>
        <c:lblOffset val="100"/>
        <c:noMultiLvlLbl val="0"/>
      </c:catAx>
      <c:valAx>
        <c:axId val="62074351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 Tấn</a:t>
                </a:r>
              </a:p>
            </c:rich>
          </c:tx>
          <c:layout>
            <c:manualLayout>
              <c:xMode val="edge"/>
              <c:yMode val="edge"/>
              <c:x val="1.5322604876410647E-2"/>
              <c:y val="5.5692210102319617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072911"/>
        <c:crosses val="autoZero"/>
        <c:crossBetween val="between"/>
      </c:valAx>
      <c:valAx>
        <c:axId val="62264831"/>
        <c:scaling>
          <c:orientation val="minMax"/>
        </c:scaling>
        <c:delete val="0"/>
        <c:axPos val="r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>
                    <a:solidFill>
                      <a:srgbClr val="0000FF"/>
                    </a:solidFill>
                  </a:rPr>
                  <a:t>Hiệu suất</a:t>
                </a:r>
                <a:endParaRPr lang="en-US">
                  <a:solidFill>
                    <a:srgbClr val="0000FF"/>
                  </a:solidFill>
                </a:endParaRPr>
              </a:p>
            </c:rich>
          </c:tx>
          <c:layout>
            <c:manualLayout>
              <c:xMode val="edge"/>
              <c:yMode val="edge"/>
              <c:x val="0.8836054331592389"/>
              <c:y val="4.740203277228952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000FF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263871"/>
        <c:crosses val="max"/>
        <c:crossBetween val="between"/>
      </c:valAx>
      <c:catAx>
        <c:axId val="622638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2264831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0" cap="flat" cmpd="sng" algn="ctr">
      <a:solidFill>
        <a:schemeClr val="accent6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400" b="1" baseline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CÁO TỒN KHO - CHAI HDPE</a:t>
            </a:r>
            <a:endParaRPr lang="en-US" sz="1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0633327842120467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591791410689037E-2"/>
          <c:y val="0.15106708066867319"/>
          <c:w val="0.86864310230451947"/>
          <c:h val="0.645790497482246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'DỮ LIỆU'!$A$181</c:f>
              <c:strCache>
                <c:ptCount val="1"/>
                <c:pt idx="0">
                  <c:v>ĐM Tồn 10 ngày SX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333CC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LIỆU'!$B$180:$E$180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LIỆU'!$B$181:$E$181</c:f>
              <c:numCache>
                <c:formatCode>General</c:formatCode>
                <c:ptCount val="4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C2-4082-94EB-11912B612A6D}"/>
            </c:ext>
          </c:extLst>
        </c:ser>
        <c:ser>
          <c:idx val="1"/>
          <c:order val="1"/>
          <c:tx>
            <c:strRef>
              <c:f>'DỮ LIỆU'!$A$182</c:f>
              <c:strCache>
                <c:ptCount val="1"/>
                <c:pt idx="0">
                  <c:v>Tồn kho NVL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LIỆU'!$B$180:$E$180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LIỆU'!$B$182:$E$182</c:f>
              <c:numCache>
                <c:formatCode>_(* #,##0_);_(* \(#,##0\);_(* "-"??_);_(@_)</c:formatCode>
                <c:ptCount val="4"/>
                <c:pt idx="0">
                  <c:v>30</c:v>
                </c:pt>
                <c:pt idx="1">
                  <c:v>50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C2-4082-94EB-11912B612A6D}"/>
            </c:ext>
          </c:extLst>
        </c:ser>
        <c:ser>
          <c:idx val="2"/>
          <c:order val="2"/>
          <c:tx>
            <c:strRef>
              <c:f>'DỮ LIỆU'!$A$183</c:f>
              <c:strCache>
                <c:ptCount val="1"/>
                <c:pt idx="0">
                  <c:v>TP Dỡ dang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C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LIỆU'!$B$180:$E$180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LIỆU'!$B$183:$E$183</c:f>
              <c:numCache>
                <c:formatCode>_(* #,##0_);_(* \(#,##0\);_(* "-"??_);_(@_)</c:formatCode>
                <c:ptCount val="4"/>
                <c:pt idx="0">
                  <c:v>5</c:v>
                </c:pt>
                <c:pt idx="1">
                  <c:v>5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C2-4082-94EB-11912B612A6D}"/>
            </c:ext>
          </c:extLst>
        </c:ser>
        <c:ser>
          <c:idx val="3"/>
          <c:order val="3"/>
          <c:tx>
            <c:strRef>
              <c:f>'DỮ LIỆU'!$A$184</c:f>
              <c:strCache>
                <c:ptCount val="1"/>
                <c:pt idx="0">
                  <c:v>TP Hoàn thiện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B05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LIỆU'!$B$180:$E$180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LIỆU'!$B$184:$E$184</c:f>
              <c:numCache>
                <c:formatCode>_(* #,##0_);_(* \(#,##0\);_(* "-"??_);_(@_)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4C2-4082-94EB-11912B612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9253807"/>
        <c:axId val="809254287"/>
      </c:barChart>
      <c:lineChart>
        <c:grouping val="stacked"/>
        <c:varyColors val="0"/>
        <c:ser>
          <c:idx val="4"/>
          <c:order val="4"/>
          <c:tx>
            <c:strRef>
              <c:f>'DỮ LIỆU'!$A$185</c:f>
              <c:strCache>
                <c:ptCount val="1"/>
                <c:pt idx="0">
                  <c:v>Số ngày NVL SX</c:v>
                </c:pt>
              </c:strCache>
            </c:strRef>
          </c:tx>
          <c:spPr>
            <a:ln w="2222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0"/>
                  <c:y val="-8.66094513870924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4C2-4082-94EB-11912B612A6D}"/>
                </c:ext>
              </c:extLst>
            </c:dLbl>
            <c:dLbl>
              <c:idx val="1"/>
              <c:layout>
                <c:manualLayout>
                  <c:x val="0"/>
                  <c:y val="-5.19656708322554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4C2-4082-94EB-11912B612A6D}"/>
                </c:ext>
              </c:extLst>
            </c:dLbl>
            <c:dLbl>
              <c:idx val="2"/>
              <c:layout>
                <c:manualLayout>
                  <c:x val="7.3260073260071916E-3"/>
                  <c:y val="-5.773940693666694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472527472527472E-2"/>
                      <c:h val="0.1431942929599927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4C2-4082-94EB-11912B612A6D}"/>
                </c:ext>
              </c:extLst>
            </c:dLbl>
            <c:dLbl>
              <c:idx val="3"/>
              <c:layout>
                <c:manualLayout>
                  <c:x val="0"/>
                  <c:y val="-4.61917074064492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4C2-4082-94EB-11912B612A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LIỆU'!$B$180:$E$180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LIỆU'!$B$185:$E$185</c:f>
              <c:numCache>
                <c:formatCode>0</c:formatCode>
                <c:ptCount val="4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4C2-4082-94EB-11912B612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5317472"/>
        <c:axId val="1195319392"/>
      </c:lineChart>
      <c:catAx>
        <c:axId val="809253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09254287"/>
        <c:crosses val="autoZero"/>
        <c:auto val="1"/>
        <c:lblAlgn val="ctr"/>
        <c:lblOffset val="100"/>
        <c:noMultiLvlLbl val="0"/>
      </c:catAx>
      <c:valAx>
        <c:axId val="80925428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09253807"/>
        <c:crosses val="autoZero"/>
        <c:crossBetween val="between"/>
      </c:valAx>
      <c:valAx>
        <c:axId val="1195319392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317472"/>
        <c:crosses val="max"/>
        <c:crossBetween val="between"/>
      </c:valAx>
      <c:catAx>
        <c:axId val="11953174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95319392"/>
        <c:crosses val="autoZero"/>
        <c:auto val="1"/>
        <c:lblAlgn val="ctr"/>
        <c:lblOffset val="100"/>
        <c:noMultiLvlLbl val="0"/>
      </c:catAx>
      <c:spPr>
        <a:noFill/>
        <a:ln w="3175">
          <a:noFill/>
        </a:ln>
        <a:effectLst/>
      </c:spPr>
    </c:plotArea>
    <c:legend>
      <c:legendPos val="b"/>
      <c:layout>
        <c:manualLayout>
          <c:xMode val="edge"/>
          <c:yMode val="edge"/>
          <c:x val="0.11156652876017618"/>
          <c:y val="0.91207490884050513"/>
          <c:w val="0.79789513805765833"/>
          <c:h val="7.8125546806649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3175" cap="flat" cmpd="sng" algn="ctr">
      <a:solidFill>
        <a:srgbClr val="3333CC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400" b="1" baseline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CÁO TỒN KHO - CHAI PET</a:t>
            </a:r>
            <a:endParaRPr lang="en-US" sz="1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0633327842120467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627884971513966E-2"/>
          <c:y val="0.13935185185185187"/>
          <c:w val="0.87259749382781071"/>
          <c:h val="0.640496321156576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'DỮ LIỆU'!$A$173</c:f>
              <c:strCache>
                <c:ptCount val="1"/>
                <c:pt idx="0">
                  <c:v>ĐM Tồn 10 ngày SX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0066CC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LIỆU'!$B$172:$E$172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LIỆU'!$B$173:$E$173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CA-451F-910E-AEA3BAF0BAED}"/>
            </c:ext>
          </c:extLst>
        </c:ser>
        <c:ser>
          <c:idx val="1"/>
          <c:order val="1"/>
          <c:tx>
            <c:strRef>
              <c:f>'DỮ LIỆU'!$A$174</c:f>
              <c:strCache>
                <c:ptCount val="1"/>
                <c:pt idx="0">
                  <c:v>Tồn kho NVL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LIỆU'!$B$172:$E$172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LIỆU'!$B$174:$E$174</c:f>
              <c:numCache>
                <c:formatCode>_(* #,##0_);_(* \(#,##0\);_(* "-"??_);_(@_)</c:formatCode>
                <c:ptCount val="4"/>
                <c:pt idx="0">
                  <c:v>50</c:v>
                </c:pt>
                <c:pt idx="1">
                  <c:v>200</c:v>
                </c:pt>
                <c:pt idx="2">
                  <c:v>180</c:v>
                </c:pt>
                <c:pt idx="3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CA-451F-910E-AEA3BAF0BAED}"/>
            </c:ext>
          </c:extLst>
        </c:ser>
        <c:ser>
          <c:idx val="2"/>
          <c:order val="2"/>
          <c:tx>
            <c:strRef>
              <c:f>'DỮ LIỆU'!$A$175</c:f>
              <c:strCache>
                <c:ptCount val="1"/>
                <c:pt idx="0">
                  <c:v>TP Dỡ dang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LIỆU'!$B$172:$E$172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LIỆU'!$B$175:$E$175</c:f>
              <c:numCache>
                <c:formatCode>_(* #,##0_);_(* \(#,##0\);_(* "-"??_);_(@_)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CA-451F-910E-AEA3BAF0BAED}"/>
            </c:ext>
          </c:extLst>
        </c:ser>
        <c:ser>
          <c:idx val="3"/>
          <c:order val="3"/>
          <c:tx>
            <c:strRef>
              <c:f>'DỮ LIỆU'!$A$176</c:f>
              <c:strCache>
                <c:ptCount val="1"/>
                <c:pt idx="0">
                  <c:v>TP Hoàn thiện</c:v>
                </c:pt>
              </c:strCache>
            </c:strRef>
          </c:tx>
          <c:spPr>
            <a:solidFill>
              <a:srgbClr val="92D050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LIỆU'!$B$172:$E$172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LIỆU'!$B$176:$E$176</c:f>
              <c:numCache>
                <c:formatCode>_(* #,##0_);_(* \(#,##0\);_(* "-"??_);_(@_)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BCA-451F-910E-AEA3BAF0BA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09253807"/>
        <c:axId val="809254287"/>
      </c:barChart>
      <c:lineChart>
        <c:grouping val="standard"/>
        <c:varyColors val="0"/>
        <c:ser>
          <c:idx val="4"/>
          <c:order val="4"/>
          <c:tx>
            <c:strRef>
              <c:f>'DỮ LIỆU'!$A$177</c:f>
              <c:strCache>
                <c:ptCount val="1"/>
                <c:pt idx="0">
                  <c:v>Số ngày NVL SX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6548224518908813E-3"/>
                  <c:y val="-8.660949076347289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CA-451F-910E-AEA3BAF0BAED}"/>
                </c:ext>
              </c:extLst>
            </c:dLbl>
            <c:dLbl>
              <c:idx val="1"/>
              <c:layout>
                <c:manualLayout>
                  <c:x val="-9.137056129727204E-3"/>
                  <c:y val="-3.46437963053891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BCA-451F-910E-AEA3BAF0BAED}"/>
                </c:ext>
              </c:extLst>
            </c:dLbl>
            <c:dLbl>
              <c:idx val="2"/>
              <c:layout>
                <c:manualLayout>
                  <c:x val="0"/>
                  <c:y val="-5.19656944580837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BCA-451F-910E-AEA3BAF0BA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'DỮ LIỆU'!$B$172:$E$172</c:f>
              <c:strCache>
                <c:ptCount val="4"/>
                <c:pt idx="0">
                  <c:v>Thực tế 2024</c:v>
                </c:pt>
                <c:pt idx="1">
                  <c:v>Định mức 2025</c:v>
                </c:pt>
                <c:pt idx="2">
                  <c:v>T1</c:v>
                </c:pt>
                <c:pt idx="3">
                  <c:v>T2</c:v>
                </c:pt>
              </c:strCache>
            </c:strRef>
          </c:cat>
          <c:val>
            <c:numRef>
              <c:f>'DỮ LIỆU'!$B$177:$E$177</c:f>
              <c:numCache>
                <c:formatCode>0</c:formatCode>
                <c:ptCount val="4"/>
                <c:pt idx="0">
                  <c:v>2.5</c:v>
                </c:pt>
                <c:pt idx="1">
                  <c:v>10</c:v>
                </c:pt>
                <c:pt idx="2">
                  <c:v>9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BCA-451F-910E-AEA3BAF0BA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07023280"/>
        <c:axId val="1607022320"/>
      </c:lineChart>
      <c:catAx>
        <c:axId val="809253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09254287"/>
        <c:crosses val="autoZero"/>
        <c:auto val="1"/>
        <c:lblAlgn val="ctr"/>
        <c:lblOffset val="100"/>
        <c:noMultiLvlLbl val="0"/>
      </c:catAx>
      <c:valAx>
        <c:axId val="80925428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09253807"/>
        <c:crosses val="autoZero"/>
        <c:crossBetween val="between"/>
      </c:valAx>
      <c:valAx>
        <c:axId val="1607022320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07023280"/>
        <c:crosses val="max"/>
        <c:crossBetween val="between"/>
      </c:valAx>
      <c:catAx>
        <c:axId val="16070232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070223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648178299746432"/>
          <c:y val="0.92187445319335082"/>
          <c:w val="0.82840357667156017"/>
          <c:h val="7.81255356114362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3175" cap="flat" cmpd="sng" algn="ctr">
      <a:solidFill>
        <a:srgbClr val="FF0000">
          <a:alpha val="94000"/>
        </a:srgb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0.02497</cdr:x>
      <cdr:y>0.04012</cdr:y>
    </cdr:from>
    <cdr:to>
      <cdr:x>0.1612</cdr:x>
      <cdr:y>0.13309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02884D4B-FB9C-DE0D-B870-7CE377FB01BD}"/>
            </a:ext>
          </a:extLst>
        </cdr:cNvPr>
        <cdr:cNvSpPr/>
      </cdr:nvSpPr>
      <cdr:spPr>
        <a:xfrm xmlns:a="http://schemas.openxmlformats.org/drawingml/2006/main">
          <a:off x="177800" y="110067"/>
          <a:ext cx="970048" cy="25501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05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ĐVT:</a:t>
          </a:r>
          <a:r>
            <a:rPr lang="en-US" sz="1050" b="1" baseline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Tấn</a:t>
          </a:r>
          <a:endParaRPr lang="en-US" sz="1050" b="1">
            <a:solidFill>
              <a:srgbClr val="0000FF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0.80362</cdr:x>
      <cdr:y>0.02778</cdr:y>
    </cdr:from>
    <cdr:to>
      <cdr:x>0.9893</cdr:x>
      <cdr:y>0.13617</cdr:y>
    </cdr:to>
    <cdr:sp macro="" textlink="">
      <cdr:nvSpPr>
        <cdr:cNvPr id="5" name="Rectangle 4">
          <a:extLst xmlns:a="http://schemas.openxmlformats.org/drawingml/2006/main">
            <a:ext uri="{FF2B5EF4-FFF2-40B4-BE49-F238E27FC236}">
              <a16:creationId xmlns:a16="http://schemas.microsoft.com/office/drawing/2014/main" id="{3BC83BBB-30EC-0920-D86F-55C68FF00554}"/>
            </a:ext>
          </a:extLst>
        </cdr:cNvPr>
        <cdr:cNvSpPr/>
      </cdr:nvSpPr>
      <cdr:spPr>
        <a:xfrm xmlns:a="http://schemas.openxmlformats.org/drawingml/2006/main">
          <a:off x="5572477" y="90005"/>
          <a:ext cx="1287527" cy="35117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05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ĐVT:</a:t>
          </a:r>
          <a:r>
            <a:rPr lang="en-US" sz="1050" b="1" baseline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Ngày (12h</a:t>
          </a:r>
          <a:r>
            <a:rPr lang="en-US" sz="1000" baseline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100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0.01279</cdr:x>
      <cdr:y>0.01992</cdr:y>
    </cdr:from>
    <cdr:to>
      <cdr:x>0.14902</cdr:x>
      <cdr:y>0.11289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02884D4B-FB9C-DE0D-B870-7CE377FB01BD}"/>
            </a:ext>
          </a:extLst>
        </cdr:cNvPr>
        <cdr:cNvSpPr/>
      </cdr:nvSpPr>
      <cdr:spPr>
        <a:xfrm xmlns:a="http://schemas.openxmlformats.org/drawingml/2006/main">
          <a:off x="88868" y="62636"/>
          <a:ext cx="946760" cy="29229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05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ĐVT:</a:t>
          </a:r>
          <a:r>
            <a:rPr lang="en-US" sz="1050" b="1" baseline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Tấn</a:t>
          </a:r>
          <a:endParaRPr lang="en-US" sz="1050" b="1">
            <a:solidFill>
              <a:srgbClr val="0000FF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0.79959</cdr:x>
      <cdr:y>0.01432</cdr:y>
    </cdr:from>
    <cdr:to>
      <cdr:x>0.98219</cdr:x>
      <cdr:y>0.12271</cdr:y>
    </cdr:to>
    <cdr:sp macro="" textlink="">
      <cdr:nvSpPr>
        <cdr:cNvPr id="5" name="Rectangle 4">
          <a:extLst xmlns:a="http://schemas.openxmlformats.org/drawingml/2006/main">
            <a:ext uri="{FF2B5EF4-FFF2-40B4-BE49-F238E27FC236}">
              <a16:creationId xmlns:a16="http://schemas.microsoft.com/office/drawing/2014/main" id="{3BC83BBB-30EC-0920-D86F-55C68FF00554}"/>
            </a:ext>
          </a:extLst>
        </cdr:cNvPr>
        <cdr:cNvSpPr/>
      </cdr:nvSpPr>
      <cdr:spPr>
        <a:xfrm xmlns:a="http://schemas.openxmlformats.org/drawingml/2006/main">
          <a:off x="5556957" y="45007"/>
          <a:ext cx="1269014" cy="34077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05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ĐVT:</a:t>
          </a:r>
          <a:r>
            <a:rPr lang="en-US" sz="1050" b="1" baseline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Ngày (12h)</a:t>
          </a:r>
          <a:endParaRPr lang="en-US" sz="1050" b="1">
            <a:solidFill>
              <a:srgbClr val="0000FF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237E46-D00D-2BEA-6522-144DB40ACD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293" cy="497040"/>
          </a:xfrm>
          <a:prstGeom prst="rect">
            <a:avLst/>
          </a:prstGeom>
        </p:spPr>
        <p:txBody>
          <a:bodyPr vert="horz" lIns="90452" tIns="45226" rIns="90452" bIns="4522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64F58-3B04-85B2-2904-6C9D319D4C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815" y="0"/>
            <a:ext cx="2945293" cy="497040"/>
          </a:xfrm>
          <a:prstGeom prst="rect">
            <a:avLst/>
          </a:prstGeom>
        </p:spPr>
        <p:txBody>
          <a:bodyPr vert="horz" lIns="90452" tIns="45226" rIns="90452" bIns="45226" rtlCol="0"/>
          <a:lstStyle>
            <a:lvl1pPr algn="r">
              <a:defRPr sz="1200"/>
            </a:lvl1pPr>
          </a:lstStyle>
          <a:p>
            <a:fld id="{242BF4B4-DC29-429C-A80D-4236129CCA2B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91E231-FE70-FCE1-AD10-B8DBAF6402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598"/>
            <a:ext cx="2945293" cy="497040"/>
          </a:xfrm>
          <a:prstGeom prst="rect">
            <a:avLst/>
          </a:prstGeom>
        </p:spPr>
        <p:txBody>
          <a:bodyPr vert="horz" lIns="90452" tIns="45226" rIns="90452" bIns="4522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41E4B-E2B9-94D5-E9E7-2C3FC54C97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815" y="9429598"/>
            <a:ext cx="2945293" cy="497040"/>
          </a:xfrm>
          <a:prstGeom prst="rect">
            <a:avLst/>
          </a:prstGeom>
        </p:spPr>
        <p:txBody>
          <a:bodyPr vert="horz" lIns="90452" tIns="45226" rIns="90452" bIns="45226" rtlCol="0" anchor="b"/>
          <a:lstStyle>
            <a:lvl1pPr algn="r">
              <a:defRPr sz="1200"/>
            </a:lvl1pPr>
          </a:lstStyle>
          <a:p>
            <a:fld id="{E08E3507-5F96-4C6A-9B12-8DD5AD440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097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95" tIns="93195" rIns="93195" bIns="9319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1E517-89E1-108A-FD07-96F651345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05A84-89C4-983A-9CC9-81CB52EA3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47AAE-4D66-8BA9-4876-F0CF5A093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69030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22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C8DCD-46CE-0D31-E443-68F59512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CDC1B-22E5-52A5-6641-FDD99DE25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86E9C-A240-D96F-D6DB-C7D36BF29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2: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xuất</a:t>
            </a:r>
            <a:r>
              <a:rPr lang="vi-VN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HD: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Chụp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màn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KPI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PMS</a:t>
            </a:r>
            <a:endParaRPr lang="vi-VN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369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0DEF-51E9-4D41-4C70-CA3421F9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D9291-B678-8290-DD4E-835528D5B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9E70D-54BF-5539-5298-F214C1524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2: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xuất</a:t>
            </a:r>
            <a:r>
              <a:rPr lang="vi-VN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HD: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Chụp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màn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KPI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PMS</a:t>
            </a:r>
            <a:endParaRPr lang="vi-VN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08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49C42-167D-535A-44C2-9C13C9D5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413C1-CD7A-19F9-3848-7E7A52D0D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C6018-1D4F-9A6A-A524-52185D4DB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2: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xuất</a:t>
            </a:r>
            <a:r>
              <a:rPr lang="vi-VN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HD: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Chụp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màn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KPI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PMS</a:t>
            </a:r>
            <a:endParaRPr lang="vi-VN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65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4846B-F4A6-DF00-84A3-9AB8FB9E4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F2E77-A6A0-EB06-2AFE-8BFFE68D7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D921D-2991-6F84-6551-31E879A23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2: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xuất</a:t>
            </a:r>
            <a:r>
              <a:rPr lang="vi-VN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HD: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Chụp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màn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KPI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PMS</a:t>
            </a:r>
            <a:endParaRPr lang="vi-VN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265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kho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– B0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sàn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951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Chữ</a:t>
            </a:r>
            <a:r>
              <a:rPr lang="en-US" dirty="0"/>
              <a:t> note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xanh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“T1” 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,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12 </a:t>
            </a:r>
            <a:r>
              <a:rPr lang="en-US" dirty="0" err="1"/>
              <a:t>tháng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931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70D8-7F32-09D9-0368-8BBE2188D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79ECB-8C14-149F-64DA-9430D12FF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30577-1CA4-674B-8838-771EFDD31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5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FCB16-D6F4-9E54-6CD0-977E3D72C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2A2C2-8760-3A87-3252-AF38ADCAB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CC489-5D8E-45AE-A83C-A4E0B18B0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12 </a:t>
            </a:r>
            <a:r>
              <a:rPr lang="en-US" dirty="0" err="1"/>
              <a:t>tháng</a:t>
            </a:r>
            <a:r>
              <a:rPr lang="en-US" dirty="0"/>
              <a:t> * Trường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Đloc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HDPE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“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… </a:t>
            </a:r>
            <a:r>
              <a:rPr lang="en-US" dirty="0" err="1"/>
              <a:t>tấn</a:t>
            </a:r>
            <a:r>
              <a:rPr lang="en-US" dirty="0"/>
              <a:t> HD”</a:t>
            </a:r>
          </a:p>
        </p:txBody>
      </p:sp>
    </p:spTree>
    <p:extLst>
      <p:ext uri="{BB962C8B-B14F-4D97-AF65-F5344CB8AC3E}">
        <p14:creationId xmlns:p14="http://schemas.microsoft.com/office/powerpoint/2010/main" val="1394181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00FF-7751-9F39-8387-986B17EC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6EA54-597C-F7B7-8712-B74481A6E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C4E29-F3A1-8172-4B9D-28D5987E1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695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E319B-9542-77DE-D2FF-2BC08570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41731-6E65-5FA0-B394-EFD5A04C5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44992-404E-7181-5C22-32067FF8F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57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A5B50-4310-E722-D192-0C30FCAA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91E27-B490-B59B-90FC-3D9B548DB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660CA-1877-FA37-826B-840276FB2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Trường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Đloc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SX HDPE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“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… </a:t>
            </a:r>
            <a:r>
              <a:rPr lang="en-US" dirty="0" err="1"/>
              <a:t>tấn</a:t>
            </a:r>
            <a:r>
              <a:rPr lang="en-US" dirty="0"/>
              <a:t> HD”</a:t>
            </a:r>
          </a:p>
        </p:txBody>
      </p:sp>
    </p:spTree>
    <p:extLst>
      <p:ext uri="{BB962C8B-B14F-4D97-AF65-F5344CB8AC3E}">
        <p14:creationId xmlns:p14="http://schemas.microsoft.com/office/powerpoint/2010/main" val="40210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7783-6B1A-53EE-DC87-9A2657D73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09D62-F3AB-501B-3020-FDDD8AD5C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39126-59D7-5902-A175-64E78C117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069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B2FC-9247-3B04-DDDB-940D6242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C663D-FF9C-B99D-8220-FCFEF2DA5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29424-6C94-340C-2D93-42C7E895F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72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CB52-0B7F-C7DF-ED63-B093B6B5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4F5BC-B58F-FF38-D62A-7D9FBD1A5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B8730-82D1-41FB-F8AD-038EFD3E1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738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5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902C-C92F-8B8F-61B2-42056297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124DF-81CD-8829-BACC-587A04186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3039D-6CB2-3836-4C10-36CC455A6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349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E8270-7A9B-E8FD-237B-D64AC72C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A0C29-9D2E-0D42-2E05-2D017FE6C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D08E3-D84D-E249-0060-8A6215798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67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32F6F-0C61-5F69-7D0D-30B7E0B1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A30AD-35F0-3AF3-2BDF-CE7029F01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36476-B595-9813-EF5D-7C0A1B8F0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506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5764128aa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679450"/>
            <a:ext cx="6037263" cy="3397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5764128aa_2_33:notes"/>
          <p:cNvSpPr txBox="1">
            <a:spLocks noGrp="1"/>
          </p:cNvSpPr>
          <p:nvPr>
            <p:ph type="body" idx="1"/>
          </p:nvPr>
        </p:nvSpPr>
        <p:spPr>
          <a:xfrm>
            <a:off x="676791" y="4303483"/>
            <a:ext cx="5414327" cy="4076984"/>
          </a:xfrm>
          <a:prstGeom prst="rect">
            <a:avLst/>
          </a:prstGeom>
        </p:spPr>
        <p:txBody>
          <a:bodyPr spcFirstLastPara="1" wrap="square" lIns="90438" tIns="90438" rIns="90438" bIns="9043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userDrawn="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033C-A400-12AA-4225-1AF8F1BEAA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63738" y="5056188"/>
            <a:ext cx="46037" cy="46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69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ides 2" userDrawn="1">
  <p:cSld name="Two Sides 2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558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4409"/>
            <a:ext cx="8229600" cy="270030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8915"/>
            <a:ext cx="8229600" cy="373571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76B3ADD-1008-44F0-A11B-23F6D17D7C00}" type="datetime1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907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12CD-29FF-A9B4-5B70-B81A0E69E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8567F-71C5-1AD1-B827-BA96D57D6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B9755-69FE-F53E-FA9F-6E9DE306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AA7F7-2346-B8BF-CA97-01F32776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FB587-4F7C-948F-BBB4-1DAE7A04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0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57B7-D681-F7AE-AAE4-B1E1C6F0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4E278-3471-319E-7D39-83C650D7A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24011-DA38-DB4C-5637-863C12D4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69DAE-1DE3-CA76-0DE0-09831FCB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4F801-11C8-DAE5-D8DD-668FD826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6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A500-1AEE-12D9-D954-EC4A4CBC6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AC440-364F-B874-3463-F96746E4B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3ACBF-3063-BC7F-8896-9CD98CFA7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8E6A2-B32C-22C0-B455-07DD19C6D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98937-A690-AE86-9D55-810110F5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89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BC8A-80D6-0193-CBCE-4A385B82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C5AAB-812F-FAC6-9971-EA9E5F4EB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281F6-05C6-76E9-DEF8-A28D62B05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25ACB-BCB2-8BA8-03D2-02D0B5C4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A6A4A-DC3E-20AB-42D5-D9C96A621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EE072-6AEE-8454-7F46-96749F17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88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B5C6-5868-2145-75A6-DAAB1981C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34DB3-17B2-2947-AC3F-855EBD5C3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F4B89-1E83-A898-4278-42D7E7176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924FE-CC42-48A8-E13C-7C261EF4F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8154C-0C88-E4BD-5E73-9B2AFF94D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3052A-6711-C831-4B3C-B342D5ED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062EB8-136A-A65D-980C-72A691EE1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A9B12-84C4-9653-2D70-A79EBFF4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28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8953-95F2-CB81-CAF5-58150002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DAA22-7368-999A-4606-1D588384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07993-3B5A-4DFD-7E2F-94B3F498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12EA9-2C57-A451-DB80-42A7FBCE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32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03CC7-C2D3-B4E1-1D7E-F5A9B804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7EDF2D-AB0C-18E3-5EBE-0939EFBB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8B54D-833E-C912-4947-36D8B1495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0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160A-1A09-B0A6-2EFE-A3C51BEC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F7AB5-CCD8-E9CF-B3F0-3EE3FC5F7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0B5D4-3E55-7D7A-9B3A-664F38BDC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485BD-504D-49A9-8405-6CD74CAF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AA486-A704-4153-CEA0-1B05D80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CF908-2F9F-61C6-8F46-E11FD80F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56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6806-F279-1EBD-D30D-725E2613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9C2531-EA5C-D657-114C-DC57BD2E0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6600B-3B85-AC89-0DE3-54AD28FB8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AD22C-ABDF-9F16-6E37-21A387EA3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F867A-66CD-C477-01D3-A97E611B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A1C66-0423-8198-A880-A2ED7B72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84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792C-A159-052F-F25E-195BB066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24A74-0279-8727-EA7D-501025FC7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7F1CF-5D54-2601-6B76-53685935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D7CA8-9156-192C-5B12-017C6F85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FD8C2-49E0-21D2-703E-2301EA88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76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30E5D4-ED3A-1FAA-EDAB-934052973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CF328-AD54-5BF0-763D-B7B51B4F6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BFA4B-875B-C219-9A6C-5B74F3BB3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E74B1-3276-83D2-DE95-71D0F605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19993-2B5F-CC6B-B3F7-7FAB0412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36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03B0-793F-F19D-802E-AC2238BE2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1DE61-CD31-9765-A72A-CE89F2523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AD337-FE34-43CB-7552-CF2FC308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6CC39-A6EC-EE5F-5406-5B87ED13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756ED-B71F-5B66-6702-A32504F5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90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1AECA-BDCD-BD6D-6008-BC0B66AA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E1EDB-9046-E133-1245-9575A6048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8EBE-03B1-2234-64DF-C27D2C069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4C45C-4CA4-16E2-BD68-4C040E4C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D3E7C-1C2D-99B6-4DC6-C4888C26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550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0775E-2920-B810-4F6A-C2A299C9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BDA73-A9B5-A167-D27F-3CB58578C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4326A-38DB-0F27-874F-87C5AE5F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6C130-DD8E-D65A-F8E4-E3630C3FF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AA41F-67A8-3787-80EB-F79A3DC3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39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4F55-F57A-DC45-C059-13F39748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5234E-CCD9-11A4-F6C8-163EF787F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A8959-03F7-5D2C-E6F6-96D6B27BE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87EED-4278-2B89-68C2-D6A40ABED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785A6-9402-3E0A-8792-E159E347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599E5-01C7-FFED-931F-75A613C6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941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C6FC-BF35-E7F6-9108-F69CD5A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3559F-8DC4-B74F-5DF1-1589CEE64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3B478-0950-5478-59CF-0EFAE971B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63392-CFE0-099E-66EA-8FEE449F3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5BF9D-4326-A5E5-5298-7D235A26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CA8A5-ED77-7646-F1C8-D2EC5E01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B73EB-F826-3D24-0B1F-6415FBCE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ECD31-07A1-E4F3-FF6E-F7CACB65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3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3BD9F-458E-1BFD-A3C6-50FCCCC2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C1A95-2D57-186A-312D-00A78E47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1BE97-27CF-2271-D39D-DAEE83653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896AD-F060-CC1A-DF53-83F893B5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606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241D5-4B59-073F-07C2-4D8762A33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2310C-F2B8-AA93-31C8-EF09C2BBD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8FC1B-6A44-420D-DAE5-8B39EE09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075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A7B3E-8B7A-2C5D-2719-F1FFA7DFC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A3CB3-57FE-27AC-79EF-7C62E1BFB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E7AA0-3E42-E64D-AB68-DEB17902D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5A357-18DF-FC8C-6501-AE5AE514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F971C-AB8B-54F6-C398-2D8F840B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23BFC-5598-BE56-FBE7-34DE0F28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0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2061-85AC-CB96-86C7-24EB26258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D16E78-7095-39E3-4082-32BFC2143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2226E-8262-BA09-976B-E574BE5F6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2F4DE-A6AB-AB5C-974C-3218C222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C71D1-1A44-B6C1-1A9E-C116C1B3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D5BA5-AC63-191D-FF68-6B8F4716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593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2BC4-351A-7A64-7A4D-13EF605BD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A5F04-EF38-1909-C8FA-C070E373E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4B4B2-C8CF-B220-7190-8809C701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B9B23-BEE1-FC00-4E89-B9A8DCDF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C4517-2FED-CAC4-C5C1-CE78571A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226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7AD6C-8D9A-4B1D-F675-9B897E6B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4D02E-BF41-3B4F-5C3B-77F4F3ED5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06DA5-AFED-966D-1509-7C29F0C4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3F03F-B2A3-3DA9-9088-CE89387B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9FFAA-B11C-60F3-868B-CF85FE20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305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D234-D607-0ADD-0BB4-FC0553DB1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DB5BC-7BD0-5B7D-FA00-E14918B1D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10537-11D9-474E-F0B8-D13DD5E2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886AB-9FCB-9CAA-0D09-04F73740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C7014-EAC7-9386-1AE3-B1C2AC16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478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6F31-64F3-9074-AA30-E5B7BBD6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DA4FB-B2DB-02C1-10CD-37ABD484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1105-1F3B-F58F-E8D6-1653C2D3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03917-1FBE-7390-9DC8-84922752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564AC-0692-21B4-9209-05DF2D15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90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4C79-E093-2820-5A25-BBCCAB9B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23572-6155-E461-BC97-C2056D010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5AEE7-62E0-E6A9-77EA-4D655D48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46289-DEDE-F7DB-63A5-146A9AB8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EEDDC-F51E-BEB8-999A-AD45E820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648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19BF-F78C-5B6E-D591-F0077D6A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8AB84-D2B1-BBD6-68E0-C703AFF8E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C7367-77ED-5EBE-529B-44B3C4DEE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591B3-AED7-F718-6965-C0CA7B860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4CA2F-3D03-3D0F-7B3C-FC286508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04BDE-51F4-4F76-E521-11DE9BF6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142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29FF-E4B0-E0F9-5A49-4ED7BE8B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6D7B5-29E2-A44B-9D65-2B9AFF0F2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12638-2CA3-2499-C8D8-2334CC4A4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EF35C-1A24-3827-6B18-6F4F0849F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6AA80-C45F-29E9-0463-D43073C63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6F719-BC2C-F29B-9BC7-F76DC6EF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D8FF0C-5683-904C-21B6-69C0C4F1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D70B5-E0F0-95AC-DC5B-85DB1482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64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D0E9-15EB-EA0E-67B1-7C9EEB59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7A48B-4196-FDA1-5673-048D2CBF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F6EDE-1CBB-D208-C9FB-D40661AF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CAC185-8757-1915-2E8E-BA5C47E9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347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E6813-9F34-B2DE-AEF0-3118AA50D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3607E-34A3-CA94-7475-64742238D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0175-D126-DA94-AA95-6C992C3A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2526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548A-574F-8E1D-2AB5-A323EDFA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9B965-EB39-8972-FABE-C853C461C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9B8DD-BBD7-B490-09DC-27A846969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5DF0C-A109-02A6-6109-BD4C76E4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4D3A5-C0E9-4D67-26C7-EB8CA50D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E8C9A-8E30-FD6D-CF13-E719DA9B7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436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CE286-F2B2-78D2-6E07-D2F6840D3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CDABE-288E-416E-4719-B7C0B03A6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EAD47-8295-838D-4AC2-071AB65E7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6D993-C34C-E271-DA4C-45DDF9CF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A8CC2-1D28-2831-924F-0D1F87B41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B3C83-1068-1BD3-A160-7D456BA0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20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A354D-F364-95D6-E4C5-449D649F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8D43B-AF99-C80C-4B5F-CA6F1390E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BF3B2-6A83-940F-CA07-C099ABFC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D6FD0-FF33-3C33-FB3E-DBFEC024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38E48-7A5A-4C95-ED74-6254C890C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6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D80F11-0F06-D6CE-F4C3-F66BBDE48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0248F-B992-3AB9-65F9-D9EC4AB9A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C7F2-5328-0148-51AB-439C56A1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A537F-38DB-6187-BC21-F0599D78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C47C5-FA2D-0BFB-784C-87211750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229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92A0-A243-A145-015B-1CB05E232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6D986-252C-62F1-0B67-E50BBB516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8418A-AA91-4985-5039-28823467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17AD2-E399-6BF1-8233-C90661DC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8C217-7331-C6E5-B946-892851FC5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926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3F04-19B5-A948-1AA5-DCC1C64B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E6242-9F4E-36B4-AF47-2D44991F3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52D49-4B49-4733-B6C3-1F2F0D67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89C1D-EC41-03FB-2944-ACA9D339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51EB0-BFDD-5BFB-4A67-80320CB0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919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9BC0-9717-DF2D-E732-8253D3597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64E7D-EF08-878D-8D17-CD8235594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B3E57-7D58-5B47-A740-1773C2C8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BE8-888B-7E3B-8AC3-2C02146E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51E6B-FC52-67B3-8FF4-9B88378C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587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4093-3D29-D31E-B262-AB67EB42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21E44-F8C5-8FF5-C644-33F72E1BC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65C38-1C8B-6B79-AD75-83EEDA8CD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6F154-F970-0505-F28A-0AF5897B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F1C04-C8DD-FEE8-9651-02E2D8EC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594AE-E7EA-0062-B08C-DDBDCF04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282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7C08-30CC-F825-ED23-E1B8C0F68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36697-1D95-C861-DC34-AF88219AD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5BFAC-07C3-E562-D785-B5149420E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3F84E-E327-C93B-6EA6-97C4C02CF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E8D54-4229-3008-2605-F858D9BD7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2CC1B-6D97-9B3E-D70C-9EBF8374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3148D2-946B-A8B4-602D-068048AF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D863CC-C909-ED60-CBDE-D71C7E87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784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AB8C-E4AB-73EE-31A3-91BB34BF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76F79-2D34-1FFD-247A-258FB21B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83375-F4B0-BBD5-2676-4972B691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23A5B-29E7-3768-A03C-15D325A2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496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4E3C3A-FC4F-3F11-3B8C-D461930D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CF9566-F8BC-B1B7-83A1-B202A9D7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91ECE-FA09-2876-6DCA-97B6FDC0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373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A0E2-118D-0FD4-4D43-F036943CD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44628-9758-17A7-E7D3-B8BFC7EF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3DDB2-B2CF-2700-A85A-011C6B8F6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24E19-BE21-66DE-05CD-2B8C4029D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5E088-F4BB-D0E7-B6AE-E3C2BAFF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9329A-38A1-BE91-5CCD-95A1890D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646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08BB-D405-5649-3B04-5E1F6438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D2ADC0-1158-D390-E4CB-27BD1A545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E44E8-A949-EC67-7873-DB40D893C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D5A13-4DFB-08C2-7411-40A9A19C6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49F1E-7F29-BEAC-80A8-97C83D40A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48D66-4EB7-6388-2F13-5C844016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58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3778-63C0-5DDA-0A1A-C4FA9844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197A0-053B-66C9-5F59-93258AACF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CD283-A515-DCEC-40CC-980915D6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0BD2D-52DF-C199-D746-A23609C0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7A40C-C454-C1F5-DCCA-8B1ADC6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927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982C67-3DED-E96A-2522-577F54EE4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F6F37-B029-5CDF-24B2-8E5A72F35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C68B2-92B8-898A-0FBC-0F41F15E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A2913-0DEA-2B9B-A8D3-B2EED59C2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DE122-00A6-BF24-9180-26497F7E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5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7D44EC-25D9-0873-9B5D-E9FB6E7BFA09}"/>
              </a:ext>
            </a:extLst>
          </p:cNvPr>
          <p:cNvSpPr/>
          <p:nvPr userDrawn="1"/>
        </p:nvSpPr>
        <p:spPr>
          <a:xfrm>
            <a:off x="0" y="4922568"/>
            <a:ext cx="9144000" cy="23016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137ABF-4D9B-020F-3C82-A52306300915}"/>
              </a:ext>
            </a:extLst>
          </p:cNvPr>
          <p:cNvSpPr/>
          <p:nvPr userDrawn="1"/>
        </p:nvSpPr>
        <p:spPr>
          <a:xfrm>
            <a:off x="0" y="4922569"/>
            <a:ext cx="883172" cy="23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62B1F-73C3-AFBF-BC69-F4DCFA044A77}"/>
              </a:ext>
            </a:extLst>
          </p:cNvPr>
          <p:cNvSpPr txBox="1"/>
          <p:nvPr userDrawn="1"/>
        </p:nvSpPr>
        <p:spPr>
          <a:xfrm>
            <a:off x="8476092" y="4867861"/>
            <a:ext cx="8348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0000000-1234-1234-1234-123412341234}" type="slidenum">
              <a:rPr lang="en" sz="1600" b="1" smtClean="0">
                <a:solidFill>
                  <a:schemeClr val="bg1"/>
                </a:solidFill>
              </a:rPr>
              <a:pPr/>
              <a:t>‹#›</a:t>
            </a:fld>
            <a:r>
              <a:rPr lang="en-US" sz="1600" b="1">
                <a:solidFill>
                  <a:schemeClr val="bg1"/>
                </a:solidFill>
              </a:rPr>
              <a:t>/22</a:t>
            </a:r>
            <a:endParaRPr lang="vi-VN" sz="1600" b="1">
              <a:solidFill>
                <a:schemeClr val="bg1"/>
              </a:solidFill>
            </a:endParaRPr>
          </a:p>
          <a:p>
            <a:endParaRPr lang="vi-VN" sz="1600" b="1">
              <a:solidFill>
                <a:schemeClr val="bg1"/>
              </a:solidFill>
            </a:endParaRPr>
          </a:p>
          <a:p>
            <a:endParaRPr lang="vi-VN" sz="1600" b="1">
              <a:solidFill>
                <a:schemeClr val="bg1"/>
              </a:solidFill>
            </a:endParaRPr>
          </a:p>
          <a:p>
            <a:endParaRPr lang="vi-VN" sz="1600" b="1">
              <a:solidFill>
                <a:schemeClr val="bg1"/>
              </a:solidFill>
            </a:endParaRPr>
          </a:p>
          <a:p>
            <a:endParaRPr lang="en-US" sz="1600" b="1">
              <a:solidFill>
                <a:schemeClr val="bg1"/>
              </a:solidFill>
            </a:endParaRPr>
          </a:p>
          <a:p>
            <a:endParaRPr lang="en-US" sz="1600" b="1">
              <a:solidFill>
                <a:schemeClr val="bg1"/>
              </a:solidFill>
            </a:endParaRPr>
          </a:p>
          <a:p>
            <a:endParaRPr lang="en-US" sz="1600" b="1">
              <a:solidFill>
                <a:schemeClr val="bg1"/>
              </a:solidFill>
            </a:endParaRPr>
          </a:p>
          <a:p>
            <a:endParaRPr lang="en-US" sz="1600" b="1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D5B092-C81E-0286-483E-4CFA1B87BD5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6280" y="4970072"/>
            <a:ext cx="614635" cy="134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5169B6-132B-07EA-6733-35FDA548583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52542" y="4945068"/>
            <a:ext cx="1922262" cy="178418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80820CFE-EEF8-704F-6365-AFD1A034B5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23503"/>
            <a:ext cx="1039091" cy="358671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88" r:id="rId3"/>
    <p:sldLayoutId id="2147483689" r:id="rId4"/>
    <p:sldLayoutId id="2147483690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30F1BB-61A6-82B1-8162-72421818C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E47DB-6A7B-42B5-5112-F8E8205AE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F55BE-8BA6-EE4D-1EC0-086AA9EE6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4B726-36E9-42D8-BF9A-2D8143CD837C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9A68C-79EE-414C-10F2-E9BF9252A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57916-9EEC-3B25-1086-65CC4CC77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A9B48-D134-424F-8CFE-D84C478E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4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C9565-CBE1-B6E2-0E52-C111BAEB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27CD3-059C-994A-DD1F-BEAA947B3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3522D-2932-2143-EEC3-6F95F3206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8B1B7-AB4E-41DD-A89D-537894D58A06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C8F3F-2338-90B3-1BF2-58B2A7716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410F1-8563-A80C-D0C7-7B17CF150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48A6B-F7AC-47CC-877A-B29A29575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9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A3691-ABC5-E4FB-0EC7-EE5C8381D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C447F-1255-97B1-D2A0-8A8E59A99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F4E36-D66C-B123-BAEA-01CF600DC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A98BB-CEC1-4BD2-976E-6FF8BA1D52E2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8FC43-DCEF-22FB-8EB0-DB535AF84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E328-F89D-75E8-83DC-7316657C6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FAD00-BAE8-45F4-98B7-800FD5A6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4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41DD0-7D48-F3B9-578B-FCF0EFBF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AA73F-F64A-C036-43AC-A53E22AC6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A67E3-A6FE-AD97-C0F6-E9267DF66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325AB-D5E9-482A-A180-58FF3A59F9E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EC3FE-FD87-BF69-C80D-3A92EDDB6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27ACF-89BD-0B13-BC0C-51E04E6A4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C3ACE-12AD-403A-8FD7-2FE1E7FBC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6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8F54-AD44-B762-687B-288BB77D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CBDFA8-B0C8-ADEE-2F0B-5651995660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1" y="0"/>
            <a:ext cx="9143999" cy="488734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0" y="431515"/>
            <a:ext cx="9144000" cy="1785157"/>
            <a:chOff x="0" y="477930"/>
            <a:chExt cx="9144000" cy="18897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1" y="477930"/>
              <a:ext cx="9143999" cy="1379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spcBef>
                  <a:spcPts val="200"/>
                </a:spcBef>
                <a:spcAft>
                  <a:spcPts val="200"/>
                </a:spcAft>
              </a:pPr>
              <a:r>
                <a:rPr lang="en-US" sz="2400" b="1" dirty="0">
                  <a:solidFill>
                    <a:srgbClr val="D99D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BÁO CÁO KẾT QUẢ SẢN XUẤT KINH DOANH</a:t>
              </a:r>
            </a:p>
            <a:p>
              <a:pPr algn="ctr">
                <a:spcBef>
                  <a:spcPts val="200"/>
                </a:spcBef>
                <a:spcAft>
                  <a:spcPts val="200"/>
                </a:spcAft>
              </a:pPr>
              <a:r>
                <a:rPr lang="en-US" sz="2400" b="1" dirty="0">
                  <a:solidFill>
                    <a:srgbClr val="11930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 </a:t>
              </a:r>
              <a:r>
                <a:rPr lang="en-US" sz="2400" b="1">
                  <a:solidFill>
                    <a:srgbClr val="11930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 …… (ghi đầy đủ tên cty)</a:t>
              </a:r>
              <a:endParaRPr lang="en-US" sz="2400" b="1" dirty="0">
                <a:solidFill>
                  <a:srgbClr val="11930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spcBef>
                  <a:spcPts val="200"/>
                </a:spcBef>
                <a:spcAft>
                  <a:spcPts val="200"/>
                </a:spcAft>
              </a:pPr>
              <a:r>
                <a:rPr lang="en-US" sz="2400" b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Tháng</a:t>
              </a:r>
              <a:r>
                <a:rPr 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vi-V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.2025</a:t>
              </a:r>
              <a:endParaRPr 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EE4F02-0B85-494A-F767-BC02E07A8941}"/>
              </a:ext>
            </a:extLst>
          </p:cNvPr>
          <p:cNvSpPr/>
          <p:nvPr/>
        </p:nvSpPr>
        <p:spPr>
          <a:xfrm>
            <a:off x="31750" y="4148684"/>
            <a:ext cx="3869872" cy="738664"/>
          </a:xfrm>
          <a:prstGeom prst="roundRect">
            <a:avLst>
              <a:gd name="adj" fmla="val 29818"/>
            </a:avLst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D26910-8319-D345-33CB-67F0270490DE}"/>
              </a:ext>
            </a:extLst>
          </p:cNvPr>
          <p:cNvSpPr txBox="1"/>
          <p:nvPr/>
        </p:nvSpPr>
        <p:spPr>
          <a:xfrm>
            <a:off x="150798" y="4148684"/>
            <a:ext cx="37190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u="sng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u="sng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u="sng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1800" b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vi-VN" sz="1800" b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</a:t>
            </a:r>
            <a:r>
              <a:rPr lang="en-US" sz="1800" b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 A (GĐ Trạm)</a:t>
            </a:r>
            <a:endParaRPr lang="en-US" sz="1800" b="1" dirty="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200" b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5/3/2025</a:t>
            </a:r>
          </a:p>
        </p:txBody>
      </p:sp>
      <p:pic>
        <p:nvPicPr>
          <p:cNvPr id="4" name="Picture 3" descr="A green and white sign&#10;&#10;Description automatically generated">
            <a:extLst>
              <a:ext uri="{FF2B5EF4-FFF2-40B4-BE49-F238E27FC236}">
                <a16:creationId xmlns:a16="http://schemas.microsoft.com/office/drawing/2014/main" id="{A8A50525-A251-FDC4-9EB3-E1295D8D0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292" y="3067"/>
            <a:ext cx="1392707" cy="394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3EC959-8673-C1EA-79D7-36A49EA1C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4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21D93E4-6AB9-0129-CDAF-2DCF28A455C5}"/>
              </a:ext>
            </a:extLst>
          </p:cNvPr>
          <p:cNvGrpSpPr/>
          <p:nvPr/>
        </p:nvGrpSpPr>
        <p:grpSpPr>
          <a:xfrm>
            <a:off x="0" y="625804"/>
            <a:ext cx="9144000" cy="505019"/>
            <a:chOff x="0" y="1318130"/>
            <a:chExt cx="9144000" cy="613728"/>
          </a:xfrm>
          <a:solidFill>
            <a:srgbClr val="119303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505A59-CA41-761B-FE95-37CFA67BB427}"/>
                </a:ext>
              </a:extLst>
            </p:cNvPr>
            <p:cNvSpPr/>
            <p:nvPr/>
          </p:nvSpPr>
          <p:spPr>
            <a:xfrm>
              <a:off x="0" y="1318130"/>
              <a:ext cx="9143999" cy="600476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" name="Google Shape;170;p19">
              <a:extLst>
                <a:ext uri="{FF2B5EF4-FFF2-40B4-BE49-F238E27FC236}">
                  <a16:creationId xmlns:a16="http://schemas.microsoft.com/office/drawing/2014/main" id="{7425C075-D10F-BE05-F4CE-28D087B2D1F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1443786"/>
              <a:ext cx="9144000" cy="48807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9pPr>
            </a:lstStyle>
            <a:p>
              <a:pPr algn="ctr">
                <a:defRPr/>
              </a:pPr>
              <a:r>
                <a:rPr lang="en-US" sz="2800" b="1" err="1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Nội</a:t>
              </a:r>
              <a:r>
                <a:rPr lang="en-US" sz="2800" b="1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dung </a:t>
              </a:r>
              <a:r>
                <a:rPr lang="en-US" sz="2800" b="1" err="1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báo</a:t>
              </a:r>
              <a:r>
                <a:rPr lang="en-US" sz="2800" b="1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800" b="1" err="1">
                  <a:solidFill>
                    <a:schemeClr val="bg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cáo</a:t>
              </a:r>
              <a:endParaRPr lang="en-US" sz="2800" b="1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Flowchart: Alternate Process 14">
            <a:hlinkClick r:id="rId3" action="ppaction://hlinksldjump"/>
            <a:extLst>
              <a:ext uri="{FF2B5EF4-FFF2-40B4-BE49-F238E27FC236}">
                <a16:creationId xmlns:a16="http://schemas.microsoft.com/office/drawing/2014/main" id="{D4C3AE54-165E-71FE-EC71-DBCD83000F19}"/>
              </a:ext>
            </a:extLst>
          </p:cNvPr>
          <p:cNvSpPr/>
          <p:nvPr/>
        </p:nvSpPr>
        <p:spPr>
          <a:xfrm>
            <a:off x="747329" y="1191673"/>
            <a:ext cx="8015484" cy="3666252"/>
          </a:xfrm>
          <a:prstGeom prst="flowChartAlternateProcess">
            <a:avLst/>
          </a:prstGeom>
          <a:noFill/>
          <a:ln>
            <a:solidFill>
              <a:srgbClr val="0066FF"/>
            </a:solidFill>
          </a:ln>
        </p:spPr>
        <p:txBody>
          <a:bodyPr wrap="square" tIns="0" bIns="0">
            <a:spAutoFit/>
          </a:bodyPr>
          <a:lstStyle/>
          <a:p>
            <a:pPr marL="741363" indent="-457200" defTabSz="685800">
              <a:spcBef>
                <a:spcPts val="200"/>
              </a:spcBef>
              <a:spcAft>
                <a:spcPts val="200"/>
              </a:spcAft>
              <a:buClr>
                <a:srgbClr val="0066FF"/>
              </a:buClr>
              <a:buFont typeface="+mj-lt"/>
              <a:buAutoNum type="arabicPeriod"/>
            </a:pP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quan</a:t>
            </a:r>
            <a:r>
              <a:rPr lang="en-US" sz="240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hoạt động và kết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KPI</a:t>
            </a:r>
            <a:endParaRPr lang="vi-VN" sz="2400" dirty="0">
              <a:solidFill>
                <a:srgbClr val="0066FF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741363" indent="-457200" defTabSz="685800">
              <a:spcBef>
                <a:spcPts val="200"/>
              </a:spcBef>
              <a:spcAft>
                <a:spcPts val="200"/>
              </a:spcAft>
              <a:buClr>
                <a:srgbClr val="0066FF"/>
              </a:buClr>
              <a:buFont typeface="+mj-lt"/>
              <a:buAutoNum type="arabicPeriod"/>
            </a:pPr>
            <a:r>
              <a:rPr lang="en-US" sz="240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Kết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kinh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doanh</a:t>
            </a:r>
            <a:endParaRPr lang="en-US" sz="2400" dirty="0">
              <a:solidFill>
                <a:srgbClr val="0066FF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741363" indent="-457200" defTabSz="685800">
              <a:spcBef>
                <a:spcPts val="200"/>
              </a:spcBef>
              <a:spcAft>
                <a:spcPts val="200"/>
              </a:spcAft>
              <a:buClr>
                <a:srgbClr val="0066FF"/>
              </a:buClr>
              <a:buFont typeface="+mj-lt"/>
              <a:buAutoNum type="arabicPeriod"/>
            </a:pPr>
            <a:r>
              <a:rPr lang="en-US" sz="240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Chi tiết doanh thu – 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Lợi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nhuận</a:t>
            </a:r>
            <a:endParaRPr lang="vi-VN" sz="2400" dirty="0">
              <a:solidFill>
                <a:srgbClr val="0066FF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741363" indent="-457200" defTabSz="685800">
              <a:spcBef>
                <a:spcPts val="200"/>
              </a:spcBef>
              <a:spcAft>
                <a:spcPts val="200"/>
              </a:spcAft>
              <a:buClr>
                <a:srgbClr val="0066FF"/>
              </a:buClr>
              <a:buFont typeface="+mj-lt"/>
              <a:buAutoNum type="arabicPeriod"/>
            </a:pP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Mua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Bán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</a:t>
            </a:r>
            <a:endParaRPr lang="vi-VN" sz="2400" dirty="0">
              <a:solidFill>
                <a:srgbClr val="0066FF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741363" indent="-457200" defTabSz="685800">
              <a:spcBef>
                <a:spcPts val="200"/>
              </a:spcBef>
              <a:spcAft>
                <a:spcPts val="200"/>
              </a:spcAft>
              <a:buClr>
                <a:srgbClr val="0066FF"/>
              </a:buClr>
              <a:buFont typeface="+mj-lt"/>
              <a:buAutoNum type="arabicPeriod"/>
            </a:pP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tồn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kho</a:t>
            </a:r>
            <a:endParaRPr lang="en-US" sz="2400" dirty="0">
              <a:solidFill>
                <a:srgbClr val="0066FF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741363" indent="-457200" defTabSz="685800">
              <a:spcBef>
                <a:spcPts val="200"/>
              </a:spcBef>
              <a:spcAft>
                <a:spcPts val="200"/>
              </a:spcAft>
              <a:buClr>
                <a:srgbClr val="0066FF"/>
              </a:buClr>
              <a:buFont typeface="+mj-lt"/>
              <a:buAutoNum type="arabicPeriod"/>
            </a:pPr>
            <a:r>
              <a:rPr lang="vi-VN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Kế hoạch hành động</a:t>
            </a:r>
          </a:p>
          <a:p>
            <a:pPr marL="741363" indent="-457200" defTabSz="685800">
              <a:spcBef>
                <a:spcPts val="200"/>
              </a:spcBef>
              <a:spcAft>
                <a:spcPts val="200"/>
              </a:spcAft>
              <a:buClr>
                <a:srgbClr val="0066FF"/>
              </a:buClr>
              <a:buFont typeface="+mj-lt"/>
              <a:buAutoNum type="arabicPeriod"/>
            </a:pPr>
            <a:r>
              <a:rPr lang="vi-VN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Đề xuất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yêu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hỗ</a:t>
            </a:r>
            <a:r>
              <a:rPr lang="en-US" sz="240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trợ</a:t>
            </a:r>
          </a:p>
          <a:p>
            <a:pPr marL="741363" indent="-457200" defTabSz="685800">
              <a:spcBef>
                <a:spcPts val="200"/>
              </a:spcBef>
              <a:spcAft>
                <a:spcPts val="200"/>
              </a:spcAft>
              <a:buClr>
                <a:srgbClr val="0066FF"/>
              </a:buClr>
              <a:buFont typeface="+mj-lt"/>
              <a:buAutoNum type="arabicPeriod"/>
            </a:pPr>
            <a:r>
              <a:rPr lang="en-US" sz="2400">
                <a:solidFill>
                  <a:srgbClr val="0066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Chi tiết chi phí theo 18 &amp; 48 khoản mục phí</a:t>
            </a:r>
            <a:endParaRPr lang="vi-VN" sz="2400" dirty="0">
              <a:solidFill>
                <a:srgbClr val="0066FF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E0C39-DC47-DD2A-E004-77A12116B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0548"/>
            <a:ext cx="1494661" cy="431515"/>
          </a:xfrm>
          <a:prstGeom prst="rect">
            <a:avLst/>
          </a:prstGeom>
        </p:spPr>
      </p:pic>
      <p:pic>
        <p:nvPicPr>
          <p:cNvPr id="6" name="Picture 5" descr="A green and white sign&#10;&#10;Description automatically generated">
            <a:extLst>
              <a:ext uri="{FF2B5EF4-FFF2-40B4-BE49-F238E27FC236}">
                <a16:creationId xmlns:a16="http://schemas.microsoft.com/office/drawing/2014/main" id="{E54CF92D-8786-D3DB-930F-3992DD462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0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4222E-D52E-F1C8-FFAF-2F928116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C619D1F-62D6-BDD4-4D1C-99D4EEBD919A}"/>
              </a:ext>
            </a:extLst>
          </p:cNvPr>
          <p:cNvSpPr txBox="1"/>
          <p:nvPr/>
        </p:nvSpPr>
        <p:spPr>
          <a:xfrm>
            <a:off x="1494659" y="20546"/>
            <a:ext cx="6385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vi-VN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1.1</a:t>
            </a:r>
            <a:r>
              <a:rPr lang="vi-VN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Tổng</a:t>
            </a:r>
            <a:r>
              <a:rPr lang="en-US" sz="2000" b="1" dirty="0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quan</a:t>
            </a:r>
            <a:r>
              <a:rPr lang="en-US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hoạt động của Trạm</a:t>
            </a:r>
            <a:endParaRPr lang="vi-VN" sz="2000" b="1" dirty="0">
              <a:solidFill>
                <a:srgbClr val="119303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F5BBC9-78F7-740A-F925-742A7AEB6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201856"/>
              </p:ext>
            </p:extLst>
          </p:nvPr>
        </p:nvGraphicFramePr>
        <p:xfrm>
          <a:off x="122842" y="588818"/>
          <a:ext cx="8898316" cy="423968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49158">
                  <a:extLst>
                    <a:ext uri="{9D8B030D-6E8A-4147-A177-3AD203B41FA5}">
                      <a16:colId xmlns:a16="http://schemas.microsoft.com/office/drawing/2014/main" val="1284830113"/>
                    </a:ext>
                  </a:extLst>
                </a:gridCol>
                <a:gridCol w="4449158">
                  <a:extLst>
                    <a:ext uri="{9D8B030D-6E8A-4147-A177-3AD203B41FA5}">
                      <a16:colId xmlns:a16="http://schemas.microsoft.com/office/drawing/2014/main" val="3451182414"/>
                    </a:ext>
                  </a:extLst>
                </a:gridCol>
              </a:tblGrid>
              <a:tr h="29895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ĐIỂM NỔI BẬT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ĐIỂM CẦN CẢI THIỆN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376492"/>
                  </a:ext>
                </a:extLst>
              </a:tr>
              <a:tr h="1784562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nội dung, không thay đổi cở chư và màu chữ!</a:t>
                      </a:r>
                      <a:endParaRPr lang="en-US" sz="1600" b="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nội dung, không thay đổi cở chư và màu chữ!</a:t>
                      </a: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52262"/>
                  </a:ext>
                </a:extLst>
              </a:tr>
              <a:tr h="29895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 KIỆN/ SỰ CỐ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ĐỀ XUẤT, YÊU CẦU HỖ TRỢ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542108"/>
                  </a:ext>
                </a:extLst>
              </a:tr>
              <a:tr h="17845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nội dung, không thay đổi cở chư và màu chữ!</a:t>
                      </a: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nội dung, không thay đổi cở chư và màu chữ!</a:t>
                      </a:r>
                    </a:p>
                    <a:p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74248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84AB206-09F2-FDAA-7D92-86B6C05F5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10" name="Picture 9" descr="A green and white sign&#10;&#10;Description automatically generated">
            <a:extLst>
              <a:ext uri="{FF2B5EF4-FFF2-40B4-BE49-F238E27FC236}">
                <a16:creationId xmlns:a16="http://schemas.microsoft.com/office/drawing/2014/main" id="{45483C55-F871-B641-626F-20A677EEE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30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D6A4-BB93-9A79-9D61-E1C52ADD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7C0FF53-288D-4923-08E0-2715220FAF67}"/>
              </a:ext>
            </a:extLst>
          </p:cNvPr>
          <p:cNvSpPr txBox="1"/>
          <p:nvPr/>
        </p:nvSpPr>
        <p:spPr>
          <a:xfrm>
            <a:off x="1541123" y="10273"/>
            <a:ext cx="6339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vi-VN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1.2</a:t>
            </a:r>
            <a:r>
              <a:rPr lang="vi-VN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Kết </a:t>
            </a:r>
            <a:r>
              <a:rPr lang="en-US" sz="2000" b="1" dirty="0" err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quả</a:t>
            </a:r>
            <a:r>
              <a:rPr lang="en-US" sz="2000" b="1" dirty="0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thực</a:t>
            </a:r>
            <a:r>
              <a:rPr lang="en-US" sz="2000" b="1" dirty="0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hiện</a:t>
            </a:r>
            <a:r>
              <a:rPr lang="en-US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KPIs</a:t>
            </a:r>
            <a:endParaRPr lang="vi-VN" sz="2000" b="1" dirty="0">
              <a:solidFill>
                <a:srgbClr val="119303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E3498-B954-E0E4-8976-EB5BBDB0E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08" y="685295"/>
            <a:ext cx="8734914" cy="34490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CCD0E3-E36A-3ED2-9C61-7FE563D0D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6" name="Picture 5" descr="A green and white sign&#10;&#10;Description automatically generated">
            <a:extLst>
              <a:ext uri="{FF2B5EF4-FFF2-40B4-BE49-F238E27FC236}">
                <a16:creationId xmlns:a16="http://schemas.microsoft.com/office/drawing/2014/main" id="{64BC0584-8894-2DA3-A253-BF5900D87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2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25EE-A9D9-943D-7946-D717F3A5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1EDD52-F939-1554-0B25-8D8AF2F8486D}"/>
              </a:ext>
            </a:extLst>
          </p:cNvPr>
          <p:cNvSpPr txBox="1"/>
          <p:nvPr/>
        </p:nvSpPr>
        <p:spPr>
          <a:xfrm>
            <a:off x="1541123" y="10273"/>
            <a:ext cx="6339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vi-VN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1.3 Hiệu suất máy</a:t>
            </a:r>
            <a:endParaRPr lang="vi-VN" sz="2000" b="1" dirty="0">
              <a:solidFill>
                <a:srgbClr val="119303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784487-27B2-0C1D-4DB2-4CB3E6347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6" name="Picture 5" descr="A green and white sign&#10;&#10;Description automatically generated">
            <a:extLst>
              <a:ext uri="{FF2B5EF4-FFF2-40B4-BE49-F238E27FC236}">
                <a16:creationId xmlns:a16="http://schemas.microsoft.com/office/drawing/2014/main" id="{7AE26A31-3B37-167B-5CD5-5E842EE75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9152B67-C2D1-2F9F-153B-21BD73F026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2889233"/>
              </p:ext>
            </p:extLst>
          </p:nvPr>
        </p:nvGraphicFramePr>
        <p:xfrm>
          <a:off x="279381" y="613301"/>
          <a:ext cx="8517488" cy="4170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5A3D940-AED6-7F68-DEC9-4943570ED2E4}"/>
              </a:ext>
            </a:extLst>
          </p:cNvPr>
          <p:cNvSpPr/>
          <p:nvPr/>
        </p:nvSpPr>
        <p:spPr>
          <a:xfrm>
            <a:off x="4531713" y="2195898"/>
            <a:ext cx="2101788" cy="7517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suất kế hoạch tính trên 360 ngày/12 giờ (công suất có thể đạt được với điều kiện KD hiện nay )</a:t>
            </a:r>
            <a:endParaRPr lang="en-US" sz="1200" b="1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03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A2DD-2D45-EDE0-1E03-F19C1883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E25085-55E1-E4B0-2F56-F00FE81325AB}"/>
              </a:ext>
            </a:extLst>
          </p:cNvPr>
          <p:cNvSpPr txBox="1"/>
          <p:nvPr/>
        </p:nvSpPr>
        <p:spPr>
          <a:xfrm>
            <a:off x="1571945" y="20548"/>
            <a:ext cx="6308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vi-VN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1.3</a:t>
            </a:r>
            <a:r>
              <a:rPr lang="vi-VN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Giải trình nguyên nhân các KPI không đạt </a:t>
            </a:r>
            <a:endParaRPr lang="vi-VN" sz="2000" b="1" dirty="0">
              <a:solidFill>
                <a:srgbClr val="119303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38FF17-1D63-C781-C120-97B595DD1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6" name="Picture 5" descr="A green and white sign&#10;&#10;Description automatically generated">
            <a:extLst>
              <a:ext uri="{FF2B5EF4-FFF2-40B4-BE49-F238E27FC236}">
                <a16:creationId xmlns:a16="http://schemas.microsoft.com/office/drawing/2014/main" id="{E1604947-356E-FA43-3610-0CB32F4B9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6585CB-C298-76C1-DB1E-AFBDD7455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126496"/>
              </p:ext>
            </p:extLst>
          </p:nvPr>
        </p:nvGraphicFramePr>
        <p:xfrm>
          <a:off x="102985" y="613991"/>
          <a:ext cx="8999918" cy="355374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1026594">
                  <a:extLst>
                    <a:ext uri="{9D8B030D-6E8A-4147-A177-3AD203B41FA5}">
                      <a16:colId xmlns:a16="http://schemas.microsoft.com/office/drawing/2014/main" val="1284830113"/>
                    </a:ext>
                  </a:extLst>
                </a:gridCol>
                <a:gridCol w="2561888">
                  <a:extLst>
                    <a:ext uri="{9D8B030D-6E8A-4147-A177-3AD203B41FA5}">
                      <a16:colId xmlns:a16="http://schemas.microsoft.com/office/drawing/2014/main" val="760837784"/>
                    </a:ext>
                  </a:extLst>
                </a:gridCol>
                <a:gridCol w="5411436">
                  <a:extLst>
                    <a:ext uri="{9D8B030D-6E8A-4147-A177-3AD203B41FA5}">
                      <a16:colId xmlns:a16="http://schemas.microsoft.com/office/drawing/2014/main" val="738254301"/>
                    </a:ext>
                  </a:extLst>
                </a:gridCol>
              </a:tblGrid>
              <a:tr h="525625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</a:p>
                  </a:txBody>
                  <a:tcPr marL="0" marR="0"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KPIs không đạt</a:t>
                      </a:r>
                    </a:p>
                  </a:txBody>
                  <a:tcPr marL="0" marR="0"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 do không đạt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376492"/>
                  </a:ext>
                </a:extLst>
              </a:tr>
              <a:tr h="315376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nội dung, không thay đổi cỡ chư và màu chữ!</a:t>
                      </a:r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52262"/>
                  </a:ext>
                </a:extLst>
              </a:tr>
              <a:tr h="377472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09960"/>
                  </a:ext>
                </a:extLst>
              </a:tr>
              <a:tr h="545005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30168"/>
                  </a:ext>
                </a:extLst>
              </a:tr>
              <a:tr h="377472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358655"/>
                  </a:ext>
                </a:extLst>
              </a:tr>
              <a:tr h="377472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257361"/>
                  </a:ext>
                </a:extLst>
              </a:tr>
              <a:tr h="377472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280492"/>
                  </a:ext>
                </a:extLst>
              </a:tr>
              <a:tr h="657852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27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927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6567311-ECFF-0145-75D4-CA4CE6D92597}"/>
              </a:ext>
            </a:extLst>
          </p:cNvPr>
          <p:cNvSpPr txBox="1"/>
          <p:nvPr/>
        </p:nvSpPr>
        <p:spPr>
          <a:xfrm>
            <a:off x="1494659" y="20548"/>
            <a:ext cx="6385525" cy="41096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vi-VN" dirty="0"/>
              <a:t> </a:t>
            </a:r>
            <a:r>
              <a:rPr lang="en-US"/>
              <a:t>2.</a:t>
            </a:r>
            <a:r>
              <a:rPr lang="vi-VN"/>
              <a:t> </a:t>
            </a:r>
            <a:r>
              <a:rPr lang="en-US"/>
              <a:t>Kết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err="1"/>
              <a:t>doanh</a:t>
            </a:r>
            <a:r>
              <a:rPr lang="en-US"/>
              <a:t>:</a:t>
            </a:r>
            <a:endParaRPr lang="vi-V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06984B-06B0-7C55-E911-A1E253EF5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" y="488187"/>
            <a:ext cx="8939960" cy="43263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CFA4C0-5A4D-6A5F-C6DD-1E91348EF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3" name="Picture 2" descr="A green and white sign&#10;&#10;Description automatically generated">
            <a:extLst>
              <a:ext uri="{FF2B5EF4-FFF2-40B4-BE49-F238E27FC236}">
                <a16:creationId xmlns:a16="http://schemas.microsoft.com/office/drawing/2014/main" id="{957DCE24-8853-D42C-003E-689A5C765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4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6CDCC27-39AF-AA0B-CAFD-60EC01B561E0}"/>
              </a:ext>
            </a:extLst>
          </p:cNvPr>
          <p:cNvSpPr txBox="1"/>
          <p:nvPr/>
        </p:nvSpPr>
        <p:spPr>
          <a:xfrm>
            <a:off x="1582220" y="10314"/>
            <a:ext cx="6297964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/>
              <a:t>3.1</a:t>
            </a:r>
            <a:r>
              <a:rPr lang="vi-VN" dirty="0"/>
              <a:t> </a:t>
            </a:r>
            <a:r>
              <a:rPr lang="en-US" err="1"/>
              <a:t>Doanh</a:t>
            </a:r>
            <a:r>
              <a:rPr lang="en-US"/>
              <a:t> thu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08AD1-4C6A-FDA6-64C5-D508D2499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74" y="444408"/>
            <a:ext cx="7205674" cy="2313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6D3A5C-F25D-1075-5861-466FD7124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71" y="2797814"/>
            <a:ext cx="7239879" cy="20963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B9234C-AC67-D4AE-B814-FD491092F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7" name="Picture 6" descr="A green and white sign&#10;&#10;Description automatically generated">
            <a:extLst>
              <a:ext uri="{FF2B5EF4-FFF2-40B4-BE49-F238E27FC236}">
                <a16:creationId xmlns:a16="http://schemas.microsoft.com/office/drawing/2014/main" id="{ADE9D4A9-E0E4-D999-CB5E-56A6C7251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8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EDDFE-09C1-5426-4191-06D55B001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D4D4285-638C-13B7-1CE7-49B5C6552E32}"/>
              </a:ext>
            </a:extLst>
          </p:cNvPr>
          <p:cNvSpPr txBox="1"/>
          <p:nvPr/>
        </p:nvSpPr>
        <p:spPr>
          <a:xfrm>
            <a:off x="1494659" y="10274"/>
            <a:ext cx="638552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/>
              <a:t>3.2 Lợi nhuận</a:t>
            </a:r>
            <a:endParaRPr lang="vi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F75D42-AFC6-1FF7-941C-DC421E00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40" y="441207"/>
            <a:ext cx="7020109" cy="2171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79DA9C-FFD8-C9C2-43D2-B74C56454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40" y="2644045"/>
            <a:ext cx="7020108" cy="22669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0836AB-E172-F48A-9AD5-312D2E017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7" name="Picture 6" descr="A green and white sign&#10;&#10;Description automatically generated">
            <a:extLst>
              <a:ext uri="{FF2B5EF4-FFF2-40B4-BE49-F238E27FC236}">
                <a16:creationId xmlns:a16="http://schemas.microsoft.com/office/drawing/2014/main" id="{421EABF0-FC36-273E-1D7B-2D3B7DC607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1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A5D9-E3E5-2433-2C46-5B026228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8348983-1933-2026-C91C-751CEB6FB0F9}"/>
              </a:ext>
            </a:extLst>
          </p:cNvPr>
          <p:cNvSpPr txBox="1"/>
          <p:nvPr/>
        </p:nvSpPr>
        <p:spPr>
          <a:xfrm>
            <a:off x="1494659" y="-12130"/>
            <a:ext cx="638552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dirty="0"/>
              <a:t>4.1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Mua </a:t>
            </a:r>
            <a:r>
              <a:rPr lang="en-US" err="1"/>
              <a:t>vào</a:t>
            </a:r>
            <a:r>
              <a:rPr lang="en-US"/>
              <a:t> - Chai PET</a:t>
            </a:r>
            <a:endParaRPr lang="vi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CEEF4F-8153-74BB-3F82-73DF86AE5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37" y="445356"/>
            <a:ext cx="7082012" cy="22943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8C0813-E120-F17F-382C-8CD6D8D4C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37" y="2719137"/>
            <a:ext cx="7082012" cy="21722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24A347-2B1C-8D5F-8076-D3D1FA82A4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F04E8C3A-B53D-8F77-1D10-2F71CCB434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63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ABD2-D4D7-0D51-5418-BC01C1EE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DF50E4-2D14-EDCE-C095-1591BF6EECDC}"/>
              </a:ext>
            </a:extLst>
          </p:cNvPr>
          <p:cNvSpPr txBox="1"/>
          <p:nvPr/>
        </p:nvSpPr>
        <p:spPr>
          <a:xfrm>
            <a:off x="1494659" y="-1856"/>
            <a:ext cx="638552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dirty="0"/>
              <a:t>4.1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Mua </a:t>
            </a:r>
            <a:r>
              <a:rPr lang="en-US" err="1"/>
              <a:t>vào</a:t>
            </a:r>
            <a:r>
              <a:rPr lang="en-US"/>
              <a:t> - </a:t>
            </a:r>
            <a:r>
              <a:rPr lang="en-US" err="1"/>
              <a:t>Vảy</a:t>
            </a:r>
            <a:r>
              <a:rPr lang="en-US"/>
              <a:t> (Đại Lộc)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0E0CFC-532E-FE65-1480-308383910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60" y="435784"/>
            <a:ext cx="6912016" cy="2206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CEABF5-ACD8-5887-1C5E-986EFF24F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860" y="2642112"/>
            <a:ext cx="6912015" cy="2206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7596BD-2BE9-A241-4B3D-9EC1864BE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6" name="Picture 5" descr="A green and white sign&#10;&#10;Description automatically generated">
            <a:extLst>
              <a:ext uri="{FF2B5EF4-FFF2-40B4-BE49-F238E27FC236}">
                <a16:creationId xmlns:a16="http://schemas.microsoft.com/office/drawing/2014/main" id="{5105E57F-B689-7A10-96D4-1B0AB50B0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54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56D71-7162-9BC0-6450-C2C91278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F3135C0-7A6E-181B-7C1D-4770A7EA1EFE}"/>
              </a:ext>
            </a:extLst>
          </p:cNvPr>
          <p:cNvSpPr txBox="1"/>
          <p:nvPr/>
        </p:nvSpPr>
        <p:spPr>
          <a:xfrm>
            <a:off x="1494659" y="-1856"/>
            <a:ext cx="638552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dirty="0"/>
              <a:t>4.2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err="1"/>
              <a:t>xuất</a:t>
            </a:r>
            <a:r>
              <a:rPr lang="en-US"/>
              <a:t> - Chai PET</a:t>
            </a:r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FCA6D4-EB0F-9A0B-E1CD-9A2068DA7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446" y="435669"/>
            <a:ext cx="6839108" cy="23561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F75BC0-E900-6F35-5B08-F34AF87D1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445" y="2771899"/>
            <a:ext cx="6839109" cy="21159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722E76-47EF-95DC-71D1-25A607489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6E590110-9A0A-7354-A278-F5ED88814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11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82CC-E4C4-1A67-5BC5-E3000934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AA96B23-F65B-8E85-11C3-44E55AE93CD1}"/>
              </a:ext>
            </a:extLst>
          </p:cNvPr>
          <p:cNvSpPr txBox="1"/>
          <p:nvPr/>
        </p:nvSpPr>
        <p:spPr>
          <a:xfrm>
            <a:off x="1494659" y="-1856"/>
            <a:ext cx="638552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dirty="0"/>
              <a:t>4.2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err="1"/>
              <a:t>xuất</a:t>
            </a:r>
            <a:r>
              <a:rPr lang="en-US"/>
              <a:t> - </a:t>
            </a:r>
            <a:r>
              <a:rPr lang="en-US" u="sng" err="1"/>
              <a:t>Vảy</a:t>
            </a:r>
            <a:r>
              <a:rPr lang="en-US" u="sng"/>
              <a:t> PET, HDPE (Đại Lộc)</a:t>
            </a:r>
            <a:endParaRPr lang="vi-V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2C225-148C-52A3-8392-A9CE3CD4F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13A3EB86-BC66-3C1C-EB99-60BD0AF71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22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B0622-6441-AA4F-4891-CA6883BD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2C29A-ECC6-012F-979B-C839E49A85B5}"/>
              </a:ext>
            </a:extLst>
          </p:cNvPr>
          <p:cNvSpPr txBox="1"/>
          <p:nvPr/>
        </p:nvSpPr>
        <p:spPr>
          <a:xfrm>
            <a:off x="1417833" y="18470"/>
            <a:ext cx="6462351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dirty="0"/>
              <a:t>4.3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Thành </a:t>
            </a:r>
            <a:r>
              <a:rPr lang="en-US" err="1"/>
              <a:t>phẩm</a:t>
            </a:r>
            <a:r>
              <a:rPr lang="en-US"/>
              <a:t> và </a:t>
            </a:r>
            <a:r>
              <a:rPr lang="en-US" dirty="0"/>
              <a:t>Hao </a:t>
            </a:r>
            <a:r>
              <a:rPr lang="en-US" dirty="0" err="1"/>
              <a:t>hụt</a:t>
            </a:r>
            <a:r>
              <a:rPr lang="en-US" dirty="0"/>
              <a:t> SX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/>
              <a:t>chai PET-B0</a:t>
            </a:r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10951-E87E-06FD-C0FB-7649078A8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5" y="980215"/>
            <a:ext cx="4503205" cy="3203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69554D-8515-6FB7-5376-54B3A17AA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036" y="980215"/>
            <a:ext cx="4402223" cy="32036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7971DED-25B8-A595-190D-D4BC9045A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8" name="Picture 7" descr="A green and white sign&#10;&#10;Description automatically generated">
            <a:extLst>
              <a:ext uri="{FF2B5EF4-FFF2-40B4-BE49-F238E27FC236}">
                <a16:creationId xmlns:a16="http://schemas.microsoft.com/office/drawing/2014/main" id="{16D27E34-96C9-DCAA-B8DB-F480D916EC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5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646D-97BD-1985-720D-15820041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07C695-05A2-6702-65E3-E2D60C1AFDE0}"/>
              </a:ext>
            </a:extLst>
          </p:cNvPr>
          <p:cNvSpPr txBox="1"/>
          <p:nvPr/>
        </p:nvSpPr>
        <p:spPr>
          <a:xfrm>
            <a:off x="1654138" y="19341"/>
            <a:ext cx="622604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dirty="0"/>
              <a:t>4.4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/>
              <a:t>Bán ra</a:t>
            </a:r>
            <a:endParaRPr lang="vi-V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EE1781-16FE-0433-9DE6-70D34B120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833" y="456218"/>
            <a:ext cx="6811916" cy="22335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AA1392-B468-E6F0-8EA3-1F889D093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833" y="2680108"/>
            <a:ext cx="6811916" cy="22335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58F061-193C-4C61-51E8-67AA11FFF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3" name="Picture 2" descr="A green and white sign&#10;&#10;Description automatically generated">
            <a:extLst>
              <a:ext uri="{FF2B5EF4-FFF2-40B4-BE49-F238E27FC236}">
                <a16:creationId xmlns:a16="http://schemas.microsoft.com/office/drawing/2014/main" id="{0B535D00-0989-0C3C-3B00-2C247DBFA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33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F9E2-AE5A-AFCB-1766-BB00972F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10AFAA6-C396-4FD8-A94B-870DA1A19B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3309861"/>
              </p:ext>
            </p:extLst>
          </p:nvPr>
        </p:nvGraphicFramePr>
        <p:xfrm>
          <a:off x="945984" y="2699900"/>
          <a:ext cx="6934200" cy="2199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C565F0C-6A6D-4401-BFFA-96808AE5DF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388729"/>
              </p:ext>
            </p:extLst>
          </p:nvPr>
        </p:nvGraphicFramePr>
        <p:xfrm>
          <a:off x="973444" y="473496"/>
          <a:ext cx="6949722" cy="2199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FAA83FF-B4F0-08B5-02C1-5C2A7821CCC3}"/>
              </a:ext>
            </a:extLst>
          </p:cNvPr>
          <p:cNvSpPr txBox="1"/>
          <p:nvPr/>
        </p:nvSpPr>
        <p:spPr>
          <a:xfrm>
            <a:off x="1494659" y="-1856"/>
            <a:ext cx="638552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dirty="0"/>
              <a:t>5)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kho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05CE8-8842-AD8A-FD05-24C853F71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EDF8CE02-4245-A14F-D89C-004645A6F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008E0E-5563-0BE4-8974-2B6B542F025B}"/>
              </a:ext>
            </a:extLst>
          </p:cNvPr>
          <p:cNvCxnSpPr>
            <a:cxnSpLocks/>
          </p:cNvCxnSpPr>
          <p:nvPr/>
        </p:nvCxnSpPr>
        <p:spPr>
          <a:xfrm>
            <a:off x="1494659" y="1057464"/>
            <a:ext cx="6288451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AC9E6D9-0031-8DEF-403F-8F8A319A2EE2}"/>
              </a:ext>
            </a:extLst>
          </p:cNvPr>
          <p:cNvSpPr/>
          <p:nvPr/>
        </p:nvSpPr>
        <p:spPr>
          <a:xfrm>
            <a:off x="1736513" y="599072"/>
            <a:ext cx="1330901" cy="431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tồn NVL </a:t>
            </a:r>
            <a:r>
              <a:rPr lang="en-US"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ngày </a:t>
            </a:r>
            <a:r>
              <a:rPr lang="en-US"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AF766A-7552-97E2-68B0-AF8102D8AA46}"/>
              </a:ext>
            </a:extLst>
          </p:cNvPr>
          <p:cNvCxnSpPr>
            <a:cxnSpLocks/>
          </p:cNvCxnSpPr>
          <p:nvPr/>
        </p:nvCxnSpPr>
        <p:spPr>
          <a:xfrm>
            <a:off x="1436241" y="3262605"/>
            <a:ext cx="6288451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C6874B9-D45B-1520-2004-25AFCF12F117}"/>
              </a:ext>
            </a:extLst>
          </p:cNvPr>
          <p:cNvSpPr/>
          <p:nvPr/>
        </p:nvSpPr>
        <p:spPr>
          <a:xfrm>
            <a:off x="1736513" y="2813661"/>
            <a:ext cx="1330901" cy="431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tồn NVL </a:t>
            </a:r>
            <a:r>
              <a:rPr lang="en-US"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ngày </a:t>
            </a:r>
            <a:r>
              <a:rPr lang="en-US"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DCBEE6-A8E1-9B3D-768B-BDAC2267243A}"/>
              </a:ext>
            </a:extLst>
          </p:cNvPr>
          <p:cNvSpPr/>
          <p:nvPr/>
        </p:nvSpPr>
        <p:spPr>
          <a:xfrm>
            <a:off x="7880184" y="431515"/>
            <a:ext cx="1550636" cy="5152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 lại tồn 10 ngày, 1 ngày </a:t>
            </a:r>
            <a:r>
              <a:rPr lang="en-US"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giờ</a:t>
            </a:r>
          </a:p>
        </p:txBody>
      </p:sp>
    </p:spTree>
    <p:extLst>
      <p:ext uri="{BB962C8B-B14F-4D97-AF65-F5344CB8AC3E}">
        <p14:creationId xmlns:p14="http://schemas.microsoft.com/office/powerpoint/2010/main" val="725357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EB9485-FEE7-46C1-C802-61D95DAE217F}"/>
              </a:ext>
            </a:extLst>
          </p:cNvPr>
          <p:cNvSpPr txBox="1"/>
          <p:nvPr/>
        </p:nvSpPr>
        <p:spPr>
          <a:xfrm>
            <a:off x="1571946" y="19250"/>
            <a:ext cx="6308238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vi-VN" dirty="0"/>
              <a:t> </a:t>
            </a:r>
            <a:r>
              <a:rPr lang="en-US" dirty="0"/>
              <a:t>6</a:t>
            </a:r>
            <a:r>
              <a:rPr lang="en-US"/>
              <a:t>) </a:t>
            </a:r>
            <a:r>
              <a:rPr lang="vi-VN" dirty="0"/>
              <a:t>Kế hoạch hành </a:t>
            </a:r>
            <a:r>
              <a:rPr lang="vi-VN"/>
              <a:t>động:</a:t>
            </a:r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9CBA0-581A-A82D-FBC0-85B837919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7" name="Picture 6" descr="A green and white sign&#10;&#10;Description automatically generated">
            <a:extLst>
              <a:ext uri="{FF2B5EF4-FFF2-40B4-BE49-F238E27FC236}">
                <a16:creationId xmlns:a16="http://schemas.microsoft.com/office/drawing/2014/main" id="{2EAB4404-2E3E-21D6-E055-7479BCC4C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B1398E-D82C-5AD0-FDCC-2AF815AEB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734060"/>
              </p:ext>
            </p:extLst>
          </p:nvPr>
        </p:nvGraphicFramePr>
        <p:xfrm>
          <a:off x="102985" y="613992"/>
          <a:ext cx="8938030" cy="3675125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25790">
                  <a:extLst>
                    <a:ext uri="{9D8B030D-6E8A-4147-A177-3AD203B41FA5}">
                      <a16:colId xmlns:a16="http://schemas.microsoft.com/office/drawing/2014/main" val="1284830113"/>
                    </a:ext>
                  </a:extLst>
                </a:gridCol>
                <a:gridCol w="1561672">
                  <a:extLst>
                    <a:ext uri="{9D8B030D-6E8A-4147-A177-3AD203B41FA5}">
                      <a16:colId xmlns:a16="http://schemas.microsoft.com/office/drawing/2014/main" val="760837784"/>
                    </a:ext>
                  </a:extLst>
                </a:gridCol>
                <a:gridCol w="3298695">
                  <a:extLst>
                    <a:ext uri="{9D8B030D-6E8A-4147-A177-3AD203B41FA5}">
                      <a16:colId xmlns:a16="http://schemas.microsoft.com/office/drawing/2014/main" val="738254301"/>
                    </a:ext>
                  </a:extLst>
                </a:gridCol>
                <a:gridCol w="1944960">
                  <a:extLst>
                    <a:ext uri="{9D8B030D-6E8A-4147-A177-3AD203B41FA5}">
                      <a16:colId xmlns:a16="http://schemas.microsoft.com/office/drawing/2014/main" val="4148372239"/>
                    </a:ext>
                  </a:extLst>
                </a:gridCol>
                <a:gridCol w="1506913">
                  <a:extLst>
                    <a:ext uri="{9D8B030D-6E8A-4147-A177-3AD203B41FA5}">
                      <a16:colId xmlns:a16="http://schemas.microsoft.com/office/drawing/2014/main" val="3451182414"/>
                    </a:ext>
                  </a:extLst>
                </a:gridCol>
              </a:tblGrid>
              <a:tr h="521883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</a:p>
                  </a:txBody>
                  <a:tcPr marL="0" marR="0"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 tiêu</a:t>
                      </a:r>
                    </a:p>
                  </a:txBody>
                  <a:tcPr marL="0" marR="0"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 Động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 thực hiện</a:t>
                      </a:r>
                    </a:p>
                  </a:txBody>
                  <a:tcPr marL="0" marR="0"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 hoàn thành</a:t>
                      </a:r>
                    </a:p>
                  </a:txBody>
                  <a:tcPr marL="0" marR="0" anchor="ctr"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376492"/>
                  </a:ext>
                </a:extLst>
              </a:tr>
              <a:tr h="313131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nội dung, không thay đổi cỡ chư và màu chữ!</a:t>
                      </a:r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52262"/>
                  </a:ext>
                </a:extLst>
              </a:tr>
              <a:tr h="482773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09960"/>
                  </a:ext>
                </a:extLst>
              </a:tr>
              <a:tr h="374785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30168"/>
                  </a:ext>
                </a:extLst>
              </a:tr>
              <a:tr h="374785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358655"/>
                  </a:ext>
                </a:extLst>
              </a:tr>
              <a:tr h="374785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257361"/>
                  </a:ext>
                </a:extLst>
              </a:tr>
              <a:tr h="374785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280492"/>
                  </a:ext>
                </a:extLst>
              </a:tr>
              <a:tr h="653169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27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673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288930-612A-3EF0-5F7E-BF0CDB835682}"/>
              </a:ext>
            </a:extLst>
          </p:cNvPr>
          <p:cNvSpPr txBox="1"/>
          <p:nvPr/>
        </p:nvSpPr>
        <p:spPr>
          <a:xfrm>
            <a:off x="1582220" y="19250"/>
            <a:ext cx="6297964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vi-VN" dirty="0"/>
              <a:t> </a:t>
            </a:r>
            <a:r>
              <a:rPr lang="en-US" dirty="0"/>
              <a:t>7)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,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err="1"/>
              <a:t>hỗ</a:t>
            </a:r>
            <a:r>
              <a:rPr lang="en-US"/>
              <a:t> trợ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4F95E-AF51-4AEE-8B4C-B67360112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7" name="Picture 6" descr="A green and white sign&#10;&#10;Description automatically generated">
            <a:extLst>
              <a:ext uri="{FF2B5EF4-FFF2-40B4-BE49-F238E27FC236}">
                <a16:creationId xmlns:a16="http://schemas.microsoft.com/office/drawing/2014/main" id="{22E7C056-CBC2-2174-CDB8-F09B5152F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2C498F-C046-0904-379F-346E9CDFA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696743"/>
              </p:ext>
            </p:extLst>
          </p:nvPr>
        </p:nvGraphicFramePr>
        <p:xfrm>
          <a:off x="84137" y="475678"/>
          <a:ext cx="9018766" cy="341391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93379">
                  <a:extLst>
                    <a:ext uri="{9D8B030D-6E8A-4147-A177-3AD203B41FA5}">
                      <a16:colId xmlns:a16="http://schemas.microsoft.com/office/drawing/2014/main" val="1284830113"/>
                    </a:ext>
                  </a:extLst>
                </a:gridCol>
                <a:gridCol w="1809549">
                  <a:extLst>
                    <a:ext uri="{9D8B030D-6E8A-4147-A177-3AD203B41FA5}">
                      <a16:colId xmlns:a16="http://schemas.microsoft.com/office/drawing/2014/main" val="760837784"/>
                    </a:ext>
                  </a:extLst>
                </a:gridCol>
                <a:gridCol w="2079057">
                  <a:extLst>
                    <a:ext uri="{9D8B030D-6E8A-4147-A177-3AD203B41FA5}">
                      <a16:colId xmlns:a16="http://schemas.microsoft.com/office/drawing/2014/main" val="2169971334"/>
                    </a:ext>
                  </a:extLst>
                </a:gridCol>
                <a:gridCol w="2099257">
                  <a:extLst>
                    <a:ext uri="{9D8B030D-6E8A-4147-A177-3AD203B41FA5}">
                      <a16:colId xmlns:a16="http://schemas.microsoft.com/office/drawing/2014/main" val="2269053312"/>
                    </a:ext>
                  </a:extLst>
                </a:gridCol>
                <a:gridCol w="2537524">
                  <a:extLst>
                    <a:ext uri="{9D8B030D-6E8A-4147-A177-3AD203B41FA5}">
                      <a16:colId xmlns:a16="http://schemas.microsoft.com/office/drawing/2014/main" val="4009984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 đề xuất</a:t>
                      </a:r>
                      <a:b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b="0" 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(Tên – Chức vụ - Đơn vị)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 dung đề xuất/  Yêu cầu hỗ trợ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Lí do đề xuất</a:t>
                      </a:r>
                      <a:b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(Hiện trạng &amp; Lợi mong đợi)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Phương án thực hiện</a:t>
                      </a:r>
                      <a:b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(Ngân sách; Rủi ro &amp; biện pháp giảm thiểu)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376492"/>
                  </a:ext>
                </a:extLst>
              </a:tr>
              <a:tr h="321097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nội dung, không thay đổi cỡ chư và màu chữ!</a:t>
                      </a:r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52262"/>
                  </a:ext>
                </a:extLst>
              </a:tr>
              <a:tr h="371886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09960"/>
                  </a:ext>
                </a:extLst>
              </a:tr>
              <a:tr h="371886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30168"/>
                  </a:ext>
                </a:extLst>
              </a:tr>
              <a:tr h="371886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496776"/>
                  </a:ext>
                </a:extLst>
              </a:tr>
              <a:tr h="371886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934481"/>
                  </a:ext>
                </a:extLst>
              </a:tr>
              <a:tr h="371886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358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797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5F8D43-FD4A-97D0-38F0-542107C2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9B1255-392F-BBFD-F380-E5CB90E487EE}"/>
              </a:ext>
            </a:extLst>
          </p:cNvPr>
          <p:cNvSpPr txBox="1"/>
          <p:nvPr/>
        </p:nvSpPr>
        <p:spPr>
          <a:xfrm>
            <a:off x="1494661" y="-10274"/>
            <a:ext cx="638552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/>
              <a:t>8.</a:t>
            </a:r>
            <a:r>
              <a:rPr lang="vi-VN"/>
              <a:t> </a:t>
            </a:r>
            <a:r>
              <a:rPr lang="en-US" dirty="0"/>
              <a:t>Chi </a:t>
            </a:r>
            <a:r>
              <a:rPr lang="en-US" err="1"/>
              <a:t>phí</a:t>
            </a:r>
            <a:r>
              <a:rPr lang="en-US"/>
              <a:t> - </a:t>
            </a:r>
            <a:r>
              <a:rPr lang="en-US" u="sng" dirty="0"/>
              <a:t>18 </a:t>
            </a:r>
            <a:r>
              <a:rPr lang="en-US" u="sng" dirty="0" err="1"/>
              <a:t>Khoản</a:t>
            </a:r>
            <a:r>
              <a:rPr lang="en-US" u="sng" dirty="0"/>
              <a:t> </a:t>
            </a:r>
            <a:r>
              <a:rPr lang="en-US" u="sng" err="1"/>
              <a:t>mục</a:t>
            </a:r>
            <a:r>
              <a:rPr lang="en-US" u="sng"/>
              <a:t> phí</a:t>
            </a:r>
            <a:endParaRPr lang="en-US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39B88-6CF8-4184-BC53-4EE107D86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16" y="436786"/>
            <a:ext cx="7005333" cy="4429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8C34F6-A352-A685-6329-1CB5C6290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FAB248A7-B8F5-E387-90AA-1DD72ED97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09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DD57D2-0255-B4AD-022C-A85C4B298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F2240E-5E41-97AE-B4E6-0BA90AFDCB2D}"/>
              </a:ext>
            </a:extLst>
          </p:cNvPr>
          <p:cNvSpPr txBox="1"/>
          <p:nvPr/>
        </p:nvSpPr>
        <p:spPr>
          <a:xfrm>
            <a:off x="1494659" y="0"/>
            <a:ext cx="638552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685800">
              <a:buClr>
                <a:srgbClr val="006736"/>
              </a:buClr>
              <a:defRPr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/>
              <a:t>8</a:t>
            </a:r>
            <a:r>
              <a:rPr lang="vi-VN"/>
              <a:t> </a:t>
            </a:r>
            <a:r>
              <a:rPr lang="en-US" dirty="0"/>
              <a:t>Chi </a:t>
            </a:r>
            <a:r>
              <a:rPr lang="en-US" err="1"/>
              <a:t>phí</a:t>
            </a:r>
            <a:r>
              <a:rPr lang="en-US"/>
              <a:t> - </a:t>
            </a:r>
            <a:r>
              <a:rPr lang="en-US" u="sng" dirty="0"/>
              <a:t>48 </a:t>
            </a:r>
            <a:r>
              <a:rPr lang="en-US" u="sng" dirty="0" err="1"/>
              <a:t>Khoản</a:t>
            </a:r>
            <a:r>
              <a:rPr lang="en-US" u="sng" dirty="0"/>
              <a:t> </a:t>
            </a:r>
            <a:r>
              <a:rPr lang="en-US" u="sng" err="1"/>
              <a:t>mục</a:t>
            </a:r>
            <a:r>
              <a:rPr lang="en-US" u="sng"/>
              <a:t> phí</a:t>
            </a:r>
            <a:endParaRPr lang="en-US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53FC88-A0A1-2F1B-58FA-954D27B50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39" y="393987"/>
            <a:ext cx="6971709" cy="45090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7A5694-FF2B-8951-0F75-353B74323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80BC3A5E-8A50-7809-89E8-76DCC069A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09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CAF6B5-CF77-F3F2-B0B2-60119C87A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5BC5232-9DD7-8F0D-CECD-50B0B1EA24BF}"/>
              </a:ext>
            </a:extLst>
          </p:cNvPr>
          <p:cNvSpPr txBox="1"/>
          <p:nvPr/>
        </p:nvSpPr>
        <p:spPr>
          <a:xfrm>
            <a:off x="1554480" y="19610"/>
            <a:ext cx="6325704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defTabSz="685800">
              <a:buClr>
                <a:srgbClr val="006736"/>
              </a:buClr>
            </a:pPr>
            <a:r>
              <a:rPr lang="en-US"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vi-VN" sz="2000" b="1">
                <a:solidFill>
                  <a:srgbClr val="119303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Chi </a:t>
            </a:r>
            <a:r>
              <a:rPr lang="en-US" sz="2000" b="1" dirty="0" err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phí</a:t>
            </a:r>
            <a:r>
              <a:rPr lang="en-US" sz="2000" b="1" dirty="0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</a:t>
            </a:r>
            <a:r>
              <a:rPr lang="en-US" sz="2000" b="1" u="sng" dirty="0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48 </a:t>
            </a:r>
            <a:r>
              <a:rPr lang="en-US" sz="2000" b="1" u="sng" dirty="0" err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Khoản</a:t>
            </a:r>
            <a:r>
              <a:rPr lang="en-US" sz="2000" b="1" u="sng" dirty="0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u="sng" err="1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mục</a:t>
            </a:r>
            <a:r>
              <a:rPr lang="en-US" sz="2000" b="1" u="sng">
                <a:solidFill>
                  <a:srgbClr val="11930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phí (tiếp theo)</a:t>
            </a:r>
            <a:endParaRPr lang="en-US" sz="2000" b="1" u="sng" dirty="0">
              <a:solidFill>
                <a:srgbClr val="119303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BCA8F9-68B0-D77F-0FCB-D594B6BB0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225" y="458074"/>
            <a:ext cx="6729466" cy="4533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437AC2-64B0-3594-532B-E2CEF5E9F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6" name="Picture 5" descr="A green and white sign&#10;&#10;Description automatically generated">
            <a:extLst>
              <a:ext uri="{FF2B5EF4-FFF2-40B4-BE49-F238E27FC236}">
                <a16:creationId xmlns:a16="http://schemas.microsoft.com/office/drawing/2014/main" id="{655F405A-D381-4036-10B7-153A819FA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34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64;p47">
            <a:extLst>
              <a:ext uri="{FF2B5EF4-FFF2-40B4-BE49-F238E27FC236}">
                <a16:creationId xmlns:a16="http://schemas.microsoft.com/office/drawing/2014/main" id="{A8746D1E-6BF5-4678-BDF6-54834ADDE5D2}"/>
              </a:ext>
            </a:extLst>
          </p:cNvPr>
          <p:cNvSpPr txBox="1">
            <a:spLocks/>
          </p:cNvSpPr>
          <p:nvPr/>
        </p:nvSpPr>
        <p:spPr>
          <a:xfrm>
            <a:off x="1875087" y="2285400"/>
            <a:ext cx="507435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800">
                <a:solidFill>
                  <a:schemeClr val="bg1"/>
                </a:solidFill>
              </a:rPr>
              <a:t>Thank you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7" name="Google Shape;170;p19">
            <a:extLst>
              <a:ext uri="{FF2B5EF4-FFF2-40B4-BE49-F238E27FC236}">
                <a16:creationId xmlns:a16="http://schemas.microsoft.com/office/drawing/2014/main" id="{DB97AC02-F358-4C2D-BB8B-52908F91590A}"/>
              </a:ext>
            </a:extLst>
          </p:cNvPr>
          <p:cNvSpPr txBox="1">
            <a:spLocks/>
          </p:cNvSpPr>
          <p:nvPr/>
        </p:nvSpPr>
        <p:spPr>
          <a:xfrm>
            <a:off x="2981210" y="1504126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>
                <a:solidFill>
                  <a:srgbClr val="0070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3E05C9-56B8-4586-A819-B49F27A2B987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0070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E67B52-CC81-434E-B2A4-97AE3E9EAACD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0070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A86909-5278-4A4F-B3FA-5E61E21B0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793455" y="1593558"/>
            <a:ext cx="798560" cy="6918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3C46C51-E1EE-6918-0A3E-1F5155494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27"/>
            <a:ext cx="1123406" cy="3913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5659F1-1DC9-6E42-D4B3-D09EFD633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494661" cy="431515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D925392E-441C-0F42-25EB-AA1BDAF1F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84" y="44163"/>
            <a:ext cx="1222719" cy="3462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4" ma:contentTypeDescription="Create a new document." ma:contentTypeScope="" ma:versionID="53b42363595196d6ec86acfaf5082e91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34e2b9a236e7c153f7bee726766f873d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A896B81-EF92-4EFB-8870-41FA1C4319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3725D2-D916-4752-918F-1E79ACCC2F37}"/>
</file>

<file path=customXml/itemProps3.xml><?xml version="1.0" encoding="utf-8"?>
<ds:datastoreItem xmlns:ds="http://schemas.openxmlformats.org/officeDocument/2006/customXml" ds:itemID="{6CCFBE0D-0465-4C98-93C0-045A16EC65BD}">
  <ds:schemaRefs>
    <ds:schemaRef ds:uri="1401b2ec-7936-4f98-86ff-5ef737f58b9c"/>
    <ds:schemaRef ds:uri="c4b5fce3-9bbc-4429-8073-3ae7a9bcc67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824</TotalTime>
  <Words>701</Words>
  <Application>Microsoft Office PowerPoint</Application>
  <PresentationFormat>On-screen Show (16:9)</PresentationFormat>
  <Paragraphs>105</Paragraphs>
  <Slides>22</Slides>
  <Notes>21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Arial</vt:lpstr>
      <vt:lpstr>Montserrat</vt:lpstr>
      <vt:lpstr>Muli</vt:lpstr>
      <vt:lpstr>Times New Roman</vt:lpstr>
      <vt:lpstr>Simple Light</vt:lpstr>
      <vt:lpstr>3_Custom Design</vt:lpstr>
      <vt:lpstr>2_Custom Design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Hiếu, Lê Viết Đông</dc:creator>
  <cp:lastModifiedBy>Hoàng, Phạm Đình</cp:lastModifiedBy>
  <cp:revision>1</cp:revision>
  <cp:lastPrinted>2023-07-22T03:04:32Z</cp:lastPrinted>
  <dcterms:modified xsi:type="dcterms:W3CDTF">2025-03-05T11:52:08Z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