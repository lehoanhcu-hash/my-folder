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3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7" r:id="rId14"/>
    <p:sldId id="278" r:id="rId15"/>
    <p:sldId id="272" r:id="rId16"/>
    <p:sldId id="271" r:id="rId17"/>
    <p:sldId id="273" r:id="rId18"/>
    <p:sldId id="274" r:id="rId19"/>
    <p:sldId id="275" r:id="rId20"/>
    <p:sldId id="279" r:id="rId21"/>
    <p:sldId id="281" r:id="rId22"/>
    <p:sldId id="260" r:id="rId23"/>
    <p:sldId id="282" r:id="rId24"/>
    <p:sldId id="256" r:id="rId25"/>
    <p:sldId id="259" r:id="rId26"/>
    <p:sldId id="258" r:id="rId27"/>
    <p:sldId id="25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4B0AF-5648-4054-B670-A96F491F0F01}" v="5" dt="2026-03-28T07:52:04.508"/>
    <p1510:client id="{4FBB36D9-26B7-4359-8F36-3C5595B621DF}" v="37" dt="2026-03-27T16:00:53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custSel addSld delSld modSld sldOrd">
      <pc:chgData name="Cư, Lê Hoành" userId="8040f1d9-fc08-4340-919f-e31835b09669" providerId="ADAL" clId="{E6925CE3-7288-459F-A61A-926B9B87E3D0}" dt="2026-03-28T08:16:25.364" v="423" actId="14100"/>
      <pc:docMkLst>
        <pc:docMk/>
      </pc:docMkLst>
      <pc:sldChg chg="addSp delSp modSp mod">
        <pc:chgData name="Cư, Lê Hoành" userId="8040f1d9-fc08-4340-919f-e31835b09669" providerId="ADAL" clId="{E6925CE3-7288-459F-A61A-926B9B87E3D0}" dt="2026-03-28T07:49:53.309" v="280"/>
        <pc:sldMkLst>
          <pc:docMk/>
          <pc:sldMk cId="1332158012" sldId="256"/>
        </pc:sldMkLst>
        <pc:picChg chg="add del mod">
          <ac:chgData name="Cư, Lê Hoành" userId="8040f1d9-fc08-4340-919f-e31835b09669" providerId="ADAL" clId="{E6925CE3-7288-459F-A61A-926B9B87E3D0}" dt="2026-03-27T15:28:50.213" v="11" actId="478"/>
          <ac:picMkLst>
            <pc:docMk/>
            <pc:sldMk cId="1332158012" sldId="256"/>
            <ac:picMk id="4" creationId="{C87A024C-9E45-CDEA-B7E5-1B73F00BC185}"/>
          </ac:picMkLst>
        </pc:picChg>
        <pc:picChg chg="add">
          <ac:chgData name="Cư, Lê Hoành" userId="8040f1d9-fc08-4340-919f-e31835b09669" providerId="ADAL" clId="{E6925CE3-7288-459F-A61A-926B9B87E3D0}" dt="2026-03-28T07:49:53.309" v="280"/>
          <ac:picMkLst>
            <pc:docMk/>
            <pc:sldMk cId="1332158012" sldId="256"/>
            <ac:picMk id="4" creationId="{D997416D-5805-1721-D254-0D4B7288CFA5}"/>
          </ac:picMkLst>
        </pc:picChg>
        <pc:picChg chg="add del mod">
          <ac:chgData name="Cư, Lê Hoành" userId="8040f1d9-fc08-4340-919f-e31835b09669" providerId="ADAL" clId="{E6925CE3-7288-459F-A61A-926B9B87E3D0}" dt="2026-03-28T07:49:50.142" v="279" actId="478"/>
          <ac:picMkLst>
            <pc:docMk/>
            <pc:sldMk cId="1332158012" sldId="256"/>
            <ac:picMk id="6" creationId="{6F585BD1-56F5-B846-AE25-8FB7543D8E93}"/>
          </ac:picMkLst>
        </pc:picChg>
      </pc:sldChg>
      <pc:sldChg chg="addSp delSp modSp new mod">
        <pc:chgData name="Cư, Lê Hoành" userId="8040f1d9-fc08-4340-919f-e31835b09669" providerId="ADAL" clId="{E6925CE3-7288-459F-A61A-926B9B87E3D0}" dt="2026-03-28T07:50:02.190" v="282" actId="478"/>
        <pc:sldMkLst>
          <pc:docMk/>
          <pc:sldMk cId="2484949261" sldId="257"/>
        </pc:sldMkLst>
        <pc:picChg chg="add del mod">
          <ac:chgData name="Cư, Lê Hoành" userId="8040f1d9-fc08-4340-919f-e31835b09669" providerId="ADAL" clId="{E6925CE3-7288-459F-A61A-926B9B87E3D0}" dt="2026-03-28T07:50:02.190" v="282" actId="478"/>
          <ac:picMkLst>
            <pc:docMk/>
            <pc:sldMk cId="2484949261" sldId="257"/>
            <ac:picMk id="5" creationId="{9F35626F-2145-9E2D-42A4-197ABA4B9E10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7:52:57.132" v="334" actId="1076"/>
        <pc:sldMkLst>
          <pc:docMk/>
          <pc:sldMk cId="3381526983" sldId="258"/>
        </pc:sldMkLst>
        <pc:spChg chg="mod">
          <ac:chgData name="Cư, Lê Hoành" userId="8040f1d9-fc08-4340-919f-e31835b09669" providerId="ADAL" clId="{E6925CE3-7288-459F-A61A-926B9B87E3D0}" dt="2026-03-28T07:52:53.948" v="333" actId="1076"/>
          <ac:spMkLst>
            <pc:docMk/>
            <pc:sldMk cId="3381526983" sldId="258"/>
            <ac:spMk id="2" creationId="{0912553F-C469-1FAC-9CBE-5842075A4736}"/>
          </ac:spMkLst>
        </pc:spChg>
        <pc:spChg chg="mod">
          <ac:chgData name="Cư, Lê Hoành" userId="8040f1d9-fc08-4340-919f-e31835b09669" providerId="ADAL" clId="{E6925CE3-7288-459F-A61A-926B9B87E3D0}" dt="2026-03-28T07:52:57.132" v="334" actId="1076"/>
          <ac:spMkLst>
            <pc:docMk/>
            <pc:sldMk cId="3381526983" sldId="258"/>
            <ac:spMk id="3" creationId="{9647A018-D762-4857-83E3-E73DA229C369}"/>
          </ac:spMkLst>
        </pc:spChg>
        <pc:picChg chg="add del mod">
          <ac:chgData name="Cư, Lê Hoành" userId="8040f1d9-fc08-4340-919f-e31835b09669" providerId="ADAL" clId="{E6925CE3-7288-459F-A61A-926B9B87E3D0}" dt="2026-03-28T07:49:59.406" v="281" actId="478"/>
          <ac:picMkLst>
            <pc:docMk/>
            <pc:sldMk cId="3381526983" sldId="258"/>
            <ac:picMk id="5" creationId="{36C9BC9B-C4BC-0B21-C6E7-3B60B0EF585F}"/>
          </ac:picMkLst>
        </pc:picChg>
        <pc:picChg chg="del">
          <ac:chgData name="Cư, Lê Hoành" userId="8040f1d9-fc08-4340-919f-e31835b09669" providerId="ADAL" clId="{E6925CE3-7288-459F-A61A-926B9B87E3D0}" dt="2026-03-27T15:31:03.885" v="17" actId="478"/>
          <ac:picMkLst>
            <pc:docMk/>
            <pc:sldMk cId="3381526983" sldId="258"/>
            <ac:picMk id="6" creationId="{AEDB2E10-38BC-F54E-686B-CDB0AE33AEAF}"/>
          </ac:picMkLst>
        </pc:picChg>
      </pc:sldChg>
      <pc:sldChg chg="modSp new mod ord">
        <pc:chgData name="Cư, Lê Hoành" userId="8040f1d9-fc08-4340-919f-e31835b09669" providerId="ADAL" clId="{E6925CE3-7288-459F-A61A-926B9B87E3D0}" dt="2026-03-28T07:51:10.216" v="290"/>
        <pc:sldMkLst>
          <pc:docMk/>
          <pc:sldMk cId="1791855611" sldId="259"/>
        </pc:sldMkLst>
        <pc:spChg chg="mod">
          <ac:chgData name="Cư, Lê Hoành" userId="8040f1d9-fc08-4340-919f-e31835b09669" providerId="ADAL" clId="{E6925CE3-7288-459F-A61A-926B9B87E3D0}" dt="2026-03-28T07:50:09.005" v="284" actId="20577"/>
          <ac:spMkLst>
            <pc:docMk/>
            <pc:sldMk cId="1791855611" sldId="259"/>
            <ac:spMk id="2" creationId="{A43A5F6F-4497-B233-765C-D87E0A5B044C}"/>
          </ac:spMkLst>
        </pc:spChg>
        <pc:spChg chg="mod">
          <ac:chgData name="Cư, Lê Hoành" userId="8040f1d9-fc08-4340-919f-e31835b09669" providerId="ADAL" clId="{E6925CE3-7288-459F-A61A-926B9B87E3D0}" dt="2026-03-28T07:51:04.134" v="288" actId="1076"/>
          <ac:spMkLst>
            <pc:docMk/>
            <pc:sldMk cId="1791855611" sldId="259"/>
            <ac:spMk id="3" creationId="{0650BF74-7DFE-EB46-C548-3EDBA46DCEF4}"/>
          </ac:spMkLst>
        </pc:spChg>
      </pc:sldChg>
      <pc:sldChg chg="new ord">
        <pc:chgData name="Cư, Lê Hoành" userId="8040f1d9-fc08-4340-919f-e31835b09669" providerId="ADAL" clId="{E6925CE3-7288-459F-A61A-926B9B87E3D0}" dt="2026-03-27T15:41:59.694" v="74"/>
        <pc:sldMkLst>
          <pc:docMk/>
          <pc:sldMk cId="3785141165" sldId="260"/>
        </pc:sldMkLst>
      </pc:sldChg>
      <pc:sldChg chg="addSp delSp modSp new mod ord">
        <pc:chgData name="Cư, Lê Hoành" userId="8040f1d9-fc08-4340-919f-e31835b09669" providerId="ADAL" clId="{E6925CE3-7288-459F-A61A-926B9B87E3D0}" dt="2026-03-28T08:03:47.543" v="374" actId="14100"/>
        <pc:sldMkLst>
          <pc:docMk/>
          <pc:sldMk cId="2595667436" sldId="261"/>
        </pc:sldMkLst>
        <pc:picChg chg="add del mod">
          <ac:chgData name="Cư, Lê Hoành" userId="8040f1d9-fc08-4340-919f-e31835b09669" providerId="ADAL" clId="{E6925CE3-7288-459F-A61A-926B9B87E3D0}" dt="2026-03-28T08:01:05.287" v="352" actId="478"/>
          <ac:picMkLst>
            <pc:docMk/>
            <pc:sldMk cId="2595667436" sldId="261"/>
            <ac:picMk id="5" creationId="{BD0A5DA2-3D51-6A8A-AE00-E230022CFB97}"/>
          </ac:picMkLst>
        </pc:picChg>
        <pc:picChg chg="add mod">
          <ac:chgData name="Cư, Lê Hoành" userId="8040f1d9-fc08-4340-919f-e31835b09669" providerId="ADAL" clId="{E6925CE3-7288-459F-A61A-926B9B87E3D0}" dt="2026-03-28T08:03:47.543" v="374" actId="14100"/>
          <ac:picMkLst>
            <pc:docMk/>
            <pc:sldMk cId="2595667436" sldId="261"/>
            <ac:picMk id="6" creationId="{FFDBFF32-4369-9A25-517D-45D3A72F48C4}"/>
          </ac:picMkLst>
        </pc:picChg>
      </pc:sldChg>
      <pc:sldChg chg="addSp delSp modSp new mod ord">
        <pc:chgData name="Cư, Lê Hoành" userId="8040f1d9-fc08-4340-919f-e31835b09669" providerId="ADAL" clId="{E6925CE3-7288-459F-A61A-926B9B87E3D0}" dt="2026-03-28T08:03:13.209" v="371" actId="14100"/>
        <pc:sldMkLst>
          <pc:docMk/>
          <pc:sldMk cId="2178069107" sldId="262"/>
        </pc:sldMkLst>
        <pc:spChg chg="mod">
          <ac:chgData name="Cư, Lê Hoành" userId="8040f1d9-fc08-4340-919f-e31835b09669" providerId="ADAL" clId="{E6925CE3-7288-459F-A61A-926B9B87E3D0}" dt="2026-03-28T08:01:27.463" v="362" actId="20577"/>
          <ac:spMkLst>
            <pc:docMk/>
            <pc:sldMk cId="2178069107" sldId="262"/>
            <ac:spMk id="2" creationId="{14B04E07-D642-EE17-9839-529FF5FB4C3B}"/>
          </ac:spMkLst>
        </pc:spChg>
        <pc:spChg chg="mod">
          <ac:chgData name="Cư, Lê Hoành" userId="8040f1d9-fc08-4340-919f-e31835b09669" providerId="ADAL" clId="{E6925CE3-7288-459F-A61A-926B9B87E3D0}" dt="2026-03-27T15:46:17.485" v="151" actId="14100"/>
          <ac:spMkLst>
            <pc:docMk/>
            <pc:sldMk cId="2178069107" sldId="262"/>
            <ac:spMk id="3" creationId="{ECE45F08-3A2E-B8DA-2EEF-CF9D005A8EAF}"/>
          </ac:spMkLst>
        </pc:spChg>
        <pc:picChg chg="add del mod modCrop">
          <ac:chgData name="Cư, Lê Hoành" userId="8040f1d9-fc08-4340-919f-e31835b09669" providerId="ADAL" clId="{E6925CE3-7288-459F-A61A-926B9B87E3D0}" dt="2026-03-28T08:01:22.367" v="361" actId="478"/>
          <ac:picMkLst>
            <pc:docMk/>
            <pc:sldMk cId="2178069107" sldId="262"/>
            <ac:picMk id="5" creationId="{88E72C33-5A0B-D89C-B3EB-0ED5BC6A8050}"/>
          </ac:picMkLst>
        </pc:picChg>
        <pc:picChg chg="add mod">
          <ac:chgData name="Cư, Lê Hoành" userId="8040f1d9-fc08-4340-919f-e31835b09669" providerId="ADAL" clId="{E6925CE3-7288-459F-A61A-926B9B87E3D0}" dt="2026-03-28T08:03:13.209" v="371" actId="14100"/>
          <ac:picMkLst>
            <pc:docMk/>
            <pc:sldMk cId="2178069107" sldId="262"/>
            <ac:picMk id="6" creationId="{673FF0D0-92C0-6547-5450-63BC665D055A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20.635" v="377" actId="14100"/>
        <pc:sldMkLst>
          <pc:docMk/>
          <pc:sldMk cId="937292570" sldId="263"/>
        </pc:sldMkLst>
        <pc:picChg chg="add del mod">
          <ac:chgData name="Cư, Lê Hoành" userId="8040f1d9-fc08-4340-919f-e31835b09669" providerId="ADAL" clId="{E6925CE3-7288-459F-A61A-926B9B87E3D0}" dt="2026-03-28T08:01:02.705" v="351" actId="478"/>
          <ac:picMkLst>
            <pc:docMk/>
            <pc:sldMk cId="937292570" sldId="263"/>
            <ac:picMk id="5" creationId="{720B7872-C2C8-DEE7-0C48-8BBB8CDDE0EB}"/>
          </ac:picMkLst>
        </pc:picChg>
        <pc:picChg chg="add mod">
          <ac:chgData name="Cư, Lê Hoành" userId="8040f1d9-fc08-4340-919f-e31835b09669" providerId="ADAL" clId="{E6925CE3-7288-459F-A61A-926B9B87E3D0}" dt="2026-03-28T08:04:20.635" v="377" actId="14100"/>
          <ac:picMkLst>
            <pc:docMk/>
            <pc:sldMk cId="937292570" sldId="263"/>
            <ac:picMk id="6" creationId="{1E798951-E2ED-E90C-8EE4-92092C726DAC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51.581" v="380" actId="14100"/>
        <pc:sldMkLst>
          <pc:docMk/>
          <pc:sldMk cId="705115844" sldId="264"/>
        </pc:sldMkLst>
        <pc:picChg chg="add del">
          <ac:chgData name="Cư, Lê Hoành" userId="8040f1d9-fc08-4340-919f-e31835b09669" providerId="ADAL" clId="{E6925CE3-7288-459F-A61A-926B9B87E3D0}" dt="2026-03-28T08:01:00.206" v="350" actId="478"/>
          <ac:picMkLst>
            <pc:docMk/>
            <pc:sldMk cId="705115844" sldId="264"/>
            <ac:picMk id="5" creationId="{67C5D804-C774-E315-9CAF-99D3B3360535}"/>
          </ac:picMkLst>
        </pc:picChg>
        <pc:picChg chg="add mod">
          <ac:chgData name="Cư, Lê Hoành" userId="8040f1d9-fc08-4340-919f-e31835b09669" providerId="ADAL" clId="{E6925CE3-7288-459F-A61A-926B9B87E3D0}" dt="2026-03-28T08:04:51.581" v="380" actId="14100"/>
          <ac:picMkLst>
            <pc:docMk/>
            <pc:sldMk cId="705115844" sldId="264"/>
            <ac:picMk id="6" creationId="{F7EA3095-A0CB-A751-EFC8-67250135541B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5:56.878" v="383" actId="14100"/>
        <pc:sldMkLst>
          <pc:docMk/>
          <pc:sldMk cId="2763597222" sldId="265"/>
        </pc:sldMkLst>
        <pc:picChg chg="add del mod">
          <ac:chgData name="Cư, Lê Hoành" userId="8040f1d9-fc08-4340-919f-e31835b09669" providerId="ADAL" clId="{E6925CE3-7288-459F-A61A-926B9B87E3D0}" dt="2026-03-28T08:00:55.793" v="349" actId="478"/>
          <ac:picMkLst>
            <pc:docMk/>
            <pc:sldMk cId="2763597222" sldId="265"/>
            <ac:picMk id="5" creationId="{37E150DF-DCCD-2C68-B3DF-784056003DBE}"/>
          </ac:picMkLst>
        </pc:picChg>
        <pc:picChg chg="add mod">
          <ac:chgData name="Cư, Lê Hoành" userId="8040f1d9-fc08-4340-919f-e31835b09669" providerId="ADAL" clId="{E6925CE3-7288-459F-A61A-926B9B87E3D0}" dt="2026-03-28T08:05:56.878" v="383" actId="14100"/>
          <ac:picMkLst>
            <pc:docMk/>
            <pc:sldMk cId="2763597222" sldId="265"/>
            <ac:picMk id="6" creationId="{0010102C-4DD9-28AA-A198-99C3EBBB75D4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6:30.001" v="386" actId="14100"/>
        <pc:sldMkLst>
          <pc:docMk/>
          <pc:sldMk cId="1091253433" sldId="266"/>
        </pc:sldMkLst>
        <pc:picChg chg="add del mod">
          <ac:chgData name="Cư, Lê Hoành" userId="8040f1d9-fc08-4340-919f-e31835b09669" providerId="ADAL" clId="{E6925CE3-7288-459F-A61A-926B9B87E3D0}" dt="2026-03-28T08:00:53.217" v="348" actId="478"/>
          <ac:picMkLst>
            <pc:docMk/>
            <pc:sldMk cId="1091253433" sldId="266"/>
            <ac:picMk id="5" creationId="{CA807491-A347-B634-68FF-91567B24AEDD}"/>
          </ac:picMkLst>
        </pc:picChg>
        <pc:picChg chg="add mod">
          <ac:chgData name="Cư, Lê Hoành" userId="8040f1d9-fc08-4340-919f-e31835b09669" providerId="ADAL" clId="{E6925CE3-7288-459F-A61A-926B9B87E3D0}" dt="2026-03-28T08:06:30.001" v="386" actId="14100"/>
          <ac:picMkLst>
            <pc:docMk/>
            <pc:sldMk cId="1091253433" sldId="266"/>
            <ac:picMk id="6" creationId="{4AA92B7A-2147-9ACD-C354-9CB1BB9B0258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8:30.772" v="389" actId="14100"/>
        <pc:sldMkLst>
          <pc:docMk/>
          <pc:sldMk cId="440011101" sldId="267"/>
        </pc:sldMkLst>
        <pc:picChg chg="add del mod">
          <ac:chgData name="Cư, Lê Hoành" userId="8040f1d9-fc08-4340-919f-e31835b09669" providerId="ADAL" clId="{E6925CE3-7288-459F-A61A-926B9B87E3D0}" dt="2026-03-28T08:00:50.049" v="347" actId="478"/>
          <ac:picMkLst>
            <pc:docMk/>
            <pc:sldMk cId="440011101" sldId="267"/>
            <ac:picMk id="5" creationId="{DEC2A8BD-441E-EDD1-338A-680A4B93AAFA}"/>
          </ac:picMkLst>
        </pc:picChg>
        <pc:picChg chg="add mod">
          <ac:chgData name="Cư, Lê Hoành" userId="8040f1d9-fc08-4340-919f-e31835b09669" providerId="ADAL" clId="{E6925CE3-7288-459F-A61A-926B9B87E3D0}" dt="2026-03-28T08:08:30.772" v="389" actId="14100"/>
          <ac:picMkLst>
            <pc:docMk/>
            <pc:sldMk cId="440011101" sldId="267"/>
            <ac:picMk id="6" creationId="{A57832DC-12CB-566A-1275-AA0C91AA4293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04.069" v="392" actId="14100"/>
        <pc:sldMkLst>
          <pc:docMk/>
          <pc:sldMk cId="2836577462" sldId="268"/>
        </pc:sldMkLst>
        <pc:picChg chg="add del mod">
          <ac:chgData name="Cư, Lê Hoành" userId="8040f1d9-fc08-4340-919f-e31835b09669" providerId="ADAL" clId="{E6925CE3-7288-459F-A61A-926B9B87E3D0}" dt="2026-03-28T08:00:47.251" v="346" actId="478"/>
          <ac:picMkLst>
            <pc:docMk/>
            <pc:sldMk cId="2836577462" sldId="268"/>
            <ac:picMk id="5" creationId="{B5F011C4-0D1F-C321-683F-AEF61B6262BE}"/>
          </ac:picMkLst>
        </pc:picChg>
        <pc:picChg chg="add mod">
          <ac:chgData name="Cư, Lê Hoành" userId="8040f1d9-fc08-4340-919f-e31835b09669" providerId="ADAL" clId="{E6925CE3-7288-459F-A61A-926B9B87E3D0}" dt="2026-03-28T08:09:04.069" v="392" actId="14100"/>
          <ac:picMkLst>
            <pc:docMk/>
            <pc:sldMk cId="2836577462" sldId="268"/>
            <ac:picMk id="6" creationId="{D98B9D6E-B1BC-660F-CE56-0E9883404096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32.235" v="395" actId="14100"/>
        <pc:sldMkLst>
          <pc:docMk/>
          <pc:sldMk cId="4259700254" sldId="269"/>
        </pc:sldMkLst>
        <pc:picChg chg="del">
          <ac:chgData name="Cư, Lê Hoành" userId="8040f1d9-fc08-4340-919f-e31835b09669" providerId="ADAL" clId="{E6925CE3-7288-459F-A61A-926B9B87E3D0}" dt="2026-03-27T15:51:42.312" v="194" actId="478"/>
          <ac:picMkLst>
            <pc:docMk/>
            <pc:sldMk cId="4259700254" sldId="269"/>
            <ac:picMk id="5" creationId="{1A51FA55-3853-E963-9B0B-5BB935BF4D84}"/>
          </ac:picMkLst>
        </pc:picChg>
        <pc:picChg chg="add mod">
          <ac:chgData name="Cư, Lê Hoành" userId="8040f1d9-fc08-4340-919f-e31835b09669" providerId="ADAL" clId="{E6925CE3-7288-459F-A61A-926B9B87E3D0}" dt="2026-03-28T08:09:32.235" v="395" actId="14100"/>
          <ac:picMkLst>
            <pc:docMk/>
            <pc:sldMk cId="4259700254" sldId="269"/>
            <ac:picMk id="5" creationId="{A3A1AC8A-7C3C-851B-DB02-28EECF9E85C1}"/>
          </ac:picMkLst>
        </pc:picChg>
        <pc:picChg chg="add del">
          <ac:chgData name="Cư, Lê Hoành" userId="8040f1d9-fc08-4340-919f-e31835b09669" providerId="ADAL" clId="{E6925CE3-7288-459F-A61A-926B9B87E3D0}" dt="2026-03-28T08:00:41.023" v="345" actId="478"/>
          <ac:picMkLst>
            <pc:docMk/>
            <pc:sldMk cId="4259700254" sldId="269"/>
            <ac:picMk id="6" creationId="{20FC1D88-0665-8C81-4C68-46927C942D85}"/>
          </ac:picMkLst>
        </pc:picChg>
      </pc:sldChg>
      <pc:sldChg chg="add del">
        <pc:chgData name="Cư, Lê Hoành" userId="8040f1d9-fc08-4340-919f-e31835b09669" providerId="ADAL" clId="{E6925CE3-7288-459F-A61A-926B9B87E3D0}" dt="2026-03-27T15:51:51.871" v="204"/>
        <pc:sldMkLst>
          <pc:docMk/>
          <pc:sldMk cId="2056874808" sldId="270"/>
        </pc:sldMkLst>
      </pc:sldChg>
      <pc:sldChg chg="addSp delSp modSp add mod">
        <pc:chgData name="Cư, Lê Hoành" userId="8040f1d9-fc08-4340-919f-e31835b09669" providerId="ADAL" clId="{E6925CE3-7288-459F-A61A-926B9B87E3D0}" dt="2026-03-28T08:09:59.721" v="398" actId="14100"/>
        <pc:sldMkLst>
          <pc:docMk/>
          <pc:sldMk cId="4151121620" sldId="270"/>
        </pc:sldMkLst>
        <pc:picChg chg="add del">
          <ac:chgData name="Cư, Lê Hoành" userId="8040f1d9-fc08-4340-919f-e31835b09669" providerId="ADAL" clId="{E6925CE3-7288-459F-A61A-926B9B87E3D0}" dt="2026-03-28T08:00:36.790" v="344" actId="478"/>
          <ac:picMkLst>
            <pc:docMk/>
            <pc:sldMk cId="4151121620" sldId="270"/>
            <ac:picMk id="5" creationId="{F46B1030-1478-D72E-B927-487AFAC09AB0}"/>
          </ac:picMkLst>
        </pc:picChg>
        <pc:picChg chg="add mod">
          <ac:chgData name="Cư, Lê Hoành" userId="8040f1d9-fc08-4340-919f-e31835b09669" providerId="ADAL" clId="{E6925CE3-7288-459F-A61A-926B9B87E3D0}" dt="2026-03-28T08:09:59.721" v="398" actId="14100"/>
          <ac:picMkLst>
            <pc:docMk/>
            <pc:sldMk cId="4151121620" sldId="270"/>
            <ac:picMk id="6" creationId="{FAFB877B-C417-EC6F-6540-3D6E1C7BFC27}"/>
          </ac:picMkLst>
        </pc:picChg>
      </pc:sldChg>
      <pc:sldChg chg="add del">
        <pc:chgData name="Cư, Lê Hoành" userId="8040f1d9-fc08-4340-919f-e31835b09669" providerId="ADAL" clId="{E6925CE3-7288-459F-A61A-926B9B87E3D0}" dt="2026-03-27T15:51:51.184" v="203"/>
        <pc:sldMkLst>
          <pc:docMk/>
          <pc:sldMk cId="115072490" sldId="271"/>
        </pc:sldMkLst>
      </pc:sldChg>
      <pc:sldChg chg="addSp delSp modSp add mod">
        <pc:chgData name="Cư, Lê Hoành" userId="8040f1d9-fc08-4340-919f-e31835b09669" providerId="ADAL" clId="{E6925CE3-7288-459F-A61A-926B9B87E3D0}" dt="2026-03-28T08:16:25.364" v="423" actId="14100"/>
        <pc:sldMkLst>
          <pc:docMk/>
          <pc:sldMk cId="3954720226" sldId="271"/>
        </pc:sldMkLst>
        <pc:picChg chg="add del">
          <ac:chgData name="Cư, Lê Hoành" userId="8040f1d9-fc08-4340-919f-e31835b09669" providerId="ADAL" clId="{E6925CE3-7288-459F-A61A-926B9B87E3D0}" dt="2026-03-28T08:00:26.174" v="340" actId="478"/>
          <ac:picMkLst>
            <pc:docMk/>
            <pc:sldMk cId="3954720226" sldId="271"/>
            <ac:picMk id="5" creationId="{2985D704-C580-4F79-F28A-9A8B993D551E}"/>
          </ac:picMkLst>
        </pc:picChg>
        <pc:picChg chg="add del mod">
          <ac:chgData name="Cư, Lê Hoành" userId="8040f1d9-fc08-4340-919f-e31835b09669" providerId="ADAL" clId="{E6925CE3-7288-459F-A61A-926B9B87E3D0}" dt="2026-03-28T08:16:12.878" v="419" actId="478"/>
          <ac:picMkLst>
            <pc:docMk/>
            <pc:sldMk cId="3954720226" sldId="271"/>
            <ac:picMk id="6" creationId="{4672F5C7-B5B5-3BE1-964A-237BB2331814}"/>
          </ac:picMkLst>
        </pc:picChg>
        <pc:picChg chg="add mod">
          <ac:chgData name="Cư, Lê Hoành" userId="8040f1d9-fc08-4340-919f-e31835b09669" providerId="ADAL" clId="{E6925CE3-7288-459F-A61A-926B9B87E3D0}" dt="2026-03-28T08:16:25.364" v="423" actId="14100"/>
          <ac:picMkLst>
            <pc:docMk/>
            <pc:sldMk cId="3954720226" sldId="271"/>
            <ac:picMk id="8" creationId="{9BE57B98-C792-EA51-6104-4A5CC1F0238B}"/>
          </ac:picMkLst>
        </pc:picChg>
      </pc:sldChg>
      <pc:sldChg chg="add del">
        <pc:chgData name="Cư, Lê Hoành" userId="8040f1d9-fc08-4340-919f-e31835b09669" providerId="ADAL" clId="{E6925CE3-7288-459F-A61A-926B9B87E3D0}" dt="2026-03-27T15:51:50.538" v="202"/>
        <pc:sldMkLst>
          <pc:docMk/>
          <pc:sldMk cId="1246924377" sldId="272"/>
        </pc:sldMkLst>
      </pc:sldChg>
      <pc:sldChg chg="addSp delSp modSp add mod ord">
        <pc:chgData name="Cư, Lê Hoành" userId="8040f1d9-fc08-4340-919f-e31835b09669" providerId="ADAL" clId="{E6925CE3-7288-459F-A61A-926B9B87E3D0}" dt="2026-03-28T08:11:40.125" v="407" actId="14100"/>
        <pc:sldMkLst>
          <pc:docMk/>
          <pc:sldMk cId="1982465295" sldId="272"/>
        </pc:sldMkLst>
        <pc:picChg chg="add del">
          <ac:chgData name="Cư, Lê Hoành" userId="8040f1d9-fc08-4340-919f-e31835b09669" providerId="ADAL" clId="{E6925CE3-7288-459F-A61A-926B9B87E3D0}" dt="2026-03-28T08:00:28.674" v="341" actId="478"/>
          <ac:picMkLst>
            <pc:docMk/>
            <pc:sldMk cId="1982465295" sldId="272"/>
            <ac:picMk id="5" creationId="{F2E1EDC6-11E6-77CD-0071-DD968A7D0540}"/>
          </ac:picMkLst>
        </pc:picChg>
        <pc:picChg chg="add mod">
          <ac:chgData name="Cư, Lê Hoành" userId="8040f1d9-fc08-4340-919f-e31835b09669" providerId="ADAL" clId="{E6925CE3-7288-459F-A61A-926B9B87E3D0}" dt="2026-03-28T08:11:40.125" v="407" actId="14100"/>
          <ac:picMkLst>
            <pc:docMk/>
            <pc:sldMk cId="1982465295" sldId="272"/>
            <ac:picMk id="6" creationId="{1613F39D-1345-DCE3-EDA7-D15EDC0D697F}"/>
          </ac:picMkLst>
        </pc:picChg>
      </pc:sldChg>
      <pc:sldChg chg="add del">
        <pc:chgData name="Cư, Lê Hoành" userId="8040f1d9-fc08-4340-919f-e31835b09669" providerId="ADAL" clId="{E6925CE3-7288-459F-A61A-926B9B87E3D0}" dt="2026-03-27T15:51:49.867" v="201"/>
        <pc:sldMkLst>
          <pc:docMk/>
          <pc:sldMk cId="395496337" sldId="273"/>
        </pc:sldMkLst>
      </pc:sldChg>
      <pc:sldChg chg="addSp delSp add mod">
        <pc:chgData name="Cư, Lê Hoành" userId="8040f1d9-fc08-4340-919f-e31835b09669" providerId="ADAL" clId="{E6925CE3-7288-459F-A61A-926B9B87E3D0}" dt="2026-03-28T08:00:23.150" v="339" actId="478"/>
        <pc:sldMkLst>
          <pc:docMk/>
          <pc:sldMk cId="2072348857" sldId="273"/>
        </pc:sldMkLst>
        <pc:picChg chg="add del">
          <ac:chgData name="Cư, Lê Hoành" userId="8040f1d9-fc08-4340-919f-e31835b09669" providerId="ADAL" clId="{E6925CE3-7288-459F-A61A-926B9B87E3D0}" dt="2026-03-28T08:00:23.150" v="339" actId="478"/>
          <ac:picMkLst>
            <pc:docMk/>
            <pc:sldMk cId="2072348857" sldId="273"/>
            <ac:picMk id="5" creationId="{9944EE23-6416-A2DE-F4D1-8386E0B716FF}"/>
          </ac:picMkLst>
        </pc:picChg>
      </pc:sldChg>
      <pc:sldChg chg="add del">
        <pc:chgData name="Cư, Lê Hoành" userId="8040f1d9-fc08-4340-919f-e31835b09669" providerId="ADAL" clId="{E6925CE3-7288-459F-A61A-926B9B87E3D0}" dt="2026-03-27T15:51:48.892" v="200"/>
        <pc:sldMkLst>
          <pc:docMk/>
          <pc:sldMk cId="1795625048" sldId="274"/>
        </pc:sldMkLst>
      </pc:sldChg>
      <pc:sldChg chg="addSp delSp add mod">
        <pc:chgData name="Cư, Lê Hoành" userId="8040f1d9-fc08-4340-919f-e31835b09669" providerId="ADAL" clId="{E6925CE3-7288-459F-A61A-926B9B87E3D0}" dt="2026-03-28T08:00:20.102" v="338" actId="478"/>
        <pc:sldMkLst>
          <pc:docMk/>
          <pc:sldMk cId="2095534593" sldId="274"/>
        </pc:sldMkLst>
        <pc:picChg chg="add del">
          <ac:chgData name="Cư, Lê Hoành" userId="8040f1d9-fc08-4340-919f-e31835b09669" providerId="ADAL" clId="{E6925CE3-7288-459F-A61A-926B9B87E3D0}" dt="2026-03-28T08:00:20.102" v="338" actId="478"/>
          <ac:picMkLst>
            <pc:docMk/>
            <pc:sldMk cId="2095534593" sldId="274"/>
            <ac:picMk id="5" creationId="{568A19D3-D868-E226-0988-7B1157AD688B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0:17.511" v="337" actId="478"/>
        <pc:sldMkLst>
          <pc:docMk/>
          <pc:sldMk cId="3743665373" sldId="275"/>
        </pc:sldMkLst>
        <pc:picChg chg="add del mod">
          <ac:chgData name="Cư, Lê Hoành" userId="8040f1d9-fc08-4340-919f-e31835b09669" providerId="ADAL" clId="{E6925CE3-7288-459F-A61A-926B9B87E3D0}" dt="2026-03-28T08:00:17.511" v="337" actId="478"/>
          <ac:picMkLst>
            <pc:docMk/>
            <pc:sldMk cId="3743665373" sldId="275"/>
            <ac:picMk id="5" creationId="{0FD99792-5306-2C81-2F93-2B33206C9734}"/>
          </ac:picMkLst>
        </pc:picChg>
      </pc:sldChg>
      <pc:sldChg chg="addSp modSp add del mod">
        <pc:chgData name="Cư, Lê Hoành" userId="8040f1d9-fc08-4340-919f-e31835b09669" providerId="ADAL" clId="{E6925CE3-7288-459F-A61A-926B9B87E3D0}" dt="2026-03-28T08:00:14.759" v="336" actId="47"/>
        <pc:sldMkLst>
          <pc:docMk/>
          <pc:sldMk cId="550149988" sldId="276"/>
        </pc:sldMkLst>
        <pc:picChg chg="add mod">
          <ac:chgData name="Cư, Lê Hoành" userId="8040f1d9-fc08-4340-919f-e31835b09669" providerId="ADAL" clId="{E6925CE3-7288-459F-A61A-926B9B87E3D0}" dt="2026-03-27T16:02:03.294" v="256" actId="1076"/>
          <ac:picMkLst>
            <pc:docMk/>
            <pc:sldMk cId="550149988" sldId="276"/>
            <ac:picMk id="5" creationId="{E0E3F22D-25D9-3A8D-0B25-17C7D9217515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0:30.764" v="401" actId="14100"/>
        <pc:sldMkLst>
          <pc:docMk/>
          <pc:sldMk cId="2342016393" sldId="277"/>
        </pc:sldMkLst>
        <pc:picChg chg="add del">
          <ac:chgData name="Cư, Lê Hoành" userId="8040f1d9-fc08-4340-919f-e31835b09669" providerId="ADAL" clId="{E6925CE3-7288-459F-A61A-926B9B87E3D0}" dt="2026-03-28T08:00:34.022" v="343" actId="478"/>
          <ac:picMkLst>
            <pc:docMk/>
            <pc:sldMk cId="2342016393" sldId="277"/>
            <ac:picMk id="5" creationId="{45D9FBA8-D59A-0196-82F8-B97A2D75B7DB}"/>
          </ac:picMkLst>
        </pc:picChg>
        <pc:picChg chg="add mod">
          <ac:chgData name="Cư, Lê Hoành" userId="8040f1d9-fc08-4340-919f-e31835b09669" providerId="ADAL" clId="{E6925CE3-7288-459F-A61A-926B9B87E3D0}" dt="2026-03-28T08:10:30.764" v="401" actId="14100"/>
          <ac:picMkLst>
            <pc:docMk/>
            <pc:sldMk cId="2342016393" sldId="277"/>
            <ac:picMk id="6" creationId="{C0B77BF2-B37B-0307-E73E-2FF3F734ABFF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1:07.271" v="404" actId="14100"/>
        <pc:sldMkLst>
          <pc:docMk/>
          <pc:sldMk cId="988387336" sldId="278"/>
        </pc:sldMkLst>
        <pc:picChg chg="add del">
          <ac:chgData name="Cư, Lê Hoành" userId="8040f1d9-fc08-4340-919f-e31835b09669" providerId="ADAL" clId="{E6925CE3-7288-459F-A61A-926B9B87E3D0}" dt="2026-03-28T08:00:31.218" v="342" actId="478"/>
          <ac:picMkLst>
            <pc:docMk/>
            <pc:sldMk cId="988387336" sldId="278"/>
            <ac:picMk id="5" creationId="{F6BC6521-3E51-135E-C73F-929834BF3FAE}"/>
          </ac:picMkLst>
        </pc:picChg>
        <pc:picChg chg="add mod">
          <ac:chgData name="Cư, Lê Hoành" userId="8040f1d9-fc08-4340-919f-e31835b09669" providerId="ADAL" clId="{E6925CE3-7288-459F-A61A-926B9B87E3D0}" dt="2026-03-28T08:11:07.271" v="404" actId="14100"/>
          <ac:picMkLst>
            <pc:docMk/>
            <pc:sldMk cId="988387336" sldId="278"/>
            <ac:picMk id="6" creationId="{9A5373E8-4488-DF98-688B-082AD62B56F9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0:11.604" v="335" actId="478"/>
        <pc:sldMkLst>
          <pc:docMk/>
          <pc:sldMk cId="3014262360" sldId="279"/>
        </pc:sldMkLst>
        <pc:picChg chg="del">
          <ac:chgData name="Cư, Lê Hoành" userId="8040f1d9-fc08-4340-919f-e31835b09669" providerId="ADAL" clId="{E6925CE3-7288-459F-A61A-926B9B87E3D0}" dt="2026-03-27T15:58:03.042" v="227" actId="478"/>
          <ac:picMkLst>
            <pc:docMk/>
            <pc:sldMk cId="3014262360" sldId="279"/>
            <ac:picMk id="5" creationId="{D5394FBF-E902-757E-D9DE-3C54C56836AD}"/>
          </ac:picMkLst>
        </pc:picChg>
        <pc:picChg chg="add del mod">
          <ac:chgData name="Cư, Lê Hoành" userId="8040f1d9-fc08-4340-919f-e31835b09669" providerId="ADAL" clId="{E6925CE3-7288-459F-A61A-926B9B87E3D0}" dt="2026-03-28T08:00:11.604" v="335" actId="478"/>
          <ac:picMkLst>
            <pc:docMk/>
            <pc:sldMk cId="3014262360" sldId="279"/>
            <ac:picMk id="6" creationId="{2DB4C530-212E-CE41-B790-BCF371E4BE15}"/>
          </ac:picMkLst>
        </pc:picChg>
      </pc:sldChg>
      <pc:sldChg chg="addSp modSp add mod ord">
        <pc:chgData name="Cư, Lê Hoành" userId="8040f1d9-fc08-4340-919f-e31835b09669" providerId="ADAL" clId="{E6925CE3-7288-459F-A61A-926B9B87E3D0}" dt="2026-03-28T08:13:09.477" v="411" actId="113"/>
        <pc:sldMkLst>
          <pc:docMk/>
          <pc:sldMk cId="1030800159" sldId="280"/>
        </pc:sldMkLst>
        <pc:spChg chg="mod">
          <ac:chgData name="Cư, Lê Hoành" userId="8040f1d9-fc08-4340-919f-e31835b09669" providerId="ADAL" clId="{E6925CE3-7288-459F-A61A-926B9B87E3D0}" dt="2026-03-28T08:13:09.477" v="411" actId="113"/>
          <ac:spMkLst>
            <pc:docMk/>
            <pc:sldMk cId="1030800159" sldId="280"/>
            <ac:spMk id="2" creationId="{F07C064B-A81E-7204-C4B4-089C76B5891C}"/>
          </ac:spMkLst>
        </pc:spChg>
        <pc:spChg chg="mod">
          <ac:chgData name="Cư, Lê Hoành" userId="8040f1d9-fc08-4340-919f-e31835b09669" providerId="ADAL" clId="{E6925CE3-7288-459F-A61A-926B9B87E3D0}" dt="2026-03-28T07:49:23.146" v="277" actId="20577"/>
          <ac:spMkLst>
            <pc:docMk/>
            <pc:sldMk cId="1030800159" sldId="280"/>
            <ac:spMk id="3" creationId="{C0DF52DA-0B66-9314-1B6B-09FD0C9221E0}"/>
          </ac:spMkLst>
        </pc:spChg>
        <pc:picChg chg="add">
          <ac:chgData name="Cư, Lê Hoành" userId="8040f1d9-fc08-4340-919f-e31835b09669" providerId="ADAL" clId="{E6925CE3-7288-459F-A61A-926B9B87E3D0}" dt="2026-03-28T08:01:50.186" v="363" actId="22"/>
          <ac:picMkLst>
            <pc:docMk/>
            <pc:sldMk cId="1030800159" sldId="280"/>
            <ac:picMk id="5" creationId="{300586D9-0AE9-667B-44CF-267431223250}"/>
          </ac:picMkLst>
        </pc:picChg>
      </pc:sldChg>
      <pc:sldChg chg="add">
        <pc:chgData name="Cư, Lê Hoành" userId="8040f1d9-fc08-4340-919f-e31835b09669" providerId="ADAL" clId="{E6925CE3-7288-459F-A61A-926B9B87E3D0}" dt="2026-03-27T15:58:07.323" v="229"/>
        <pc:sldMkLst>
          <pc:docMk/>
          <pc:sldMk cId="3968124530" sldId="281"/>
        </pc:sldMkLst>
      </pc:sldChg>
      <pc:sldChg chg="modSp add mod ord">
        <pc:chgData name="Cư, Lê Hoành" userId="8040f1d9-fc08-4340-919f-e31835b09669" providerId="ADAL" clId="{E6925CE3-7288-459F-A61A-926B9B87E3D0}" dt="2026-03-28T07:50:45.639" v="286"/>
        <pc:sldMkLst>
          <pc:docMk/>
          <pc:sldMk cId="1208603177" sldId="282"/>
        </pc:sldMkLst>
        <pc:spChg chg="mod">
          <ac:chgData name="Cư, Lê Hoành" userId="8040f1d9-fc08-4340-919f-e31835b09669" providerId="ADAL" clId="{E6925CE3-7288-459F-A61A-926B9B87E3D0}" dt="2026-03-28T07:47:30.055" v="274" actId="20577"/>
          <ac:spMkLst>
            <pc:docMk/>
            <pc:sldMk cId="1208603177" sldId="282"/>
            <ac:spMk id="2" creationId="{207C68C0-F2EF-AD96-646E-430316CC1FC1}"/>
          </ac:spMkLst>
        </pc:spChg>
        <pc:spChg chg="mod">
          <ac:chgData name="Cư, Lê Hoành" userId="8040f1d9-fc08-4340-919f-e31835b09669" providerId="ADAL" clId="{E6925CE3-7288-459F-A61A-926B9B87E3D0}" dt="2026-03-28T07:50:45.639" v="286"/>
          <ac:spMkLst>
            <pc:docMk/>
            <pc:sldMk cId="1208603177" sldId="282"/>
            <ac:spMk id="3" creationId="{5198B905-8C7A-4B5E-2654-32CA2C72D622}"/>
          </ac:spMkLst>
        </pc:spChg>
      </pc:sldChg>
      <pc:sldChg chg="addSp delSp modSp new mod ord">
        <pc:chgData name="Cư, Lê Hoành" userId="8040f1d9-fc08-4340-919f-e31835b09669" providerId="ADAL" clId="{E6925CE3-7288-459F-A61A-926B9B87E3D0}" dt="2026-03-28T08:02:37.622" v="367" actId="14100"/>
        <pc:sldMkLst>
          <pc:docMk/>
          <pc:sldMk cId="3961396343" sldId="283"/>
        </pc:sldMkLst>
        <pc:picChg chg="add del mod">
          <ac:chgData name="Cư, Lê Hoành" userId="8040f1d9-fc08-4340-919f-e31835b09669" providerId="ADAL" clId="{E6925CE3-7288-459F-A61A-926B9B87E3D0}" dt="2026-03-28T07:49:33.997" v="278" actId="21"/>
          <ac:picMkLst>
            <pc:docMk/>
            <pc:sldMk cId="3961396343" sldId="283"/>
            <ac:picMk id="5" creationId="{DFE2984B-9C03-DC42-7809-456AE966CDFD}"/>
          </ac:picMkLst>
        </pc:picChg>
        <pc:picChg chg="add mod">
          <ac:chgData name="Cư, Lê Hoành" userId="8040f1d9-fc08-4340-919f-e31835b09669" providerId="ADAL" clId="{E6925CE3-7288-459F-A61A-926B9B87E3D0}" dt="2026-03-28T08:02:37.622" v="367" actId="14100"/>
          <ac:picMkLst>
            <pc:docMk/>
            <pc:sldMk cId="3961396343" sldId="283"/>
            <ac:picMk id="7" creationId="{BD319829-779D-9D98-2FC1-8FC81627AF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E25-CF42-C4C7-1746-F9F3EA9C6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1E88-4AF6-CD11-2C32-62B625CC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21E8-8833-CAF6-F888-EA084422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343-48C6-C085-F384-102B815D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0D8-C01C-5A0D-5EB0-354C21B0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822B-8533-18EB-0A25-E3533952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D007-E1F5-D81F-4252-5F260FE4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0D6-37E2-2DFC-D6EF-BB09BE5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CFBB-11C7-7D1D-0406-2FDFF44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D56-9AD8-9B24-73FD-CCE634C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621-6F87-6435-86D0-4D7601F7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4087-674C-CDBA-9C44-08DF489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CAAC-3D07-C33F-4335-352FAE9E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446B-E8D3-AB1A-3857-9B676680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3FA5-518B-60E2-C7D4-1ADD56A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D04-87AD-06F1-0B05-0B0C56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C0C-4DD2-B4C9-3248-1FC23B08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B4E9A-9740-06A6-CEFE-040C5D4E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A50E-9ECD-A31B-9A48-3DE3DA1A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148CF-4D2C-EBCF-7700-441B23F5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CB47-9EC5-E0F5-590B-BC343C7F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1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3B24-B20A-6DE6-1129-7F22259F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AA36-EE6B-2F1B-FAD2-A1BC5D5C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54FE-8100-B266-4295-2C1F0E04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DD169-8852-C47E-279D-7C29DB242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C493-281E-3F8C-B0C0-AF3BCDE7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56C55-2D64-AC36-448F-BC21B80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5C7E-62D0-8126-AB90-E1B7BC39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A3343-5637-E84E-127A-12A57130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54CD-E83A-89F0-4452-85227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DED24-5416-525A-AE99-0BD2F98A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9B8A1-1D4D-3DD3-7E54-2F8E47F9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AEF3-B4DC-E8D7-745F-21D900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FD3B7-52BF-75B5-00A6-D373434F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81816-E28D-AFB6-FA2D-7B2CC660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D9E59-A915-A4E6-5D5D-99C8055A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B1E-4DE4-0EE2-4F04-FE534309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246F-46EA-246C-6537-9CF66FE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1284A-07E3-D879-F766-3D4153876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FD567-B26D-29EC-5FBE-F6747662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70A0-2294-FA66-9CF5-76BFA6B6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AAF3-9D10-FE15-511C-9AF419DE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AFB-DDF5-1898-9FDD-E687A44F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290B2-EB0B-0E87-D76E-55C5E90E5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55E52-CC56-82F6-94EC-8EF80E82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4F6C-B9BF-9700-C4DD-CBCA67BD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201F-5F20-D542-F496-D3179A2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D5AE-7C00-B090-8F23-102B7C36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D88-6970-701B-E0B0-31569C3D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B616A-092E-7C7E-9FD5-B3495559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068C-8452-BB58-95A7-54C8C1FE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31BF-924A-B223-1BDF-7F760BDE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E6CA6-BA4D-FDDD-0681-0A6465D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8D98-3F48-382B-E56E-85FCC19DD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94FE-19A0-C63A-3B8C-244A1CDD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5B6B5-29FD-E9BF-12BE-EA7A179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FC7B-E785-D829-3A38-6BEA6F84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FECC-3859-CDC6-11B9-F3750D9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5471-4BB6-E03B-9249-15885B06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2BEF-CEA7-2DEF-B2BB-EDA5F9D9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0C4B-802A-F433-1A03-0A9EA3DB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9AC49-766B-4D84-BB87-4926D29761B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D1A6-1166-4C36-3954-6B10149A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4CE4-2030-77DE-2374-889DEAAB8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318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318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96778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3DAF-2EE7-B948-6C9D-6669CDDD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064B-A81E-7204-C4B4-089C76B5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286" y="434386"/>
            <a:ext cx="11255828" cy="924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41. </a:t>
            </a:r>
            <a:r>
              <a:rPr lang="en-US" b="1" dirty="0" err="1"/>
              <a:t>Tóm</a:t>
            </a:r>
            <a:r>
              <a:rPr lang="en-US" b="1" dirty="0"/>
              <a:t> </a:t>
            </a:r>
            <a:r>
              <a:rPr lang="en-US" b="1" dirty="0" err="1"/>
              <a:t>tắt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F52DA-0B66-9314-1B6B-09FD0C92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788" y="1773238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586D9-0AE9-667B-44CF-267431223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66" y="1612806"/>
            <a:ext cx="10065267" cy="363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0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B25F-65C1-D45E-0439-9BE3133B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9B91E-CE83-E808-8ABA-3D43D4DFB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319829-779D-9D98-2FC1-8FC81627A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8" y="242947"/>
            <a:ext cx="11408228" cy="650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9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4E07-D642-EE17-9839-529FF5FB4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819" y="188370"/>
            <a:ext cx="10162902" cy="82400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5F08-3A2E-B8DA-2EEF-CF9D005A8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114" y="1773238"/>
            <a:ext cx="9866811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3FF0D0-92C0-6547-5450-63BC665D0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2" y="188370"/>
            <a:ext cx="11358151" cy="659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6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CD74-874C-35B2-7CBF-0F24F33C5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C2453-4DA8-7710-9801-AD6C02D6C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BFF32-4369-9A25-517D-45D3A72F4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34522"/>
            <a:ext cx="11408229" cy="646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6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9BA2-C0CD-BCAA-A6CC-B5186EFD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0023-E0AD-742C-39CC-97AC6A2C5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08FAC-3308-7787-39D0-4A6F73315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798951-E2ED-E90C-8EE4-92092C726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127371"/>
            <a:ext cx="11571210" cy="66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9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C0F5E-F683-8BCF-D96D-BE2C166C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1356-AB5A-797D-9181-6500F85D2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BB489-946A-B52F-4B5B-0968CC797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EA3095-A0CB-A751-EFC8-67250135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4" y="170176"/>
            <a:ext cx="11713029" cy="657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1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3B6B-9AE5-5CE4-3F33-0B657877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AC89-08F5-B910-AA26-6565FEB976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823AB-4973-D0E9-54F5-D21945D8C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10102C-4DD9-28AA-A198-99C3EBBB7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86" y="130033"/>
            <a:ext cx="11125200" cy="661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9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F1C3-84D0-B04A-7E8D-528724EA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6AFD-D299-BF73-C006-D307A59EE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59B23-D493-7966-DB23-6247C4D0B6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92B7A-2147-9ACD-C354-9CB1BB9B0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93"/>
            <a:ext cx="11517085" cy="657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53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7B51-F804-A372-BA29-6E3F446E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3D99-2138-D471-BAF5-1B4E9BA6B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4D63D-B7B5-817B-35DB-3CE1BF786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832DC-12CB-566A-1275-AA0C91AA4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4" y="241225"/>
            <a:ext cx="11410561" cy="661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1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2864-A10C-4175-27E9-C4F5A0C6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0DB3-3896-2B80-3DCD-817DA9880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CE005-D0A5-E81F-3CE5-0B9CCB5354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8B9D6E-B1BC-660F-CE56-0E9883404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183530"/>
            <a:ext cx="11647713" cy="658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7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E2B5-A7E2-A9A7-2FE4-DF5E05D5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A7F2-4EBB-72EE-A3ED-59C602710B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EB259-758A-761D-6079-584B370A6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1AC8A-7C3C-851B-DB02-28EECF9E8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57" y="227443"/>
            <a:ext cx="11636829" cy="65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0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AEB66-0831-707D-5B3F-4CDAA5BF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3223-8886-8361-2121-1CBD0D7A2F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C9BC1-9649-76B3-8209-B1CA0864E5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FB877B-C417-EC6F-6540-3D6E1C7BF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" y="166115"/>
            <a:ext cx="11604171" cy="66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21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8CCA-72F4-571A-2159-2DA96151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918A-6C65-41DC-DAF3-844EF2819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22E36-644A-623B-7909-4780485E9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77BF2-B37B-0307-E73E-2FF3F734A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99597"/>
            <a:ext cx="11789229" cy="662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16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5A59-0C78-4E12-4F27-645E118A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2F73-F06C-BCBA-7B86-8686B5D86E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8520F-25FB-4616-3428-20C689566A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5373E8-4488-DF98-688B-082AD62B5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2" y="221585"/>
            <a:ext cx="11244942" cy="650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87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B1A6-02A9-46C7-8212-5D640F65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2D94-A4C1-0BCA-2D0F-7B20D18E12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6681B-FDBB-6DDD-F366-0C453DCDD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13F39D-1345-DCE3-EDA7-D15EDC0D6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3" y="164262"/>
            <a:ext cx="11604171" cy="659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65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C111-9F6A-7F2D-719E-3F7A296B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FD78-D074-8C98-C10F-7922CFBB2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E96B7-B488-7125-F6AE-FD4E05CFEA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E57B98-C792-EA51-6104-4A5CC1F02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9160"/>
            <a:ext cx="11179629" cy="562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20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63F1-43D4-4B03-32D0-CCE6EF72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6F68-4891-7002-E359-1F0F70846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536B5-9AD2-3078-CE9B-FF41D8E14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48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EED5-A1BF-AA0F-22A4-AA078656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0FCE-A6E1-7CD2-77FF-1DB28192D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4D574-7816-9C0E-2F7E-5B98DB707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34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6CEB-1B38-7E50-EB38-3E12AD4A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32D1-DD36-EF55-8D87-93AED4DE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5AB33-0EB9-D75D-29EA-1083066C3F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65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9FAB-B8C4-7431-2759-9D2A462F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7DEF-4FD0-EB29-216F-5F7B302DE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E8542-82F8-63B5-1A49-5EA5D2E59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62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BC3D-7DDD-832A-43F4-3F84F115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828-3B73-DEE9-A960-977028409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163DB-24A9-2E5E-0A7C-013DE6CF38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24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141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6F74-A19A-0C93-7B47-10BCAA19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68C0-F2EF-AD96-646E-430316CC1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623" y="623797"/>
            <a:ext cx="9144000" cy="97640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8B905-8C7A-4B5E-2654-32CA2C72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623" y="1773238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03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7313-D98D-5593-A49E-CCD0A17F2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B00FF-84B8-CBFD-1DEA-95FAE14B9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7416D-5805-1721-D254-0D4B7288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97" y="24089"/>
            <a:ext cx="7364606" cy="68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8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F6F-4497-B233-765C-D87E0A5B0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568"/>
          </a:xfrm>
        </p:spPr>
        <p:txBody>
          <a:bodyPr/>
          <a:lstStyle/>
          <a:p>
            <a:r>
              <a:rPr lang="en-US" dirty="0" err="1"/>
              <a:t>Sữa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0BF74-7DFE-EB46-C548-3EDBA46DC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80" y="2156415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55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A5C1-2828-6BFA-DA76-A845170B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553F-C469-1FAC-9CBE-5842075A4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4960" y="530180"/>
            <a:ext cx="9144000" cy="1080906"/>
          </a:xfrm>
        </p:spPr>
        <p:txBody>
          <a:bodyPr>
            <a:normAutofit fontScale="90000"/>
          </a:bodyPr>
          <a:lstStyle/>
          <a:p>
            <a:r>
              <a:rPr lang="en-US" dirty="0"/>
              <a:t>41. Cách </a:t>
            </a:r>
            <a:r>
              <a:rPr lang="en-US" dirty="0" err="1"/>
              <a:t>tạo</a:t>
            </a:r>
            <a:r>
              <a:rPr lang="en-US" dirty="0"/>
              <a:t> Dim Table </a:t>
            </a:r>
            <a:r>
              <a:rPr lang="en-US" dirty="0" err="1"/>
              <a:t>bổ</a:t>
            </a:r>
            <a:r>
              <a:rPr lang="en-US" dirty="0"/>
              <a:t> sung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7A018-D762-4857-83E3-E73DA229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4960" y="2059577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526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99FD-9F62-04CA-8FCA-678B402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266D2-64E3-75CB-A74F-C9F5E785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4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75</Words>
  <Application>Microsoft Office PowerPoint</Application>
  <PresentationFormat>Widescreen</PresentationFormat>
  <Paragraphs>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41. Tóm tắt một số kiến thức cơ bản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chương 4</vt:lpstr>
      <vt:lpstr>PowerPoint Presentation</vt:lpstr>
      <vt:lpstr>Sữa bài tập chương 4</vt:lpstr>
      <vt:lpstr>41. Cách tạo Dim Table bổ sung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</cp:revision>
  <dcterms:created xsi:type="dcterms:W3CDTF">2026-03-27T15:25:52Z</dcterms:created>
  <dcterms:modified xsi:type="dcterms:W3CDTF">2026-03-28T08:16:29Z</dcterms:modified>
</cp:coreProperties>
</file>