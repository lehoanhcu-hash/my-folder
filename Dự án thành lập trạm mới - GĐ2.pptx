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4"/>
  </p:notesMasterIdLst>
  <p:handoutMasterIdLst>
    <p:handoutMasterId r:id="rId25"/>
  </p:handoutMasterIdLst>
  <p:sldIdLst>
    <p:sldId id="261" r:id="rId5"/>
    <p:sldId id="339" r:id="rId6"/>
    <p:sldId id="337" r:id="rId7"/>
    <p:sldId id="526" r:id="rId8"/>
    <p:sldId id="517" r:id="rId9"/>
    <p:sldId id="519" r:id="rId10"/>
    <p:sldId id="520" r:id="rId11"/>
    <p:sldId id="521" r:id="rId12"/>
    <p:sldId id="522" r:id="rId13"/>
    <p:sldId id="506" r:id="rId14"/>
    <p:sldId id="510" r:id="rId15"/>
    <p:sldId id="511" r:id="rId16"/>
    <p:sldId id="512" r:id="rId17"/>
    <p:sldId id="515" r:id="rId18"/>
    <p:sldId id="513" r:id="rId19"/>
    <p:sldId id="524" r:id="rId20"/>
    <p:sldId id="514" r:id="rId21"/>
    <p:sldId id="525" r:id="rId22"/>
    <p:sldId id="495" r:id="rId23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P presentation" id="{8E4498FF-85E0-457D-9BFF-FFE67C62EA5C}">
          <p14:sldIdLst>
            <p14:sldId id="261"/>
            <p14:sldId id="339"/>
            <p14:sldId id="337"/>
            <p14:sldId id="526"/>
            <p14:sldId id="517"/>
            <p14:sldId id="519"/>
            <p14:sldId id="520"/>
            <p14:sldId id="521"/>
            <p14:sldId id="522"/>
            <p14:sldId id="506"/>
            <p14:sldId id="510"/>
            <p14:sldId id="511"/>
            <p14:sldId id="512"/>
            <p14:sldId id="515"/>
            <p14:sldId id="513"/>
            <p14:sldId id="524"/>
            <p14:sldId id="514"/>
            <p14:sldId id="525"/>
            <p14:sldId id="4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0B3734-228D-1D91-AA35-15765602FCF0}" name="Thiện, Trần Ngọc Phước" initials="TT" userId="S::TranNgocPhuocThien@duytangroup.com::c95ca287-6e50-4541-8801-ae49145525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0000FF"/>
    <a:srgbClr val="EAEAEA"/>
    <a:srgbClr val="006736"/>
    <a:srgbClr val="119303"/>
    <a:srgbClr val="176534"/>
    <a:srgbClr val="003399"/>
    <a:srgbClr val="000066"/>
    <a:srgbClr val="FFFFFF"/>
    <a:srgbClr val="718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BBD89-4BB9-4368-B094-376C1907468F}" v="621" dt="2026-04-14T08:08:04.324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4" autoAdjust="0"/>
    <p:restoredTop sz="94601" autoAdjust="0"/>
  </p:normalViewPr>
  <p:slideViewPr>
    <p:cSldViewPr snapToGrid="0">
      <p:cViewPr varScale="1">
        <p:scale>
          <a:sx n="79" d="100"/>
          <a:sy n="79" d="100"/>
        </p:scale>
        <p:origin x="768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7" d="100"/>
          <a:sy n="87" d="100"/>
        </p:scale>
        <p:origin x="1912" y="-2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àng, Phạm Đình" userId="9751e56f-facf-48fb-a28f-7199feb47b66" providerId="ADAL" clId="{55DB81D8-18E9-4883-9624-329A10098B1E}"/>
    <pc:docChg chg="undo custSel addSld delSld modSld sldOrd modMainMaster modSection">
      <pc:chgData name="Hoàng, Phạm Đình" userId="9751e56f-facf-48fb-a28f-7199feb47b66" providerId="ADAL" clId="{55DB81D8-18E9-4883-9624-329A10098B1E}" dt="2026-04-14T08:08:04.324" v="17283"/>
      <pc:docMkLst>
        <pc:docMk/>
      </pc:docMkLst>
      <pc:sldChg chg="modSp mod">
        <pc:chgData name="Hoàng, Phạm Đình" userId="9751e56f-facf-48fb-a28f-7199feb47b66" providerId="ADAL" clId="{55DB81D8-18E9-4883-9624-329A10098B1E}" dt="2026-04-14T07:13:44.664" v="17217" actId="20577"/>
        <pc:sldMkLst>
          <pc:docMk/>
          <pc:sldMk cId="0" sldId="261"/>
        </pc:sldMkLst>
        <pc:spChg chg="mod">
          <ac:chgData name="Hoàng, Phạm Đình" userId="9751e56f-facf-48fb-a28f-7199feb47b66" providerId="ADAL" clId="{55DB81D8-18E9-4883-9624-329A10098B1E}" dt="2026-04-14T07:13:44.664" v="17217" actId="20577"/>
          <ac:spMkLst>
            <pc:docMk/>
            <pc:sldMk cId="0" sldId="261"/>
            <ac:spMk id="6" creationId="{6D0DFC0C-E3A7-AC85-8C7C-C6BD6BEC71AB}"/>
          </ac:spMkLst>
        </pc:spChg>
        <pc:spChg chg="mod">
          <ac:chgData name="Hoàng, Phạm Đình" userId="9751e56f-facf-48fb-a28f-7199feb47b66" providerId="ADAL" clId="{55DB81D8-18E9-4883-9624-329A10098B1E}" dt="2026-04-14T04:23:03.964" v="15129" actId="20577"/>
          <ac:spMkLst>
            <pc:docMk/>
            <pc:sldMk cId="0" sldId="261"/>
            <ac:spMk id="9" creationId="{0C454FAF-64C6-8169-39AC-7716333EF97F}"/>
          </ac:spMkLst>
        </pc:spChg>
        <pc:spChg chg="mod">
          <ac:chgData name="Hoàng, Phạm Đình" userId="9751e56f-facf-48fb-a28f-7199feb47b66" providerId="ADAL" clId="{55DB81D8-18E9-4883-9624-329A10098B1E}" dt="2026-04-14T06:08:40.012" v="16322" actId="20577"/>
          <ac:spMkLst>
            <pc:docMk/>
            <pc:sldMk cId="0" sldId="261"/>
            <ac:spMk id="13" creationId="{CBC46DE1-A1F7-7E77-0783-B86269A164BA}"/>
          </ac:spMkLst>
        </pc:spChg>
      </pc:sldChg>
      <pc:sldChg chg="addSp delSp modSp mod">
        <pc:chgData name="Hoàng, Phạm Đình" userId="9751e56f-facf-48fb-a28f-7199feb47b66" providerId="ADAL" clId="{55DB81D8-18E9-4883-9624-329A10098B1E}" dt="2026-04-14T07:14:17.441" v="17243" actId="1036"/>
        <pc:sldMkLst>
          <pc:docMk/>
          <pc:sldMk cId="342575093" sldId="337"/>
        </pc:sldMkLst>
        <pc:spChg chg="add mod">
          <ac:chgData name="Hoàng, Phạm Đình" userId="9751e56f-facf-48fb-a28f-7199feb47b66" providerId="ADAL" clId="{55DB81D8-18E9-4883-9624-329A10098B1E}" dt="2026-04-14T07:14:17.441" v="17243" actId="1036"/>
          <ac:spMkLst>
            <pc:docMk/>
            <pc:sldMk cId="342575093" sldId="337"/>
            <ac:spMk id="5" creationId="{3F83758F-B638-3664-D9C4-56FC618DFD94}"/>
          </ac:spMkLst>
        </pc:spChg>
        <pc:spChg chg="mod">
          <ac:chgData name="Hoàng, Phạm Đình" userId="9751e56f-facf-48fb-a28f-7199feb47b66" providerId="ADAL" clId="{55DB81D8-18E9-4883-9624-329A10098B1E}" dt="2026-04-14T06:09:49.092" v="16406" actId="20577"/>
          <ac:spMkLst>
            <pc:docMk/>
            <pc:sldMk cId="342575093" sldId="337"/>
            <ac:spMk id="27" creationId="{F280B31E-4FD1-AAC2-6349-1C086490A557}"/>
          </ac:spMkLst>
        </pc:spChg>
        <pc:graphicFrameChg chg="add mod">
          <ac:chgData name="Hoàng, Phạm Đình" userId="9751e56f-facf-48fb-a28f-7199feb47b66" providerId="ADAL" clId="{55DB81D8-18E9-4883-9624-329A10098B1E}" dt="2026-04-14T07:14:15.098" v="17234" actId="1035"/>
          <ac:graphicFrameMkLst>
            <pc:docMk/>
            <pc:sldMk cId="342575093" sldId="337"/>
            <ac:graphicFrameMk id="4" creationId="{4F60E62F-2A77-1B15-A5D6-25A73C22E8E4}"/>
          </ac:graphicFrameMkLst>
        </pc:graphicFrameChg>
        <pc:picChg chg="add mod">
          <ac:chgData name="Hoàng, Phạm Đình" userId="9751e56f-facf-48fb-a28f-7199feb47b66" providerId="ADAL" clId="{55DB81D8-18E9-4883-9624-329A10098B1E}" dt="2026-04-08T04:09:19.437" v="15045" actId="1076"/>
          <ac:picMkLst>
            <pc:docMk/>
            <pc:sldMk cId="342575093" sldId="337"/>
            <ac:picMk id="6" creationId="{03CFED64-799C-7FFC-01D2-FD4413D314DD}"/>
          </ac:picMkLst>
        </pc:picChg>
      </pc:sldChg>
      <pc:sldChg chg="addSp delSp modSp mod">
        <pc:chgData name="Hoàng, Phạm Đình" userId="9751e56f-facf-48fb-a28f-7199feb47b66" providerId="ADAL" clId="{55DB81D8-18E9-4883-9624-329A10098B1E}" dt="2026-04-14T06:09:24.165" v="16380" actId="1036"/>
        <pc:sldMkLst>
          <pc:docMk/>
          <pc:sldMk cId="3818345709" sldId="339"/>
        </pc:sldMkLst>
        <pc:spChg chg="mod">
          <ac:chgData name="Hoàng, Phạm Đình" userId="9751e56f-facf-48fb-a28f-7199feb47b66" providerId="ADAL" clId="{55DB81D8-18E9-4883-9624-329A10098B1E}" dt="2026-04-06T06:17:11.015" v="11127"/>
          <ac:spMkLst>
            <pc:docMk/>
            <pc:sldMk cId="3818345709" sldId="339"/>
            <ac:spMk id="4" creationId="{EDF3C4CB-E3BE-4B1C-1FD5-9AA4305D4D68}"/>
          </ac:spMkLst>
        </pc:spChg>
        <pc:spChg chg="mod">
          <ac:chgData name="Hoàng, Phạm Đình" userId="9751e56f-facf-48fb-a28f-7199feb47b66" providerId="ADAL" clId="{55DB81D8-18E9-4883-9624-329A10098B1E}" dt="2026-04-06T06:18:47.811" v="11222" actId="20577"/>
          <ac:spMkLst>
            <pc:docMk/>
            <pc:sldMk cId="3818345709" sldId="339"/>
            <ac:spMk id="5" creationId="{BD0DA6EB-F92D-45F7-02E6-C0D5C6E2A98E}"/>
          </ac:spMkLst>
        </pc:spChg>
        <pc:spChg chg="mod">
          <ac:chgData name="Hoàng, Phạm Đình" userId="9751e56f-facf-48fb-a28f-7199feb47b66" providerId="ADAL" clId="{55DB81D8-18E9-4883-9624-329A10098B1E}" dt="2026-04-14T06:09:03.322" v="16334" actId="1076"/>
          <ac:spMkLst>
            <pc:docMk/>
            <pc:sldMk cId="3818345709" sldId="339"/>
            <ac:spMk id="6" creationId="{4B0228C8-05DA-FEDA-A182-DA8BE4A8BA55}"/>
          </ac:spMkLst>
        </pc:spChg>
        <pc:spChg chg="mod">
          <ac:chgData name="Hoàng, Phạm Đình" userId="9751e56f-facf-48fb-a28f-7199feb47b66" providerId="ADAL" clId="{55DB81D8-18E9-4883-9624-329A10098B1E}" dt="2026-04-06T06:17:11.015" v="11127"/>
          <ac:spMkLst>
            <pc:docMk/>
            <pc:sldMk cId="3818345709" sldId="339"/>
            <ac:spMk id="7" creationId="{327B1857-86CC-CB5D-E9FF-1A1522438009}"/>
          </ac:spMkLst>
        </pc:spChg>
        <pc:spChg chg="mod">
          <ac:chgData name="Hoàng, Phạm Đình" userId="9751e56f-facf-48fb-a28f-7199feb47b66" providerId="ADAL" clId="{55DB81D8-18E9-4883-9624-329A10098B1E}" dt="2026-04-06T06:15:45.672" v="11056" actId="6549"/>
          <ac:spMkLst>
            <pc:docMk/>
            <pc:sldMk cId="3818345709" sldId="339"/>
            <ac:spMk id="28" creationId="{C2EF5D01-995D-3FA3-55DF-FA968C88C329}"/>
          </ac:spMkLst>
        </pc:spChg>
        <pc:spChg chg="mod">
          <ac:chgData name="Hoàng, Phạm Đình" userId="9751e56f-facf-48fb-a28f-7199feb47b66" providerId="ADAL" clId="{55DB81D8-18E9-4883-9624-329A10098B1E}" dt="2026-04-06T06:18:12.378" v="11160" actId="20577"/>
          <ac:spMkLst>
            <pc:docMk/>
            <pc:sldMk cId="3818345709" sldId="339"/>
            <ac:spMk id="29" creationId="{DB8090BA-CA6B-507D-9A29-37886F08BD48}"/>
          </ac:spMkLst>
        </pc:spChg>
        <pc:spChg chg="mod">
          <ac:chgData name="Hoàng, Phạm Đình" userId="9751e56f-facf-48fb-a28f-7199feb47b66" providerId="ADAL" clId="{55DB81D8-18E9-4883-9624-329A10098B1E}" dt="2026-04-06T06:15:52.806" v="11070" actId="20577"/>
          <ac:spMkLst>
            <pc:docMk/>
            <pc:sldMk cId="3818345709" sldId="339"/>
            <ac:spMk id="35" creationId="{4BC6DF5E-6848-9449-7451-16382E5C8B0F}"/>
          </ac:spMkLst>
        </pc:spChg>
        <pc:spChg chg="mod">
          <ac:chgData name="Hoàng, Phạm Đình" userId="9751e56f-facf-48fb-a28f-7199feb47b66" providerId="ADAL" clId="{55DB81D8-18E9-4883-9624-329A10098B1E}" dt="2026-04-06T06:18:14.929" v="11161" actId="20577"/>
          <ac:spMkLst>
            <pc:docMk/>
            <pc:sldMk cId="3818345709" sldId="339"/>
            <ac:spMk id="36" creationId="{0893421E-AF1A-829D-A052-96F2CB462DB4}"/>
          </ac:spMkLst>
        </pc:spChg>
        <pc:spChg chg="mod">
          <ac:chgData name="Hoàng, Phạm Đình" userId="9751e56f-facf-48fb-a28f-7199feb47b66" providerId="ADAL" clId="{55DB81D8-18E9-4883-9624-329A10098B1E}" dt="2026-04-06T06:16:10.956" v="11104" actId="20577"/>
          <ac:spMkLst>
            <pc:docMk/>
            <pc:sldMk cId="3818345709" sldId="339"/>
            <ac:spMk id="41" creationId="{5285E834-E39C-0888-6CCF-82156C5E2F75}"/>
          </ac:spMkLst>
        </pc:spChg>
        <pc:spChg chg="mod">
          <ac:chgData name="Hoàng, Phạm Đình" userId="9751e56f-facf-48fb-a28f-7199feb47b66" providerId="ADAL" clId="{55DB81D8-18E9-4883-9624-329A10098B1E}" dt="2026-04-06T06:18:17.372" v="11162" actId="20577"/>
          <ac:spMkLst>
            <pc:docMk/>
            <pc:sldMk cId="3818345709" sldId="339"/>
            <ac:spMk id="42" creationId="{12BAF273-06DB-E6A9-0E5F-5E8EBEAA688A}"/>
          </ac:spMkLst>
        </pc:spChg>
        <pc:grpChg chg="add mod">
          <ac:chgData name="Hoàng, Phạm Đình" userId="9751e56f-facf-48fb-a28f-7199feb47b66" providerId="ADAL" clId="{55DB81D8-18E9-4883-9624-329A10098B1E}" dt="2026-04-14T06:08:59.878" v="16332" actId="1035"/>
          <ac:grpSpMkLst>
            <pc:docMk/>
            <pc:sldMk cId="3818345709" sldId="339"/>
            <ac:grpSpMk id="2" creationId="{4260E75B-0EE1-7825-FE31-27A8982FC220}"/>
          </ac:grpSpMkLst>
        </pc:grpChg>
        <pc:grpChg chg="mod">
          <ac:chgData name="Hoàng, Phạm Đình" userId="9751e56f-facf-48fb-a28f-7199feb47b66" providerId="ADAL" clId="{55DB81D8-18E9-4883-9624-329A10098B1E}" dt="2026-04-14T06:08:59.878" v="16332" actId="1035"/>
          <ac:grpSpMkLst>
            <pc:docMk/>
            <pc:sldMk cId="3818345709" sldId="339"/>
            <ac:grpSpMk id="12" creationId="{CCECCFDC-9135-609C-8D51-A9D50B4132DD}"/>
          </ac:grpSpMkLst>
        </pc:grpChg>
        <pc:grpChg chg="mod">
          <ac:chgData name="Hoàng, Phạm Đình" userId="9751e56f-facf-48fb-a28f-7199feb47b66" providerId="ADAL" clId="{55DB81D8-18E9-4883-9624-329A10098B1E}" dt="2026-04-14T06:08:59.878" v="16332" actId="1035"/>
          <ac:grpSpMkLst>
            <pc:docMk/>
            <pc:sldMk cId="3818345709" sldId="339"/>
            <ac:grpSpMk id="25" creationId="{D87EF04A-FF2A-AD70-2274-A3BC450B1551}"/>
          </ac:grpSpMkLst>
        </pc:grpChg>
        <pc:grpChg chg="mod">
          <ac:chgData name="Hoàng, Phạm Đình" userId="9751e56f-facf-48fb-a28f-7199feb47b66" providerId="ADAL" clId="{55DB81D8-18E9-4883-9624-329A10098B1E}" dt="2026-04-14T06:08:59.878" v="16332" actId="1035"/>
          <ac:grpSpMkLst>
            <pc:docMk/>
            <pc:sldMk cId="3818345709" sldId="339"/>
            <ac:grpSpMk id="32" creationId="{D9CDF25E-2923-E4E6-7FF6-CE6DBC21583F}"/>
          </ac:grpSpMkLst>
        </pc:grpChg>
        <pc:grpChg chg="mod">
          <ac:chgData name="Hoàng, Phạm Đình" userId="9751e56f-facf-48fb-a28f-7199feb47b66" providerId="ADAL" clId="{55DB81D8-18E9-4883-9624-329A10098B1E}" dt="2026-04-14T06:08:59.878" v="16332" actId="1035"/>
          <ac:grpSpMkLst>
            <pc:docMk/>
            <pc:sldMk cId="3818345709" sldId="339"/>
            <ac:grpSpMk id="38" creationId="{4D426B1D-6F82-18FA-D478-0AC477A44A3D}"/>
          </ac:grpSpMkLst>
        </pc:grpChg>
        <pc:picChg chg="add mod">
          <ac:chgData name="Hoàng, Phạm Đình" userId="9751e56f-facf-48fb-a28f-7199feb47b66" providerId="ADAL" clId="{55DB81D8-18E9-4883-9624-329A10098B1E}" dt="2026-04-14T06:09:22.605" v="16378" actId="1036"/>
          <ac:picMkLst>
            <pc:docMk/>
            <pc:sldMk cId="3818345709" sldId="339"/>
            <ac:picMk id="11" creationId="{2FDC47AA-C447-4BE8-C650-5E2478936B92}"/>
          </ac:picMkLst>
        </pc:picChg>
        <pc:picChg chg="add mod">
          <ac:chgData name="Hoàng, Phạm Đình" userId="9751e56f-facf-48fb-a28f-7199feb47b66" providerId="ADAL" clId="{55DB81D8-18E9-4883-9624-329A10098B1E}" dt="2026-04-14T06:09:15.493" v="16357" actId="1035"/>
          <ac:picMkLst>
            <pc:docMk/>
            <pc:sldMk cId="3818345709" sldId="339"/>
            <ac:picMk id="19" creationId="{AB4426B8-2217-C5E4-9A9D-FD773B6B7C71}"/>
          </ac:picMkLst>
        </pc:picChg>
        <pc:picChg chg="add mod">
          <ac:chgData name="Hoàng, Phạm Đình" userId="9751e56f-facf-48fb-a28f-7199feb47b66" providerId="ADAL" clId="{55DB81D8-18E9-4883-9624-329A10098B1E}" dt="2026-04-14T06:09:17.386" v="16361" actId="1036"/>
          <ac:picMkLst>
            <pc:docMk/>
            <pc:sldMk cId="3818345709" sldId="339"/>
            <ac:picMk id="21" creationId="{82F010C6-CD76-8351-D08E-1B30D07DA3B6}"/>
          </ac:picMkLst>
        </pc:picChg>
        <pc:picChg chg="add mod">
          <ac:chgData name="Hoàng, Phạm Đình" userId="9751e56f-facf-48fb-a28f-7199feb47b66" providerId="ADAL" clId="{55DB81D8-18E9-4883-9624-329A10098B1E}" dt="2026-04-14T06:09:18.559" v="16364" actId="1036"/>
          <ac:picMkLst>
            <pc:docMk/>
            <pc:sldMk cId="3818345709" sldId="339"/>
            <ac:picMk id="26" creationId="{33211384-4B20-3B74-9D50-8133B0B0DB41}"/>
          </ac:picMkLst>
        </pc:picChg>
        <pc:picChg chg="add mod">
          <ac:chgData name="Hoàng, Phạm Đình" userId="9751e56f-facf-48fb-a28f-7199feb47b66" providerId="ADAL" clId="{55DB81D8-18E9-4883-9624-329A10098B1E}" dt="2026-04-14T06:09:24.165" v="16380" actId="1036"/>
          <ac:picMkLst>
            <pc:docMk/>
            <pc:sldMk cId="3818345709" sldId="339"/>
            <ac:picMk id="31" creationId="{DF097005-19E1-623B-8B50-F5C1C0341BD2}"/>
          </ac:picMkLst>
        </pc:picChg>
      </pc:sldChg>
      <pc:sldChg chg="addSp delSp modSp mod">
        <pc:chgData name="Hoàng, Phạm Đình" userId="9751e56f-facf-48fb-a28f-7199feb47b66" providerId="ADAL" clId="{55DB81D8-18E9-4883-9624-329A10098B1E}" dt="2026-04-14T07:18:06.650" v="17265" actId="113"/>
        <pc:sldMkLst>
          <pc:docMk/>
          <pc:sldMk cId="2411238218" sldId="506"/>
        </pc:sldMkLst>
        <pc:spChg chg="mod">
          <ac:chgData name="Hoàng, Phạm Đình" userId="9751e56f-facf-48fb-a28f-7199feb47b66" providerId="ADAL" clId="{55DB81D8-18E9-4883-9624-329A10098B1E}" dt="2026-04-14T06:31:52.943" v="16872" actId="20577"/>
          <ac:spMkLst>
            <pc:docMk/>
            <pc:sldMk cId="2411238218" sldId="506"/>
            <ac:spMk id="27" creationId="{565C2AFD-465A-23FF-2F8C-158D2BFAD103}"/>
          </ac:spMkLst>
        </pc:spChg>
        <pc:graphicFrameChg chg="add del mod">
          <ac:chgData name="Hoàng, Phạm Đình" userId="9751e56f-facf-48fb-a28f-7199feb47b66" providerId="ADAL" clId="{55DB81D8-18E9-4883-9624-329A10098B1E}" dt="2026-04-14T07:17:55.740" v="17262" actId="113"/>
          <ac:graphicFrameMkLst>
            <pc:docMk/>
            <pc:sldMk cId="2411238218" sldId="506"/>
            <ac:graphicFrameMk id="5" creationId="{4B1BB59D-BC03-6E1F-5F39-B03517B2797A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18:01.921" v="17264" actId="113"/>
          <ac:graphicFrameMkLst>
            <pc:docMk/>
            <pc:sldMk cId="2411238218" sldId="506"/>
            <ac:graphicFrameMk id="7" creationId="{3FE19339-660E-4194-9AB8-9D4F14FBC34D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18:06.650" v="17265" actId="113"/>
          <ac:graphicFrameMkLst>
            <pc:docMk/>
            <pc:sldMk cId="2411238218" sldId="506"/>
            <ac:graphicFrameMk id="8" creationId="{62A53B26-FBD9-4DE8-8DB9-60C91081A842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18:23.855" v="17269" actId="113"/>
        <pc:sldMkLst>
          <pc:docMk/>
          <pc:sldMk cId="77482316" sldId="510"/>
        </pc:sldMkLst>
        <pc:spChg chg="mod">
          <ac:chgData name="Hoàng, Phạm Đình" userId="9751e56f-facf-48fb-a28f-7199feb47b66" providerId="ADAL" clId="{55DB81D8-18E9-4883-9624-329A10098B1E}" dt="2026-04-06T06:46:33.854" v="11381" actId="1076"/>
          <ac:spMkLst>
            <pc:docMk/>
            <pc:sldMk cId="77482316" sldId="510"/>
            <ac:spMk id="2" creationId="{090C3BFC-6AFF-1DB1-9B09-BBECF36094B3}"/>
          </ac:spMkLst>
        </pc:spChg>
        <pc:spChg chg="mod">
          <ac:chgData name="Hoàng, Phạm Đình" userId="9751e56f-facf-48fb-a28f-7199feb47b66" providerId="ADAL" clId="{55DB81D8-18E9-4883-9624-329A10098B1E}" dt="2026-04-14T06:31:29.372" v="16862" actId="20577"/>
          <ac:spMkLst>
            <pc:docMk/>
            <pc:sldMk cId="77482316" sldId="510"/>
            <ac:spMk id="27" creationId="{8D754089-7EC4-FB25-DEF3-60A606000FFC}"/>
          </ac:spMkLst>
        </pc:spChg>
        <pc:graphicFrameChg chg="add mod">
          <ac:chgData name="Hoàng, Phạm Đình" userId="9751e56f-facf-48fb-a28f-7199feb47b66" providerId="ADAL" clId="{55DB81D8-18E9-4883-9624-329A10098B1E}" dt="2026-04-14T07:18:16.660" v="17267" actId="113"/>
          <ac:graphicFrameMkLst>
            <pc:docMk/>
            <pc:sldMk cId="77482316" sldId="510"/>
            <ac:graphicFrameMk id="4" creationId="{ADE2F91C-9C9C-485C-A042-77A94BB6955C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18:21.734" v="17268" actId="113"/>
          <ac:graphicFrameMkLst>
            <pc:docMk/>
            <pc:sldMk cId="77482316" sldId="510"/>
            <ac:graphicFrameMk id="5" creationId="{8D51723F-2F7D-4AC9-BB11-6A166156F3C6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18:23.855" v="17269" actId="113"/>
          <ac:graphicFrameMkLst>
            <pc:docMk/>
            <pc:sldMk cId="77482316" sldId="510"/>
            <ac:graphicFrameMk id="9" creationId="{6C9B2759-2591-4BA0-82DA-8093291D7411}"/>
          </ac:graphicFrameMkLst>
        </pc:graphicFrameChg>
      </pc:sldChg>
      <pc:sldChg chg="addSp modSp add mod">
        <pc:chgData name="Hoàng, Phạm Đình" userId="9751e56f-facf-48fb-a28f-7199feb47b66" providerId="ADAL" clId="{55DB81D8-18E9-4883-9624-329A10098B1E}" dt="2026-04-14T07:18:33.582" v="17270" actId="113"/>
        <pc:sldMkLst>
          <pc:docMk/>
          <pc:sldMk cId="3911856104" sldId="511"/>
        </pc:sldMkLst>
        <pc:spChg chg="mod">
          <ac:chgData name="Hoàng, Phạm Đình" userId="9751e56f-facf-48fb-a28f-7199feb47b66" providerId="ADAL" clId="{55DB81D8-18E9-4883-9624-329A10098B1E}" dt="2026-04-14T06:15:54.032" v="16555" actId="20577"/>
          <ac:spMkLst>
            <pc:docMk/>
            <pc:sldMk cId="3911856104" sldId="511"/>
            <ac:spMk id="27" creationId="{4C43241B-171F-DA71-EC20-86244780982F}"/>
          </ac:spMkLst>
        </pc:spChg>
        <pc:graphicFrameChg chg="add mod">
          <ac:chgData name="Hoàng, Phạm Đình" userId="9751e56f-facf-48fb-a28f-7199feb47b66" providerId="ADAL" clId="{55DB81D8-18E9-4883-9624-329A10098B1E}" dt="2026-04-14T07:18:33.582" v="17270" actId="113"/>
          <ac:graphicFrameMkLst>
            <pc:docMk/>
            <pc:sldMk cId="3911856104" sldId="511"/>
            <ac:graphicFrameMk id="4" creationId="{790FBD46-DC1A-44C1-9114-B330FC9D3345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4:49:34.416" v="15583"/>
          <ac:graphicFrameMkLst>
            <pc:docMk/>
            <pc:sldMk cId="3911856104" sldId="511"/>
            <ac:graphicFrameMk id="5" creationId="{DB2F5E2F-4E91-4DC6-BB70-603A7A1C889F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8:07:22.684" v="17274"/>
        <pc:sldMkLst>
          <pc:docMk/>
          <pc:sldMk cId="3284706631" sldId="512"/>
        </pc:sldMkLst>
        <pc:spChg chg="mod">
          <ac:chgData name="Hoàng, Phạm Đình" userId="9751e56f-facf-48fb-a28f-7199feb47b66" providerId="ADAL" clId="{55DB81D8-18E9-4883-9624-329A10098B1E}" dt="2026-04-06T07:22:14.324" v="11620" actId="14100"/>
          <ac:spMkLst>
            <pc:docMk/>
            <pc:sldMk cId="3284706631" sldId="512"/>
            <ac:spMk id="2" creationId="{823FF750-80C1-C2EB-D80A-8782354A412A}"/>
          </ac:spMkLst>
        </pc:spChg>
        <pc:spChg chg="mod">
          <ac:chgData name="Hoàng, Phạm Đình" userId="9751e56f-facf-48fb-a28f-7199feb47b66" providerId="ADAL" clId="{55DB81D8-18E9-4883-9624-329A10098B1E}" dt="2026-04-14T06:16:38.152" v="16599" actId="20577"/>
          <ac:spMkLst>
            <pc:docMk/>
            <pc:sldMk cId="3284706631" sldId="512"/>
            <ac:spMk id="27" creationId="{27637C39-E1A0-AA53-E1FD-FC0BEE2C2405}"/>
          </ac:spMkLst>
        </pc:spChg>
        <pc:graphicFrameChg chg="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3284706631" sldId="512"/>
            <ac:graphicFrameMk id="6" creationId="{72FB59CA-8C33-D454-F6F6-F3183F972C5F}"/>
          </ac:graphicFrameMkLst>
        </pc:graphicFrameChg>
      </pc:sldChg>
      <pc:sldChg chg="modSp add mod">
        <pc:chgData name="Hoàng, Phạm Đình" userId="9751e56f-facf-48fb-a28f-7199feb47b66" providerId="ADAL" clId="{55DB81D8-18E9-4883-9624-329A10098B1E}" dt="2026-04-14T08:07:22.684" v="17274"/>
        <pc:sldMkLst>
          <pc:docMk/>
          <pc:sldMk cId="4250259322" sldId="513"/>
        </pc:sldMkLst>
        <pc:spChg chg="mod">
          <ac:chgData name="Hoàng, Phạm Đình" userId="9751e56f-facf-48fb-a28f-7199feb47b66" providerId="ADAL" clId="{55DB81D8-18E9-4883-9624-329A10098B1E}" dt="2026-04-14T04:56:48.545" v="15642" actId="1076"/>
          <ac:spMkLst>
            <pc:docMk/>
            <pc:sldMk cId="4250259322" sldId="513"/>
            <ac:spMk id="2" creationId="{543E2840-B65B-961B-8C21-351BCE071DC8}"/>
          </ac:spMkLst>
        </pc:spChg>
        <pc:spChg chg="mod">
          <ac:chgData name="Hoàng, Phạm Đình" userId="9751e56f-facf-48fb-a28f-7199feb47b66" providerId="ADAL" clId="{55DB81D8-18E9-4883-9624-329A10098B1E}" dt="2026-04-14T06:17:17.914" v="16628" actId="20577"/>
          <ac:spMkLst>
            <pc:docMk/>
            <pc:sldMk cId="4250259322" sldId="513"/>
            <ac:spMk id="27" creationId="{183338A8-E223-5516-59FF-42B6ABA23AEE}"/>
          </ac:spMkLst>
        </pc:spChg>
        <pc:graphicFrameChg chg="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4250259322" sldId="513"/>
            <ac:graphicFrameMk id="4" creationId="{0E025C71-2689-BBFD-5ADA-BD55521ECCBC}"/>
          </ac:graphicFrameMkLst>
        </pc:graphicFrameChg>
      </pc:sldChg>
      <pc:sldChg chg="addSp modSp add mod">
        <pc:chgData name="Hoàng, Phạm Đình" userId="9751e56f-facf-48fb-a28f-7199feb47b66" providerId="ADAL" clId="{55DB81D8-18E9-4883-9624-329A10098B1E}" dt="2026-04-14T07:18:47.797" v="17271" actId="255"/>
        <pc:sldMkLst>
          <pc:docMk/>
          <pc:sldMk cId="4054265051" sldId="514"/>
        </pc:sldMkLst>
        <pc:spChg chg="mod">
          <ac:chgData name="Hoàng, Phạm Đình" userId="9751e56f-facf-48fb-a28f-7199feb47b66" providerId="ADAL" clId="{55DB81D8-18E9-4883-9624-329A10098B1E}" dt="2026-04-14T05:11:25.700" v="16132" actId="1076"/>
          <ac:spMkLst>
            <pc:docMk/>
            <pc:sldMk cId="4054265051" sldId="514"/>
            <ac:spMk id="2" creationId="{325A94E2-8FAC-0999-EE55-DB592D3EF0E5}"/>
          </ac:spMkLst>
        </pc:spChg>
        <pc:spChg chg="add mod">
          <ac:chgData name="Hoàng, Phạm Đình" userId="9751e56f-facf-48fb-a28f-7199feb47b66" providerId="ADAL" clId="{55DB81D8-18E9-4883-9624-329A10098B1E}" dt="2026-04-14T06:54:26.344" v="17179" actId="20577"/>
          <ac:spMkLst>
            <pc:docMk/>
            <pc:sldMk cId="4054265051" sldId="514"/>
            <ac:spMk id="5" creationId="{EA7CBA03-3C95-EF6F-2E36-B1CF7CA4021E}"/>
          </ac:spMkLst>
        </pc:spChg>
        <pc:spChg chg="mod">
          <ac:chgData name="Hoàng, Phạm Đình" userId="9751e56f-facf-48fb-a28f-7199feb47b66" providerId="ADAL" clId="{55DB81D8-18E9-4883-9624-329A10098B1E}" dt="2026-04-06T09:00:16.456" v="12779" actId="207"/>
          <ac:spMkLst>
            <pc:docMk/>
            <pc:sldMk cId="4054265051" sldId="514"/>
            <ac:spMk id="27" creationId="{C2422FBB-104E-E912-65B3-977FE20DA73A}"/>
          </ac:spMkLst>
        </pc:spChg>
        <pc:graphicFrameChg chg="add mod">
          <ac:chgData name="Hoàng, Phạm Đình" userId="9751e56f-facf-48fb-a28f-7199feb47b66" providerId="ADAL" clId="{55DB81D8-18E9-4883-9624-329A10098B1E}" dt="2026-04-14T07:18:47.797" v="17271" actId="255"/>
          <ac:graphicFrameMkLst>
            <pc:docMk/>
            <pc:sldMk cId="4054265051" sldId="514"/>
            <ac:graphicFrameMk id="4" creationId="{2151674D-6A62-4F5B-903B-5FD7C5559DE9}"/>
          </ac:graphicFrameMkLst>
        </pc:graphicFrameChg>
        <pc:picChg chg="add mod">
          <ac:chgData name="Hoàng, Phạm Đình" userId="9751e56f-facf-48fb-a28f-7199feb47b66" providerId="ADAL" clId="{55DB81D8-18E9-4883-9624-329A10098B1E}" dt="2026-04-14T05:00:27.717" v="15688" actId="1076"/>
          <ac:picMkLst>
            <pc:docMk/>
            <pc:sldMk cId="4054265051" sldId="514"/>
            <ac:picMk id="6" creationId="{DDC52BEB-6D64-3142-A649-5E737BC70F8A}"/>
          </ac:picMkLst>
        </pc:picChg>
      </pc:sldChg>
      <pc:sldChg chg="addSp delSp modSp add mod">
        <pc:chgData name="Hoàng, Phạm Đình" userId="9751e56f-facf-48fb-a28f-7199feb47b66" providerId="ADAL" clId="{55DB81D8-18E9-4883-9624-329A10098B1E}" dt="2026-04-14T08:07:22.676" v="17273" actId="27918"/>
        <pc:sldMkLst>
          <pc:docMk/>
          <pc:sldMk cId="1951378396" sldId="515"/>
        </pc:sldMkLst>
        <pc:spChg chg="mod">
          <ac:chgData name="Hoàng, Phạm Đình" userId="9751e56f-facf-48fb-a28f-7199feb47b66" providerId="ADAL" clId="{55DB81D8-18E9-4883-9624-329A10098B1E}" dt="2026-04-14T06:17:02.334" v="16603" actId="20577"/>
          <ac:spMkLst>
            <pc:docMk/>
            <pc:sldMk cId="1951378396" sldId="515"/>
            <ac:spMk id="27" creationId="{DC1A6602-FD90-0F05-42A4-5095BDEEBE9F}"/>
          </ac:spMkLst>
        </pc:spChg>
        <pc:graphicFrameChg chg="add mod">
          <ac:chgData name="Hoàng, Phạm Đình" userId="9751e56f-facf-48fb-a28f-7199feb47b66" providerId="ADAL" clId="{55DB81D8-18E9-4883-9624-329A10098B1E}" dt="2026-04-14T04:54:41.020" v="15603"/>
          <ac:graphicFrameMkLst>
            <pc:docMk/>
            <pc:sldMk cId="1951378396" sldId="515"/>
            <ac:graphicFrameMk id="4" creationId="{8006AE84-738B-2BB0-12C5-99562E8A34F3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4:54:43.761" v="15604"/>
          <ac:graphicFrameMkLst>
            <pc:docMk/>
            <pc:sldMk cId="1951378396" sldId="515"/>
            <ac:graphicFrameMk id="5" creationId="{71F10670-5E39-4DDE-B152-3108FE800458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4:54:03.409" v="15598"/>
          <ac:graphicFrameMkLst>
            <pc:docMk/>
            <pc:sldMk cId="1951378396" sldId="515"/>
            <ac:graphicFrameMk id="9" creationId="{D2A1ECA3-5B6C-4B98-ACB3-03FC420FD24B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4:53:48.939" v="15596" actId="113"/>
          <ac:graphicFrameMkLst>
            <pc:docMk/>
            <pc:sldMk cId="1951378396" sldId="515"/>
            <ac:graphicFrameMk id="10" creationId="{AAC34367-581A-4598-ACC9-093F324CD66A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14:58.760" v="17257" actId="14100"/>
        <pc:sldMkLst>
          <pc:docMk/>
          <pc:sldMk cId="308046235" sldId="517"/>
        </pc:sldMkLst>
        <pc:spChg chg="add del mod">
          <ac:chgData name="Hoàng, Phạm Đình" userId="9751e56f-facf-48fb-a28f-7199feb47b66" providerId="ADAL" clId="{55DB81D8-18E9-4883-9624-329A10098B1E}" dt="2026-04-14T04:26:23.488" v="15146" actId="478"/>
          <ac:spMkLst>
            <pc:docMk/>
            <pc:sldMk cId="308046235" sldId="517"/>
            <ac:spMk id="5" creationId="{67441CD5-18A1-8744-0072-6A56BE94695D}"/>
          </ac:spMkLst>
        </pc:spChg>
        <pc:spChg chg="mod">
          <ac:chgData name="Hoàng, Phạm Đình" userId="9751e56f-facf-48fb-a28f-7199feb47b66" providerId="ADAL" clId="{55DB81D8-18E9-4883-9624-329A10098B1E}" dt="2026-04-14T06:10:59.561" v="16456" actId="20577"/>
          <ac:spMkLst>
            <pc:docMk/>
            <pc:sldMk cId="308046235" sldId="517"/>
            <ac:spMk id="27" creationId="{FAAE944A-A545-760C-32D2-95FA10AA004F}"/>
          </ac:spMkLst>
        </pc:spChg>
        <pc:graphicFrameChg chg="del mod">
          <ac:chgData name="Hoàng, Phạm Đình" userId="9751e56f-facf-48fb-a28f-7199feb47b66" providerId="ADAL" clId="{55DB81D8-18E9-4883-9624-329A10098B1E}" dt="2026-04-14T07:14:28.529" v="17244" actId="478"/>
          <ac:graphicFrameMkLst>
            <pc:docMk/>
            <pc:sldMk cId="308046235" sldId="517"/>
            <ac:graphicFrameMk id="2" creationId="{AF2C8A1D-61E5-6FA2-72C8-A8BC74E01A91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7:14:58.760" v="17257" actId="14100"/>
          <ac:graphicFrameMkLst>
            <pc:docMk/>
            <pc:sldMk cId="308046235" sldId="517"/>
            <ac:graphicFrameMk id="4" creationId="{BFE1B160-90B7-5220-4C34-F2AB1E8680DA}"/>
          </ac:graphicFrameMkLst>
        </pc:graphicFrameChg>
        <pc:picChg chg="add del mod">
          <ac:chgData name="Hoàng, Phạm Đình" userId="9751e56f-facf-48fb-a28f-7199feb47b66" providerId="ADAL" clId="{55DB81D8-18E9-4883-9624-329A10098B1E}" dt="2026-04-14T04:26:22.733" v="15145" actId="478"/>
          <ac:picMkLst>
            <pc:docMk/>
            <pc:sldMk cId="308046235" sldId="517"/>
            <ac:picMk id="9" creationId="{68F404E1-B45E-C0F8-87B3-E6F3F6DC2D12}"/>
          </ac:picMkLst>
        </pc:picChg>
      </pc:sldChg>
      <pc:sldChg chg="addSp delSp modSp add del mod">
        <pc:chgData name="Hoàng, Phạm Đình" userId="9751e56f-facf-48fb-a28f-7199feb47b66" providerId="ADAL" clId="{55DB81D8-18E9-4883-9624-329A10098B1E}" dt="2026-04-14T04:27:10.777" v="15159" actId="47"/>
        <pc:sldMkLst>
          <pc:docMk/>
          <pc:sldMk cId="1243370239" sldId="518"/>
        </pc:sldMkLst>
        <pc:spChg chg="add del mod">
          <ac:chgData name="Hoàng, Phạm Đình" userId="9751e56f-facf-48fb-a28f-7199feb47b66" providerId="ADAL" clId="{55DB81D8-18E9-4883-9624-329A10098B1E}" dt="2026-04-14T04:26:50.222" v="15157" actId="478"/>
          <ac:spMkLst>
            <pc:docMk/>
            <pc:sldMk cId="1243370239" sldId="518"/>
            <ac:spMk id="5" creationId="{2CA9C046-D998-B944-A704-F56A85BE867B}"/>
          </ac:spMkLst>
        </pc:spChg>
        <pc:picChg chg="add del mod">
          <ac:chgData name="Hoàng, Phạm Đình" userId="9751e56f-facf-48fb-a28f-7199feb47b66" providerId="ADAL" clId="{55DB81D8-18E9-4883-9624-329A10098B1E}" dt="2026-04-14T04:26:50.916" v="15158" actId="478"/>
          <ac:picMkLst>
            <pc:docMk/>
            <pc:sldMk cId="1243370239" sldId="518"/>
            <ac:picMk id="4" creationId="{BE400A29-25AE-4906-1F85-A724C47F39BD}"/>
          </ac:picMkLst>
        </pc:picChg>
      </pc:sldChg>
      <pc:sldChg chg="addSp delSp modSp add mod">
        <pc:chgData name="Hoàng, Phạm Đình" userId="9751e56f-facf-48fb-a28f-7199feb47b66" providerId="ADAL" clId="{55DB81D8-18E9-4883-9624-329A10098B1E}" dt="2026-04-14T06:37:40.068" v="17110"/>
        <pc:sldMkLst>
          <pc:docMk/>
          <pc:sldMk cId="1145813012" sldId="519"/>
        </pc:sldMkLst>
        <pc:spChg chg="mod">
          <ac:chgData name="Hoàng, Phạm Đình" userId="9751e56f-facf-48fb-a28f-7199feb47b66" providerId="ADAL" clId="{55DB81D8-18E9-4883-9624-329A10098B1E}" dt="2026-04-14T06:34:08.058" v="17011" actId="20577"/>
          <ac:spMkLst>
            <pc:docMk/>
            <pc:sldMk cId="1145813012" sldId="519"/>
            <ac:spMk id="27" creationId="{EFD0E606-D9A8-B161-6326-62F1A0D3B171}"/>
          </ac:spMkLst>
        </pc:spChg>
        <pc:graphicFrameChg chg="mod">
          <ac:chgData name="Hoàng, Phạm Đình" userId="9751e56f-facf-48fb-a28f-7199feb47b66" providerId="ADAL" clId="{55DB81D8-18E9-4883-9624-329A10098B1E}" dt="2026-04-14T06:37:40.068" v="17110"/>
          <ac:graphicFrameMkLst>
            <pc:docMk/>
            <pc:sldMk cId="1145813012" sldId="519"/>
            <ac:graphicFrameMk id="2" creationId="{6B93D776-9412-0560-7CF5-912F0580A5CC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8:08:04.324" v="17283"/>
        <pc:sldMkLst>
          <pc:docMk/>
          <pc:sldMk cId="3644974628" sldId="520"/>
        </pc:sldMkLst>
        <pc:spChg chg="mod">
          <ac:chgData name="Hoàng, Phạm Đình" userId="9751e56f-facf-48fb-a28f-7199feb47b66" providerId="ADAL" clId="{55DB81D8-18E9-4883-9624-329A10098B1E}" dt="2026-04-14T06:33:36.556" v="16946" actId="20577"/>
          <ac:spMkLst>
            <pc:docMk/>
            <pc:sldMk cId="3644974628" sldId="520"/>
            <ac:spMk id="27" creationId="{F0550B33-10D5-3394-78BD-87F17EF5A7BE}"/>
          </ac:spMkLst>
        </pc:spChg>
        <pc:graphicFrameChg chg="mod">
          <ac:chgData name="Hoàng, Phạm Đình" userId="9751e56f-facf-48fb-a28f-7199feb47b66" providerId="ADAL" clId="{55DB81D8-18E9-4883-9624-329A10098B1E}" dt="2026-04-14T08:08:04.324" v="17283"/>
          <ac:graphicFrameMkLst>
            <pc:docMk/>
            <pc:sldMk cId="3644974628" sldId="520"/>
            <ac:graphicFrameMk id="2" creationId="{98B50117-3CA2-185C-B93F-2419D78FFEAE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8:07:22.684" v="17274"/>
        <pc:sldMkLst>
          <pc:docMk/>
          <pc:sldMk cId="647669788" sldId="521"/>
        </pc:sldMkLst>
        <pc:spChg chg="mod">
          <ac:chgData name="Hoàng, Phạm Đình" userId="9751e56f-facf-48fb-a28f-7199feb47b66" providerId="ADAL" clId="{55DB81D8-18E9-4883-9624-329A10098B1E}" dt="2026-04-14T06:13:16.189" v="16515" actId="20577"/>
          <ac:spMkLst>
            <pc:docMk/>
            <pc:sldMk cId="647669788" sldId="521"/>
            <ac:spMk id="27" creationId="{F6DFF597-C2F8-D410-9E87-196C4B5916CF}"/>
          </ac:spMkLst>
        </pc:spChg>
        <pc:graphicFrameChg chg="del mod">
          <ac:chgData name="Hoàng, Phạm Đình" userId="9751e56f-facf-48fb-a28f-7199feb47b66" providerId="ADAL" clId="{55DB81D8-18E9-4883-9624-329A10098B1E}" dt="2026-04-14T04:29:40.324" v="15216" actId="478"/>
          <ac:graphicFrameMkLst>
            <pc:docMk/>
            <pc:sldMk cId="647669788" sldId="521"/>
            <ac:graphicFrameMk id="2" creationId="{77199857-7284-A498-9FEB-F4A734A9E702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647669788" sldId="521"/>
            <ac:graphicFrameMk id="4" creationId="{7EE1EC38-F336-63C5-C78B-775B8190126E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29:43.082" v="15217" actId="478"/>
          <ac:graphicFrameMkLst>
            <pc:docMk/>
            <pc:sldMk cId="647669788" sldId="521"/>
            <ac:graphicFrameMk id="5" creationId="{7F7B6512-4F42-6022-D990-8305DDAE3C1B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29:53.438" v="15218" actId="478"/>
          <ac:graphicFrameMkLst>
            <pc:docMk/>
            <pc:sldMk cId="647669788" sldId="521"/>
            <ac:graphicFrameMk id="6" creationId="{338F5914-3A34-0BAF-2815-ACA851749CB2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647669788" sldId="521"/>
            <ac:graphicFrameMk id="7" creationId="{379C552D-BCDC-B5E5-CA00-56534E9633B2}"/>
          </ac:graphicFrameMkLst>
        </pc:graphicFrameChg>
        <pc:graphicFrameChg chg="add del mod">
          <ac:chgData name="Hoàng, Phạm Đình" userId="9751e56f-facf-48fb-a28f-7199feb47b66" providerId="ADAL" clId="{55DB81D8-18E9-4883-9624-329A10098B1E}" dt="2026-04-14T04:32:03.692" v="15255" actId="478"/>
          <ac:graphicFrameMkLst>
            <pc:docMk/>
            <pc:sldMk cId="647669788" sldId="521"/>
            <ac:graphicFrameMk id="8" creationId="{592B9A2D-1791-0BEF-725F-572448A1E177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647669788" sldId="521"/>
            <ac:graphicFrameMk id="10" creationId="{7DFF32ED-6348-7829-116D-1E615AA20DAD}"/>
          </ac:graphicFrameMkLst>
        </pc:graphicFrameChg>
        <pc:picChg chg="add del mod">
          <ac:chgData name="Hoàng, Phạm Đình" userId="9751e56f-facf-48fb-a28f-7199feb47b66" providerId="ADAL" clId="{55DB81D8-18E9-4883-9624-329A10098B1E}" dt="2026-04-14T04:29:35.877" v="15215" actId="478"/>
          <ac:picMkLst>
            <pc:docMk/>
            <pc:sldMk cId="647669788" sldId="521"/>
            <ac:picMk id="9" creationId="{455F6C21-4601-559F-052D-B41E5697FF31}"/>
          </ac:picMkLst>
        </pc:picChg>
      </pc:sldChg>
      <pc:sldChg chg="addSp delSp modSp add mod">
        <pc:chgData name="Hoàng, Phạm Đình" userId="9751e56f-facf-48fb-a28f-7199feb47b66" providerId="ADAL" clId="{55DB81D8-18E9-4883-9624-329A10098B1E}" dt="2026-04-14T08:07:22.684" v="17274"/>
        <pc:sldMkLst>
          <pc:docMk/>
          <pc:sldMk cId="3228182752" sldId="522"/>
        </pc:sldMkLst>
        <pc:spChg chg="mod">
          <ac:chgData name="Hoàng, Phạm Đình" userId="9751e56f-facf-48fb-a28f-7199feb47b66" providerId="ADAL" clId="{55DB81D8-18E9-4883-9624-329A10098B1E}" dt="2026-04-14T06:14:41.149" v="16527" actId="20577"/>
          <ac:spMkLst>
            <pc:docMk/>
            <pc:sldMk cId="3228182752" sldId="522"/>
            <ac:spMk id="27" creationId="{71381F6C-2D1B-8D79-0BCE-BF9966BBEB75}"/>
          </ac:spMkLst>
        </pc:spChg>
        <pc:graphicFrameChg chg="del mod">
          <ac:chgData name="Hoàng, Phạm Đình" userId="9751e56f-facf-48fb-a28f-7199feb47b66" providerId="ADAL" clId="{55DB81D8-18E9-4883-9624-329A10098B1E}" dt="2026-04-14T04:30:09.222" v="15220" actId="21"/>
          <ac:graphicFrameMkLst>
            <pc:docMk/>
            <pc:sldMk cId="3228182752" sldId="522"/>
            <ac:graphicFrameMk id="2" creationId="{7EE1EC38-F336-63C5-C78B-775B8190126E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3228182752" sldId="522"/>
            <ac:graphicFrameMk id="4" creationId="{E563684C-0288-D429-B8D4-AAE4577BAC9E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37:41.270" v="15490" actId="478"/>
          <ac:graphicFrameMkLst>
            <pc:docMk/>
            <pc:sldMk cId="3228182752" sldId="522"/>
            <ac:graphicFrameMk id="5" creationId="{3C603B76-F350-FECB-4084-70EE484FC6FF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30:09.222" v="15220" actId="21"/>
          <ac:graphicFrameMkLst>
            <pc:docMk/>
            <pc:sldMk cId="3228182752" sldId="522"/>
            <ac:graphicFrameMk id="6" creationId="{592B9A2D-1791-0BEF-725F-572448A1E177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3228182752" sldId="522"/>
            <ac:graphicFrameMk id="7" creationId="{D953F9FD-2B71-8C0D-AAC8-BD18CFC93E4E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3228182752" sldId="522"/>
            <ac:graphicFrameMk id="8" creationId="{9AFE2ADD-6B58-9540-90D2-F8CFCB405FBC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3228182752" sldId="522"/>
            <ac:graphicFrameMk id="9" creationId="{78174C59-3D09-7A28-F42B-F9B926066216}"/>
          </ac:graphicFrameMkLst>
        </pc:graphicFrameChg>
      </pc:sldChg>
      <pc:sldChg chg="delSp modSp add del mod">
        <pc:chgData name="Hoàng, Phạm Đình" userId="9751e56f-facf-48fb-a28f-7199feb47b66" providerId="ADAL" clId="{55DB81D8-18E9-4883-9624-329A10098B1E}" dt="2026-04-14T04:31:17.921" v="15249" actId="47"/>
        <pc:sldMkLst>
          <pc:docMk/>
          <pc:sldMk cId="2433994982" sldId="523"/>
        </pc:sldMkLst>
        <pc:graphicFrameChg chg="del mod">
          <ac:chgData name="Hoàng, Phạm Đình" userId="9751e56f-facf-48fb-a28f-7199feb47b66" providerId="ADAL" clId="{55DB81D8-18E9-4883-9624-329A10098B1E}" dt="2026-04-14T04:30:43.045" v="15233" actId="478"/>
          <ac:graphicFrameMkLst>
            <pc:docMk/>
            <pc:sldMk cId="2433994982" sldId="523"/>
            <ac:graphicFrameMk id="2" creationId="{9B23D26E-2C02-5AF3-0D7C-85A619EAF37A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30:46.050" v="15234" actId="478"/>
          <ac:graphicFrameMkLst>
            <pc:docMk/>
            <pc:sldMk cId="2433994982" sldId="523"/>
            <ac:graphicFrameMk id="4" creationId="{4C0ABEB1-082B-1521-8717-5AE3ABE24DD0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30:48.958" v="15235" actId="21"/>
          <ac:graphicFrameMkLst>
            <pc:docMk/>
            <pc:sldMk cId="2433994982" sldId="523"/>
            <ac:graphicFrameMk id="5" creationId="{E563684C-0288-D429-B8D4-AAE4577BAC9E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30:48.958" v="15235" actId="21"/>
          <ac:graphicFrameMkLst>
            <pc:docMk/>
            <pc:sldMk cId="2433994982" sldId="523"/>
            <ac:graphicFrameMk id="6" creationId="{D953F9FD-2B71-8C0D-AAC8-BD18CFC93E4E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4T04:30:48.958" v="15235" actId="21"/>
          <ac:graphicFrameMkLst>
            <pc:docMk/>
            <pc:sldMk cId="2433994982" sldId="523"/>
            <ac:graphicFrameMk id="7" creationId="{9AFE2ADD-6B58-9540-90D2-F8CFCB405FBC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8:07:22.684" v="17274"/>
        <pc:sldMkLst>
          <pc:docMk/>
          <pc:sldMk cId="509029562" sldId="524"/>
        </pc:sldMkLst>
        <pc:spChg chg="mod">
          <ac:chgData name="Hoàng, Phạm Đình" userId="9751e56f-facf-48fb-a28f-7199feb47b66" providerId="ADAL" clId="{55DB81D8-18E9-4883-9624-329A10098B1E}" dt="2026-04-06T08:39:47.752" v="12010" actId="14100"/>
          <ac:spMkLst>
            <pc:docMk/>
            <pc:sldMk cId="509029562" sldId="524"/>
            <ac:spMk id="2" creationId="{074B6DD1-F06D-7398-7971-CED7E2354655}"/>
          </ac:spMkLst>
        </pc:spChg>
        <pc:spChg chg="mod">
          <ac:chgData name="Hoàng, Phạm Đình" userId="9751e56f-facf-48fb-a28f-7199feb47b66" providerId="ADAL" clId="{55DB81D8-18E9-4883-9624-329A10098B1E}" dt="2026-04-14T06:32:36.657" v="16883" actId="20577"/>
          <ac:spMkLst>
            <pc:docMk/>
            <pc:sldMk cId="509029562" sldId="524"/>
            <ac:spMk id="27" creationId="{3D71235D-AFD7-BC44-A1F6-4C9A6010C51D}"/>
          </ac:spMkLst>
        </pc:spChg>
        <pc:graphicFrameChg chg="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509029562" sldId="524"/>
            <ac:graphicFrameMk id="5" creationId="{B3379EFA-9203-0338-64EA-4F1D01B42758}"/>
          </ac:graphicFrameMkLst>
        </pc:graphicFrameChg>
        <pc:picChg chg="add mod">
          <ac:chgData name="Hoàng, Phạm Đình" userId="9751e56f-facf-48fb-a28f-7199feb47b66" providerId="ADAL" clId="{55DB81D8-18E9-4883-9624-329A10098B1E}" dt="2026-04-14T06:32:32.569" v="16873" actId="1076"/>
          <ac:picMkLst>
            <pc:docMk/>
            <pc:sldMk cId="509029562" sldId="524"/>
            <ac:picMk id="6" creationId="{BAAF5F15-A8B0-4DEE-E885-995DDC237013}"/>
          </ac:picMkLst>
        </pc:picChg>
      </pc:sldChg>
      <pc:sldChg chg="addSp delSp modSp add mod">
        <pc:chgData name="Hoàng, Phạm Đình" userId="9751e56f-facf-48fb-a28f-7199feb47b66" providerId="ADAL" clId="{55DB81D8-18E9-4883-9624-329A10098B1E}" dt="2026-04-14T08:07:22.684" v="17274"/>
        <pc:sldMkLst>
          <pc:docMk/>
          <pc:sldMk cId="1261034481" sldId="525"/>
        </pc:sldMkLst>
        <pc:spChg chg="mod">
          <ac:chgData name="Hoàng, Phạm Đình" userId="9751e56f-facf-48fb-a28f-7199feb47b66" providerId="ADAL" clId="{55DB81D8-18E9-4883-9624-329A10098B1E}" dt="2026-04-06T10:47:57.700" v="13916" actId="20577"/>
          <ac:spMkLst>
            <pc:docMk/>
            <pc:sldMk cId="1261034481" sldId="525"/>
            <ac:spMk id="27" creationId="{4E68240A-40CC-B9B4-56C9-5694839A0940}"/>
          </ac:spMkLst>
        </pc:spChg>
        <pc:graphicFrameChg chg="mod">
          <ac:chgData name="Hoàng, Phạm Đình" userId="9751e56f-facf-48fb-a28f-7199feb47b66" providerId="ADAL" clId="{55DB81D8-18E9-4883-9624-329A10098B1E}" dt="2026-04-14T08:07:22.684" v="17274"/>
          <ac:graphicFrameMkLst>
            <pc:docMk/>
            <pc:sldMk cId="1261034481" sldId="525"/>
            <ac:graphicFrameMk id="6" creationId="{9451F235-EE08-593B-92D8-1861E1255E67}"/>
          </ac:graphicFrameMkLst>
        </pc:graphicFrameChg>
        <pc:picChg chg="add mod">
          <ac:chgData name="Hoàng, Phạm Đình" userId="9751e56f-facf-48fb-a28f-7199feb47b66" providerId="ADAL" clId="{55DB81D8-18E9-4883-9624-329A10098B1E}" dt="2026-04-14T06:26:21.562" v="16836" actId="1076"/>
          <ac:picMkLst>
            <pc:docMk/>
            <pc:sldMk cId="1261034481" sldId="525"/>
            <ac:picMk id="8" creationId="{FF0006A2-398D-9215-28D4-16164875A143}"/>
          </ac:picMkLst>
        </pc:picChg>
        <pc:picChg chg="add mod">
          <ac:chgData name="Hoàng, Phạm Đình" userId="9751e56f-facf-48fb-a28f-7199feb47b66" providerId="ADAL" clId="{55DB81D8-18E9-4883-9624-329A10098B1E}" dt="2026-04-14T06:26:20.305" v="16835" actId="1076"/>
          <ac:picMkLst>
            <pc:docMk/>
            <pc:sldMk cId="1261034481" sldId="525"/>
            <ac:picMk id="10" creationId="{9437D0E9-6E5C-0801-26B2-01A77A9F7A2E}"/>
          </ac:picMkLst>
        </pc:picChg>
        <pc:picChg chg="add mod">
          <ac:chgData name="Hoàng, Phạm Đình" userId="9751e56f-facf-48fb-a28f-7199feb47b66" providerId="ADAL" clId="{55DB81D8-18E9-4883-9624-329A10098B1E}" dt="2026-04-14T06:24:02.682" v="16822" actId="1035"/>
          <ac:picMkLst>
            <pc:docMk/>
            <pc:sldMk cId="1261034481" sldId="525"/>
            <ac:picMk id="13" creationId="{D815495C-5CF6-B0CB-CB51-5C0D7156C2B0}"/>
          </ac:picMkLst>
        </pc:picChg>
      </pc:sldChg>
      <pc:sldChg chg="addSp delSp modSp add mod">
        <pc:chgData name="Hoàng, Phạm Đình" userId="9751e56f-facf-48fb-a28f-7199feb47b66" providerId="ADAL" clId="{55DB81D8-18E9-4883-9624-329A10098B1E}" dt="2026-04-14T06:10:39.580" v="16420" actId="20577"/>
        <pc:sldMkLst>
          <pc:docMk/>
          <pc:sldMk cId="1802932700" sldId="526"/>
        </pc:sldMkLst>
        <pc:spChg chg="mod">
          <ac:chgData name="Hoàng, Phạm Đình" userId="9751e56f-facf-48fb-a28f-7199feb47b66" providerId="ADAL" clId="{55DB81D8-18E9-4883-9624-329A10098B1E}" dt="2026-04-14T06:10:39.580" v="16420" actId="20577"/>
          <ac:spMkLst>
            <pc:docMk/>
            <pc:sldMk cId="1802932700" sldId="526"/>
            <ac:spMk id="27" creationId="{39D43C18-E6B4-F79C-109B-C074526F1CEE}"/>
          </ac:spMkLst>
        </pc:spChg>
        <pc:grpChg chg="add del mod">
          <ac:chgData name="Hoàng, Phạm Đình" userId="9751e56f-facf-48fb-a28f-7199feb47b66" providerId="ADAL" clId="{55DB81D8-18E9-4883-9624-329A10098B1E}" dt="2026-04-08T02:57:11.960" v="14522" actId="1036"/>
          <ac:grpSpMkLst>
            <pc:docMk/>
            <pc:sldMk cId="1802932700" sldId="526"/>
            <ac:grpSpMk id="9" creationId="{D21708FF-26E0-3F51-8BC7-9D5A72A2329F}"/>
          </ac:grpSpMkLst>
        </pc:grpChg>
        <pc:picChg chg="add mod modCrop">
          <ac:chgData name="Hoàng, Phạm Đình" userId="9751e56f-facf-48fb-a28f-7199feb47b66" providerId="ADAL" clId="{55DB81D8-18E9-4883-9624-329A10098B1E}" dt="2026-04-08T02:57:23.236" v="14524" actId="14100"/>
          <ac:picMkLst>
            <pc:docMk/>
            <pc:sldMk cId="1802932700" sldId="526"/>
            <ac:picMk id="6" creationId="{029DD0AF-5F24-4BC4-A8BE-CCB7419279A1}"/>
          </ac:picMkLst>
        </pc:picChg>
        <pc:picChg chg="add mod">
          <ac:chgData name="Hoàng, Phạm Đình" userId="9751e56f-facf-48fb-a28f-7199feb47b66" providerId="ADAL" clId="{55DB81D8-18E9-4883-9624-329A10098B1E}" dt="2026-04-08T02:56:14.431" v="14509" actId="164"/>
          <ac:picMkLst>
            <pc:docMk/>
            <pc:sldMk cId="1802932700" sldId="526"/>
            <ac:picMk id="8" creationId="{1E45737D-AF1B-7D18-4D9A-7B674BF8448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119303"/>
                </a:solidFill>
              </a:rPr>
              <a:t>Giá</a:t>
            </a:r>
            <a:r>
              <a:rPr lang="en-US" baseline="0">
                <a:solidFill>
                  <a:srgbClr val="119303"/>
                </a:solidFill>
              </a:rPr>
              <a:t> trị đầu tư </a:t>
            </a:r>
            <a:r>
              <a:rPr lang="en-US">
                <a:solidFill>
                  <a:srgbClr val="119303"/>
                </a:solidFill>
              </a:rPr>
              <a:t>- Công</a:t>
            </a:r>
            <a:r>
              <a:rPr lang="en-US" baseline="0">
                <a:solidFill>
                  <a:srgbClr val="119303"/>
                </a:solidFill>
              </a:rPr>
              <a:t> </a:t>
            </a:r>
            <a:r>
              <a:rPr lang="en-US">
                <a:solidFill>
                  <a:srgbClr val="119303"/>
                </a:solidFill>
              </a:rPr>
              <a:t>suất thiết</a:t>
            </a:r>
            <a:r>
              <a:rPr lang="en-US" baseline="0">
                <a:solidFill>
                  <a:srgbClr val="119303"/>
                </a:solidFill>
              </a:rPr>
              <a:t> kế</a:t>
            </a:r>
            <a:endParaRPr lang="en-US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26838854308602489"/>
          <c:y val="9.259399322267859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99846577952763"/>
          <c:y val="0.17397361452577639"/>
          <c:w val="0.85567791177882002"/>
          <c:h val="0.7205222798607615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B.đồ!$B$5</c:f>
              <c:strCache>
                <c:ptCount val="1"/>
                <c:pt idx="0">
                  <c:v>Chuyền phân loại chai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D319-484D-9362-8B7F33C5D629}"/>
              </c:ext>
            </c:extLst>
          </c:dPt>
          <c:cat>
            <c:strRef>
              <c:f>B.đồ!$C$3:$F$3</c:f>
              <c:strCache>
                <c:ptCount val="4"/>
                <c:pt idx="0">
                  <c:v>Tổng</c:v>
                </c:pt>
                <c:pt idx="1">
                  <c:v>1.MMTB chính</c:v>
                </c:pt>
                <c:pt idx="2">
                  <c:v>2.Điện, hơi</c:v>
                </c:pt>
                <c:pt idx="3">
                  <c:v>3.Thiết bị SX</c:v>
                </c:pt>
              </c:strCache>
            </c:strRef>
          </c:cat>
          <c:val>
            <c:numRef>
              <c:f>B.đồ!$C$5:$F$5</c:f>
              <c:numCache>
                <c:formatCode>#,##0.0,,,</c:formatCode>
                <c:ptCount val="4"/>
                <c:pt idx="0">
                  <c:v>22190006000</c:v>
                </c:pt>
                <c:pt idx="1">
                  <c:v>16230006000</c:v>
                </c:pt>
                <c:pt idx="2">
                  <c:v>4035000000</c:v>
                </c:pt>
                <c:pt idx="3">
                  <c:v>1724000000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DD-49A7-BFC9-991F131B4A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B.đồ!$B$6</c15:sqref>
                        </c15:formulaRef>
                      </c:ext>
                    </c:extLst>
                    <c:strCache>
                      <c:ptCount val="1"/>
                      <c:pt idx="0">
                        <c:v>Chuyền băm vảy</c:v>
                      </c:pt>
                    </c:strCache>
                  </c:strRef>
                </c:tx>
                <c:spPr>
                  <a:solidFill>
                    <a:srgbClr val="70AD47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7.7777777777777779E-2"/>
                        <c:y val="1.03896103896103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63DD-49A7-BFC9-991F131B4AB4}"/>
                      </c:ext>
                    </c:extLst>
                  </c:dLbl>
                  <c:dLbl>
                    <c:idx val="1"/>
                    <c:layout>
                      <c:manualLayout>
                        <c:x val="-2.7777777777777779E-3"/>
                        <c:y val="5.1948051948051951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2-63DD-49A7-BFC9-991F131B4AB4}"/>
                      </c:ext>
                    </c:extLst>
                  </c:dLbl>
                  <c:dLbl>
                    <c:idx val="2"/>
                    <c:layout>
                      <c:manualLayout>
                        <c:x val="-2.7777777777777779E-3"/>
                        <c:y val="3.116883116883116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layout>
                          <c:manualLayout>
                            <c:w val="8.259733158355205E-2"/>
                            <c:h val="7.8987217506902546E-2"/>
                          </c:manualLayout>
                        </c15:layout>
                      </c:ext>
                      <c:ext xmlns:c16="http://schemas.microsoft.com/office/drawing/2014/chart" uri="{C3380CC4-5D6E-409C-BE32-E72D297353CC}">
                        <c16:uniqueId val="{00000003-63DD-49A7-BFC9-991F131B4AB4}"/>
                      </c:ext>
                    </c:extLst>
                  </c:dLbl>
                  <c:dLbl>
                    <c:idx val="3"/>
                    <c:layout>
                      <c:manualLayout>
                        <c:x val="0"/>
                        <c:y val="4.6753246753246804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4-63DD-49A7-BFC9-991F131B4AB4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B.đồ!$C$3:$F$3</c15:sqref>
                        </c15:formulaRef>
                      </c:ext>
                    </c:extLst>
                    <c:strCache>
                      <c:ptCount val="4"/>
                      <c:pt idx="0">
                        <c:v>Tổng</c:v>
                      </c:pt>
                      <c:pt idx="1">
                        <c:v>1.MMTB chính</c:v>
                      </c:pt>
                      <c:pt idx="2">
                        <c:v>2.Điện, hơi</c:v>
                      </c:pt>
                      <c:pt idx="3">
                        <c:v>3.Thiết bị SX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B.đồ!$C$6:$F$6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63DD-49A7-BFC9-991F131B4AB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3"/>
          <c:order val="3"/>
          <c:tx>
            <c:strRef>
              <c:f>B.đồ!$B$7</c:f>
              <c:strCache>
                <c:ptCount val="1"/>
                <c:pt idx="0">
                  <c:v>Tổng đầu tư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9720337528503923E-2"/>
                  <c:y val="-5.61024992301994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DD-49A7-BFC9-991F131B4AB4}"/>
                </c:ext>
              </c:extLst>
            </c:dLbl>
            <c:dLbl>
              <c:idx val="1"/>
              <c:layout>
                <c:manualLayout>
                  <c:x val="-4.0540129673154998E-2"/>
                  <c:y val="-4.59808720269739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DD-49A7-BFC9-991F131B4AB4}"/>
                </c:ext>
              </c:extLst>
            </c:dLbl>
            <c:dLbl>
              <c:idx val="2"/>
              <c:layout>
                <c:manualLayout>
                  <c:x val="-3.2513284317674709E-2"/>
                  <c:y val="-5.24930897422059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3DD-49A7-BFC9-991F131B4AB4}"/>
                </c:ext>
              </c:extLst>
            </c:dLbl>
            <c:dLbl>
              <c:idx val="3"/>
              <c:layout>
                <c:manualLayout>
                  <c:x val="-2.9735574649633913E-2"/>
                  <c:y val="-4.53596474787846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3DD-49A7-BFC9-991F131B4AB4}"/>
                </c:ext>
              </c:extLst>
            </c:dLbl>
            <c:spPr>
              <a:solidFill>
                <a:schemeClr val="bg1">
                  <a:alpha val="42000"/>
                </a:schemeClr>
              </a:solidFill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B.đồ!$C$12:$F$12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B.đồ!$C$7:$F$7</c:f>
              <c:numCache>
                <c:formatCode>#,##0.0,,,</c:formatCode>
                <c:ptCount val="4"/>
                <c:pt idx="0">
                  <c:v>22190006000</c:v>
                </c:pt>
                <c:pt idx="1">
                  <c:v>16230006000</c:v>
                </c:pt>
                <c:pt idx="2">
                  <c:v>4035000000</c:v>
                </c:pt>
                <c:pt idx="3">
                  <c:v>1724000000</c:v>
                </c:pt>
              </c:numCache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A-63DD-49A7-BFC9-991F131B4A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0704656"/>
        <c:axId val="520710896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53135"/>
        <c:axId val="187856495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B.đồ!$B$4</c15:sqref>
                        </c15:formulaRef>
                      </c:ext>
                    </c:extLst>
                    <c:strCache>
                      <c:ptCount val="1"/>
                      <c:pt idx="0">
                        <c:v>Công suất thiết kế</c:v>
                      </c:pt>
                    </c:strCache>
                  </c:strRef>
                </c:tx>
                <c:spPr>
                  <a:ln w="19050" cap="rnd">
                    <a:solidFill>
                      <a:srgbClr val="FFC000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0"/>
                    <c:layout>
                      <c:manualLayout>
                        <c:x val="-3.3291494363153748E-2"/>
                        <c:y val="2.1668474938535888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B-63DD-49A7-BFC9-991F131B4AB4}"/>
                      </c:ext>
                    </c:extLst>
                  </c:dLbl>
                  <c:dLbl>
                    <c:idx val="2"/>
                    <c:layout>
                      <c:manualLayout>
                        <c:x val="-4.4668820545062035E-2"/>
                        <c:y val="1.0389595011241875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C-63DD-49A7-BFC9-991F131B4AB4}"/>
                      </c:ext>
                    </c:extLst>
                  </c:dLbl>
                  <c:spPr>
                    <a:solidFill>
                      <a:srgbClr val="FFC000">
                        <a:alpha val="45000"/>
                      </a:srgbClr>
                    </a:solidFill>
                    <a:ln w="9525">
                      <a:solidFill>
                        <a:srgbClr val="FFC000"/>
                      </a:solidFill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B.đồ!$C$4:$F$4</c15:sqref>
                        </c15:formulaRef>
                      </c:ext>
                    </c:extLst>
                    <c:numCache>
                      <c:formatCode>#,###,</c:formatCode>
                      <c:ptCount val="4"/>
                      <c:pt idx="0">
                        <c:v>1000000</c:v>
                      </c:pt>
                      <c:pt idx="1">
                        <c:v>1000000</c:v>
                      </c:pt>
                      <c:pt idx="2">
                        <c:v>1000000</c:v>
                      </c:pt>
                      <c:pt idx="3">
                        <c:v>1000000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D-63DD-49A7-BFC9-991F131B4AB4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6.3495150392136948E-2"/>
              <c:y val="8.183524550676206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187856495"/>
        <c:scaling>
          <c:orientation val="minMax"/>
        </c:scaling>
        <c:delete val="0"/>
        <c:axPos val="r"/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53135"/>
        <c:crosses val="max"/>
        <c:crossBetween val="between"/>
      </c:valAx>
      <c:catAx>
        <c:axId val="1878531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78564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119303"/>
                </a:solidFill>
              </a:rPr>
              <a:t>Sản lượng </a:t>
            </a:r>
            <a:r>
              <a:rPr lang="en-US" sz="1100">
                <a:solidFill>
                  <a:srgbClr val="119303"/>
                </a:solidFill>
              </a:rPr>
              <a:t>mua - bán</a:t>
            </a:r>
          </a:p>
        </c:rich>
      </c:tx>
      <c:layout>
        <c:manualLayout>
          <c:xMode val="edge"/>
          <c:yMode val="edge"/>
          <c:x val="0.33190502879848355"/>
          <c:y val="9.259405074365704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370603674540683"/>
          <c:y val="0.14799959096022089"/>
          <c:w val="0.81306014873140864"/>
          <c:h val="0.638726159230096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B.đồ!$B$13</c:f>
              <c:strCache>
                <c:ptCount val="1"/>
                <c:pt idx="0">
                  <c:v>SL mua B0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8935185185185184E-3"/>
                  <c:y val="-6.11111111111111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BB-4424-B95B-61D8825FECD6}"/>
                </c:ext>
              </c:extLst>
            </c:dLbl>
            <c:dLbl>
              <c:idx val="1"/>
              <c:layout>
                <c:manualLayout>
                  <c:x val="-2.8935185185185717E-3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BB-4424-B95B-61D8825FECD6}"/>
                </c:ext>
              </c:extLst>
            </c:dLbl>
            <c:dLbl>
              <c:idx val="2"/>
              <c:layout>
                <c:manualLayout>
                  <c:x val="-5.7870370370370367E-3"/>
                  <c:y val="-4.03320209973753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D60-4286-B24A-432899A1B9CB}"/>
                </c:ext>
              </c:extLst>
            </c:dLbl>
            <c:dLbl>
              <c:idx val="3"/>
              <c:layout>
                <c:manualLayout>
                  <c:x val="0"/>
                  <c:y val="-4.4444444444444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2BB-4424-B95B-61D8825FEC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B.đồ!$C$12:$F$12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B.đồ!$C$13:$F$13</c:f>
              <c:numCache>
                <c:formatCode>#,###,</c:formatCode>
                <c:ptCount val="4"/>
                <c:pt idx="0">
                  <c:v>400000</c:v>
                </c:pt>
                <c:pt idx="1">
                  <c:v>600000</c:v>
                </c:pt>
                <c:pt idx="2">
                  <c:v>800000</c:v>
                </c:pt>
                <c:pt idx="3">
                  <c:v>1000000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60-4286-B24A-432899A1B9CB}"/>
            </c:ext>
          </c:extLst>
        </c:ser>
        <c:ser>
          <c:idx val="1"/>
          <c:order val="1"/>
          <c:tx>
            <c:strRef>
              <c:f>B.đồ!$B$14</c:f>
              <c:strCache>
                <c:ptCount val="1"/>
                <c:pt idx="0">
                  <c:v>SL bán Chai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8.6805555555555022E-3"/>
                  <c:y val="1.1111111111111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BB-4424-B95B-61D8825FECD6}"/>
                </c:ext>
              </c:extLst>
            </c:dLbl>
            <c:dLbl>
              <c:idx val="2"/>
              <c:layout>
                <c:manualLayout>
                  <c:x val="1.157407407407407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2BB-4424-B95B-61D8825FECD6}"/>
                </c:ext>
              </c:extLst>
            </c:dLbl>
            <c:dLbl>
              <c:idx val="3"/>
              <c:layout>
                <c:manualLayout>
                  <c:x val="8.680555555555555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BB-4424-B95B-61D8825FEC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4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B.đồ!$C$12:$F$12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B.đồ!$C$14:$F$14</c:f>
              <c:numCache>
                <c:formatCode>#,###,</c:formatCode>
                <c:ptCount val="4"/>
                <c:pt idx="0">
                  <c:v>369600</c:v>
                </c:pt>
                <c:pt idx="1">
                  <c:v>554400</c:v>
                </c:pt>
                <c:pt idx="2">
                  <c:v>739200</c:v>
                </c:pt>
                <c:pt idx="3">
                  <c:v>924000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60-4286-B24A-432899A1B9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B.đồ!$B$15</c15:sqref>
                        </c15:formulaRef>
                      </c:ext>
                    </c:extLst>
                    <c:strCache>
                      <c:ptCount val="1"/>
                      <c:pt idx="0">
                        <c:v>SL bán Vảy</c:v>
                      </c:pt>
                    </c:strCache>
                  </c:strRef>
                </c:tx>
                <c:spPr>
                  <a:solidFill>
                    <a:srgbClr val="70AD47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2"/>
                    <c:layout>
                      <c:manualLayout>
                        <c:x val="5.5555555555555558E-3"/>
                        <c:y val="3.116883116883116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3-9D60-4286-B24A-432899A1B9C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B.đồ!$C$15:$F$15</c15:sqref>
                        </c15:formulaRef>
                      </c:ext>
                    </c:extLst>
                    <c:numCache>
                      <c:formatCode>#,###,</c:formatCode>
                      <c:ptCount val="4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9D60-4286-B24A-432899A1B9CB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B.đồ!$B$16</c15:sqref>
                        </c15:formulaRef>
                      </c:ext>
                    </c:extLst>
                    <c:strCache>
                      <c:ptCount val="1"/>
                      <c:pt idx="0">
                        <c:v>Công suất Chai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B.đồ!$C$16:$F$16</c15:sqref>
                        </c15:formulaRef>
                      </c:ext>
                    </c:extLst>
                    <c:numCache>
                      <c:formatCode>#,###,</c:formatCode>
                      <c:ptCount val="4"/>
                      <c:pt idx="0">
                        <c:v>1000000</c:v>
                      </c:pt>
                      <c:pt idx="1">
                        <c:v>1000000</c:v>
                      </c:pt>
                      <c:pt idx="2">
                        <c:v>1000000</c:v>
                      </c:pt>
                      <c:pt idx="3">
                        <c:v>1000000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9D60-4286-B24A-432899A1B9CB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B.đồ!$B$17</c15:sqref>
                        </c15:formulaRef>
                      </c:ext>
                    </c:extLst>
                    <c:strCache>
                      <c:ptCount val="1"/>
                      <c:pt idx="0">
                        <c:v>Công suất Vay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B.đồ!$C$17:$F$17</c15:sqref>
                        </c15:formulaRef>
                      </c:ext>
                    </c:extLst>
                    <c:numCache>
                      <c:formatCode>#,###,</c:formatCode>
                      <c:ptCount val="4"/>
                      <c:pt idx="0">
                        <c:v>1000000</c:v>
                      </c:pt>
                      <c:pt idx="1">
                        <c:v>1000000</c:v>
                      </c:pt>
                      <c:pt idx="2">
                        <c:v>1000000</c:v>
                      </c:pt>
                      <c:pt idx="3">
                        <c:v>1000000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9D60-4286-B24A-432899A1B9CB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0210928"/>
        <c:axId val="610211888"/>
        <c:extLst>
          <c:ext xmlns:c15="http://schemas.microsoft.com/office/drawing/2012/chart" uri="{02D57815-91ED-43cb-92C2-25804820EDAC}">
            <c15:filteredLineSeries>
              <c15:ser>
                <c:idx val="5"/>
                <c:order val="5"/>
                <c:tx>
                  <c:strRef>
                    <c:extLst>
                      <c:ext uri="{02D57815-91ED-43cb-92C2-25804820EDAC}">
                        <c15:formulaRef>
                          <c15:sqref>B.đồ!$B$18</c15:sqref>
                        </c15:formulaRef>
                      </c:ext>
                    </c:extLst>
                    <c:strCache>
                      <c:ptCount val="1"/>
                      <c:pt idx="0">
                        <c:v>Hiệu suất Chai</c:v>
                      </c:pt>
                    </c:strCache>
                  </c:strRef>
                </c:tx>
                <c:spPr>
                  <a:ln w="12700" cap="rnd">
                    <a:solidFill>
                      <a:srgbClr val="FFC000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B.đồ!$C$18:$F$18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0.4</c:v>
                      </c:pt>
                      <c:pt idx="1">
                        <c:v>0.6</c:v>
                      </c:pt>
                      <c:pt idx="2">
                        <c:v>0.8</c:v>
                      </c:pt>
                      <c:pt idx="3">
                        <c:v>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9D60-4286-B24A-432899A1B9C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B.đồ!$B$19</c15:sqref>
                        </c15:formulaRef>
                      </c:ext>
                    </c:extLst>
                    <c:strCache>
                      <c:ptCount val="1"/>
                      <c:pt idx="0">
                        <c:v>Hiệu suất Vảy</c:v>
                      </c:pt>
                    </c:strCache>
                  </c:strRef>
                </c:tx>
                <c:spPr>
                  <a:ln w="12700" cap="rnd">
                    <a:solidFill>
                      <a:srgbClr val="0066FF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B.đồ!$C$19:$F$19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9D60-4286-B24A-432899A1B9CB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1.0648148148148148E-2"/>
              <c:y val="2.149650043744531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610211888"/>
        <c:scaling>
          <c:orientation val="minMax"/>
          <c:max val="1"/>
          <c:min val="0.30000000000000004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210928"/>
        <c:crosses val="max"/>
        <c:crossBetween val="between"/>
        <c:majorUnit val="0.1"/>
      </c:valAx>
      <c:catAx>
        <c:axId val="61021092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1021188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098600174978128"/>
          <c:y val="0.89549825021872276"/>
          <c:w val="0.82025000000000015"/>
          <c:h val="9.98718285214348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119303"/>
                </a:solidFill>
              </a:rPr>
              <a:t>Doanh</a:t>
            </a:r>
            <a:r>
              <a:rPr lang="en-US" sz="1100" b="1" baseline="0">
                <a:solidFill>
                  <a:srgbClr val="119303"/>
                </a:solidFill>
              </a:rPr>
              <a:t> thu </a:t>
            </a:r>
            <a:r>
              <a:rPr lang="en-US" sz="1100" baseline="0">
                <a:solidFill>
                  <a:srgbClr val="119303"/>
                </a:solidFill>
              </a:rPr>
              <a:t>và </a:t>
            </a:r>
            <a:r>
              <a:rPr lang="en-US" sz="1100" b="1" baseline="0">
                <a:solidFill>
                  <a:srgbClr val="119303"/>
                </a:solidFill>
              </a:rPr>
              <a:t>Lợi nhuận </a:t>
            </a:r>
            <a:r>
              <a:rPr lang="en-US" sz="1100" baseline="0">
                <a:solidFill>
                  <a:srgbClr val="119303"/>
                </a:solidFill>
              </a:rPr>
              <a:t>sau thuế</a:t>
            </a:r>
            <a:endParaRPr lang="en-US" sz="110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29799300087489061"/>
          <c:y val="4.06462828510072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931193496646253E-2"/>
          <c:y val="0.11841819772528434"/>
          <c:w val="0.79083792650918638"/>
          <c:h val="0.750207349081364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B.đồ!$B$24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B.đồ!$C$24:$F$24</c:f>
              <c:numCache>
                <c:formatCode>#,##0.0,,,</c:formatCode>
                <c:ptCount val="4"/>
                <c:pt idx="0">
                  <c:v>63302400000</c:v>
                </c:pt>
                <c:pt idx="1">
                  <c:v>94953600000</c:v>
                </c:pt>
                <c:pt idx="2">
                  <c:v>126604800000</c:v>
                </c:pt>
                <c:pt idx="3">
                  <c:v>158256000000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EF-45AF-B769-ED1FE32C28A3}"/>
            </c:ext>
          </c:extLst>
        </c:ser>
        <c:ser>
          <c:idx val="3"/>
          <c:order val="3"/>
          <c:tx>
            <c:strRef>
              <c:f>B.đồ!$B$27</c:f>
              <c:strCache>
                <c:ptCount val="1"/>
                <c:pt idx="0">
                  <c:v>LN sau thuế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6134259259259203E-2"/>
                  <c:y val="8.748906386701662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EF-45AF-B769-ED1FE32C28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B.đồ!$C$27:$F$27</c:f>
              <c:numCache>
                <c:formatCode>#,##0.0,,,</c:formatCode>
                <c:ptCount val="4"/>
                <c:pt idx="0">
                  <c:v>-2906074726.5618744</c:v>
                </c:pt>
                <c:pt idx="1">
                  <c:v>1100764919.3257477</c:v>
                </c:pt>
                <c:pt idx="2">
                  <c:v>4962127219.9009981</c:v>
                </c:pt>
                <c:pt idx="3">
                  <c:v>9684071920.4762478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EF-45AF-B769-ED1FE32C28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B.đồ!$B$25</c15:sqref>
                        </c15:formulaRef>
                      </c:ext>
                    </c:extLst>
                    <c:strCache>
                      <c:ptCount val="1"/>
                      <c:pt idx="0">
                        <c:v>Lãi biến phí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B.đồ!$C$25:$F$25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12982154059.130432</c:v>
                      </c:pt>
                      <c:pt idx="1">
                        <c:v>19473231088.695648</c:v>
                      </c:pt>
                      <c:pt idx="2">
                        <c:v>25964308118.260864</c:v>
                      </c:pt>
                      <c:pt idx="3">
                        <c:v>32455385147.82608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A0EF-45AF-B769-ED1FE32C28A3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B.đồ!$B$29</c15:sqref>
                        </c15:formulaRef>
                      </c:ext>
                    </c:extLst>
                    <c:strCache>
                      <c:ptCount val="1"/>
                      <c:pt idx="0">
                        <c:v>EBITDA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B.đồ!$C$29:$F$29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-976699226.56187415</c:v>
                      </c:pt>
                      <c:pt idx="1">
                        <c:v>3030140419.325748</c:v>
                      </c:pt>
                      <c:pt idx="2">
                        <c:v>6891502719.9009981</c:v>
                      </c:pt>
                      <c:pt idx="3">
                        <c:v>11613447420.476248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A0EF-45AF-B769-ED1FE32C28A3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4"/>
          <c:order val="4"/>
          <c:tx>
            <c:strRef>
              <c:f>B.đồ!$B$28</c:f>
              <c:strCache>
                <c:ptCount val="1"/>
                <c:pt idx="0">
                  <c:v>% LN sau thuế</c:v>
                </c:pt>
              </c:strCache>
            </c:strRef>
          </c:tx>
          <c:spPr>
            <a:ln w="158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3305628463108805E-2"/>
                  <c:y val="-0.1112887139107611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EF-45AF-B769-ED1FE32C28A3}"/>
                </c:ext>
              </c:extLst>
            </c:dLbl>
            <c:dLbl>
              <c:idx val="1"/>
              <c:layout>
                <c:manualLayout>
                  <c:x val="-6.983404418197778E-3"/>
                  <c:y val="-8.11513560804898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EF-45AF-B769-ED1FE32C28A3}"/>
                </c:ext>
              </c:extLst>
            </c:dLbl>
            <c:dLbl>
              <c:idx val="2"/>
              <c:layout>
                <c:manualLayout>
                  <c:x val="-1.0300470253718284E-3"/>
                  <c:y val="-0.1041456692913385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EF-45AF-B769-ED1FE32C28A3}"/>
                </c:ext>
              </c:extLst>
            </c:dLbl>
            <c:dLbl>
              <c:idx val="3"/>
              <c:layout>
                <c:manualLayout>
                  <c:x val="-1.26152850685331E-3"/>
                  <c:y val="-8.74790026246719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0EF-45AF-B769-ED1FE32C28A3}"/>
                </c:ext>
              </c:extLst>
            </c:dLbl>
            <c:spPr>
              <a:noFill/>
              <a:ln w="6350">
                <a:solidFill>
                  <a:srgbClr val="00B05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B.đồ!$C$28:$F$28</c:f>
              <c:numCache>
                <c:formatCode>0.0%</c:formatCode>
                <c:ptCount val="4"/>
                <c:pt idx="0">
                  <c:v>-4.5907812761631063E-2</c:v>
                </c:pt>
                <c:pt idx="1">
                  <c:v>1.1592661250608169E-2</c:v>
                </c:pt>
                <c:pt idx="2">
                  <c:v>3.9193831670687039E-2</c:v>
                </c:pt>
                <c:pt idx="3">
                  <c:v>6.119244717720812E-2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0EF-45AF-B769-ED1FE32C28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0210928"/>
        <c:axId val="610211888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B.đồ!$B$26</c15:sqref>
                        </c15:formulaRef>
                      </c:ext>
                    </c:extLst>
                    <c:strCache>
                      <c:ptCount val="1"/>
                      <c:pt idx="0">
                        <c:v>% lãi biến phí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B.đồ!$C$26:$F$26</c15:sqref>
                        </c15:formulaRef>
                      </c:ext>
                    </c:extLst>
                    <c:numCache>
                      <c:formatCode>0.0%</c:formatCode>
                      <c:ptCount val="4"/>
                      <c:pt idx="0">
                        <c:v>0.20508154602559195</c:v>
                      </c:pt>
                      <c:pt idx="1">
                        <c:v>0.20508154602559195</c:v>
                      </c:pt>
                      <c:pt idx="2">
                        <c:v>0.20508154602559195</c:v>
                      </c:pt>
                      <c:pt idx="3">
                        <c:v>0.20508154602559195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A0EF-45AF-B769-ED1FE32C28A3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B.đồ!$B$30</c15:sqref>
                        </c15:formulaRef>
                      </c:ext>
                    </c:extLst>
                    <c:strCache>
                      <c:ptCount val="1"/>
                      <c:pt idx="0">
                        <c:v>% EBITDA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B.đồ!$C$30:$F$30</c15:sqref>
                        </c15:formulaRef>
                      </c:ext>
                    </c:extLst>
                    <c:numCache>
                      <c:formatCode>0.0%</c:formatCode>
                      <c:ptCount val="4"/>
                      <c:pt idx="0">
                        <c:v>-1.5429102633737018E-2</c:v>
                      </c:pt>
                      <c:pt idx="1">
                        <c:v>3.1911801335870869E-2</c:v>
                      </c:pt>
                      <c:pt idx="2">
                        <c:v>5.4433186734634056E-2</c:v>
                      </c:pt>
                      <c:pt idx="3">
                        <c:v>7.3383931228365729E-2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A0EF-45AF-B769-ED1FE32C28A3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3.6627296587926502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  <c:majorUnit val="30000000000"/>
      </c:valAx>
      <c:valAx>
        <c:axId val="610211888"/>
        <c:scaling>
          <c:orientation val="minMax"/>
          <c:max val="0.15000000000000002"/>
        </c:scaling>
        <c:delete val="0"/>
        <c:axPos val="r"/>
        <c:numFmt formatCode="0.0%" sourceLinked="1"/>
        <c:majorTickMark val="in"/>
        <c:minorTickMark val="in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210928"/>
        <c:crosses val="max"/>
        <c:crossBetween val="between"/>
        <c:majorUnit val="5.000000000000001E-2"/>
      </c:valAx>
      <c:catAx>
        <c:axId val="61021092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1021188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8208223972003503E-2"/>
          <c:y val="0.8940554248900705"/>
          <c:w val="0.82025000000000015"/>
          <c:h val="0.101314653850086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119303"/>
                </a:solidFill>
              </a:rPr>
              <a:t>Lãi</a:t>
            </a:r>
            <a:r>
              <a:rPr lang="en-US" sz="1100" b="1" baseline="0">
                <a:solidFill>
                  <a:srgbClr val="119303"/>
                </a:solidFill>
              </a:rPr>
              <a:t> biến phí </a:t>
            </a:r>
            <a:r>
              <a:rPr lang="en-US" sz="1100" baseline="0">
                <a:solidFill>
                  <a:srgbClr val="119303"/>
                </a:solidFill>
              </a:rPr>
              <a:t>và EBITDA</a:t>
            </a:r>
            <a:endParaRPr lang="en-US" sz="110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29799300087489061"/>
          <c:y val="4.06462828510072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3381452318461"/>
          <c:y val="0.135084864391951"/>
          <c:w val="0.79083792650918638"/>
          <c:h val="0.73743307086614163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B.đồ!$B$25</c:f>
              <c:strCache>
                <c:ptCount val="1"/>
                <c:pt idx="0">
                  <c:v>Lãi biến phí</c:v>
                </c:pt>
              </c:strCache>
              <c:extLst xmlns:c15="http://schemas.microsoft.com/office/drawing/2012/chart"/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5.7870370370371434E-3"/>
                  <c:y val="1.66666666666666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AE-4394-800D-3E111306BBAE}"/>
                </c:ext>
              </c:extLst>
            </c:dLbl>
            <c:dLbl>
              <c:idx val="3"/>
              <c:layout>
                <c:manualLayout>
                  <c:x val="7.49999999999999E-2"/>
                  <c:y val="5.21644794400699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CE-4CB2-A124-2866C707AE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B.đồ!$C$25:$F$25</c:f>
              <c:numCache>
                <c:formatCode>#,##0.0,,,</c:formatCode>
                <c:ptCount val="4"/>
                <c:pt idx="0">
                  <c:v>12982154059.130432</c:v>
                </c:pt>
                <c:pt idx="1">
                  <c:v>19473231088.695648</c:v>
                </c:pt>
                <c:pt idx="2">
                  <c:v>25964308118.260864</c:v>
                </c:pt>
                <c:pt idx="3">
                  <c:v>32455385147.82608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1-A0CE-4CB2-A124-2866C707AE52}"/>
            </c:ext>
          </c:extLst>
        </c:ser>
        <c:ser>
          <c:idx val="5"/>
          <c:order val="5"/>
          <c:tx>
            <c:strRef>
              <c:f>B.đồ!$B$29</c:f>
              <c:strCache>
                <c:ptCount val="1"/>
                <c:pt idx="0">
                  <c:v>EBITDA</c:v>
                </c:pt>
              </c:strCache>
              <c:extLst xmlns:c15="http://schemas.microsoft.com/office/drawing/2012/chart"/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516814304461941E-2"/>
                  <c:y val="-7.06220472440943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0CE-4CB2-A124-2866C707AE52}"/>
                </c:ext>
              </c:extLst>
            </c:dLbl>
            <c:dLbl>
              <c:idx val="1"/>
              <c:layout>
                <c:manualLayout>
                  <c:x val="1.3876145840182647E-2"/>
                  <c:y val="-1.61464284137610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CE-4CB2-A124-2866C707AE52}"/>
                </c:ext>
              </c:extLst>
            </c:dLbl>
            <c:dLbl>
              <c:idx val="2"/>
              <c:layout>
                <c:manualLayout>
                  <c:x val="1.1098352289297172E-2"/>
                  <c:y val="3.49956255468066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CE-4CB2-A124-2866C707AE52}"/>
                </c:ext>
              </c:extLst>
            </c:dLbl>
            <c:dLbl>
              <c:idx val="3"/>
              <c:layout>
                <c:manualLayout>
                  <c:x val="1.1098391044647535E-2"/>
                  <c:y val="5.092690284318153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CE-4CB2-A124-2866C707AE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B.đồ!$C$29:$F$29</c:f>
              <c:numCache>
                <c:formatCode>#,##0.0,,,</c:formatCode>
                <c:ptCount val="4"/>
                <c:pt idx="0">
                  <c:v>-976699226.56187415</c:v>
                </c:pt>
                <c:pt idx="1">
                  <c:v>3030140419.325748</c:v>
                </c:pt>
                <c:pt idx="2">
                  <c:v>6891502719.9009981</c:v>
                </c:pt>
                <c:pt idx="3">
                  <c:v>11613447420.476248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6-A0CE-4CB2-A124-2866C707AE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B.đồ!$B$24</c15:sqref>
                        </c15:formulaRef>
                      </c:ext>
                    </c:extLst>
                    <c:strCache>
                      <c:ptCount val="1"/>
                      <c:pt idx="0">
                        <c:v>Doanh thu</c:v>
                      </c:pt>
                    </c:strCache>
                  </c:strRef>
                </c:tx>
                <c:spPr>
                  <a:solidFill>
                    <a:srgbClr val="2F97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B.đồ!$C$24:$F$24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63302400000</c:v>
                      </c:pt>
                      <c:pt idx="1">
                        <c:v>94953600000</c:v>
                      </c:pt>
                      <c:pt idx="2">
                        <c:v>126604800000</c:v>
                      </c:pt>
                      <c:pt idx="3">
                        <c:v>158256000000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A0CE-4CB2-A124-2866C707AE52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B.đồ!$B$27</c15:sqref>
                        </c15:formulaRef>
                      </c:ext>
                    </c:extLst>
                    <c:strCache>
                      <c:ptCount val="1"/>
                      <c:pt idx="0">
                        <c:v>LN sau thuế</c:v>
                      </c:pt>
                    </c:strCache>
                  </c:strRef>
                </c:tx>
                <c:spPr>
                  <a:solidFill>
                    <a:srgbClr val="00B05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B.đồ!$C$27:$F$27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-2906074726.5618744</c:v>
                      </c:pt>
                      <c:pt idx="1">
                        <c:v>1100764919.3257477</c:v>
                      </c:pt>
                      <c:pt idx="2">
                        <c:v>4962127219.9009981</c:v>
                      </c:pt>
                      <c:pt idx="3">
                        <c:v>9684071920.4762478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A0CE-4CB2-A124-2866C707AE52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B.đồ!$B$26</c:f>
              <c:strCache>
                <c:ptCount val="1"/>
                <c:pt idx="0">
                  <c:v>% lãi biến phí</c:v>
                </c:pt>
              </c:strCache>
              <c:extLst xmlns:c15="http://schemas.microsoft.com/office/drawing/2012/chart"/>
            </c:strRef>
          </c:tx>
          <c:spPr>
            <a:ln w="15875" cap="rnd">
              <a:solidFill>
                <a:srgbClr val="3399FF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6.8590332458442801E-2"/>
                  <c:y val="-7.528581654565906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0CE-4CB2-A124-2866C707AE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B.đồ!$C$26:$F$26</c:f>
              <c:numCache>
                <c:formatCode>0.0%</c:formatCode>
                <c:ptCount val="4"/>
                <c:pt idx="0">
                  <c:v>0.20508154602559195</c:v>
                </c:pt>
                <c:pt idx="1">
                  <c:v>0.20508154602559195</c:v>
                </c:pt>
                <c:pt idx="2">
                  <c:v>0.20508154602559195</c:v>
                </c:pt>
                <c:pt idx="3">
                  <c:v>0.20508154602559195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8-A0CE-4CB2-A124-2866C707AE52}"/>
            </c:ext>
          </c:extLst>
        </c:ser>
        <c:ser>
          <c:idx val="6"/>
          <c:order val="6"/>
          <c:tx>
            <c:strRef>
              <c:f>B.đồ!$B$30</c:f>
              <c:strCache>
                <c:ptCount val="1"/>
                <c:pt idx="0">
                  <c:v>% EBITDA</c:v>
                </c:pt>
              </c:strCache>
              <c:extLst xmlns:c15="http://schemas.microsoft.com/office/drawing/2012/chart"/>
            </c:strRef>
          </c:tx>
          <c:spPr>
            <a:ln w="158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8.2449329250510357E-3"/>
                  <c:y val="-0.1440813648293963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0CE-4CB2-A124-2866C707AE52}"/>
                </c:ext>
              </c:extLst>
            </c:dLbl>
            <c:dLbl>
              <c:idx val="1"/>
              <c:layout>
                <c:manualLayout>
                  <c:x val="-8.5648148148147613E-3"/>
                  <c:y val="-0.1520923009623796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0CE-4CB2-A124-2866C707AE52}"/>
                </c:ext>
              </c:extLst>
            </c:dLbl>
            <c:dLbl>
              <c:idx val="2"/>
              <c:layout>
                <c:manualLayout>
                  <c:x val="-1.0995370370370371E-2"/>
                  <c:y val="-0.130230971128608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0CE-4CB2-A124-2866C707AE52}"/>
                </c:ext>
              </c:extLst>
            </c:dLbl>
            <c:dLbl>
              <c:idx val="3"/>
              <c:layout>
                <c:manualLayout>
                  <c:x val="-1.1111111111111217E-2"/>
                  <c:y val="-0.1517314085739283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0CE-4CB2-A124-2866C707AE52}"/>
                </c:ext>
              </c:extLst>
            </c:dLbl>
            <c:spPr>
              <a:noFill/>
              <a:ln w="6350">
                <a:solidFill>
                  <a:srgbClr val="00B05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B.đồ!$C$30:$F$30</c:f>
              <c:numCache>
                <c:formatCode>0.0%</c:formatCode>
                <c:ptCount val="4"/>
                <c:pt idx="0">
                  <c:v>-1.5429102633737018E-2</c:v>
                </c:pt>
                <c:pt idx="1">
                  <c:v>3.1911801335870869E-2</c:v>
                </c:pt>
                <c:pt idx="2">
                  <c:v>5.4433186734634056E-2</c:v>
                </c:pt>
                <c:pt idx="3">
                  <c:v>7.3383931228365729E-2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D-A0CE-4CB2-A124-2866C707AE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0210928"/>
        <c:axId val="610211888"/>
        <c:extLst>
          <c:ext xmlns:c15="http://schemas.microsoft.com/office/drawing/2012/chart" uri="{02D57815-91ED-43cb-92C2-25804820EDAC}">
            <c15:filteredLin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B.đồ!$B$28</c15:sqref>
                        </c15:formulaRef>
                      </c:ext>
                    </c:extLst>
                    <c:strCache>
                      <c:ptCount val="1"/>
                      <c:pt idx="0">
                        <c:v>% LN sau thuế</c:v>
                      </c:pt>
                    </c:strCache>
                  </c:strRef>
                </c:tx>
                <c:spPr>
                  <a:ln w="15875" cap="rnd">
                    <a:solidFill>
                      <a:srgbClr val="00B050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B.đồ!$C$28:$F$28</c15:sqref>
                        </c15:formulaRef>
                      </c:ext>
                    </c:extLst>
                    <c:numCache>
                      <c:formatCode>0.0%</c:formatCode>
                      <c:ptCount val="4"/>
                      <c:pt idx="0">
                        <c:v>-4.5907812761631063E-2</c:v>
                      </c:pt>
                      <c:pt idx="1">
                        <c:v>1.1592661250608169E-2</c:v>
                      </c:pt>
                      <c:pt idx="2">
                        <c:v>3.9193831670687039E-2</c:v>
                      </c:pt>
                      <c:pt idx="3">
                        <c:v>6.119244717720812E-2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10-A0CE-4CB2-A124-2866C707AE52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1.4236111111111109E-2"/>
              <c:y val="4.0236220472440959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  <c:majorUnit val="10000000000"/>
      </c:valAx>
      <c:valAx>
        <c:axId val="610211888"/>
        <c:scaling>
          <c:orientation val="minMax"/>
          <c:max val="0.25"/>
        </c:scaling>
        <c:delete val="0"/>
        <c:axPos val="r"/>
        <c:numFmt formatCode="0.0%" sourceLinked="1"/>
        <c:majorTickMark val="in"/>
        <c:minorTickMark val="in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210928"/>
        <c:crosses val="max"/>
        <c:crossBetween val="between"/>
        <c:majorUnit val="5.000000000000001E-2"/>
      </c:valAx>
      <c:catAx>
        <c:axId val="61021092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1021188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652668416447925E-2"/>
          <c:y val="0.8992502300848757"/>
          <c:w val="0.82025000000000015"/>
          <c:h val="9.61198486552817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 baseline="0">
                <a:solidFill>
                  <a:srgbClr val="119303"/>
                </a:solidFill>
              </a:rPr>
              <a:t>Biến phí </a:t>
            </a:r>
            <a:r>
              <a:rPr lang="en-US" sz="1100" baseline="0">
                <a:solidFill>
                  <a:srgbClr val="119303"/>
                </a:solidFill>
              </a:rPr>
              <a:t>vs </a:t>
            </a:r>
            <a:r>
              <a:rPr lang="en-US" sz="1100" b="1" baseline="0">
                <a:solidFill>
                  <a:srgbClr val="119303"/>
                </a:solidFill>
              </a:rPr>
              <a:t>Định phí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34217179579517859"/>
          <c:y val="4.064739448136410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289370078740158E-2"/>
          <c:y val="0.17397361693424684"/>
          <c:w val="0.92417125984251969"/>
          <c:h val="0.62653277431230192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B.đồ!$B$39</c:f>
              <c:strCache>
                <c:ptCount val="1"/>
                <c:pt idx="0">
                  <c:v> ĐỊNH PHÍ 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6712962962963097E-3"/>
                  <c:y val="-9.9309711286089244E-2"/>
                </c:manualLayout>
              </c:layout>
              <c:tx>
                <c:rich>
                  <a:bodyPr/>
                  <a:lstStyle/>
                  <a:p>
                    <a:fld id="{18082F4C-1A8F-41CB-AF52-ACDBBA29564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378A7276-E144-475F-B928-FAF4E27EB372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A8FD-4861-9301-EA4799808729}"/>
                </c:ext>
              </c:extLst>
            </c:dLbl>
            <c:dLbl>
              <c:idx val="1"/>
              <c:layout>
                <c:manualLayout>
                  <c:x val="-5.6585374744823561E-3"/>
                  <c:y val="-0.11504418197725284"/>
                </c:manualLayout>
              </c:layout>
              <c:tx>
                <c:rich>
                  <a:bodyPr/>
                  <a:lstStyle/>
                  <a:p>
                    <a:fld id="{9170EBD5-862E-4ADA-8890-CA6B65707A4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DB5A9E13-0D3B-4D94-8E39-21E992753142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8FD-4861-9301-EA4799808729}"/>
                </c:ext>
              </c:extLst>
            </c:dLbl>
            <c:dLbl>
              <c:idx val="2"/>
              <c:layout>
                <c:manualLayout>
                  <c:x val="2.8935185185184125E-3"/>
                  <c:y val="-0.11463079615048119"/>
                </c:manualLayout>
              </c:layout>
              <c:tx>
                <c:rich>
                  <a:bodyPr/>
                  <a:lstStyle/>
                  <a:p>
                    <a:fld id="{44F3E553-3BF9-4CA4-A9AD-743C340A1C1F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58C763D8-668D-4824-B9E9-4AC0A494906A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A8FD-4861-9301-EA4799808729}"/>
                </c:ext>
              </c:extLst>
            </c:dLbl>
            <c:dLbl>
              <c:idx val="3"/>
              <c:layout>
                <c:manualLayout>
                  <c:x val="-2.7777547955353146E-3"/>
                  <c:y val="-0.1134434404401693"/>
                </c:manualLayout>
              </c:layout>
              <c:tx>
                <c:rich>
                  <a:bodyPr/>
                  <a:lstStyle/>
                  <a:p>
                    <a:fld id="{E2BC3265-6062-4B39-9A32-F5FE0BCA741D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FAE2DAA6-88C0-4FD4-BB2F-53DB75E53559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8FD-4861-9301-EA47998087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B.đồ!$C$39:$F$39</c:f>
              <c:numCache>
                <c:formatCode>#,##0.0,,,</c:formatCode>
                <c:ptCount val="4"/>
                <c:pt idx="0">
                  <c:v>15888228785.692307</c:v>
                </c:pt>
                <c:pt idx="1">
                  <c:v>18097274939.538464</c:v>
                </c:pt>
                <c:pt idx="2">
                  <c:v>19761649093.384617</c:v>
                </c:pt>
                <c:pt idx="3">
                  <c:v>20350295247.23077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B.đồ!$C$40:$F$40</c15:f>
                <c15:dlblRangeCache>
                  <c:ptCount val="4"/>
                  <c:pt idx="0">
                    <c:v>24%</c:v>
                  </c:pt>
                  <c:pt idx="1">
                    <c:v>19%</c:v>
                  </c:pt>
                  <c:pt idx="2">
                    <c:v>16%</c:v>
                  </c:pt>
                  <c:pt idx="3">
                    <c:v>14%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8FD-4861-9301-EA4799808729}"/>
            </c:ext>
          </c:extLst>
        </c:ser>
        <c:ser>
          <c:idx val="1"/>
          <c:order val="1"/>
          <c:tx>
            <c:strRef>
              <c:f>B.đồ!$B$37</c:f>
              <c:strCache>
                <c:ptCount val="1"/>
                <c:pt idx="0">
                  <c:v> BIẾN PHÍ 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150289807524046E-3"/>
                  <c:y val="-0.19392782152230975"/>
                </c:manualLayout>
              </c:layout>
              <c:tx>
                <c:rich>
                  <a:bodyPr/>
                  <a:lstStyle/>
                  <a:p>
                    <a:fld id="{8F48FA7B-61B5-401D-AB09-976C71F1B45B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19777DC5-EC24-4635-A48C-C5A146BF2D40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A8FD-4861-9301-EA4799808729}"/>
                </c:ext>
              </c:extLst>
            </c:dLbl>
            <c:dLbl>
              <c:idx val="1"/>
              <c:layout>
                <c:manualLayout>
                  <c:x val="-2.7650189559638378E-3"/>
                  <c:y val="-0.20775371828521436"/>
                </c:manualLayout>
              </c:layout>
              <c:tx>
                <c:rich>
                  <a:bodyPr/>
                  <a:lstStyle/>
                  <a:p>
                    <a:fld id="{92A8F07E-D283-4784-AAB0-A627F96EB302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A90A2E19-0003-4B8D-B092-9B84BA1BA41E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A8FD-4861-9301-EA4799808729}"/>
                </c:ext>
              </c:extLst>
            </c:dLbl>
            <c:dLbl>
              <c:idx val="2"/>
              <c:layout>
                <c:manualLayout>
                  <c:x val="0"/>
                  <c:y val="-0.28015704286964127"/>
                </c:manualLayout>
              </c:layout>
              <c:tx>
                <c:rich>
                  <a:bodyPr/>
                  <a:lstStyle/>
                  <a:p>
                    <a:fld id="{E6F3F0F9-2836-4547-AE36-9BE1C90CD82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04885BF1-45EA-4553-9209-ECE8067C8C55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A8FD-4861-9301-EA4799808729}"/>
                </c:ext>
              </c:extLst>
            </c:dLbl>
            <c:dLbl>
              <c:idx val="3"/>
              <c:layout>
                <c:manualLayout>
                  <c:x val="8.423784266549909E-3"/>
                  <c:y val="-0.33157874015748029"/>
                </c:manualLayout>
              </c:layout>
              <c:tx>
                <c:rich>
                  <a:bodyPr/>
                  <a:lstStyle/>
                  <a:p>
                    <a:fld id="{B08C3629-56E4-4354-8E74-F5C70B159CB9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71658315-F7D4-4409-9785-D287992AA534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A8FD-4861-9301-EA47998087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B.đồ!$C$37:$F$37</c:f>
              <c:numCache>
                <c:formatCode>#,##0.0,,,</c:formatCode>
                <c:ptCount val="4"/>
                <c:pt idx="0">
                  <c:v>50320245940.869568</c:v>
                </c:pt>
                <c:pt idx="1">
                  <c:v>75480368911.304352</c:v>
                </c:pt>
                <c:pt idx="2">
                  <c:v>100640491881.73914</c:v>
                </c:pt>
                <c:pt idx="3">
                  <c:v>125800614852.17392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B.đồ!$C$38:$F$38</c15:f>
                <c15:dlblRangeCache>
                  <c:ptCount val="4"/>
                  <c:pt idx="0">
                    <c:v>76%</c:v>
                  </c:pt>
                  <c:pt idx="1">
                    <c:v>81%</c:v>
                  </c:pt>
                  <c:pt idx="2">
                    <c:v>84%</c:v>
                  </c:pt>
                  <c:pt idx="3">
                    <c:v>86%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A8FD-4861-9301-EA4799808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20704656"/>
        <c:axId val="520710896"/>
      </c:barChart>
      <c:lineChart>
        <c:grouping val="standard"/>
        <c:varyColors val="0"/>
        <c:ser>
          <c:idx val="3"/>
          <c:order val="2"/>
          <c:tx>
            <c:strRef>
              <c:f>B.đồ!$B$41</c:f>
              <c:strCache>
                <c:ptCount val="1"/>
                <c:pt idx="0">
                  <c:v> TỔNG CHI PHÍ 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9507144940215806E-2"/>
                  <c:y val="-0.2416504811898512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8FD-4861-9301-EA4799808729}"/>
                </c:ext>
              </c:extLst>
            </c:dLbl>
            <c:dLbl>
              <c:idx val="1"/>
              <c:layout>
                <c:manualLayout>
                  <c:x val="-6.9326515300294933E-2"/>
                  <c:y val="-0.1922667512087124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8FD-4861-9301-EA4799808729}"/>
                </c:ext>
              </c:extLst>
            </c:dLbl>
            <c:dLbl>
              <c:idx val="2"/>
              <c:layout>
                <c:manualLayout>
                  <c:x val="-7.4869396753871942E-2"/>
                  <c:y val="-0.2024458078603857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8FD-4861-9301-EA4799808729}"/>
                </c:ext>
              </c:extLst>
            </c:dLbl>
            <c:dLbl>
              <c:idx val="3"/>
              <c:layout>
                <c:manualLayout>
                  <c:x val="-6.1005879051182814E-2"/>
                  <c:y val="-0.1870719502206069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8FD-4861-9301-EA4799808729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B.đồ!$C$41:$F$41</c:f>
              <c:numCache>
                <c:formatCode>#,##0.0,,,</c:formatCode>
                <c:ptCount val="4"/>
                <c:pt idx="0">
                  <c:v>66208474726.561874</c:v>
                </c:pt>
                <c:pt idx="1">
                  <c:v>93577643850.842819</c:v>
                </c:pt>
                <c:pt idx="2">
                  <c:v>120402140975.12375</c:v>
                </c:pt>
                <c:pt idx="3">
                  <c:v>146150910099.40469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A8FD-4861-9301-EA4799808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6717103"/>
        <c:axId val="31671614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316716143"/>
        <c:scaling>
          <c:orientation val="minMax"/>
        </c:scaling>
        <c:delete val="1"/>
        <c:axPos val="r"/>
        <c:numFmt formatCode="#,##0.0,,," sourceLinked="1"/>
        <c:majorTickMark val="out"/>
        <c:minorTickMark val="none"/>
        <c:tickLblPos val="nextTo"/>
        <c:crossAx val="316717103"/>
        <c:crosses val="max"/>
        <c:crossBetween val="between"/>
      </c:valAx>
      <c:catAx>
        <c:axId val="3167171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6716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043044619422575"/>
          <c:y val="0.90963984047448609"/>
          <c:w val="0.67041666666666666"/>
          <c:h val="8.76629512220063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119303"/>
                </a:solidFill>
              </a:rPr>
              <a:t>Cơ</a:t>
            </a:r>
            <a:r>
              <a:rPr lang="en-US" sz="1100" baseline="0">
                <a:solidFill>
                  <a:srgbClr val="119303"/>
                </a:solidFill>
              </a:rPr>
              <a:t> cấu </a:t>
            </a:r>
            <a:r>
              <a:rPr lang="en-US" sz="1100" b="1" baseline="0">
                <a:solidFill>
                  <a:srgbClr val="119303"/>
                </a:solidFill>
              </a:rPr>
              <a:t>B</a:t>
            </a:r>
            <a:r>
              <a:rPr lang="en-US" sz="1100" b="1">
                <a:solidFill>
                  <a:srgbClr val="119303"/>
                </a:solidFill>
              </a:rPr>
              <a:t>iến</a:t>
            </a:r>
            <a:r>
              <a:rPr lang="en-US" sz="1100" b="1" baseline="0">
                <a:solidFill>
                  <a:srgbClr val="119303"/>
                </a:solidFill>
              </a:rPr>
              <a:t> phí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41465966754155731"/>
          <c:y val="4.064628285100725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289370078740158E-2"/>
          <c:y val="0.17397361693424684"/>
          <c:w val="0.92417125984251969"/>
          <c:h val="0.62653277431230192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B.đồ!$B$45</c:f>
              <c:strCache>
                <c:ptCount val="1"/>
                <c:pt idx="0">
                  <c:v> Biến phí bán hàng 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8935185185185184E-3"/>
                  <c:y val="-5.375196850393700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0" i="0" u="none" strike="noStrike" kern="1200" baseline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28AAEF5-7F63-4FAA-B30E-C224FF2AF6D9}" type="CELLRANGE">
                      <a:rPr lang="en-US" sz="800">
                        <a:solidFill>
                          <a:srgbClr val="0000FF"/>
                        </a:solidFill>
                      </a:rPr>
                      <a:pPr>
                        <a:defRPr sz="800">
                          <a:solidFill>
                            <a:srgbClr val="0000FF"/>
                          </a:solidFill>
                        </a:defRPr>
                      </a:pPr>
                      <a:t>[CELLRANGE]</a:t>
                    </a:fld>
                    <a:endParaRPr lang="en-US" sz="800" baseline="0">
                      <a:solidFill>
                        <a:srgbClr val="0000FF"/>
                      </a:solidFill>
                    </a:endParaRPr>
                  </a:p>
                  <a:p>
                    <a:pPr>
                      <a:defRPr sz="800">
                        <a:solidFill>
                          <a:srgbClr val="0000FF"/>
                        </a:solidFill>
                      </a:defRPr>
                    </a:pPr>
                    <a:fld id="{1EEC04BC-7B78-4A84-B965-81D75A42E980}" type="VALUE">
                      <a:rPr lang="en-US" sz="800">
                        <a:solidFill>
                          <a:srgbClr val="0000FF"/>
                        </a:solidFill>
                      </a:rPr>
                      <a:pPr>
                        <a:defRPr sz="800">
                          <a:solidFill>
                            <a:srgbClr val="0000FF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rgbClr val="0000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BB40-4187-A0C9-D028A08AC371}"/>
                </c:ext>
              </c:extLst>
            </c:dLbl>
            <c:dLbl>
              <c:idx val="1"/>
              <c:layout>
                <c:manualLayout>
                  <c:x val="0"/>
                  <c:y val="-7.2727272727272724E-2"/>
                </c:manualLayout>
              </c:layout>
              <c:tx>
                <c:rich>
                  <a:bodyPr/>
                  <a:lstStyle/>
                  <a:p>
                    <a:fld id="{ACC08D42-AC9D-4E04-A0FB-82264F050C2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1DABB9E7-E679-44B4-8AFE-01FF087883C4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BB40-4187-A0C9-D028A08AC371}"/>
                </c:ext>
              </c:extLst>
            </c:dLbl>
            <c:dLbl>
              <c:idx val="2"/>
              <c:layout>
                <c:manualLayout>
                  <c:x val="5.5555555555555558E-3"/>
                  <c:y val="-8.8311688311688313E-2"/>
                </c:manualLayout>
              </c:layout>
              <c:tx>
                <c:rich>
                  <a:bodyPr/>
                  <a:lstStyle/>
                  <a:p>
                    <a:fld id="{D3637D8B-8E7A-4941-8474-05982B5953F4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25C3782F-514C-4B4D-B615-AD0099E18C79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BB40-4187-A0C9-D028A08AC371}"/>
                </c:ext>
              </c:extLst>
            </c:dLbl>
            <c:dLbl>
              <c:idx val="3"/>
              <c:layout>
                <c:manualLayout>
                  <c:x val="-1.0185067526415994E-16"/>
                  <c:y val="-8.8311688311688313E-2"/>
                </c:manualLayout>
              </c:layout>
              <c:tx>
                <c:rich>
                  <a:bodyPr/>
                  <a:lstStyle/>
                  <a:p>
                    <a:fld id="{EF3EEF47-D8DD-4B3C-BA87-DBEAF65AED17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F915BE13-DC42-4132-AC09-6472669C1AF6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BB40-4187-A0C9-D028A08AC3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B.đồ!$C$45:$F$45</c:f>
              <c:numCache>
                <c:formatCode>#,##0.0,,,</c:formatCode>
                <c:ptCount val="4"/>
                <c:pt idx="0">
                  <c:v>831600000</c:v>
                </c:pt>
                <c:pt idx="1">
                  <c:v>1247400000</c:v>
                </c:pt>
                <c:pt idx="2">
                  <c:v>1663200000</c:v>
                </c:pt>
                <c:pt idx="3">
                  <c:v>2079000000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B.đồ!$C$46:$F$46</c15:f>
                <c15:dlblRangeCache>
                  <c:ptCount val="4"/>
                  <c:pt idx="0">
                    <c:v>1.7%</c:v>
                  </c:pt>
                  <c:pt idx="1">
                    <c:v>1.7%</c:v>
                  </c:pt>
                  <c:pt idx="2">
                    <c:v>1.7%</c:v>
                  </c:pt>
                  <c:pt idx="3">
                    <c:v>1.7%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BB40-4187-A0C9-D028A08AC371}"/>
            </c:ext>
          </c:extLst>
        </c:ser>
        <c:ser>
          <c:idx val="3"/>
          <c:order val="1"/>
          <c:tx>
            <c:strRef>
              <c:f>B.đồ!$B$47</c:f>
              <c:strCache>
                <c:ptCount val="1"/>
                <c:pt idx="0">
                  <c:v> Biến phí sản xuất 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689700896762918E-2"/>
                  <c:y val="-0.1108947944006999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B982BFD-91CA-46E9-82D8-1989E9AF9258}" type="CELLRANGE">
                      <a:rPr lang="en-US" sz="900"/>
                      <a:pPr>
                        <a:defRPr/>
                      </a:pPr>
                      <a:t>[CELLRANGE]</a:t>
                    </a:fld>
                    <a:endParaRPr lang="en-US" sz="900" baseline="0"/>
                  </a:p>
                  <a:p>
                    <a:pPr>
                      <a:defRPr/>
                    </a:pPr>
                    <a:fld id="{E249F950-FF62-41D6-A754-B0C92AA91D25}" type="VALUE">
                      <a:rPr lang="en-US" sz="900"/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9.9569335083114607E-2"/>
                      <c:h val="0.1423896103896104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BB40-4187-A0C9-D028A08AC371}"/>
                </c:ext>
              </c:extLst>
            </c:dLbl>
            <c:dLbl>
              <c:idx val="1"/>
              <c:layout>
                <c:manualLayout>
                  <c:x val="2.8935185185184654E-3"/>
                  <c:y val="-5.90909886264218E-2"/>
                </c:manualLayout>
              </c:layout>
              <c:tx>
                <c:rich>
                  <a:bodyPr/>
                  <a:lstStyle/>
                  <a:p>
                    <a:fld id="{24E78DF2-3D2E-4FED-9EF5-F628F19EB9A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18B6E0F6-377F-400D-86D3-6474D4217163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BB40-4187-A0C9-D028A08AC371}"/>
                </c:ext>
              </c:extLst>
            </c:dLbl>
            <c:dLbl>
              <c:idx val="2"/>
              <c:layout>
                <c:manualLayout>
                  <c:x val="2.7777777777777779E-3"/>
                  <c:y val="-9.350649350649351E-2"/>
                </c:manualLayout>
              </c:layout>
              <c:tx>
                <c:rich>
                  <a:bodyPr/>
                  <a:lstStyle/>
                  <a:p>
                    <a:fld id="{73EBC42F-F836-46B5-967A-EDA0379044E3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41F247BD-9B39-4756-9AAF-F5A8358BC6F7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BB40-4187-A0C9-D028A08AC371}"/>
                </c:ext>
              </c:extLst>
            </c:dLbl>
            <c:dLbl>
              <c:idx val="3"/>
              <c:layout>
                <c:manualLayout>
                  <c:x val="5.5555555555554534E-3"/>
                  <c:y val="-0.11948051948051953"/>
                </c:manualLayout>
              </c:layout>
              <c:tx>
                <c:rich>
                  <a:bodyPr/>
                  <a:lstStyle/>
                  <a:p>
                    <a:fld id="{E4637EB5-4FFA-4799-B10E-6013C197035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53F78904-1B13-45A1-9098-353A406B798F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BB40-4187-A0C9-D028A08AC3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B.đồ!$C$47:$F$47</c:f>
              <c:numCache>
                <c:formatCode>#,##0.0,,,</c:formatCode>
                <c:ptCount val="4"/>
                <c:pt idx="0">
                  <c:v>49488645940.869568</c:v>
                </c:pt>
                <c:pt idx="1">
                  <c:v>74232968911.304352</c:v>
                </c:pt>
                <c:pt idx="2">
                  <c:v>98977291881.739136</c:v>
                </c:pt>
                <c:pt idx="3">
                  <c:v>123721614852.17392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B.đồ!$C$48:$F$48</c15:f>
                <c15:dlblRangeCache>
                  <c:ptCount val="4"/>
                  <c:pt idx="0">
                    <c:v>98.3%</c:v>
                  </c:pt>
                  <c:pt idx="1">
                    <c:v>98.3%</c:v>
                  </c:pt>
                  <c:pt idx="2">
                    <c:v>98.3%</c:v>
                  </c:pt>
                  <c:pt idx="3">
                    <c:v>98.3%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BB40-4187-A0C9-D028A08AC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20704656"/>
        <c:axId val="520710896"/>
      </c:barChart>
      <c:lineChart>
        <c:grouping val="standard"/>
        <c:varyColors val="0"/>
        <c:ser>
          <c:idx val="4"/>
          <c:order val="2"/>
          <c:tx>
            <c:strRef>
              <c:f>B.đồ!$B$49</c:f>
              <c:strCache>
                <c:ptCount val="1"/>
                <c:pt idx="0">
                  <c:v>Tổng Biến phí</c:v>
                </c:pt>
              </c:strCache>
            </c:strRef>
          </c:tx>
          <c:spPr>
            <a:ln w="158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2402887139107625E-2"/>
                  <c:y val="-0.1771559464157889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B40-4187-A0C9-D028A08AC371}"/>
                </c:ext>
              </c:extLst>
            </c:dLbl>
            <c:dLbl>
              <c:idx val="1"/>
              <c:layout>
                <c:manualLayout>
                  <c:x val="-6.1111111111111109E-2"/>
                  <c:y val="-0.1355975048573473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B40-4187-A0C9-D028A08AC371}"/>
                </c:ext>
              </c:extLst>
            </c:dLbl>
            <c:dLbl>
              <c:idx val="2"/>
              <c:layout>
                <c:manualLayout>
                  <c:x val="-6.9444444444444448E-2"/>
                  <c:y val="-0.114818284078126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B40-4187-A0C9-D028A08AC371}"/>
                </c:ext>
              </c:extLst>
            </c:dLbl>
            <c:dLbl>
              <c:idx val="3"/>
              <c:layout>
                <c:manualLayout>
                  <c:x val="-6.6666666666666763E-2"/>
                  <c:y val="-9.40390632989058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B40-4187-A0C9-D028A08AC371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B.đồ!$C$49:$F$49</c:f>
              <c:numCache>
                <c:formatCode>#,##0.0,,,</c:formatCode>
                <c:ptCount val="4"/>
                <c:pt idx="0">
                  <c:v>50320245940.869568</c:v>
                </c:pt>
                <c:pt idx="1">
                  <c:v>75480368911.304352</c:v>
                </c:pt>
                <c:pt idx="2">
                  <c:v>100640491881.73914</c:v>
                </c:pt>
                <c:pt idx="3">
                  <c:v>125800614852.17392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BB40-4187-A0C9-D028A08AC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6717103"/>
        <c:axId val="31671614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316716143"/>
        <c:scaling>
          <c:orientation val="minMax"/>
        </c:scaling>
        <c:delete val="1"/>
        <c:axPos val="r"/>
        <c:numFmt formatCode="#,##0.0,,," sourceLinked="1"/>
        <c:majorTickMark val="out"/>
        <c:minorTickMark val="none"/>
        <c:tickLblPos val="nextTo"/>
        <c:crossAx val="316717103"/>
        <c:crosses val="max"/>
        <c:crossBetween val="between"/>
      </c:valAx>
      <c:catAx>
        <c:axId val="3167171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6716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362496354622339"/>
          <c:y val="0.90963998250218714"/>
          <c:w val="0.77956955380577431"/>
          <c:h val="8.76629512220063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aseline="0">
                <a:solidFill>
                  <a:srgbClr val="119303"/>
                </a:solidFill>
              </a:rPr>
              <a:t>Cơ cấu </a:t>
            </a:r>
            <a:r>
              <a:rPr lang="en-US" sz="1100" b="1" baseline="0">
                <a:solidFill>
                  <a:srgbClr val="119303"/>
                </a:solidFill>
              </a:rPr>
              <a:t>Định phí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43109484361329831"/>
          <c:y val="4.064741907261592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289370078740158E-2"/>
          <c:y val="8.6441338582677163E-2"/>
          <c:w val="0.92417125984251969"/>
          <c:h val="0.68567410323709532"/>
        </c:manualLayout>
      </c:layout>
      <c:barChart>
        <c:barDir val="col"/>
        <c:grouping val="stacked"/>
        <c:varyColors val="0"/>
        <c:ser>
          <c:idx val="4"/>
          <c:order val="0"/>
          <c:tx>
            <c:strRef>
              <c:f>B.đồ!$B$56</c:f>
              <c:strCache>
                <c:ptCount val="1"/>
                <c:pt idx="0">
                  <c:v> Chi phí nhân sự 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 w="15875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5555555555555558E-3"/>
                  <c:y val="1.0389610389610294E-2"/>
                </c:manualLayout>
              </c:layout>
              <c:tx>
                <c:rich>
                  <a:bodyPr/>
                  <a:lstStyle/>
                  <a:p>
                    <a:fld id="{42A6A2F3-8D9E-49EB-AF01-D275AFF69F26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D0ED7EBD-F98E-4644-8756-8705685952EA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3FFF-4C67-B07F-1AD23B111002}"/>
                </c:ext>
              </c:extLst>
            </c:dLbl>
            <c:dLbl>
              <c:idx val="1"/>
              <c:layout>
                <c:manualLayout>
                  <c:x val="2.7777777777777779E-3"/>
                  <c:y val="1.5584415584415584E-2"/>
                </c:manualLayout>
              </c:layout>
              <c:tx>
                <c:rich>
                  <a:bodyPr/>
                  <a:lstStyle/>
                  <a:p>
                    <a:fld id="{7EA0F53C-6C2A-4592-AF30-B7EAEA6D24A2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3E8084CC-811E-417C-BD50-7CF9318FD3A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FFF-4C67-B07F-1AD23B1110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886D356-064A-4E93-BA4F-E9E7A4D78D81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66BBE968-5939-4800-A8A5-18E29E0275F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FFF-4C67-B07F-1AD23B111002}"/>
                </c:ext>
              </c:extLst>
            </c:dLbl>
            <c:dLbl>
              <c:idx val="3"/>
              <c:layout>
                <c:manualLayout>
                  <c:x val="2.7777777777777779E-3"/>
                  <c:y val="1.5584415584415584E-2"/>
                </c:manualLayout>
              </c:layout>
              <c:tx>
                <c:rich>
                  <a:bodyPr/>
                  <a:lstStyle/>
                  <a:p>
                    <a:fld id="{7528D60C-9D95-48B6-99CC-63A63F039D89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061E57AA-3CF7-4194-902F-56C045187C8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B.đồ!$C$56:$F$56</c:f>
              <c:numCache>
                <c:formatCode>#,##0.0,,,</c:formatCode>
                <c:ptCount val="4"/>
                <c:pt idx="0">
                  <c:v>6009550000</c:v>
                </c:pt>
                <c:pt idx="1">
                  <c:v>8134750000</c:v>
                </c:pt>
                <c:pt idx="2">
                  <c:v>9715278000</c:v>
                </c:pt>
                <c:pt idx="3">
                  <c:v>10208078000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B.đồ!$C$57:$F$57</c15:f>
                <c15:dlblRangeCache>
                  <c:ptCount val="4"/>
                  <c:pt idx="0">
                    <c:v>38%</c:v>
                  </c:pt>
                  <c:pt idx="1">
                    <c:v>45%</c:v>
                  </c:pt>
                  <c:pt idx="2">
                    <c:v>49%</c:v>
                  </c:pt>
                  <c:pt idx="3">
                    <c:v>50%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3FFF-4C67-B07F-1AD23B111002}"/>
            </c:ext>
          </c:extLst>
        </c:ser>
        <c:ser>
          <c:idx val="1"/>
          <c:order val="1"/>
          <c:tx>
            <c:strRef>
              <c:f>B.đồ!$B$52</c:f>
              <c:strCache>
                <c:ptCount val="1"/>
                <c:pt idx="0">
                  <c:v> Định phí sản xuất 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9965004374185E-3"/>
                  <c:y val="2.5971980775130431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A6A6B3B-FA31-4E99-92C3-62C5208966F2}" type="CELLRANGE">
                      <a:rPr lang="en-US" baseline="0"/>
                      <a:pPr>
                        <a:defRPr/>
                      </a:pPr>
                      <a:t>[CELLRANGE]</a:t>
                    </a:fld>
                    <a:r>
                      <a:rPr lang="en-US" baseline="0"/>
                      <a:t>; </a:t>
                    </a:r>
                    <a:fld id="{09549081-684E-4E45-B3E7-93E3759641C0}" type="VALUE">
                      <a:rPr lang="en-US" baseline="0"/>
                      <a:pPr>
                        <a:defRPr/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5134711286089236"/>
                      <c:h val="0.1245194805194805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3FFF-4C67-B07F-1AD23B111002}"/>
                </c:ext>
              </c:extLst>
            </c:dLbl>
            <c:dLbl>
              <c:idx val="1"/>
              <c:layout>
                <c:manualLayout>
                  <c:x val="5.5555555555555558E-3"/>
                  <c:y val="5.1948051948051948E-3"/>
                </c:manualLayout>
              </c:layout>
              <c:tx>
                <c:rich>
                  <a:bodyPr/>
                  <a:lstStyle/>
                  <a:p>
                    <a:fld id="{886DE6B8-5B59-4B56-BCCB-81C0D5CC5366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F1FF11C4-E6CE-4D31-B347-2B9F186CBFA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3FFF-4C67-B07F-1AD23B1110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462EF80-6F5E-4BBA-AEB2-BF8119A99417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B1F394A3-85D1-405A-B766-1333558E9287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FFF-4C67-B07F-1AD23B11100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54D8792-CC46-4DDB-A194-59CCA1FEDCC6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1100D673-F43E-49F3-9FCD-DBBB6B15F6EA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B.đồ!$C$52:$F$52</c:f>
              <c:numCache>
                <c:formatCode>#,##0.0,,,</c:formatCode>
                <c:ptCount val="4"/>
                <c:pt idx="0">
                  <c:v>5442379379.6923075</c:v>
                </c:pt>
                <c:pt idx="1">
                  <c:v>5526225533.5384617</c:v>
                </c:pt>
                <c:pt idx="2">
                  <c:v>5610071687.3846149</c:v>
                </c:pt>
                <c:pt idx="3">
                  <c:v>5705917841.2307692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B.đồ!$C$53:$F$53</c15:f>
                <c15:dlblRangeCache>
                  <c:ptCount val="4"/>
                  <c:pt idx="0">
                    <c:v>34%</c:v>
                  </c:pt>
                  <c:pt idx="1">
                    <c:v>31%</c:v>
                  </c:pt>
                  <c:pt idx="2">
                    <c:v>28%</c:v>
                  </c:pt>
                  <c:pt idx="3">
                    <c:v>28%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3FFF-4C67-B07F-1AD23B111002}"/>
            </c:ext>
          </c:extLst>
        </c:ser>
        <c:ser>
          <c:idx val="2"/>
          <c:order val="2"/>
          <c:tx>
            <c:strRef>
              <c:f>B.đồ!$B$60</c:f>
              <c:strCache>
                <c:ptCount val="1"/>
                <c:pt idx="0">
                  <c:v> Chi phí khấu hao 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905E-3"/>
                  <c:y val="-5.1948051948051948E-3"/>
                </c:manualLayout>
              </c:layout>
              <c:tx>
                <c:rich>
                  <a:bodyPr/>
                  <a:lstStyle/>
                  <a:p>
                    <a:fld id="{F32FB656-42CA-4770-A107-3B1FB69CEA4C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7DC7A069-01DB-4641-A293-F3AC92B8D69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3FFF-4C67-B07F-1AD23B111002}"/>
                </c:ext>
              </c:extLst>
            </c:dLbl>
            <c:dLbl>
              <c:idx val="1"/>
              <c:layout>
                <c:manualLayout>
                  <c:x val="5.5555555555555558E-3"/>
                  <c:y val="5.1948051948051471E-3"/>
                </c:manualLayout>
              </c:layout>
              <c:tx>
                <c:rich>
                  <a:bodyPr/>
                  <a:lstStyle/>
                  <a:p>
                    <a:fld id="{5EB3A613-888B-48ED-AD54-EE523EF4BD93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9E073209-4F9B-429D-A9B0-82EB1B238D63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3FFF-4C67-B07F-1AD23B1110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5177FA5-012B-41D4-9AE9-2FCFBFFADFEC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0DF8CC30-1236-4CB4-B28F-2820679C882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FFF-4C67-B07F-1AD23B111002}"/>
                </c:ext>
              </c:extLst>
            </c:dLbl>
            <c:dLbl>
              <c:idx val="3"/>
              <c:layout>
                <c:manualLayout>
                  <c:x val="2.7777777777777779E-3"/>
                  <c:y val="5.1948051948051948E-3"/>
                </c:manualLayout>
              </c:layout>
              <c:tx>
                <c:rich>
                  <a:bodyPr/>
                  <a:lstStyle/>
                  <a:p>
                    <a:fld id="{D0C5E11C-5945-4C05-8741-3F4A2678B55B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705AB318-588E-48F5-931B-B9D1637EEA4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B.đồ!$C$60:$F$60</c:f>
              <c:numCache>
                <c:formatCode>#,##0.0,,,</c:formatCode>
                <c:ptCount val="4"/>
                <c:pt idx="0">
                  <c:v>1929375500.0000002</c:v>
                </c:pt>
                <c:pt idx="1">
                  <c:v>1929375500.0000002</c:v>
                </c:pt>
                <c:pt idx="2">
                  <c:v>1929375500.0000002</c:v>
                </c:pt>
                <c:pt idx="3">
                  <c:v>1929375500.0000002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B.đồ!$C$61:$F$61</c15:f>
                <c15:dlblRangeCache>
                  <c:ptCount val="4"/>
                  <c:pt idx="0">
                    <c:v>12%</c:v>
                  </c:pt>
                  <c:pt idx="1">
                    <c:v>11%</c:v>
                  </c:pt>
                  <c:pt idx="2">
                    <c:v>10%</c:v>
                  </c:pt>
                  <c:pt idx="3">
                    <c:v>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E-3FFF-4C67-B07F-1AD23B111002}"/>
            </c:ext>
          </c:extLst>
        </c:ser>
        <c:ser>
          <c:idx val="0"/>
          <c:order val="3"/>
          <c:tx>
            <c:strRef>
              <c:f>B.đồ!$B$58</c:f>
              <c:strCache>
                <c:ptCount val="1"/>
                <c:pt idx="0">
                  <c:v> Chi phí tài chính 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401430637342099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B.đồ!$C$58:$F$58</c:f>
              <c:numCache>
                <c:formatCode>#,##0,,</c:formatCode>
                <c:ptCount val="4"/>
                <c:pt idx="0">
                  <c:v>1087310294.0000002</c:v>
                </c:pt>
                <c:pt idx="1">
                  <c:v>1087310294.0000002</c:v>
                </c:pt>
                <c:pt idx="2">
                  <c:v>1087310294.0000002</c:v>
                </c:pt>
                <c:pt idx="3">
                  <c:v>1087310294.0000002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FFF-4C67-B07F-1AD23B111002}"/>
            </c:ext>
          </c:extLst>
        </c:ser>
        <c:ser>
          <c:idx val="3"/>
          <c:order val="4"/>
          <c:tx>
            <c:strRef>
              <c:f>B.đồ!$B$54</c:f>
              <c:strCache>
                <c:ptCount val="1"/>
                <c:pt idx="0">
                  <c:v> Định phí quản lý </c:v>
                </c:pt>
              </c:strCache>
            </c:strRef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7777777777777779E-3"/>
                  <c:y val="-2.07792207792208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FFF-4C67-B07F-1AD23B111002}"/>
                </c:ext>
              </c:extLst>
            </c:dLbl>
            <c:dLbl>
              <c:idx val="1"/>
              <c:layout>
                <c:manualLayout>
                  <c:x val="5.5555555555555558E-3"/>
                  <c:y val="-2.07792207792207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FFF-4C67-B07F-1AD23B111002}"/>
                </c:ext>
              </c:extLst>
            </c:dLbl>
            <c:dLbl>
              <c:idx val="2"/>
              <c:layout>
                <c:manualLayout>
                  <c:x val="2.777777777777676E-3"/>
                  <c:y val="-1.55844155844156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FFF-4C67-B07F-1AD23B111002}"/>
                </c:ext>
              </c:extLst>
            </c:dLbl>
            <c:dLbl>
              <c:idx val="3"/>
              <c:layout>
                <c:manualLayout>
                  <c:x val="8.3333333333332309E-3"/>
                  <c:y val="-5.19480519480521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B.đồ!$C$54:$F$54</c:f>
              <c:numCache>
                <c:formatCode>#,##0.0,,,</c:formatCode>
                <c:ptCount val="4"/>
                <c:pt idx="0">
                  <c:v>1419613612</c:v>
                </c:pt>
                <c:pt idx="1">
                  <c:v>1419613612</c:v>
                </c:pt>
                <c:pt idx="2">
                  <c:v>1419613612</c:v>
                </c:pt>
                <c:pt idx="3">
                  <c:v>1419613612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3FFF-4C67-B07F-1AD23B1110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20704656"/>
        <c:axId val="520710896"/>
      </c:barChart>
      <c:lineChart>
        <c:grouping val="standard"/>
        <c:varyColors val="0"/>
        <c:ser>
          <c:idx val="5"/>
          <c:order val="5"/>
          <c:tx>
            <c:strRef>
              <c:f>B.đồ!$B$62</c:f>
              <c:strCache>
                <c:ptCount val="1"/>
                <c:pt idx="0">
                  <c:v>Tổng Định phí</c:v>
                </c:pt>
              </c:strCache>
            </c:strRef>
          </c:tx>
          <c:spPr>
            <a:ln w="158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7958442694663182E-2"/>
                  <c:y val="-0.109623478883321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FFF-4C67-B07F-1AD23B111002}"/>
                </c:ext>
              </c:extLst>
            </c:dLbl>
            <c:dLbl>
              <c:idx val="1"/>
              <c:layout>
                <c:manualLayout>
                  <c:x val="-6.2402887139107611E-2"/>
                  <c:y val="-0.104428673688516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FFF-4C67-B07F-1AD23B111002}"/>
                </c:ext>
              </c:extLst>
            </c:dLbl>
            <c:dLbl>
              <c:idx val="2"/>
              <c:layout>
                <c:manualLayout>
                  <c:x val="-6.2402887139107611E-2"/>
                  <c:y val="-0.1044286736885162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FFF-4C67-B07F-1AD23B111002}"/>
                </c:ext>
              </c:extLst>
            </c:dLbl>
            <c:dLbl>
              <c:idx val="3"/>
              <c:layout>
                <c:manualLayout>
                  <c:x val="-6.2402887139107611E-2"/>
                  <c:y val="-8.3649452909295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FFF-4C67-B07F-1AD23B111002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B.đồ!$C$62:$F$62</c:f>
              <c:numCache>
                <c:formatCode>#,##0.0,,,</c:formatCode>
                <c:ptCount val="4"/>
                <c:pt idx="0">
                  <c:v>15888228785.692307</c:v>
                </c:pt>
                <c:pt idx="1">
                  <c:v>18097274939.538464</c:v>
                </c:pt>
                <c:pt idx="2">
                  <c:v>19761649093.384617</c:v>
                </c:pt>
                <c:pt idx="3">
                  <c:v>20350295247.23077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A-3FFF-4C67-B07F-1AD23B1110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28745903"/>
        <c:axId val="162874830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1628748303"/>
        <c:scaling>
          <c:orientation val="minMax"/>
        </c:scaling>
        <c:delete val="1"/>
        <c:axPos val="r"/>
        <c:numFmt formatCode="#,##0.0,,," sourceLinked="1"/>
        <c:majorTickMark val="out"/>
        <c:minorTickMark val="none"/>
        <c:tickLblPos val="nextTo"/>
        <c:crossAx val="1628745903"/>
        <c:crosses val="max"/>
        <c:crossBetween val="between"/>
      </c:valAx>
      <c:catAx>
        <c:axId val="1628745903"/>
        <c:scaling>
          <c:orientation val="minMax"/>
        </c:scaling>
        <c:delete val="1"/>
        <c:axPos val="b"/>
        <c:majorTickMark val="out"/>
        <c:minorTickMark val="none"/>
        <c:tickLblPos val="nextTo"/>
        <c:crossAx val="16287483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5986001749781276E-2"/>
          <c:y val="0.87183333333333335"/>
          <c:w val="0.88081977252843391"/>
          <c:h val="0.12816666666666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aseline="0">
                <a:solidFill>
                  <a:srgbClr val="119303"/>
                </a:solidFill>
              </a:rPr>
              <a:t>Cơ cấu </a:t>
            </a:r>
            <a:r>
              <a:rPr lang="en-US" sz="1100" b="1" baseline="0">
                <a:solidFill>
                  <a:srgbClr val="119303"/>
                </a:solidFill>
              </a:rPr>
              <a:t>giá thành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3361829149478659"/>
          <c:y val="7.929249864110483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289370078740158E-2"/>
          <c:y val="0.10644114940177932"/>
          <c:w val="0.92417125984251969"/>
          <c:h val="0.79911716896412255"/>
        </c:manualLayout>
      </c:layout>
      <c:barChart>
        <c:barDir val="col"/>
        <c:grouping val="stacked"/>
        <c:varyColors val="0"/>
        <c:ser>
          <c:idx val="3"/>
          <c:order val="1"/>
          <c:tx>
            <c:strRef>
              <c:f>B.đồ!$B$79</c:f>
              <c:strCache>
                <c:ptCount val="1"/>
                <c:pt idx="0">
                  <c:v>Lãi/ lỗ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4.7889783942109895E-2"/>
                </c:manualLayout>
              </c:layout>
              <c:tx>
                <c:rich>
                  <a:bodyPr/>
                  <a:lstStyle/>
                  <a:p>
                    <a:fld id="{663D6AED-9331-44E7-A031-6D2E84DC125E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1FD536FB-E0F0-40DD-8335-9BC65B1A38F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9A1-41BF-9B4A-C117CB4A9E3E}"/>
                </c:ext>
              </c:extLst>
            </c:dLbl>
            <c:dLbl>
              <c:idx val="1"/>
              <c:layout>
                <c:manualLayout>
                  <c:x val="0"/>
                  <c:y val="-4.1151631719246483E-2"/>
                </c:manualLayout>
              </c:layout>
              <c:tx>
                <c:rich>
                  <a:bodyPr/>
                  <a:lstStyle/>
                  <a:p>
                    <a:fld id="{F9F0FAAB-F7D4-4186-88C1-E905FCB991A7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F8D66063-A031-41A0-8E74-3CFF3EB16A03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9A1-41BF-9B4A-C117CB4A9E3E}"/>
                </c:ext>
              </c:extLst>
            </c:dLbl>
            <c:dLbl>
              <c:idx val="2"/>
              <c:layout>
                <c:manualLayout>
                  <c:x val="8.333296259845276E-3"/>
                  <c:y val="-4.7804707601244091E-2"/>
                </c:manualLayout>
              </c:layout>
              <c:tx>
                <c:rich>
                  <a:bodyPr/>
                  <a:lstStyle/>
                  <a:p>
                    <a:fld id="{523AC8D4-5CE5-46CE-88EF-BB165864A194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8E106B0F-7F13-453E-8FA5-67E972727B7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19A1-41BF-9B4A-C117CB4A9E3E}"/>
                </c:ext>
              </c:extLst>
            </c:dLbl>
            <c:dLbl>
              <c:idx val="3"/>
              <c:layout>
                <c:manualLayout>
                  <c:x val="2.7777104962624158E-3"/>
                  <c:y val="-5.445778348324145E-2"/>
                </c:manualLayout>
              </c:layout>
              <c:tx>
                <c:rich>
                  <a:bodyPr/>
                  <a:lstStyle/>
                  <a:p>
                    <a:fld id="{5FBD717E-7B88-4F3F-9855-4219F1457E88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40E72145-8E1C-4106-8E7C-57A24C80F43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B.đồ!$C$79:$F$79</c:f>
              <c:numCache>
                <c:formatCode>_(* #,##0_);_(* \(#,##0\);_(* "-"??_);_(@_)</c:formatCode>
                <c:ptCount val="4"/>
                <c:pt idx="0">
                  <c:v>-655.22969123418898</c:v>
                </c:pt>
                <c:pt idx="1">
                  <c:v>165.45889239504248</c:v>
                </c:pt>
                <c:pt idx="2">
                  <c:v>559.40287020889696</c:v>
                </c:pt>
                <c:pt idx="3">
                  <c:v>873.38310971106171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B.đồ!$C$80:$F$80</c15:f>
                <c15:dlblRangeCache>
                  <c:ptCount val="4"/>
                  <c:pt idx="0">
                    <c:v>-4.6%</c:v>
                  </c:pt>
                  <c:pt idx="1">
                    <c:v>1.2%</c:v>
                  </c:pt>
                  <c:pt idx="2">
                    <c:v>3.9%</c:v>
                  </c:pt>
                  <c:pt idx="3">
                    <c:v>6.1%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19A1-41BF-9B4A-C117CB4A9E3E}"/>
            </c:ext>
          </c:extLst>
        </c:ser>
        <c:ser>
          <c:idx val="1"/>
          <c:order val="2"/>
          <c:tx>
            <c:strRef>
              <c:f>B.đồ!$B$68</c:f>
              <c:strCache>
                <c:ptCount val="1"/>
                <c:pt idx="0">
                  <c:v>Giá mua B0</c:v>
                </c:pt>
              </c:strCache>
            </c:strRef>
          </c:tx>
          <c:spPr>
            <a:solidFill>
              <a:srgbClr val="70AD47"/>
            </a:solidFill>
            <a:ln>
              <a:solidFill>
                <a:srgbClr val="92D050"/>
              </a:solidFill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70AD4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9A1-41BF-9B4A-C117CB4A9E3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BB73C08-5796-471B-9480-DADC96A3BD18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0A3935D3-605E-4820-8822-C2D56AC953E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9A1-41BF-9B4A-C117CB4A9E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632C3E-C2F4-4BB6-8907-BEF9B25AC4B3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E2FDCFA0-0558-4AB6-9675-DAC31289FC0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19A1-41BF-9B4A-C117CB4A9E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C3D2207-A4A6-4AD5-8500-0052C0FC4900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47B1C12B-B20B-490B-BD28-A5EF91CBD27B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19A1-41BF-9B4A-C117CB4A9E3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AB4DEAF-6761-407A-ACD7-6110D4964402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0781FD6F-2DC4-4417-BE95-B58AB074BE25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B.đồ!$C$68:$F$68</c:f>
              <c:numCache>
                <c:formatCode>_(* #,##0_);_(* \(#,##0\);_(* "-"??_);_(@_)</c:formatCode>
                <c:ptCount val="4"/>
                <c:pt idx="0">
                  <c:v>10000</c:v>
                </c:pt>
                <c:pt idx="1">
                  <c:v>10000</c:v>
                </c:pt>
                <c:pt idx="2">
                  <c:v>10000</c:v>
                </c:pt>
                <c:pt idx="3">
                  <c:v>10000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B.đồ!$C$69:$F$69</c15:f>
                <c15:dlblRangeCache>
                  <c:ptCount val="4"/>
                  <c:pt idx="0">
                    <c:v>70%</c:v>
                  </c:pt>
                  <c:pt idx="1">
                    <c:v>70%</c:v>
                  </c:pt>
                  <c:pt idx="2">
                    <c:v>70%</c:v>
                  </c:pt>
                  <c:pt idx="3">
                    <c:v>70%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A-19A1-41BF-9B4A-C117CB4A9E3E}"/>
            </c:ext>
          </c:extLst>
        </c:ser>
        <c:ser>
          <c:idx val="2"/>
          <c:order val="3"/>
          <c:tx>
            <c:strRef>
              <c:f>B.đồ!$B$72</c:f>
              <c:strCache>
                <c:ptCount val="1"/>
                <c:pt idx="0">
                  <c:v>Hao hụt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4.7281323877068557E-3"/>
                </c:manualLayout>
              </c:layout>
              <c:tx>
                <c:rich>
                  <a:bodyPr/>
                  <a:lstStyle/>
                  <a:p>
                    <a:fld id="{E2B5CE1B-05CB-493F-B433-52E1AC8543AB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4DE5A2E2-CE9D-4E65-B10B-AB99FC5378E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19A1-41BF-9B4A-C117CB4A9E3E}"/>
                </c:ext>
              </c:extLst>
            </c:dLbl>
            <c:dLbl>
              <c:idx val="1"/>
              <c:layout>
                <c:manualLayout>
                  <c:x val="-2.7777777777777779E-3"/>
                  <c:y val="4.7281323877068557E-3"/>
                </c:manualLayout>
              </c:layout>
              <c:tx>
                <c:rich>
                  <a:bodyPr/>
                  <a:lstStyle/>
                  <a:p>
                    <a:fld id="{F5680152-A3F1-4EA1-844E-FBF3FF0F2A1F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FC498B54-CD5D-45C0-9D3C-EF33AFEA46F7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19A1-41BF-9B4A-C117CB4A9E3E}"/>
                </c:ext>
              </c:extLst>
            </c:dLbl>
            <c:dLbl>
              <c:idx val="2"/>
              <c:layout>
                <c:manualLayout>
                  <c:x val="0"/>
                  <c:y val="9.4562647754137114E-3"/>
                </c:manualLayout>
              </c:layout>
              <c:tx>
                <c:rich>
                  <a:bodyPr/>
                  <a:lstStyle/>
                  <a:p>
                    <a:fld id="{821885CE-7BB4-4FCC-A9A7-87D99E9147A5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4C292655-3CF1-4544-AD7F-D6A66C7D8EDB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19A1-41BF-9B4A-C117CB4A9E3E}"/>
                </c:ext>
              </c:extLst>
            </c:dLbl>
            <c:dLbl>
              <c:idx val="3"/>
              <c:layout>
                <c:manualLayout>
                  <c:x val="5.5555555555555558E-3"/>
                  <c:y val="4.7281323877068557E-3"/>
                </c:manualLayout>
              </c:layout>
              <c:tx>
                <c:rich>
                  <a:bodyPr/>
                  <a:lstStyle/>
                  <a:p>
                    <a:fld id="{DAEFE108-946E-469A-97C0-C0EDCAFE2013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769FA211-AC17-4A19-B735-EE8EF466BEA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B.đồ!$C$72:$F$72</c:f>
              <c:numCache>
                <c:formatCode>_(* #,##0_);_(* \(#,##0\);_(* "-"??_);_(@_)</c:formatCode>
                <c:ptCount val="4"/>
                <c:pt idx="0">
                  <c:v>822.51082251082335</c:v>
                </c:pt>
                <c:pt idx="1">
                  <c:v>822.51082251082335</c:v>
                </c:pt>
                <c:pt idx="2">
                  <c:v>822.51082251082335</c:v>
                </c:pt>
                <c:pt idx="3">
                  <c:v>822.51082251082335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B.đồ!$C$73:$F$73</c15:f>
                <c15:dlblRangeCache>
                  <c:ptCount val="4"/>
                  <c:pt idx="0">
                    <c:v>6%</c:v>
                  </c:pt>
                  <c:pt idx="1">
                    <c:v>6%</c:v>
                  </c:pt>
                  <c:pt idx="2">
                    <c:v>6%</c:v>
                  </c:pt>
                  <c:pt idx="3">
                    <c:v>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F-19A1-41BF-9B4A-C117CB4A9E3E}"/>
            </c:ext>
          </c:extLst>
        </c:ser>
        <c:ser>
          <c:idx val="0"/>
          <c:order val="4"/>
          <c:tx>
            <c:strRef>
              <c:f>B.đồ!$B$74</c:f>
              <c:strCache>
                <c:ptCount val="1"/>
                <c:pt idx="0">
                  <c:v>Biến phí (SX+VC)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AF18DD6-6757-4084-9355-B882A44E0AED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923C8BDA-B44D-420F-A10B-D4F7529368EA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19A1-41BF-9B4A-C117CB4A9E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308E4-2059-4B68-81D6-105AD8EF4EBB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C5C9B4C4-7595-4134-8111-E7E4CCDBEA0D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19A1-41BF-9B4A-C117CB4A9E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1DDCC2C-28E2-47D6-A0FE-C162A3735C14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D857E0D6-3A7C-4B14-87B6-FE5C3AD6DBD7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19A1-41BF-9B4A-C117CB4A9E3E}"/>
                </c:ext>
              </c:extLst>
            </c:dLbl>
            <c:dLbl>
              <c:idx val="3"/>
              <c:layout>
                <c:manualLayout>
                  <c:x val="2.7777777777777779E-3"/>
                  <c:y val="-4.3340712878365935E-17"/>
                </c:manualLayout>
              </c:layout>
              <c:tx>
                <c:rich>
                  <a:bodyPr/>
                  <a:lstStyle/>
                  <a:p>
                    <a:fld id="{8C83C764-1022-415C-B508-3888FC3D4B2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FEC3FEA7-9F54-4864-B45B-E02CA07FFD17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B.đồ!$C$74:$F$74</c:f>
              <c:numCache>
                <c:formatCode>_(* #,##0_);_(* \(#,##0\);_(* "-"??_);_(@_)</c:formatCode>
                <c:ptCount val="4"/>
                <c:pt idx="0">
                  <c:v>523.1434751239085</c:v>
                </c:pt>
                <c:pt idx="1">
                  <c:v>523.14347512391032</c:v>
                </c:pt>
                <c:pt idx="2">
                  <c:v>523.1434751239085</c:v>
                </c:pt>
                <c:pt idx="3">
                  <c:v>523.1434751239085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B.đồ!$C$75:$F$75</c15:f>
                <c15:dlblRangeCache>
                  <c:ptCount val="4"/>
                  <c:pt idx="0">
                    <c:v>4%</c:v>
                  </c:pt>
                  <c:pt idx="1">
                    <c:v>4%</c:v>
                  </c:pt>
                  <c:pt idx="2">
                    <c:v>4%</c:v>
                  </c:pt>
                  <c:pt idx="3">
                    <c:v>4%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19A1-41BF-9B4A-C117CB4A9E3E}"/>
            </c:ext>
          </c:extLst>
        </c:ser>
        <c:ser>
          <c:idx val="4"/>
          <c:order val="5"/>
          <c:tx>
            <c:strRef>
              <c:f>B.đồ!$B$76</c:f>
              <c:strCache>
                <c:ptCount val="1"/>
                <c:pt idx="0">
                  <c:v>Định phí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4184397163120567E-2"/>
                </c:manualLayout>
              </c:layout>
              <c:tx>
                <c:rich>
                  <a:bodyPr/>
                  <a:lstStyle/>
                  <a:p>
                    <a:fld id="{40E7DD3B-6A0D-47B4-BA77-8AECD57EBE7A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EFF954C6-7E68-46FE-9641-24EFD54C1FFD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19A1-41BF-9B4A-C117CB4A9E3E}"/>
                </c:ext>
              </c:extLst>
            </c:dLbl>
            <c:dLbl>
              <c:idx val="1"/>
              <c:layout>
                <c:manualLayout>
                  <c:x val="-2.7777777777777779E-3"/>
                  <c:y val="-1.4184397163120567E-2"/>
                </c:manualLayout>
              </c:layout>
              <c:tx>
                <c:rich>
                  <a:bodyPr/>
                  <a:lstStyle/>
                  <a:p>
                    <a:fld id="{16358915-4C2F-409B-9EED-405AF67DDCF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D12A73BB-7C73-43B5-9198-9A53ACCA55BB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19A1-41BF-9B4A-C117CB4A9E3E}"/>
                </c:ext>
              </c:extLst>
            </c:dLbl>
            <c:dLbl>
              <c:idx val="2"/>
              <c:layout>
                <c:manualLayout>
                  <c:x val="-2.7777777777777779E-3"/>
                  <c:y val="-9.4562647754137114E-3"/>
                </c:manualLayout>
              </c:layout>
              <c:tx>
                <c:rich>
                  <a:bodyPr/>
                  <a:lstStyle/>
                  <a:p>
                    <a:fld id="{0F41EAC0-2846-42F5-8568-522F93E830F6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379DAA19-ACBC-4FC3-B790-AF7C06E9C1C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19A1-41BF-9B4A-C117CB4A9E3E}"/>
                </c:ext>
              </c:extLst>
            </c:dLbl>
            <c:dLbl>
              <c:idx val="3"/>
              <c:layout>
                <c:manualLayout>
                  <c:x val="2.777777777777676E-3"/>
                  <c:y val="0"/>
                </c:manualLayout>
              </c:layout>
              <c:tx>
                <c:rich>
                  <a:bodyPr/>
                  <a:lstStyle/>
                  <a:p>
                    <a:fld id="{30A9786E-ED68-4D15-9B20-575BB25CE326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7533689B-6D6A-4774-A5F7-1342607E447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B.đồ!$C$76:$F$76</c:f>
              <c:numCache>
                <c:formatCode>_(* #,##0_);_(* \(#,##0\);_(* "-"??_);_(@_)</c:formatCode>
                <c:ptCount val="4"/>
                <c:pt idx="0">
                  <c:v>3582.3026663267292</c:v>
                </c:pt>
                <c:pt idx="1">
                  <c:v>2720.2493595987353</c:v>
                </c:pt>
                <c:pt idx="2">
                  <c:v>2227.819387331419</c:v>
                </c:pt>
                <c:pt idx="3">
                  <c:v>1835.3440879537131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B.đồ!$C$77:$F$77</c15:f>
                <c15:dlblRangeCache>
                  <c:ptCount val="4"/>
                  <c:pt idx="0">
                    <c:v>25%</c:v>
                  </c:pt>
                  <c:pt idx="1">
                    <c:v>19%</c:v>
                  </c:pt>
                  <c:pt idx="2">
                    <c:v>16%</c:v>
                  </c:pt>
                  <c:pt idx="3">
                    <c:v>13%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9-19A1-41BF-9B4A-C117CB4A9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20704656"/>
        <c:axId val="520710896"/>
      </c:barChart>
      <c:lineChart>
        <c:grouping val="standard"/>
        <c:varyColors val="0"/>
        <c:ser>
          <c:idx val="5"/>
          <c:order val="0"/>
          <c:tx>
            <c:strRef>
              <c:f>B.đồ!$B$67</c:f>
              <c:strCache>
                <c:ptCount val="1"/>
                <c:pt idx="0">
                  <c:v>Giá bán</c:v>
                </c:pt>
              </c:strCache>
            </c:strRef>
          </c:tx>
          <c:spPr>
            <a:ln w="12700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613781978627537E-2"/>
                  <c:y val="-5.80718372520177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935-4B01-9DDA-DFFD9BF1728A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B.đồ!$C$67:$F$67</c:f>
              <c:numCache>
                <c:formatCode>_(* #,##0_);_(* \(#,##0\);_(* "-"??_);_(@_)</c:formatCode>
                <c:ptCount val="4"/>
                <c:pt idx="0">
                  <c:v>14272.727272727272</c:v>
                </c:pt>
                <c:pt idx="1">
                  <c:v>14272.727272727272</c:v>
                </c:pt>
                <c:pt idx="2">
                  <c:v>14272.727272727272</c:v>
                </c:pt>
                <c:pt idx="3">
                  <c:v>14272.727272727272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A-19A1-41BF-9B4A-C117CB4A9E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28745903"/>
        <c:axId val="162874830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 baseline="0"/>
                  <a:t>Đồng/ Kg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1628748303"/>
        <c:scaling>
          <c:orientation val="minMax"/>
        </c:scaling>
        <c:delete val="1"/>
        <c:axPos val="r"/>
        <c:numFmt formatCode="_(* #,##0_);_(* \(#,##0\);_(* &quot;-&quot;??_);_(@_)" sourceLinked="1"/>
        <c:majorTickMark val="out"/>
        <c:minorTickMark val="none"/>
        <c:tickLblPos val="nextTo"/>
        <c:crossAx val="1628745903"/>
        <c:crosses val="max"/>
        <c:crossBetween val="between"/>
      </c:valAx>
      <c:catAx>
        <c:axId val="1628745903"/>
        <c:scaling>
          <c:orientation val="minMax"/>
        </c:scaling>
        <c:delete val="1"/>
        <c:axPos val="b"/>
        <c:majorTickMark val="out"/>
        <c:minorTickMark val="none"/>
        <c:tickLblPos val="nextTo"/>
        <c:crossAx val="16287483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3763779527559057E-2"/>
          <c:y val="0.90780379357158858"/>
          <c:w val="0.91638888888888881"/>
          <c:h val="9.21962064284113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aseline="0">
                <a:solidFill>
                  <a:srgbClr val="119303"/>
                </a:solidFill>
              </a:rPr>
              <a:t>GAP </a:t>
            </a:r>
          </a:p>
          <a:p>
            <a:pPr>
              <a:defRPr sz="1100">
                <a:solidFill>
                  <a:srgbClr val="119303"/>
                </a:solidFill>
              </a:defRPr>
            </a:pPr>
            <a:r>
              <a:rPr lang="en-US" sz="1100" baseline="0">
                <a:solidFill>
                  <a:srgbClr val="119303"/>
                </a:solidFill>
              </a:rPr>
              <a:t>(Giá bán - giá mua)</a:t>
            </a:r>
            <a:endParaRPr lang="en-US" sz="110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14804838669614248"/>
          <c:y val="4.064703868538171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868998236419136E-3"/>
          <c:y val="0.17632384115838179"/>
          <c:w val="0.98310986363297659"/>
          <c:h val="0.6280098891527679"/>
        </c:manualLayout>
      </c:layout>
      <c:barChart>
        <c:barDir val="col"/>
        <c:grouping val="clustered"/>
        <c:varyColors val="0"/>
        <c:ser>
          <c:idx val="2"/>
          <c:order val="1"/>
          <c:tx>
            <c:strRef>
              <c:f>B.đồ!$B$89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718731579418969E-2"/>
                  <c:y val="-0.2318076092481147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61CA857-6BF3-4A1C-9D8A-8B05606C40D4}" type="CELLRANGE">
                      <a:rPr lang="en-US" sz="1200" baseline="0"/>
                      <a:pPr>
                        <a:defRPr sz="1200" b="1">
                          <a:solidFill>
                            <a:srgbClr val="FFC000"/>
                          </a:solidFill>
                        </a:defRPr>
                      </a:pPr>
                      <a:t>[CELLRANGE]</a:t>
                    </a:fld>
                    <a:r>
                      <a:rPr lang="en-US" sz="1200" baseline="0"/>
                      <a:t> </a:t>
                    </a:r>
                    <a:fld id="{0CB54B8D-7441-4000-B1CD-63C422EB105A}" type="SERIESNAME">
                      <a:rPr lang="en-US" sz="1200" baseline="0"/>
                      <a:pPr>
                        <a:defRPr sz="1200" b="1">
                          <a:solidFill>
                            <a:srgbClr val="FFC000"/>
                          </a:solidFill>
                        </a:defRPr>
                      </a:pPr>
                      <a:t>[SERIES NAME]</a:t>
                    </a:fld>
                    <a:r>
                      <a:rPr lang="en-US" sz="1200" baseline="0"/>
                      <a:t> </a:t>
                    </a:r>
                    <a:fld id="{84ECCEC6-0333-4B9A-A8EA-6C150EC01681}" type="VALUE">
                      <a:rPr lang="en-US" sz="1200" baseline="0"/>
                      <a:pPr>
                        <a:defRPr sz="1200" b="1">
                          <a:solidFill>
                            <a:srgbClr val="FFC000"/>
                          </a:solidFill>
                        </a:defRPr>
                      </a:pPr>
                      <a:t>[VALUE]</a:t>
                    </a:fld>
                    <a:endParaRPr lang="en-US" sz="12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39426444645239"/>
                      <c:h val="0.15271867612293141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809E-4F9D-84B3-D6A41A3B6E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B.đồ!$C$86</c:f>
              <c:strCache>
                <c:ptCount val="1"/>
                <c:pt idx="0">
                  <c:v>Đồng/kg</c:v>
                </c:pt>
              </c:strCache>
            </c:strRef>
          </c:cat>
          <c:val>
            <c:numRef>
              <c:f>B.đồ!$C$89</c:f>
              <c:numCache>
                <c:formatCode>_(* #,##0_);_(* \(#,##0\);_(* "-"??_);_(@_)</c:formatCode>
                <c:ptCount val="1"/>
                <c:pt idx="0">
                  <c:v>4272.7272727272721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B.đồ!$C$71</c15:f>
                <c15:dlblRangeCache>
                  <c:ptCount val="1"/>
                  <c:pt idx="0">
                    <c:v>30%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809E-4F9D-84B3-D6A41A3B6E75}"/>
            </c:ext>
          </c:extLst>
        </c:ser>
        <c:ser>
          <c:idx val="0"/>
          <c:order val="2"/>
          <c:tx>
            <c:strRef>
              <c:f>B.đồ!$B$87</c:f>
              <c:strCache>
                <c:ptCount val="1"/>
                <c:pt idx="0">
                  <c:v>Giá bán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09E-4F9D-84B3-D6A41A3B6E75}"/>
              </c:ext>
            </c:extLst>
          </c:dPt>
          <c:dLbls>
            <c:dLbl>
              <c:idx val="0"/>
              <c:layout>
                <c:manualLayout>
                  <c:x val="-1.6661047161403195E-2"/>
                  <c:y val="-5.6031576867502254E-3"/>
                </c:manualLayout>
              </c:layout>
              <c:spPr>
                <a:noFill/>
                <a:ln w="6350">
                  <a:solidFill>
                    <a:srgbClr val="FFC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57495142861184856"/>
                      <c:h val="0.1017033465410248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09E-4F9D-84B3-D6A41A3B6E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B.đồ!$C$86</c:f>
              <c:strCache>
                <c:ptCount val="1"/>
                <c:pt idx="0">
                  <c:v>Đồng/kg</c:v>
                </c:pt>
              </c:strCache>
            </c:strRef>
          </c:cat>
          <c:val>
            <c:numRef>
              <c:f>B.đồ!$C$87</c:f>
              <c:numCache>
                <c:formatCode>_(* #,##0_);_(* \(#,##0\);_(* "-"??_);_(@_)</c:formatCode>
                <c:ptCount val="1"/>
                <c:pt idx="0">
                  <c:v>14272.727272727272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9E-4F9D-84B3-D6A41A3B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overlap val="100"/>
        <c:axId val="520704656"/>
        <c:axId val="520710896"/>
      </c:barChart>
      <c:barChart>
        <c:barDir val="col"/>
        <c:grouping val="clustered"/>
        <c:varyColors val="0"/>
        <c:ser>
          <c:idx val="1"/>
          <c:order val="0"/>
          <c:tx>
            <c:strRef>
              <c:f>B.đồ!$B$88</c:f>
              <c:strCache>
                <c:ptCount val="1"/>
                <c:pt idx="0">
                  <c:v>Giá mua B0</c:v>
                </c:pt>
              </c:strCache>
            </c:strRef>
          </c:tx>
          <c:spPr>
            <a:solidFill>
              <a:srgbClr val="70AD47"/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AD47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09E-4F9D-84B3-D6A41A3B6E75}"/>
              </c:ext>
            </c:extLst>
          </c:dPt>
          <c:dLbls>
            <c:dLbl>
              <c:idx val="0"/>
              <c:layout>
                <c:manualLayout>
                  <c:x val="2.8061176370726671E-3"/>
                  <c:y val="0.23042990816957676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8493573264781481"/>
                      <c:h val="0.17000018614694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809E-4F9D-84B3-D6A41A3B6E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B.đồ!$C$86</c:f>
              <c:strCache>
                <c:ptCount val="1"/>
                <c:pt idx="0">
                  <c:v>Đồng/kg</c:v>
                </c:pt>
              </c:strCache>
            </c:strRef>
          </c:cat>
          <c:val>
            <c:numRef>
              <c:f>B.đồ!$C$88</c:f>
              <c:numCache>
                <c:formatCode>_(* #,##0_);_(* \(#,##0\);_(* "-"??_);_(@_)</c:formatCode>
                <c:ptCount val="1"/>
                <c:pt idx="0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9E-4F9D-84B3-D6A41A3B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overlap val="100"/>
        <c:axId val="51480832"/>
        <c:axId val="51474592"/>
      </c:barChart>
      <c:catAx>
        <c:axId val="520704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51474592"/>
        <c:scaling>
          <c:orientation val="minMax"/>
        </c:scaling>
        <c:delete val="1"/>
        <c:axPos val="r"/>
        <c:numFmt formatCode="_(* #,##0_);_(* \(#,##0\);_(* &quot;-&quot;??_);_(@_)" sourceLinked="1"/>
        <c:majorTickMark val="out"/>
        <c:minorTickMark val="none"/>
        <c:tickLblPos val="nextTo"/>
        <c:crossAx val="51480832"/>
        <c:crosses val="max"/>
        <c:crossBetween val="between"/>
      </c:valAx>
      <c:catAx>
        <c:axId val="514808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4745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NVL (B0)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1 THÁNG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22763879775444737"/>
          <c:y val="4.62948381452318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444444444444452E-2"/>
          <c:y val="9.3657480314960628E-2"/>
          <c:w val="0.97522222222222221"/>
          <c:h val="0.693039807524059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HV!$B$5</c:f>
              <c:strCache>
                <c:ptCount val="1"/>
                <c:pt idx="0">
                  <c:v>SL NVL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HV!$D$5:$G$5</c:f>
              <c:numCache>
                <c:formatCode>#,###,</c:formatCode>
                <c:ptCount val="4"/>
                <c:pt idx="0">
                  <c:v>400000</c:v>
                </c:pt>
                <c:pt idx="1">
                  <c:v>600000</c:v>
                </c:pt>
                <c:pt idx="2">
                  <c:v>800000</c:v>
                </c:pt>
                <c:pt idx="3">
                  <c:v>1000000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0C-4F63-825D-94AB916F7329}"/>
            </c:ext>
          </c:extLst>
        </c:ser>
        <c:ser>
          <c:idx val="1"/>
          <c:order val="1"/>
          <c:tx>
            <c:strRef>
              <c:f>HV!$B$6</c:f>
              <c:strCache>
                <c:ptCount val="1"/>
                <c:pt idx="0">
                  <c:v>SL NVL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HV!$D$6:$G$6</c:f>
              <c:numCache>
                <c:formatCode>#,###,</c:formatCode>
                <c:ptCount val="4"/>
                <c:pt idx="0">
                  <c:v>486713.01555280498</c:v>
                </c:pt>
                <c:pt idx="1">
                  <c:v>562814.05139939149</c:v>
                </c:pt>
                <c:pt idx="2">
                  <c:v>643371.57628491684</c:v>
                </c:pt>
                <c:pt idx="3">
                  <c:v>697566.39827351179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0C-4F63-825D-94AB916F732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1730719"/>
        <c:axId val="321719199"/>
      </c:bar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5.2777777777777778E-2"/>
              <c:y val="0.1762766112569262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none"/>
        <c:minorTickMark val="none"/>
        <c:tickLblPos val="nextTo"/>
        <c:crossAx val="32173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885608048993875"/>
          <c:y val="0.9089116360454943"/>
          <c:w val="0.48666032370953632"/>
          <c:h val="8.26497403239982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NVL (B0)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NĂM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23631935331000295"/>
          <c:y val="1.5740594925634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444444444444452E-2"/>
          <c:y val="0.10476859142607173"/>
          <c:w val="0.97522222222222221"/>
          <c:h val="0.68192869641294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HV!$B$5</c:f>
              <c:strCache>
                <c:ptCount val="1"/>
                <c:pt idx="0">
                  <c:v>SL NVL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3.88888888888888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4A1-42FC-A585-C21A33F480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HV!$H$5:$K$5</c:f>
              <c:numCache>
                <c:formatCode>#,###,</c:formatCode>
                <c:ptCount val="4"/>
                <c:pt idx="0">
                  <c:v>4800000</c:v>
                </c:pt>
                <c:pt idx="1">
                  <c:v>7200000</c:v>
                </c:pt>
                <c:pt idx="2">
                  <c:v>9600000</c:v>
                </c:pt>
                <c:pt idx="3">
                  <c:v>12000000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1-4394-BB65-A4E871588E73}"/>
            </c:ext>
          </c:extLst>
        </c:ser>
        <c:ser>
          <c:idx val="1"/>
          <c:order val="1"/>
          <c:tx>
            <c:strRef>
              <c:f>HV!$B$6</c:f>
              <c:strCache>
                <c:ptCount val="1"/>
                <c:pt idx="0">
                  <c:v>SL NVL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HV!$H$6:$K$6</c:f>
              <c:numCache>
                <c:formatCode>#,###,</c:formatCode>
                <c:ptCount val="4"/>
                <c:pt idx="0">
                  <c:v>5840556.1866336595</c:v>
                </c:pt>
                <c:pt idx="1">
                  <c:v>6753768.6167926975</c:v>
                </c:pt>
                <c:pt idx="2">
                  <c:v>7720458.9154190021</c:v>
                </c:pt>
                <c:pt idx="3">
                  <c:v>8370796.7792821415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01-4394-BB65-A4E871588E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1730719"/>
        <c:axId val="321719199"/>
      </c:bar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5.2777777777777778E-2"/>
              <c:y val="0.1762766112569262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none"/>
        <c:minorTickMark val="none"/>
        <c:tickLblPos val="nextTo"/>
        <c:crossAx val="32173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600874890638669"/>
          <c:y val="0.90335593467483233"/>
          <c:w val="0.75909361329833769"/>
          <c:h val="8.26497403239982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THÀNH PHẨM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1 THÁNG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20923601997666957"/>
          <c:y val="4.62992125984251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261592300962376E-2"/>
          <c:y val="0.19658180227471567"/>
          <c:w val="0.97522222222222221"/>
          <c:h val="0.5492532808398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HV!$B$7</c:f>
              <c:strCache>
                <c:ptCount val="1"/>
                <c:pt idx="0">
                  <c:v>SL Thành phẩm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75000"/>
                  <a:alpha val="5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HV!$D$7:$G$7</c:f>
              <c:numCache>
                <c:formatCode>#,###,</c:formatCode>
                <c:ptCount val="4"/>
                <c:pt idx="0">
                  <c:v>369600</c:v>
                </c:pt>
                <c:pt idx="1">
                  <c:v>554400</c:v>
                </c:pt>
                <c:pt idx="2">
                  <c:v>739200</c:v>
                </c:pt>
                <c:pt idx="3">
                  <c:v>924000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48-4422-81C7-B04568C67D90}"/>
            </c:ext>
          </c:extLst>
        </c:ser>
        <c:ser>
          <c:idx val="1"/>
          <c:order val="1"/>
          <c:tx>
            <c:strRef>
              <c:f>HV!$B$8</c:f>
              <c:strCache>
                <c:ptCount val="1"/>
                <c:pt idx="0">
                  <c:v>SL Thành phẩm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446759259259248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616-41AC-9BD2-105CD5F1F032}"/>
                </c:ext>
              </c:extLst>
            </c:dLbl>
            <c:dLbl>
              <c:idx val="3"/>
              <c:layout>
                <c:manualLayout>
                  <c:x val="2.025462962962952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616-41AC-9BD2-105CD5F1F0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HV!$D$8:$G$8</c:f>
              <c:numCache>
                <c:formatCode>#,###,</c:formatCode>
                <c:ptCount val="4"/>
                <c:pt idx="0">
                  <c:v>452335.51631301577</c:v>
                </c:pt>
                <c:pt idx="1">
                  <c:v>523061.38605891395</c:v>
                </c:pt>
                <c:pt idx="2">
                  <c:v>597928.97424248769</c:v>
                </c:pt>
                <c:pt idx="3">
                  <c:v>648295.90917612612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48-4422-81C7-B04568C67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21730719"/>
        <c:axId val="321719199"/>
      </c:barChart>
      <c:lineChart>
        <c:grouping val="standard"/>
        <c:varyColors val="0"/>
        <c:ser>
          <c:idx val="2"/>
          <c:order val="2"/>
          <c:tx>
            <c:strRef>
              <c:f>HV!$B$9</c:f>
              <c:strCache>
                <c:ptCount val="1"/>
                <c:pt idx="0">
                  <c:v>Doanh thu HÒA VỐN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9229221347331584E-2"/>
                  <c:y val="-9.26160385555328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148-4422-81C7-B04568C67D90}"/>
                </c:ext>
              </c:extLst>
            </c:dLbl>
            <c:dLbl>
              <c:idx val="1"/>
              <c:layout>
                <c:manualLayout>
                  <c:x val="-6.2479221347331582E-2"/>
                  <c:y val="-0.1097580869396873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48-4422-81C7-B04568C67D90}"/>
                </c:ext>
              </c:extLst>
            </c:dLbl>
            <c:dLbl>
              <c:idx val="2"/>
              <c:layout>
                <c:manualLayout>
                  <c:x val="-5.1368110236220572E-2"/>
                  <c:y val="-8.5269446390895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148-4422-81C7-B04568C67D90}"/>
                </c:ext>
              </c:extLst>
            </c:dLbl>
            <c:dLbl>
              <c:idx val="3"/>
              <c:layout>
                <c:manualLayout>
                  <c:x val="-6.0145888013998249E-2"/>
                  <c:y val="-8.28205823360157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148-4422-81C7-B04568C67D90}"/>
                </c:ext>
              </c:extLst>
            </c:dLbl>
            <c:spPr>
              <a:noFill/>
              <a:ln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HV!$D$9:$G$9</c:f>
              <c:numCache>
                <c:formatCode>#,##0.0,,,</c:formatCode>
                <c:ptCount val="4"/>
                <c:pt idx="0">
                  <c:v>6456061460.1039524</c:v>
                </c:pt>
                <c:pt idx="1">
                  <c:v>7465512510.1135902</c:v>
                </c:pt>
                <c:pt idx="2">
                  <c:v>8534077177.8245964</c:v>
                </c:pt>
                <c:pt idx="3">
                  <c:v>9252950703.6956177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148-4422-81C7-B04568C67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9516063"/>
        <c:axId val="359514143"/>
      </c:line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5.5555555555555558E-3"/>
              <c:y val="3.914017490674070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30719"/>
        <c:crosses val="autoZero"/>
        <c:crossBetween val="between"/>
      </c:valAx>
      <c:valAx>
        <c:axId val="359514143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.87809606481481495"/>
              <c:y val="8.188407699037619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516063"/>
        <c:crosses val="max"/>
        <c:crossBetween val="between"/>
      </c:valAx>
      <c:catAx>
        <c:axId val="359516063"/>
        <c:scaling>
          <c:orientation val="minMax"/>
        </c:scaling>
        <c:delete val="1"/>
        <c:axPos val="b"/>
        <c:majorTickMark val="out"/>
        <c:minorTickMark val="none"/>
        <c:tickLblPos val="nextTo"/>
        <c:crossAx val="359514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119860017497814E-2"/>
          <c:y val="0.85927631632227663"/>
          <c:w val="0.96525000000000005"/>
          <c:h val="0.12603049934844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THÀNH PHẨM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NĂM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1976619459025955"/>
          <c:y val="4.62992125984251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444444444444452E-2"/>
          <c:y val="0.16946177824552583"/>
          <c:w val="0.97522222222222221"/>
          <c:h val="0.583902449693788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HV!$B$7</c:f>
              <c:strCache>
                <c:ptCount val="1"/>
                <c:pt idx="0">
                  <c:v>SL Thành phẩm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75000"/>
                  <a:alpha val="42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HV!$H$7:$K$7</c:f>
              <c:numCache>
                <c:formatCode>#,###,</c:formatCode>
                <c:ptCount val="4"/>
                <c:pt idx="0">
                  <c:v>4435200</c:v>
                </c:pt>
                <c:pt idx="1">
                  <c:v>6652800</c:v>
                </c:pt>
                <c:pt idx="2">
                  <c:v>8870400</c:v>
                </c:pt>
                <c:pt idx="3">
                  <c:v>11088000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E4-4B78-B88A-892F3F1C2949}"/>
            </c:ext>
          </c:extLst>
        </c:ser>
        <c:ser>
          <c:idx val="1"/>
          <c:order val="1"/>
          <c:tx>
            <c:strRef>
              <c:f>HV!$B$8</c:f>
              <c:strCache>
                <c:ptCount val="1"/>
                <c:pt idx="0">
                  <c:v>SL Thành phẩm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222222222222223E-2"/>
                  <c:y val="4.897728109758382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E4-4B78-B88A-892F3F1C2949}"/>
                </c:ext>
              </c:extLst>
            </c:dLbl>
            <c:dLbl>
              <c:idx val="1"/>
              <c:layout>
                <c:manualLayout>
                  <c:x val="3.9699074074074074E-2"/>
                  <c:y val="1.04531933508311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E4-4B78-B88A-892F3F1C2949}"/>
                </c:ext>
              </c:extLst>
            </c:dLbl>
            <c:dLbl>
              <c:idx val="2"/>
              <c:layout>
                <c:manualLayout>
                  <c:x val="2.2222222222222223E-2"/>
                  <c:y val="2.777777777777772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3E4-4B78-B88A-892F3F1C2949}"/>
                </c:ext>
              </c:extLst>
            </c:dLbl>
            <c:dLbl>
              <c:idx val="3"/>
              <c:layout>
                <c:manualLayout>
                  <c:x val="3.1018518518518518E-2"/>
                  <c:y val="2.28801399825021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3E4-4B78-B88A-892F3F1C29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HV!$H$8:$K$8</c:f>
              <c:numCache>
                <c:formatCode>#,###,</c:formatCode>
                <c:ptCount val="4"/>
                <c:pt idx="0">
                  <c:v>5428026.1957561895</c:v>
                </c:pt>
                <c:pt idx="1">
                  <c:v>6276736.6327069672</c:v>
                </c:pt>
                <c:pt idx="2">
                  <c:v>7175147.6909098523</c:v>
                </c:pt>
                <c:pt idx="3">
                  <c:v>7779550.9101135135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3E4-4B78-B88A-892F3F1C29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21730719"/>
        <c:axId val="321719199"/>
      </c:barChart>
      <c:lineChart>
        <c:grouping val="standard"/>
        <c:varyColors val="0"/>
        <c:ser>
          <c:idx val="2"/>
          <c:order val="2"/>
          <c:tx>
            <c:strRef>
              <c:f>HV!$B$9</c:f>
              <c:strCache>
                <c:ptCount val="1"/>
                <c:pt idx="0">
                  <c:v>Doanh thu HÒA VỐN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3666666666666668E-2"/>
                  <c:y val="-0.1122069509945666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3E4-4B78-B88A-892F3F1C2949}"/>
                </c:ext>
              </c:extLst>
            </c:dLbl>
            <c:dLbl>
              <c:idx val="1"/>
              <c:layout>
                <c:manualLayout>
                  <c:x val="-4.2555555555555603E-2"/>
                  <c:y val="-0.1171046791043250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3E4-4B78-B88A-892F3F1C2949}"/>
                </c:ext>
              </c:extLst>
            </c:dLbl>
            <c:dLbl>
              <c:idx val="2"/>
              <c:layout>
                <c:manualLayout>
                  <c:x val="-5.8277777777777776E-2"/>
                  <c:y val="-0.1024114947750496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3E4-4B78-B88A-892F3F1C2949}"/>
                </c:ext>
              </c:extLst>
            </c:dLbl>
            <c:dLbl>
              <c:idx val="3"/>
              <c:layout>
                <c:manualLayout>
                  <c:x val="-5.8162000583260529E-2"/>
                  <c:y val="-9.13005249343832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3E4-4B78-B88A-892F3F1C2949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HV!$H$9:$K$9</c:f>
              <c:numCache>
                <c:formatCode>#,##0,,,</c:formatCode>
                <c:ptCount val="4"/>
                <c:pt idx="0">
                  <c:v>77472737521.247437</c:v>
                </c:pt>
                <c:pt idx="1">
                  <c:v>89586150121.363083</c:v>
                </c:pt>
                <c:pt idx="2">
                  <c:v>102408926133.89516</c:v>
                </c:pt>
                <c:pt idx="3">
                  <c:v>111035408444.34741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83E4-4B78-B88A-892F3F1C2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9516063"/>
        <c:axId val="359514143"/>
      </c:line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5.5555555555555558E-3"/>
              <c:y val="3.914017490674070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30719"/>
        <c:crosses val="autoZero"/>
        <c:crossBetween val="between"/>
      </c:valAx>
      <c:valAx>
        <c:axId val="359514143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.89051377952755906"/>
              <c:y val="3.188420999452768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516063"/>
        <c:crosses val="max"/>
        <c:crossBetween val="between"/>
      </c:valAx>
      <c:catAx>
        <c:axId val="359516063"/>
        <c:scaling>
          <c:orientation val="minMax"/>
        </c:scaling>
        <c:delete val="1"/>
        <c:axPos val="b"/>
        <c:majorTickMark val="out"/>
        <c:minorTickMark val="none"/>
        <c:tickLblPos val="nextTo"/>
        <c:crossAx val="359514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119860017497814E-2"/>
          <c:y val="0.85927631632227663"/>
          <c:w val="0.96525000000000005"/>
          <c:h val="0.12603049934844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400" b="0" baseline="0">
                <a:solidFill>
                  <a:srgbClr val="119303"/>
                </a:solidFill>
              </a:rPr>
              <a:t>Hiệu quả đầu tư</a:t>
            </a:r>
            <a:endParaRPr lang="en-US" sz="1400" b="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44446999382408819"/>
          <c:y val="2.72472309327144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339403586740283"/>
          <c:y val="0.11832263759502842"/>
          <c:w val="0.67636062770506966"/>
          <c:h val="0.6841952917707036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B.đồ!$B$102</c:f>
              <c:strCache>
                <c:ptCount val="1"/>
                <c:pt idx="0">
                  <c:v>NPV (tỷ đồng)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5643377803649982E-3"/>
                  <c:y val="-3.2987593796246197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AAA-4C79-8C3E-89EC97DF7A20}"/>
                </c:ext>
              </c:extLst>
            </c:dLbl>
            <c:dLbl>
              <c:idx val="1"/>
              <c:layout>
                <c:manualLayout>
                  <c:x val="1.5436507661258502E-3"/>
                  <c:y val="-2.566252257303231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AA-4C79-8C3E-89EC97DF7A20}"/>
                </c:ext>
              </c:extLst>
            </c:dLbl>
            <c:dLbl>
              <c:idx val="2"/>
              <c:layout>
                <c:manualLayout>
                  <c:x val="4.775305566290803E-3"/>
                  <c:y val="-1.581344407429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AAA-4C79-8C3E-89EC97DF7A20}"/>
                </c:ext>
              </c:extLst>
            </c:dLbl>
            <c:dLbl>
              <c:idx val="3"/>
              <c:layout>
                <c:manualLayout>
                  <c:x val="2.2434303885484801E-3"/>
                  <c:y val="-3.155074287278914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AA-4C79-8C3E-89EC97DF7A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B.đồ!$C$102:$F$102</c:f>
              <c:numCache>
                <c:formatCode>#,###.0,,,</c:formatCode>
                <c:ptCount val="4"/>
                <c:pt idx="0">
                  <c:v>-22966054353.202</c:v>
                </c:pt>
                <c:pt idx="1">
                  <c:v>11981477722.092436</c:v>
                </c:pt>
                <c:pt idx="2">
                  <c:v>45660160868.842697</c:v>
                </c:pt>
                <c:pt idx="3">
                  <c:v>86844817222.756668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4-1AAA-4C79-8C3E-89EC97DF7A20}"/>
            </c:ext>
          </c:extLst>
        </c:ser>
        <c:ser>
          <c:idx val="3"/>
          <c:order val="1"/>
          <c:tx>
            <c:strRef>
              <c:f>B.đồ!$B$104</c:f>
              <c:strCache>
                <c:ptCount val="1"/>
                <c:pt idx="0">
                  <c:v>Thời gian hoàn vốn (năm)_1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7.162921110670138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AA-4C79-8C3E-89EC97DF7A20}"/>
                </c:ext>
              </c:extLst>
            </c:dLbl>
            <c:dLbl>
              <c:idx val="2"/>
              <c:layout>
                <c:manualLayout>
                  <c:x val="7.162921110670226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AAA-4C79-8C3E-89EC97DF7A20}"/>
                </c:ext>
              </c:extLst>
            </c:dLbl>
            <c:dLbl>
              <c:idx val="3"/>
              <c:layout>
                <c:manualLayout>
                  <c:x val="7.1629211106703141E-3"/>
                  <c:y val="-7.43826045736308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AAA-4C79-8C3E-89EC97DF7A20}"/>
                </c:ext>
              </c:extLst>
            </c:dLbl>
            <c:spPr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B05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B.đồ!$C$104:$F$104</c:f>
              <c:numCache>
                <c:formatCode>#,##0.0</c:formatCode>
                <c:ptCount val="4"/>
                <c:pt idx="0">
                  <c:v>#N/A</c:v>
                </c:pt>
                <c:pt idx="1">
                  <c:v>9.4228130233318907</c:v>
                </c:pt>
                <c:pt idx="2">
                  <c:v>3.8089478270301975</c:v>
                </c:pt>
                <c:pt idx="3">
                  <c:v>2.1618267813785481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AA-4C79-8C3E-89EC97DF7A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0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B.đồ!$B$105</c15:sqref>
                        </c15:formulaRef>
                      </c:ext>
                    </c:extLst>
                    <c:strCache>
                      <c:ptCount val="1"/>
                      <c:pt idx="0">
                        <c:v>Thời gian hoàn vốn (năm)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Ref>
                    <c:extLst>
                      <c:ext uri="{02D57815-91ED-43cb-92C2-25804820EDAC}">
                        <c15:formulaRef>
                          <c15:sqref>B.đồ!$C$105:$F$105</c15:sqref>
                        </c15:formulaRef>
                      </c:ext>
                    </c:extLst>
                    <c:numCache>
                      <c:formatCode>#,###.0,,,</c:formatCode>
                      <c:ptCount val="4"/>
                      <c:pt idx="0">
                        <c:v>#N/A</c:v>
                      </c:pt>
                      <c:pt idx="1">
                        <c:v>13179625503.724493</c:v>
                      </c:pt>
                      <c:pt idx="2">
                        <c:v>50226176959.535919</c:v>
                      </c:pt>
                      <c:pt idx="3">
                        <c:v>95529298947.194168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1AAA-4C79-8C3E-89EC97DF7A20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3"/>
          <c:tx>
            <c:strRef>
              <c:f>B.đồ!$B$103</c:f>
              <c:strCache>
                <c:ptCount val="1"/>
                <c:pt idx="0">
                  <c:v>IRR</c:v>
                </c:pt>
              </c:strCache>
            </c:strRef>
          </c:tx>
          <c:spPr>
            <a:ln w="19050" cap="sq">
              <a:solidFill>
                <a:srgbClr val="00B050"/>
              </a:solidFill>
              <a:bevel/>
            </a:ln>
            <a:effectLst/>
          </c:spPr>
          <c:marker>
            <c:symbol val="diamond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3.7123655783808739E-2"/>
                  <c:y val="-3.26287722226206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AAA-4C79-8C3E-89EC97DF7A20}"/>
                </c:ext>
              </c:extLst>
            </c:dLbl>
            <c:dLbl>
              <c:idx val="1"/>
              <c:layout>
                <c:manualLayout>
                  <c:x val="-7.0579979497386268E-4"/>
                  <c:y val="1.6352197977717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AAA-4C79-8C3E-89EC97DF7A20}"/>
                </c:ext>
              </c:extLst>
            </c:dLbl>
            <c:dLbl>
              <c:idx val="2"/>
              <c:layout>
                <c:manualLayout>
                  <c:x val="7.3935571328116812E-3"/>
                  <c:y val="1.53907938113383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AAA-4C79-8C3E-89EC97DF7A20}"/>
                </c:ext>
              </c:extLst>
            </c:dLbl>
            <c:dLbl>
              <c:idx val="3"/>
              <c:layout>
                <c:manualLayout>
                  <c:x val="-2.7436282035661146E-3"/>
                  <c:y val="3.56852748857494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AAA-4C79-8C3E-89EC97DF7A20}"/>
                </c:ext>
              </c:extLst>
            </c:dLbl>
            <c:spPr>
              <a:noFill/>
              <a:ln>
                <a:solidFill>
                  <a:schemeClr val="bg1">
                    <a:lumMod val="6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B.đồ!$C$103:$F$103</c:f>
              <c:numCache>
                <c:formatCode>0.0%</c:formatCode>
                <c:ptCount val="4"/>
                <c:pt idx="0">
                  <c:v>-0.18098752025544773</c:v>
                </c:pt>
                <c:pt idx="1">
                  <c:v>0.1530092538355714</c:v>
                </c:pt>
                <c:pt idx="2">
                  <c:v>0.32611480198312059</c:v>
                </c:pt>
                <c:pt idx="3">
                  <c:v>0.534343907675489</c:v>
                </c:pt>
              </c:numCache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D-1AAA-4C79-8C3E-89EC97DF7A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21728319"/>
        <c:axId val="321744639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numFmt formatCode="#,###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321744639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28319"/>
        <c:crosses val="max"/>
        <c:crossBetween val="between"/>
      </c:valAx>
      <c:catAx>
        <c:axId val="3217283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1744639"/>
        <c:crossesAt val="-50000000000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D026E-F0EF-0AEF-4B10-6553BDE41C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r>
              <a:rPr lang="en-US"/>
              <a:t>61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E2CAC-5EAD-BFEF-B4DF-99679D5335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DFBDB83E-0D1C-49EF-A89A-B984A365B8AA}" type="datetime1">
              <a:rPr lang="en-US" smtClean="0"/>
              <a:t>14/04/2026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6E7D3-074A-F063-1DAB-7976073CB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r>
              <a:rPr lang="en-US"/>
              <a:t>65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7AF7B-2171-CC4C-C008-5440A9C71B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134E3D18-FA13-4B19-AB93-DDC6F23CF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209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5563" tIns="47781" rIns="95563" bIns="47781"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8" tIns="95548" rIns="95548" bIns="9554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03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63D0-AA73-65B4-27E7-F197F492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E71DA-33AC-1FB8-9F5F-10B719EE1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C6616-CF9E-05A5-5898-EC89BF283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67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A37B-12BD-B7A9-D1FC-18D3BD19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950EE-6F75-B27C-CED2-10EDC2BF0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090CA-0AE8-33B4-5B18-07BA74C4E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14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F093-F09C-DE85-BF84-4B172DAB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8078D-DEF3-463D-0E5F-9DA136F33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6B5D2-4D57-0D0B-4588-26FD57CDC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37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AB734-4983-5801-5243-BD6505C9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7BC3B-D2F1-071C-78FC-1870A1D5C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E6733-4159-BD5C-6CB6-2D6E973D4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0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A6313-E5C9-A55A-3308-B9BB01EE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325BE-48D4-036E-15B7-B123CB5E9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F3DF4-A6A1-0916-3D27-C9F436ED6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96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7DB66-3A93-008C-671B-B9D20B91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4FDF1-A195-5E71-D530-2272E9A91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DCB82-D011-DF87-BAE5-131D4DBDC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68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5A76-4AB0-98F3-9434-454A700C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5BE69-A673-F677-0FC9-988E821FB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16C86-9ECF-E9AA-6A31-EE95F0CFD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78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249EA-56ED-1234-1002-81F5BB428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D0FB8-1ACC-1C66-6B76-55CCF6FB5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65854-2A9A-E99C-150F-F2E7E8CDF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14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DE47-FA13-F3CB-989C-21A11F96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E1655-58C3-61D1-D08F-852EF9018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971E3-6B6E-A5F9-8CB7-18203562A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02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06E8-64E4-C852-EECF-04D897C6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98A0E-FD62-32A3-CF9B-1C89933B1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21B8C-AED4-73D6-39A0-19A1B6454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77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3F14-CF1E-6397-CBEB-391628B0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CFD2D-3C92-BE76-132A-DA077130D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A168E-E1AB-578C-4307-345BF4FB7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24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182E7-956C-794D-435D-729F5636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A899A-8450-572A-14F5-2292B752C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419F9-E7DE-D804-91C9-D4ECF9690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D70A-1478-6820-F47E-72BB877A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8E411-66AA-4DA2-DEFF-93DCA7763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9FCA0-3A30-1372-655D-7BDD631B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60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3C25-1BB3-AFC5-22B7-A155BB31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6EC14-DFC0-4897-CF88-4F66CBAFA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53730-F187-CA57-AB27-B5D9BFEE3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06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7B2E-7007-311F-2084-3F99580D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BFB27-70B1-8123-371A-E4139E195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3581D-91E5-A822-1A5C-83A1EB8C0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5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1200646" y="4934642"/>
            <a:ext cx="7943353" cy="16363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52930" y="4901647"/>
            <a:ext cx="415453" cy="212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90889-44B3-3ECD-82E6-ABC06135B6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2026" y="4950545"/>
            <a:ext cx="859715" cy="1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2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8945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70;p19">
            <a:extLst>
              <a:ext uri="{FF2B5EF4-FFF2-40B4-BE49-F238E27FC236}">
                <a16:creationId xmlns:a16="http://schemas.microsoft.com/office/drawing/2014/main" id="{AAAB8DB4-4763-7C4A-203D-6C0FBEF99F98}"/>
              </a:ext>
            </a:extLst>
          </p:cNvPr>
          <p:cNvSpPr txBox="1">
            <a:spLocks/>
          </p:cNvSpPr>
          <p:nvPr userDrawn="1"/>
        </p:nvSpPr>
        <p:spPr>
          <a:xfrm>
            <a:off x="360218" y="1351629"/>
            <a:ext cx="8334161" cy="110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CỦA BAN ĐIỀU HÀNH</a:t>
            </a:r>
            <a:endParaRPr lang="en-US" sz="3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TUẦN 14 / 2025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&#272;.Bi&#234;n!R3C2:R42C1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DMSX!R4C1:R28C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DMQL!R2C2:R50C1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G.&#272;&#7883;nh!R20C3:R25C13" TargetMode="External"/><Relationship Id="rId7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G.&#272;&#7883;nh!R35C3:R45C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5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G.&#272;&#7883;nh!R27C3:R33C19" TargetMode="Externa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G.&#272;&#7883;nh!R76C3:R81C4" TargetMode="External"/><Relationship Id="rId7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G.&#272;&#7883;nh!R89C3:R93C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G.&#272;&#7883;nh!R83C3:R87C5" TargetMode="External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G.&#272;&#7883;nh!R47C3:R58C1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KQKD!R2C1:R104C1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CP%201kg!R2C2:R75C29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Ch&#7881;%20s&#7889;%20TC!R2C2:R30C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2/D&#7921;%20&#225;n%20th&#224;nh%20l&#7853;p%20tr&#7841;m%20m&#7899;i%20-%20G&#272;2.xlsx!QL%20r&#7911;i%20ro!R2C2:R13C7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080" y="175402"/>
            <a:ext cx="1538586" cy="2359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E32C53-F9F6-E860-9F82-A8EA53A25691}"/>
              </a:ext>
            </a:extLst>
          </p:cNvPr>
          <p:cNvSpPr/>
          <p:nvPr/>
        </p:nvSpPr>
        <p:spPr>
          <a:xfrm>
            <a:off x="0" y="500041"/>
            <a:ext cx="9144000" cy="70289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70;p19">
            <a:extLst>
              <a:ext uri="{FF2B5EF4-FFF2-40B4-BE49-F238E27FC236}">
                <a16:creationId xmlns:a16="http://schemas.microsoft.com/office/drawing/2014/main" id="{6D0DFC0C-E3A7-AC85-8C7C-C6BD6BEC71AB}"/>
              </a:ext>
            </a:extLst>
          </p:cNvPr>
          <p:cNvSpPr txBox="1">
            <a:spLocks/>
          </p:cNvSpPr>
          <p:nvPr/>
        </p:nvSpPr>
        <p:spPr>
          <a:xfrm>
            <a:off x="0" y="449600"/>
            <a:ext cx="9137985" cy="70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24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KẾ HOẠCH ĐẦU TƯ TRẠM TP.HCM – GIAI ĐOẠN 2</a:t>
            </a:r>
          </a:p>
        </p:txBody>
      </p: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424709" y="4316819"/>
            <a:ext cx="3387914" cy="533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50000"/>
              </a:lnSpc>
              <a:buFont typeface="Arial"/>
              <a:buNone/>
            </a:pPr>
            <a:r>
              <a:rPr lang="en-US" sz="1000" i="1">
                <a:latin typeface="+mj-lt"/>
              </a:rPr>
              <a:t>Trình bày: Phạm Đình Hoàng (GĐ KTQT)</a:t>
            </a:r>
          </a:p>
          <a:p>
            <a:pPr marL="0" indent="0" algn="ctr">
              <a:lnSpc>
                <a:spcPct val="150000"/>
              </a:lnSpc>
              <a:buFont typeface="Arial"/>
              <a:buNone/>
            </a:pPr>
            <a:r>
              <a:rPr lang="en-US" sz="1000" i="1">
                <a:latin typeface="+mj-lt"/>
              </a:rPr>
              <a:t>Ngày 14/04/2026</a:t>
            </a:r>
            <a:endParaRPr lang="vi-VN" sz="1000" i="1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55B37-BA6A-8146-8DE3-6E1C4D97C019}"/>
              </a:ext>
            </a:extLst>
          </p:cNvPr>
          <p:cNvSpPr/>
          <p:nvPr/>
        </p:nvSpPr>
        <p:spPr>
          <a:xfrm>
            <a:off x="1158819" y="4901163"/>
            <a:ext cx="7979166" cy="210754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034847-9283-7CC6-31EC-AC0D0453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22" y="4950545"/>
            <a:ext cx="859715" cy="131828"/>
          </a:xfrm>
          <a:prstGeom prst="rect">
            <a:avLst/>
          </a:prstGeom>
        </p:spPr>
      </p:pic>
      <p:pic>
        <p:nvPicPr>
          <p:cNvPr id="14" name="Picture 13" descr="A building with glass windows&#10;&#10;Description automatically generated">
            <a:extLst>
              <a:ext uri="{FF2B5EF4-FFF2-40B4-BE49-F238E27FC236}">
                <a16:creationId xmlns:a16="http://schemas.microsoft.com/office/drawing/2014/main" id="{0EA2B862-F133-DAA7-05FB-ED2DD2126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53"/>
          <a:stretch/>
        </p:blipFill>
        <p:spPr>
          <a:xfrm>
            <a:off x="4225737" y="1220501"/>
            <a:ext cx="4904156" cy="3672570"/>
          </a:xfrm>
          <a:prstGeom prst="rect">
            <a:avLst/>
          </a:prstGeom>
        </p:spPr>
      </p:pic>
      <p:sp>
        <p:nvSpPr>
          <p:cNvPr id="13" name="Google Shape;111;p13">
            <a:extLst>
              <a:ext uri="{FF2B5EF4-FFF2-40B4-BE49-F238E27FC236}">
                <a16:creationId xmlns:a16="http://schemas.microsoft.com/office/drawing/2014/main" id="{CBC46DE1-A1F7-7E77-0783-B86269A164BA}"/>
              </a:ext>
            </a:extLst>
          </p:cNvPr>
          <p:cNvSpPr txBox="1">
            <a:spLocks/>
          </p:cNvSpPr>
          <p:nvPr/>
        </p:nvSpPr>
        <p:spPr>
          <a:xfrm>
            <a:off x="504579" y="1957626"/>
            <a:ext cx="3387914" cy="173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50000"/>
              </a:lnSpc>
              <a:buFont typeface="Arial"/>
              <a:buNone/>
            </a:pPr>
            <a:r>
              <a:rPr lang="en-US" sz="1200" u="sng">
                <a:latin typeface="+mj-lt"/>
              </a:rPr>
              <a:t>Nội dung: </a:t>
            </a:r>
          </a:p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US" sz="1200" b="1">
                <a:latin typeface="+mj-lt"/>
              </a:rPr>
              <a:t>Đánh giá hiệu quả đầu tư dự án thành lập Trạm HCM gia đoạn 2 – công suất 1.000tấn/ tháng</a:t>
            </a:r>
            <a:endParaRPr lang="vi-VN" sz="1200" b="1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0" y="646806"/>
            <a:ext cx="9144000" cy="338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NỘI DUNG</a:t>
            </a:r>
            <a:endParaRPr lang="en-US" sz="2000">
              <a:solidFill>
                <a:schemeClr val="accent6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2</a:t>
            </a:fld>
            <a:endParaRPr lang="en-US" sz="11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2458112" y="1247415"/>
            <a:ext cx="5836124" cy="338660"/>
            <a:chOff x="5271850" y="3485118"/>
            <a:chExt cx="7781494" cy="4515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724827" y="3511278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Tổng quan đầu tư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850" y="3485118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2459185" y="2559287"/>
            <a:ext cx="5692432" cy="349250"/>
            <a:chOff x="4467398" y="5225690"/>
            <a:chExt cx="7589909" cy="4656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42381"/>
              <a:ext cx="7124242" cy="41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 hoạch kinh doanh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2477755" y="3220518"/>
            <a:ext cx="5864317" cy="352866"/>
            <a:chOff x="5162127" y="3484171"/>
            <a:chExt cx="7819089" cy="47048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484171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Hiệu quả đầu tư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426B1D-6F82-18FA-D478-0AC477A44A3D}"/>
              </a:ext>
            </a:extLst>
          </p:cNvPr>
          <p:cNvGrpSpPr/>
          <p:nvPr/>
        </p:nvGrpSpPr>
        <p:grpSpPr>
          <a:xfrm>
            <a:off x="2477755" y="3885365"/>
            <a:ext cx="5848199" cy="347751"/>
            <a:chOff x="5183618" y="3495909"/>
            <a:chExt cx="7797598" cy="43683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53583F-4DBA-D134-AB9F-26A7FE41DD5F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85E834-E39C-0888-6CCF-82156C5E2F75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Kiểm soát rủi ro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2BAF273-06DB-E6A9-0E5F-5E8EBEAA6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4056433-F098-8A01-974E-E5E1FF573D82}"/>
              </a:ext>
            </a:extLst>
          </p:cNvPr>
          <p:cNvSpPr txBox="1"/>
          <p:nvPr/>
        </p:nvSpPr>
        <p:spPr>
          <a:xfrm>
            <a:off x="8109482" y="419565"/>
            <a:ext cx="6060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60E75B-0EE1-7825-FE31-27A8982FC220}"/>
              </a:ext>
            </a:extLst>
          </p:cNvPr>
          <p:cNvGrpSpPr/>
          <p:nvPr/>
        </p:nvGrpSpPr>
        <p:grpSpPr>
          <a:xfrm>
            <a:off x="2458112" y="1898056"/>
            <a:ext cx="5692432" cy="349250"/>
            <a:chOff x="4467398" y="5225690"/>
            <a:chExt cx="7589909" cy="46566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F3C4CB-E3BE-4B1C-1FD5-9AA4305D4D68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0DA6EB-F92D-45F7-02E6-C0D5C6E2A98E}"/>
                </a:ext>
              </a:extLst>
            </p:cNvPr>
            <p:cNvSpPr txBox="1"/>
            <p:nvPr/>
          </p:nvSpPr>
          <p:spPr>
            <a:xfrm>
              <a:off x="4933065" y="5242381"/>
              <a:ext cx="7124242" cy="41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giải định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27B1857-86CC-CB5D-E9FF-1A15224380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C47AA-C447-4BE8-C650-5E2478936B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871604" y="3800515"/>
            <a:ext cx="517158" cy="4993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4426B8-2217-C5E4-9A9D-FD773B6B7C7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847973" y="1196988"/>
            <a:ext cx="422631" cy="4494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F010C6-CD76-8351-D08E-1B30D07DA3B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883253" y="1856834"/>
            <a:ext cx="422631" cy="4295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211384-4B20-3B74-9D50-8133B0B0DB4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883253" y="2457940"/>
            <a:ext cx="422631" cy="46635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F097005-19E1-623B-8B50-F5C1C0341BD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882486" y="3099174"/>
            <a:ext cx="495394" cy="49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280B31E-4FD1-AAC2-6349-1C086490A557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1 – Tổng quan đầu tư Gia đoạn 2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1.1 Giá trị đầu tư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4ADC46-560E-5D5F-DB05-E3372A080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3</a:t>
            </a:fld>
            <a:endParaRPr lang="en-US" sz="11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60E62F-2A77-1B15-A5D6-25A73C22E8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2942156"/>
              </p:ext>
            </p:extLst>
          </p:nvPr>
        </p:nvGraphicFramePr>
        <p:xfrm>
          <a:off x="1003412" y="401292"/>
          <a:ext cx="7137175" cy="3523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83758F-B638-3664-D9C4-56FC618DFD94}"/>
              </a:ext>
            </a:extLst>
          </p:cNvPr>
          <p:cNvSpPr/>
          <p:nvPr/>
        </p:nvSpPr>
        <p:spPr>
          <a:xfrm>
            <a:off x="1003412" y="3975569"/>
            <a:ext cx="7137175" cy="798733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Đầu tư </a:t>
            </a:r>
            <a:r>
              <a:rPr lang="en-US" sz="1200" b="1" i="1">
                <a:solidFill>
                  <a:srgbClr val="70AD47"/>
                </a:solidFill>
              </a:rPr>
              <a:t>GĐ 1</a:t>
            </a:r>
            <a:r>
              <a:rPr lang="en-US" sz="1200" i="1">
                <a:solidFill>
                  <a:srgbClr val="70AD47"/>
                </a:solidFill>
              </a:rPr>
              <a:t> = </a:t>
            </a:r>
            <a:r>
              <a:rPr lang="en-US" sz="1200" b="1" i="1">
                <a:solidFill>
                  <a:srgbClr val="70AD47"/>
                </a:solidFill>
              </a:rPr>
              <a:t>16.8 tỷ</a:t>
            </a:r>
            <a:r>
              <a:rPr lang="en-US" sz="1200" i="1">
                <a:solidFill>
                  <a:srgbClr val="70AD47"/>
                </a:solidFill>
              </a:rPr>
              <a:t>; công suất </a:t>
            </a:r>
            <a:r>
              <a:rPr lang="en-US" sz="1200" b="1" i="1">
                <a:solidFill>
                  <a:srgbClr val="70AD47"/>
                </a:solidFill>
              </a:rPr>
              <a:t>750 kg/ giờ  </a:t>
            </a:r>
            <a:r>
              <a:rPr lang="en-US" sz="1200" i="1">
                <a:solidFill>
                  <a:srgbClr val="70AD47"/>
                </a:solidFill>
              </a:rPr>
              <a:t>(500 tấn/ tháng)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Đầu tư </a:t>
            </a:r>
            <a:r>
              <a:rPr lang="en-US" sz="1200" b="1" i="1">
                <a:solidFill>
                  <a:srgbClr val="70AD47"/>
                </a:solidFill>
              </a:rPr>
              <a:t>GĐ 2 = 4.1 tỷ </a:t>
            </a:r>
            <a:r>
              <a:rPr lang="en-US" sz="1200" i="1">
                <a:solidFill>
                  <a:srgbClr val="70AD47"/>
                </a:solidFill>
              </a:rPr>
              <a:t>(đầu tư thêm 1 máy phá kiện, 1 máy tách nhãn, 1 sort chai AI, 1 máy ép kiện)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   =&gt; </a:t>
            </a:r>
            <a:r>
              <a:rPr lang="en-US" sz="1200" b="1" i="1">
                <a:solidFill>
                  <a:srgbClr val="70AD47"/>
                </a:solidFill>
              </a:rPr>
              <a:t>Tổng đầu tư 2 GĐ = 22.2 tỷ</a:t>
            </a:r>
            <a:r>
              <a:rPr lang="en-US" sz="1200" i="1">
                <a:solidFill>
                  <a:srgbClr val="70AD47"/>
                </a:solidFill>
              </a:rPr>
              <a:t> ;  Công suất GĐ 2 sẽ tăng lên </a:t>
            </a:r>
            <a:r>
              <a:rPr lang="en-US" sz="1200" b="1" i="1">
                <a:solidFill>
                  <a:srgbClr val="70AD47"/>
                </a:solidFill>
              </a:rPr>
              <a:t>1.5 tấn/ giờ </a:t>
            </a:r>
            <a:r>
              <a:rPr lang="en-US" sz="1200" i="1">
                <a:solidFill>
                  <a:srgbClr val="70AD47"/>
                </a:solidFill>
              </a:rPr>
              <a:t>(1.000 tấn/ tháng)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FED64-799C-7FFC-01D2-FD4413D314D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087503" y="466029"/>
            <a:ext cx="356710" cy="37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9CC2-3B5F-B32F-014B-6089EF5A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9D43C18-E6B4-F79C-109B-C074526F1CEE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1 – Tổng quan đầu tư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1.2 Layout chuyền phân loại chai AI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B26C68-65DB-7A26-386F-05BE7560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4</a:t>
            </a:fld>
            <a:endParaRPr lang="en-US" sz="11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1708FF-26E0-3F51-8BC7-9D5A72A2329F}"/>
              </a:ext>
            </a:extLst>
          </p:cNvPr>
          <p:cNvGrpSpPr/>
          <p:nvPr/>
        </p:nvGrpSpPr>
        <p:grpSpPr>
          <a:xfrm>
            <a:off x="564542" y="407399"/>
            <a:ext cx="7998011" cy="4422532"/>
            <a:chOff x="564542" y="479116"/>
            <a:chExt cx="7998011" cy="44225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9DD0AF-5F24-4BC4-A8BE-CCB741927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11" t="6955" r="422" b="-195"/>
            <a:stretch>
              <a:fillRect/>
            </a:stretch>
          </p:blipFill>
          <p:spPr>
            <a:xfrm>
              <a:off x="564542" y="479116"/>
              <a:ext cx="7998011" cy="442253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45737D-AF1B-7D18-4D9A-7B674BF84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0860" y="4671511"/>
              <a:ext cx="6401693" cy="228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29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390D-DBC1-3FA8-83DD-675206C1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AAE944A-A545-760C-32D2-95FA10AA004F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2.1 Định biên (ĐVT: người)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13BF3-BB4C-298E-BEC1-41750F4C9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5</a:t>
            </a:fld>
            <a:endParaRPr lang="en-US" sz="110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FE1B160-90B7-5220-4C34-F2AB1E868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790851"/>
              </p:ext>
            </p:extLst>
          </p:nvPr>
        </p:nvGraphicFramePr>
        <p:xfrm>
          <a:off x="1294727" y="310619"/>
          <a:ext cx="6554548" cy="458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455310" imgH="7168975" progId="Excel.Sheet.12">
                  <p:link updateAutomatic="1"/>
                </p:oleObj>
              </mc:Choice>
              <mc:Fallback>
                <p:oleObj name="Worksheet" r:id="rId3" imgW="9455310" imgH="7168975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FE1B160-90B7-5220-4C34-F2AB1E8680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4727" y="310619"/>
                        <a:ext cx="6554548" cy="4583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04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7D94-C09D-2D8A-7A9D-8F4C285B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FD0E606-D9A8-B161-6326-62F1A0D3B171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2.2 Định mức chi phí sản xuất (ĐVT: quy ra đồng/kg thành phẩm)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4DBD0-9728-8CB0-AA25-323B9EA3E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6</a:t>
            </a:fld>
            <a:endParaRPr lang="en-US" sz="110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B93D776-9412-0560-7CF5-912F0580A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968054"/>
              </p:ext>
            </p:extLst>
          </p:nvPr>
        </p:nvGraphicFramePr>
        <p:xfrm>
          <a:off x="149225" y="882650"/>
          <a:ext cx="8847138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182313" imgH="4311475" progId="Excel.Sheet.12">
                  <p:link updateAutomatic="1"/>
                </p:oleObj>
              </mc:Choice>
              <mc:Fallback>
                <p:oleObj name="Worksheet" r:id="rId3" imgW="11182313" imgH="4311475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B93D776-9412-0560-7CF5-912F0580A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225" y="882650"/>
                        <a:ext cx="8847138" cy="340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81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ADA5-62E0-6C45-740A-6B19DC91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0550B33-10D5-3394-78BD-87F17EF5A7BE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2.3 Định mức chi phí quản lý (ĐVT: triệu đồng)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24390-FEF3-3B6C-4DFE-22EF6C926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7</a:t>
            </a:fld>
            <a:endParaRPr lang="en-US" sz="110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8B50117-3CA2-185C-B93F-2419D78FF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382214"/>
              </p:ext>
            </p:extLst>
          </p:nvPr>
        </p:nvGraphicFramePr>
        <p:xfrm>
          <a:off x="215900" y="293688"/>
          <a:ext cx="8710613" cy="460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5677965" imgH="8915400" progId="Excel.Sheet.12">
                  <p:link updateAutomatic="1"/>
                </p:oleObj>
              </mc:Choice>
              <mc:Fallback>
                <p:oleObj name="Worksheet" r:id="rId3" imgW="15677965" imgH="8915400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8B50117-3CA2-185C-B93F-2419D78FF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900" y="293688"/>
                        <a:ext cx="8710613" cy="4606925"/>
                      </a:xfrm>
                      <a:prstGeom prst="rect">
                        <a:avLst/>
                      </a:prstGeom>
                      <a:ln w="12700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497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2824-997D-622F-6646-2E4E6872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6DFF597-C2F8-D410-9E87-196C4B5916CF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2.4 Các giả định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691B6-4EAD-7EF3-581E-17798040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8</a:t>
            </a:fld>
            <a:endParaRPr lang="en-US" sz="110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79C552D-BCDC-B5E5-CA00-56534E9633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858082"/>
              </p:ext>
            </p:extLst>
          </p:nvPr>
        </p:nvGraphicFramePr>
        <p:xfrm>
          <a:off x="388938" y="510248"/>
          <a:ext cx="836612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93101" imgH="1085850" progId="Excel.Sheet.12">
                  <p:link updateAutomatic="1"/>
                </p:oleObj>
              </mc:Choice>
              <mc:Fallback>
                <p:oleObj name="Worksheet" r:id="rId3" imgW="9093101" imgH="1085850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79C552D-BCDC-B5E5-CA00-56534E9633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938" y="510248"/>
                        <a:ext cx="8366125" cy="106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EE1EC38-F336-63C5-C78B-775B81901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439117"/>
              </p:ext>
            </p:extLst>
          </p:nvPr>
        </p:nvGraphicFramePr>
        <p:xfrm>
          <a:off x="407441" y="1734363"/>
          <a:ext cx="8329117" cy="1024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2973235" imgH="1269912" progId="Excel.Sheet.12">
                  <p:link updateAutomatic="1"/>
                </p:oleObj>
              </mc:Choice>
              <mc:Fallback>
                <p:oleObj name="Worksheet" r:id="rId5" imgW="12973235" imgH="1269912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EE1EC38-F336-63C5-C78B-775B819012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441" y="1734363"/>
                        <a:ext cx="8329117" cy="1024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DFF32ED-6348-7829-116D-1E615AA20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569884"/>
              </p:ext>
            </p:extLst>
          </p:nvPr>
        </p:nvGraphicFramePr>
        <p:xfrm>
          <a:off x="2478882" y="2849957"/>
          <a:ext cx="4186237" cy="187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4565490" imgH="2038481" progId="Excel.Sheet.12">
                  <p:link updateAutomatic="1"/>
                </p:oleObj>
              </mc:Choice>
              <mc:Fallback>
                <p:oleObj name="Worksheet" r:id="rId7" imgW="4565490" imgH="2038481" progId="Excel.Sheet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DFF32ED-6348-7829-116D-1E615AA20D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78882" y="2849957"/>
                        <a:ext cx="4186237" cy="187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766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E870-CE83-C7AB-D5E2-C9E303346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381F6C-2D1B-8D79-0BCE-BF9966BBEB75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2.4 Các giải định (tt)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2CE8A2-5121-A89A-5527-D064C32C3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9</a:t>
            </a:fld>
            <a:endParaRPr lang="en-US" sz="110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563684C-0288-D429-B8D4-AAE4577BA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32792"/>
              </p:ext>
            </p:extLst>
          </p:nvPr>
        </p:nvGraphicFramePr>
        <p:xfrm>
          <a:off x="1127012" y="2606714"/>
          <a:ext cx="30543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054313" imgH="1085850" progId="Excel.Sheet.12">
                  <p:link updateAutomatic="1"/>
                </p:oleObj>
              </mc:Choice>
              <mc:Fallback>
                <p:oleObj name="Worksheet" r:id="rId3" imgW="3054313" imgH="1085850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563684C-0288-D429-B8D4-AAE4577BA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7012" y="2606714"/>
                        <a:ext cx="3054350" cy="108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953F9FD-2B71-8C0D-AAC8-BD18CFC93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109837"/>
              </p:ext>
            </p:extLst>
          </p:nvPr>
        </p:nvGraphicFramePr>
        <p:xfrm>
          <a:off x="4352925" y="2695575"/>
          <a:ext cx="38417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841861" imgH="908094" progId="Excel.Sheet.12">
                  <p:link updateAutomatic="1"/>
                </p:oleObj>
              </mc:Choice>
              <mc:Fallback>
                <p:oleObj name="Worksheet" r:id="rId5" imgW="3841861" imgH="908094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953F9FD-2B71-8C0D-AAC8-BD18CFC93E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2925" y="2695575"/>
                        <a:ext cx="3841750" cy="908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AFE2ADD-6B58-9540-90D2-F8CFCB405F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060682"/>
              </p:ext>
            </p:extLst>
          </p:nvPr>
        </p:nvGraphicFramePr>
        <p:xfrm>
          <a:off x="3044825" y="3894953"/>
          <a:ext cx="30543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054313" imgH="724031" progId="Excel.Sheet.12">
                  <p:link updateAutomatic="1"/>
                </p:oleObj>
              </mc:Choice>
              <mc:Fallback>
                <p:oleObj name="Worksheet" r:id="rId7" imgW="3054313" imgH="724031" progId="Excel.Sheet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AFE2ADD-6B58-9540-90D2-F8CFCB405F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4825" y="3894953"/>
                        <a:ext cx="305435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8174C59-3D09-7A28-F42B-F9B926066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131101"/>
              </p:ext>
            </p:extLst>
          </p:nvPr>
        </p:nvGraphicFramePr>
        <p:xfrm>
          <a:off x="790645" y="383885"/>
          <a:ext cx="7562711" cy="2098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8489814" imgH="2355762" progId="Excel.Sheet.12">
                  <p:link updateAutomatic="1"/>
                </p:oleObj>
              </mc:Choice>
              <mc:Fallback>
                <p:oleObj name="Worksheet" r:id="rId9" imgW="8489814" imgH="2355762" progId="Excel.Sheet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8174C59-3D09-7A28-F42B-F9B9260662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0645" y="383885"/>
                        <a:ext cx="7562711" cy="2098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8182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7B6B-B77D-3A18-8D00-04F12283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65C2AFD-465A-23FF-2F8C-158D2BFAD103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3.1 Sản lượng, doanh thu, lợi nhuận (1 năm)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A2F8A3-4CB8-F480-1E2D-A83E5F38B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10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75AFBB-8555-0D70-3729-44BA634CE42B}"/>
              </a:ext>
            </a:extLst>
          </p:cNvPr>
          <p:cNvSpPr/>
          <p:nvPr/>
        </p:nvSpPr>
        <p:spPr>
          <a:xfrm>
            <a:off x="356049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B1BB59D-BC03-6E1F-5F39-B03517B279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872174"/>
              </p:ext>
            </p:extLst>
          </p:nvPr>
        </p:nvGraphicFramePr>
        <p:xfrm>
          <a:off x="2392488" y="301934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FE19339-660E-4194-9AB8-9D4F14FBC3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0457094"/>
              </p:ext>
            </p:extLst>
          </p:nvPr>
        </p:nvGraphicFramePr>
        <p:xfrm>
          <a:off x="167832" y="2628115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2A53B26-FBD9-4DE8-8DB9-60C91081A8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0452209"/>
              </p:ext>
            </p:extLst>
          </p:nvPr>
        </p:nvGraphicFramePr>
        <p:xfrm>
          <a:off x="4612215" y="2628115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1123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D828-0A2D-4D7E-CDCB-529C4DAF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D754089-7EC4-FB25-DEF3-60A606000FFC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3.2 Chi phí (1 năm)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CAF8D-3C7E-9B30-BC2E-DC21A19A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11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C3BFC-6AFF-1DB1-9B09-BBECF36094B3}"/>
              </a:ext>
            </a:extLst>
          </p:cNvPr>
          <p:cNvSpPr/>
          <p:nvPr/>
        </p:nvSpPr>
        <p:spPr>
          <a:xfrm>
            <a:off x="356049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DE2F91C-9C9C-485C-A042-77A94BB695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306187"/>
              </p:ext>
            </p:extLst>
          </p:nvPr>
        </p:nvGraphicFramePr>
        <p:xfrm>
          <a:off x="2321100" y="297735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D51723F-2F7D-4AC9-BB11-6A166156F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8719562"/>
              </p:ext>
            </p:extLst>
          </p:nvPr>
        </p:nvGraphicFramePr>
        <p:xfrm>
          <a:off x="90142" y="2615647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C9B2759-2591-4BA0-82DA-8093291D74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1383509"/>
              </p:ext>
            </p:extLst>
          </p:nvPr>
        </p:nvGraphicFramePr>
        <p:xfrm>
          <a:off x="4572000" y="2615647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7482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531E-BD46-8A89-691B-423C420A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C43241B-171F-DA71-EC20-86244780982F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3.3 Cơ cấu giá thành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4D4C4-A8B5-E23D-4215-5CF2D263E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12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C0FB11-B269-C5EA-2CA3-97969144D2F9}"/>
              </a:ext>
            </a:extLst>
          </p:cNvPr>
          <p:cNvSpPr/>
          <p:nvPr/>
        </p:nvSpPr>
        <p:spPr>
          <a:xfrm>
            <a:off x="356049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90FBD46-DC1A-44C1-9114-B330FC9D33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315232"/>
              </p:ext>
            </p:extLst>
          </p:nvPr>
        </p:nvGraphicFramePr>
        <p:xfrm>
          <a:off x="922494" y="598812"/>
          <a:ext cx="5470216" cy="3881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B2F5E2F-4E91-4DC6-BB70-603A7A1C8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9595363"/>
              </p:ext>
            </p:extLst>
          </p:nvPr>
        </p:nvGraphicFramePr>
        <p:xfrm>
          <a:off x="6460301" y="598810"/>
          <a:ext cx="1696472" cy="3881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11856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9B42-F21D-4388-C4B4-BADF2D7C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637C39-E1A0-AA53-E1FD-FC0BEE2C2405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3.4 Bảng kết quả kinh doanh (ĐVT: triệu đồng)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9B8201-D112-5099-3775-0D87EE73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13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3FF750-80C1-C2EB-D80A-8782354A412A}"/>
              </a:ext>
            </a:extLst>
          </p:cNvPr>
          <p:cNvSpPr/>
          <p:nvPr/>
        </p:nvSpPr>
        <p:spPr>
          <a:xfrm>
            <a:off x="315833" y="291226"/>
            <a:ext cx="8512333" cy="461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2FB59CA-8C33-D454-F6F6-F3183F972C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765755"/>
              </p:ext>
            </p:extLst>
          </p:nvPr>
        </p:nvGraphicFramePr>
        <p:xfrm>
          <a:off x="1027113" y="-3105150"/>
          <a:ext cx="7105650" cy="1140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023699" imgH="18840581" progId="Excel.Sheet.12">
                  <p:link updateAutomatic="1"/>
                </p:oleObj>
              </mc:Choice>
              <mc:Fallback>
                <p:oleObj name="Worksheet" r:id="rId3" imgW="11023699" imgH="18840581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2FB59CA-8C33-D454-F6F6-F3183F972C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7113" y="-3105150"/>
                        <a:ext cx="7105650" cy="11403013"/>
                      </a:xfrm>
                      <a:prstGeom prst="rect">
                        <a:avLst/>
                      </a:prstGeom>
                      <a:ln w="12700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470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2BCC-81C3-7BDF-F125-AA5FDBEE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C1A6602-FD90-0F05-42A4-5095BDEEBE9F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3.5 Sản lượng &amp; Doanh thu hòa vốn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9A074-4416-0433-0761-4EB055F7B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14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D88056-BF54-41D2-57BE-E572A6463A2F}"/>
              </a:ext>
            </a:extLst>
          </p:cNvPr>
          <p:cNvSpPr/>
          <p:nvPr/>
        </p:nvSpPr>
        <p:spPr>
          <a:xfrm>
            <a:off x="315833" y="291226"/>
            <a:ext cx="8512333" cy="461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06AE84-738B-2BB0-12C5-99562E8A34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8899371"/>
              </p:ext>
            </p:extLst>
          </p:nvPr>
        </p:nvGraphicFramePr>
        <p:xfrm>
          <a:off x="142259" y="329647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1F10670-5E39-4DDE-B152-3108FE8004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4809925"/>
              </p:ext>
            </p:extLst>
          </p:nvPr>
        </p:nvGraphicFramePr>
        <p:xfrm>
          <a:off x="142259" y="2654068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2A1ECA3-5B6C-4B98-ACB3-03FC420FD2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8059076"/>
              </p:ext>
            </p:extLst>
          </p:nvPr>
        </p:nvGraphicFramePr>
        <p:xfrm>
          <a:off x="4571999" y="330324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AC34367-581A-4598-ACC9-093F324CD6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7844221"/>
              </p:ext>
            </p:extLst>
          </p:nvPr>
        </p:nvGraphicFramePr>
        <p:xfrm>
          <a:off x="4571999" y="2654068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5137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D595-2530-6484-1D16-5C08EFD5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83338A8-E223-5516-59FF-42B6ABA23AEE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3.6 Chi phí / 1 kg thành phẩm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C5E71-38C9-F64B-7FDF-0B4CC2AFD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15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3E2840-B65B-961B-8C21-351BCE071DC8}"/>
              </a:ext>
            </a:extLst>
          </p:cNvPr>
          <p:cNvSpPr/>
          <p:nvPr/>
        </p:nvSpPr>
        <p:spPr>
          <a:xfrm>
            <a:off x="356050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E025C71-2689-BBFD-5ADA-BD55521EC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131066"/>
              </p:ext>
            </p:extLst>
          </p:nvPr>
        </p:nvGraphicFramePr>
        <p:xfrm>
          <a:off x="583691" y="366309"/>
          <a:ext cx="8046095" cy="4419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248777" imgH="4933819" progId="Excel.Sheet.12">
                  <p:link updateAutomatic="1"/>
                </p:oleObj>
              </mc:Choice>
              <mc:Fallback>
                <p:oleObj name="Worksheet" r:id="rId3" imgW="10248777" imgH="4933819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E025C71-2689-BBFD-5ADA-BD55521EC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691" y="366309"/>
                        <a:ext cx="8046095" cy="4419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025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FB570-CC1A-6D35-46D4-C4584027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D71235D-AFD7-BC44-A1F6-4C9A6010C51D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-  3.7 Chỉ số tài chính (1 năm)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78A2C4-C4BB-2F73-86B5-AAD7E4EFA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16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4B6DD1-F06D-7398-7971-CED7E2354655}"/>
              </a:ext>
            </a:extLst>
          </p:cNvPr>
          <p:cNvSpPr/>
          <p:nvPr/>
        </p:nvSpPr>
        <p:spPr>
          <a:xfrm>
            <a:off x="356049" y="292100"/>
            <a:ext cx="8512333" cy="4609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3379EFA-9203-0338-64EA-4F1D01B42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280560"/>
              </p:ext>
            </p:extLst>
          </p:nvPr>
        </p:nvGraphicFramePr>
        <p:xfrm>
          <a:off x="1092425" y="332561"/>
          <a:ext cx="7084887" cy="455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109061" imgH="5378406" progId="Excel.Sheet.12">
                  <p:link updateAutomatic="1"/>
                </p:oleObj>
              </mc:Choice>
              <mc:Fallback>
                <p:oleObj name="Worksheet" r:id="rId3" imgW="8109061" imgH="5378406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3379EFA-9203-0338-64EA-4F1D01B427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425" y="332561"/>
                        <a:ext cx="7084887" cy="455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AAF5F15-A8B0-4DEE-E885-995DDC23701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075988" y="16580"/>
            <a:ext cx="692205" cy="23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2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3E04-5711-872F-FE51-A1B4F6A1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2422FBB-104E-E912-65B3-977FE20DA73A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4 – Đánh giá hiệu quả đầu tư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NPV, IRR, thời gian hoàn vốn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E0357C-1714-21D5-11C9-C075945FB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17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5A94E2-8FAC-0999-EE55-DB592D3EF0E5}"/>
              </a:ext>
            </a:extLst>
          </p:cNvPr>
          <p:cNvSpPr/>
          <p:nvPr/>
        </p:nvSpPr>
        <p:spPr>
          <a:xfrm>
            <a:off x="364141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151674D-6A62-4F5B-903B-5FD7C5559D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4333060"/>
              </p:ext>
            </p:extLst>
          </p:nvPr>
        </p:nvGraphicFramePr>
        <p:xfrm>
          <a:off x="811952" y="340716"/>
          <a:ext cx="7640977" cy="3697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7CBA03-3C95-EF6F-2E36-B1CF7CA4021E}"/>
              </a:ext>
            </a:extLst>
          </p:cNvPr>
          <p:cNvSpPr/>
          <p:nvPr/>
        </p:nvSpPr>
        <p:spPr>
          <a:xfrm>
            <a:off x="811952" y="4147329"/>
            <a:ext cx="7640977" cy="740261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4538" indent="-117475"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Với quy mô đầu tư </a:t>
            </a:r>
            <a:r>
              <a:rPr lang="en-US" sz="1200" b="1" i="1">
                <a:solidFill>
                  <a:srgbClr val="70AD47"/>
                </a:solidFill>
              </a:rPr>
              <a:t>GĐ 2 = 1.000 tấn/tháng, </a:t>
            </a:r>
            <a:r>
              <a:rPr lang="en-US" sz="1200" i="1">
                <a:solidFill>
                  <a:srgbClr val="70AD47"/>
                </a:solidFill>
              </a:rPr>
              <a:t>Trạm sẽ có lợi nhuận tốt khi </a:t>
            </a:r>
            <a:r>
              <a:rPr lang="en-US" sz="1200" b="1" i="1">
                <a:solidFill>
                  <a:srgbClr val="70AD47"/>
                </a:solidFill>
              </a:rPr>
              <a:t>hiệu suất máy đạt &gt; 80% </a:t>
            </a:r>
            <a:r>
              <a:rPr lang="en-US" sz="1200" i="1">
                <a:solidFill>
                  <a:srgbClr val="70AD47"/>
                </a:solidFill>
              </a:rPr>
              <a:t>(~sản lượng mua </a:t>
            </a:r>
            <a:r>
              <a:rPr lang="en-US" sz="1200" b="1" i="1">
                <a:solidFill>
                  <a:srgbClr val="70AD47"/>
                </a:solidFill>
              </a:rPr>
              <a:t>B0 &gt; 800 tấn</a:t>
            </a:r>
            <a:r>
              <a:rPr lang="en-US" sz="1200" i="1">
                <a:solidFill>
                  <a:srgbClr val="70AD47"/>
                </a:solidFill>
              </a:rPr>
              <a:t>/tháng).</a:t>
            </a:r>
          </a:p>
          <a:p>
            <a:pPr marL="627063"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Để đạt </a:t>
            </a:r>
            <a:r>
              <a:rPr lang="en-US" sz="1200" b="1" i="1">
                <a:solidFill>
                  <a:srgbClr val="70AD47"/>
                </a:solidFill>
              </a:rPr>
              <a:t>Hòa vốn </a:t>
            </a:r>
            <a:r>
              <a:rPr lang="en-US" sz="1200" i="1">
                <a:solidFill>
                  <a:srgbClr val="70AD47"/>
                </a:solidFill>
              </a:rPr>
              <a:t>thì </a:t>
            </a:r>
            <a:r>
              <a:rPr lang="en-US" sz="1200" b="1" i="1">
                <a:solidFill>
                  <a:srgbClr val="70AD47"/>
                </a:solidFill>
              </a:rPr>
              <a:t>sản lượng mua chai B0 tối thiểu đạt </a:t>
            </a:r>
            <a:r>
              <a:rPr lang="en-US" b="1" i="1">
                <a:solidFill>
                  <a:srgbClr val="70AD47"/>
                </a:solidFill>
              </a:rPr>
              <a:t>560</a:t>
            </a:r>
            <a:r>
              <a:rPr lang="en-US" sz="1200" b="1" i="1">
                <a:solidFill>
                  <a:srgbClr val="70AD47"/>
                </a:solidFill>
              </a:rPr>
              <a:t> tấn /tháng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52BEB-6D64-3142-A649-5E737BC70F8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27823" y="4193586"/>
            <a:ext cx="496375" cy="5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65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3885-B60E-E317-809F-7060A43D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E68240A-40CC-B9B4-56C9-5694839A0940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5 – Quản lý rủi ro</a:t>
            </a:r>
            <a:endParaRPr lang="en-US">
              <a:solidFill>
                <a:schemeClr val="accent6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7EA1D-30C8-1AAA-4F98-32B068EF7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18</a:t>
            </a:fld>
            <a:endParaRPr lang="en-US" sz="110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451F235-EE08-593B-92D8-1861E1255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087740"/>
              </p:ext>
            </p:extLst>
          </p:nvPr>
        </p:nvGraphicFramePr>
        <p:xfrm>
          <a:off x="166688" y="333572"/>
          <a:ext cx="8810625" cy="459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201212" imgH="4794294" progId="Excel.Sheet.12">
                  <p:link updateAutomatic="1"/>
                </p:oleObj>
              </mc:Choice>
              <mc:Fallback>
                <p:oleObj name="Worksheet" r:id="rId3" imgW="9201212" imgH="4794294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451F235-EE08-593B-92D8-1861E1255E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688" y="333572"/>
                        <a:ext cx="8810625" cy="459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D815495C-5CF6-B0CB-CB51-5C0D7156C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715" y="13227"/>
            <a:ext cx="1927121" cy="3215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0006A2-398D-9215-28D4-16164875A14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314027" y="2881156"/>
            <a:ext cx="462987" cy="4556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37D0E9-6E5C-0801-26B2-01A77A9F7A2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344719" y="834515"/>
            <a:ext cx="462986" cy="4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34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8860-EFE9-6180-0E08-A44D6FAC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B1C41EA9-A2A1-1C9F-53B5-9642B415AD09}"/>
              </a:ext>
            </a:extLst>
          </p:cNvPr>
          <p:cNvSpPr txBox="1">
            <a:spLocks/>
          </p:cNvSpPr>
          <p:nvPr/>
        </p:nvSpPr>
        <p:spPr>
          <a:xfrm>
            <a:off x="2981210" y="1439284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6CACB-5E89-8E16-EF6A-0F9A97E082D3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5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1950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F8DB09-69C5-1F0B-351A-D9A2C7AE3114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5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1950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AC8DB7-A24E-919C-8D78-3DE02A9223D7}"/>
              </a:ext>
            </a:extLst>
          </p:cNvPr>
          <p:cNvSpPr/>
          <p:nvPr/>
        </p:nvSpPr>
        <p:spPr>
          <a:xfrm>
            <a:off x="1164834" y="4963647"/>
            <a:ext cx="7979166" cy="13182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B8F67-C8E8-5DCF-4E57-CA14ED78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222" y="4950545"/>
            <a:ext cx="859715" cy="1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6869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C6CE388F40B46B0C2E66A7D3B5851" ma:contentTypeVersion="0" ma:contentTypeDescription="Create a new document." ma:contentTypeScope="" ma:versionID="ab9fbeca4f2cba9ba8141113a889067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141D80-314A-4281-9C7D-EDC68DD94D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58EC89B-1DEF-4922-9880-5A9480057D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55C64E-F8BD-4185-92AB-7B94DC3A86C2}">
  <ds:schemaRefs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00b9a165-4467-4156-b58f-75ccba478fa9}" enabled="0" method="" siteId="{00b9a165-4467-4156-b58f-75ccba478f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12976</TotalTime>
  <Words>1210</Words>
  <Application>Microsoft Office PowerPoint</Application>
  <PresentationFormat>On-screen Show (16:9)</PresentationFormat>
  <Paragraphs>214</Paragraphs>
  <Slides>19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14</vt:i4>
      </vt:variant>
      <vt:variant>
        <vt:lpstr>Slide Titles</vt:lpstr>
      </vt:variant>
      <vt:variant>
        <vt:i4>19</vt:i4>
      </vt:variant>
    </vt:vector>
  </HeadingPairs>
  <TitlesOfParts>
    <vt:vector size="38" baseType="lpstr">
      <vt:lpstr>Arial</vt:lpstr>
      <vt:lpstr>Muli</vt:lpstr>
      <vt:lpstr>Roboto Slab</vt:lpstr>
      <vt:lpstr>Times New Roman</vt:lpstr>
      <vt:lpstr>Simple Light</vt:lpstr>
      <vt:lpstr>https://dtg-my.sharepoint.com/personal/hoangpd_duytangroup_com/Documents/Hoang%20-%20DTG/Báo%20cáo%20quản%20trị/Dự%20án%20thành%20lập%20trạm/Dự%20án%20thành%20lập%20trạm%20HCM/Dự%20án%20trạm%20HCM%20-%20GĐ2/Dự%20án%20thành%20lập%20trạm%20mới%20-%20GĐ2.xlsx!Đ.Biên!R3C2:R42C11</vt:lpstr>
      <vt:lpstr>https://dtg-my.sharepoint.com/personal/hoangpd_duytangroup_com/Documents/Hoang%20-%20DTG/Báo%20cáo%20quản%20trị/Dự%20án%20thành%20lập%20trạm/Dự%20án%20thành%20lập%20trạm%20HCM/Dự%20án%20trạm%20HCM%20-%20GĐ2/Dự%20án%20thành%20lập%20trạm%20mới%20-%20GĐ2.xlsx!DMSX!R4C1:R28C9</vt:lpstr>
      <vt:lpstr>https://dtg-my.sharepoint.com/personal/hoangpd_duytangroup_com/Documents/Hoang - DTG/Báo cáo quản trị/Dự án thành lập trạm/Dự án thành lập trạm HCM/Dự án trạm HCM - GĐ2/Dự án thành lập trạm mới - GĐ2.xlsx!DMQL!R2C2:R50C15</vt:lpstr>
      <vt:lpstr>https://dtg-my.sharepoint.com/personal/hoangpd_duytangroup_com/Documents/Hoang - DTG/Báo cáo quản trị/Dự án thành lập trạm/Dự án thành lập trạm HCM/Dự án trạm HCM - GĐ2/Dự án thành lập trạm mới - GĐ2.xlsx!G.Định!R20C3:R25C13</vt:lpstr>
      <vt:lpstr>https://dtg-my.sharepoint.com/personal/hoangpd_duytangroup_com/Documents/Hoang - DTG/Báo cáo quản trị/Dự án thành lập trạm/Dự án thành lập trạm HCM/Dự án trạm HCM - GĐ2/Dự án thành lập trạm mới - GĐ2.xlsx!G.Định!R27C3:R33C19</vt:lpstr>
      <vt:lpstr>https://dtg-my.sharepoint.com/personal/hoangpd_duytangroup_com/Documents/Hoang - DTG/Báo cáo quản trị/Dự án thành lập trạm/Dự án thành lập trạm HCM/Dự án trạm HCM - GĐ2/Dự án thành lập trạm mới - GĐ2.xlsx!G.Định!R35C3:R45C6</vt:lpstr>
      <vt:lpstr>https://dtg-my.sharepoint.com/personal/hoangpd_duytangroup_com/Documents/Hoang - DTG/Báo cáo quản trị/Dự án thành lập trạm/Dự án thành lập trạm HCM/Dự án trạm HCM - GĐ2/Dự án thành lập trạm mới - GĐ2.xlsx!G.Định!R76C3:R81C4</vt:lpstr>
      <vt:lpstr>https://dtg-my.sharepoint.com/personal/hoangpd_duytangroup_com/Documents/Hoang - DTG/Báo cáo quản trị/Dự án thành lập trạm/Dự án thành lập trạm HCM/Dự án trạm HCM - GĐ2/Dự án thành lập trạm mới - GĐ2.xlsx!G.Định!R83C3:R87C5</vt:lpstr>
      <vt:lpstr>https://dtg-my.sharepoint.com/personal/hoangpd_duytangroup_com/Documents/Hoang - DTG/Báo cáo quản trị/Dự án thành lập trạm/Dự án thành lập trạm HCM/Dự án trạm HCM - GĐ2/Dự án thành lập trạm mới - GĐ2.xlsx!G.Định!R89C3:R93C4</vt:lpstr>
      <vt:lpstr>https://dtg-my.sharepoint.com/personal/hoangpd_duytangroup_com/Documents/Hoang - DTG/Báo cáo quản trị/Dự án thành lập trạm/Dự án thành lập trạm HCM/Dự án trạm HCM - GĐ2/Dự án thành lập trạm mới - GĐ2.xlsx!G.Định!R47C3:R58C12</vt:lpstr>
      <vt:lpstr>https://dtg-my.sharepoint.com/personal/hoangpd_duytangroup_com/Documents/Hoang - DTG/Báo cáo quản trị/Dự án thành lập trạm/Dự án thành lập trạm HCM/Dự án trạm HCM - GĐ2/Dự án thành lập trạm mới - GĐ2.xlsx!KQKD!R2C1:R104C11</vt:lpstr>
      <vt:lpstr>https://dtg-my.sharepoint.com/personal/hoangpd_duytangroup_com/Documents/Hoang - DTG/Báo cáo quản trị/Dự án thành lập trạm/Dự án thành lập trạm HCM/Dự án trạm HCM - GĐ2/Dự án thành lập trạm mới - GĐ2.xlsx!CP 1kg!R2C2:R75C29</vt:lpstr>
      <vt:lpstr>https://dtg-my.sharepoint.com/personal/hoangpd_duytangroup_com/Documents/Hoang - DTG/Báo cáo quản trị/Dự án thành lập trạm/Dự án thành lập trạm HCM/Dự án trạm HCM - GĐ2/Dự án thành lập trạm mới - GĐ2.xlsx!Chỉ số TC!R2C2:R30C8</vt:lpstr>
      <vt:lpstr>https://dtg-my.sharepoint.com/personal/hoangpd_duytangroup_com/Documents/Hoang - DTG/Báo cáo quản trị/Dự án thành lập trạm/Dự án thành lập trạm HCM/Dự án trạm HCM - GĐ2/Dự án thành lập trạm mới - GĐ2.xlsx!QL rủi ro!R2C2:R13C7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Hoàng, Phạm Đình</cp:lastModifiedBy>
  <cp:revision>85</cp:revision>
  <cp:lastPrinted>2025-11-19T10:32:48Z</cp:lastPrinted>
  <dcterms:modified xsi:type="dcterms:W3CDTF">2026-04-14T08:08:14Z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0x010100224C6CE388F40B46B0C2E66A7D3B5851</vt:lpwstr>
  </property>
</Properties>
</file>