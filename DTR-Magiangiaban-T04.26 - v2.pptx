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46"/>
  </p:notesMasterIdLst>
  <p:sldIdLst>
    <p:sldId id="348" r:id="rId5"/>
    <p:sldId id="349" r:id="rId6"/>
    <p:sldId id="350" r:id="rId7"/>
    <p:sldId id="351" r:id="rId8"/>
    <p:sldId id="352" r:id="rId9"/>
    <p:sldId id="344" r:id="rId10"/>
    <p:sldId id="313" r:id="rId11"/>
    <p:sldId id="316" r:id="rId12"/>
    <p:sldId id="317" r:id="rId13"/>
    <p:sldId id="319" r:id="rId14"/>
    <p:sldId id="320" r:id="rId15"/>
    <p:sldId id="321" r:id="rId16"/>
    <p:sldId id="322" r:id="rId17"/>
    <p:sldId id="323" r:id="rId18"/>
    <p:sldId id="324" r:id="rId19"/>
    <p:sldId id="354" r:id="rId20"/>
    <p:sldId id="361" r:id="rId21"/>
    <p:sldId id="355" r:id="rId22"/>
    <p:sldId id="356" r:id="rId23"/>
    <p:sldId id="357" r:id="rId24"/>
    <p:sldId id="362" r:id="rId25"/>
    <p:sldId id="360" r:id="rId26"/>
    <p:sldId id="335" r:id="rId27"/>
    <p:sldId id="331" r:id="rId28"/>
    <p:sldId id="333" r:id="rId29"/>
    <p:sldId id="336" r:id="rId30"/>
    <p:sldId id="337" r:id="rId31"/>
    <p:sldId id="340" r:id="rId32"/>
    <p:sldId id="342" r:id="rId33"/>
    <p:sldId id="325" r:id="rId34"/>
    <p:sldId id="327" r:id="rId35"/>
    <p:sldId id="328" r:id="rId36"/>
    <p:sldId id="338" r:id="rId37"/>
    <p:sldId id="339" r:id="rId38"/>
    <p:sldId id="341" r:id="rId39"/>
    <p:sldId id="343" r:id="rId40"/>
    <p:sldId id="310" r:id="rId41"/>
    <p:sldId id="309" r:id="rId42"/>
    <p:sldId id="305" r:id="rId43"/>
    <p:sldId id="311" r:id="rId44"/>
    <p:sldId id="312" r:id="rId4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Giá công thức - 2026" id="{D3DEB692-CDAB-4A49-B184-12FDF5A2E867}">
          <p14:sldIdLst>
            <p14:sldId id="348"/>
            <p14:sldId id="349"/>
            <p14:sldId id="350"/>
            <p14:sldId id="351"/>
            <p14:sldId id="352"/>
          </p14:sldIdLst>
        </p14:section>
        <p14:section name="Giá công thức - 2025" id="{AE0AE3CB-BE54-45AC-AA0D-13F3C914D80C}">
          <p14:sldIdLst>
            <p14:sldId id="344"/>
            <p14:sldId id="313"/>
            <p14:sldId id="316"/>
            <p14:sldId id="317"/>
            <p14:sldId id="319"/>
          </p14:sldIdLst>
        </p14:section>
        <p14:section name="Giá công thức - 2024" id="{C3C2F1CC-BC53-4C17-9056-E1526684B1D2}">
          <p14:sldIdLst>
            <p14:sldId id="320"/>
            <p14:sldId id="321"/>
            <p14:sldId id="322"/>
            <p14:sldId id="323"/>
            <p14:sldId id="324"/>
          </p14:sldIdLst>
        </p14:section>
        <p14:section name="Chi tiết công thức-2026" id="{2EA0B09A-662C-4C94-BF4F-26D7B7022BF0}">
          <p14:sldIdLst>
            <p14:sldId id="354"/>
            <p14:sldId id="361"/>
            <p14:sldId id="355"/>
            <p14:sldId id="356"/>
            <p14:sldId id="357"/>
            <p14:sldId id="362"/>
            <p14:sldId id="360"/>
          </p14:sldIdLst>
        </p14:section>
        <p14:section name="Chi tiết công thức-2025" id="{5E3697D9-5745-4AC0-88B3-DBEC5F03DA98}">
          <p14:sldIdLst>
            <p14:sldId id="335"/>
            <p14:sldId id="331"/>
            <p14:sldId id="333"/>
            <p14:sldId id="336"/>
            <p14:sldId id="337"/>
            <p14:sldId id="340"/>
            <p14:sldId id="342"/>
          </p14:sldIdLst>
        </p14:section>
        <p14:section name="Chi tiết công thức-2024" id="{DCE47FDC-D9F9-489F-9ECB-7EBE7E402DDB}">
          <p14:sldIdLst>
            <p14:sldId id="325"/>
            <p14:sldId id="327"/>
            <p14:sldId id="328"/>
            <p14:sldId id="338"/>
            <p14:sldId id="339"/>
            <p14:sldId id="341"/>
            <p14:sldId id="343"/>
          </p14:sldIdLst>
        </p14:section>
        <p14:section name="BIểu đồ" id="{5D5B779B-DB7C-4EC5-AF1A-1435F3055891}">
          <p14:sldIdLst>
            <p14:sldId id="310"/>
            <p14:sldId id="309"/>
            <p14:sldId id="305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1D8"/>
    <a:srgbClr val="CEB49E"/>
    <a:srgbClr val="36271B"/>
    <a:srgbClr val="74E9AD"/>
    <a:srgbClr val="DC8198"/>
    <a:srgbClr val="5376B7"/>
    <a:srgbClr val="0000FF"/>
    <a:srgbClr val="119303"/>
    <a:srgbClr val="F5F5F5"/>
    <a:srgbClr val="BE3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ADEC2B-A985-4AB4-87F9-107A7D7D5622}" v="54" dt="2026-04-11T03:16:02.040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6247" autoAdjust="0"/>
  </p:normalViewPr>
  <p:slideViewPr>
    <p:cSldViewPr snapToGrid="0">
      <p:cViewPr>
        <p:scale>
          <a:sx n="125" d="100"/>
          <a:sy n="125" d="100"/>
        </p:scale>
        <p:origin x="1212" y="4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38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redo custSel addSld delSld modSld sldOrd modMainMaster addSection delSection modSection">
      <pc:chgData name="Danh, Hoàng Duy" userId="3a448fcf-317f-4972-a161-06742a14d4c7" providerId="ADAL" clId="{CE1C8B88-0719-4E4A-B0E4-7DC533AE261F}" dt="2026-04-11T04:01:00.722" v="3455" actId="6549"/>
      <pc:docMkLst>
        <pc:docMk/>
      </pc:docMkLst>
      <pc:sldChg chg="addSp delSp modSp mod">
        <pc:chgData name="Danh, Hoàng Duy" userId="3a448fcf-317f-4972-a161-06742a14d4c7" providerId="ADAL" clId="{CE1C8B88-0719-4E4A-B0E4-7DC533AE261F}" dt="2026-04-11T03:56:55.097" v="3439" actId="20577"/>
        <pc:sldMkLst>
          <pc:docMk/>
          <pc:sldMk cId="3187284869" sldId="305"/>
        </pc:sldMkLst>
        <pc:spChg chg="mod">
          <ac:chgData name="Danh, Hoàng Duy" userId="3a448fcf-317f-4972-a161-06742a14d4c7" providerId="ADAL" clId="{CE1C8B88-0719-4E4A-B0E4-7DC533AE261F}" dt="2026-04-01T16:00:28.791" v="1808"/>
          <ac:spMkLst>
            <pc:docMk/>
            <pc:sldMk cId="3187284869" sldId="305"/>
            <ac:spMk id="4" creationId="{7A3D889D-0670-C3FF-5917-76A61BE0EA7E}"/>
          </ac:spMkLst>
        </pc:spChg>
        <pc:spChg chg="mod">
          <ac:chgData name="Danh, Hoàng Duy" userId="3a448fcf-317f-4972-a161-06742a14d4c7" providerId="ADAL" clId="{CE1C8B88-0719-4E4A-B0E4-7DC533AE261F}" dt="2026-04-11T03:56:55.097" v="3439" actId="20577"/>
          <ac:spMkLst>
            <pc:docMk/>
            <pc:sldMk cId="3187284869" sldId="305"/>
            <ac:spMk id="5" creationId="{84FDA97C-7743-3436-C0A9-67A51307686D}"/>
          </ac:spMkLst>
        </pc:spChg>
        <pc:spChg chg="mod">
          <ac:chgData name="Danh, Hoàng Duy" userId="3a448fcf-317f-4972-a161-06742a14d4c7" providerId="ADAL" clId="{CE1C8B88-0719-4E4A-B0E4-7DC533AE261F}" dt="2026-04-01T16:00:28.791" v="1808"/>
          <ac:spMkLst>
            <pc:docMk/>
            <pc:sldMk cId="3187284869" sldId="305"/>
            <ac:spMk id="6" creationId="{68031786-48BD-9533-A324-21CA2D5F8116}"/>
          </ac:spMkLst>
        </pc:spChg>
        <pc:spChg chg="mod">
          <ac:chgData name="Danh, Hoàng Duy" userId="3a448fcf-317f-4972-a161-06742a14d4c7" providerId="ADAL" clId="{CE1C8B88-0719-4E4A-B0E4-7DC533AE261F}" dt="2026-04-01T16:00:28.791" v="1808"/>
          <ac:spMkLst>
            <pc:docMk/>
            <pc:sldMk cId="3187284869" sldId="305"/>
            <ac:spMk id="7" creationId="{B6189261-C4A9-C05D-D7C0-2942D5A4FB50}"/>
          </ac:spMkLst>
        </pc:spChg>
        <pc:grpChg chg="add mod">
          <ac:chgData name="Danh, Hoàng Duy" userId="3a448fcf-317f-4972-a161-06742a14d4c7" providerId="ADAL" clId="{CE1C8B88-0719-4E4A-B0E4-7DC533AE261F}" dt="2026-04-01T16:00:28.791" v="1808"/>
          <ac:grpSpMkLst>
            <pc:docMk/>
            <pc:sldMk cId="3187284869" sldId="305"/>
            <ac:grpSpMk id="2" creationId="{23A2A1B1-3EEE-C3BC-E3CC-5F8867EE0424}"/>
          </ac:grpSpMkLst>
        </pc:grpChg>
        <pc:picChg chg="add mod ord">
          <ac:chgData name="Danh, Hoàng Duy" userId="3a448fcf-317f-4972-a161-06742a14d4c7" providerId="ADAL" clId="{CE1C8B88-0719-4E4A-B0E4-7DC533AE261F}" dt="2026-04-11T03:56:14.287" v="3217" actId="1036"/>
          <ac:picMkLst>
            <pc:docMk/>
            <pc:sldMk cId="3187284869" sldId="305"/>
            <ac:picMk id="8" creationId="{B9520C69-F1DB-04BE-DF64-23D6C8781297}"/>
          </ac:picMkLst>
        </pc:picChg>
        <pc:picChg chg="add del mod ord">
          <ac:chgData name="Danh, Hoàng Duy" userId="3a448fcf-317f-4972-a161-06742a14d4c7" providerId="ADAL" clId="{CE1C8B88-0719-4E4A-B0E4-7DC533AE261F}" dt="2026-04-11T03:55:48.064" v="3207" actId="478"/>
          <ac:picMkLst>
            <pc:docMk/>
            <pc:sldMk cId="3187284869" sldId="305"/>
            <ac:picMk id="13" creationId="{A3BC8941-C52B-295F-D991-F51F54C4675D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02T06:08:58.380" v="2171" actId="167"/>
        <pc:sldMkLst>
          <pc:docMk/>
          <pc:sldMk cId="2973405671" sldId="309"/>
        </pc:sldMkLst>
        <pc:spChg chg="mod">
          <ac:chgData name="Danh, Hoàng Duy" userId="3a448fcf-317f-4972-a161-06742a14d4c7" providerId="ADAL" clId="{CE1C8B88-0719-4E4A-B0E4-7DC533AE261F}" dt="2026-04-01T16:00:26.389" v="1807"/>
          <ac:spMkLst>
            <pc:docMk/>
            <pc:sldMk cId="2973405671" sldId="309"/>
            <ac:spMk id="4" creationId="{81E16964-CD49-9207-C34F-88E55884F842}"/>
          </ac:spMkLst>
        </pc:spChg>
        <pc:spChg chg="mod">
          <ac:chgData name="Danh, Hoàng Duy" userId="3a448fcf-317f-4972-a161-06742a14d4c7" providerId="ADAL" clId="{CE1C8B88-0719-4E4A-B0E4-7DC533AE261F}" dt="2026-04-01T16:00:26.389" v="1807"/>
          <ac:spMkLst>
            <pc:docMk/>
            <pc:sldMk cId="2973405671" sldId="309"/>
            <ac:spMk id="5" creationId="{5755C002-375B-6639-241C-CCC4F6CEF161}"/>
          </ac:spMkLst>
        </pc:spChg>
        <pc:spChg chg="mod">
          <ac:chgData name="Danh, Hoàng Duy" userId="3a448fcf-317f-4972-a161-06742a14d4c7" providerId="ADAL" clId="{CE1C8B88-0719-4E4A-B0E4-7DC533AE261F}" dt="2026-04-01T16:00:26.389" v="1807"/>
          <ac:spMkLst>
            <pc:docMk/>
            <pc:sldMk cId="2973405671" sldId="309"/>
            <ac:spMk id="6" creationId="{BD97B909-E7DE-F7A4-3227-339B6B1FA8AB}"/>
          </ac:spMkLst>
        </pc:spChg>
        <pc:grpChg chg="add mod">
          <ac:chgData name="Danh, Hoàng Duy" userId="3a448fcf-317f-4972-a161-06742a14d4c7" providerId="ADAL" clId="{CE1C8B88-0719-4E4A-B0E4-7DC533AE261F}" dt="2026-04-01T16:00:26.389" v="1807"/>
          <ac:grpSpMkLst>
            <pc:docMk/>
            <pc:sldMk cId="2973405671" sldId="309"/>
            <ac:grpSpMk id="3" creationId="{3DCBCDD6-3848-4419-8C10-5098DC168E82}"/>
          </ac:grpSpMkLst>
        </pc:grpChg>
        <pc:picChg chg="add mod ord">
          <ac:chgData name="Danh, Hoàng Duy" userId="3a448fcf-317f-4972-a161-06742a14d4c7" providerId="ADAL" clId="{CE1C8B88-0719-4E4A-B0E4-7DC533AE261F}" dt="2026-04-02T06:08:58.380" v="2171" actId="167"/>
          <ac:picMkLst>
            <pc:docMk/>
            <pc:sldMk cId="2973405671" sldId="309"/>
            <ac:picMk id="8" creationId="{35DF8CB7-3CA5-492F-2773-6D0DEA920A8D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11T03:55:19.461" v="3206" actId="1036"/>
        <pc:sldMkLst>
          <pc:docMk/>
          <pc:sldMk cId="3574083409" sldId="310"/>
        </pc:sldMkLst>
        <pc:spChg chg="mod">
          <ac:chgData name="Danh, Hoàng Duy" userId="3a448fcf-317f-4972-a161-06742a14d4c7" providerId="ADAL" clId="{CE1C8B88-0719-4E4A-B0E4-7DC533AE261F}" dt="2026-04-01T15:59:50.232" v="1801"/>
          <ac:spMkLst>
            <pc:docMk/>
            <pc:sldMk cId="3574083409" sldId="310"/>
            <ac:spMk id="11" creationId="{E3275EB5-72E2-5686-8965-7BACA1D79589}"/>
          </ac:spMkLst>
        </pc:spChg>
        <pc:picChg chg="add del mod ord">
          <ac:chgData name="Danh, Hoàng Duy" userId="3a448fcf-317f-4972-a161-06742a14d4c7" providerId="ADAL" clId="{CE1C8B88-0719-4E4A-B0E4-7DC533AE261F}" dt="2026-04-11T03:55:09.474" v="3197" actId="478"/>
          <ac:picMkLst>
            <pc:docMk/>
            <pc:sldMk cId="3574083409" sldId="310"/>
            <ac:picMk id="3" creationId="{5B9B29F6-86F9-DFEF-E9C7-366C7AB91E8D}"/>
          </ac:picMkLst>
        </pc:picChg>
        <pc:picChg chg="add mod ord">
          <ac:chgData name="Danh, Hoàng Duy" userId="3a448fcf-317f-4972-a161-06742a14d4c7" providerId="ADAL" clId="{CE1C8B88-0719-4E4A-B0E4-7DC533AE261F}" dt="2026-04-11T03:55:19.461" v="3206" actId="1036"/>
          <ac:picMkLst>
            <pc:docMk/>
            <pc:sldMk cId="3574083409" sldId="310"/>
            <ac:picMk id="4" creationId="{CB2049E5-0CC1-442C-D62A-72C81891E802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02T06:44:03.411" v="2209" actId="167"/>
        <pc:sldMkLst>
          <pc:docMk/>
          <pc:sldMk cId="675091409" sldId="311"/>
        </pc:sldMkLst>
        <pc:spChg chg="mod">
          <ac:chgData name="Danh, Hoàng Duy" userId="3a448fcf-317f-4972-a161-06742a14d4c7" providerId="ADAL" clId="{CE1C8B88-0719-4E4A-B0E4-7DC533AE261F}" dt="2026-04-01T16:00:32.084" v="1809"/>
          <ac:spMkLst>
            <pc:docMk/>
            <pc:sldMk cId="675091409" sldId="311"/>
            <ac:spMk id="3" creationId="{E2803D52-27AE-DD46-8E84-B3B4891A1E5E}"/>
          </ac:spMkLst>
        </pc:spChg>
        <pc:spChg chg="mod">
          <ac:chgData name="Danh, Hoàng Duy" userId="3a448fcf-317f-4972-a161-06742a14d4c7" providerId="ADAL" clId="{CE1C8B88-0719-4E4A-B0E4-7DC533AE261F}" dt="2026-04-01T16:00:32.084" v="1809"/>
          <ac:spMkLst>
            <pc:docMk/>
            <pc:sldMk cId="675091409" sldId="311"/>
            <ac:spMk id="5" creationId="{19122D7D-5E8B-D8B7-A2BC-46C5E65370FC}"/>
          </ac:spMkLst>
        </pc:spChg>
        <pc:spChg chg="mod">
          <ac:chgData name="Danh, Hoàng Duy" userId="3a448fcf-317f-4972-a161-06742a14d4c7" providerId="ADAL" clId="{CE1C8B88-0719-4E4A-B0E4-7DC533AE261F}" dt="2026-04-01T16:00:32.084" v="1809"/>
          <ac:spMkLst>
            <pc:docMk/>
            <pc:sldMk cId="675091409" sldId="311"/>
            <ac:spMk id="6" creationId="{2CCADD52-E9CE-E5A6-E6EB-38EF9A428189}"/>
          </ac:spMkLst>
        </pc:spChg>
        <pc:grpChg chg="add mod">
          <ac:chgData name="Danh, Hoàng Duy" userId="3a448fcf-317f-4972-a161-06742a14d4c7" providerId="ADAL" clId="{CE1C8B88-0719-4E4A-B0E4-7DC533AE261F}" dt="2026-04-01T16:00:32.084" v="1809"/>
          <ac:grpSpMkLst>
            <pc:docMk/>
            <pc:sldMk cId="675091409" sldId="311"/>
            <ac:grpSpMk id="2" creationId="{3428835F-BE91-3784-3661-D66749927CCF}"/>
          </ac:grpSpMkLst>
        </pc:grpChg>
        <pc:picChg chg="add mod ord">
          <ac:chgData name="Danh, Hoàng Duy" userId="3a448fcf-317f-4972-a161-06742a14d4c7" providerId="ADAL" clId="{CE1C8B88-0719-4E4A-B0E4-7DC533AE261F}" dt="2026-04-02T06:44:03.411" v="2209" actId="167"/>
          <ac:picMkLst>
            <pc:docMk/>
            <pc:sldMk cId="675091409" sldId="311"/>
            <ac:picMk id="12" creationId="{34E034D9-3BA2-A1BD-990F-B0B56F1BF952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02T06:57:09.779" v="2224" actId="167"/>
        <pc:sldMkLst>
          <pc:docMk/>
          <pc:sldMk cId="3237993572" sldId="312"/>
        </pc:sldMkLst>
        <pc:spChg chg="mod">
          <ac:chgData name="Danh, Hoàng Duy" userId="3a448fcf-317f-4972-a161-06742a14d4c7" providerId="ADAL" clId="{CE1C8B88-0719-4E4A-B0E4-7DC533AE261F}" dt="2026-04-01T16:00:32.890" v="1810"/>
          <ac:spMkLst>
            <pc:docMk/>
            <pc:sldMk cId="3237993572" sldId="312"/>
            <ac:spMk id="4" creationId="{E28E249D-D03F-F9D7-B498-19D0CBD788A1}"/>
          </ac:spMkLst>
        </pc:spChg>
        <pc:spChg chg="mod">
          <ac:chgData name="Danh, Hoàng Duy" userId="3a448fcf-317f-4972-a161-06742a14d4c7" providerId="ADAL" clId="{CE1C8B88-0719-4E4A-B0E4-7DC533AE261F}" dt="2026-04-01T16:00:32.890" v="1810"/>
          <ac:spMkLst>
            <pc:docMk/>
            <pc:sldMk cId="3237993572" sldId="312"/>
            <ac:spMk id="5" creationId="{74FBEC17-8725-2145-683B-D9EB2B8EBA75}"/>
          </ac:spMkLst>
        </pc:spChg>
        <pc:spChg chg="mod">
          <ac:chgData name="Danh, Hoàng Duy" userId="3a448fcf-317f-4972-a161-06742a14d4c7" providerId="ADAL" clId="{CE1C8B88-0719-4E4A-B0E4-7DC533AE261F}" dt="2026-04-01T16:00:32.890" v="1810"/>
          <ac:spMkLst>
            <pc:docMk/>
            <pc:sldMk cId="3237993572" sldId="312"/>
            <ac:spMk id="6" creationId="{0B883C80-1EC0-3FC2-406E-4C46FCECDA5C}"/>
          </ac:spMkLst>
        </pc:spChg>
        <pc:grpChg chg="add mod">
          <ac:chgData name="Danh, Hoàng Duy" userId="3a448fcf-317f-4972-a161-06742a14d4c7" providerId="ADAL" clId="{CE1C8B88-0719-4E4A-B0E4-7DC533AE261F}" dt="2026-04-01T16:00:32.890" v="1810"/>
          <ac:grpSpMkLst>
            <pc:docMk/>
            <pc:sldMk cId="3237993572" sldId="312"/>
            <ac:grpSpMk id="2" creationId="{0256C571-4BAD-1FB1-3035-A336AD5EF8C3}"/>
          </ac:grpSpMkLst>
        </pc:grpChg>
        <pc:picChg chg="add mod ord">
          <ac:chgData name="Danh, Hoàng Duy" userId="3a448fcf-317f-4972-a161-06742a14d4c7" providerId="ADAL" clId="{CE1C8B88-0719-4E4A-B0E4-7DC533AE261F}" dt="2026-04-02T06:57:09.779" v="2224" actId="167"/>
          <ac:picMkLst>
            <pc:docMk/>
            <pc:sldMk cId="3237993572" sldId="312"/>
            <ac:picMk id="10" creationId="{28702B74-67A6-711E-9AA5-0CE03C09C885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01T14:59:21.230" v="807"/>
        <pc:sldMkLst>
          <pc:docMk/>
          <pc:sldMk cId="4150818766" sldId="313"/>
        </pc:sldMkLst>
        <pc:spChg chg="add mod">
          <ac:chgData name="Danh, Hoàng Duy" userId="3a448fcf-317f-4972-a161-06742a14d4c7" providerId="ADAL" clId="{CE1C8B88-0719-4E4A-B0E4-7DC533AE261F}" dt="2026-04-01T14:59:21.230" v="807"/>
          <ac:spMkLst>
            <pc:docMk/>
            <pc:sldMk cId="4150818766" sldId="313"/>
            <ac:spMk id="16" creationId="{0258C039-9A67-817E-035A-FE5F6C119207}"/>
          </ac:spMkLst>
        </pc:spChg>
        <pc:spChg chg="mod">
          <ac:chgData name="Danh, Hoàng Duy" userId="3a448fcf-317f-4972-a161-06742a14d4c7" providerId="ADAL" clId="{CE1C8B88-0719-4E4A-B0E4-7DC533AE261F}" dt="2026-04-01T14:59:21.230" v="807"/>
          <ac:spMkLst>
            <pc:docMk/>
            <pc:sldMk cId="4150818766" sldId="313"/>
            <ac:spMk id="18" creationId="{94A64B00-E90F-EEA2-AE6D-5BE3754FF8C3}"/>
          </ac:spMkLst>
        </pc:spChg>
        <pc:spChg chg="mod">
          <ac:chgData name="Danh, Hoàng Duy" userId="3a448fcf-317f-4972-a161-06742a14d4c7" providerId="ADAL" clId="{CE1C8B88-0719-4E4A-B0E4-7DC533AE261F}" dt="2026-04-01T14:59:21.230" v="807"/>
          <ac:spMkLst>
            <pc:docMk/>
            <pc:sldMk cId="4150818766" sldId="313"/>
            <ac:spMk id="20" creationId="{87C2D1B5-6C1A-5F57-2336-92378A3D560D}"/>
          </ac:spMkLst>
        </pc:spChg>
        <pc:spChg chg="mod">
          <ac:chgData name="Danh, Hoàng Duy" userId="3a448fcf-317f-4972-a161-06742a14d4c7" providerId="ADAL" clId="{CE1C8B88-0719-4E4A-B0E4-7DC533AE261F}" dt="2026-04-01T14:59:21.230" v="807"/>
          <ac:spMkLst>
            <pc:docMk/>
            <pc:sldMk cId="4150818766" sldId="313"/>
            <ac:spMk id="21" creationId="{64925243-8D8B-2570-088D-5B8FF486360E}"/>
          </ac:spMkLst>
        </pc:spChg>
        <pc:grpChg chg="add mod">
          <ac:chgData name="Danh, Hoàng Duy" userId="3a448fcf-317f-4972-a161-06742a14d4c7" providerId="ADAL" clId="{CE1C8B88-0719-4E4A-B0E4-7DC533AE261F}" dt="2026-04-01T14:59:21.230" v="807"/>
          <ac:grpSpMkLst>
            <pc:docMk/>
            <pc:sldMk cId="4150818766" sldId="313"/>
            <ac:grpSpMk id="17" creationId="{AD1B53CC-3F9C-FE73-16D4-080150D3BDF4}"/>
          </ac:grpSpMkLst>
        </pc:grpChg>
        <pc:graphicFrameChg chg="mod modGraphic">
          <ac:chgData name="Danh, Hoàng Duy" userId="3a448fcf-317f-4972-a161-06742a14d4c7" providerId="ADAL" clId="{CE1C8B88-0719-4E4A-B0E4-7DC533AE261F}" dt="2026-04-01T14:52:01.535" v="697" actId="108"/>
          <ac:graphicFrameMkLst>
            <pc:docMk/>
            <pc:sldMk cId="4150818766" sldId="313"/>
            <ac:graphicFrameMk id="6" creationId="{94353823-0A03-E231-C640-E4237B044F36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01T14:59:22.440" v="808"/>
        <pc:sldMkLst>
          <pc:docMk/>
          <pc:sldMk cId="1361503387" sldId="316"/>
        </pc:sldMkLst>
        <pc:spChg chg="add mod">
          <ac:chgData name="Danh, Hoàng Duy" userId="3a448fcf-317f-4972-a161-06742a14d4c7" providerId="ADAL" clId="{CE1C8B88-0719-4E4A-B0E4-7DC533AE261F}" dt="2026-04-01T14:59:22.440" v="808"/>
          <ac:spMkLst>
            <pc:docMk/>
            <pc:sldMk cId="1361503387" sldId="316"/>
            <ac:spMk id="19" creationId="{3B1015C4-89F3-1A68-E739-E27C9454E19D}"/>
          </ac:spMkLst>
        </pc:spChg>
        <pc:spChg chg="mod">
          <ac:chgData name="Danh, Hoàng Duy" userId="3a448fcf-317f-4972-a161-06742a14d4c7" providerId="ADAL" clId="{CE1C8B88-0719-4E4A-B0E4-7DC533AE261F}" dt="2026-04-01T14:59:22.440" v="808"/>
          <ac:spMkLst>
            <pc:docMk/>
            <pc:sldMk cId="1361503387" sldId="316"/>
            <ac:spMk id="21" creationId="{70DD8275-473B-CC34-7FA7-FD470127406D}"/>
          </ac:spMkLst>
        </pc:spChg>
        <pc:spChg chg="mod">
          <ac:chgData name="Danh, Hoàng Duy" userId="3a448fcf-317f-4972-a161-06742a14d4c7" providerId="ADAL" clId="{CE1C8B88-0719-4E4A-B0E4-7DC533AE261F}" dt="2026-04-01T14:59:22.440" v="808"/>
          <ac:spMkLst>
            <pc:docMk/>
            <pc:sldMk cId="1361503387" sldId="316"/>
            <ac:spMk id="22" creationId="{6D32A2A9-7D82-776E-1924-DED06FEE72A6}"/>
          </ac:spMkLst>
        </pc:spChg>
        <pc:spChg chg="mod">
          <ac:chgData name="Danh, Hoàng Duy" userId="3a448fcf-317f-4972-a161-06742a14d4c7" providerId="ADAL" clId="{CE1C8B88-0719-4E4A-B0E4-7DC533AE261F}" dt="2026-04-01T14:59:22.440" v="808"/>
          <ac:spMkLst>
            <pc:docMk/>
            <pc:sldMk cId="1361503387" sldId="316"/>
            <ac:spMk id="23" creationId="{07E5E2B4-B06D-4CC3-0508-D334E76C03DE}"/>
          </ac:spMkLst>
        </pc:spChg>
        <pc:grpChg chg="add mod">
          <ac:chgData name="Danh, Hoàng Duy" userId="3a448fcf-317f-4972-a161-06742a14d4c7" providerId="ADAL" clId="{CE1C8B88-0719-4E4A-B0E4-7DC533AE261F}" dt="2026-04-01T14:59:22.440" v="808"/>
          <ac:grpSpMkLst>
            <pc:docMk/>
            <pc:sldMk cId="1361503387" sldId="316"/>
            <ac:grpSpMk id="20" creationId="{49C6B2A6-5D47-F061-A5FB-412825BB8BDB}"/>
          </ac:grpSpMkLst>
        </pc:grpChg>
        <pc:graphicFrameChg chg="mod modGraphic">
          <ac:chgData name="Danh, Hoàng Duy" userId="3a448fcf-317f-4972-a161-06742a14d4c7" providerId="ADAL" clId="{CE1C8B88-0719-4E4A-B0E4-7DC533AE261F}" dt="2026-04-01T14:52:46.024" v="725" actId="108"/>
          <ac:graphicFrameMkLst>
            <pc:docMk/>
            <pc:sldMk cId="1361503387" sldId="316"/>
            <ac:graphicFrameMk id="6" creationId="{5CC5F32F-DC4C-4C88-35C2-21DC709CBF5B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02T07:52:30.783" v="2565"/>
        <pc:sldMkLst>
          <pc:docMk/>
          <pc:sldMk cId="3712271041" sldId="317"/>
        </pc:sldMkLst>
        <pc:spChg chg="add mod">
          <ac:chgData name="Danh, Hoàng Duy" userId="3a448fcf-317f-4972-a161-06742a14d4c7" providerId="ADAL" clId="{CE1C8B88-0719-4E4A-B0E4-7DC533AE261F}" dt="2026-04-01T14:59:23.761" v="809"/>
          <ac:spMkLst>
            <pc:docMk/>
            <pc:sldMk cId="3712271041" sldId="317"/>
            <ac:spMk id="19" creationId="{F1A8AAEE-DD71-B57C-3FAD-090B13BB4DD0}"/>
          </ac:spMkLst>
        </pc:spChg>
        <pc:spChg chg="mod">
          <ac:chgData name="Danh, Hoàng Duy" userId="3a448fcf-317f-4972-a161-06742a14d4c7" providerId="ADAL" clId="{CE1C8B88-0719-4E4A-B0E4-7DC533AE261F}" dt="2026-04-01T14:59:23.761" v="809"/>
          <ac:spMkLst>
            <pc:docMk/>
            <pc:sldMk cId="3712271041" sldId="317"/>
            <ac:spMk id="21" creationId="{76CE27E4-D388-780F-BC47-3AF6EC8B0F7C}"/>
          </ac:spMkLst>
        </pc:spChg>
        <pc:spChg chg="mod">
          <ac:chgData name="Danh, Hoàng Duy" userId="3a448fcf-317f-4972-a161-06742a14d4c7" providerId="ADAL" clId="{CE1C8B88-0719-4E4A-B0E4-7DC533AE261F}" dt="2026-04-01T14:59:23.761" v="809"/>
          <ac:spMkLst>
            <pc:docMk/>
            <pc:sldMk cId="3712271041" sldId="317"/>
            <ac:spMk id="22" creationId="{E960F798-5013-FD07-9F2C-A074B529CF12}"/>
          </ac:spMkLst>
        </pc:spChg>
        <pc:spChg chg="mod">
          <ac:chgData name="Danh, Hoàng Duy" userId="3a448fcf-317f-4972-a161-06742a14d4c7" providerId="ADAL" clId="{CE1C8B88-0719-4E4A-B0E4-7DC533AE261F}" dt="2026-04-01T14:59:23.761" v="809"/>
          <ac:spMkLst>
            <pc:docMk/>
            <pc:sldMk cId="3712271041" sldId="317"/>
            <ac:spMk id="23" creationId="{482ED2C4-D837-EB5F-3486-1529F3DA7F62}"/>
          </ac:spMkLst>
        </pc:spChg>
        <pc:grpChg chg="add mod">
          <ac:chgData name="Danh, Hoàng Duy" userId="3a448fcf-317f-4972-a161-06742a14d4c7" providerId="ADAL" clId="{CE1C8B88-0719-4E4A-B0E4-7DC533AE261F}" dt="2026-04-01T14:59:23.761" v="809"/>
          <ac:grpSpMkLst>
            <pc:docMk/>
            <pc:sldMk cId="3712271041" sldId="317"/>
            <ac:grpSpMk id="20" creationId="{DD49030C-7BA2-A68A-672B-CAE777F030A2}"/>
          </ac:grpSpMkLst>
        </pc:grpChg>
        <pc:graphicFrameChg chg="mod modGraphic">
          <ac:chgData name="Danh, Hoàng Duy" userId="3a448fcf-317f-4972-a161-06742a14d4c7" providerId="ADAL" clId="{CE1C8B88-0719-4E4A-B0E4-7DC533AE261F}" dt="2026-04-01T14:55:04.383" v="768" actId="108"/>
          <ac:graphicFrameMkLst>
            <pc:docMk/>
            <pc:sldMk cId="3712271041" sldId="317"/>
            <ac:graphicFrameMk id="6" creationId="{62A83C0E-6837-AE1C-7461-F7361D1D9DAE}"/>
          </ac:graphicFrameMkLst>
        </pc:graphicFrameChg>
        <pc:picChg chg="mod">
          <ac:chgData name="Danh, Hoàng Duy" userId="3a448fcf-317f-4972-a161-06742a14d4c7" providerId="ADAL" clId="{CE1C8B88-0719-4E4A-B0E4-7DC533AE261F}" dt="2026-04-02T07:52:30.783" v="2565"/>
          <ac:picMkLst>
            <pc:docMk/>
            <pc:sldMk cId="3712271041" sldId="317"/>
            <ac:picMk id="9" creationId="{8334A483-2F00-A075-DD94-6054FE6AD8C0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01T14:59:24.733" v="810"/>
        <pc:sldMkLst>
          <pc:docMk/>
          <pc:sldMk cId="2356937225" sldId="319"/>
        </pc:sldMkLst>
        <pc:spChg chg="add mod">
          <ac:chgData name="Danh, Hoàng Duy" userId="3a448fcf-317f-4972-a161-06742a14d4c7" providerId="ADAL" clId="{CE1C8B88-0719-4E4A-B0E4-7DC533AE261F}" dt="2026-04-01T14:59:24.733" v="810"/>
          <ac:spMkLst>
            <pc:docMk/>
            <pc:sldMk cId="2356937225" sldId="319"/>
            <ac:spMk id="18" creationId="{7459B43C-5010-51AE-E4E6-859F605D82BB}"/>
          </ac:spMkLst>
        </pc:spChg>
        <pc:spChg chg="mod">
          <ac:chgData name="Danh, Hoàng Duy" userId="3a448fcf-317f-4972-a161-06742a14d4c7" providerId="ADAL" clId="{CE1C8B88-0719-4E4A-B0E4-7DC533AE261F}" dt="2026-04-01T14:59:24.733" v="810"/>
          <ac:spMkLst>
            <pc:docMk/>
            <pc:sldMk cId="2356937225" sldId="319"/>
            <ac:spMk id="20" creationId="{A22C8530-AE4A-7C18-D009-9B911EB2E6EB}"/>
          </ac:spMkLst>
        </pc:spChg>
        <pc:spChg chg="mod">
          <ac:chgData name="Danh, Hoàng Duy" userId="3a448fcf-317f-4972-a161-06742a14d4c7" providerId="ADAL" clId="{CE1C8B88-0719-4E4A-B0E4-7DC533AE261F}" dt="2026-04-01T14:59:24.733" v="810"/>
          <ac:spMkLst>
            <pc:docMk/>
            <pc:sldMk cId="2356937225" sldId="319"/>
            <ac:spMk id="21" creationId="{2B23BE31-9655-5423-268C-77321F355C95}"/>
          </ac:spMkLst>
        </pc:spChg>
        <pc:spChg chg="mod">
          <ac:chgData name="Danh, Hoàng Duy" userId="3a448fcf-317f-4972-a161-06742a14d4c7" providerId="ADAL" clId="{CE1C8B88-0719-4E4A-B0E4-7DC533AE261F}" dt="2026-04-01T14:59:24.733" v="810"/>
          <ac:spMkLst>
            <pc:docMk/>
            <pc:sldMk cId="2356937225" sldId="319"/>
            <ac:spMk id="22" creationId="{DA1C8552-D2A0-C1FE-A395-FD0CB15C8536}"/>
          </ac:spMkLst>
        </pc:spChg>
        <pc:grpChg chg="add mod">
          <ac:chgData name="Danh, Hoàng Duy" userId="3a448fcf-317f-4972-a161-06742a14d4c7" providerId="ADAL" clId="{CE1C8B88-0719-4E4A-B0E4-7DC533AE261F}" dt="2026-04-01T14:59:24.733" v="810"/>
          <ac:grpSpMkLst>
            <pc:docMk/>
            <pc:sldMk cId="2356937225" sldId="319"/>
            <ac:grpSpMk id="19" creationId="{9B549112-41E9-9906-B75B-AB5FC47B478A}"/>
          </ac:grpSpMkLst>
        </pc:grpChg>
        <pc:graphicFrameChg chg="mod modGraphic">
          <ac:chgData name="Danh, Hoàng Duy" userId="3a448fcf-317f-4972-a161-06742a14d4c7" providerId="ADAL" clId="{CE1C8B88-0719-4E4A-B0E4-7DC533AE261F}" dt="2026-04-01T14:56:06.183" v="800" actId="242"/>
          <ac:graphicFrameMkLst>
            <pc:docMk/>
            <pc:sldMk cId="2356937225" sldId="319"/>
            <ac:graphicFrameMk id="6" creationId="{0597E66C-9E29-AAAC-3204-0742475F1F39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11T03:19:32.726" v="2734" actId="207"/>
        <pc:sldMkLst>
          <pc:docMk/>
          <pc:sldMk cId="48474429" sldId="320"/>
        </pc:sldMkLst>
        <pc:spChg chg="mod">
          <ac:chgData name="Danh, Hoàng Duy" userId="3a448fcf-317f-4972-a161-06742a14d4c7" providerId="ADAL" clId="{CE1C8B88-0719-4E4A-B0E4-7DC533AE261F}" dt="2026-04-02T07:58:34.149" v="2568"/>
          <ac:spMkLst>
            <pc:docMk/>
            <pc:sldMk cId="48474429" sldId="320"/>
            <ac:spMk id="12" creationId="{0596D24E-35AF-05C4-8B11-4F33038C27CE}"/>
          </ac:spMkLst>
        </pc:spChg>
        <pc:spChg chg="add mod">
          <ac:chgData name="Danh, Hoàng Duy" userId="3a448fcf-317f-4972-a161-06742a14d4c7" providerId="ADAL" clId="{CE1C8B88-0719-4E4A-B0E4-7DC533AE261F}" dt="2026-04-01T15:00:05.211" v="816"/>
          <ac:spMkLst>
            <pc:docMk/>
            <pc:sldMk cId="48474429" sldId="320"/>
            <ac:spMk id="18" creationId="{B337F42A-4B71-F2EA-1CEE-C91C13A49EE5}"/>
          </ac:spMkLst>
        </pc:spChg>
        <pc:spChg chg="mod">
          <ac:chgData name="Danh, Hoàng Duy" userId="3a448fcf-317f-4972-a161-06742a14d4c7" providerId="ADAL" clId="{CE1C8B88-0719-4E4A-B0E4-7DC533AE261F}" dt="2026-04-01T15:00:14.234" v="817" actId="207"/>
          <ac:spMkLst>
            <pc:docMk/>
            <pc:sldMk cId="48474429" sldId="320"/>
            <ac:spMk id="20" creationId="{DEB66BAE-3E92-24F8-6AF7-329930B5845B}"/>
          </ac:spMkLst>
        </pc:spChg>
        <pc:spChg chg="mod">
          <ac:chgData name="Danh, Hoàng Duy" userId="3a448fcf-317f-4972-a161-06742a14d4c7" providerId="ADAL" clId="{CE1C8B88-0719-4E4A-B0E4-7DC533AE261F}" dt="2026-04-01T15:00:19.731" v="818" actId="207"/>
          <ac:spMkLst>
            <pc:docMk/>
            <pc:sldMk cId="48474429" sldId="320"/>
            <ac:spMk id="21" creationId="{F5B15F38-5964-562C-D0DC-27AEE5E1BBBF}"/>
          </ac:spMkLst>
        </pc:spChg>
        <pc:spChg chg="mod">
          <ac:chgData name="Danh, Hoàng Duy" userId="3a448fcf-317f-4972-a161-06742a14d4c7" providerId="ADAL" clId="{CE1C8B88-0719-4E4A-B0E4-7DC533AE261F}" dt="2026-04-01T15:00:05.211" v="816"/>
          <ac:spMkLst>
            <pc:docMk/>
            <pc:sldMk cId="48474429" sldId="320"/>
            <ac:spMk id="22" creationId="{ACE02F0B-9D96-378D-053A-8091462849A0}"/>
          </ac:spMkLst>
        </pc:spChg>
        <pc:grpChg chg="add mod">
          <ac:chgData name="Danh, Hoàng Duy" userId="3a448fcf-317f-4972-a161-06742a14d4c7" providerId="ADAL" clId="{CE1C8B88-0719-4E4A-B0E4-7DC533AE261F}" dt="2026-04-01T15:00:05.211" v="816"/>
          <ac:grpSpMkLst>
            <pc:docMk/>
            <pc:sldMk cId="48474429" sldId="320"/>
            <ac:grpSpMk id="19" creationId="{5752A762-2624-C567-D3B7-154E32010CAD}"/>
          </ac:grpSpMkLst>
        </pc:grpChg>
        <pc:graphicFrameChg chg="add del mod">
          <ac:chgData name="Danh, Hoàng Duy" userId="3a448fcf-317f-4972-a161-06742a14d4c7" providerId="ADAL" clId="{CE1C8B88-0719-4E4A-B0E4-7DC533AE261F}" dt="2026-04-11T03:19:11.334" v="2730" actId="478"/>
          <ac:graphicFrameMkLst>
            <pc:docMk/>
            <pc:sldMk cId="48474429" sldId="320"/>
            <ac:graphicFrameMk id="3" creationId="{9C7F17FE-334F-1E13-049E-FB944C3AC9E7}"/>
          </ac:graphicFrameMkLst>
        </pc:graphicFrameChg>
        <pc:graphicFrameChg chg="mod modGraphic">
          <ac:chgData name="Danh, Hoàng Duy" userId="3a448fcf-317f-4972-a161-06742a14d4c7" providerId="ADAL" clId="{CE1C8B88-0719-4E4A-B0E4-7DC533AE261F}" dt="2026-04-11T03:19:32.726" v="2734" actId="207"/>
          <ac:graphicFrameMkLst>
            <pc:docMk/>
            <pc:sldMk cId="48474429" sldId="320"/>
            <ac:graphicFrameMk id="6" creationId="{C8E6C255-4110-D6DB-5264-D31743E3E970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02T07:58:42.949" v="2569"/>
        <pc:sldMkLst>
          <pc:docMk/>
          <pc:sldMk cId="1893294571" sldId="321"/>
        </pc:sldMkLst>
        <pc:spChg chg="mod">
          <ac:chgData name="Danh, Hoàng Duy" userId="3a448fcf-317f-4972-a161-06742a14d4c7" providerId="ADAL" clId="{CE1C8B88-0719-4E4A-B0E4-7DC533AE261F}" dt="2026-04-02T07:58:42.949" v="2569"/>
          <ac:spMkLst>
            <pc:docMk/>
            <pc:sldMk cId="1893294571" sldId="321"/>
            <ac:spMk id="13" creationId="{DCF221F7-35DE-1660-99BA-B6691E4A9699}"/>
          </ac:spMkLst>
        </pc:spChg>
        <pc:spChg chg="add mod">
          <ac:chgData name="Danh, Hoàng Duy" userId="3a448fcf-317f-4972-a161-06742a14d4c7" providerId="ADAL" clId="{CE1C8B88-0719-4E4A-B0E4-7DC533AE261F}" dt="2026-04-01T15:00:35.119" v="819"/>
          <ac:spMkLst>
            <pc:docMk/>
            <pc:sldMk cId="1893294571" sldId="321"/>
            <ac:spMk id="18" creationId="{87570262-34FB-704F-C090-82CB45BB1199}"/>
          </ac:spMkLst>
        </pc:spChg>
        <pc:spChg chg="mod">
          <ac:chgData name="Danh, Hoàng Duy" userId="3a448fcf-317f-4972-a161-06742a14d4c7" providerId="ADAL" clId="{CE1C8B88-0719-4E4A-B0E4-7DC533AE261F}" dt="2026-04-01T15:00:35.119" v="819"/>
          <ac:spMkLst>
            <pc:docMk/>
            <pc:sldMk cId="1893294571" sldId="321"/>
            <ac:spMk id="21" creationId="{BA2AA266-941C-7D6C-998C-EADAF76E76DB}"/>
          </ac:spMkLst>
        </pc:spChg>
        <pc:spChg chg="mod">
          <ac:chgData name="Danh, Hoàng Duy" userId="3a448fcf-317f-4972-a161-06742a14d4c7" providerId="ADAL" clId="{CE1C8B88-0719-4E4A-B0E4-7DC533AE261F}" dt="2026-04-01T15:00:35.119" v="819"/>
          <ac:spMkLst>
            <pc:docMk/>
            <pc:sldMk cId="1893294571" sldId="321"/>
            <ac:spMk id="22" creationId="{91DF92AD-5200-32CE-FADD-933D4B98B0D7}"/>
          </ac:spMkLst>
        </pc:spChg>
        <pc:spChg chg="mod">
          <ac:chgData name="Danh, Hoàng Duy" userId="3a448fcf-317f-4972-a161-06742a14d4c7" providerId="ADAL" clId="{CE1C8B88-0719-4E4A-B0E4-7DC533AE261F}" dt="2026-04-01T15:00:35.119" v="819"/>
          <ac:spMkLst>
            <pc:docMk/>
            <pc:sldMk cId="1893294571" sldId="321"/>
            <ac:spMk id="23" creationId="{4182C8C3-9FA0-069F-C611-745E765698AC}"/>
          </ac:spMkLst>
        </pc:spChg>
        <pc:grpChg chg="add mod">
          <ac:chgData name="Danh, Hoàng Duy" userId="3a448fcf-317f-4972-a161-06742a14d4c7" providerId="ADAL" clId="{CE1C8B88-0719-4E4A-B0E4-7DC533AE261F}" dt="2026-04-01T15:00:35.119" v="819"/>
          <ac:grpSpMkLst>
            <pc:docMk/>
            <pc:sldMk cId="1893294571" sldId="321"/>
            <ac:grpSpMk id="19" creationId="{1322BE17-03C5-DC52-354F-8B2530AF357C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02T07:58:50.123" v="2570"/>
        <pc:sldMkLst>
          <pc:docMk/>
          <pc:sldMk cId="705039478" sldId="322"/>
        </pc:sldMkLst>
        <pc:spChg chg="mod">
          <ac:chgData name="Danh, Hoàng Duy" userId="3a448fcf-317f-4972-a161-06742a14d4c7" providerId="ADAL" clId="{CE1C8B88-0719-4E4A-B0E4-7DC533AE261F}" dt="2026-04-02T07:58:50.123" v="2570"/>
          <ac:spMkLst>
            <pc:docMk/>
            <pc:sldMk cId="705039478" sldId="322"/>
            <ac:spMk id="13" creationId="{E6B29B56-3274-4469-DA24-FF5E8DDA7934}"/>
          </ac:spMkLst>
        </pc:spChg>
        <pc:spChg chg="add mod">
          <ac:chgData name="Danh, Hoàng Duy" userId="3a448fcf-317f-4972-a161-06742a14d4c7" providerId="ADAL" clId="{CE1C8B88-0719-4E4A-B0E4-7DC533AE261F}" dt="2026-04-01T15:00:36.416" v="820"/>
          <ac:spMkLst>
            <pc:docMk/>
            <pc:sldMk cId="705039478" sldId="322"/>
            <ac:spMk id="18" creationId="{A322CBAB-9540-F58D-B33F-545A7E1A83D6}"/>
          </ac:spMkLst>
        </pc:spChg>
        <pc:spChg chg="mod">
          <ac:chgData name="Danh, Hoàng Duy" userId="3a448fcf-317f-4972-a161-06742a14d4c7" providerId="ADAL" clId="{CE1C8B88-0719-4E4A-B0E4-7DC533AE261F}" dt="2026-04-01T15:00:36.416" v="820"/>
          <ac:spMkLst>
            <pc:docMk/>
            <pc:sldMk cId="705039478" sldId="322"/>
            <ac:spMk id="21" creationId="{4DDAC8D1-B97A-B0A1-AAFE-3AFCDA2075B0}"/>
          </ac:spMkLst>
        </pc:spChg>
        <pc:spChg chg="mod">
          <ac:chgData name="Danh, Hoàng Duy" userId="3a448fcf-317f-4972-a161-06742a14d4c7" providerId="ADAL" clId="{CE1C8B88-0719-4E4A-B0E4-7DC533AE261F}" dt="2026-04-01T15:00:36.416" v="820"/>
          <ac:spMkLst>
            <pc:docMk/>
            <pc:sldMk cId="705039478" sldId="322"/>
            <ac:spMk id="22" creationId="{C8D197EB-F135-713E-F6CD-4F60EC11D8D3}"/>
          </ac:spMkLst>
        </pc:spChg>
        <pc:spChg chg="mod">
          <ac:chgData name="Danh, Hoàng Duy" userId="3a448fcf-317f-4972-a161-06742a14d4c7" providerId="ADAL" clId="{CE1C8B88-0719-4E4A-B0E4-7DC533AE261F}" dt="2026-04-01T15:00:36.416" v="820"/>
          <ac:spMkLst>
            <pc:docMk/>
            <pc:sldMk cId="705039478" sldId="322"/>
            <ac:spMk id="23" creationId="{216CC38F-A668-C391-0C4D-7030456E7AF9}"/>
          </ac:spMkLst>
        </pc:spChg>
        <pc:grpChg chg="add mod">
          <ac:chgData name="Danh, Hoàng Duy" userId="3a448fcf-317f-4972-a161-06742a14d4c7" providerId="ADAL" clId="{CE1C8B88-0719-4E4A-B0E4-7DC533AE261F}" dt="2026-04-01T15:00:36.416" v="820"/>
          <ac:grpSpMkLst>
            <pc:docMk/>
            <pc:sldMk cId="705039478" sldId="322"/>
            <ac:grpSpMk id="19" creationId="{B9650161-133C-0A86-0857-7F0DD7B671E3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02T07:58:56.722" v="2571"/>
        <pc:sldMkLst>
          <pc:docMk/>
          <pc:sldMk cId="2650803409" sldId="323"/>
        </pc:sldMkLst>
        <pc:spChg chg="add mod">
          <ac:chgData name="Danh, Hoàng Duy" userId="3a448fcf-317f-4972-a161-06742a14d4c7" providerId="ADAL" clId="{CE1C8B88-0719-4E4A-B0E4-7DC533AE261F}" dt="2026-04-01T15:00:37.480" v="821"/>
          <ac:spMkLst>
            <pc:docMk/>
            <pc:sldMk cId="2650803409" sldId="323"/>
            <ac:spMk id="16" creationId="{8CB41AAB-C8F7-6520-868F-7865A1AFBC49}"/>
          </ac:spMkLst>
        </pc:spChg>
        <pc:spChg chg="mod">
          <ac:chgData name="Danh, Hoàng Duy" userId="3a448fcf-317f-4972-a161-06742a14d4c7" providerId="ADAL" clId="{CE1C8B88-0719-4E4A-B0E4-7DC533AE261F}" dt="2026-04-02T07:58:56.722" v="2571"/>
          <ac:spMkLst>
            <pc:docMk/>
            <pc:sldMk cId="2650803409" sldId="323"/>
            <ac:spMk id="19" creationId="{5894C4D2-BF43-9437-CD80-E5CE07AE7D8A}"/>
          </ac:spMkLst>
        </pc:spChg>
        <pc:spChg chg="mod">
          <ac:chgData name="Danh, Hoàng Duy" userId="3a448fcf-317f-4972-a161-06742a14d4c7" providerId="ADAL" clId="{CE1C8B88-0719-4E4A-B0E4-7DC533AE261F}" dt="2026-04-01T15:00:37.480" v="821"/>
          <ac:spMkLst>
            <pc:docMk/>
            <pc:sldMk cId="2650803409" sldId="323"/>
            <ac:spMk id="21" creationId="{7F630B48-A0D4-C2B3-A05C-09A8B52083E4}"/>
          </ac:spMkLst>
        </pc:spChg>
        <pc:spChg chg="mod">
          <ac:chgData name="Danh, Hoàng Duy" userId="3a448fcf-317f-4972-a161-06742a14d4c7" providerId="ADAL" clId="{CE1C8B88-0719-4E4A-B0E4-7DC533AE261F}" dt="2026-04-01T15:00:37.480" v="821"/>
          <ac:spMkLst>
            <pc:docMk/>
            <pc:sldMk cId="2650803409" sldId="323"/>
            <ac:spMk id="22" creationId="{1BD36916-657D-8A69-31BE-076FAF664AB3}"/>
          </ac:spMkLst>
        </pc:spChg>
        <pc:spChg chg="mod">
          <ac:chgData name="Danh, Hoàng Duy" userId="3a448fcf-317f-4972-a161-06742a14d4c7" providerId="ADAL" clId="{CE1C8B88-0719-4E4A-B0E4-7DC533AE261F}" dt="2026-04-01T15:00:37.480" v="821"/>
          <ac:spMkLst>
            <pc:docMk/>
            <pc:sldMk cId="2650803409" sldId="323"/>
            <ac:spMk id="23" creationId="{DFE0B9E0-ACAC-2118-4AA7-B5C15AED1618}"/>
          </ac:spMkLst>
        </pc:spChg>
        <pc:grpChg chg="add mod">
          <ac:chgData name="Danh, Hoàng Duy" userId="3a448fcf-317f-4972-a161-06742a14d4c7" providerId="ADAL" clId="{CE1C8B88-0719-4E4A-B0E4-7DC533AE261F}" dt="2026-04-01T15:00:37.480" v="821"/>
          <ac:grpSpMkLst>
            <pc:docMk/>
            <pc:sldMk cId="2650803409" sldId="323"/>
            <ac:grpSpMk id="17" creationId="{D6C10560-8813-3760-0F4F-65786CB34E4C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02T07:59:03.689" v="2572"/>
        <pc:sldMkLst>
          <pc:docMk/>
          <pc:sldMk cId="82002999" sldId="324"/>
        </pc:sldMkLst>
        <pc:spChg chg="add mod">
          <ac:chgData name="Danh, Hoàng Duy" userId="3a448fcf-317f-4972-a161-06742a14d4c7" providerId="ADAL" clId="{CE1C8B88-0719-4E4A-B0E4-7DC533AE261F}" dt="2026-04-01T15:00:38.765" v="822"/>
          <ac:spMkLst>
            <pc:docMk/>
            <pc:sldMk cId="82002999" sldId="324"/>
            <ac:spMk id="14" creationId="{86231CA1-07F3-E44A-6BE4-522C2596B47B}"/>
          </ac:spMkLst>
        </pc:spChg>
        <pc:spChg chg="mod">
          <ac:chgData name="Danh, Hoàng Duy" userId="3a448fcf-317f-4972-a161-06742a14d4c7" providerId="ADAL" clId="{CE1C8B88-0719-4E4A-B0E4-7DC533AE261F}" dt="2026-04-02T07:59:03.689" v="2572"/>
          <ac:spMkLst>
            <pc:docMk/>
            <pc:sldMk cId="82002999" sldId="324"/>
            <ac:spMk id="18" creationId="{F66A2410-B0A9-007D-12CB-1A5831104005}"/>
          </ac:spMkLst>
        </pc:spChg>
        <pc:spChg chg="mod">
          <ac:chgData name="Danh, Hoàng Duy" userId="3a448fcf-317f-4972-a161-06742a14d4c7" providerId="ADAL" clId="{CE1C8B88-0719-4E4A-B0E4-7DC533AE261F}" dt="2026-04-01T15:00:38.765" v="822"/>
          <ac:spMkLst>
            <pc:docMk/>
            <pc:sldMk cId="82002999" sldId="324"/>
            <ac:spMk id="20" creationId="{20AE5BBF-8F62-A705-60FC-90A07C29D5B9}"/>
          </ac:spMkLst>
        </pc:spChg>
        <pc:spChg chg="mod">
          <ac:chgData name="Danh, Hoàng Duy" userId="3a448fcf-317f-4972-a161-06742a14d4c7" providerId="ADAL" clId="{CE1C8B88-0719-4E4A-B0E4-7DC533AE261F}" dt="2026-04-01T15:00:38.765" v="822"/>
          <ac:spMkLst>
            <pc:docMk/>
            <pc:sldMk cId="82002999" sldId="324"/>
            <ac:spMk id="21" creationId="{08364D4D-F4D0-20EB-6A16-34CA2CA8F036}"/>
          </ac:spMkLst>
        </pc:spChg>
        <pc:spChg chg="mod">
          <ac:chgData name="Danh, Hoàng Duy" userId="3a448fcf-317f-4972-a161-06742a14d4c7" providerId="ADAL" clId="{CE1C8B88-0719-4E4A-B0E4-7DC533AE261F}" dt="2026-04-01T15:00:38.765" v="822"/>
          <ac:spMkLst>
            <pc:docMk/>
            <pc:sldMk cId="82002999" sldId="324"/>
            <ac:spMk id="22" creationId="{3D071EB8-19D5-F886-CEDC-90DA54C291B4}"/>
          </ac:spMkLst>
        </pc:spChg>
        <pc:grpChg chg="add mod">
          <ac:chgData name="Danh, Hoàng Duy" userId="3a448fcf-317f-4972-a161-06742a14d4c7" providerId="ADAL" clId="{CE1C8B88-0719-4E4A-B0E4-7DC533AE261F}" dt="2026-04-01T15:00:38.765" v="822"/>
          <ac:grpSpMkLst>
            <pc:docMk/>
            <pc:sldMk cId="82002999" sldId="324"/>
            <ac:grpSpMk id="16" creationId="{AFADFB54-03BF-EE8F-ED1E-1561A2055C2F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11T03:53:50.772" v="3191" actId="1076"/>
        <pc:sldMkLst>
          <pc:docMk/>
          <pc:sldMk cId="1010013973" sldId="325"/>
        </pc:sldMkLst>
        <pc:spChg chg="mod">
          <ac:chgData name="Danh, Hoàng Duy" userId="3a448fcf-317f-4972-a161-06742a14d4c7" providerId="ADAL" clId="{CE1C8B88-0719-4E4A-B0E4-7DC533AE261F}" dt="2026-04-01T15:58:22.361" v="1788"/>
          <ac:spMkLst>
            <pc:docMk/>
            <pc:sldMk cId="1010013973" sldId="325"/>
            <ac:spMk id="9" creationId="{DE469F92-BA51-919B-F39E-35949743E3DF}"/>
          </ac:spMkLst>
        </pc:spChg>
        <pc:spChg chg="mod">
          <ac:chgData name="Danh, Hoàng Duy" userId="3a448fcf-317f-4972-a161-06742a14d4c7" providerId="ADAL" clId="{CE1C8B88-0719-4E4A-B0E4-7DC533AE261F}" dt="2026-04-01T15:58:56.689" v="1789"/>
          <ac:spMkLst>
            <pc:docMk/>
            <pc:sldMk cId="1010013973" sldId="325"/>
            <ac:spMk id="10" creationId="{6E0C7CB3-D13F-4931-590D-4F61C037A599}"/>
          </ac:spMkLst>
        </pc:spChg>
        <pc:spChg chg="add mod">
          <ac:chgData name="Danh, Hoàng Duy" userId="3a448fcf-317f-4972-a161-06742a14d4c7" providerId="ADAL" clId="{CE1C8B88-0719-4E4A-B0E4-7DC533AE261F}" dt="2026-04-01T15:55:23.204" v="1778"/>
          <ac:spMkLst>
            <pc:docMk/>
            <pc:sldMk cId="1010013973" sldId="325"/>
            <ac:spMk id="13" creationId="{03D478DB-1B00-3DB8-AAFE-F33399000201}"/>
          </ac:spMkLst>
        </pc:spChg>
        <pc:spChg chg="mod">
          <ac:chgData name="Danh, Hoàng Duy" userId="3a448fcf-317f-4972-a161-06742a14d4c7" providerId="ADAL" clId="{CE1C8B88-0719-4E4A-B0E4-7DC533AE261F}" dt="2026-04-01T15:55:44.600" v="1779" actId="207"/>
          <ac:spMkLst>
            <pc:docMk/>
            <pc:sldMk cId="1010013973" sldId="325"/>
            <ac:spMk id="15" creationId="{356F3E86-2E4C-1837-440C-C3B9F70E5A08}"/>
          </ac:spMkLst>
        </pc:spChg>
        <pc:spChg chg="mod">
          <ac:chgData name="Danh, Hoàng Duy" userId="3a448fcf-317f-4972-a161-06742a14d4c7" providerId="ADAL" clId="{CE1C8B88-0719-4E4A-B0E4-7DC533AE261F}" dt="2026-04-01T15:55:47.207" v="1780" actId="207"/>
          <ac:spMkLst>
            <pc:docMk/>
            <pc:sldMk cId="1010013973" sldId="325"/>
            <ac:spMk id="16" creationId="{7B76D488-9FA5-DB47-7072-BE791970DBF6}"/>
          </ac:spMkLst>
        </pc:spChg>
        <pc:spChg chg="mod">
          <ac:chgData name="Danh, Hoàng Duy" userId="3a448fcf-317f-4972-a161-06742a14d4c7" providerId="ADAL" clId="{CE1C8B88-0719-4E4A-B0E4-7DC533AE261F}" dt="2026-04-01T15:55:23.204" v="1778"/>
          <ac:spMkLst>
            <pc:docMk/>
            <pc:sldMk cId="1010013973" sldId="325"/>
            <ac:spMk id="17" creationId="{9B787B79-B1AC-51F2-3FAB-B2669538CCF9}"/>
          </ac:spMkLst>
        </pc:spChg>
        <pc:grpChg chg="add mod">
          <ac:chgData name="Danh, Hoàng Duy" userId="3a448fcf-317f-4972-a161-06742a14d4c7" providerId="ADAL" clId="{CE1C8B88-0719-4E4A-B0E4-7DC533AE261F}" dt="2026-04-01T15:55:23.204" v="1778"/>
          <ac:grpSpMkLst>
            <pc:docMk/>
            <pc:sldMk cId="1010013973" sldId="325"/>
            <ac:grpSpMk id="14" creationId="{EA128460-B962-EB23-9B97-B54BD7925A6C}"/>
          </ac:grpSpMkLst>
        </pc:grpChg>
        <pc:graphicFrameChg chg="add del mod">
          <ac:chgData name="Danh, Hoàng Duy" userId="3a448fcf-317f-4972-a161-06742a14d4c7" providerId="ADAL" clId="{CE1C8B88-0719-4E4A-B0E4-7DC533AE261F}" dt="2026-04-11T03:53:14.960" v="3184" actId="478"/>
          <ac:graphicFrameMkLst>
            <pc:docMk/>
            <pc:sldMk cId="1010013973" sldId="325"/>
            <ac:graphicFrameMk id="2" creationId="{45F34E2C-65B8-B11A-4BA8-A0AB34944288}"/>
          </ac:graphicFrameMkLst>
        </pc:graphicFrameChg>
        <pc:graphicFrameChg chg="mod modGraphic">
          <ac:chgData name="Danh, Hoàng Duy" userId="3a448fcf-317f-4972-a161-06742a14d4c7" providerId="ADAL" clId="{CE1C8B88-0719-4E4A-B0E4-7DC533AE261F}" dt="2026-04-11T03:53:40.431" v="3190" actId="207"/>
          <ac:graphicFrameMkLst>
            <pc:docMk/>
            <pc:sldMk cId="1010013973" sldId="325"/>
            <ac:graphicFrameMk id="6" creationId="{8FF78842-CC58-70E9-DE7A-FA1666040466}"/>
          </ac:graphicFrameMkLst>
        </pc:graphicFrameChg>
        <pc:picChg chg="mod">
          <ac:chgData name="Danh, Hoàng Duy" userId="3a448fcf-317f-4972-a161-06742a14d4c7" providerId="ADAL" clId="{CE1C8B88-0719-4E4A-B0E4-7DC533AE261F}" dt="2026-04-11T03:53:50.772" v="3191" actId="1076"/>
          <ac:picMkLst>
            <pc:docMk/>
            <pc:sldMk cId="1010013973" sldId="325"/>
            <ac:picMk id="12" creationId="{09B2C389-DA05-5280-2BD1-29F1223E4762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01T15:59:06.135" v="1790"/>
        <pc:sldMkLst>
          <pc:docMk/>
          <pc:sldMk cId="2683290605" sldId="327"/>
        </pc:sldMkLst>
        <pc:spChg chg="mod">
          <ac:chgData name="Danh, Hoàng Duy" userId="3a448fcf-317f-4972-a161-06742a14d4c7" providerId="ADAL" clId="{CE1C8B88-0719-4E4A-B0E4-7DC533AE261F}" dt="2026-04-01T15:35:25.608" v="1441"/>
          <ac:spMkLst>
            <pc:docMk/>
            <pc:sldMk cId="2683290605" sldId="327"/>
            <ac:spMk id="9" creationId="{F0CF5846-C311-6BF1-7565-FDDABF5FE353}"/>
          </ac:spMkLst>
        </pc:spChg>
        <pc:spChg chg="mod">
          <ac:chgData name="Danh, Hoàng Duy" userId="3a448fcf-317f-4972-a161-06742a14d4c7" providerId="ADAL" clId="{CE1C8B88-0719-4E4A-B0E4-7DC533AE261F}" dt="2026-04-01T15:59:06.135" v="1790"/>
          <ac:spMkLst>
            <pc:docMk/>
            <pc:sldMk cId="2683290605" sldId="327"/>
            <ac:spMk id="10" creationId="{EF531A7D-DFC8-1422-6E12-D9DA246E577B}"/>
          </ac:spMkLst>
        </pc:spChg>
        <pc:spChg chg="add mod">
          <ac:chgData name="Danh, Hoàng Duy" userId="3a448fcf-317f-4972-a161-06742a14d4c7" providerId="ADAL" clId="{CE1C8B88-0719-4E4A-B0E4-7DC533AE261F}" dt="2026-04-01T15:55:50.264" v="1781"/>
          <ac:spMkLst>
            <pc:docMk/>
            <pc:sldMk cId="2683290605" sldId="327"/>
            <ac:spMk id="13" creationId="{00077CFE-63A1-C84D-802C-42E7A84132DD}"/>
          </ac:spMkLst>
        </pc:spChg>
        <pc:spChg chg="mod">
          <ac:chgData name="Danh, Hoàng Duy" userId="3a448fcf-317f-4972-a161-06742a14d4c7" providerId="ADAL" clId="{CE1C8B88-0719-4E4A-B0E4-7DC533AE261F}" dt="2026-04-01T15:55:50.264" v="1781"/>
          <ac:spMkLst>
            <pc:docMk/>
            <pc:sldMk cId="2683290605" sldId="327"/>
            <ac:spMk id="15" creationId="{C6E737F7-30EA-DB5E-335D-1B606E86BD36}"/>
          </ac:spMkLst>
        </pc:spChg>
        <pc:spChg chg="mod">
          <ac:chgData name="Danh, Hoàng Duy" userId="3a448fcf-317f-4972-a161-06742a14d4c7" providerId="ADAL" clId="{CE1C8B88-0719-4E4A-B0E4-7DC533AE261F}" dt="2026-04-01T15:55:50.264" v="1781"/>
          <ac:spMkLst>
            <pc:docMk/>
            <pc:sldMk cId="2683290605" sldId="327"/>
            <ac:spMk id="16" creationId="{81258F1C-AFAC-BF36-6A57-559615BAC472}"/>
          </ac:spMkLst>
        </pc:spChg>
        <pc:spChg chg="mod">
          <ac:chgData name="Danh, Hoàng Duy" userId="3a448fcf-317f-4972-a161-06742a14d4c7" providerId="ADAL" clId="{CE1C8B88-0719-4E4A-B0E4-7DC533AE261F}" dt="2026-04-01T15:55:50.264" v="1781"/>
          <ac:spMkLst>
            <pc:docMk/>
            <pc:sldMk cId="2683290605" sldId="327"/>
            <ac:spMk id="17" creationId="{DB8AB984-4D04-DCD9-4DE0-89C0C738CF06}"/>
          </ac:spMkLst>
        </pc:spChg>
        <pc:grpChg chg="add mod">
          <ac:chgData name="Danh, Hoàng Duy" userId="3a448fcf-317f-4972-a161-06742a14d4c7" providerId="ADAL" clId="{CE1C8B88-0719-4E4A-B0E4-7DC533AE261F}" dt="2026-04-01T15:55:50.264" v="1781"/>
          <ac:grpSpMkLst>
            <pc:docMk/>
            <pc:sldMk cId="2683290605" sldId="327"/>
            <ac:grpSpMk id="14" creationId="{F268D334-E46A-A217-736C-E4BDAB28647D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01T15:59:10.162" v="1792"/>
        <pc:sldMkLst>
          <pc:docMk/>
          <pc:sldMk cId="2844763645" sldId="328"/>
        </pc:sldMkLst>
        <pc:spChg chg="mod">
          <ac:chgData name="Danh, Hoàng Duy" userId="3a448fcf-317f-4972-a161-06742a14d4c7" providerId="ADAL" clId="{CE1C8B88-0719-4E4A-B0E4-7DC533AE261F}" dt="2026-04-01T15:35:32.400" v="1442"/>
          <ac:spMkLst>
            <pc:docMk/>
            <pc:sldMk cId="2844763645" sldId="328"/>
            <ac:spMk id="9" creationId="{5B9275F7-9C8D-2E3D-696B-5FCD82F6F681}"/>
          </ac:spMkLst>
        </pc:spChg>
        <pc:spChg chg="add mod">
          <ac:chgData name="Danh, Hoàng Duy" userId="3a448fcf-317f-4972-a161-06742a14d4c7" providerId="ADAL" clId="{CE1C8B88-0719-4E4A-B0E4-7DC533AE261F}" dt="2026-04-01T15:55:51.032" v="1782"/>
          <ac:spMkLst>
            <pc:docMk/>
            <pc:sldMk cId="2844763645" sldId="328"/>
            <ac:spMk id="14" creationId="{7B97B5CB-E2CB-ED64-9B58-6DAF392A946D}"/>
          </ac:spMkLst>
        </pc:spChg>
        <pc:spChg chg="mod">
          <ac:chgData name="Danh, Hoàng Duy" userId="3a448fcf-317f-4972-a161-06742a14d4c7" providerId="ADAL" clId="{CE1C8B88-0719-4E4A-B0E4-7DC533AE261F}" dt="2026-04-01T15:55:51.032" v="1782"/>
          <ac:spMkLst>
            <pc:docMk/>
            <pc:sldMk cId="2844763645" sldId="328"/>
            <ac:spMk id="16" creationId="{A2E6254B-300A-6457-D9AD-4CFD935E6683}"/>
          </ac:spMkLst>
        </pc:spChg>
        <pc:spChg chg="mod">
          <ac:chgData name="Danh, Hoàng Duy" userId="3a448fcf-317f-4972-a161-06742a14d4c7" providerId="ADAL" clId="{CE1C8B88-0719-4E4A-B0E4-7DC533AE261F}" dt="2026-04-01T15:55:51.032" v="1782"/>
          <ac:spMkLst>
            <pc:docMk/>
            <pc:sldMk cId="2844763645" sldId="328"/>
            <ac:spMk id="17" creationId="{F9B4988C-6B2A-099C-11F2-2D4961234167}"/>
          </ac:spMkLst>
        </pc:spChg>
        <pc:spChg chg="mod">
          <ac:chgData name="Danh, Hoàng Duy" userId="3a448fcf-317f-4972-a161-06742a14d4c7" providerId="ADAL" clId="{CE1C8B88-0719-4E4A-B0E4-7DC533AE261F}" dt="2026-04-01T15:55:51.032" v="1782"/>
          <ac:spMkLst>
            <pc:docMk/>
            <pc:sldMk cId="2844763645" sldId="328"/>
            <ac:spMk id="18" creationId="{D38D614A-FAE9-AFE6-AAD7-C7B8F8065E6D}"/>
          </ac:spMkLst>
        </pc:spChg>
        <pc:spChg chg="add mod">
          <ac:chgData name="Danh, Hoàng Duy" userId="3a448fcf-317f-4972-a161-06742a14d4c7" providerId="ADAL" clId="{CE1C8B88-0719-4E4A-B0E4-7DC533AE261F}" dt="2026-04-01T15:59:10.162" v="1792"/>
          <ac:spMkLst>
            <pc:docMk/>
            <pc:sldMk cId="2844763645" sldId="328"/>
            <ac:spMk id="19" creationId="{BCEC3817-5CB3-2DE3-1086-5641F505529A}"/>
          </ac:spMkLst>
        </pc:spChg>
        <pc:grpChg chg="add mod">
          <ac:chgData name="Danh, Hoàng Duy" userId="3a448fcf-317f-4972-a161-06742a14d4c7" providerId="ADAL" clId="{CE1C8B88-0719-4E4A-B0E4-7DC533AE261F}" dt="2026-04-01T15:55:51.032" v="1782"/>
          <ac:grpSpMkLst>
            <pc:docMk/>
            <pc:sldMk cId="2844763645" sldId="328"/>
            <ac:grpSpMk id="15" creationId="{5BECDAD9-3A36-3514-8B94-ED31878E62F9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01T15:54:35.054" v="1766"/>
        <pc:sldMkLst>
          <pc:docMk/>
          <pc:sldMk cId="2677304536" sldId="331"/>
        </pc:sldMkLst>
        <pc:spChg chg="add mod">
          <ac:chgData name="Danh, Hoàng Duy" userId="3a448fcf-317f-4972-a161-06742a14d4c7" providerId="ADAL" clId="{CE1C8B88-0719-4E4A-B0E4-7DC533AE261F}" dt="2026-04-01T15:54:35.054" v="1766"/>
          <ac:spMkLst>
            <pc:docMk/>
            <pc:sldMk cId="2677304536" sldId="331"/>
            <ac:spMk id="3" creationId="{EAE6E00E-C07F-587D-04A3-7F4AAAAC7567}"/>
          </ac:spMkLst>
        </pc:spChg>
        <pc:spChg chg="mod">
          <ac:chgData name="Danh, Hoàng Duy" userId="3a448fcf-317f-4972-a161-06742a14d4c7" providerId="ADAL" clId="{CE1C8B88-0719-4E4A-B0E4-7DC533AE261F}" dt="2026-04-01T15:34:17.704" v="1434"/>
          <ac:spMkLst>
            <pc:docMk/>
            <pc:sldMk cId="2677304536" sldId="331"/>
            <ac:spMk id="12" creationId="{3C1E57A7-DB68-2C60-9EA8-2703D5FFBC6A}"/>
          </ac:spMkLst>
        </pc:spChg>
        <pc:spChg chg="mod">
          <ac:chgData name="Danh, Hoàng Duy" userId="3a448fcf-317f-4972-a161-06742a14d4c7" providerId="ADAL" clId="{CE1C8B88-0719-4E4A-B0E4-7DC533AE261F}" dt="2026-04-01T15:54:35.054" v="1766"/>
          <ac:spMkLst>
            <pc:docMk/>
            <pc:sldMk cId="2677304536" sldId="331"/>
            <ac:spMk id="15" creationId="{5F6DAD3D-49A2-F9E7-7CA3-18BBDC14954C}"/>
          </ac:spMkLst>
        </pc:spChg>
        <pc:spChg chg="mod">
          <ac:chgData name="Danh, Hoàng Duy" userId="3a448fcf-317f-4972-a161-06742a14d4c7" providerId="ADAL" clId="{CE1C8B88-0719-4E4A-B0E4-7DC533AE261F}" dt="2026-04-01T15:54:35.054" v="1766"/>
          <ac:spMkLst>
            <pc:docMk/>
            <pc:sldMk cId="2677304536" sldId="331"/>
            <ac:spMk id="16" creationId="{676705D5-D948-CC84-37F8-B949F0801442}"/>
          </ac:spMkLst>
        </pc:spChg>
        <pc:spChg chg="mod">
          <ac:chgData name="Danh, Hoàng Duy" userId="3a448fcf-317f-4972-a161-06742a14d4c7" providerId="ADAL" clId="{CE1C8B88-0719-4E4A-B0E4-7DC533AE261F}" dt="2026-04-01T15:54:35.054" v="1766"/>
          <ac:spMkLst>
            <pc:docMk/>
            <pc:sldMk cId="2677304536" sldId="331"/>
            <ac:spMk id="17" creationId="{D4E31355-921E-F6C4-7BFF-13A7F00FD442}"/>
          </ac:spMkLst>
        </pc:spChg>
        <pc:grpChg chg="add mod">
          <ac:chgData name="Danh, Hoàng Duy" userId="3a448fcf-317f-4972-a161-06742a14d4c7" providerId="ADAL" clId="{CE1C8B88-0719-4E4A-B0E4-7DC533AE261F}" dt="2026-04-01T15:54:35.054" v="1766"/>
          <ac:grpSpMkLst>
            <pc:docMk/>
            <pc:sldMk cId="2677304536" sldId="331"/>
            <ac:grpSpMk id="11" creationId="{52CCA768-148D-4936-483F-425E053B057B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11T03:50:59.730" v="3132" actId="478"/>
        <pc:sldMkLst>
          <pc:docMk/>
          <pc:sldMk cId="1046137743" sldId="333"/>
        </pc:sldMkLst>
        <pc:spChg chg="del">
          <ac:chgData name="Danh, Hoàng Duy" userId="3a448fcf-317f-4972-a161-06742a14d4c7" providerId="ADAL" clId="{CE1C8B88-0719-4E4A-B0E4-7DC533AE261F}" dt="2026-04-11T03:50:59.730" v="3132" actId="478"/>
          <ac:spMkLst>
            <pc:docMk/>
            <pc:sldMk cId="1046137743" sldId="333"/>
            <ac:spMk id="3" creationId="{FFBF2910-4207-86A6-B93E-4FA6213948D8}"/>
          </ac:spMkLst>
        </pc:spChg>
        <pc:spChg chg="mod">
          <ac:chgData name="Danh, Hoàng Duy" userId="3a448fcf-317f-4972-a161-06742a14d4c7" providerId="ADAL" clId="{CE1C8B88-0719-4E4A-B0E4-7DC533AE261F}" dt="2026-04-01T15:34:26.074" v="1435"/>
          <ac:spMkLst>
            <pc:docMk/>
            <pc:sldMk cId="1046137743" sldId="333"/>
            <ac:spMk id="12" creationId="{93E33055-2B45-CE90-358B-6EBA0A0ABBDD}"/>
          </ac:spMkLst>
        </pc:spChg>
        <pc:spChg chg="add mod">
          <ac:chgData name="Danh, Hoàng Duy" userId="3a448fcf-317f-4972-a161-06742a14d4c7" providerId="ADAL" clId="{CE1C8B88-0719-4E4A-B0E4-7DC533AE261F}" dt="2026-04-01T15:54:35.948" v="1767"/>
          <ac:spMkLst>
            <pc:docMk/>
            <pc:sldMk cId="1046137743" sldId="333"/>
            <ac:spMk id="15" creationId="{CF0EB1A5-B6D1-0D68-B1AC-B75139A73CFA}"/>
          </ac:spMkLst>
        </pc:spChg>
        <pc:spChg chg="mod">
          <ac:chgData name="Danh, Hoàng Duy" userId="3a448fcf-317f-4972-a161-06742a14d4c7" providerId="ADAL" clId="{CE1C8B88-0719-4E4A-B0E4-7DC533AE261F}" dt="2026-04-01T15:54:35.948" v="1767"/>
          <ac:spMkLst>
            <pc:docMk/>
            <pc:sldMk cId="1046137743" sldId="333"/>
            <ac:spMk id="17" creationId="{F5BFEA32-3B16-F423-75D1-F30AC8B1EA67}"/>
          </ac:spMkLst>
        </pc:spChg>
        <pc:spChg chg="mod">
          <ac:chgData name="Danh, Hoàng Duy" userId="3a448fcf-317f-4972-a161-06742a14d4c7" providerId="ADAL" clId="{CE1C8B88-0719-4E4A-B0E4-7DC533AE261F}" dt="2026-04-01T15:54:35.948" v="1767"/>
          <ac:spMkLst>
            <pc:docMk/>
            <pc:sldMk cId="1046137743" sldId="333"/>
            <ac:spMk id="18" creationId="{51E01EDD-97B6-E97C-DBFC-1515E9687EA1}"/>
          </ac:spMkLst>
        </pc:spChg>
        <pc:spChg chg="mod">
          <ac:chgData name="Danh, Hoàng Duy" userId="3a448fcf-317f-4972-a161-06742a14d4c7" providerId="ADAL" clId="{CE1C8B88-0719-4E4A-B0E4-7DC533AE261F}" dt="2026-04-01T15:54:35.948" v="1767"/>
          <ac:spMkLst>
            <pc:docMk/>
            <pc:sldMk cId="1046137743" sldId="333"/>
            <ac:spMk id="19" creationId="{51BCD8B9-ED9B-B3E1-9D97-1F44239AFAEF}"/>
          </ac:spMkLst>
        </pc:spChg>
        <pc:grpChg chg="add mod">
          <ac:chgData name="Danh, Hoàng Duy" userId="3a448fcf-317f-4972-a161-06742a14d4c7" providerId="ADAL" clId="{CE1C8B88-0719-4E4A-B0E4-7DC533AE261F}" dt="2026-04-01T15:54:35.948" v="1767"/>
          <ac:grpSpMkLst>
            <pc:docMk/>
            <pc:sldMk cId="1046137743" sldId="333"/>
            <ac:grpSpMk id="16" creationId="{2B48435C-FEB5-E5E3-202C-2C702D1016D3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11T03:53:59.945" v="3192" actId="1076"/>
        <pc:sldMkLst>
          <pc:docMk/>
          <pc:sldMk cId="767255256" sldId="335"/>
        </pc:sldMkLst>
        <pc:spChg chg="add mod">
          <ac:chgData name="Danh, Hoàng Duy" userId="3a448fcf-317f-4972-a161-06742a14d4c7" providerId="ADAL" clId="{CE1C8B88-0719-4E4A-B0E4-7DC533AE261F}" dt="2026-04-01T15:53:41.516" v="1755"/>
          <ac:spMkLst>
            <pc:docMk/>
            <pc:sldMk cId="767255256" sldId="335"/>
            <ac:spMk id="10" creationId="{0440AA60-AD01-10A0-7708-D2F6D3A184A1}"/>
          </ac:spMkLst>
        </pc:spChg>
        <pc:spChg chg="mod">
          <ac:chgData name="Danh, Hoàng Duy" userId="3a448fcf-317f-4972-a161-06742a14d4c7" providerId="ADAL" clId="{CE1C8B88-0719-4E4A-B0E4-7DC533AE261F}" dt="2026-04-01T15:53:50.089" v="1758" actId="207"/>
          <ac:spMkLst>
            <pc:docMk/>
            <pc:sldMk cId="767255256" sldId="335"/>
            <ac:spMk id="17" creationId="{BB07B709-B28E-F5A1-DC18-79FD6CF6C57A}"/>
          </ac:spMkLst>
        </pc:spChg>
        <pc:spChg chg="mod">
          <ac:chgData name="Danh, Hoàng Duy" userId="3a448fcf-317f-4972-a161-06742a14d4c7" providerId="ADAL" clId="{CE1C8B88-0719-4E4A-B0E4-7DC533AE261F}" dt="2026-04-01T15:34:11.309" v="1433"/>
          <ac:spMkLst>
            <pc:docMk/>
            <pc:sldMk cId="767255256" sldId="335"/>
            <ac:spMk id="18" creationId="{2B8334DC-2217-5F79-050D-3DAA946D9604}"/>
          </ac:spMkLst>
        </pc:spChg>
        <pc:spChg chg="mod">
          <ac:chgData name="Danh, Hoàng Duy" userId="3a448fcf-317f-4972-a161-06742a14d4c7" providerId="ADAL" clId="{CE1C8B88-0719-4E4A-B0E4-7DC533AE261F}" dt="2026-04-01T15:53:41.516" v="1755"/>
          <ac:spMkLst>
            <pc:docMk/>
            <pc:sldMk cId="767255256" sldId="335"/>
            <ac:spMk id="21" creationId="{F60A5C4F-B47B-A448-820C-8AE7A68D8552}"/>
          </ac:spMkLst>
        </pc:spChg>
        <pc:spChg chg="mod">
          <ac:chgData name="Danh, Hoàng Duy" userId="3a448fcf-317f-4972-a161-06742a14d4c7" providerId="ADAL" clId="{CE1C8B88-0719-4E4A-B0E4-7DC533AE261F}" dt="2026-04-01T15:53:53.962" v="1759" actId="207"/>
          <ac:spMkLst>
            <pc:docMk/>
            <pc:sldMk cId="767255256" sldId="335"/>
            <ac:spMk id="22" creationId="{57ACEC32-97E2-305D-6F45-A024456D3D32}"/>
          </ac:spMkLst>
        </pc:spChg>
        <pc:grpChg chg="add mod">
          <ac:chgData name="Danh, Hoàng Duy" userId="3a448fcf-317f-4972-a161-06742a14d4c7" providerId="ADAL" clId="{CE1C8B88-0719-4E4A-B0E4-7DC533AE261F}" dt="2026-04-01T15:53:41.516" v="1755"/>
          <ac:grpSpMkLst>
            <pc:docMk/>
            <pc:sldMk cId="767255256" sldId="335"/>
            <ac:grpSpMk id="11" creationId="{94B0CA10-7187-039B-9E7F-2F5A73CE5854}"/>
          </ac:grpSpMkLst>
        </pc:grpChg>
        <pc:graphicFrameChg chg="add del mod">
          <ac:chgData name="Danh, Hoàng Duy" userId="3a448fcf-317f-4972-a161-06742a14d4c7" providerId="ADAL" clId="{CE1C8B88-0719-4E4A-B0E4-7DC533AE261F}" dt="2026-04-11T03:48:43.381" v="3124" actId="478"/>
          <ac:graphicFrameMkLst>
            <pc:docMk/>
            <pc:sldMk cId="767255256" sldId="335"/>
            <ac:graphicFrameMk id="2" creationId="{8794955F-D543-A086-41B9-C33319176C6F}"/>
          </ac:graphicFrameMkLst>
        </pc:graphicFrameChg>
        <pc:graphicFrameChg chg="mod modGraphic">
          <ac:chgData name="Danh, Hoàng Duy" userId="3a448fcf-317f-4972-a161-06742a14d4c7" providerId="ADAL" clId="{CE1C8B88-0719-4E4A-B0E4-7DC533AE261F}" dt="2026-04-11T03:49:11.392" v="3126" actId="207"/>
          <ac:graphicFrameMkLst>
            <pc:docMk/>
            <pc:sldMk cId="767255256" sldId="335"/>
            <ac:graphicFrameMk id="6" creationId="{A2919395-9914-2B24-5C5B-5DEC9B34F497}"/>
          </ac:graphicFrameMkLst>
        </pc:graphicFrameChg>
        <pc:picChg chg="mod">
          <ac:chgData name="Danh, Hoàng Duy" userId="3a448fcf-317f-4972-a161-06742a14d4c7" providerId="ADAL" clId="{CE1C8B88-0719-4E4A-B0E4-7DC533AE261F}" dt="2026-04-02T07:50:43.700" v="2563"/>
          <ac:picMkLst>
            <pc:docMk/>
            <pc:sldMk cId="767255256" sldId="335"/>
            <ac:picMk id="3" creationId="{817F5FA6-5C72-79D6-3948-D2E59553B0D7}"/>
          </ac:picMkLst>
        </pc:picChg>
        <pc:picChg chg="mod">
          <ac:chgData name="Danh, Hoàng Duy" userId="3a448fcf-317f-4972-a161-06742a14d4c7" providerId="ADAL" clId="{CE1C8B88-0719-4E4A-B0E4-7DC533AE261F}" dt="2026-04-11T03:53:59.945" v="3192" actId="1076"/>
          <ac:picMkLst>
            <pc:docMk/>
            <pc:sldMk cId="767255256" sldId="335"/>
            <ac:picMk id="4" creationId="{4233462F-8945-C4CE-5E5D-0AC8E613CC10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01T15:54:36.649" v="1768"/>
        <pc:sldMkLst>
          <pc:docMk/>
          <pc:sldMk cId="2398879851" sldId="336"/>
        </pc:sldMkLst>
        <pc:spChg chg="add mod">
          <ac:chgData name="Danh, Hoàng Duy" userId="3a448fcf-317f-4972-a161-06742a14d4c7" providerId="ADAL" clId="{CE1C8B88-0719-4E4A-B0E4-7DC533AE261F}" dt="2026-04-01T15:54:36.649" v="1768"/>
          <ac:spMkLst>
            <pc:docMk/>
            <pc:sldMk cId="2398879851" sldId="336"/>
            <ac:spMk id="3" creationId="{222D247F-056E-888E-B081-CA076AA7E830}"/>
          </ac:spMkLst>
        </pc:spChg>
        <pc:spChg chg="mod">
          <ac:chgData name="Danh, Hoàng Duy" userId="3a448fcf-317f-4972-a161-06742a14d4c7" providerId="ADAL" clId="{CE1C8B88-0719-4E4A-B0E4-7DC533AE261F}" dt="2026-04-01T15:34:32.635" v="1436"/>
          <ac:spMkLst>
            <pc:docMk/>
            <pc:sldMk cId="2398879851" sldId="336"/>
            <ac:spMk id="11" creationId="{9294619B-3B3F-F45A-9026-5FB9977BE1CC}"/>
          </ac:spMkLst>
        </pc:spChg>
        <pc:spChg chg="mod">
          <ac:chgData name="Danh, Hoàng Duy" userId="3a448fcf-317f-4972-a161-06742a14d4c7" providerId="ADAL" clId="{CE1C8B88-0719-4E4A-B0E4-7DC533AE261F}" dt="2026-04-01T15:54:36.649" v="1768"/>
          <ac:spMkLst>
            <pc:docMk/>
            <pc:sldMk cId="2398879851" sldId="336"/>
            <ac:spMk id="15" creationId="{A29FE104-0CFD-45C5-CC3E-B492D97C9AB0}"/>
          </ac:spMkLst>
        </pc:spChg>
        <pc:spChg chg="mod">
          <ac:chgData name="Danh, Hoàng Duy" userId="3a448fcf-317f-4972-a161-06742a14d4c7" providerId="ADAL" clId="{CE1C8B88-0719-4E4A-B0E4-7DC533AE261F}" dt="2026-04-01T15:54:36.649" v="1768"/>
          <ac:spMkLst>
            <pc:docMk/>
            <pc:sldMk cId="2398879851" sldId="336"/>
            <ac:spMk id="16" creationId="{4119E140-06C0-0A0E-A291-77A9F9326CE5}"/>
          </ac:spMkLst>
        </pc:spChg>
        <pc:spChg chg="mod">
          <ac:chgData name="Danh, Hoàng Duy" userId="3a448fcf-317f-4972-a161-06742a14d4c7" providerId="ADAL" clId="{CE1C8B88-0719-4E4A-B0E4-7DC533AE261F}" dt="2026-04-01T15:54:36.649" v="1768"/>
          <ac:spMkLst>
            <pc:docMk/>
            <pc:sldMk cId="2398879851" sldId="336"/>
            <ac:spMk id="17" creationId="{F21B706C-D03A-37AF-C379-DF4772086696}"/>
          </ac:spMkLst>
        </pc:spChg>
        <pc:grpChg chg="add mod">
          <ac:chgData name="Danh, Hoàng Duy" userId="3a448fcf-317f-4972-a161-06742a14d4c7" providerId="ADAL" clId="{CE1C8B88-0719-4E4A-B0E4-7DC533AE261F}" dt="2026-04-01T15:54:36.649" v="1768"/>
          <ac:grpSpMkLst>
            <pc:docMk/>
            <pc:sldMk cId="2398879851" sldId="336"/>
            <ac:grpSpMk id="14" creationId="{B4DAF16E-8828-D550-D20A-FA924D0029DB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11T03:49:54.867" v="3128" actId="207"/>
        <pc:sldMkLst>
          <pc:docMk/>
          <pc:sldMk cId="2831264213" sldId="337"/>
        </pc:sldMkLst>
        <pc:spChg chg="mod">
          <ac:chgData name="Danh, Hoàng Duy" userId="3a448fcf-317f-4972-a161-06742a14d4c7" providerId="ADAL" clId="{CE1C8B88-0719-4E4A-B0E4-7DC533AE261F}" dt="2026-04-01T15:34:37.410" v="1437"/>
          <ac:spMkLst>
            <pc:docMk/>
            <pc:sldMk cId="2831264213" sldId="337"/>
            <ac:spMk id="10" creationId="{76370063-BC18-45E3-13B0-F0D5C3CCA82B}"/>
          </ac:spMkLst>
        </pc:spChg>
        <pc:spChg chg="add mod">
          <ac:chgData name="Danh, Hoàng Duy" userId="3a448fcf-317f-4972-a161-06742a14d4c7" providerId="ADAL" clId="{CE1C8B88-0719-4E4A-B0E4-7DC533AE261F}" dt="2026-04-01T15:54:38.003" v="1769"/>
          <ac:spMkLst>
            <pc:docMk/>
            <pc:sldMk cId="2831264213" sldId="337"/>
            <ac:spMk id="14" creationId="{1C86ECDB-EE66-1FCD-309E-20E186CCC061}"/>
          </ac:spMkLst>
        </pc:spChg>
        <pc:spChg chg="mod">
          <ac:chgData name="Danh, Hoàng Duy" userId="3a448fcf-317f-4972-a161-06742a14d4c7" providerId="ADAL" clId="{CE1C8B88-0719-4E4A-B0E4-7DC533AE261F}" dt="2026-04-01T15:54:38.003" v="1769"/>
          <ac:spMkLst>
            <pc:docMk/>
            <pc:sldMk cId="2831264213" sldId="337"/>
            <ac:spMk id="16" creationId="{8BA3BFD9-0F63-2573-03DB-A284152D1A16}"/>
          </ac:spMkLst>
        </pc:spChg>
        <pc:spChg chg="mod">
          <ac:chgData name="Danh, Hoàng Duy" userId="3a448fcf-317f-4972-a161-06742a14d4c7" providerId="ADAL" clId="{CE1C8B88-0719-4E4A-B0E4-7DC533AE261F}" dt="2026-04-01T15:54:38.003" v="1769"/>
          <ac:spMkLst>
            <pc:docMk/>
            <pc:sldMk cId="2831264213" sldId="337"/>
            <ac:spMk id="17" creationId="{2D91B022-0476-5835-F000-7C0C72F5A82E}"/>
          </ac:spMkLst>
        </pc:spChg>
        <pc:spChg chg="mod">
          <ac:chgData name="Danh, Hoàng Duy" userId="3a448fcf-317f-4972-a161-06742a14d4c7" providerId="ADAL" clId="{CE1C8B88-0719-4E4A-B0E4-7DC533AE261F}" dt="2026-04-01T15:54:38.003" v="1769"/>
          <ac:spMkLst>
            <pc:docMk/>
            <pc:sldMk cId="2831264213" sldId="337"/>
            <ac:spMk id="18" creationId="{54480F0B-0F1B-281C-C30E-BA2C1AB5A107}"/>
          </ac:spMkLst>
        </pc:spChg>
        <pc:grpChg chg="add mod">
          <ac:chgData name="Danh, Hoàng Duy" userId="3a448fcf-317f-4972-a161-06742a14d4c7" providerId="ADAL" clId="{CE1C8B88-0719-4E4A-B0E4-7DC533AE261F}" dt="2026-04-01T15:54:38.003" v="1769"/>
          <ac:grpSpMkLst>
            <pc:docMk/>
            <pc:sldMk cId="2831264213" sldId="337"/>
            <ac:grpSpMk id="15" creationId="{1F59FE45-08A9-B78F-0A86-BF1FF1C42DDE}"/>
          </ac:grpSpMkLst>
        </pc:grpChg>
        <pc:graphicFrameChg chg="mod modGraphic">
          <ac:chgData name="Danh, Hoàng Duy" userId="3a448fcf-317f-4972-a161-06742a14d4c7" providerId="ADAL" clId="{CE1C8B88-0719-4E4A-B0E4-7DC533AE261F}" dt="2026-04-11T03:49:54.867" v="3128" actId="207"/>
          <ac:graphicFrameMkLst>
            <pc:docMk/>
            <pc:sldMk cId="2831264213" sldId="337"/>
            <ac:graphicFrameMk id="6" creationId="{3D744547-9A1F-0403-83B4-DDA12CA68842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01T15:59:13.026" v="1794"/>
        <pc:sldMkLst>
          <pc:docMk/>
          <pc:sldMk cId="1487951057" sldId="338"/>
        </pc:sldMkLst>
        <pc:spChg chg="add mod">
          <ac:chgData name="Danh, Hoàng Duy" userId="3a448fcf-317f-4972-a161-06742a14d4c7" providerId="ADAL" clId="{CE1C8B88-0719-4E4A-B0E4-7DC533AE261F}" dt="2026-04-01T15:55:51.823" v="1783"/>
          <ac:spMkLst>
            <pc:docMk/>
            <pc:sldMk cId="1487951057" sldId="338"/>
            <ac:spMk id="3" creationId="{EE78280E-5DA3-DC75-F932-73E2DC33D292}"/>
          </ac:spMkLst>
        </pc:spChg>
        <pc:spChg chg="mod">
          <ac:chgData name="Danh, Hoàng Duy" userId="3a448fcf-317f-4972-a161-06742a14d4c7" providerId="ADAL" clId="{CE1C8B88-0719-4E4A-B0E4-7DC533AE261F}" dt="2026-04-01T15:35:38.642" v="1443"/>
          <ac:spMkLst>
            <pc:docMk/>
            <pc:sldMk cId="1487951057" sldId="338"/>
            <ac:spMk id="10" creationId="{FB74C9D6-4E6E-C5A1-3A11-6C0902BB0CE7}"/>
          </ac:spMkLst>
        </pc:spChg>
        <pc:spChg chg="mod">
          <ac:chgData name="Danh, Hoàng Duy" userId="3a448fcf-317f-4972-a161-06742a14d4c7" providerId="ADAL" clId="{CE1C8B88-0719-4E4A-B0E4-7DC533AE261F}" dt="2026-04-01T15:55:51.823" v="1783"/>
          <ac:spMkLst>
            <pc:docMk/>
            <pc:sldMk cId="1487951057" sldId="338"/>
            <ac:spMk id="15" creationId="{40ED1D46-707D-4DF0-5EA2-A457F48F87D4}"/>
          </ac:spMkLst>
        </pc:spChg>
        <pc:spChg chg="mod">
          <ac:chgData name="Danh, Hoàng Duy" userId="3a448fcf-317f-4972-a161-06742a14d4c7" providerId="ADAL" clId="{CE1C8B88-0719-4E4A-B0E4-7DC533AE261F}" dt="2026-04-01T15:55:51.823" v="1783"/>
          <ac:spMkLst>
            <pc:docMk/>
            <pc:sldMk cId="1487951057" sldId="338"/>
            <ac:spMk id="16" creationId="{EA1EDA5A-CED2-2441-82D2-278E2A1DB456}"/>
          </ac:spMkLst>
        </pc:spChg>
        <pc:spChg chg="mod">
          <ac:chgData name="Danh, Hoàng Duy" userId="3a448fcf-317f-4972-a161-06742a14d4c7" providerId="ADAL" clId="{CE1C8B88-0719-4E4A-B0E4-7DC533AE261F}" dt="2026-04-01T15:55:51.823" v="1783"/>
          <ac:spMkLst>
            <pc:docMk/>
            <pc:sldMk cId="1487951057" sldId="338"/>
            <ac:spMk id="17" creationId="{4A1B6400-CC18-12E8-3B8F-D415BE03F8B9}"/>
          </ac:spMkLst>
        </pc:spChg>
        <pc:spChg chg="add mod">
          <ac:chgData name="Danh, Hoàng Duy" userId="3a448fcf-317f-4972-a161-06742a14d4c7" providerId="ADAL" clId="{CE1C8B88-0719-4E4A-B0E4-7DC533AE261F}" dt="2026-04-01T15:59:13.026" v="1794"/>
          <ac:spMkLst>
            <pc:docMk/>
            <pc:sldMk cId="1487951057" sldId="338"/>
            <ac:spMk id="18" creationId="{42C4E6ED-E3DD-BE62-0CBA-D50DC6575DD7}"/>
          </ac:spMkLst>
        </pc:spChg>
        <pc:grpChg chg="add mod">
          <ac:chgData name="Danh, Hoàng Duy" userId="3a448fcf-317f-4972-a161-06742a14d4c7" providerId="ADAL" clId="{CE1C8B88-0719-4E4A-B0E4-7DC533AE261F}" dt="2026-04-01T15:55:51.823" v="1783"/>
          <ac:grpSpMkLst>
            <pc:docMk/>
            <pc:sldMk cId="1487951057" sldId="338"/>
            <ac:grpSpMk id="14" creationId="{B362AD18-EF29-BA9C-737D-008770CDB15D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11T03:54:21.455" v="3194" actId="207"/>
        <pc:sldMkLst>
          <pc:docMk/>
          <pc:sldMk cId="3936763425" sldId="339"/>
        </pc:sldMkLst>
        <pc:spChg chg="mod">
          <ac:chgData name="Danh, Hoàng Duy" userId="3a448fcf-317f-4972-a161-06742a14d4c7" providerId="ADAL" clId="{CE1C8B88-0719-4E4A-B0E4-7DC533AE261F}" dt="2026-04-01T15:35:44.274" v="1444"/>
          <ac:spMkLst>
            <pc:docMk/>
            <pc:sldMk cId="3936763425" sldId="339"/>
            <ac:spMk id="9" creationId="{D7D3D3C4-0F0A-5420-FD88-2882AEF5AD7E}"/>
          </ac:spMkLst>
        </pc:spChg>
        <pc:spChg chg="add mod">
          <ac:chgData name="Danh, Hoàng Duy" userId="3a448fcf-317f-4972-a161-06742a14d4c7" providerId="ADAL" clId="{CE1C8B88-0719-4E4A-B0E4-7DC533AE261F}" dt="2026-04-01T15:55:52.810" v="1784"/>
          <ac:spMkLst>
            <pc:docMk/>
            <pc:sldMk cId="3936763425" sldId="339"/>
            <ac:spMk id="13" creationId="{2CB1D724-1495-5BF1-FB50-3284AFAB58A1}"/>
          </ac:spMkLst>
        </pc:spChg>
        <pc:spChg chg="mod">
          <ac:chgData name="Danh, Hoàng Duy" userId="3a448fcf-317f-4972-a161-06742a14d4c7" providerId="ADAL" clId="{CE1C8B88-0719-4E4A-B0E4-7DC533AE261F}" dt="2026-04-01T15:55:52.810" v="1784"/>
          <ac:spMkLst>
            <pc:docMk/>
            <pc:sldMk cId="3936763425" sldId="339"/>
            <ac:spMk id="15" creationId="{8EC45619-8FD2-B561-3113-CDE476EEB11E}"/>
          </ac:spMkLst>
        </pc:spChg>
        <pc:spChg chg="mod">
          <ac:chgData name="Danh, Hoàng Duy" userId="3a448fcf-317f-4972-a161-06742a14d4c7" providerId="ADAL" clId="{CE1C8B88-0719-4E4A-B0E4-7DC533AE261F}" dt="2026-04-01T15:55:52.810" v="1784"/>
          <ac:spMkLst>
            <pc:docMk/>
            <pc:sldMk cId="3936763425" sldId="339"/>
            <ac:spMk id="16" creationId="{159BD27C-78A1-6F80-558A-573C3646947B}"/>
          </ac:spMkLst>
        </pc:spChg>
        <pc:spChg chg="mod">
          <ac:chgData name="Danh, Hoàng Duy" userId="3a448fcf-317f-4972-a161-06742a14d4c7" providerId="ADAL" clId="{CE1C8B88-0719-4E4A-B0E4-7DC533AE261F}" dt="2026-04-01T15:55:52.810" v="1784"/>
          <ac:spMkLst>
            <pc:docMk/>
            <pc:sldMk cId="3936763425" sldId="339"/>
            <ac:spMk id="17" creationId="{B3E2BD7E-464B-52DC-1C70-326358A98DE1}"/>
          </ac:spMkLst>
        </pc:spChg>
        <pc:spChg chg="add mod">
          <ac:chgData name="Danh, Hoàng Duy" userId="3a448fcf-317f-4972-a161-06742a14d4c7" providerId="ADAL" clId="{CE1C8B88-0719-4E4A-B0E4-7DC533AE261F}" dt="2026-04-01T15:59:15.668" v="1796"/>
          <ac:spMkLst>
            <pc:docMk/>
            <pc:sldMk cId="3936763425" sldId="339"/>
            <ac:spMk id="18" creationId="{39102306-BF5D-3FEA-4175-96EB0AB6815C}"/>
          </ac:spMkLst>
        </pc:spChg>
        <pc:grpChg chg="add mod">
          <ac:chgData name="Danh, Hoàng Duy" userId="3a448fcf-317f-4972-a161-06742a14d4c7" providerId="ADAL" clId="{CE1C8B88-0719-4E4A-B0E4-7DC533AE261F}" dt="2026-04-01T15:55:52.810" v="1784"/>
          <ac:grpSpMkLst>
            <pc:docMk/>
            <pc:sldMk cId="3936763425" sldId="339"/>
            <ac:grpSpMk id="14" creationId="{3EE76F61-CEEB-97CF-14DF-15C97BDE81D7}"/>
          </ac:grpSpMkLst>
        </pc:grpChg>
        <pc:graphicFrameChg chg="modGraphic">
          <ac:chgData name="Danh, Hoàng Duy" userId="3a448fcf-317f-4972-a161-06742a14d4c7" providerId="ADAL" clId="{CE1C8B88-0719-4E4A-B0E4-7DC533AE261F}" dt="2026-04-11T03:54:21.455" v="3194" actId="207"/>
          <ac:graphicFrameMkLst>
            <pc:docMk/>
            <pc:sldMk cId="3936763425" sldId="339"/>
            <ac:graphicFrameMk id="6" creationId="{D073D8DB-C883-C389-7EAC-C15574D591B9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11T03:50:09.327" v="3130" actId="207"/>
        <pc:sldMkLst>
          <pc:docMk/>
          <pc:sldMk cId="58909445" sldId="340"/>
        </pc:sldMkLst>
        <pc:spChg chg="mod">
          <ac:chgData name="Danh, Hoàng Duy" userId="3a448fcf-317f-4972-a161-06742a14d4c7" providerId="ADAL" clId="{CE1C8B88-0719-4E4A-B0E4-7DC533AE261F}" dt="2026-04-01T15:34:43.900" v="1438"/>
          <ac:spMkLst>
            <pc:docMk/>
            <pc:sldMk cId="58909445" sldId="340"/>
            <ac:spMk id="10" creationId="{75DFAB2C-BB09-C19F-E30C-902BA329F74A}"/>
          </ac:spMkLst>
        </pc:spChg>
        <pc:spChg chg="add mod">
          <ac:chgData name="Danh, Hoàng Duy" userId="3a448fcf-317f-4972-a161-06742a14d4c7" providerId="ADAL" clId="{CE1C8B88-0719-4E4A-B0E4-7DC533AE261F}" dt="2026-04-01T15:54:39.577" v="1770"/>
          <ac:spMkLst>
            <pc:docMk/>
            <pc:sldMk cId="58909445" sldId="340"/>
            <ac:spMk id="14" creationId="{A9B704BC-C50F-A51D-37CF-73208B3B9665}"/>
          </ac:spMkLst>
        </pc:spChg>
        <pc:spChg chg="mod">
          <ac:chgData name="Danh, Hoàng Duy" userId="3a448fcf-317f-4972-a161-06742a14d4c7" providerId="ADAL" clId="{CE1C8B88-0719-4E4A-B0E4-7DC533AE261F}" dt="2026-04-01T15:54:39.577" v="1770"/>
          <ac:spMkLst>
            <pc:docMk/>
            <pc:sldMk cId="58909445" sldId="340"/>
            <ac:spMk id="16" creationId="{A830E807-78A2-DD67-D27D-84FF75A06500}"/>
          </ac:spMkLst>
        </pc:spChg>
        <pc:spChg chg="mod">
          <ac:chgData name="Danh, Hoàng Duy" userId="3a448fcf-317f-4972-a161-06742a14d4c7" providerId="ADAL" clId="{CE1C8B88-0719-4E4A-B0E4-7DC533AE261F}" dt="2026-04-01T15:54:39.577" v="1770"/>
          <ac:spMkLst>
            <pc:docMk/>
            <pc:sldMk cId="58909445" sldId="340"/>
            <ac:spMk id="17" creationId="{C814C948-25EC-9CB1-0923-98D583C25564}"/>
          </ac:spMkLst>
        </pc:spChg>
        <pc:spChg chg="mod">
          <ac:chgData name="Danh, Hoàng Duy" userId="3a448fcf-317f-4972-a161-06742a14d4c7" providerId="ADAL" clId="{CE1C8B88-0719-4E4A-B0E4-7DC533AE261F}" dt="2026-04-01T15:54:39.577" v="1770"/>
          <ac:spMkLst>
            <pc:docMk/>
            <pc:sldMk cId="58909445" sldId="340"/>
            <ac:spMk id="18" creationId="{688AB95D-3DD4-13A4-896C-B134785EB703}"/>
          </ac:spMkLst>
        </pc:spChg>
        <pc:grpChg chg="add mod">
          <ac:chgData name="Danh, Hoàng Duy" userId="3a448fcf-317f-4972-a161-06742a14d4c7" providerId="ADAL" clId="{CE1C8B88-0719-4E4A-B0E4-7DC533AE261F}" dt="2026-04-01T15:54:39.577" v="1770"/>
          <ac:grpSpMkLst>
            <pc:docMk/>
            <pc:sldMk cId="58909445" sldId="340"/>
            <ac:grpSpMk id="15" creationId="{2BF71B69-EDE4-9D09-74A0-265136798304}"/>
          </ac:grpSpMkLst>
        </pc:grpChg>
        <pc:graphicFrameChg chg="mod modGraphic">
          <ac:chgData name="Danh, Hoàng Duy" userId="3a448fcf-317f-4972-a161-06742a14d4c7" providerId="ADAL" clId="{CE1C8B88-0719-4E4A-B0E4-7DC533AE261F}" dt="2026-04-11T03:50:09.327" v="3130" actId="207"/>
          <ac:graphicFrameMkLst>
            <pc:docMk/>
            <pc:sldMk cId="58909445" sldId="340"/>
            <ac:graphicFrameMk id="6" creationId="{32FD25A8-8EF4-9E0A-B927-E7A3C9B70219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11T03:54:31.993" v="3196" actId="207"/>
        <pc:sldMkLst>
          <pc:docMk/>
          <pc:sldMk cId="249045772" sldId="341"/>
        </pc:sldMkLst>
        <pc:spChg chg="mod">
          <ac:chgData name="Danh, Hoàng Duy" userId="3a448fcf-317f-4972-a161-06742a14d4c7" providerId="ADAL" clId="{CE1C8B88-0719-4E4A-B0E4-7DC533AE261F}" dt="2026-04-01T15:35:49.193" v="1445"/>
          <ac:spMkLst>
            <pc:docMk/>
            <pc:sldMk cId="249045772" sldId="341"/>
            <ac:spMk id="9" creationId="{42779DB1-E193-D7B9-A702-608E337107C7}"/>
          </ac:spMkLst>
        </pc:spChg>
        <pc:spChg chg="add mod">
          <ac:chgData name="Danh, Hoàng Duy" userId="3a448fcf-317f-4972-a161-06742a14d4c7" providerId="ADAL" clId="{CE1C8B88-0719-4E4A-B0E4-7DC533AE261F}" dt="2026-04-01T15:55:56.280" v="1786"/>
          <ac:spMkLst>
            <pc:docMk/>
            <pc:sldMk cId="249045772" sldId="341"/>
            <ac:spMk id="13" creationId="{EF273150-C754-747F-09E9-A7D37B97BF82}"/>
          </ac:spMkLst>
        </pc:spChg>
        <pc:spChg chg="mod">
          <ac:chgData name="Danh, Hoàng Duy" userId="3a448fcf-317f-4972-a161-06742a14d4c7" providerId="ADAL" clId="{CE1C8B88-0719-4E4A-B0E4-7DC533AE261F}" dt="2026-04-01T15:55:56.280" v="1786"/>
          <ac:spMkLst>
            <pc:docMk/>
            <pc:sldMk cId="249045772" sldId="341"/>
            <ac:spMk id="15" creationId="{4938C178-2CD7-A117-8CEC-C6119369CA79}"/>
          </ac:spMkLst>
        </pc:spChg>
        <pc:spChg chg="mod">
          <ac:chgData name="Danh, Hoàng Duy" userId="3a448fcf-317f-4972-a161-06742a14d4c7" providerId="ADAL" clId="{CE1C8B88-0719-4E4A-B0E4-7DC533AE261F}" dt="2026-04-01T15:55:56.280" v="1786"/>
          <ac:spMkLst>
            <pc:docMk/>
            <pc:sldMk cId="249045772" sldId="341"/>
            <ac:spMk id="16" creationId="{3CA4E52F-58AF-97D3-97E7-B734E71AB75B}"/>
          </ac:spMkLst>
        </pc:spChg>
        <pc:spChg chg="mod">
          <ac:chgData name="Danh, Hoàng Duy" userId="3a448fcf-317f-4972-a161-06742a14d4c7" providerId="ADAL" clId="{CE1C8B88-0719-4E4A-B0E4-7DC533AE261F}" dt="2026-04-01T15:55:56.280" v="1786"/>
          <ac:spMkLst>
            <pc:docMk/>
            <pc:sldMk cId="249045772" sldId="341"/>
            <ac:spMk id="17" creationId="{EBE29CC5-2B80-3C04-43FE-E82E7D7CFABD}"/>
          </ac:spMkLst>
        </pc:spChg>
        <pc:spChg chg="add mod">
          <ac:chgData name="Danh, Hoàng Duy" userId="3a448fcf-317f-4972-a161-06742a14d4c7" providerId="ADAL" clId="{CE1C8B88-0719-4E4A-B0E4-7DC533AE261F}" dt="2026-04-01T15:59:18.328" v="1798"/>
          <ac:spMkLst>
            <pc:docMk/>
            <pc:sldMk cId="249045772" sldId="341"/>
            <ac:spMk id="18" creationId="{C87CF5A4-B225-9275-CA49-1F10E9DA30D6}"/>
          </ac:spMkLst>
        </pc:spChg>
        <pc:grpChg chg="add mod">
          <ac:chgData name="Danh, Hoàng Duy" userId="3a448fcf-317f-4972-a161-06742a14d4c7" providerId="ADAL" clId="{CE1C8B88-0719-4E4A-B0E4-7DC533AE261F}" dt="2026-04-01T15:55:56.280" v="1786"/>
          <ac:grpSpMkLst>
            <pc:docMk/>
            <pc:sldMk cId="249045772" sldId="341"/>
            <ac:grpSpMk id="14" creationId="{CCBB50BA-AC53-C2EE-868F-419DA34DDC13}"/>
          </ac:grpSpMkLst>
        </pc:grpChg>
        <pc:graphicFrameChg chg="modGraphic">
          <ac:chgData name="Danh, Hoàng Duy" userId="3a448fcf-317f-4972-a161-06742a14d4c7" providerId="ADAL" clId="{CE1C8B88-0719-4E4A-B0E4-7DC533AE261F}" dt="2026-04-11T03:54:31.993" v="3196" actId="207"/>
          <ac:graphicFrameMkLst>
            <pc:docMk/>
            <pc:sldMk cId="249045772" sldId="341"/>
            <ac:graphicFrameMk id="6" creationId="{66771245-261D-3334-558A-4312DD6B0BD7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01T15:54:41.104" v="1771"/>
        <pc:sldMkLst>
          <pc:docMk/>
          <pc:sldMk cId="3528091376" sldId="342"/>
        </pc:sldMkLst>
        <pc:spChg chg="mod">
          <ac:chgData name="Danh, Hoàng Duy" userId="3a448fcf-317f-4972-a161-06742a14d4c7" providerId="ADAL" clId="{CE1C8B88-0719-4E4A-B0E4-7DC533AE261F}" dt="2026-04-01T15:34:49.260" v="1439"/>
          <ac:spMkLst>
            <pc:docMk/>
            <pc:sldMk cId="3528091376" sldId="342"/>
            <ac:spMk id="10" creationId="{17EA664F-40E7-3400-FF4C-B2892B56FADD}"/>
          </ac:spMkLst>
        </pc:spChg>
        <pc:spChg chg="add mod">
          <ac:chgData name="Danh, Hoàng Duy" userId="3a448fcf-317f-4972-a161-06742a14d4c7" providerId="ADAL" clId="{CE1C8B88-0719-4E4A-B0E4-7DC533AE261F}" dt="2026-04-01T15:54:41.104" v="1771"/>
          <ac:spMkLst>
            <pc:docMk/>
            <pc:sldMk cId="3528091376" sldId="342"/>
            <ac:spMk id="14" creationId="{E753A250-6969-19C3-866A-B0C6F67F963D}"/>
          </ac:spMkLst>
        </pc:spChg>
        <pc:spChg chg="mod">
          <ac:chgData name="Danh, Hoàng Duy" userId="3a448fcf-317f-4972-a161-06742a14d4c7" providerId="ADAL" clId="{CE1C8B88-0719-4E4A-B0E4-7DC533AE261F}" dt="2026-04-01T15:54:41.104" v="1771"/>
          <ac:spMkLst>
            <pc:docMk/>
            <pc:sldMk cId="3528091376" sldId="342"/>
            <ac:spMk id="16" creationId="{832F9FA0-12AB-D846-F243-E3E4535814CD}"/>
          </ac:spMkLst>
        </pc:spChg>
        <pc:spChg chg="mod">
          <ac:chgData name="Danh, Hoàng Duy" userId="3a448fcf-317f-4972-a161-06742a14d4c7" providerId="ADAL" clId="{CE1C8B88-0719-4E4A-B0E4-7DC533AE261F}" dt="2026-04-01T15:54:41.104" v="1771"/>
          <ac:spMkLst>
            <pc:docMk/>
            <pc:sldMk cId="3528091376" sldId="342"/>
            <ac:spMk id="17" creationId="{D14F9CDB-EC31-FA43-9E8B-EEBE18457318}"/>
          </ac:spMkLst>
        </pc:spChg>
        <pc:spChg chg="mod">
          <ac:chgData name="Danh, Hoàng Duy" userId="3a448fcf-317f-4972-a161-06742a14d4c7" providerId="ADAL" clId="{CE1C8B88-0719-4E4A-B0E4-7DC533AE261F}" dt="2026-04-01T15:54:41.104" v="1771"/>
          <ac:spMkLst>
            <pc:docMk/>
            <pc:sldMk cId="3528091376" sldId="342"/>
            <ac:spMk id="18" creationId="{7A8B0EE4-BB4C-912D-AFAE-ED5D80D41F85}"/>
          </ac:spMkLst>
        </pc:spChg>
        <pc:grpChg chg="add mod">
          <ac:chgData name="Danh, Hoàng Duy" userId="3a448fcf-317f-4972-a161-06742a14d4c7" providerId="ADAL" clId="{CE1C8B88-0719-4E4A-B0E4-7DC533AE261F}" dt="2026-04-01T15:54:41.104" v="1771"/>
          <ac:grpSpMkLst>
            <pc:docMk/>
            <pc:sldMk cId="3528091376" sldId="342"/>
            <ac:grpSpMk id="15" creationId="{F2BC2365-96BC-F2F5-5587-638FF782E966}"/>
          </ac:grpSpMkLst>
        </pc:grpChg>
      </pc:sldChg>
      <pc:sldChg chg="addSp delSp modSp mod">
        <pc:chgData name="Danh, Hoàng Duy" userId="3a448fcf-317f-4972-a161-06742a14d4c7" providerId="ADAL" clId="{CE1C8B88-0719-4E4A-B0E4-7DC533AE261F}" dt="2026-04-01T15:59:21.333" v="1800"/>
        <pc:sldMkLst>
          <pc:docMk/>
          <pc:sldMk cId="3558281782" sldId="343"/>
        </pc:sldMkLst>
        <pc:spChg chg="mod">
          <ac:chgData name="Danh, Hoàng Duy" userId="3a448fcf-317f-4972-a161-06742a14d4c7" providerId="ADAL" clId="{CE1C8B88-0719-4E4A-B0E4-7DC533AE261F}" dt="2026-04-01T15:35:55.864" v="1446"/>
          <ac:spMkLst>
            <pc:docMk/>
            <pc:sldMk cId="3558281782" sldId="343"/>
            <ac:spMk id="9" creationId="{52E9B20F-AD1A-4938-74CB-08BC33C66B80}"/>
          </ac:spMkLst>
        </pc:spChg>
        <pc:spChg chg="add mod">
          <ac:chgData name="Danh, Hoàng Duy" userId="3a448fcf-317f-4972-a161-06742a14d4c7" providerId="ADAL" clId="{CE1C8B88-0719-4E4A-B0E4-7DC533AE261F}" dt="2026-04-01T15:55:57.897" v="1787"/>
          <ac:spMkLst>
            <pc:docMk/>
            <pc:sldMk cId="3558281782" sldId="343"/>
            <ac:spMk id="13" creationId="{834364B1-2F31-9B19-23E5-1477C947716F}"/>
          </ac:spMkLst>
        </pc:spChg>
        <pc:spChg chg="mod">
          <ac:chgData name="Danh, Hoàng Duy" userId="3a448fcf-317f-4972-a161-06742a14d4c7" providerId="ADAL" clId="{CE1C8B88-0719-4E4A-B0E4-7DC533AE261F}" dt="2026-04-01T15:55:57.897" v="1787"/>
          <ac:spMkLst>
            <pc:docMk/>
            <pc:sldMk cId="3558281782" sldId="343"/>
            <ac:spMk id="15" creationId="{D4FA20E9-AD07-BA52-5D0C-1107CBD24432}"/>
          </ac:spMkLst>
        </pc:spChg>
        <pc:spChg chg="mod">
          <ac:chgData name="Danh, Hoàng Duy" userId="3a448fcf-317f-4972-a161-06742a14d4c7" providerId="ADAL" clId="{CE1C8B88-0719-4E4A-B0E4-7DC533AE261F}" dt="2026-04-01T15:55:57.897" v="1787"/>
          <ac:spMkLst>
            <pc:docMk/>
            <pc:sldMk cId="3558281782" sldId="343"/>
            <ac:spMk id="16" creationId="{99D0B21C-EBFC-6F72-502E-1B01EF2FA64E}"/>
          </ac:spMkLst>
        </pc:spChg>
        <pc:spChg chg="mod">
          <ac:chgData name="Danh, Hoàng Duy" userId="3a448fcf-317f-4972-a161-06742a14d4c7" providerId="ADAL" clId="{CE1C8B88-0719-4E4A-B0E4-7DC533AE261F}" dt="2026-04-01T15:55:57.897" v="1787"/>
          <ac:spMkLst>
            <pc:docMk/>
            <pc:sldMk cId="3558281782" sldId="343"/>
            <ac:spMk id="17" creationId="{25CE996C-8399-2EE0-5C42-5C25168843AE}"/>
          </ac:spMkLst>
        </pc:spChg>
        <pc:spChg chg="add mod">
          <ac:chgData name="Danh, Hoàng Duy" userId="3a448fcf-317f-4972-a161-06742a14d4c7" providerId="ADAL" clId="{CE1C8B88-0719-4E4A-B0E4-7DC533AE261F}" dt="2026-04-01T15:59:21.333" v="1800"/>
          <ac:spMkLst>
            <pc:docMk/>
            <pc:sldMk cId="3558281782" sldId="343"/>
            <ac:spMk id="18" creationId="{1F4142D0-9F65-F183-B2D6-A753F37F59BD}"/>
          </ac:spMkLst>
        </pc:spChg>
        <pc:grpChg chg="add mod">
          <ac:chgData name="Danh, Hoàng Duy" userId="3a448fcf-317f-4972-a161-06742a14d4c7" providerId="ADAL" clId="{CE1C8B88-0719-4E4A-B0E4-7DC533AE261F}" dt="2026-04-01T15:55:57.897" v="1787"/>
          <ac:grpSpMkLst>
            <pc:docMk/>
            <pc:sldMk cId="3558281782" sldId="343"/>
            <ac:grpSpMk id="14" creationId="{860B3644-102E-12C9-36B2-F31DE6A04144}"/>
          </ac:grpSpMkLst>
        </pc:grpChg>
      </pc:sldChg>
      <pc:sldChg chg="addSp delSp modSp add mod">
        <pc:chgData name="Danh, Hoàng Duy" userId="3a448fcf-317f-4972-a161-06742a14d4c7" providerId="ADAL" clId="{CE1C8B88-0719-4E4A-B0E4-7DC533AE261F}" dt="2026-04-11T03:17:43.884" v="2714" actId="207"/>
        <pc:sldMkLst>
          <pc:docMk/>
          <pc:sldMk cId="964627079" sldId="344"/>
        </pc:sldMkLst>
        <pc:spChg chg="add mod">
          <ac:chgData name="Danh, Hoàng Duy" userId="3a448fcf-317f-4972-a161-06742a14d4c7" providerId="ADAL" clId="{CE1C8B88-0719-4E4A-B0E4-7DC533AE261F}" dt="2026-04-01T14:43:48.558" v="620"/>
          <ac:spMkLst>
            <pc:docMk/>
            <pc:sldMk cId="964627079" sldId="344"/>
            <ac:spMk id="2" creationId="{E6E196E1-D535-9C9B-C189-206B6563A4D3}"/>
          </ac:spMkLst>
        </pc:spChg>
        <pc:spChg chg="mod">
          <ac:chgData name="Danh, Hoàng Duy" userId="3a448fcf-317f-4972-a161-06742a14d4c7" providerId="ADAL" clId="{CE1C8B88-0719-4E4A-B0E4-7DC533AE261F}" dt="2026-04-01T14:57:39.656" v="802"/>
          <ac:spMkLst>
            <pc:docMk/>
            <pc:sldMk cId="964627079" sldId="344"/>
            <ac:spMk id="15" creationId="{D37D3B44-2803-7689-5A82-24097A7996FF}"/>
          </ac:spMkLst>
        </pc:spChg>
        <pc:spChg chg="mod">
          <ac:chgData name="Danh, Hoàng Duy" userId="3a448fcf-317f-4972-a161-06742a14d4c7" providerId="ADAL" clId="{CE1C8B88-0719-4E4A-B0E4-7DC533AE261F}" dt="2026-04-01T14:43:48.558" v="620"/>
          <ac:spMkLst>
            <pc:docMk/>
            <pc:sldMk cId="964627079" sldId="344"/>
            <ac:spMk id="16" creationId="{351C74D6-AE29-6930-9549-4A8D947716CD}"/>
          </ac:spMkLst>
        </pc:spChg>
        <pc:spChg chg="mod">
          <ac:chgData name="Danh, Hoàng Duy" userId="3a448fcf-317f-4972-a161-06742a14d4c7" providerId="ADAL" clId="{CE1C8B88-0719-4E4A-B0E4-7DC533AE261F}" dt="2026-04-01T14:45:31.888" v="633" actId="207"/>
          <ac:spMkLst>
            <pc:docMk/>
            <pc:sldMk cId="964627079" sldId="344"/>
            <ac:spMk id="17" creationId="{C9E94281-0C96-17E0-3C69-EF19685F673A}"/>
          </ac:spMkLst>
        </pc:spChg>
        <pc:grpChg chg="add mod">
          <ac:chgData name="Danh, Hoàng Duy" userId="3a448fcf-317f-4972-a161-06742a14d4c7" providerId="ADAL" clId="{CE1C8B88-0719-4E4A-B0E4-7DC533AE261F}" dt="2026-04-01T14:43:48.558" v="620"/>
          <ac:grpSpMkLst>
            <pc:docMk/>
            <pc:sldMk cId="964627079" sldId="344"/>
            <ac:grpSpMk id="9" creationId="{615F6639-1557-72CE-0046-0F4880495932}"/>
          </ac:grpSpMkLst>
        </pc:grpChg>
        <pc:graphicFrameChg chg="mod modGraphic">
          <ac:chgData name="Danh, Hoàng Duy" userId="3a448fcf-317f-4972-a161-06742a14d4c7" providerId="ADAL" clId="{CE1C8B88-0719-4E4A-B0E4-7DC533AE261F}" dt="2026-04-11T03:17:43.884" v="2714" actId="207"/>
          <ac:graphicFrameMkLst>
            <pc:docMk/>
            <pc:sldMk cId="964627079" sldId="344"/>
            <ac:graphicFrameMk id="6" creationId="{23A78EAA-968B-6534-8310-1BF874153396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4-11T03:06:51.571" v="2658" actId="207"/>
        <pc:sldMkLst>
          <pc:docMk/>
          <pc:sldMk cId="909327708" sldId="348"/>
        </pc:sldMkLst>
        <pc:spChg chg="add mod">
          <ac:chgData name="Danh, Hoàng Duy" userId="3a448fcf-317f-4972-a161-06742a14d4c7" providerId="ADAL" clId="{CE1C8B88-0719-4E4A-B0E4-7DC533AE261F}" dt="2026-04-01T14:43:41.921" v="615"/>
          <ac:spMkLst>
            <pc:docMk/>
            <pc:sldMk cId="909327708" sldId="348"/>
            <ac:spMk id="2" creationId="{BA9D085C-10AA-2774-E630-CEF2C84F1833}"/>
          </ac:spMkLst>
        </pc:spChg>
        <pc:spChg chg="add del mod">
          <ac:chgData name="Danh, Hoàng Duy" userId="3a448fcf-317f-4972-a161-06742a14d4c7" providerId="ADAL" clId="{CE1C8B88-0719-4E4A-B0E4-7DC533AE261F}" dt="2026-04-11T02:58:57.395" v="2573" actId="478"/>
          <ac:spMkLst>
            <pc:docMk/>
            <pc:sldMk cId="909327708" sldId="348"/>
            <ac:spMk id="4" creationId="{205D380D-026A-F493-9511-454B419E99C1}"/>
          </ac:spMkLst>
        </pc:spChg>
        <pc:spChg chg="mod">
          <ac:chgData name="Danh, Hoàng Duy" userId="3a448fcf-317f-4972-a161-06742a14d4c7" providerId="ADAL" clId="{CE1C8B88-0719-4E4A-B0E4-7DC533AE261F}" dt="2026-04-01T15:32:31.123" v="1428"/>
          <ac:spMkLst>
            <pc:docMk/>
            <pc:sldMk cId="909327708" sldId="348"/>
            <ac:spMk id="11" creationId="{0FB51D08-1AB2-9E59-8B23-7AC389A144C8}"/>
          </ac:spMkLst>
        </pc:spChg>
        <pc:spChg chg="mod">
          <ac:chgData name="Danh, Hoàng Duy" userId="3a448fcf-317f-4972-a161-06742a14d4c7" providerId="ADAL" clId="{CE1C8B88-0719-4E4A-B0E4-7DC533AE261F}" dt="2026-04-01T15:21:34.935" v="1337"/>
          <ac:spMkLst>
            <pc:docMk/>
            <pc:sldMk cId="909327708" sldId="348"/>
            <ac:spMk id="15" creationId="{420AEAEC-9479-3908-34B3-669579535F44}"/>
          </ac:spMkLst>
        </pc:spChg>
        <pc:spChg chg="mod">
          <ac:chgData name="Danh, Hoàng Duy" userId="3a448fcf-317f-4972-a161-06742a14d4c7" providerId="ADAL" clId="{CE1C8B88-0719-4E4A-B0E4-7DC533AE261F}" dt="2026-04-01T14:43:41.921" v="615"/>
          <ac:spMkLst>
            <pc:docMk/>
            <pc:sldMk cId="909327708" sldId="348"/>
            <ac:spMk id="16" creationId="{6CD9260F-AC9F-8F76-38D9-3E6E639B9E56}"/>
          </ac:spMkLst>
        </pc:spChg>
        <pc:spChg chg="mod">
          <ac:chgData name="Danh, Hoàng Duy" userId="3a448fcf-317f-4972-a161-06742a14d4c7" providerId="ADAL" clId="{CE1C8B88-0719-4E4A-B0E4-7DC533AE261F}" dt="2026-04-01T14:43:41.921" v="615"/>
          <ac:spMkLst>
            <pc:docMk/>
            <pc:sldMk cId="909327708" sldId="348"/>
            <ac:spMk id="17" creationId="{537A39D8-B1F3-7822-2890-7FC1D47D304B}"/>
          </ac:spMkLst>
        </pc:spChg>
        <pc:spChg chg="add del mod topLvl">
          <ac:chgData name="Danh, Hoàng Duy" userId="3a448fcf-317f-4972-a161-06742a14d4c7" providerId="ADAL" clId="{CE1C8B88-0719-4E4A-B0E4-7DC533AE261F}" dt="2026-04-11T02:59:03.365" v="2574" actId="478"/>
          <ac:spMkLst>
            <pc:docMk/>
            <pc:sldMk cId="909327708" sldId="348"/>
            <ac:spMk id="19" creationId="{CCFD1853-DC27-F7C6-84C2-1A5048F0F6CF}"/>
          </ac:spMkLst>
        </pc:spChg>
        <pc:grpChg chg="add mod">
          <ac:chgData name="Danh, Hoàng Duy" userId="3a448fcf-317f-4972-a161-06742a14d4c7" providerId="ADAL" clId="{CE1C8B88-0719-4E4A-B0E4-7DC533AE261F}" dt="2026-04-01T14:43:41.921" v="615"/>
          <ac:grpSpMkLst>
            <pc:docMk/>
            <pc:sldMk cId="909327708" sldId="348"/>
            <ac:grpSpMk id="9" creationId="{F79F35FF-93E0-A77C-452D-A65829DADA16}"/>
          </ac:grpSpMkLst>
        </pc:grpChg>
        <pc:grpChg chg="add del mod">
          <ac:chgData name="Danh, Hoàng Duy" userId="3a448fcf-317f-4972-a161-06742a14d4c7" providerId="ADAL" clId="{CE1C8B88-0719-4E4A-B0E4-7DC533AE261F}" dt="2026-04-11T02:59:05.379" v="2575" actId="478"/>
          <ac:grpSpMkLst>
            <pc:docMk/>
            <pc:sldMk cId="909327708" sldId="348"/>
            <ac:grpSpMk id="22" creationId="{DE2C9EFD-9D98-90BF-4E5A-7151F434DB09}"/>
          </ac:grpSpMkLst>
        </pc:grpChg>
        <pc:graphicFrameChg chg="mod modGraphic">
          <ac:chgData name="Danh, Hoàng Duy" userId="3a448fcf-317f-4972-a161-06742a14d4c7" providerId="ADAL" clId="{CE1C8B88-0719-4E4A-B0E4-7DC533AE261F}" dt="2026-04-11T03:06:51.571" v="2658" actId="207"/>
          <ac:graphicFrameMkLst>
            <pc:docMk/>
            <pc:sldMk cId="909327708" sldId="348"/>
            <ac:graphicFrameMk id="6" creationId="{200A5A28-4EFF-5082-DF03-B3283FC9BAA7}"/>
          </ac:graphicFrameMkLst>
        </pc:graphicFrameChg>
        <pc:picChg chg="mod">
          <ac:chgData name="Danh, Hoàng Duy" userId="3a448fcf-317f-4972-a161-06742a14d4c7" providerId="ADAL" clId="{CE1C8B88-0719-4E4A-B0E4-7DC533AE261F}" dt="2026-04-02T07:42:26.327" v="2520"/>
          <ac:picMkLst>
            <pc:docMk/>
            <pc:sldMk cId="909327708" sldId="348"/>
            <ac:picMk id="5" creationId="{869AFD60-C0A8-E908-FF0B-400BA4222587}"/>
          </ac:picMkLst>
        </pc:picChg>
        <pc:picChg chg="mod">
          <ac:chgData name="Danh, Hoàng Duy" userId="3a448fcf-317f-4972-a161-06742a14d4c7" providerId="ADAL" clId="{CE1C8B88-0719-4E4A-B0E4-7DC533AE261F}" dt="2026-04-02T07:42:33.225" v="2521"/>
          <ac:picMkLst>
            <pc:docMk/>
            <pc:sldMk cId="909327708" sldId="348"/>
            <ac:picMk id="7" creationId="{EE6BF390-1E87-50E0-9669-4CF0D2A80717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1T03:00:38.246" v="2592"/>
        <pc:sldMkLst>
          <pc:docMk/>
          <pc:sldMk cId="3171907701" sldId="349"/>
        </pc:sldMkLst>
        <pc:spChg chg="add mod">
          <ac:chgData name="Danh, Hoàng Duy" userId="3a448fcf-317f-4972-a161-06742a14d4c7" providerId="ADAL" clId="{CE1C8B88-0719-4E4A-B0E4-7DC533AE261F}" dt="2026-04-01T14:43:43.474" v="616"/>
          <ac:spMkLst>
            <pc:docMk/>
            <pc:sldMk cId="3171907701" sldId="349"/>
            <ac:spMk id="3" creationId="{DD4C7226-C64E-80E2-2701-F1AB9E815F9D}"/>
          </ac:spMkLst>
        </pc:spChg>
        <pc:spChg chg="mod">
          <ac:chgData name="Danh, Hoàng Duy" userId="3a448fcf-317f-4972-a161-06742a14d4c7" providerId="ADAL" clId="{CE1C8B88-0719-4E4A-B0E4-7DC533AE261F}" dt="2026-04-01T15:21:42.992" v="1338"/>
          <ac:spMkLst>
            <pc:docMk/>
            <pc:sldMk cId="3171907701" sldId="349"/>
            <ac:spMk id="8" creationId="{8CAA0E14-8AC1-DBA6-33BB-54C44FB66E56}"/>
          </ac:spMkLst>
        </pc:spChg>
        <pc:spChg chg="mod">
          <ac:chgData name="Danh, Hoàng Duy" userId="3a448fcf-317f-4972-a161-06742a14d4c7" providerId="ADAL" clId="{CE1C8B88-0719-4E4A-B0E4-7DC533AE261F}" dt="2026-04-01T14:43:43.474" v="616"/>
          <ac:spMkLst>
            <pc:docMk/>
            <pc:sldMk cId="3171907701" sldId="349"/>
            <ac:spMk id="9" creationId="{0E912F1F-C39C-1BD2-BFA8-E66E48C5692E}"/>
          </ac:spMkLst>
        </pc:spChg>
        <pc:spChg chg="mod">
          <ac:chgData name="Danh, Hoàng Duy" userId="3a448fcf-317f-4972-a161-06742a14d4c7" providerId="ADAL" clId="{CE1C8B88-0719-4E4A-B0E4-7DC533AE261F}" dt="2026-04-01T15:32:43.802" v="1429"/>
          <ac:spMkLst>
            <pc:docMk/>
            <pc:sldMk cId="3171907701" sldId="349"/>
            <ac:spMk id="12" creationId="{25F5AEA5-2E63-31AA-1382-2DF990147226}"/>
          </ac:spMkLst>
        </pc:spChg>
        <pc:spChg chg="mod">
          <ac:chgData name="Danh, Hoàng Duy" userId="3a448fcf-317f-4972-a161-06742a14d4c7" providerId="ADAL" clId="{CE1C8B88-0719-4E4A-B0E4-7DC533AE261F}" dt="2026-04-01T14:43:43.474" v="616"/>
          <ac:spMkLst>
            <pc:docMk/>
            <pc:sldMk cId="3171907701" sldId="349"/>
            <ac:spMk id="13" creationId="{29E6193C-FC33-F30C-B4B4-F2CC9C899357}"/>
          </ac:spMkLst>
        </pc:spChg>
        <pc:grpChg chg="add mod">
          <ac:chgData name="Danh, Hoàng Duy" userId="3a448fcf-317f-4972-a161-06742a14d4c7" providerId="ADAL" clId="{CE1C8B88-0719-4E4A-B0E4-7DC533AE261F}" dt="2026-04-01T14:43:43.474" v="616"/>
          <ac:grpSpMkLst>
            <pc:docMk/>
            <pc:sldMk cId="3171907701" sldId="349"/>
            <ac:grpSpMk id="7" creationId="{86F6BD3C-D031-57BB-8ACA-0F746CAE8CE3}"/>
          </ac:grpSpMkLst>
        </pc:grpChg>
        <pc:graphicFrameChg chg="mod modGraphic">
          <ac:chgData name="Danh, Hoàng Duy" userId="3a448fcf-317f-4972-a161-06742a14d4c7" providerId="ADAL" clId="{CE1C8B88-0719-4E4A-B0E4-7DC533AE261F}" dt="2026-04-11T03:00:38.246" v="2592"/>
          <ac:graphicFrameMkLst>
            <pc:docMk/>
            <pc:sldMk cId="3171907701" sldId="349"/>
            <ac:graphicFrameMk id="6" creationId="{A774D7D6-0377-C252-64D2-099F2EC05C81}"/>
          </ac:graphicFrameMkLst>
        </pc:graphicFrameChg>
        <pc:picChg chg="mod">
          <ac:chgData name="Danh, Hoàng Duy" userId="3a448fcf-317f-4972-a161-06742a14d4c7" providerId="ADAL" clId="{CE1C8B88-0719-4E4A-B0E4-7DC533AE261F}" dt="2026-04-02T07:43:18.984" v="2522"/>
          <ac:picMkLst>
            <pc:docMk/>
            <pc:sldMk cId="3171907701" sldId="349"/>
            <ac:picMk id="4" creationId="{9F8E5DD6-31F0-B4B2-DBC6-57D1FD10876B}"/>
          </ac:picMkLst>
        </pc:picChg>
        <pc:picChg chg="mod">
          <ac:chgData name="Danh, Hoàng Duy" userId="3a448fcf-317f-4972-a161-06742a14d4c7" providerId="ADAL" clId="{CE1C8B88-0719-4E4A-B0E4-7DC533AE261F}" dt="2026-04-02T07:43:27.615" v="2525"/>
          <ac:picMkLst>
            <pc:docMk/>
            <pc:sldMk cId="3171907701" sldId="349"/>
            <ac:picMk id="5" creationId="{CD04058A-3CB4-5604-0A6C-495FC7FCA8EE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02T07:48:12.102" v="2539"/>
        <pc:sldMkLst>
          <pc:docMk/>
          <pc:sldMk cId="799217579" sldId="350"/>
        </pc:sldMkLst>
        <pc:spChg chg="mod">
          <ac:chgData name="Danh, Hoàng Duy" userId="3a448fcf-317f-4972-a161-06742a14d4c7" providerId="ADAL" clId="{CE1C8B88-0719-4E4A-B0E4-7DC533AE261F}" dt="2026-04-01T15:32:49.301" v="1430"/>
          <ac:spMkLst>
            <pc:docMk/>
            <pc:sldMk cId="799217579" sldId="350"/>
            <ac:spMk id="7" creationId="{A0C162EF-3C59-8076-0E5E-42F3DCD7780B}"/>
          </ac:spMkLst>
        </pc:spChg>
        <pc:spChg chg="add mod">
          <ac:chgData name="Danh, Hoàng Duy" userId="3a448fcf-317f-4972-a161-06742a14d4c7" providerId="ADAL" clId="{CE1C8B88-0719-4E4A-B0E4-7DC533AE261F}" dt="2026-04-01T14:43:44.566" v="617"/>
          <ac:spMkLst>
            <pc:docMk/>
            <pc:sldMk cId="799217579" sldId="350"/>
            <ac:spMk id="12" creationId="{A9A43280-BB3B-AC4A-F97F-CFB37A9B16A6}"/>
          </ac:spMkLst>
        </pc:spChg>
        <pc:spChg chg="mod">
          <ac:chgData name="Danh, Hoàng Duy" userId="3a448fcf-317f-4972-a161-06742a14d4c7" providerId="ADAL" clId="{CE1C8B88-0719-4E4A-B0E4-7DC533AE261F}" dt="2026-04-01T15:21:48.553" v="1339"/>
          <ac:spMkLst>
            <pc:docMk/>
            <pc:sldMk cId="799217579" sldId="350"/>
            <ac:spMk id="16" creationId="{D0C86357-9EF4-084C-556A-11A85FA7A5F4}"/>
          </ac:spMkLst>
        </pc:spChg>
        <pc:spChg chg="mod">
          <ac:chgData name="Danh, Hoàng Duy" userId="3a448fcf-317f-4972-a161-06742a14d4c7" providerId="ADAL" clId="{CE1C8B88-0719-4E4A-B0E4-7DC533AE261F}" dt="2026-04-01T14:43:44.566" v="617"/>
          <ac:spMkLst>
            <pc:docMk/>
            <pc:sldMk cId="799217579" sldId="350"/>
            <ac:spMk id="17" creationId="{03650318-17BF-3FE6-E075-82CAD049B77F}"/>
          </ac:spMkLst>
        </pc:spChg>
        <pc:spChg chg="mod">
          <ac:chgData name="Danh, Hoàng Duy" userId="3a448fcf-317f-4972-a161-06742a14d4c7" providerId="ADAL" clId="{CE1C8B88-0719-4E4A-B0E4-7DC533AE261F}" dt="2026-04-01T14:43:44.566" v="617"/>
          <ac:spMkLst>
            <pc:docMk/>
            <pc:sldMk cId="799217579" sldId="350"/>
            <ac:spMk id="18" creationId="{EEE3A19D-0964-8E6D-EC98-6F7617224E6C}"/>
          </ac:spMkLst>
        </pc:spChg>
        <pc:grpChg chg="add mod">
          <ac:chgData name="Danh, Hoàng Duy" userId="3a448fcf-317f-4972-a161-06742a14d4c7" providerId="ADAL" clId="{CE1C8B88-0719-4E4A-B0E4-7DC533AE261F}" dt="2026-04-01T14:43:44.566" v="617"/>
          <ac:grpSpMkLst>
            <pc:docMk/>
            <pc:sldMk cId="799217579" sldId="350"/>
            <ac:grpSpMk id="13" creationId="{53884057-058C-949C-33D6-3F41A464BF47}"/>
          </ac:grpSpMkLst>
        </pc:grpChg>
        <pc:graphicFrameChg chg="mod modGraphic">
          <ac:chgData name="Danh, Hoàng Duy" userId="3a448fcf-317f-4972-a161-06742a14d4c7" providerId="ADAL" clId="{CE1C8B88-0719-4E4A-B0E4-7DC533AE261F}" dt="2026-04-02T07:05:42.572" v="2255"/>
          <ac:graphicFrameMkLst>
            <pc:docMk/>
            <pc:sldMk cId="799217579" sldId="350"/>
            <ac:graphicFrameMk id="6" creationId="{3CBC6DAB-30A3-8D60-C48F-E9552D295150}"/>
          </ac:graphicFrameMkLst>
        </pc:graphicFrameChg>
        <pc:picChg chg="mod">
          <ac:chgData name="Danh, Hoàng Duy" userId="3a448fcf-317f-4972-a161-06742a14d4c7" providerId="ADAL" clId="{CE1C8B88-0719-4E4A-B0E4-7DC533AE261F}" dt="2026-04-02T07:48:12.102" v="2539"/>
          <ac:picMkLst>
            <pc:docMk/>
            <pc:sldMk cId="799217579" sldId="350"/>
            <ac:picMk id="2" creationId="{880CFBA1-0FF3-8BA7-3A25-2795E8252F28}"/>
          </ac:picMkLst>
        </pc:picChg>
        <pc:picChg chg="mod">
          <ac:chgData name="Danh, Hoàng Duy" userId="3a448fcf-317f-4972-a161-06742a14d4c7" providerId="ADAL" clId="{CE1C8B88-0719-4E4A-B0E4-7DC533AE261F}" dt="2026-04-02T07:44:17.377" v="2529"/>
          <ac:picMkLst>
            <pc:docMk/>
            <pc:sldMk cId="799217579" sldId="350"/>
            <ac:picMk id="9" creationId="{7CF33F68-7E32-7168-F21D-FF6CAC783689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02T07:45:17.023" v="2531"/>
        <pc:sldMkLst>
          <pc:docMk/>
          <pc:sldMk cId="15153058" sldId="351"/>
        </pc:sldMkLst>
        <pc:spChg chg="mod">
          <ac:chgData name="Danh, Hoàng Duy" userId="3a448fcf-317f-4972-a161-06742a14d4c7" providerId="ADAL" clId="{CE1C8B88-0719-4E4A-B0E4-7DC533AE261F}" dt="2026-04-01T15:32:57.844" v="1431"/>
          <ac:spMkLst>
            <pc:docMk/>
            <pc:sldMk cId="15153058" sldId="351"/>
            <ac:spMk id="7" creationId="{8C44CBDE-C05C-31F8-1B5B-43F8C5E962A0}"/>
          </ac:spMkLst>
        </pc:spChg>
        <pc:spChg chg="add mod">
          <ac:chgData name="Danh, Hoàng Duy" userId="3a448fcf-317f-4972-a161-06742a14d4c7" providerId="ADAL" clId="{CE1C8B88-0719-4E4A-B0E4-7DC533AE261F}" dt="2026-04-01T14:43:45.813" v="618"/>
          <ac:spMkLst>
            <pc:docMk/>
            <pc:sldMk cId="15153058" sldId="351"/>
            <ac:spMk id="12" creationId="{6CE11472-4643-DE80-EF51-A8566AAF6D61}"/>
          </ac:spMkLst>
        </pc:spChg>
        <pc:spChg chg="mod">
          <ac:chgData name="Danh, Hoàng Duy" userId="3a448fcf-317f-4972-a161-06742a14d4c7" providerId="ADAL" clId="{CE1C8B88-0719-4E4A-B0E4-7DC533AE261F}" dt="2026-04-01T15:21:54.400" v="1340"/>
          <ac:spMkLst>
            <pc:docMk/>
            <pc:sldMk cId="15153058" sldId="351"/>
            <ac:spMk id="16" creationId="{1E353448-69E1-E596-4A1F-7A12279D8B01}"/>
          </ac:spMkLst>
        </pc:spChg>
        <pc:spChg chg="mod">
          <ac:chgData name="Danh, Hoàng Duy" userId="3a448fcf-317f-4972-a161-06742a14d4c7" providerId="ADAL" clId="{CE1C8B88-0719-4E4A-B0E4-7DC533AE261F}" dt="2026-04-01T14:43:45.813" v="618"/>
          <ac:spMkLst>
            <pc:docMk/>
            <pc:sldMk cId="15153058" sldId="351"/>
            <ac:spMk id="17" creationId="{F7DDE789-8506-456A-B281-F1C8996F74B7}"/>
          </ac:spMkLst>
        </pc:spChg>
        <pc:spChg chg="mod">
          <ac:chgData name="Danh, Hoàng Duy" userId="3a448fcf-317f-4972-a161-06742a14d4c7" providerId="ADAL" clId="{CE1C8B88-0719-4E4A-B0E4-7DC533AE261F}" dt="2026-04-01T14:43:45.813" v="618"/>
          <ac:spMkLst>
            <pc:docMk/>
            <pc:sldMk cId="15153058" sldId="351"/>
            <ac:spMk id="18" creationId="{4C80F60C-A136-5819-4463-1EA9CEFE566A}"/>
          </ac:spMkLst>
        </pc:spChg>
        <pc:grpChg chg="add mod">
          <ac:chgData name="Danh, Hoàng Duy" userId="3a448fcf-317f-4972-a161-06742a14d4c7" providerId="ADAL" clId="{CE1C8B88-0719-4E4A-B0E4-7DC533AE261F}" dt="2026-04-01T14:43:45.813" v="618"/>
          <ac:grpSpMkLst>
            <pc:docMk/>
            <pc:sldMk cId="15153058" sldId="351"/>
            <ac:grpSpMk id="13" creationId="{571DB06A-91EC-63DF-FBFC-4D47758BEE7F}"/>
          </ac:grpSpMkLst>
        </pc:grpChg>
        <pc:graphicFrameChg chg="mod modGraphic">
          <ac:chgData name="Danh, Hoàng Duy" userId="3a448fcf-317f-4972-a161-06742a14d4c7" providerId="ADAL" clId="{CE1C8B88-0719-4E4A-B0E4-7DC533AE261F}" dt="2026-04-02T07:07:49.168" v="2258"/>
          <ac:graphicFrameMkLst>
            <pc:docMk/>
            <pc:sldMk cId="15153058" sldId="351"/>
            <ac:graphicFrameMk id="6" creationId="{C88599F7-1890-CBB0-33A5-BC48E31F391B}"/>
          </ac:graphicFrameMkLst>
        </pc:graphicFrameChg>
        <pc:picChg chg="mod">
          <ac:chgData name="Danh, Hoàng Duy" userId="3a448fcf-317f-4972-a161-06742a14d4c7" providerId="ADAL" clId="{CE1C8B88-0719-4E4A-B0E4-7DC533AE261F}" dt="2026-04-02T07:45:09.824" v="2530"/>
          <ac:picMkLst>
            <pc:docMk/>
            <pc:sldMk cId="15153058" sldId="351"/>
            <ac:picMk id="2" creationId="{A01DD38A-B9C0-9516-EDED-D895BC958AB6}"/>
          </ac:picMkLst>
        </pc:picChg>
        <pc:picChg chg="mod">
          <ac:chgData name="Danh, Hoàng Duy" userId="3a448fcf-317f-4972-a161-06742a14d4c7" providerId="ADAL" clId="{CE1C8B88-0719-4E4A-B0E4-7DC533AE261F}" dt="2026-04-02T07:45:17.023" v="2531"/>
          <ac:picMkLst>
            <pc:docMk/>
            <pc:sldMk cId="15153058" sldId="351"/>
            <ac:picMk id="9" creationId="{29D28EAC-94BF-38AD-00F0-1EB14A0320E2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02T07:45:52.757" v="2533"/>
        <pc:sldMkLst>
          <pc:docMk/>
          <pc:sldMk cId="3727761016" sldId="352"/>
        </pc:sldMkLst>
        <pc:spChg chg="mod">
          <ac:chgData name="Danh, Hoàng Duy" userId="3a448fcf-317f-4972-a161-06742a14d4c7" providerId="ADAL" clId="{CE1C8B88-0719-4E4A-B0E4-7DC533AE261F}" dt="2026-04-01T15:33:04.325" v="1432"/>
          <ac:spMkLst>
            <pc:docMk/>
            <pc:sldMk cId="3727761016" sldId="352"/>
            <ac:spMk id="7" creationId="{E328F081-4857-1708-5D07-822CDD1E701B}"/>
          </ac:spMkLst>
        </pc:spChg>
        <pc:spChg chg="add mod">
          <ac:chgData name="Danh, Hoàng Duy" userId="3a448fcf-317f-4972-a161-06742a14d4c7" providerId="ADAL" clId="{CE1C8B88-0719-4E4A-B0E4-7DC533AE261F}" dt="2026-04-01T14:43:47.101" v="619"/>
          <ac:spMkLst>
            <pc:docMk/>
            <pc:sldMk cId="3727761016" sldId="352"/>
            <ac:spMk id="9" creationId="{E828F63B-AC84-60E9-0951-9A8B978A55D4}"/>
          </ac:spMkLst>
        </pc:spChg>
        <pc:spChg chg="mod">
          <ac:chgData name="Danh, Hoàng Duy" userId="3a448fcf-317f-4972-a161-06742a14d4c7" providerId="ADAL" clId="{CE1C8B88-0719-4E4A-B0E4-7DC533AE261F}" dt="2026-04-01T15:22:01.437" v="1341"/>
          <ac:spMkLst>
            <pc:docMk/>
            <pc:sldMk cId="3727761016" sldId="352"/>
            <ac:spMk id="13" creationId="{02A2202C-2E02-F595-E20D-E6F9C484AC2A}"/>
          </ac:spMkLst>
        </pc:spChg>
        <pc:spChg chg="mod">
          <ac:chgData name="Danh, Hoàng Duy" userId="3a448fcf-317f-4972-a161-06742a14d4c7" providerId="ADAL" clId="{CE1C8B88-0719-4E4A-B0E4-7DC533AE261F}" dt="2026-04-01T14:43:47.101" v="619"/>
          <ac:spMkLst>
            <pc:docMk/>
            <pc:sldMk cId="3727761016" sldId="352"/>
            <ac:spMk id="16" creationId="{58098AD5-AAED-8994-74C2-A6CDB0A3BA11}"/>
          </ac:spMkLst>
        </pc:spChg>
        <pc:spChg chg="mod">
          <ac:chgData name="Danh, Hoàng Duy" userId="3a448fcf-317f-4972-a161-06742a14d4c7" providerId="ADAL" clId="{CE1C8B88-0719-4E4A-B0E4-7DC533AE261F}" dt="2026-04-01T14:43:47.101" v="619"/>
          <ac:spMkLst>
            <pc:docMk/>
            <pc:sldMk cId="3727761016" sldId="352"/>
            <ac:spMk id="17" creationId="{A5908F50-7F84-7B23-4EBE-7C923FE52672}"/>
          </ac:spMkLst>
        </pc:spChg>
        <pc:grpChg chg="add mod">
          <ac:chgData name="Danh, Hoàng Duy" userId="3a448fcf-317f-4972-a161-06742a14d4c7" providerId="ADAL" clId="{CE1C8B88-0719-4E4A-B0E4-7DC533AE261F}" dt="2026-04-01T14:43:47.101" v="619"/>
          <ac:grpSpMkLst>
            <pc:docMk/>
            <pc:sldMk cId="3727761016" sldId="352"/>
            <ac:grpSpMk id="12" creationId="{15ABCFD9-D30A-345D-4AD9-5D9F65B08F54}"/>
          </ac:grpSpMkLst>
        </pc:grpChg>
        <pc:graphicFrameChg chg="mod modGraphic">
          <ac:chgData name="Danh, Hoàng Duy" userId="3a448fcf-317f-4972-a161-06742a14d4c7" providerId="ADAL" clId="{CE1C8B88-0719-4E4A-B0E4-7DC533AE261F}" dt="2026-04-02T07:06:16.864" v="2256"/>
          <ac:graphicFrameMkLst>
            <pc:docMk/>
            <pc:sldMk cId="3727761016" sldId="352"/>
            <ac:graphicFrameMk id="6" creationId="{F62310BB-E1C3-4C6F-1B59-9B2F5DB37205}"/>
          </ac:graphicFrameMkLst>
        </pc:graphicFrameChg>
        <pc:picChg chg="mod">
          <ac:chgData name="Danh, Hoàng Duy" userId="3a448fcf-317f-4972-a161-06742a14d4c7" providerId="ADAL" clId="{CE1C8B88-0719-4E4A-B0E4-7DC533AE261F}" dt="2026-04-02T07:45:46.854" v="2532"/>
          <ac:picMkLst>
            <pc:docMk/>
            <pc:sldMk cId="3727761016" sldId="352"/>
            <ac:picMk id="2" creationId="{32D20211-E53B-61D4-2773-0E15A0751069}"/>
          </ac:picMkLst>
        </pc:picChg>
        <pc:picChg chg="mod">
          <ac:chgData name="Danh, Hoàng Duy" userId="3a448fcf-317f-4972-a161-06742a14d4c7" providerId="ADAL" clId="{CE1C8B88-0719-4E4A-B0E4-7DC533AE261F}" dt="2026-04-02T07:45:52.757" v="2533"/>
          <ac:picMkLst>
            <pc:docMk/>
            <pc:sldMk cId="3727761016" sldId="352"/>
            <ac:picMk id="3" creationId="{97D1B73F-5225-4DFB-1CC4-34E78D34E5B2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1T03:59:51.235" v="3444" actId="6549"/>
        <pc:sldMkLst>
          <pc:docMk/>
          <pc:sldMk cId="572314919" sldId="354"/>
        </pc:sldMkLst>
        <pc:spChg chg="add mod">
          <ac:chgData name="Danh, Hoàng Duy" userId="3a448fcf-317f-4972-a161-06742a14d4c7" providerId="ADAL" clId="{CE1C8B88-0719-4E4A-B0E4-7DC533AE261F}" dt="2026-04-01T15:29:08.155" v="1413"/>
          <ac:spMkLst>
            <pc:docMk/>
            <pc:sldMk cId="572314919" sldId="354"/>
            <ac:spMk id="2" creationId="{A45A889C-E102-9AAE-62B5-0D0B3A6FD2B9}"/>
          </ac:spMkLst>
        </pc:spChg>
        <pc:spChg chg="add mod">
          <ac:chgData name="Danh, Hoàng Duy" userId="3a448fcf-317f-4972-a161-06742a14d4c7" providerId="ADAL" clId="{CE1C8B88-0719-4E4A-B0E4-7DC533AE261F}" dt="2026-04-11T03:38:08.694" v="2903" actId="14100"/>
          <ac:spMkLst>
            <pc:docMk/>
            <pc:sldMk cId="572314919" sldId="354"/>
            <ac:spMk id="4" creationId="{4600DB25-A740-1499-65E2-18D4509EC3A0}"/>
          </ac:spMkLst>
        </pc:spChg>
        <pc:spChg chg="add del mod">
          <ac:chgData name="Danh, Hoàng Duy" userId="3a448fcf-317f-4972-a161-06742a14d4c7" providerId="ADAL" clId="{CE1C8B88-0719-4E4A-B0E4-7DC533AE261F}" dt="2026-04-11T03:38:35.818" v="2910" actId="478"/>
          <ac:spMkLst>
            <pc:docMk/>
            <pc:sldMk cId="572314919" sldId="354"/>
            <ac:spMk id="7" creationId="{9D833831-5F84-F105-2665-27DE6A84C56A}"/>
          </ac:spMkLst>
        </pc:spChg>
        <pc:spChg chg="del mod topLvl">
          <ac:chgData name="Danh, Hoàng Duy" userId="3a448fcf-317f-4972-a161-06742a14d4c7" providerId="ADAL" clId="{CE1C8B88-0719-4E4A-B0E4-7DC533AE261F}" dt="2026-04-11T03:19:42.933" v="2735" actId="478"/>
          <ac:spMkLst>
            <pc:docMk/>
            <pc:sldMk cId="572314919" sldId="354"/>
            <ac:spMk id="8" creationId="{36268205-BF25-8D8B-0A21-6D797A08D532}"/>
          </ac:spMkLst>
        </pc:spChg>
        <pc:spChg chg="mod topLvl">
          <ac:chgData name="Danh, Hoàng Duy" userId="3a448fcf-317f-4972-a161-06742a14d4c7" providerId="ADAL" clId="{CE1C8B88-0719-4E4A-B0E4-7DC533AE261F}" dt="2026-04-11T03:36:04.630" v="2885" actId="1076"/>
          <ac:spMkLst>
            <pc:docMk/>
            <pc:sldMk cId="572314919" sldId="354"/>
            <ac:spMk id="9" creationId="{3ABF96CF-7EA8-3A03-973F-B4D856950414}"/>
          </ac:spMkLst>
        </pc:spChg>
        <pc:spChg chg="add mod">
          <ac:chgData name="Danh, Hoàng Duy" userId="3a448fcf-317f-4972-a161-06742a14d4c7" providerId="ADAL" clId="{CE1C8B88-0719-4E4A-B0E4-7DC533AE261F}" dt="2026-04-11T03:39:22.526" v="2985" actId="1076"/>
          <ac:spMkLst>
            <pc:docMk/>
            <pc:sldMk cId="572314919" sldId="354"/>
            <ac:spMk id="10" creationId="{00251AF9-B690-22B1-353C-96DB8BE4410E}"/>
          </ac:spMkLst>
        </pc:spChg>
        <pc:spChg chg="mod topLvl">
          <ac:chgData name="Danh, Hoàng Duy" userId="3a448fcf-317f-4972-a161-06742a14d4c7" providerId="ADAL" clId="{CE1C8B88-0719-4E4A-B0E4-7DC533AE261F}" dt="2026-04-01T15:28:55.399" v="1410" actId="207"/>
          <ac:spMkLst>
            <pc:docMk/>
            <pc:sldMk cId="572314919" sldId="354"/>
            <ac:spMk id="13" creationId="{FFFE0FFC-4527-F1D4-0FFE-8E4367DFDCF4}"/>
          </ac:spMkLst>
        </pc:spChg>
        <pc:spChg chg="mod topLvl">
          <ac:chgData name="Danh, Hoàng Duy" userId="3a448fcf-317f-4972-a161-06742a14d4c7" providerId="ADAL" clId="{CE1C8B88-0719-4E4A-B0E4-7DC533AE261F}" dt="2026-04-01T15:28:43.154" v="1378" actId="164"/>
          <ac:spMkLst>
            <pc:docMk/>
            <pc:sldMk cId="572314919" sldId="354"/>
            <ac:spMk id="14" creationId="{42564AAD-0683-3E96-4F25-56CBAC68AC11}"/>
          </ac:spMkLst>
        </pc:spChg>
        <pc:spChg chg="mod">
          <ac:chgData name="Danh, Hoàng Duy" userId="3a448fcf-317f-4972-a161-06742a14d4c7" providerId="ADAL" clId="{CE1C8B88-0719-4E4A-B0E4-7DC533AE261F}" dt="2026-04-01T15:28:48.310" v="1409" actId="1038"/>
          <ac:spMkLst>
            <pc:docMk/>
            <pc:sldMk cId="572314919" sldId="354"/>
            <ac:spMk id="16" creationId="{A0C1923E-0F06-F045-0223-E1FE3A49388A}"/>
          </ac:spMkLst>
        </pc:spChg>
        <pc:grpChg chg="add mod">
          <ac:chgData name="Danh, Hoàng Duy" userId="3a448fcf-317f-4972-a161-06742a14d4c7" providerId="ADAL" clId="{CE1C8B88-0719-4E4A-B0E4-7DC533AE261F}" dt="2026-04-01T15:29:03.329" v="1412" actId="1076"/>
          <ac:grpSpMkLst>
            <pc:docMk/>
            <pc:sldMk cId="572314919" sldId="354"/>
            <ac:grpSpMk id="5" creationId="{89331089-A17D-9794-26C5-20ECDA615125}"/>
          </ac:grpSpMkLst>
        </pc:grpChg>
        <pc:graphicFrameChg chg="mod modGraphic">
          <ac:chgData name="Danh, Hoàng Duy" userId="3a448fcf-317f-4972-a161-06742a14d4c7" providerId="ADAL" clId="{CE1C8B88-0719-4E4A-B0E4-7DC533AE261F}" dt="2026-04-11T03:59:51.235" v="3444" actId="6549"/>
          <ac:graphicFrameMkLst>
            <pc:docMk/>
            <pc:sldMk cId="572314919" sldId="354"/>
            <ac:graphicFrameMk id="6" creationId="{546D51CA-A201-EA7C-BC03-A53C64B61B7D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4-11T04:00:37.550" v="3451" actId="6549"/>
        <pc:sldMkLst>
          <pc:docMk/>
          <pc:sldMk cId="3204262319" sldId="355"/>
        </pc:sldMkLst>
        <pc:spChg chg="add mod">
          <ac:chgData name="Danh, Hoàng Duy" userId="3a448fcf-317f-4972-a161-06742a14d4c7" providerId="ADAL" clId="{CE1C8B88-0719-4E4A-B0E4-7DC533AE261F}" dt="2026-04-01T15:37:32.985" v="1453"/>
          <ac:spMkLst>
            <pc:docMk/>
            <pc:sldMk cId="3204262319" sldId="355"/>
            <ac:spMk id="18" creationId="{AE00A2B4-B672-D71F-1A97-D0DA027B7470}"/>
          </ac:spMkLst>
        </pc:spChg>
        <pc:spChg chg="mod">
          <ac:chgData name="Danh, Hoàng Duy" userId="3a448fcf-317f-4972-a161-06742a14d4c7" providerId="ADAL" clId="{CE1C8B88-0719-4E4A-B0E4-7DC533AE261F}" dt="2026-04-01T15:37:32.985" v="1453"/>
          <ac:spMkLst>
            <pc:docMk/>
            <pc:sldMk cId="3204262319" sldId="355"/>
            <ac:spMk id="20" creationId="{87CC46AB-5A96-5AFD-096F-AF669E0CCF46}"/>
          </ac:spMkLst>
        </pc:spChg>
        <pc:spChg chg="mod">
          <ac:chgData name="Danh, Hoàng Duy" userId="3a448fcf-317f-4972-a161-06742a14d4c7" providerId="ADAL" clId="{CE1C8B88-0719-4E4A-B0E4-7DC533AE261F}" dt="2026-04-01T15:37:32.985" v="1453"/>
          <ac:spMkLst>
            <pc:docMk/>
            <pc:sldMk cId="3204262319" sldId="355"/>
            <ac:spMk id="21" creationId="{F292F63D-CB2B-B3FC-DE85-B1E291F7F02B}"/>
          </ac:spMkLst>
        </pc:spChg>
        <pc:spChg chg="mod">
          <ac:chgData name="Danh, Hoàng Duy" userId="3a448fcf-317f-4972-a161-06742a14d4c7" providerId="ADAL" clId="{CE1C8B88-0719-4E4A-B0E4-7DC533AE261F}" dt="2026-04-01T15:37:32.985" v="1453"/>
          <ac:spMkLst>
            <pc:docMk/>
            <pc:sldMk cId="3204262319" sldId="355"/>
            <ac:spMk id="22" creationId="{87D32C0A-64CF-B9E5-2E22-29A645E61EA9}"/>
          </ac:spMkLst>
        </pc:spChg>
        <pc:grpChg chg="add mod">
          <ac:chgData name="Danh, Hoàng Duy" userId="3a448fcf-317f-4972-a161-06742a14d4c7" providerId="ADAL" clId="{CE1C8B88-0719-4E4A-B0E4-7DC533AE261F}" dt="2026-04-01T15:37:32.985" v="1453"/>
          <ac:grpSpMkLst>
            <pc:docMk/>
            <pc:sldMk cId="3204262319" sldId="355"/>
            <ac:grpSpMk id="19" creationId="{B272372F-F8F4-5825-5357-15CB11112A5C}"/>
          </ac:grpSpMkLst>
        </pc:grpChg>
        <pc:graphicFrameChg chg="mod modGraphic">
          <ac:chgData name="Danh, Hoàng Duy" userId="3a448fcf-317f-4972-a161-06742a14d4c7" providerId="ADAL" clId="{CE1C8B88-0719-4E4A-B0E4-7DC533AE261F}" dt="2026-04-11T04:00:37.550" v="3451" actId="6549"/>
          <ac:graphicFrameMkLst>
            <pc:docMk/>
            <pc:sldMk cId="3204262319" sldId="355"/>
            <ac:graphicFrameMk id="6" creationId="{B3A868C3-CD6D-02D7-D518-D26933C4C652}"/>
          </ac:graphicFrameMkLst>
        </pc:graphicFrameChg>
        <pc:picChg chg="mod">
          <ac:chgData name="Danh, Hoàng Duy" userId="3a448fcf-317f-4972-a161-06742a14d4c7" providerId="ADAL" clId="{CE1C8B88-0719-4E4A-B0E4-7DC533AE261F}" dt="2026-04-02T07:46:25.419" v="2534"/>
          <ac:picMkLst>
            <pc:docMk/>
            <pc:sldMk cId="3204262319" sldId="355"/>
            <ac:picMk id="2" creationId="{B238E54B-707F-3926-3C08-63858DB364E6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1T04:01:00.722" v="3455" actId="6549"/>
        <pc:sldMkLst>
          <pc:docMk/>
          <pc:sldMk cId="1155133234" sldId="356"/>
        </pc:sldMkLst>
        <pc:spChg chg="del">
          <ac:chgData name="Danh, Hoàng Duy" userId="3a448fcf-317f-4972-a161-06742a14d4c7" providerId="ADAL" clId="{CE1C8B88-0719-4E4A-B0E4-7DC533AE261F}" dt="2026-04-11T03:50:32.063" v="3131" actId="478"/>
          <ac:spMkLst>
            <pc:docMk/>
            <pc:sldMk cId="1155133234" sldId="356"/>
            <ac:spMk id="3" creationId="{8540A820-ABF7-1419-7172-6ADCD860E9F8}"/>
          </ac:spMkLst>
        </pc:spChg>
        <pc:spChg chg="add mod">
          <ac:chgData name="Danh, Hoàng Duy" userId="3a448fcf-317f-4972-a161-06742a14d4c7" providerId="ADAL" clId="{CE1C8B88-0719-4E4A-B0E4-7DC533AE261F}" dt="2026-04-01T15:37:33.938" v="1454"/>
          <ac:spMkLst>
            <pc:docMk/>
            <pc:sldMk cId="1155133234" sldId="356"/>
            <ac:spMk id="20" creationId="{90AA4A92-3EB8-CABB-5D56-F638012A6C27}"/>
          </ac:spMkLst>
        </pc:spChg>
        <pc:spChg chg="mod">
          <ac:chgData name="Danh, Hoàng Duy" userId="3a448fcf-317f-4972-a161-06742a14d4c7" providerId="ADAL" clId="{CE1C8B88-0719-4E4A-B0E4-7DC533AE261F}" dt="2026-04-01T15:37:33.938" v="1454"/>
          <ac:spMkLst>
            <pc:docMk/>
            <pc:sldMk cId="1155133234" sldId="356"/>
            <ac:spMk id="22" creationId="{29EFD695-9F48-1BE6-CB12-1D3A57B41FB4}"/>
          </ac:spMkLst>
        </pc:spChg>
        <pc:spChg chg="mod">
          <ac:chgData name="Danh, Hoàng Duy" userId="3a448fcf-317f-4972-a161-06742a14d4c7" providerId="ADAL" clId="{CE1C8B88-0719-4E4A-B0E4-7DC533AE261F}" dt="2026-04-01T15:37:33.938" v="1454"/>
          <ac:spMkLst>
            <pc:docMk/>
            <pc:sldMk cId="1155133234" sldId="356"/>
            <ac:spMk id="23" creationId="{23A1A092-54B9-00B5-6622-EAADB5833FF2}"/>
          </ac:spMkLst>
        </pc:spChg>
        <pc:spChg chg="mod">
          <ac:chgData name="Danh, Hoàng Duy" userId="3a448fcf-317f-4972-a161-06742a14d4c7" providerId="ADAL" clId="{CE1C8B88-0719-4E4A-B0E4-7DC533AE261F}" dt="2026-04-01T15:37:33.938" v="1454"/>
          <ac:spMkLst>
            <pc:docMk/>
            <pc:sldMk cId="1155133234" sldId="356"/>
            <ac:spMk id="24" creationId="{E7F9A8C8-F8EA-2B97-6286-D4CFBB7CACCE}"/>
          </ac:spMkLst>
        </pc:spChg>
        <pc:grpChg chg="add mod">
          <ac:chgData name="Danh, Hoàng Duy" userId="3a448fcf-317f-4972-a161-06742a14d4c7" providerId="ADAL" clId="{CE1C8B88-0719-4E4A-B0E4-7DC533AE261F}" dt="2026-04-01T15:37:33.938" v="1454"/>
          <ac:grpSpMkLst>
            <pc:docMk/>
            <pc:sldMk cId="1155133234" sldId="356"/>
            <ac:grpSpMk id="21" creationId="{D5B377DC-4CA4-BB95-C3A6-783167A83FC3}"/>
          </ac:grpSpMkLst>
        </pc:grpChg>
        <pc:graphicFrameChg chg="mod modGraphic">
          <ac:chgData name="Danh, Hoàng Duy" userId="3a448fcf-317f-4972-a161-06742a14d4c7" providerId="ADAL" clId="{CE1C8B88-0719-4E4A-B0E4-7DC533AE261F}" dt="2026-04-11T04:01:00.722" v="3455" actId="6549"/>
          <ac:graphicFrameMkLst>
            <pc:docMk/>
            <pc:sldMk cId="1155133234" sldId="356"/>
            <ac:graphicFrameMk id="6" creationId="{24C7D451-F7E3-C9F8-F372-CD64F2D3B600}"/>
          </ac:graphicFrameMkLst>
        </pc:graphicFrameChg>
        <pc:picChg chg="mod">
          <ac:chgData name="Danh, Hoàng Duy" userId="3a448fcf-317f-4972-a161-06742a14d4c7" providerId="ADAL" clId="{CE1C8B88-0719-4E4A-B0E4-7DC533AE261F}" dt="2026-04-02T07:46:56.634" v="2536"/>
          <ac:picMkLst>
            <pc:docMk/>
            <pc:sldMk cId="1155133234" sldId="356"/>
            <ac:picMk id="2" creationId="{68064756-A7E2-3688-E0DA-12CFA93339F5}"/>
          </ac:picMkLst>
        </pc:picChg>
        <pc:picChg chg="mod">
          <ac:chgData name="Danh, Hoàng Duy" userId="3a448fcf-317f-4972-a161-06742a14d4c7" providerId="ADAL" clId="{CE1C8B88-0719-4E4A-B0E4-7DC533AE261F}" dt="2026-04-02T07:47:11.912" v="2537"/>
          <ac:picMkLst>
            <pc:docMk/>
            <pc:sldMk cId="1155133234" sldId="356"/>
            <ac:picMk id="11" creationId="{E36DAF02-78BC-3C91-E414-9C21362F1FDD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02T07:47:35.441" v="2538"/>
        <pc:sldMkLst>
          <pc:docMk/>
          <pc:sldMk cId="2417828360" sldId="357"/>
        </pc:sldMkLst>
        <pc:spChg chg="add mod">
          <ac:chgData name="Danh, Hoàng Duy" userId="3a448fcf-317f-4972-a161-06742a14d4c7" providerId="ADAL" clId="{CE1C8B88-0719-4E4A-B0E4-7DC533AE261F}" dt="2026-04-01T15:37:35.150" v="1455"/>
          <ac:spMkLst>
            <pc:docMk/>
            <pc:sldMk cId="2417828360" sldId="357"/>
            <ac:spMk id="18" creationId="{27EDCB83-EC9C-3999-A4F2-87C8EB790A69}"/>
          </ac:spMkLst>
        </pc:spChg>
        <pc:spChg chg="mod">
          <ac:chgData name="Danh, Hoàng Duy" userId="3a448fcf-317f-4972-a161-06742a14d4c7" providerId="ADAL" clId="{CE1C8B88-0719-4E4A-B0E4-7DC533AE261F}" dt="2026-04-01T15:37:35.150" v="1455"/>
          <ac:spMkLst>
            <pc:docMk/>
            <pc:sldMk cId="2417828360" sldId="357"/>
            <ac:spMk id="20" creationId="{00A84594-60A2-154A-904F-B76F0DC25494}"/>
          </ac:spMkLst>
        </pc:spChg>
        <pc:spChg chg="mod">
          <ac:chgData name="Danh, Hoàng Duy" userId="3a448fcf-317f-4972-a161-06742a14d4c7" providerId="ADAL" clId="{CE1C8B88-0719-4E4A-B0E4-7DC533AE261F}" dt="2026-04-01T15:37:35.150" v="1455"/>
          <ac:spMkLst>
            <pc:docMk/>
            <pc:sldMk cId="2417828360" sldId="357"/>
            <ac:spMk id="21" creationId="{681E8F4C-3DE1-E08D-61E9-8878B6CA745B}"/>
          </ac:spMkLst>
        </pc:spChg>
        <pc:spChg chg="mod">
          <ac:chgData name="Danh, Hoàng Duy" userId="3a448fcf-317f-4972-a161-06742a14d4c7" providerId="ADAL" clId="{CE1C8B88-0719-4E4A-B0E4-7DC533AE261F}" dt="2026-04-01T15:37:35.150" v="1455"/>
          <ac:spMkLst>
            <pc:docMk/>
            <pc:sldMk cId="2417828360" sldId="357"/>
            <ac:spMk id="22" creationId="{34EFC91A-A4EB-D94E-F2D3-4C3B77A0B759}"/>
          </ac:spMkLst>
        </pc:spChg>
        <pc:grpChg chg="add mod">
          <ac:chgData name="Danh, Hoàng Duy" userId="3a448fcf-317f-4972-a161-06742a14d4c7" providerId="ADAL" clId="{CE1C8B88-0719-4E4A-B0E4-7DC533AE261F}" dt="2026-04-01T15:37:35.150" v="1455"/>
          <ac:grpSpMkLst>
            <pc:docMk/>
            <pc:sldMk cId="2417828360" sldId="357"/>
            <ac:grpSpMk id="19" creationId="{4CAE5336-BB6D-26B9-A128-D30B149DFF7F}"/>
          </ac:grpSpMkLst>
        </pc:grpChg>
        <pc:graphicFrameChg chg="mod modGraphic">
          <ac:chgData name="Danh, Hoàng Duy" userId="3a448fcf-317f-4972-a161-06742a14d4c7" providerId="ADAL" clId="{CE1C8B88-0719-4E4A-B0E4-7DC533AE261F}" dt="2026-04-02T07:15:16.342" v="2323"/>
          <ac:graphicFrameMkLst>
            <pc:docMk/>
            <pc:sldMk cId="2417828360" sldId="357"/>
            <ac:graphicFrameMk id="6" creationId="{847BC5DB-4CFD-8FB1-8741-801D0AE364A1}"/>
          </ac:graphicFrameMkLst>
        </pc:graphicFrameChg>
        <pc:picChg chg="mod">
          <ac:chgData name="Danh, Hoàng Duy" userId="3a448fcf-317f-4972-a161-06742a14d4c7" providerId="ADAL" clId="{CE1C8B88-0719-4E4A-B0E4-7DC533AE261F}" dt="2026-04-02T07:47:35.441" v="2538"/>
          <ac:picMkLst>
            <pc:docMk/>
            <pc:sldMk cId="2417828360" sldId="357"/>
            <ac:picMk id="10" creationId="{3A17B8D9-4ADD-ADA0-625C-ED6747C3D4DD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02T07:50:06.032" v="2562"/>
        <pc:sldMkLst>
          <pc:docMk/>
          <pc:sldMk cId="1863457963" sldId="360"/>
        </pc:sldMkLst>
        <pc:spChg chg="add mod">
          <ac:chgData name="Danh, Hoàng Duy" userId="3a448fcf-317f-4972-a161-06742a14d4c7" providerId="ADAL" clId="{CE1C8B88-0719-4E4A-B0E4-7DC533AE261F}" dt="2026-04-01T15:37:38.498" v="1458"/>
          <ac:spMkLst>
            <pc:docMk/>
            <pc:sldMk cId="1863457963" sldId="360"/>
            <ac:spMk id="19" creationId="{012D6BE5-D16B-8DB4-E5A0-CF9D74319FE5}"/>
          </ac:spMkLst>
        </pc:spChg>
        <pc:spChg chg="mod">
          <ac:chgData name="Danh, Hoàng Duy" userId="3a448fcf-317f-4972-a161-06742a14d4c7" providerId="ADAL" clId="{CE1C8B88-0719-4E4A-B0E4-7DC533AE261F}" dt="2026-04-01T15:37:38.498" v="1458"/>
          <ac:spMkLst>
            <pc:docMk/>
            <pc:sldMk cId="1863457963" sldId="360"/>
            <ac:spMk id="21" creationId="{E12F7E1C-131D-6FE8-C7C2-BB813A91B0BB}"/>
          </ac:spMkLst>
        </pc:spChg>
        <pc:spChg chg="mod">
          <ac:chgData name="Danh, Hoàng Duy" userId="3a448fcf-317f-4972-a161-06742a14d4c7" providerId="ADAL" clId="{CE1C8B88-0719-4E4A-B0E4-7DC533AE261F}" dt="2026-04-01T15:37:38.498" v="1458"/>
          <ac:spMkLst>
            <pc:docMk/>
            <pc:sldMk cId="1863457963" sldId="360"/>
            <ac:spMk id="22" creationId="{8F65456E-5458-F472-6161-670BB34C466F}"/>
          </ac:spMkLst>
        </pc:spChg>
        <pc:spChg chg="mod">
          <ac:chgData name="Danh, Hoàng Duy" userId="3a448fcf-317f-4972-a161-06742a14d4c7" providerId="ADAL" clId="{CE1C8B88-0719-4E4A-B0E4-7DC533AE261F}" dt="2026-04-01T15:37:38.498" v="1458"/>
          <ac:spMkLst>
            <pc:docMk/>
            <pc:sldMk cId="1863457963" sldId="360"/>
            <ac:spMk id="23" creationId="{9109E44A-C0BE-0C06-52BB-A9FECF99C6BE}"/>
          </ac:spMkLst>
        </pc:spChg>
        <pc:grpChg chg="add mod">
          <ac:chgData name="Danh, Hoàng Duy" userId="3a448fcf-317f-4972-a161-06742a14d4c7" providerId="ADAL" clId="{CE1C8B88-0719-4E4A-B0E4-7DC533AE261F}" dt="2026-04-01T15:37:38.498" v="1458"/>
          <ac:grpSpMkLst>
            <pc:docMk/>
            <pc:sldMk cId="1863457963" sldId="360"/>
            <ac:grpSpMk id="20" creationId="{BACA26A8-77F4-2D3F-7835-57CB3DCA95AD}"/>
          </ac:grpSpMkLst>
        </pc:grpChg>
        <pc:graphicFrameChg chg="mod modGraphic">
          <ac:chgData name="Danh, Hoàng Duy" userId="3a448fcf-317f-4972-a161-06742a14d4c7" providerId="ADAL" clId="{CE1C8B88-0719-4E4A-B0E4-7DC533AE261F}" dt="2026-04-02T07:17:13.651" v="2350" actId="108"/>
          <ac:graphicFrameMkLst>
            <pc:docMk/>
            <pc:sldMk cId="1863457963" sldId="360"/>
            <ac:graphicFrameMk id="6" creationId="{2C2DB7CF-DD74-A716-8635-B3FAB84EFCB5}"/>
          </ac:graphicFrameMkLst>
        </pc:graphicFrameChg>
        <pc:picChg chg="mod">
          <ac:chgData name="Danh, Hoàng Duy" userId="3a448fcf-317f-4972-a161-06742a14d4c7" providerId="ADAL" clId="{CE1C8B88-0719-4E4A-B0E4-7DC533AE261F}" dt="2026-04-02T07:50:01.840" v="2561"/>
          <ac:picMkLst>
            <pc:docMk/>
            <pc:sldMk cId="1863457963" sldId="360"/>
            <ac:picMk id="9" creationId="{B6BFD41C-A2C8-547B-AC3D-3886F1F1425B}"/>
          </ac:picMkLst>
        </pc:picChg>
        <pc:picChg chg="mod">
          <ac:chgData name="Danh, Hoàng Duy" userId="3a448fcf-317f-4972-a161-06742a14d4c7" providerId="ADAL" clId="{CE1C8B88-0719-4E4A-B0E4-7DC533AE261F}" dt="2026-04-02T07:50:06.032" v="2562"/>
          <ac:picMkLst>
            <pc:docMk/>
            <pc:sldMk cId="1863457963" sldId="360"/>
            <ac:picMk id="13" creationId="{E325BEE8-9D19-E562-79D7-1CD52648C4CD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1T04:00:14.963" v="3450" actId="6549"/>
        <pc:sldMkLst>
          <pc:docMk/>
          <pc:sldMk cId="3280690058" sldId="361"/>
        </pc:sldMkLst>
        <pc:grpChg chg="add del mod">
          <ac:chgData name="Danh, Hoàng Duy" userId="3a448fcf-317f-4972-a161-06742a14d4c7" providerId="ADAL" clId="{CE1C8B88-0719-4E4A-B0E4-7DC533AE261F}" dt="2026-04-11T03:41:40.765" v="3001" actId="478"/>
          <ac:grpSpMkLst>
            <pc:docMk/>
            <pc:sldMk cId="3280690058" sldId="361"/>
            <ac:grpSpMk id="7" creationId="{5A060DCA-1D9D-2094-BC6D-7419A1F761F3}"/>
          </ac:grpSpMkLst>
        </pc:grpChg>
        <pc:graphicFrameChg chg="mod modGraphic">
          <ac:chgData name="Danh, Hoàng Duy" userId="3a448fcf-317f-4972-a161-06742a14d4c7" providerId="ADAL" clId="{CE1C8B88-0719-4E4A-B0E4-7DC533AE261F}" dt="2026-04-11T04:00:14.963" v="3450" actId="6549"/>
          <ac:graphicFrameMkLst>
            <pc:docMk/>
            <pc:sldMk cId="3280690058" sldId="361"/>
            <ac:graphicFrameMk id="6" creationId="{535D1D8F-4B06-AAA6-662B-5105560E0F88}"/>
          </ac:graphicFrameMkLst>
        </pc:graphicFrameChg>
      </pc:sldChg>
      <pc:sldChg chg="modSp add mod">
        <pc:chgData name="Danh, Hoàng Duy" userId="3a448fcf-317f-4972-a161-06742a14d4c7" providerId="ADAL" clId="{CE1C8B88-0719-4E4A-B0E4-7DC533AE261F}" dt="2026-04-02T07:49:37.883" v="2560" actId="1036"/>
        <pc:sldMkLst>
          <pc:docMk/>
          <pc:sldMk cId="904944244" sldId="362"/>
        </pc:sldMkLst>
        <pc:graphicFrameChg chg="mod modGraphic">
          <ac:chgData name="Danh, Hoàng Duy" userId="3a448fcf-317f-4972-a161-06742a14d4c7" providerId="ADAL" clId="{CE1C8B88-0719-4E4A-B0E4-7DC533AE261F}" dt="2026-04-02T07:41:48.374" v="2517" actId="20577"/>
          <ac:graphicFrameMkLst>
            <pc:docMk/>
            <pc:sldMk cId="904944244" sldId="362"/>
            <ac:graphicFrameMk id="6" creationId="{597C9957-23B8-88EC-0E56-14CA12E0BC08}"/>
          </ac:graphicFrameMkLst>
        </pc:graphicFrameChg>
        <pc:picChg chg="mod">
          <ac:chgData name="Danh, Hoàng Duy" userId="3a448fcf-317f-4972-a161-06742a14d4c7" providerId="ADAL" clId="{CE1C8B88-0719-4E4A-B0E4-7DC533AE261F}" dt="2026-04-02T07:49:29.171" v="2541"/>
          <ac:picMkLst>
            <pc:docMk/>
            <pc:sldMk cId="904944244" sldId="362"/>
            <ac:picMk id="9" creationId="{7707009B-45D4-CBD8-76EB-90E795F1FD33}"/>
          </ac:picMkLst>
        </pc:picChg>
        <pc:picChg chg="mod">
          <ac:chgData name="Danh, Hoàng Duy" userId="3a448fcf-317f-4972-a161-06742a14d4c7" providerId="ADAL" clId="{CE1C8B88-0719-4E4A-B0E4-7DC533AE261F}" dt="2026-04-02T07:49:37.883" v="2560" actId="1036"/>
          <ac:picMkLst>
            <pc:docMk/>
            <pc:sldMk cId="904944244" sldId="362"/>
            <ac:picMk id="13" creationId="{6E9DD73C-024D-5A96-FD48-D6D76D90ED63}"/>
          </ac:picMkLst>
        </pc:picChg>
      </pc:sldChg>
      <pc:sldMasterChg chg="modSp mod">
        <pc:chgData name="Danh, Hoàng Duy" userId="3a448fcf-317f-4972-a161-06742a14d4c7" providerId="ADAL" clId="{CE1C8B88-0719-4E4A-B0E4-7DC533AE261F}" dt="2026-04-02T07:56:20.906" v="2567" actId="20577"/>
        <pc:sldMasterMkLst>
          <pc:docMk/>
          <pc:sldMasterMk cId="0" sldId="2147483687"/>
        </pc:sldMasterMkLst>
        <pc:spChg chg="mod">
          <ac:chgData name="Danh, Hoàng Duy" userId="3a448fcf-317f-4972-a161-06742a14d4c7" providerId="ADAL" clId="{CE1C8B88-0719-4E4A-B0E4-7DC533AE261F}" dt="2026-04-02T07:56:20.906" v="2567" actId="20577"/>
          <ac:spMkLst>
            <pc:docMk/>
            <pc:sldMasterMk cId="0" sldId="2147483687"/>
            <ac:spMk id="3" creationId="{295FDBB7-518F-CF9E-A68A-F9C0D8F4D028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6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2.svg"/><Relationship Id="rId4" Type="http://schemas.openxmlformats.org/officeDocument/2006/relationships/slide" Target="slide3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6.xml"/><Relationship Id="rId7" Type="http://schemas.openxmlformats.org/officeDocument/2006/relationships/slide" Target="slide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18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6.xml"/><Relationship Id="rId7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19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6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1.xml"/><Relationship Id="rId4" Type="http://schemas.openxmlformats.org/officeDocument/2006/relationships/slide" Target="slide3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6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2.xml"/><Relationship Id="rId4" Type="http://schemas.openxmlformats.org/officeDocument/2006/relationships/slide" Target="slide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7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image" Target="../media/image2.svg"/><Relationship Id="rId4" Type="http://schemas.openxmlformats.org/officeDocument/2006/relationships/slide" Target="slide3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3.xml"/><Relationship Id="rId7" Type="http://schemas.openxmlformats.org/officeDocument/2006/relationships/slide" Target="slide2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4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3.xml"/><Relationship Id="rId7" Type="http://schemas.openxmlformats.org/officeDocument/2006/relationships/slide" Target="slide2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5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3.xml"/><Relationship Id="rId7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7.xml"/><Relationship Id="rId4" Type="http://schemas.openxmlformats.org/officeDocument/2006/relationships/slide" Target="slide37.xml"/><Relationship Id="rId9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23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29.xml"/><Relationship Id="rId4" Type="http://schemas.openxmlformats.org/officeDocument/2006/relationships/slide" Target="slide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2.svg"/><Relationship Id="rId4" Type="http://schemas.openxmlformats.org/officeDocument/2006/relationships/slide" Target="slide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0.xml"/><Relationship Id="rId7" Type="http://schemas.openxmlformats.org/officeDocument/2006/relationships/slide" Target="slide3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31.xml"/><Relationship Id="rId4" Type="http://schemas.openxmlformats.org/officeDocument/2006/relationships/slide" Target="slide37.xml"/><Relationship Id="rId9" Type="http://schemas.openxmlformats.org/officeDocument/2006/relationships/slide" Target="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0.xml"/><Relationship Id="rId7" Type="http://schemas.openxmlformats.org/officeDocument/2006/relationships/slide" Target="slide3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32.xml"/><Relationship Id="rId4" Type="http://schemas.openxmlformats.org/officeDocument/2006/relationships/slide" Target="slide37.xml"/><Relationship Id="rId9" Type="http://schemas.openxmlformats.org/officeDocument/2006/relationships/slide" Target="slide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0.xml"/><Relationship Id="rId7" Type="http://schemas.openxmlformats.org/officeDocument/2006/relationships/slide" Target="slide3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34.xml"/><Relationship Id="rId4" Type="http://schemas.openxmlformats.org/officeDocument/2006/relationships/slide" Target="slide37.xml"/><Relationship Id="rId9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30.xml"/><Relationship Id="rId7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slide" Target="slide36.xml"/><Relationship Id="rId4" Type="http://schemas.openxmlformats.org/officeDocument/2006/relationships/slide" Target="slide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30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37.xml"/><Relationship Id="rId4" Type="http://schemas.openxmlformats.org/officeDocument/2006/relationships/slide" Target="slide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30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37.xml"/><Relationship Id="rId4" Type="http://schemas.openxmlformats.org/officeDocument/2006/relationships/slide" Target="slide2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3.xml"/><Relationship Id="rId4" Type="http://schemas.openxmlformats.org/officeDocument/2006/relationships/slide" Target="slide3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2.xml"/><Relationship Id="rId4" Type="http://schemas.openxmlformats.org/officeDocument/2006/relationships/slide" Target="slide37.xml"/><Relationship Id="rId9" Type="http://schemas.openxmlformats.org/officeDocument/2006/relationships/slide" Target="slide3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3.xml"/><Relationship Id="rId4" Type="http://schemas.openxmlformats.org/officeDocument/2006/relationships/slide" Target="slide3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4.xml"/><Relationship Id="rId4" Type="http://schemas.openxmlformats.org/officeDocument/2006/relationships/slide" Target="slide3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5.xml"/><Relationship Id="rId4" Type="http://schemas.openxmlformats.org/officeDocument/2006/relationships/slide" Target="slide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7" Type="http://schemas.openxmlformats.org/officeDocument/2006/relationships/slide" Target="slide16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3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7.xml"/><Relationship Id="rId4" Type="http://schemas.openxmlformats.org/officeDocument/2006/relationships/slide" Target="slide3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7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8.xml"/><Relationship Id="rId4" Type="http://schemas.openxmlformats.org/officeDocument/2006/relationships/slide" Target="slide3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9.xml"/><Relationship Id="rId4" Type="http://schemas.openxmlformats.org/officeDocument/2006/relationships/slide" Target="slide3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9.xml"/><Relationship Id="rId4" Type="http://schemas.openxmlformats.org/officeDocument/2006/relationships/slide" Target="slide3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23.xml"/><Relationship Id="rId7" Type="http://schemas.openxmlformats.org/officeDocument/2006/relationships/slide" Target="slide3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10.xml"/><Relationship Id="rId4" Type="http://schemas.openxmlformats.org/officeDocument/2006/relationships/slide" Target="slide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7" Type="http://schemas.openxmlformats.org/officeDocument/2006/relationships/slide" Target="slide16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image" Target="../media/image3.svg"/><Relationship Id="rId4" Type="http://schemas.openxmlformats.org/officeDocument/2006/relationships/slide" Target="slide3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0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slide" Target="slide12.xml"/><Relationship Id="rId4" Type="http://schemas.openxmlformats.org/officeDocument/2006/relationships/slide" Target="slide3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37.xml"/><Relationship Id="rId7" Type="http://schemas.openxmlformats.org/officeDocument/2006/relationships/slide" Target="slide30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3.svg"/><Relationship Id="rId4" Type="http://schemas.openxmlformats.org/officeDocument/2006/relationships/slide" Target="slide12.xml"/><Relationship Id="rId9" Type="http://schemas.openxmlformats.org/officeDocument/2006/relationships/slide" Target="slide1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1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1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37.xml"/><Relationship Id="rId7" Type="http://schemas.openxmlformats.org/officeDocument/2006/relationships/slide" Target="slide2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3.svg"/><Relationship Id="rId4" Type="http://schemas.openxmlformats.org/officeDocument/2006/relationships/slide" Target="slide1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40.xml"/><Relationship Id="rId7" Type="http://schemas.openxmlformats.org/officeDocument/2006/relationships/slide" Target="slide4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40.xml"/><Relationship Id="rId7" Type="http://schemas.openxmlformats.org/officeDocument/2006/relationships/slide" Target="slide4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40.xml"/><Relationship Id="rId7" Type="http://schemas.openxmlformats.org/officeDocument/2006/relationships/slide" Target="slide4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40.xml"/><Relationship Id="rId7" Type="http://schemas.openxmlformats.org/officeDocument/2006/relationships/slide" Target="slide4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40.xml"/><Relationship Id="rId7" Type="http://schemas.openxmlformats.org/officeDocument/2006/relationships/slide" Target="slide4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7.xml"/><Relationship Id="rId9" Type="http://schemas.openxmlformats.org/officeDocument/2006/relationships/slide" Target="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F00E-4D3D-5639-683F-60363D02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0A5A28-4EFF-5082-DF03-B3283FC9B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295521"/>
              </p:ext>
            </p:extLst>
          </p:nvPr>
        </p:nvGraphicFramePr>
        <p:xfrm>
          <a:off x="-1721" y="364968"/>
          <a:ext cx="9108443" cy="441356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297">
                <a:tc rowSpan="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KHÁCH HÀNG /</a:t>
                      </a: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2026</a:t>
                      </a:r>
                      <a:endParaRPr lang="en-US" sz="1200" b="1" i="0" u="none" strike="noStrike" cap="none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29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78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1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241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$239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$174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</a:rPr>
                        <a:t>($83)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29.7%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20.7%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</a:rPr>
                        <a:t>-7.5%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7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13">
                  <a:txBody>
                    <a:bodyPr/>
                    <a:lstStyle/>
                    <a:p>
                      <a:r>
                        <a:rPr lang="en-US" sz="1100" b="1">
                          <a:latin typeface="Aptos Display" panose="020B0004020202020204" pitchFamily="34" charset="0"/>
                        </a:rPr>
                        <a:t>SHEPLEY (NIAGARA NON-US)</a:t>
                      </a:r>
                      <a:endParaRPr lang="en-US" sz="11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241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($44)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($27)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34.6%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25.4%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-4.0%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-2.4%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2.6</a:t>
                      </a:r>
                      <a:endParaRPr lang="en-US" sz="9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1C97497-5923-FD7B-ED86-B0CDFFC57F36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: Rounded Corners 7">
            <a:hlinkClick r:id="rId2" action="ppaction://hlinksldjump"/>
            <a:extLst>
              <a:ext uri="{FF2B5EF4-FFF2-40B4-BE49-F238E27FC236}">
                <a16:creationId xmlns:a16="http://schemas.microsoft.com/office/drawing/2014/main" id="{5B474580-05A6-8444-4AAD-E4CAF4D0EC5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0FB51D08-1AB2-9E59-8B23-7AC389A144C8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83C63F1A-60B7-715E-0DC7-A93333F4C1C8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5" name="Graphic 4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869AFD60-C0A8-E908-FF0B-400BA42225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1217403"/>
            <a:ext cx="163902" cy="163902"/>
          </a:xfrm>
          <a:prstGeom prst="rect">
            <a:avLst/>
          </a:prstGeom>
        </p:spPr>
      </p:pic>
      <p:pic>
        <p:nvPicPr>
          <p:cNvPr id="7" name="Graphic 6" descr="Exclamation mark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EE6BF390-1E87-50E0-9669-4CF0D2A80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3149720"/>
            <a:ext cx="163902" cy="163902"/>
          </a:xfrm>
          <a:prstGeom prst="rect">
            <a:avLst/>
          </a:prstGeom>
        </p:spPr>
      </p:pic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A9D085C-10AA-2774-E630-CEF2C84F1833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9F35FF-93E0-A77C-452D-A65829DADA16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420AEAEC-9479-3908-34B3-669579535F44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6CD9260F-AC9F-8F76-38D9-3E6E639B9E56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537A39D8-B1F3-7822-2890-7FC1D47D304B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932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AF59-F546-051E-E08F-7C14A849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74D7D6-0377-C252-64D2-099F2EC05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543575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48.2%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MBF01</a:t>
                      </a:r>
                      <a:endParaRPr lang="en-US" sz="105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($284)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-18.3%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9" name="Action Button: Go Forward or Next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BAD0028-650F-5D00-571E-A9A9B0DD94A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Action Button: Go Forward or Next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AA78493-C950-1C1F-F7FB-B6AD1488E3D8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2A4241AF-28F3-11FE-89FD-06C24413408E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25F5AEA5-2E63-31AA-1382-2DF990147226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" name="Rectangle: Rounded Corners 1">
            <a:hlinkClick r:id="rId4" action="ppaction://hlinksldjump"/>
            <a:extLst>
              <a:ext uri="{FF2B5EF4-FFF2-40B4-BE49-F238E27FC236}">
                <a16:creationId xmlns:a16="http://schemas.microsoft.com/office/drawing/2014/main" id="{56FC9D0A-E8DD-8848-E41A-C3A061CB0107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4" name="Graphic 3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9F8E5DD6-31F0-B4B2-DBC6-57D1FD108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1221716"/>
            <a:ext cx="163902" cy="163902"/>
          </a:xfrm>
          <a:prstGeom prst="rect">
            <a:avLst/>
          </a:prstGeom>
        </p:spPr>
      </p:pic>
      <p:pic>
        <p:nvPicPr>
          <p:cNvPr id="5" name="Graphic 4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CD04058A-3CB4-5604-0A6C-495FC7FCA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2908180"/>
            <a:ext cx="163902" cy="163902"/>
          </a:xfrm>
          <a:prstGeom prst="rect">
            <a:avLst/>
          </a:prstGeom>
        </p:spPr>
      </p:pic>
      <p:sp>
        <p:nvSpPr>
          <p:cNvPr id="3" name="Action Button: Go Home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D4C7226-C64E-80E2-2701-F1AB9E815F9D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6F6BD3C-D031-57BB-8ACA-0F746CAE8CE3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8" name="Rectangle: Rounded Corners 7">
              <a:hlinkClick r:id="rId8" action="ppaction://hlinksldjump"/>
              <a:extLst>
                <a:ext uri="{FF2B5EF4-FFF2-40B4-BE49-F238E27FC236}">
                  <a16:creationId xmlns:a16="http://schemas.microsoft.com/office/drawing/2014/main" id="{8CAA0E14-8AC1-DBA6-33BB-54C44FB66E56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9" name="Rectangle: Rounded Corners 8">
              <a:hlinkClick r:id="rId9" action="ppaction://hlinksldjump"/>
              <a:extLst>
                <a:ext uri="{FF2B5EF4-FFF2-40B4-BE49-F238E27FC236}">
                  <a16:creationId xmlns:a16="http://schemas.microsoft.com/office/drawing/2014/main" id="{0E912F1F-C39C-1BD2-BFA8-E66E48C5692E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3" name="Rectangle: Rounded Corners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29E6193C-FC33-F30C-B4B4-F2CC9C899357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19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9768-EFCD-B3A7-996F-DA74AED1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BC6DAB-30A3-8D60-C48F-E9552D295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859012"/>
              </p:ext>
            </p:extLst>
          </p:nvPr>
        </p:nvGraphicFramePr>
        <p:xfrm>
          <a:off x="0" y="360822"/>
          <a:ext cx="9108436" cy="424885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PCF01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($284)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-18.3%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rHDPE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thổi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màu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(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khử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mùi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)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gridSpan="9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($51)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-3.8%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3.24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D08211C-123F-7B15-D619-B1F025AE1D1B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B379607-D2C9-7DE0-154A-686777B694C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DEE6F658-42B6-16D6-77B2-3C641FB74BCF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A0C162EF-3C59-8076-0E5E-42F3DCD7780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28478348-CA5A-3DD3-BD0C-1E16D5C08F3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880CFBA1-0FF3-8BA7-3A25-2795E8252F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1208776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7CF33F68-7E32-7168-F21D-FF6CAC783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2909226"/>
            <a:ext cx="163902" cy="163902"/>
          </a:xfrm>
          <a:prstGeom prst="rect">
            <a:avLst/>
          </a:prstGeom>
        </p:spPr>
      </p:pic>
      <p:sp>
        <p:nvSpPr>
          <p:cNvPr id="12" name="Action Button: Go Home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9A43280-BB3B-AC4A-F97F-CFB37A9B16A6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884057-058C-949C-33D6-3F41A464BF47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6" name="Rectangle: Rounded Corners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D0C86357-9EF4-084C-556A-11A85FA7A5F4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9" action="ppaction://hlinksldjump"/>
              <a:extLst>
                <a:ext uri="{FF2B5EF4-FFF2-40B4-BE49-F238E27FC236}">
                  <a16:creationId xmlns:a16="http://schemas.microsoft.com/office/drawing/2014/main" id="{03650318-17BF-3FE6-E075-82CAD049B77F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EEE3A19D-0964-8E6D-EC98-6F7617224E6C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921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C835-01BE-B530-C4D9-B00EE706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8599F7-1890-CBB0-33A5-BC48E31F3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534367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34.3%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-1.1%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34.3%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FF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-1.1%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9C0F092-50D5-2293-682C-928480A1861F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F8F3687-7334-D8F3-0CC1-806BD8A32E24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B7B9707F-0B2D-45EE-4265-E0AC1152D757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8C44CBDE-C05C-31F8-1B5B-43F8C5E962A0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AFD4F15A-69AF-F7BE-FC30-61AEDB95C35B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A01DD38A-B9C0-9516-EDED-D895BC958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1205509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29D28EAC-94BF-38AD-00F0-1EB14A032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2896286"/>
            <a:ext cx="163902" cy="163902"/>
          </a:xfrm>
          <a:prstGeom prst="rect">
            <a:avLst/>
          </a:prstGeom>
        </p:spPr>
      </p:pic>
      <p:sp>
        <p:nvSpPr>
          <p:cNvPr id="12" name="Action Button: Go Home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CE11472-4643-DE80-EF51-A8566AAF6D61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1DB06A-91EC-63DF-FBFC-4D47758BEE7F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6" name="Rectangle: Rounded Corners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1E353448-69E1-E596-4A1F-7A12279D8B01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F7DDE789-8506-456A-B281-F1C8996F74B7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4C80F60C-A136-5819-4463-1EA9CEFE566A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5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CC92-77FD-251E-FDD6-C362F3E0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2310BB-E1C3-4C6F-1B59-9B2F5DB37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819703"/>
              </p:ext>
            </p:extLst>
          </p:nvPr>
        </p:nvGraphicFramePr>
        <p:xfrm>
          <a:off x="0" y="360821"/>
          <a:ext cx="9108443" cy="441257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5.1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53.6%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16.3%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13.2%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1" i="1" u="none" strike="noStrike" cap="non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6.1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 chính phẩm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57.8%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11.4%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1" u="none" strike="noStrike" cap="non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6.6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031E37B-340A-BEC0-948C-CE769945354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5C0BC800-7631-D968-5F1B-A7DD892D3A3E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E328F081-4857-1708-5D07-822CDD1E701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896ED57A-E4C0-9B1E-1559-14B5A5F0C5A4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32D20211-E53B-61D4-2773-0E15A0751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1231388"/>
            <a:ext cx="163902" cy="163902"/>
          </a:xfrm>
          <a:prstGeom prst="rect">
            <a:avLst/>
          </a:prstGeom>
        </p:spPr>
      </p:pic>
      <p:pic>
        <p:nvPicPr>
          <p:cNvPr id="3" name="Graphic 2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97D1B73F-5225-4DFB-1CC4-34E78D34E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3139264"/>
            <a:ext cx="163902" cy="163902"/>
          </a:xfrm>
          <a:prstGeom prst="rect">
            <a:avLst/>
          </a:prstGeom>
        </p:spPr>
      </p:pic>
      <p:sp>
        <p:nvSpPr>
          <p:cNvPr id="9" name="Action Button: Go Home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828F63B-AC84-60E9-0951-9A8B978A55D4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ABCFD9-D30A-345D-4AD9-5D9F65B08F54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3" name="Rectangle: Rounded Corners 12">
              <a:hlinkClick r:id="rId7" action="ppaction://hlinksldjump"/>
              <a:extLst>
                <a:ext uri="{FF2B5EF4-FFF2-40B4-BE49-F238E27FC236}">
                  <a16:creationId xmlns:a16="http://schemas.microsoft.com/office/drawing/2014/main" id="{02A2202C-2E02-F595-E20D-E6F9C484AC2A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58098AD5-AAED-8994-74C2-A6CDB0A3BA11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A5908F50-7F84-7B23-4EBE-7C923FE52672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76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F0F8-929A-9FA0-CEC2-E1AD5DDC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A78EAA-968B-6534-8310-1BF874153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3880"/>
              </p:ext>
            </p:extLst>
          </p:nvPr>
        </p:nvGraphicFramePr>
        <p:xfrm>
          <a:off x="0" y="360821"/>
          <a:ext cx="9108443" cy="441356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29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29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78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1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241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$377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45.9%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45.8%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46.6%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47.6%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47.8%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48.4%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7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OUTEIRINHO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241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 chính phẩm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$407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48.6%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46.4%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49.5%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57.0%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52.1%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53.1%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57.1%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2.6</a:t>
                      </a:r>
                      <a:endParaRPr lang="en-US" sz="9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6DD29D8-0448-48DC-C5EE-1A10833C764E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: Rounded Corners 7">
            <a:hlinkClick r:id="rId2" action="ppaction://hlinksldjump"/>
            <a:extLst>
              <a:ext uri="{FF2B5EF4-FFF2-40B4-BE49-F238E27FC236}">
                <a16:creationId xmlns:a16="http://schemas.microsoft.com/office/drawing/2014/main" id="{FDB1F2EE-3C16-7775-8082-30FD744A71D4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2FA54FC3-50D1-72AE-52DC-E39F769E12F1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9414A39B-A33A-8FD5-5435-E7091AE82916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5" name="Graphic 4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F58ECA82-F922-F775-C6BD-D92EB413A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1217403"/>
            <a:ext cx="163902" cy="163902"/>
          </a:xfrm>
          <a:prstGeom prst="rect">
            <a:avLst/>
          </a:prstGeom>
        </p:spPr>
      </p:pic>
      <p:pic>
        <p:nvPicPr>
          <p:cNvPr id="7" name="Graphic 6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A0EC2E6D-243F-676A-398D-074C8B5165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3149720"/>
            <a:ext cx="163902" cy="163902"/>
          </a:xfrm>
          <a:prstGeom prst="rect">
            <a:avLst/>
          </a:prstGeom>
        </p:spPr>
      </p:pic>
      <p:sp>
        <p:nvSpPr>
          <p:cNvPr id="2" name="Action Button: Go Home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6E196E1-D535-9C9B-C189-206B6563A4D3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5F6639-1557-72CE-0046-0F4880495932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5" name="Rectangle: Rounded Corners 14">
              <a:hlinkClick r:id="rId6" action="ppaction://hlinksldjump"/>
              <a:extLst>
                <a:ext uri="{FF2B5EF4-FFF2-40B4-BE49-F238E27FC236}">
                  <a16:creationId xmlns:a16="http://schemas.microsoft.com/office/drawing/2014/main" id="{D37D3B44-2803-7689-5A82-24097A7996FF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351C74D6-AE29-6930-9549-4A8D947716CD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C9E94281-0C96-17E0-3C69-EF19685F673A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462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EF91-5F10-5BDB-4B69-1595A498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353823-0A03-E231-C640-E4237B044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861964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55.7%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53.3%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56.5%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61.8%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53.3%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58.1%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61.9%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MBF01</a:t>
                      </a:r>
                      <a:endParaRPr lang="en-US" sz="105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67.9%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9" name="Action Button: Go Forward or Next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7F1AA62-FE10-9BC0-3C3F-F2F5A0CEB847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Action Button: Go Forward or Next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606C7CF-89FD-138B-7EBF-3BE8E02615EC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9ABED067-C286-96A0-7A20-0723FF5EC8C5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07FCB08E-BCB4-2E51-27AD-2DD6C9CE08C2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" name="Rectangle: Rounded Corners 1">
            <a:hlinkClick r:id="rId4" action="ppaction://hlinksldjump"/>
            <a:extLst>
              <a:ext uri="{FF2B5EF4-FFF2-40B4-BE49-F238E27FC236}">
                <a16:creationId xmlns:a16="http://schemas.microsoft.com/office/drawing/2014/main" id="{BD30053F-F0B6-2AB0-4A28-CF594FB6BB7B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4" name="Graphic 3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63E93E94-C7E3-F64A-1D93-F0E3F4BDC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1221716"/>
            <a:ext cx="163902" cy="163902"/>
          </a:xfrm>
          <a:prstGeom prst="rect">
            <a:avLst/>
          </a:prstGeom>
        </p:spPr>
      </p:pic>
      <p:pic>
        <p:nvPicPr>
          <p:cNvPr id="5" name="Graphic 4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A8B90EE4-6013-69E4-0CD7-22A7FA4E5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2908180"/>
            <a:ext cx="163902" cy="163902"/>
          </a:xfrm>
          <a:prstGeom prst="rect">
            <a:avLst/>
          </a:prstGeom>
        </p:spPr>
      </p:pic>
      <p:sp>
        <p:nvSpPr>
          <p:cNvPr id="16" name="Action Button: Go Home 1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0258C039-9A67-817E-035A-FE5F6C119207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1B53CC-3F9C-FE73-16D4-080150D3BDF4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94A64B00-E90F-EEA2-AE6D-5BE3754FF8C3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0" name="Rectangle: Rounded Corners 19">
              <a:hlinkClick r:id="rId9" action="ppaction://hlinksldjump"/>
              <a:extLst>
                <a:ext uri="{FF2B5EF4-FFF2-40B4-BE49-F238E27FC236}">
                  <a16:creationId xmlns:a16="http://schemas.microsoft.com/office/drawing/2014/main" id="{87C2D1B5-6C1A-5F57-2336-92378A3D560D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1" name="Rectangle: Rounded Corners 20">
              <a:hlinkClick r:id="rId2" action="ppaction://hlinksldjump"/>
              <a:extLst>
                <a:ext uri="{FF2B5EF4-FFF2-40B4-BE49-F238E27FC236}">
                  <a16:creationId xmlns:a16="http://schemas.microsoft.com/office/drawing/2014/main" id="{64925243-8D8B-2570-088D-5B8FF486360E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081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CAE1B-B7DA-E238-9948-CEBD7024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C5F32F-DC4C-4C88-35C2-21DC709CB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356358"/>
              </p:ext>
            </p:extLst>
          </p:nvPr>
        </p:nvGraphicFramePr>
        <p:xfrm>
          <a:off x="0" y="360822"/>
          <a:ext cx="9108436" cy="424885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PCF01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67.9%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rHDPE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thổi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màu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(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khử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mùi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)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$892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45.8%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49.1%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58.2%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61.7%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62.1%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63.7%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63.7%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3.24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098DD8C-6D28-6B67-41D1-722E40769728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FD3C715-44CA-D7FC-6E14-1C686A08DEE5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A4BDE3E0-8C3E-2062-9AF8-BA2EEA2BD5E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19EAE7A3-D5A3-9016-5EFB-9B6A1909CFF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AB36FCC3-EA99-DF7C-EF15-0890D396C3A8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320B3343-A113-6E96-E632-F0D70A7E4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1208776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1CBD28B8-A0F7-AB76-CCA3-542D8EBE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2909226"/>
            <a:ext cx="163902" cy="163902"/>
          </a:xfrm>
          <a:prstGeom prst="rect">
            <a:avLst/>
          </a:prstGeom>
        </p:spPr>
      </p:pic>
      <p:sp>
        <p:nvSpPr>
          <p:cNvPr id="19" name="Action Button: Go Home 1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3B1015C4-89F3-1A68-E739-E27C9454E19D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C6B2A6-5D47-F061-A5FB-412825BB8BDB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70DD8275-473B-CC34-7FA7-FD470127406D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6D32A2A9-7D82-776E-1924-DED06FEE72A6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07E5E2B4-B06D-4CC3-0508-D334E76C03DE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150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4DA3-AB4F-6A53-5927-E05C639B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A83C0E-6837-AE1C-7461-F7361D1D9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161576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77.0%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73.8%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67.3%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70.2%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$541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65.3%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77.0%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73.8%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67.3%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70.2%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D2F6337-DDE2-B8C6-C219-D43BB943D3B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6E5C583-7FBF-AD2C-5EE2-1333D017527C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D75FED91-2297-7169-96ED-5DB60847C3B8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095AEC44-88E8-FB00-E707-E0991BDBAA34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7BD8F024-6A44-3735-6E9A-FA9723BAB9D3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A720DCD8-DD39-FECC-615D-BE0BBD18E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1205509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8334A483-2F00-A075-DD94-6054FE6AD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2896286"/>
            <a:ext cx="163902" cy="163902"/>
          </a:xfrm>
          <a:prstGeom prst="rect">
            <a:avLst/>
          </a:prstGeom>
        </p:spPr>
      </p:pic>
      <p:sp>
        <p:nvSpPr>
          <p:cNvPr id="19" name="Action Button: Go Home 1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F1A8AAEE-DD71-B57C-3FAD-090B13BB4DD0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D49030C-7BA2-A68A-672B-CAE777F030A2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76CE27E4-D388-780F-BC47-3AF6EC8B0F7C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E960F798-5013-FD07-9F2C-A074B529CF12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482ED2C4-D837-EB5F-3486-1529F3DA7F62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227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A6B9-E86C-1F58-CAC2-9A609B72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97E66C-9E29-AAAC-3204-0742475F1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82114"/>
              </p:ext>
            </p:extLst>
          </p:nvPr>
        </p:nvGraphicFramePr>
        <p:xfrm>
          <a:off x="0" y="360821"/>
          <a:ext cx="9108443" cy="441257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5.1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51.9%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63.4%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59.8%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54.8%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64.0%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66.5%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6.1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 chính phẩm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$765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$782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62.9%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63.9%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76.2%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72.4%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67.8%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64.4%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69.6%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72.2%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75.1%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74.5%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6.6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4" name="Action Button: Go Forward or Next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29305AF-3016-6893-BB06-A2A7664EB52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A189B6B6-F384-C18E-6D30-7690EC89925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3D5C9E06-C924-DBBA-A099-E06545BC3051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951B036A-F6C3-6C25-8DB5-97521F5B31CF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5AC14BE-26FB-FBE5-FB6F-E7D8D0CA0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1231388"/>
            <a:ext cx="163902" cy="163902"/>
          </a:xfrm>
          <a:prstGeom prst="rect">
            <a:avLst/>
          </a:prstGeom>
        </p:spPr>
      </p:pic>
      <p:pic>
        <p:nvPicPr>
          <p:cNvPr id="3" name="Graphic 2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6704274-96CD-652C-82DA-B64061D95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3139264"/>
            <a:ext cx="163902" cy="163902"/>
          </a:xfrm>
          <a:prstGeom prst="rect">
            <a:avLst/>
          </a:prstGeom>
        </p:spPr>
      </p:pic>
      <p:sp>
        <p:nvSpPr>
          <p:cNvPr id="18" name="Action Button: Go Home 1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459B43C-5010-51AE-E4E6-859F605D82BB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549112-41E9-9906-B75B-AB5FC47B478A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0" name="Rectangle: Rounded Corners 19">
              <a:hlinkClick r:id="rId7" action="ppaction://hlinksldjump"/>
              <a:extLst>
                <a:ext uri="{FF2B5EF4-FFF2-40B4-BE49-F238E27FC236}">
                  <a16:creationId xmlns:a16="http://schemas.microsoft.com/office/drawing/2014/main" id="{A22C8530-AE4A-7C18-D009-9B911EB2E6EB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2B23BE31-9655-5423-268C-77321F355C95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DA1C8552-D2A0-C1FE-A395-FD0CB15C8536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693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E8F7-9F4F-0EE2-CE64-C2489E91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E6C255-4110-D6DB-5264-D31743E3E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589132"/>
              </p:ext>
            </p:extLst>
          </p:nvPr>
        </p:nvGraphicFramePr>
        <p:xfrm>
          <a:off x="0" y="360821"/>
          <a:ext cx="9108443" cy="441257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1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$391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1.5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23.2%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23.6%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23.6%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23.4%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22.4%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24.1%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36.8%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41.7%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45.8%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1" u="none" strike="noStrike" cap="non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50.8%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1.6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OUTEIRINHO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gridSpan="12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8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-FOB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2.6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:a16="http://schemas.microsoft.com/office/drawing/2014/main" id="{F19F3B7A-1D7D-25B5-BB3E-ECE2FFDCEDB6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0596D24E-35AF-05C4-8B11-4F33038C27CE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3" name="Rectangle: Rounded Corners 12">
            <a:hlinkClick r:id="rId4" action="ppaction://hlinksldjump"/>
            <a:extLst>
              <a:ext uri="{FF2B5EF4-FFF2-40B4-BE49-F238E27FC236}">
                <a16:creationId xmlns:a16="http://schemas.microsoft.com/office/drawing/2014/main" id="{8ACA30A0-4009-CC9F-4147-D6544037B004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46E3E067-71B5-81F4-D3F8-9631A7AD2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1217403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3E8ECE1B-1776-1562-0DD0-863740FB8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623" y="3149720"/>
            <a:ext cx="163902" cy="163902"/>
          </a:xfrm>
          <a:prstGeom prst="rect">
            <a:avLst/>
          </a:prstGeom>
        </p:spPr>
      </p:pic>
      <p:sp>
        <p:nvSpPr>
          <p:cNvPr id="10" name="Action Button: Go Forward or Next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5B2D624-E6CD-D489-CC73-A67E45E75999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Action Button: Go Home 1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337F42A-4B71-F2EA-1CEE-C91C13A49EE5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52A762-2624-C567-D3B7-154E32010CAD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0" name="Rectangle: Rounded Corners 19">
              <a:hlinkClick r:id="rId7" action="ppaction://hlinksldjump"/>
              <a:extLst>
                <a:ext uri="{FF2B5EF4-FFF2-40B4-BE49-F238E27FC236}">
                  <a16:creationId xmlns:a16="http://schemas.microsoft.com/office/drawing/2014/main" id="{DEB66BAE-3E92-24F8-6AF7-329930B5845B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6" action="ppaction://hlinksldjump"/>
              <a:extLst>
                <a:ext uri="{FF2B5EF4-FFF2-40B4-BE49-F238E27FC236}">
                  <a16:creationId xmlns:a16="http://schemas.microsoft.com/office/drawing/2014/main" id="{F5B15F38-5964-562C-D0DC-27AEE5E1BBBF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ACE02F0B-9D96-378D-053A-8091462849A0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47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1E08-8D2D-89E6-D063-8E243DA8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D6213A-8901-9290-4317-B34E257B0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398613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37.7%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48.6%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51.2%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55.2%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MBF01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$993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$1,000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$1,000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49.8%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51.0%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47.3%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46.6%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46.9%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48.3%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DB90CBCC-6359-609C-9B98-4E7115EB9934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DCF221F7-35DE-1660-99BA-B6691E4A969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4" action="ppaction://hlinksldjump"/>
            <a:extLst>
              <a:ext uri="{FF2B5EF4-FFF2-40B4-BE49-F238E27FC236}">
                <a16:creationId xmlns:a16="http://schemas.microsoft.com/office/drawing/2014/main" id="{2CAC1ADD-0DAC-E2D7-A514-19B897F0ABDE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273900E3-8CA5-8184-73CE-614E7E85D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1221716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03D55D0B-EC28-5097-5F2C-FDF2533FD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789" y="2908180"/>
            <a:ext cx="163902" cy="163902"/>
          </a:xfrm>
          <a:prstGeom prst="rect">
            <a:avLst/>
          </a:prstGeom>
        </p:spPr>
      </p:pic>
      <p:sp>
        <p:nvSpPr>
          <p:cNvPr id="10" name="Action Button: Go Forward or Next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DEAD397-3B39-221C-6144-C580D1096265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ction Button: Go Forward or Next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1E23A28-661E-4C19-5114-AB27EE448ECC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Action Button: Go Home 17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87570262-34FB-704F-C090-82CB45BB1199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22BE17-03C5-DC52-354F-8B2530AF357C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9" action="ppaction://hlinksldjump"/>
              <a:extLst>
                <a:ext uri="{FF2B5EF4-FFF2-40B4-BE49-F238E27FC236}">
                  <a16:creationId xmlns:a16="http://schemas.microsoft.com/office/drawing/2014/main" id="{BA2AA266-941C-7D6C-998C-EADAF76E76DB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91DF92AD-5200-32CE-FADD-933D4B98B0D7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4182C8C3-9FA0-069F-C611-745E765698AC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29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27B84-4D4B-D55D-DD3A-C83EB126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607807-4CEF-6E3A-0BFE-6CA58F646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709701"/>
              </p:ext>
            </p:extLst>
          </p:nvPr>
        </p:nvGraphicFramePr>
        <p:xfrm>
          <a:off x="0" y="360822"/>
          <a:ext cx="9108436" cy="424885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PCF01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gridSpan="12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3.17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3.18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rHDPE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thổi</a:t>
                      </a:r>
                      <a:r>
                        <a:rPr lang="en-US" sz="110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màu</a:t>
                      </a:r>
                      <a:endParaRPr lang="en-US" sz="1100" b="1" i="0" u="none" strike="noStrike" cap="non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3.19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$993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$1,000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$1,000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3.23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46.0%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36.8%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36.8%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43.1%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3.24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0FF0DFF5-A44A-7B3A-6510-8B3E60EC83D8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E6B29B56-3274-4469-DA24-FF5E8DDA7934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4" action="ppaction://hlinksldjump"/>
            <a:extLst>
              <a:ext uri="{FF2B5EF4-FFF2-40B4-BE49-F238E27FC236}">
                <a16:creationId xmlns:a16="http://schemas.microsoft.com/office/drawing/2014/main" id="{5897A845-C53E-0646-B748-06E4C59D06BD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74CBF0A4-C2EA-9478-117C-79AA513D4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1208776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99B6B048-C1BA-FB9D-4DCD-96A69C7F5F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971" y="2909226"/>
            <a:ext cx="163902" cy="163902"/>
          </a:xfrm>
          <a:prstGeom prst="rect">
            <a:avLst/>
          </a:prstGeom>
        </p:spPr>
      </p:pic>
      <p:sp>
        <p:nvSpPr>
          <p:cNvPr id="10" name="Action Button: Go Forward or Next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2CEB3F8-3517-8E2B-7DAD-7BBFECFD14B0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Action Button: Go Forward or Next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6171407-420E-AADE-FE15-E45E1F2FC3F9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Action Button: Go Home 17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322CBAB-9540-F58D-B33F-545A7E1A83D6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650161-133C-0A86-0857-7F0DD7B671E3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9" action="ppaction://hlinksldjump"/>
              <a:extLst>
                <a:ext uri="{FF2B5EF4-FFF2-40B4-BE49-F238E27FC236}">
                  <a16:creationId xmlns:a16="http://schemas.microsoft.com/office/drawing/2014/main" id="{4DDAC8D1-B97A-B0A1-AAFE-3AFCDA2075B0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C8D197EB-F135-713E-F6CD-4F60EC11D8D3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216CC38F-A668-C391-0C4D-7030456E7AF9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03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1B9C-2F89-CEC9-4F96-751B8E83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6915F0-6A03-5555-17DD-5FEB634B0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442448"/>
              </p:ext>
            </p:extLst>
          </p:nvPr>
        </p:nvGraphicFramePr>
        <p:xfrm>
          <a:off x="0" y="360822"/>
          <a:ext cx="9108436" cy="415969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4600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4140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85085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772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7721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$1,393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$622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$648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44.9%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45.1%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45.4%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47.5%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51.5%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62.3%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78.0%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461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9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4.7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4.8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4.9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$602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$628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4.11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42.9%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43.3%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45.4%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49.3%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60.1%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66.5%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70.6%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75.6%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</a:tbl>
          </a:graphicData>
        </a:graphic>
      </p:graphicFrame>
      <p:sp>
        <p:nvSpPr>
          <p:cNvPr id="18" name="Rectangle: Rounded Corners 17">
            <a:hlinkClick r:id="rId2" action="ppaction://hlinksldjump"/>
            <a:extLst>
              <a:ext uri="{FF2B5EF4-FFF2-40B4-BE49-F238E27FC236}">
                <a16:creationId xmlns:a16="http://schemas.microsoft.com/office/drawing/2014/main" id="{41A4C57F-FF65-C27C-039F-07401926AFAE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9" name="Rectangle: Rounded Corners 18">
            <a:hlinkClick r:id="rId3" action="ppaction://hlinksldjump"/>
            <a:extLst>
              <a:ext uri="{FF2B5EF4-FFF2-40B4-BE49-F238E27FC236}">
                <a16:creationId xmlns:a16="http://schemas.microsoft.com/office/drawing/2014/main" id="{5894C4D2-BF43-9437-CD80-E5CE07AE7D8A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4" action="ppaction://hlinksldjump"/>
            <a:extLst>
              <a:ext uri="{FF2B5EF4-FFF2-40B4-BE49-F238E27FC236}">
                <a16:creationId xmlns:a16="http://schemas.microsoft.com/office/drawing/2014/main" id="{65070817-B662-8E3E-F1C2-84848E8008A0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EDFAA46-CEA0-F826-F6A4-F1F797791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1205509"/>
            <a:ext cx="163902" cy="163902"/>
          </a:xfrm>
          <a:prstGeom prst="rect">
            <a:avLst/>
          </a:prstGeom>
        </p:spPr>
      </p:pic>
      <p:pic>
        <p:nvPicPr>
          <p:cNvPr id="9" name="Graphic 8" descr="Exclamation mar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0699AF1D-E52E-E994-661D-14626F6DE5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44224" y="2896286"/>
            <a:ext cx="163902" cy="163902"/>
          </a:xfrm>
          <a:prstGeom prst="rect">
            <a:avLst/>
          </a:prstGeom>
        </p:spPr>
      </p:pic>
      <p:sp>
        <p:nvSpPr>
          <p:cNvPr id="12" name="Action Button: Go Forward or Next 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A2AAFE4-37DD-6377-6037-EC6067627C23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Action Button: Go Forward or Next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673DC2C-7735-07A3-52D7-4BFBB455670B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ction Button: Go Home 1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8CB41AAB-C8F7-6520-868F-7865A1AFBC49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C10560-8813-3760-0F4F-65786CB34E4C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1" name="Rectangle: Rounded Corners 20">
              <a:hlinkClick r:id="rId9" action="ppaction://hlinksldjump"/>
              <a:extLst>
                <a:ext uri="{FF2B5EF4-FFF2-40B4-BE49-F238E27FC236}">
                  <a16:creationId xmlns:a16="http://schemas.microsoft.com/office/drawing/2014/main" id="{7F630B48-A0D4-C2B3-A05C-09A8B52083E4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1BD36916-657D-8A69-31BE-076FAF664AB3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2" action="ppaction://hlinksldjump"/>
              <a:extLst>
                <a:ext uri="{FF2B5EF4-FFF2-40B4-BE49-F238E27FC236}">
                  <a16:creationId xmlns:a16="http://schemas.microsoft.com/office/drawing/2014/main" id="{DFE0B9E0-ACAC-2118-4AA7-B5C15AED1618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80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E450-D164-EBA3-2C7B-F9560924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EC3038-0631-8B8E-D2AB-93262AA12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742054"/>
              </p:ext>
            </p:extLst>
          </p:nvPr>
        </p:nvGraphicFramePr>
        <p:xfrm>
          <a:off x="0" y="360821"/>
          <a:ext cx="9108443" cy="441257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61099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388748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604883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5.1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-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$307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34.4%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32.5%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32.7%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31.6%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40.4%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43.0%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51.1%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54.2%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56.1%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60.2%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iSS01084G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6.1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-DDP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6.3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chính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$930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$852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$830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6.4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+/- R </a:t>
                      </a:r>
                      <a:r>
                        <a:rPr lang="en-US" sz="1000" b="0" i="1" u="none" strike="noStrike" dirty="0" err="1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 Virgin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$385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$485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% +/-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39.9%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39.6%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38.8%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41.4%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49.4%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52.5%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54.3%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3995E8"/>
                          </a:solidFill>
                          <a:effectLst/>
                          <a:latin typeface="Aptos Display" panose="020B0004020202020204" pitchFamily="34" charset="0"/>
                        </a:rPr>
                        <a:t>58.4%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790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6.6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4765418"/>
                  </a:ext>
                </a:extLst>
              </a:tr>
            </a:tbl>
          </a:graphicData>
        </a:graphic>
      </p:graphicFrame>
      <p:sp>
        <p:nvSpPr>
          <p:cNvPr id="17" name="Rectangle: Rounded Corners 16">
            <a:hlinkClick r:id="rId2" action="ppaction://hlinksldjump"/>
            <a:extLst>
              <a:ext uri="{FF2B5EF4-FFF2-40B4-BE49-F238E27FC236}">
                <a16:creationId xmlns:a16="http://schemas.microsoft.com/office/drawing/2014/main" id="{90A9B553-2257-08EE-21DB-E502F69044C6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8" name="Rectangle: Rounded Corners 17">
            <a:hlinkClick r:id="rId3" action="ppaction://hlinksldjump"/>
            <a:extLst>
              <a:ext uri="{FF2B5EF4-FFF2-40B4-BE49-F238E27FC236}">
                <a16:creationId xmlns:a16="http://schemas.microsoft.com/office/drawing/2014/main" id="{F66A2410-B0A9-007D-12CB-1A5831104005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ECE1D8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9" name="Rectangle: Rounded Corners 18">
            <a:hlinkClick r:id="rId4" action="ppaction://hlinksldjump"/>
            <a:extLst>
              <a:ext uri="{FF2B5EF4-FFF2-40B4-BE49-F238E27FC236}">
                <a16:creationId xmlns:a16="http://schemas.microsoft.com/office/drawing/2014/main" id="{5A594FAF-9BA2-2BAC-24A7-859FE31B53A7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1173C344-62C8-C861-C0A3-86F68C2A41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1231388"/>
            <a:ext cx="163902" cy="163902"/>
          </a:xfrm>
          <a:prstGeom prst="rect">
            <a:avLst/>
          </a:prstGeom>
        </p:spPr>
      </p:pic>
      <p:pic>
        <p:nvPicPr>
          <p:cNvPr id="3" name="Graphic 2" descr="Exclamation mar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3452FA61-D2CF-5DCF-4291-C3AB305DA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623" y="3139264"/>
            <a:ext cx="163902" cy="163902"/>
          </a:xfrm>
          <a:prstGeom prst="rect">
            <a:avLst/>
          </a:prstGeom>
        </p:spPr>
      </p:pic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1381E8D-C3DD-5C81-DFC3-A1BA0378B88D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Action Button: Go Home 1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86231CA1-07F3-E44A-6BE4-522C2596B47B}"/>
              </a:ext>
            </a:extLst>
          </p:cNvPr>
          <p:cNvSpPr/>
          <p:nvPr/>
        </p:nvSpPr>
        <p:spPr>
          <a:xfrm>
            <a:off x="6843353" y="30769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ADFB54-03BF-EE8F-ED1E-1561A2055C2F}"/>
              </a:ext>
            </a:extLst>
          </p:cNvPr>
          <p:cNvGrpSpPr/>
          <p:nvPr/>
        </p:nvGrpSpPr>
        <p:grpSpPr>
          <a:xfrm>
            <a:off x="7252062" y="16030"/>
            <a:ext cx="1854660" cy="333103"/>
            <a:chOff x="7252062" y="16030"/>
            <a:chExt cx="1854660" cy="333103"/>
          </a:xfrm>
        </p:grpSpPr>
        <p:sp>
          <p:nvSpPr>
            <p:cNvPr id="20" name="Rectangle: Rounded Corners 19">
              <a:hlinkClick r:id="rId8" action="ppaction://hlinksldjump"/>
              <a:extLst>
                <a:ext uri="{FF2B5EF4-FFF2-40B4-BE49-F238E27FC236}">
                  <a16:creationId xmlns:a16="http://schemas.microsoft.com/office/drawing/2014/main" id="{20AE5BBF-8F62-A705-60FC-90A07C29D5B9}"/>
                </a:ext>
              </a:extLst>
            </p:cNvPr>
            <p:cNvSpPr/>
            <p:nvPr/>
          </p:nvSpPr>
          <p:spPr>
            <a:xfrm>
              <a:off x="7876680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7" action="ppaction://hlinksldjump"/>
              <a:extLst>
                <a:ext uri="{FF2B5EF4-FFF2-40B4-BE49-F238E27FC236}">
                  <a16:creationId xmlns:a16="http://schemas.microsoft.com/office/drawing/2014/main" id="{08364D4D-F4D0-20EB-6A16-34CA2CA8F036}"/>
                </a:ext>
              </a:extLst>
            </p:cNvPr>
            <p:cNvSpPr/>
            <p:nvPr/>
          </p:nvSpPr>
          <p:spPr>
            <a:xfrm>
              <a:off x="7252062" y="16030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3D071EB8-19D5-F886-CEDC-90DA54C291B4}"/>
                </a:ext>
              </a:extLst>
            </p:cNvPr>
            <p:cNvSpPr/>
            <p:nvPr/>
          </p:nvSpPr>
          <p:spPr>
            <a:xfrm>
              <a:off x="8501297" y="16030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00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0B9A-13CA-F817-8EFF-77155630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6D51CA-A201-EA7C-BC03-A53C64B61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242128"/>
              </p:ext>
            </p:extLst>
          </p:nvPr>
        </p:nvGraphicFramePr>
        <p:xfrm>
          <a:off x="1" y="360821"/>
          <a:ext cx="9144001" cy="322385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 (*)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Aptos Display" panose="020B0004020202020204" pitchFamily="34" charset="0"/>
                        </a:rPr>
                        <a:t>NIAGARA</a:t>
                      </a:r>
                      <a:endParaRPr lang="en-US" sz="11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Giá Base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Chênh lệch ICIS 2 tháng trước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($44)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hoa hồng (1.5%)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37891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2737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B0F0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1.1.2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15" name="Action Button: Go Forward or Next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6B535A3-FE7E-AA13-3058-6B10A5D7FBDD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ction Button: Go Home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0C1923E-0F06-F045-0223-E1FE3A49388A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hlinkClick r:id="rId3" action="ppaction://hlinksldjump"/>
            <a:extLst>
              <a:ext uri="{FF2B5EF4-FFF2-40B4-BE49-F238E27FC236}">
                <a16:creationId xmlns:a16="http://schemas.microsoft.com/office/drawing/2014/main" id="{A328ED21-634F-3192-9255-8458D95D9A6D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9" name="Rectangle: Rounded Corners 18">
            <a:hlinkClick r:id="rId4" action="ppaction://hlinksldjump"/>
            <a:extLst>
              <a:ext uri="{FF2B5EF4-FFF2-40B4-BE49-F238E27FC236}">
                <a16:creationId xmlns:a16="http://schemas.microsoft.com/office/drawing/2014/main" id="{77C7CA57-83A9-EB9C-588C-07E5FE224402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5" action="ppaction://hlinksldjump"/>
            <a:extLst>
              <a:ext uri="{FF2B5EF4-FFF2-40B4-BE49-F238E27FC236}">
                <a16:creationId xmlns:a16="http://schemas.microsoft.com/office/drawing/2014/main" id="{B88FF824-CC30-6FF6-6A1F-E972791D4936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3" name="Graphic 2" descr="Bac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21866FF5-7362-74AF-CF82-D1C169BC8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9331089-A17D-9794-26C5-20ECDA615125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3" name="Rectangle: Rounded Corners 12">
              <a:hlinkClick r:id="rId4" action="ppaction://hlinksldjump"/>
              <a:extLst>
                <a:ext uri="{FF2B5EF4-FFF2-40B4-BE49-F238E27FC236}">
                  <a16:creationId xmlns:a16="http://schemas.microsoft.com/office/drawing/2014/main" id="{FFFE0FFC-4527-F1D4-0FFE-8E4367DFDCF4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4" name="Rectangle: Rounded Corners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42564AAD-0683-3E96-4F25-56CBAC68AC11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" name="Rectangle: Rounded Corners 1">
              <a:hlinkClick r:id="rId2" action="ppaction://hlinksldjump"/>
              <a:extLst>
                <a:ext uri="{FF2B5EF4-FFF2-40B4-BE49-F238E27FC236}">
                  <a16:creationId xmlns:a16="http://schemas.microsoft.com/office/drawing/2014/main" id="{A45A889C-E102-9AAE-62B5-0D0B3A6FD2B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BF96CF-7EA8-3A03-973F-B4D856950414}"/>
              </a:ext>
            </a:extLst>
          </p:cNvPr>
          <p:cNvSpPr/>
          <p:nvPr/>
        </p:nvSpPr>
        <p:spPr>
          <a:xfrm>
            <a:off x="1662224" y="3978817"/>
            <a:ext cx="6151662" cy="8598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ptos Display" panose="020B0004020202020204" pitchFamily="34" charset="0"/>
              </a:rPr>
              <a:t>Hiện đang đàm phán </a:t>
            </a:r>
            <a:r>
              <a:rPr lang="en-US" b="1">
                <a:solidFill>
                  <a:schemeClr val="tx1"/>
                </a:solidFill>
                <a:latin typeface="Aptos Display" panose="020B0004020202020204" pitchFamily="34" charset="0"/>
              </a:rPr>
              <a:t>nhận lại chênh lệch 10% 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Aptos Display" panose="020B0004020202020204" pitchFamily="34" charset="0"/>
              </a:rPr>
              <a:t>cho thuế quan Mỹ giảm từ 20% (riêng VN) xuống 10% (cho tất cả nước)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Aptos Display" panose="020B0004020202020204" pitchFamily="34" charset="0"/>
                <a:sym typeface="Wingdings" panose="05000000000000000000" pitchFamily="2" charset="2"/>
              </a:rPr>
              <a:t> Khả năng </a:t>
            </a:r>
            <a:r>
              <a:rPr lang="en-US" b="1">
                <a:solidFill>
                  <a:schemeClr val="tx1"/>
                </a:solidFill>
                <a:latin typeface="Aptos Display" panose="020B0004020202020204" pitchFamily="34" charset="0"/>
                <a:sym typeface="Wingdings" panose="05000000000000000000" pitchFamily="2" charset="2"/>
              </a:rPr>
              <a:t>thu được $210,000</a:t>
            </a:r>
            <a:endParaRPr lang="en-US" b="1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r>
              <a:rPr lang="en-US" i="1">
                <a:solidFill>
                  <a:schemeClr val="tx1"/>
                </a:solidFill>
                <a:latin typeface="Aptos Display" panose="020B0004020202020204" pitchFamily="34" charset="0"/>
              </a:rPr>
              <a:t>(Đang trình bày tạm theo giá công thức hiện tại)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4600DB25-A740-1499-65E2-18D4509EC3A0}"/>
              </a:ext>
            </a:extLst>
          </p:cNvPr>
          <p:cNvSpPr/>
          <p:nvPr/>
        </p:nvSpPr>
        <p:spPr>
          <a:xfrm>
            <a:off x="2103120" y="1103812"/>
            <a:ext cx="1711959" cy="2586108"/>
          </a:xfrm>
          <a:prstGeom prst="wedgeRoundRectCallout">
            <a:avLst>
              <a:gd name="adj1" fmla="val -12821"/>
              <a:gd name="adj2" fmla="val 59722"/>
              <a:gd name="adj3" fmla="val 16667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51AF9-B690-22B1-353C-96DB8BE4410E}"/>
              </a:ext>
            </a:extLst>
          </p:cNvPr>
          <p:cNvSpPr txBox="1"/>
          <p:nvPr/>
        </p:nvSpPr>
        <p:spPr>
          <a:xfrm>
            <a:off x="0" y="3599624"/>
            <a:ext cx="15616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>
                <a:solidFill>
                  <a:schemeClr val="bg1">
                    <a:lumMod val="50000"/>
                  </a:schemeClr>
                </a:solidFill>
                <a:latin typeface="Aptos Display" panose="020B0004020202020204" pitchFamily="34" charset="0"/>
              </a:rPr>
              <a:t>(*): đã đàm phán tăng giá 10%</a:t>
            </a:r>
          </a:p>
        </p:txBody>
      </p:sp>
    </p:spTree>
    <p:extLst>
      <p:ext uri="{BB962C8B-B14F-4D97-AF65-F5344CB8AC3E}">
        <p14:creationId xmlns:p14="http://schemas.microsoft.com/office/powerpoint/2010/main" val="57231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E02C-7D9D-E10F-7564-98E25BC3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5D1D8F-4B06-AAA6-662B-5105560E0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324411"/>
              </p:ext>
            </p:extLst>
          </p:nvPr>
        </p:nvGraphicFramePr>
        <p:xfrm>
          <a:off x="1" y="360821"/>
          <a:ext cx="9144001" cy="322385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2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13">
                  <a:txBody>
                    <a:bodyPr/>
                    <a:lstStyle/>
                    <a:p>
                      <a:r>
                        <a:rPr lang="en-US" sz="1100" b="1">
                          <a:latin typeface="Aptos Display" panose="020B0004020202020204" pitchFamily="34" charset="0"/>
                        </a:rPr>
                        <a:t>SHEPLEY (NIAGARA NON-US)</a:t>
                      </a:r>
                      <a:endParaRPr lang="en-US" sz="11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2.1</a:t>
                      </a:r>
                      <a:endParaRPr lang="en-US" sz="900" b="1" dirty="0">
                        <a:solidFill>
                          <a:srgbClr val="0000FF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Giá Base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2.1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Chênh lệch ICIS 2 tháng trước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($44)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cap="non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hoa hồng (1.5%)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rgbClr val="BFBFB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32837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F87C56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B0F0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2.1.2</a:t>
                      </a:r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15" name="Action Button: Go Forward or Next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B54C82F-A3D2-F231-F378-878B720AD267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ction Button: Go Home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5659CCC-6B07-8FDC-C8EE-78A0DB1CC814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hlinkClick r:id="rId3" action="ppaction://hlinksldjump"/>
            <a:extLst>
              <a:ext uri="{FF2B5EF4-FFF2-40B4-BE49-F238E27FC236}">
                <a16:creationId xmlns:a16="http://schemas.microsoft.com/office/drawing/2014/main" id="{62364596-3570-85F9-C855-3FBD87575889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9" name="Rectangle: Rounded Corners 18">
            <a:hlinkClick r:id="rId4" action="ppaction://hlinksldjump"/>
            <a:extLst>
              <a:ext uri="{FF2B5EF4-FFF2-40B4-BE49-F238E27FC236}">
                <a16:creationId xmlns:a16="http://schemas.microsoft.com/office/drawing/2014/main" id="{6DB46254-C5CF-B218-20E2-01B00A5D58B3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5" action="ppaction://hlinksldjump"/>
            <a:extLst>
              <a:ext uri="{FF2B5EF4-FFF2-40B4-BE49-F238E27FC236}">
                <a16:creationId xmlns:a16="http://schemas.microsoft.com/office/drawing/2014/main" id="{6C8E5668-C34D-8C2C-450F-7EBA4CAD4D2D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3" name="Graphic 2" descr="Back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D6595D2D-E7CD-115A-F76C-29263A82C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5167541-72F2-F088-2BF8-57D6960F6228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3" name="Rectangle: Rounded Corners 12">
              <a:hlinkClick r:id="rId4" action="ppaction://hlinksldjump"/>
              <a:extLst>
                <a:ext uri="{FF2B5EF4-FFF2-40B4-BE49-F238E27FC236}">
                  <a16:creationId xmlns:a16="http://schemas.microsoft.com/office/drawing/2014/main" id="{C61B02F3-C0F9-8D8A-C9C0-6BDFE50A518A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4" name="Rectangle: Rounded Corners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7EF3A133-E8F0-880A-180A-DE97E0C97028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" name="Rectangle: Rounded Corners 1">
              <a:hlinkClick r:id="rId2" action="ppaction://hlinksldjump"/>
              <a:extLst>
                <a:ext uri="{FF2B5EF4-FFF2-40B4-BE49-F238E27FC236}">
                  <a16:creationId xmlns:a16="http://schemas.microsoft.com/office/drawing/2014/main" id="{7DFC3EEA-4FF0-57DE-9214-9E412893063A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069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C5AA-41E6-D8EC-5B81-95BF9C649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A868C3-CD6D-02D7-D518-D26933C4C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828419"/>
              </p:ext>
            </p:extLst>
          </p:nvPr>
        </p:nvGraphicFramePr>
        <p:xfrm>
          <a:off x="1" y="360821"/>
          <a:ext cx="9144001" cy="343572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gridSpan="1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KINH DOANH CHỐT GIÁ CỨNG VỚI KHÁCH HÀNG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(30%)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900" b="0" i="1" u="none" strike="noStrike" kern="0" cap="none" spc="0" normalizeH="0" baseline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14D2A18-CFB4-F83A-9E62-6892EB4F5F6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FFFDD1C-A25A-81A4-2EB5-36C2D2981739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BB804133-E447-5D6D-D5F3-4FF1030A291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7B7F60DE-EE1E-4090-B90A-B0A2D76333C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672C6490-AB5A-FF73-F5ED-B293FC2215FF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238E54B-707F-3926-3C08-63858DB36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sp>
        <p:nvSpPr>
          <p:cNvPr id="18" name="Action Button: Go Home 1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E00A2B4-B672-D71F-1A97-D0DA027B7470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72372F-F8F4-5825-5357-15CB11112A5C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0" name="Rectangle: Rounded Corners 19">
              <a:hlinkClick r:id="rId3" action="ppaction://hlinksldjump"/>
              <a:extLst>
                <a:ext uri="{FF2B5EF4-FFF2-40B4-BE49-F238E27FC236}">
                  <a16:creationId xmlns:a16="http://schemas.microsoft.com/office/drawing/2014/main" id="{87CC46AB-5A96-5AFD-096F-AF669E0CCF46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F292F63D-CB2B-B3FC-DE85-B1E291F7F02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87D32C0A-64CF-B9E5-2E22-29A645E61EA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426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5C32C-1941-F41D-EDE8-1CCF38752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C7D451-F7E3-C9F8-F372-CD64F2D3B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305371"/>
              </p:ext>
            </p:extLst>
          </p:nvPr>
        </p:nvGraphicFramePr>
        <p:xfrm>
          <a:off x="1" y="360821"/>
          <a:ext cx="9144001" cy="4560553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MBF01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gridSpan="12"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KINH DOANH CHỐT GIÁ CỨNG VỚI KHÁCH HÀNG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(21.3%)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3.2.2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PCF01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3.3.A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50" b="1" i="0" u="none" strike="noStrike" cap="non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1" u="none" strike="noStrike" cap="none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7AAE83B-63FB-BC98-C56D-2242A0FFE8FA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70389FF-2B4A-9040-CA93-94A06EEFB374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57C26C45-1033-DF56-C5D3-E589A37975B1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B9AA50E5-76A6-C9DE-FAE3-C3F95DEF137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5E89CA5B-CE5D-E13E-882A-09A856A6D968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68064756-A7E2-3688-E0DA-12CFA93339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11" name="Graphic 10" descr="Bac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E36DAF02-78BC-3C91-E414-9C21362F1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3755390"/>
            <a:ext cx="228600" cy="228600"/>
          </a:xfrm>
          <a:prstGeom prst="rect">
            <a:avLst/>
          </a:prstGeom>
        </p:spPr>
      </p:pic>
      <p:sp>
        <p:nvSpPr>
          <p:cNvPr id="20" name="Action Button: Go Home 19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90AA4A92-3EB8-CABB-5D56-F638012A6C27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B377DC-4CA4-BB95-C3A6-783167A83FC3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2" name="Rectangle: Rounded Corners 21">
              <a:hlinkClick r:id="rId3" action="ppaction://hlinksldjump"/>
              <a:extLst>
                <a:ext uri="{FF2B5EF4-FFF2-40B4-BE49-F238E27FC236}">
                  <a16:creationId xmlns:a16="http://schemas.microsoft.com/office/drawing/2014/main" id="{29EFD695-9F48-1BE6-CB12-1D3A57B41FB4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3" name="Rectangle: Rounded Corners 22">
              <a:hlinkClick r:id="rId9" action="ppaction://hlinksldjump"/>
              <a:extLst>
                <a:ext uri="{FF2B5EF4-FFF2-40B4-BE49-F238E27FC236}">
                  <a16:creationId xmlns:a16="http://schemas.microsoft.com/office/drawing/2014/main" id="{23A1A092-54B9-00B5-6622-EAADB5833FF2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4" name="Rectangle: Rounded Corners 23">
              <a:hlinkClick r:id="rId8" action="ppaction://hlinksldjump"/>
              <a:extLst>
                <a:ext uri="{FF2B5EF4-FFF2-40B4-BE49-F238E27FC236}">
                  <a16:creationId xmlns:a16="http://schemas.microsoft.com/office/drawing/2014/main" id="{E7F9A8C8-F8EA-2B97-6286-D4CFBB7CACCE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13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5EC7-07E3-C999-9F33-CFA9719F3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7BC5DB-4CFD-8FB1-8741-801D0AE36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36451"/>
              </p:ext>
            </p:extLst>
          </p:nvPr>
        </p:nvGraphicFramePr>
        <p:xfrm>
          <a:off x="1" y="360821"/>
          <a:ext cx="9144001" cy="230100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rHDPE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thổi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màu-khử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mùi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PCF01/MBF01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gridSpan="9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86116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$5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$5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3FA9893-7246-FE8F-E230-1E069505C4D9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ction Button: Go Forward or Next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62C5E8D-94BB-B90F-76BB-10718A6F7A17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:a16="http://schemas.microsoft.com/office/drawing/2014/main" id="{D3BB5E81-864A-337C-A70C-12165CCBCD43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23908EDF-7B82-6C9F-682F-FE204165793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3" name="Rectangle: Rounded Corners 12">
            <a:hlinkClick r:id="rId4" action="ppaction://hlinksldjump"/>
            <a:extLst>
              <a:ext uri="{FF2B5EF4-FFF2-40B4-BE49-F238E27FC236}">
                <a16:creationId xmlns:a16="http://schemas.microsoft.com/office/drawing/2014/main" id="{476F838F-108F-5D99-3047-C3F197BF33B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0" name="Graphic 9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3A17B8D9-4ADD-ADA0-625C-ED6747C3D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4040" y="1316990"/>
            <a:ext cx="228600" cy="228600"/>
          </a:xfrm>
          <a:prstGeom prst="rect">
            <a:avLst/>
          </a:prstGeom>
        </p:spPr>
      </p:pic>
      <p:sp>
        <p:nvSpPr>
          <p:cNvPr id="18" name="Action Button: Go Home 1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27EDCB83-EC9C-3999-A4F2-87C8EB790A69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CAE5336-BB6D-26B9-A128-D30B149DFF7F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0" name="Rectangle: Rounded Corners 19">
              <a:hlinkClick r:id="rId3" action="ppaction://hlinksldjump"/>
              <a:extLst>
                <a:ext uri="{FF2B5EF4-FFF2-40B4-BE49-F238E27FC236}">
                  <a16:creationId xmlns:a16="http://schemas.microsoft.com/office/drawing/2014/main" id="{00A84594-60A2-154A-904F-B76F0DC25494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8" action="ppaction://hlinksldjump"/>
              <a:extLst>
                <a:ext uri="{FF2B5EF4-FFF2-40B4-BE49-F238E27FC236}">
                  <a16:creationId xmlns:a16="http://schemas.microsoft.com/office/drawing/2014/main" id="{681E8F4C-3DE1-E08D-61E9-8878B6CA745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34EFC91A-A4EB-D94E-F2D3-4C3B77A0B75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782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2D47C-C003-CE46-454E-9FA382DC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7C9957-23B8-88EC-0E56-14CA12E0B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928374"/>
              </p:ext>
            </p:extLst>
          </p:nvPr>
        </p:nvGraphicFramePr>
        <p:xfrm>
          <a:off x="1" y="360821"/>
          <a:ext cx="9144001" cy="327845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latin typeface="Aptos Display" panose="020B0004020202020204" pitchFamily="34" charset="0"/>
                        </a:rPr>
                        <a:t>4</a:t>
                      </a:r>
                      <a:endParaRPr lang="en-US" sz="9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Aptos Display" panose="020B0004020202020204" pitchFamily="34" charset="0"/>
                        </a:rPr>
                        <a:t>SUNTORY VIỆT NAM</a:t>
                      </a:r>
                      <a:endParaRPr lang="en-US" sz="1100" b="1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4.1</a:t>
                      </a:r>
                      <a:endParaRPr lang="en-US" sz="1050" b="1" i="0" u="none" strike="noStrike" cap="non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 (DDP)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4.1.1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   Cp vận chuyển – Miền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7399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   Rebate (6% giá trị)</a:t>
                      </a:r>
                      <a:endParaRPr lang="en-US" sz="1000" b="0" i="1" u="none" strike="noStrike" cap="non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67952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4.1.2</a:t>
                      </a:r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iSS01G (DDP)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78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1" u="none" strike="noStrike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97435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      Rebate (6% giá trị)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958834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4.2.2</a:t>
                      </a:r>
                      <a:endParaRPr lang="en-US" sz="90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9F11F8E-433C-C373-7068-32110DE2DF00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77E5D8C1-05BC-1F77-0DFC-F58502227427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666E73B8-51BB-A62E-86F9-D5C87DEBA436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8C60FC8F-1B63-E5ED-3B8B-57C43363D19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9" name="Graphic 8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7707009B-45D4-CBD8-76EB-90E795F1F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pic>
        <p:nvPicPr>
          <p:cNvPr id="13" name="Graphic 12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6E9DD73C-024D-5A96-FD48-D6D76D90E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2397741"/>
            <a:ext cx="228600" cy="228600"/>
          </a:xfrm>
          <a:prstGeom prst="rect">
            <a:avLst/>
          </a:prstGeom>
        </p:spPr>
      </p:pic>
      <p:sp>
        <p:nvSpPr>
          <p:cNvPr id="19" name="Action Button: Go Home 1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372A6FFF-A88C-0DC6-8A0F-FABFD0586DF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BA1241-FBC5-1F52-BBCA-A04AB8A48856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1" name="Rectangle: Rounded Corners 20">
              <a:hlinkClick r:id="rId3" action="ppaction://hlinksldjump"/>
              <a:extLst>
                <a:ext uri="{FF2B5EF4-FFF2-40B4-BE49-F238E27FC236}">
                  <a16:creationId xmlns:a16="http://schemas.microsoft.com/office/drawing/2014/main" id="{C43A9129-641D-BB5C-3A3C-8329D4FD586B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3CB41977-4F8B-062F-0962-6C553CAA612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7" action="ppaction://hlinksldjump"/>
              <a:extLst>
                <a:ext uri="{FF2B5EF4-FFF2-40B4-BE49-F238E27FC236}">
                  <a16:creationId xmlns:a16="http://schemas.microsoft.com/office/drawing/2014/main" id="{A66FF29E-CD26-6293-DE0F-30E800914238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494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7D3C-03FA-75F6-B183-02CE21B4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2DB7CF-DD74-A716-8635-B3FAB84EF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10954"/>
              </p:ext>
            </p:extLst>
          </p:nvPr>
        </p:nvGraphicFramePr>
        <p:xfrm>
          <a:off x="1" y="360821"/>
          <a:ext cx="9144001" cy="2770352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 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 (EXW)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5.1.2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78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Nam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97435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6.1.2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000" b="0" i="0" u="none" strike="noStrike" cap="non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0D52752-C34F-5DFB-F5F8-EF8082D2D1D8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AC99873B-CA7F-7458-929A-BAF4B72B7C12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3EE45029-0456-5FC1-22AA-AF3B95E7580C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809B89A7-AD28-70E3-7BB5-EAA8FEFC16CF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9" name="Graphic 8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B6BFD41C-A2C8-547B-AC3D-3886F1F14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pic>
        <p:nvPicPr>
          <p:cNvPr id="13" name="Graphic 12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E325BEE8-9D19-E562-79D7-1CD52648C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2162613"/>
            <a:ext cx="228600" cy="228600"/>
          </a:xfrm>
          <a:prstGeom prst="rect">
            <a:avLst/>
          </a:prstGeom>
        </p:spPr>
      </p:pic>
      <p:sp>
        <p:nvSpPr>
          <p:cNvPr id="19" name="Action Button: Go Home 1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012D6BE5-D16B-8DB4-E5A0-CF9D74319FE5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ACA26A8-77F4-2D3F-7835-57CB3DCA95AD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21" name="Rectangle: Rounded Corners 20">
              <a:hlinkClick r:id="rId3" action="ppaction://hlinksldjump"/>
              <a:extLst>
                <a:ext uri="{FF2B5EF4-FFF2-40B4-BE49-F238E27FC236}">
                  <a16:creationId xmlns:a16="http://schemas.microsoft.com/office/drawing/2014/main" id="{E12F7E1C-131D-6FE8-C7C2-BB813A91B0BB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2" name="Rectangle: Rounded Corners 21">
              <a:hlinkClick r:id="rId8" action="ppaction://hlinksldjump"/>
              <a:extLst>
                <a:ext uri="{FF2B5EF4-FFF2-40B4-BE49-F238E27FC236}">
                  <a16:creationId xmlns:a16="http://schemas.microsoft.com/office/drawing/2014/main" id="{8F65456E-5458-F472-6161-670BB34C466F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3" name="Rectangle: Rounded Corners 22">
              <a:hlinkClick r:id="rId7" action="ppaction://hlinksldjump"/>
              <a:extLst>
                <a:ext uri="{FF2B5EF4-FFF2-40B4-BE49-F238E27FC236}">
                  <a16:creationId xmlns:a16="http://schemas.microsoft.com/office/drawing/2014/main" id="{9109E44A-C0BE-0C06-52BB-A9FECF99C6BE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345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3DD9-B6A4-3522-8856-3BA7416A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919395-9914-2B24-5C5B-5DEC9B34F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65846"/>
              </p:ext>
            </p:extLst>
          </p:nvPr>
        </p:nvGraphicFramePr>
        <p:xfrm>
          <a:off x="1" y="360821"/>
          <a:ext cx="9144001" cy="446786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3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$1,377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$1,271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(10%)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($138)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($135)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($127)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$1,064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hoa hồng (1.5%)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1" u="none" strike="noStrike" cap="non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65006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900" b="0" i="0" u="none" strike="noStrike" cap="none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B0F0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 cap="none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1.1.2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OUTEIREINHO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80911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3672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71255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BFBFB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359349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2.1.2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$1,240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724430"/>
                  </a:ext>
                </a:extLst>
              </a:tr>
            </a:tbl>
          </a:graphicData>
        </a:graphic>
      </p:graphicFrame>
      <p:sp>
        <p:nvSpPr>
          <p:cNvPr id="15" name="Action Button: Go Forward or Next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909AB5F-77DE-C776-F925-9F424EDC5AD5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: Rounded Corners 17">
            <a:hlinkClick r:id="rId2" action="ppaction://hlinksldjump"/>
            <a:extLst>
              <a:ext uri="{FF2B5EF4-FFF2-40B4-BE49-F238E27FC236}">
                <a16:creationId xmlns:a16="http://schemas.microsoft.com/office/drawing/2014/main" id="{2B8334DC-2217-5F79-050D-3DAA946D9604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9" name="Rectangle: Rounded Corners 18">
            <a:hlinkClick r:id="rId3" action="ppaction://hlinksldjump"/>
            <a:extLst>
              <a:ext uri="{FF2B5EF4-FFF2-40B4-BE49-F238E27FC236}">
                <a16:creationId xmlns:a16="http://schemas.microsoft.com/office/drawing/2014/main" id="{376CC4FE-0857-1B7D-F892-A8846EFB380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20" name="Rectangle: Rounded Corners 19">
            <a:hlinkClick r:id="rId4" action="ppaction://hlinksldjump"/>
            <a:extLst>
              <a:ext uri="{FF2B5EF4-FFF2-40B4-BE49-F238E27FC236}">
                <a16:creationId xmlns:a16="http://schemas.microsoft.com/office/drawing/2014/main" id="{93C676BC-7259-154A-3918-3E8D6070B4FF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3" name="Graphic 2" descr="Back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817F5FA6-5C72-79D6-3948-D2E59553B0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4" name="Graphic 3" descr="Back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4233462F-8945-C4CE-5E5D-0AC8E613C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3615691"/>
            <a:ext cx="228600" cy="228600"/>
          </a:xfrm>
          <a:prstGeom prst="rect">
            <a:avLst/>
          </a:prstGeom>
        </p:spPr>
      </p:pic>
      <p:sp>
        <p:nvSpPr>
          <p:cNvPr id="10" name="Action Button: Go Home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440AA60-AD01-10A0-7708-D2F6D3A184A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B0CA10-7187-039B-9E7F-2F5A73CE5854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7" name="Rectangle: Rounded Corners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BB07B709-B28E-F5A1-DC18-79FD6CF6C57A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21" name="Rectangle: Rounded Corners 20">
              <a:hlinkClick r:id="rId6" action="ppaction://hlinksldjump"/>
              <a:extLst>
                <a:ext uri="{FF2B5EF4-FFF2-40B4-BE49-F238E27FC236}">
                  <a16:creationId xmlns:a16="http://schemas.microsoft.com/office/drawing/2014/main" id="{F60A5C4F-B47B-A448-820C-8AE7A68D8552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22" name="Rectangle: Rounded Corners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57ACEC32-97E2-305D-6F45-A024456D3D32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725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7E74-9E7A-0861-0720-9A689EE4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D59BD0-2525-5E9F-B28E-1D0F4EC7E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607386"/>
              </p:ext>
            </p:extLst>
          </p:nvPr>
        </p:nvGraphicFramePr>
        <p:xfrm>
          <a:off x="1" y="360821"/>
          <a:ext cx="9144001" cy="343572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KINH DOANH CHỐT GIÁ CỨNG VỚI KHÁCH HÀNG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(30%)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$1,220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C99B412-06D5-D94B-EC25-849A8F61EFCB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AC78FE5-D36B-EA8E-38B7-BE42CAD6CFAD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3C1E57A7-DB68-2C60-9EA8-2703D5FFBC6A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4D66371C-66E6-782A-37E8-1EF6C8D4606E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FCC3D8E0-239E-67E7-FAB2-983EEA6B4FCA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932A4258-59A1-8A0F-80B9-7B60CB13BB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sp>
        <p:nvSpPr>
          <p:cNvPr id="3" name="Action Button: Go Hom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AE6E00E-C07F-587D-04A3-7F4AAAAC7567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CCA768-148D-4936-483F-425E053B057B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5F6DAD3D-49A2-F9E7-7CA3-18BBDC14954C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676705D5-D948-CC84-37F8-B949F0801442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D4E31355-921E-F6C4-7BFF-13A7F00FD442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30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DF7B-95CC-A9E7-81E5-DB07670C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30FB79-3AE9-AC70-493D-C58D1FD42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331471"/>
              </p:ext>
            </p:extLst>
          </p:nvPr>
        </p:nvGraphicFramePr>
        <p:xfrm>
          <a:off x="1" y="360821"/>
          <a:ext cx="9144001" cy="4560553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MBF01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gridSpan="9"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KINH DOANH CHỐT GIÁ CỨNG VỚI KHÁCH HÀNG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(21.3%)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3.2.2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PCF01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3.3.A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BFC6B45-63D1-04FC-19F7-D181706A38CB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ction Button: Go Forward or Next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726DB6F-C20A-F43B-0419-119E2A3FCE52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93E33055-2B45-CE90-358B-6EBA0A0ABBDD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3" name="Rectangle: Rounded Corners 12">
            <a:hlinkClick r:id="rId3" action="ppaction://hlinksldjump"/>
            <a:extLst>
              <a:ext uri="{FF2B5EF4-FFF2-40B4-BE49-F238E27FC236}">
                <a16:creationId xmlns:a16="http://schemas.microsoft.com/office/drawing/2014/main" id="{D30E74C5-D634-A5DD-F8AF-E1CAEE4B369D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54325574-645D-877E-8CBD-0DCEDBAE5C9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2" name="Graphic 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739DB6E2-D6C8-5977-CF70-B8B677D052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11" name="Graphic 10" descr="Back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1218C874-79AE-03F5-01E9-8D182D3A5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3755390"/>
            <a:ext cx="228600" cy="228600"/>
          </a:xfrm>
          <a:prstGeom prst="rect">
            <a:avLst/>
          </a:prstGeom>
        </p:spPr>
      </p:pic>
      <p:sp>
        <p:nvSpPr>
          <p:cNvPr id="15" name="Action Button: Go Home 1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F0EB1A5-B6D1-0D68-B1AC-B75139A73CFA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48435C-FEB5-E5E3-202C-2C702D1016D3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7" name="Rectangle: Rounded Corners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F5BFEA32-3B16-F423-75D1-F30AC8B1EA67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51E01EDD-97B6-E97C-DBFC-1515E9687EA1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9" name="Rectangle: Rounded Corners 18">
              <a:hlinkClick r:id="rId9" action="ppaction://hlinksldjump"/>
              <a:extLst>
                <a:ext uri="{FF2B5EF4-FFF2-40B4-BE49-F238E27FC236}">
                  <a16:creationId xmlns:a16="http://schemas.microsoft.com/office/drawing/2014/main" id="{51BCD8B9-ED9B-B3E1-9D97-1F44239AFAEF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613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C184-732F-DC0B-954D-A0B41173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DF3F46-B6C5-C567-2204-FDF40833E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56597"/>
              </p:ext>
            </p:extLst>
          </p:nvPr>
        </p:nvGraphicFramePr>
        <p:xfrm>
          <a:off x="1" y="360821"/>
          <a:ext cx="9144001" cy="230100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rHDPE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thổi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màu-khử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mùi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PCF01/MBF01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86116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$1,260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79B5114-EE39-4186-A8FB-F5F0B57FDA51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ction Button: Go Forward or Next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B484FB6-DFD3-A67C-015D-B9AFB4268631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:a16="http://schemas.microsoft.com/office/drawing/2014/main" id="{9294619B-3B3F-F45A-9026-5FB9977BE1CC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F82AEA30-2750-0636-7D34-AE2B7B4BD22A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3" name="Rectangle: Rounded Corners 12">
            <a:hlinkClick r:id="rId4" action="ppaction://hlinksldjump"/>
            <a:extLst>
              <a:ext uri="{FF2B5EF4-FFF2-40B4-BE49-F238E27FC236}">
                <a16:creationId xmlns:a16="http://schemas.microsoft.com/office/drawing/2014/main" id="{36E465B7-199C-E697-3D6C-015CBDAFD83C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0" name="Graphic 9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5BD8D1B8-212B-3F89-3F70-6EB21E714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4040" y="1316990"/>
            <a:ext cx="228600" cy="228600"/>
          </a:xfrm>
          <a:prstGeom prst="rect">
            <a:avLst/>
          </a:prstGeom>
        </p:spPr>
      </p:pic>
      <p:sp>
        <p:nvSpPr>
          <p:cNvPr id="3" name="Action Button: Go Hom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22D247F-056E-888E-B081-CA076AA7E830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DAF16E-8828-D550-D20A-FA924D0029DB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A29FE104-0CFD-45C5-CC3E-B492D97C9AB0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4119E140-06C0-0A0E-A291-77A9F9326CE5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F21B706C-D03A-37AF-C379-DF4772086696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887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E233-E254-BC58-3A2C-4C3C6743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744547-9A1F-0403-83B4-DDA12CA68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246975"/>
              </p:ext>
            </p:extLst>
          </p:nvPr>
        </p:nvGraphicFramePr>
        <p:xfrm>
          <a:off x="1" y="360821"/>
          <a:ext cx="9144001" cy="326108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2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pl-PL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Premium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572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Rebate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988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4.1.2</a:t>
                      </a:r>
                      <a:endParaRPr lang="en-US" sz="900" b="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61CBC2E-7BE6-D721-7057-2615AE23EB6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A507071-ECDE-9693-87CC-E8364D1CD02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76370063-BC18-45E3-13B0-F0D5C3CCA82B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FB716A13-D3BA-F82F-2351-DB4976464255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19F40E5B-3A03-820E-B87A-5B449633CE2E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9" name="Graphic 8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AD9D340F-7155-1693-283E-4E8728F20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sp>
        <p:nvSpPr>
          <p:cNvPr id="14" name="Action Button: Go Hom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C86ECDB-EE66-1FCD-309E-20E186CCC06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59FE45-08A9-B78F-0A86-BF1FF1C42DDE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8BA3BFD9-0F63-2573-03DB-A284152D1A16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2D91B022-0476-5835-F000-7C0C72F5A82E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54480F0B-0F1B-281C-C30E-BA2C1AB5A107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26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28FF-DA8A-5DF7-8463-C49BAEC0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FD25A8-8EF4-9E0A-B927-E7A3C9B70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306762"/>
              </p:ext>
            </p:extLst>
          </p:nvPr>
        </p:nvGraphicFramePr>
        <p:xfrm>
          <a:off x="1" y="360821"/>
          <a:ext cx="9144001" cy="326108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$1,453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4.2.A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2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4.2.B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pl-PL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Premium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572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4.2.C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Rebate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($19)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988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4.2.D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$1,194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$1,531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4.2.2</a:t>
                      </a:r>
                      <a:endParaRPr lang="en-US" sz="900" b="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FA86C0E-0DDE-C60E-058A-3191C213EC16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7ABA9CE-75E1-73C4-5D4E-86339568CD4E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75DFAB2C-BB09-C19F-E30C-902BA329F74A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AA6DB6AE-9315-FD71-4779-AD70FF43C0BD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E6C1C2C8-9BA3-5E92-8695-750C3843AE6D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3" name="Graphic 12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1E99AAF3-7C1D-F663-A9E9-189B85906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sp>
        <p:nvSpPr>
          <p:cNvPr id="14" name="Action Button: Go Hom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9B704BC-C50F-A51D-37CF-73208B3B9665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F71B69-EDE4-9D09-74A0-265136798304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A830E807-78A2-DD67-D27D-84FF75A06500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C814C948-25EC-9CB1-0923-98D583C25564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688AB95D-3DD4-13A4-896C-B134785EB703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90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4FE7-3484-4BEE-0905-85939899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B058E9-8F09-E96B-6AE0-8EEF61262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889110"/>
              </p:ext>
            </p:extLst>
          </p:nvPr>
        </p:nvGraphicFramePr>
        <p:xfrm>
          <a:off x="1" y="360821"/>
          <a:ext cx="9144001" cy="300809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 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 (EXW)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1" i="0" u="none" strike="noStrike" cap="non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5.1.2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$1,210 </a:t>
                      </a: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 </a:t>
                      </a: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 </a:t>
                      </a:r>
                      <a:endParaRPr lang="en-US" sz="1000" b="0" i="0" u="none" strike="noStrike" cap="non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78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Nam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9743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Rebate (3%)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984504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6.1.2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$1,290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60B3B6D-DD0A-54D0-F5CB-4B4680006895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17EA664F-40E7-3400-FF4C-B2892B56FADD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1C78EF1E-BCAC-A809-A866-B8FCA131F60D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A311EC62-AD35-9526-64C7-5252380D1923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9" name="Graphic 8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F06D4F5F-2A60-4DD9-1681-14F7D7070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pic>
        <p:nvPicPr>
          <p:cNvPr id="13" name="Graphic 12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D2B94616-3280-49CD-FC69-5184D24BE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720" y="2162613"/>
            <a:ext cx="228600" cy="228600"/>
          </a:xfrm>
          <a:prstGeom prst="rect">
            <a:avLst/>
          </a:prstGeom>
        </p:spPr>
      </p:pic>
      <p:sp>
        <p:nvSpPr>
          <p:cNvPr id="14" name="Action Button: Go Hom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753A250-6969-19C3-866A-B0C6F67F963D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BC2365-96BC-F2F5-5587-638FF782E966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832F9FA0-12AB-D846-F243-E3E4535814CD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D14F9CDB-EC31-FA43-9E8B-EEBE18457318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8" action="ppaction://hlinksldjump"/>
              <a:extLst>
                <a:ext uri="{FF2B5EF4-FFF2-40B4-BE49-F238E27FC236}">
                  <a16:creationId xmlns:a16="http://schemas.microsoft.com/office/drawing/2014/main" id="{7A8B0EE4-BB4C-912D-AFAE-ED5D80D41F85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809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56A8-888E-214B-7AFA-05E92E52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F78842-CC58-70E9-DE7A-FA1666040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114215"/>
              </p:ext>
            </p:extLst>
          </p:nvPr>
        </p:nvGraphicFramePr>
        <p:xfrm>
          <a:off x="1" y="360821"/>
          <a:ext cx="9144001" cy="4470482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NIAGARA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1.1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(FOB)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$1,214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3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$1,296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$1,313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$1,326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$1,381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$1,434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1.1.B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(10%)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($131)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($135)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($136)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($138)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($142)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($143)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$1,176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$1,188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$1,222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$1,251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hoa hồng (1.5%)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1" u="none" strike="noStrike" cap="non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24497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3995E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$1,561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solidFill>
                          <a:srgbClr val="00B0F0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$1,161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1.1.2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OUTEIREINHO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gridSpan="12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166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2.1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iSS01G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57512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0498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4575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2.1.2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464547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2968815-7E3C-9EE0-139C-11B7439A0477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DE469F92-BA51-919B-F39E-35949743E3DF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0" name="Rectangle: Rounded Corners 9">
            <a:hlinkClick r:id="rId3" action="ppaction://hlinksldjump"/>
            <a:extLst>
              <a:ext uri="{FF2B5EF4-FFF2-40B4-BE49-F238E27FC236}">
                <a16:creationId xmlns:a16="http://schemas.microsoft.com/office/drawing/2014/main" id="{6E0C7CB3-D13F-4931-590D-4F61C037A599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1" name="Rectangle: Rounded Corners 10">
            <a:hlinkClick r:id="rId4" action="ppaction://hlinksldjump"/>
            <a:extLst>
              <a:ext uri="{FF2B5EF4-FFF2-40B4-BE49-F238E27FC236}">
                <a16:creationId xmlns:a16="http://schemas.microsoft.com/office/drawing/2014/main" id="{2429B483-CA99-E663-B9F1-A2B2092FA4B4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8" name="Graphic 7" descr="Back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11BED199-905E-E91E-0E29-119989F14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12" name="Graphic 11" descr="Back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09B2C389-DA05-5280-2BD1-29F1223E4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3615691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3D478DB-1B00-3DB8-AAFE-F3339900020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128460-B962-EB23-9B97-B54BD7925A6C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6" action="ppaction://hlinksldjump"/>
              <a:extLst>
                <a:ext uri="{FF2B5EF4-FFF2-40B4-BE49-F238E27FC236}">
                  <a16:creationId xmlns:a16="http://schemas.microsoft.com/office/drawing/2014/main" id="{356F3E86-2E4C-1837-440C-C3B9F70E5A08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7B76D488-9FA5-DB47-7072-BE791970DBF6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9B787B79-B1AC-51F2-3FAB-B2669538CCF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001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08AC-2A63-058B-0A3B-F0916BF7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7C0D40-B55F-6398-DA5E-6698111AB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91428"/>
              </p:ext>
            </p:extLst>
          </p:nvPr>
        </p:nvGraphicFramePr>
        <p:xfrm>
          <a:off x="1" y="360821"/>
          <a:ext cx="9144001" cy="3390653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WSS01G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$660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(30%)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$132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3.1.G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($80)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4625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680BCC1-9BC9-1C1C-045A-899143D8626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5242A61-18C1-2113-AB01-F30F24048CDF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F0CF5846-C311-6BF1-7565-FDDABF5FE353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0" name="Rectangle: Rounded Corners 9">
            <a:hlinkClick r:id="rId3" action="ppaction://hlinksldjump"/>
            <a:extLst>
              <a:ext uri="{FF2B5EF4-FFF2-40B4-BE49-F238E27FC236}">
                <a16:creationId xmlns:a16="http://schemas.microsoft.com/office/drawing/2014/main" id="{EF531A7D-DFC8-1422-6E12-D9DA246E577B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  <p:sp>
        <p:nvSpPr>
          <p:cNvPr id="11" name="Rectangle: Rounded Corners 10">
            <a:hlinkClick r:id="rId4" action="ppaction://hlinksldjump"/>
            <a:extLst>
              <a:ext uri="{FF2B5EF4-FFF2-40B4-BE49-F238E27FC236}">
                <a16:creationId xmlns:a16="http://schemas.microsoft.com/office/drawing/2014/main" id="{3C91A420-9713-C51A-04DE-806F7EEEBD82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2" name="Graphic 11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FE3C1928-52EC-FB72-7D59-994F8B88F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0077CFE-63A1-C84D-802C-42E7A84132DD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68D334-E46A-A217-736C-E4BDAB28647D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C6E737F7-30EA-DB5E-335D-1B606E86BD36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81258F1C-AFAC-BF36-6A57-559615BAC472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DB8AB984-4D04-DCD9-4DE0-89C0C738CF06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329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BE1F3-C7D6-7D67-071D-8E242E16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0DE5D6-DB7B-4F4D-2AE9-2CB91ACF2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057542"/>
              </p:ext>
            </p:extLst>
          </p:nvPr>
        </p:nvGraphicFramePr>
        <p:xfrm>
          <a:off x="1" y="360821"/>
          <a:ext cx="9144001" cy="456486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718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718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40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MBF01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Bales DTR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$918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$857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$840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Hao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hụt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(21.3%)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$179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86135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Conversion cost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$349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85564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7615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Lợi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nhuận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trước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(EBT)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4885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3.2.F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Interest (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lãi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vay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81321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3.2.G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($20)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3.2.1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$1,418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4847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3.2.2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40955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PCF01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5" gridSpan="12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852807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3.3.A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37738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3.3.1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487050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371123"/>
                  </a:ext>
                </a:extLst>
              </a:tr>
              <a:tr h="23420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3.3.2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07862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8384965-BCE2-B20E-28EF-12E986C053AD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8352265-CE0B-AF12-7FE5-85A84D774A8D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5B9275F7-9C8D-2E3D-696B-5FCD82F6F681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3980BCE2-92B7-A369-D13F-D18CE315533E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2" name="Graphic 11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4099810C-E3D2-0FDB-519A-6A4772C27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1184910"/>
            <a:ext cx="228600" cy="228600"/>
          </a:xfrm>
          <a:prstGeom prst="rect">
            <a:avLst/>
          </a:prstGeom>
        </p:spPr>
      </p:pic>
      <p:pic>
        <p:nvPicPr>
          <p:cNvPr id="13" name="Graphic 12" descr="Back with solid fill">
            <a:hlinkClick r:id="rId6" action="ppaction://hlinksldjump"/>
            <a:extLst>
              <a:ext uri="{FF2B5EF4-FFF2-40B4-BE49-F238E27FC236}">
                <a16:creationId xmlns:a16="http://schemas.microsoft.com/office/drawing/2014/main" id="{99E56743-52C9-266C-9339-BC8090474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3240" y="3755390"/>
            <a:ext cx="228600" cy="228600"/>
          </a:xfrm>
          <a:prstGeom prst="rect">
            <a:avLst/>
          </a:prstGeom>
        </p:spPr>
      </p:pic>
      <p:sp>
        <p:nvSpPr>
          <p:cNvPr id="14" name="Action Button: Go Home 13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B97B5CB-E2CB-ED64-9B58-6DAF392A946D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ECDAD9-3A36-3514-8B94-ED31878E62F9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6" name="Rectangle: Rounded Corners 15">
              <a:hlinkClick r:id="rId8" action="ppaction://hlinksldjump"/>
              <a:extLst>
                <a:ext uri="{FF2B5EF4-FFF2-40B4-BE49-F238E27FC236}">
                  <a16:creationId xmlns:a16="http://schemas.microsoft.com/office/drawing/2014/main" id="{A2E6254B-300A-6457-D9AD-4CFD935E6683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7" name="Rectangle: Rounded Corners 16">
              <a:hlinkClick r:id="rId7" action="ppaction://hlinksldjump"/>
              <a:extLst>
                <a:ext uri="{FF2B5EF4-FFF2-40B4-BE49-F238E27FC236}">
                  <a16:creationId xmlns:a16="http://schemas.microsoft.com/office/drawing/2014/main" id="{F9B4988C-6B2A-099C-11F2-2D4961234167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8" name="Rectangle: Rounded Corners 17">
              <a:hlinkClick r:id="rId9" action="ppaction://hlinksldjump"/>
              <a:extLst>
                <a:ext uri="{FF2B5EF4-FFF2-40B4-BE49-F238E27FC236}">
                  <a16:creationId xmlns:a16="http://schemas.microsoft.com/office/drawing/2014/main" id="{D38D614A-FAE9-AFE6-AAD7-C7B8F8065E6D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9" name="Rectangle: Rounded Corners 18">
            <a:hlinkClick r:id="rId7" action="ppaction://hlinksldjump"/>
            <a:extLst>
              <a:ext uri="{FF2B5EF4-FFF2-40B4-BE49-F238E27FC236}">
                <a16:creationId xmlns:a16="http://schemas.microsoft.com/office/drawing/2014/main" id="{BCEC3817-5CB3-2DE3-1086-5641F505529A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284476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DC01-0728-D42C-2603-91BFAAC6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732458-1005-79F3-4222-CE9145B4C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53364"/>
              </p:ext>
            </p:extLst>
          </p:nvPr>
        </p:nvGraphicFramePr>
        <p:xfrm>
          <a:off x="1" y="360821"/>
          <a:ext cx="9144001" cy="230100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5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5457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UNILEVER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3.4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rHDPE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thổi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màu-khử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mùi</a:t>
                      </a:r>
                      <a:endParaRPr 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09640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PCF01/MBF01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1171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3.4.B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Chiết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khấu</a:t>
                      </a:r>
                      <a:endParaRPr lang="vi-VN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($50)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861162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3.4.1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54105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$12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64859"/>
                  </a:ext>
                </a:extLst>
              </a:tr>
              <a:tr h="23398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3.4.2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45589"/>
                  </a:ext>
                </a:extLst>
              </a:tr>
            </a:tbl>
          </a:graphicData>
        </a:graphic>
      </p:graphicFrame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A29488C-FFC7-F22A-D579-6389CEC9A090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ction Button: Go Forward or Next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8483134-2ABE-6E03-0551-215824E4D780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hlinkClick r:id="rId2" action="ppaction://hlinksldjump"/>
            <a:extLst>
              <a:ext uri="{FF2B5EF4-FFF2-40B4-BE49-F238E27FC236}">
                <a16:creationId xmlns:a16="http://schemas.microsoft.com/office/drawing/2014/main" id="{FB74C9D6-4E6E-C5A1-3A11-6C0902BB0CE7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AFC73CF3-CA54-384F-CDE6-811D6C4FD82C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3" name="Graphic 12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F12139D3-6E6C-3D01-1ECF-9A61E22D2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4040" y="1316990"/>
            <a:ext cx="228600" cy="228600"/>
          </a:xfrm>
          <a:prstGeom prst="rect">
            <a:avLst/>
          </a:prstGeom>
        </p:spPr>
      </p:pic>
      <p:sp>
        <p:nvSpPr>
          <p:cNvPr id="3" name="Action Button: Go Home 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E78280E-5DA3-DC75-F932-73E2DC33D292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62AD18-EF29-BA9C-737D-008770CDB15D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40ED1D46-707D-4DF0-5EA2-A457F48F87D4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6" action="ppaction://hlinksldjump"/>
              <a:extLst>
                <a:ext uri="{FF2B5EF4-FFF2-40B4-BE49-F238E27FC236}">
                  <a16:creationId xmlns:a16="http://schemas.microsoft.com/office/drawing/2014/main" id="{EA1EDA5A-CED2-2441-82D2-278E2A1DB456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4A1B6400-CC18-12E8-3B8F-D415BE03F8B9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8" name="Rectangle: Rounded Corners 17">
            <a:hlinkClick r:id="rId6" action="ppaction://hlinksldjump"/>
            <a:extLst>
              <a:ext uri="{FF2B5EF4-FFF2-40B4-BE49-F238E27FC236}">
                <a16:creationId xmlns:a16="http://schemas.microsoft.com/office/drawing/2014/main" id="{42C4E6ED-E3DD-BE62-0CBA-D50DC6575DD7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148795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04243-A2CF-BA40-493D-B6823F2A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73D8DB-C883-C389-7EAC-C15574D59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592448"/>
              </p:ext>
            </p:extLst>
          </p:nvPr>
        </p:nvGraphicFramePr>
        <p:xfrm>
          <a:off x="1" y="360821"/>
          <a:ext cx="9144001" cy="349882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$1,393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$1,424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$1,504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2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$1,369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pl-PL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Premium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572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Rebate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988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$1,398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$1,429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$1,474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$27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68625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12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727376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4.1.2</a:t>
                      </a:r>
                      <a:endParaRPr lang="en-US" sz="900" b="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1B02D9C-7B8D-CF60-E886-B4B641EC183D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809588F-06E4-6E01-EBF4-B8958AC48D71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D7D3D3C4-0F0A-5420-FD88-2882AEF5AD7E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A4D5767D-075B-A531-6575-B941D5927809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2" name="Graphic 11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3DB34D25-D8F1-179B-20A6-82599F92C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CB1D724-1495-5BF1-FB50-3284AFAB58A1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E76F61-CEEB-97CF-14DF-15C97BDE81D7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8EC45619-8FD2-B561-3113-CDE476EEB11E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6" action="ppaction://hlinksldjump"/>
              <a:extLst>
                <a:ext uri="{FF2B5EF4-FFF2-40B4-BE49-F238E27FC236}">
                  <a16:creationId xmlns:a16="http://schemas.microsoft.com/office/drawing/2014/main" id="{159BD27C-78A1-6F80-558A-573C3646947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B3E2BD7E-464B-52DC-1C70-326358A98DE1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8" name="Rectangle: Rounded Corners 17">
            <a:hlinkClick r:id="rId6" action="ppaction://hlinksldjump"/>
            <a:extLst>
              <a:ext uri="{FF2B5EF4-FFF2-40B4-BE49-F238E27FC236}">
                <a16:creationId xmlns:a16="http://schemas.microsoft.com/office/drawing/2014/main" id="{39102306-BF5D-3FEA-4175-96EB0AB6815C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393676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43BD-F336-3F93-D5D8-AF89874D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771245-261D-3334-558A-4312DD6B0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976298"/>
              </p:ext>
            </p:extLst>
          </p:nvPr>
        </p:nvGraphicFramePr>
        <p:xfrm>
          <a:off x="1" y="360821"/>
          <a:ext cx="9144001" cy="349882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SUNTORY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FF"/>
                          </a:solidFill>
                          <a:latin typeface="Aptos Display" panose="020B0004020202020204" pitchFamily="34" charset="0"/>
                        </a:rPr>
                        <a:t>4.1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iSS01G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$1,369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$1,373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$1,388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$1,404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$1,463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$1,484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vi-VN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 trung bình 2 tháng trước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$1,308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$1,342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$1,369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$1,416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$1,438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4959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4.1.B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</a:t>
                      </a:r>
                      <a:r>
                        <a:rPr lang="pl-PL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Premium</a:t>
                      </a:r>
                      <a:endParaRPr lang="en-US" sz="900" b="0" i="0" u="none" strike="noStrike" dirty="0">
                        <a:solidFill>
                          <a:srgbClr val="5376B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6572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Rebate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($10)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988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4.1.D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[+] Chi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 Bắc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5376B7"/>
                          </a:solidFill>
                          <a:effectLst/>
                          <a:latin typeface="Aptos Display" panose="020B0004020202020204" pitchFamily="34" charset="0"/>
                        </a:rPr>
                        <a:t>$27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232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$1,347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$1,362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$1,378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$1,389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$1,409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$1,436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$1,454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$1,458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$27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  <a:endParaRPr kumimoji="0" lang="en-US" sz="9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Aptos Display" panose="020B0004020202020204" pitchFamily="34" charset="0"/>
                          <a:cs typeface="Arial"/>
                          <a:sym typeface="Arial"/>
                        </a:rPr>
                        <a:t>$27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68625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ICIS Bales - SEA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$1,320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$1,333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$1,372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$1,428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$1,435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87C56"/>
                          </a:solidFill>
                          <a:effectLst/>
                          <a:latin typeface="Aptos Display" panose="020B0004020202020204" pitchFamily="34" charset="0"/>
                        </a:rPr>
                        <a:t>$1,421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1" i="1" u="none" strike="noStrike" dirty="0">
                        <a:solidFill>
                          <a:srgbClr val="7030A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trần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12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727376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B0F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sàn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4.1.2</a:t>
                      </a:r>
                      <a:endParaRPr lang="en-US" sz="900" b="0" dirty="0">
                        <a:solidFill>
                          <a:srgbClr val="DC8198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$1,280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$1,355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5" name="Action Button: Go Forward or Next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5D399F5-0203-30B3-CCFA-CA7B006AF2EC}"/>
              </a:ext>
            </a:extLst>
          </p:cNvPr>
          <p:cNvSpPr/>
          <p:nvPr/>
        </p:nvSpPr>
        <p:spPr>
          <a:xfrm>
            <a:off x="5839508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7E11FC5-E476-91A4-C1F6-20FB53D50AAA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42779DB1-E193-D7B9-A702-608E337107C7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3A7342CA-77EA-9A57-CC1B-AAB1BB123E2C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12" name="Graphic 11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16A20522-779F-FEF9-65E4-0139871F2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F273150-C754-747F-09E9-A7D37B97BF82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BB50BA-AC53-C2EE-868F-419DA34DDC13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4938C178-2CD7-A117-8CEC-C6119369CA79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6" action="ppaction://hlinksldjump"/>
              <a:extLst>
                <a:ext uri="{FF2B5EF4-FFF2-40B4-BE49-F238E27FC236}">
                  <a16:creationId xmlns:a16="http://schemas.microsoft.com/office/drawing/2014/main" id="{3CA4E52F-58AF-97D3-97E7-B734E71AB75B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EBE29CC5-2B80-3C04-43FE-E82E7D7CFABD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8" name="Rectangle: Rounded Corners 17">
            <a:hlinkClick r:id="rId6" action="ppaction://hlinksldjump"/>
            <a:extLst>
              <a:ext uri="{FF2B5EF4-FFF2-40B4-BE49-F238E27FC236}">
                <a16:creationId xmlns:a16="http://schemas.microsoft.com/office/drawing/2014/main" id="{C87CF5A4-B225-9275-CA49-1F10E9DA30D6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24904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9650-D8CD-4667-6090-5B2F4651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81E62B-5E74-30EF-1567-1681E184E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060965"/>
              </p:ext>
            </p:extLst>
          </p:nvPr>
        </p:nvGraphicFramePr>
        <p:xfrm>
          <a:off x="1" y="360821"/>
          <a:ext cx="9144001" cy="3008096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0188">
                  <a:extLst>
                    <a:ext uri="{9D8B030D-6E8A-4147-A177-3AD203B41FA5}">
                      <a16:colId xmlns:a16="http://schemas.microsoft.com/office/drawing/2014/main" val="610046559"/>
                    </a:ext>
                  </a:extLst>
                </a:gridCol>
                <a:gridCol w="1606973">
                  <a:extLst>
                    <a:ext uri="{9D8B030D-6E8A-4147-A177-3AD203B41FA5}">
                      <a16:colId xmlns:a16="http://schemas.microsoft.com/office/drawing/2014/main" val="1194860172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99676526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738341044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352404879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05963167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061919367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164942795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146334799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2189121268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9296738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882512443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430434456"/>
                    </a:ext>
                  </a:extLst>
                </a:gridCol>
                <a:gridCol w="590570">
                  <a:extLst>
                    <a:ext uri="{9D8B030D-6E8A-4147-A177-3AD203B41FA5}">
                      <a16:colId xmlns:a16="http://schemas.microsoft.com/office/drawing/2014/main" val="361901060"/>
                    </a:ext>
                  </a:extLst>
                </a:gridCol>
              </a:tblGrid>
              <a:tr h="279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KHÁCH HÀNG /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SẢN PHẨM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48554"/>
                  </a:ext>
                </a:extLst>
              </a:tr>
              <a:tr h="279119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ptos Display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16400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LA VIE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63024"/>
                  </a:ext>
                </a:extLst>
              </a:tr>
              <a:tr h="237090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WSS01 (EXW)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46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$1,330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8993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5.1.2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$1,250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$1,275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831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Display" panose="020B0004020202020204" pitchFamily="34" charset="0"/>
                        </a:rPr>
                        <a:t>COCA VIỆT NAM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5413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endParaRPr lang="en-US" sz="9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    </a:t>
                      </a:r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iSS1084G (DDP)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$1,325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78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6.1.1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bán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quy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đổi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EXW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$1,315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602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Cp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vận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chuyển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– </a:t>
                      </a:r>
                      <a:r>
                        <a:rPr lang="en-US" sz="900" b="0" i="1" u="none" strike="noStrike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Miền</a:t>
                      </a: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 Nam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$10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9743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 fontAlgn="b"/>
                      <a:endParaRPr lang="en-US" sz="900" b="0" i="1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1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Rebate</a:t>
                      </a:r>
                    </a:p>
                  </a:txBody>
                  <a:tcPr marL="13716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984504"/>
                  </a:ext>
                </a:extLst>
              </a:tr>
              <a:tr h="26361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DC8198"/>
                          </a:solidFill>
                          <a:latin typeface="Aptos Display" panose="020B0004020202020204" pitchFamily="34" charset="0"/>
                        </a:rPr>
                        <a:t>6.1.2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duyệt</a:t>
                      </a:r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endParaRPr lang="en-US" sz="1000" b="0" i="0" u="none" strike="noStrike" dirty="0">
                        <a:solidFill>
                          <a:srgbClr val="DC8198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$1,340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$1,390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$1,400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$1,415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C8198"/>
                          </a:solidFill>
                          <a:effectLst/>
                          <a:latin typeface="Aptos Display" panose="020B0004020202020204" pitchFamily="34" charset="0"/>
                        </a:rPr>
                        <a:t>$1,365 </a:t>
                      </a: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24244"/>
                  </a:ext>
                </a:extLst>
              </a:tr>
            </a:tbl>
          </a:graphicData>
        </a:graphic>
      </p:graphicFrame>
      <p:sp>
        <p:nvSpPr>
          <p:cNvPr id="8" name="Action Button: Go Forward or Next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6CDA60F-6B1D-AC79-89E9-4CA261CE3893}"/>
              </a:ext>
            </a:extLst>
          </p:cNvPr>
          <p:cNvSpPr>
            <a:spLocks/>
          </p:cNvSpPr>
          <p:nvPr/>
        </p:nvSpPr>
        <p:spPr>
          <a:xfrm flipH="1">
            <a:off x="5612164" y="17860"/>
            <a:ext cx="264160" cy="224804"/>
          </a:xfrm>
          <a:prstGeom prst="actionButtonForwardNex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52E9B20F-AD1A-4938-74CB-08BC33C66B80}"/>
              </a:ext>
            </a:extLst>
          </p:cNvPr>
          <p:cNvSpPr/>
          <p:nvPr/>
        </p:nvSpPr>
        <p:spPr>
          <a:xfrm>
            <a:off x="35558" y="30768"/>
            <a:ext cx="1613192" cy="2248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GIÁ CÔNG THỨC</a:t>
            </a:r>
          </a:p>
        </p:txBody>
      </p:sp>
      <p:sp>
        <p:nvSpPr>
          <p:cNvPr id="11" name="Rectangle: Rounded Corners 10">
            <a:hlinkClick r:id="rId3" action="ppaction://hlinksldjump"/>
            <a:extLst>
              <a:ext uri="{FF2B5EF4-FFF2-40B4-BE49-F238E27FC236}">
                <a16:creationId xmlns:a16="http://schemas.microsoft.com/office/drawing/2014/main" id="{0A43DB9A-1DBE-6DAA-9843-BDA2078244E1}"/>
              </a:ext>
            </a:extLst>
          </p:cNvPr>
          <p:cNvSpPr/>
          <p:nvPr/>
        </p:nvSpPr>
        <p:spPr>
          <a:xfrm>
            <a:off x="3395688" y="30768"/>
            <a:ext cx="1613192" cy="2248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BIỂU ĐỒ</a:t>
            </a:r>
          </a:p>
        </p:txBody>
      </p:sp>
      <p:pic>
        <p:nvPicPr>
          <p:cNvPr id="5" name="Graphic 4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A1268CF2-085D-B5E3-7E39-A5E65110A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720" y="1184910"/>
            <a:ext cx="228600" cy="228600"/>
          </a:xfrm>
          <a:prstGeom prst="rect">
            <a:avLst/>
          </a:prstGeom>
        </p:spPr>
      </p:pic>
      <p:pic>
        <p:nvPicPr>
          <p:cNvPr id="12" name="Graphic 11" descr="Back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B0899B10-BA5C-497C-9A91-4E69925DD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720" y="2162613"/>
            <a:ext cx="228600" cy="228600"/>
          </a:xfrm>
          <a:prstGeom prst="rect">
            <a:avLst/>
          </a:prstGeom>
        </p:spPr>
      </p:pic>
      <p:sp>
        <p:nvSpPr>
          <p:cNvPr id="13" name="Action Button: Go Home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834364B1-2F31-9B19-23E5-1477C947716F}"/>
              </a:ext>
            </a:extLst>
          </p:cNvPr>
          <p:cNvSpPr/>
          <p:nvPr/>
        </p:nvSpPr>
        <p:spPr>
          <a:xfrm>
            <a:off x="6861862" y="23212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0B3644-102E-12C9-36B2-F31DE6A04144}"/>
              </a:ext>
            </a:extLst>
          </p:cNvPr>
          <p:cNvGrpSpPr/>
          <p:nvPr/>
        </p:nvGrpSpPr>
        <p:grpSpPr>
          <a:xfrm>
            <a:off x="7261860" y="12764"/>
            <a:ext cx="1853297" cy="333104"/>
            <a:chOff x="7879080" y="12764"/>
            <a:chExt cx="1853297" cy="333104"/>
          </a:xfrm>
        </p:grpSpPr>
        <p:sp>
          <p:nvSpPr>
            <p:cNvPr id="15" name="Rectangle: Rounded Corners 14">
              <a:hlinkClick r:id="rId7" action="ppaction://hlinksldjump"/>
              <a:extLst>
                <a:ext uri="{FF2B5EF4-FFF2-40B4-BE49-F238E27FC236}">
                  <a16:creationId xmlns:a16="http://schemas.microsoft.com/office/drawing/2014/main" id="{D4FA20E9-AD07-BA52-5D0C-1107CBD24432}"/>
                </a:ext>
              </a:extLst>
            </p:cNvPr>
            <p:cNvSpPr/>
            <p:nvPr/>
          </p:nvSpPr>
          <p:spPr>
            <a:xfrm>
              <a:off x="8503016" y="12765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2025</a:t>
              </a:r>
            </a:p>
          </p:txBody>
        </p:sp>
        <p:sp>
          <p:nvSpPr>
            <p:cNvPr id="16" name="Rectangle: Rounded Corners 15">
              <a:hlinkClick r:id="rId6" action="ppaction://hlinksldjump"/>
              <a:extLst>
                <a:ext uri="{FF2B5EF4-FFF2-40B4-BE49-F238E27FC236}">
                  <a16:creationId xmlns:a16="http://schemas.microsoft.com/office/drawing/2014/main" id="{99D0B21C-EBFC-6F72-502E-1B01EF2FA64E}"/>
                </a:ext>
              </a:extLst>
            </p:cNvPr>
            <p:cNvSpPr/>
            <p:nvPr/>
          </p:nvSpPr>
          <p:spPr>
            <a:xfrm>
              <a:off x="7879080" y="12765"/>
              <a:ext cx="605425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Aptos Display" panose="020B0004020202020204" pitchFamily="34" charset="0"/>
                </a:rPr>
                <a:t>2024</a:t>
              </a:r>
            </a:p>
          </p:txBody>
        </p:sp>
        <p:sp>
          <p:nvSpPr>
            <p:cNvPr id="17" name="Rectangle: Rounded Corners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25CE996C-8399-2EE0-5C42-5C25168843AE}"/>
                </a:ext>
              </a:extLst>
            </p:cNvPr>
            <p:cNvSpPr/>
            <p:nvPr/>
          </p:nvSpPr>
          <p:spPr>
            <a:xfrm>
              <a:off x="9126952" y="12764"/>
              <a:ext cx="605425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Aptos Display" panose="020B0004020202020204" pitchFamily="34" charset="0"/>
                </a:rPr>
                <a:t>2026</a:t>
              </a:r>
              <a:endParaRPr lang="en-US" sz="1200" b="1" dirty="0">
                <a:latin typeface="Aptos Display" panose="020B0004020202020204" pitchFamily="34" charset="0"/>
              </a:endParaRPr>
            </a:p>
          </p:txBody>
        </p:sp>
      </p:grpSp>
      <p:sp>
        <p:nvSpPr>
          <p:cNvPr id="18" name="Rectangle: Rounded Corners 17">
            <a:hlinkClick r:id="rId6" action="ppaction://hlinksldjump"/>
            <a:extLst>
              <a:ext uri="{FF2B5EF4-FFF2-40B4-BE49-F238E27FC236}">
                <a16:creationId xmlns:a16="http://schemas.microsoft.com/office/drawing/2014/main" id="{1F4142D0-9F65-F183-B2D6-A753F37F59BD}"/>
              </a:ext>
            </a:extLst>
          </p:cNvPr>
          <p:cNvSpPr/>
          <p:nvPr/>
        </p:nvSpPr>
        <p:spPr>
          <a:xfrm>
            <a:off x="1715623" y="30768"/>
            <a:ext cx="1613192" cy="224804"/>
          </a:xfrm>
          <a:prstGeom prst="roundRect">
            <a:avLst/>
          </a:prstGeom>
          <a:solidFill>
            <a:srgbClr val="36271B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Aptos Display" panose="020B0004020202020204" pitchFamily="34" charset="0"/>
              </a:rPr>
              <a:t>CHI TIẾT CÔNG THỨC</a:t>
            </a:r>
          </a:p>
        </p:txBody>
      </p:sp>
    </p:spTree>
    <p:extLst>
      <p:ext uri="{BB962C8B-B14F-4D97-AF65-F5344CB8AC3E}">
        <p14:creationId xmlns:p14="http://schemas.microsoft.com/office/powerpoint/2010/main" val="355828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93E9C-DAAE-5C26-75FC-C4A4B97A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2049E5-0CC1-442C-D62A-72C81891E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426"/>
            <a:ext cx="9144000" cy="454380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744364C-D90A-6A47-5B4F-159B47D181F9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14" name="Rectangle: Rounded Corners 13">
              <a:hlinkClick r:id="rId3" action="ppaction://hlinksldjump"/>
              <a:extLst>
                <a:ext uri="{FF2B5EF4-FFF2-40B4-BE49-F238E27FC236}">
                  <a16:creationId xmlns:a16="http://schemas.microsoft.com/office/drawing/2014/main" id="{2A8E55A0-6703-EC8E-F05E-A691E83C15B3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15" name="Rectangle: Rounded Corners 14">
              <a:hlinkClick r:id="rId4" action="ppaction://hlinksldjump"/>
              <a:extLst>
                <a:ext uri="{FF2B5EF4-FFF2-40B4-BE49-F238E27FC236}">
                  <a16:creationId xmlns:a16="http://schemas.microsoft.com/office/drawing/2014/main" id="{6B8C4A1E-E686-0CCE-F36B-007429908F84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16" name="Rectangle: Rounded Corners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694E2CC2-E8B9-8D1B-2F1F-9012C32AAC9A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17" name="Rectangle: Rounded Corners 16">
              <a:hlinkClick r:id="rId6" action="ppaction://hlinksldjump"/>
              <a:extLst>
                <a:ext uri="{FF2B5EF4-FFF2-40B4-BE49-F238E27FC236}">
                  <a16:creationId xmlns:a16="http://schemas.microsoft.com/office/drawing/2014/main" id="{A834E85E-2D10-01B1-73D1-369DAFD2588A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18" name="Rectangle: Rounded Corners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970CEABB-8223-1DB4-AF59-499CACA690C9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09993E-C892-F826-653A-448BE1D2EF60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10" name="Rectangle: Rounded Corners 9">
              <a:hlinkClick r:id="rId8" action="ppaction://hlinksldjump"/>
              <a:extLst>
                <a:ext uri="{FF2B5EF4-FFF2-40B4-BE49-F238E27FC236}">
                  <a16:creationId xmlns:a16="http://schemas.microsoft.com/office/drawing/2014/main" id="{522E5320-892F-CF70-A339-5E2DB6F19971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11" name="Rectangle: Rounded Corners 10">
              <a:hlinkClick r:id="rId9" action="ppaction://hlinksldjump"/>
              <a:extLst>
                <a:ext uri="{FF2B5EF4-FFF2-40B4-BE49-F238E27FC236}">
                  <a16:creationId xmlns:a16="http://schemas.microsoft.com/office/drawing/2014/main" id="{E3275EB5-72E2-5686-8965-7BACA1D79589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12" name="Rectangle: Rounded Corners 11">
              <a:hlinkClick r:id="rId4" action="ppaction://hlinksldjump"/>
              <a:extLst>
                <a:ext uri="{FF2B5EF4-FFF2-40B4-BE49-F238E27FC236}">
                  <a16:creationId xmlns:a16="http://schemas.microsoft.com/office/drawing/2014/main" id="{3D3C3FA1-0094-20FD-B929-36698E0EA18E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  <p:sp>
        <p:nvSpPr>
          <p:cNvPr id="21" name="Action Button: Go Home 20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EDE12BF1-E56F-3A92-E6CD-B10CC4D35228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2DEC-36A1-5EE1-B6EC-8381CB8E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5DF8CB7-3CA5-492F-2773-6D0DEA920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687"/>
            <a:ext cx="9144000" cy="454380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B3D0438-94B0-821C-2F41-547936FF1715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14" name="Rectangle: Rounded Corners 13">
              <a:hlinkClick r:id="rId3" action="ppaction://hlinksldjump"/>
              <a:extLst>
                <a:ext uri="{FF2B5EF4-FFF2-40B4-BE49-F238E27FC236}">
                  <a16:creationId xmlns:a16="http://schemas.microsoft.com/office/drawing/2014/main" id="{B62C3D87-FD49-2602-D768-9F1E9144CE69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15" name="Rectangle: Rounded Corners 14">
              <a:hlinkClick r:id="rId4" action="ppaction://hlinksldjump"/>
              <a:extLst>
                <a:ext uri="{FF2B5EF4-FFF2-40B4-BE49-F238E27FC236}">
                  <a16:creationId xmlns:a16="http://schemas.microsoft.com/office/drawing/2014/main" id="{C03B8937-15F9-377D-AF6B-C4500502D313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16" name="Rectangle: Rounded Corners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599346F2-5F17-F976-BF8D-517AA745CB19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17" name="Rectangle: Rounded Corners 16">
              <a:hlinkClick r:id="rId6" action="ppaction://hlinksldjump"/>
              <a:extLst>
                <a:ext uri="{FF2B5EF4-FFF2-40B4-BE49-F238E27FC236}">
                  <a16:creationId xmlns:a16="http://schemas.microsoft.com/office/drawing/2014/main" id="{C72CC5EC-17E4-DF84-7707-E28744A8E7E7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18" name="Rectangle: Rounded Corners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C6F658F9-7A4F-CF41-F075-C0D1586AD28A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sp>
        <p:nvSpPr>
          <p:cNvPr id="27" name="Action Button: Go Home 2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D7B15FD6-1ED9-F50A-94A3-00E559ECBE25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CBCDD6-3848-4419-8C10-5098DC168E82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4" name="Rectangle: Rounded Corners 3">
              <a:hlinkClick r:id="rId8" action="ppaction://hlinksldjump"/>
              <a:extLst>
                <a:ext uri="{FF2B5EF4-FFF2-40B4-BE49-F238E27FC236}">
                  <a16:creationId xmlns:a16="http://schemas.microsoft.com/office/drawing/2014/main" id="{81E16964-CD49-9207-C34F-88E55884F842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5" name="Rectangle: Rounded Corners 4">
              <a:hlinkClick r:id="rId9" action="ppaction://hlinksldjump"/>
              <a:extLst>
                <a:ext uri="{FF2B5EF4-FFF2-40B4-BE49-F238E27FC236}">
                  <a16:creationId xmlns:a16="http://schemas.microsoft.com/office/drawing/2014/main" id="{5755C002-375B-6639-241C-CCC4F6CEF161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6" name="Rectangle: Rounded Corners 5">
              <a:hlinkClick r:id="rId4" action="ppaction://hlinksldjump"/>
              <a:extLst>
                <a:ext uri="{FF2B5EF4-FFF2-40B4-BE49-F238E27FC236}">
                  <a16:creationId xmlns:a16="http://schemas.microsoft.com/office/drawing/2014/main" id="{BD97B909-E7DE-F7A4-3227-339B6B1FA8AB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340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25BC-3CDD-A9E6-A7AD-FB884F7E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520C69-F1DB-04BE-DF64-23D6C878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426"/>
            <a:ext cx="9144000" cy="454380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450BF6F-A723-457F-5DAC-4C0E34CD008C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29" name="Rectangle: Rounded Corners 28">
              <a:hlinkClick r:id="rId3" action="ppaction://hlinksldjump"/>
              <a:extLst>
                <a:ext uri="{FF2B5EF4-FFF2-40B4-BE49-F238E27FC236}">
                  <a16:creationId xmlns:a16="http://schemas.microsoft.com/office/drawing/2014/main" id="{EFF1BF6E-1BA1-4F63-0CC0-791E7D81F4BB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30" name="Rectangle: Rounded Corners 29">
              <a:hlinkClick r:id="rId4" action="ppaction://hlinksldjump"/>
              <a:extLst>
                <a:ext uri="{FF2B5EF4-FFF2-40B4-BE49-F238E27FC236}">
                  <a16:creationId xmlns:a16="http://schemas.microsoft.com/office/drawing/2014/main" id="{10B1F3AC-BE8E-68BE-C932-61EBA5553B0B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31" name="Rectangle: Rounded Corners 30">
              <a:hlinkClick r:id="rId5" action="ppaction://hlinksldjump"/>
              <a:extLst>
                <a:ext uri="{FF2B5EF4-FFF2-40B4-BE49-F238E27FC236}">
                  <a16:creationId xmlns:a16="http://schemas.microsoft.com/office/drawing/2014/main" id="{21006E76-FE69-34EB-2E17-EDDAA3512CE2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32" name="Rectangle: Rounded Corners 31">
              <a:hlinkClick r:id="rId6" action="ppaction://hlinksldjump"/>
              <a:extLst>
                <a:ext uri="{FF2B5EF4-FFF2-40B4-BE49-F238E27FC236}">
                  <a16:creationId xmlns:a16="http://schemas.microsoft.com/office/drawing/2014/main" id="{2FEB79FE-9B94-FCA3-5B3B-B5EBC852B05A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33" name="Rectangle: Rounded Corners 32">
              <a:hlinkClick r:id="rId7" action="ppaction://hlinksldjump"/>
              <a:extLst>
                <a:ext uri="{FF2B5EF4-FFF2-40B4-BE49-F238E27FC236}">
                  <a16:creationId xmlns:a16="http://schemas.microsoft.com/office/drawing/2014/main" id="{AFCAC441-B1DE-4FC2-BC6E-4B8EAC507B68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sp>
        <p:nvSpPr>
          <p:cNvPr id="34" name="Action Button: Go Home 33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509B845-A242-E80B-FC5D-3EB20554ED4E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DA97C-7743-3436-C0A9-67A51307686D}"/>
              </a:ext>
            </a:extLst>
          </p:cNvPr>
          <p:cNvSpPr txBox="1"/>
          <p:nvPr/>
        </p:nvSpPr>
        <p:spPr>
          <a:xfrm>
            <a:off x="1" y="3959401"/>
            <a:ext cx="44544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>
                    <a:lumMod val="50000"/>
                  </a:schemeClr>
                </a:solidFill>
              </a:rPr>
              <a:t>- Lavie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sz="900" i="1" dirty="0" err="1">
                <a:solidFill>
                  <a:schemeClr val="bg1">
                    <a:lumMod val="50000"/>
                  </a:schemeClr>
                </a:solidFill>
              </a:rPr>
              <a:t>đang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i="1" dirty="0" err="1">
                <a:solidFill>
                  <a:schemeClr val="bg1">
                    <a:lumMod val="50000"/>
                  </a:schemeClr>
                </a:solidFill>
              </a:rPr>
              <a:t>mua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bg1">
                    <a:lumMod val="50000"/>
                  </a:schemeClr>
                </a:solidFill>
              </a:rPr>
              <a:t>mã</a:t>
            </a:r>
            <a:r>
              <a:rPr lang="en-US" sz="900" i="1">
                <a:solidFill>
                  <a:schemeClr val="bg1">
                    <a:lumMod val="50000"/>
                  </a:schemeClr>
                </a:solidFill>
              </a:rPr>
              <a:t> WSS01</a:t>
            </a:r>
          </a:p>
          <a:p>
            <a:r>
              <a:rPr lang="en-US" sz="900" i="1">
                <a:solidFill>
                  <a:schemeClr val="bg1">
                    <a:lumMod val="50000"/>
                  </a:schemeClr>
                </a:solidFill>
              </a:rPr>
              <a:t>- Niagara đang đàm phán để thu lại 10% doanh thu từ T01-&gt;T03 do thay đổi thuế quan (hiện tại đang trình bày theo công thức cũ). T04 đã tăng giá 10%)</a:t>
            </a:r>
            <a:endParaRPr lang="en-US" sz="900" i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A2A1B1-3EEE-C3BC-E3CC-5F8867EE0424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4" name="Rectangle: Rounded Corners 3">
              <a:hlinkClick r:id="rId8" action="ppaction://hlinksldjump"/>
              <a:extLst>
                <a:ext uri="{FF2B5EF4-FFF2-40B4-BE49-F238E27FC236}">
                  <a16:creationId xmlns:a16="http://schemas.microsoft.com/office/drawing/2014/main" id="{7A3D889D-0670-C3FF-5917-76A61BE0EA7E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6" name="Rectangle: Rounded Corners 5">
              <a:hlinkClick r:id="rId9" action="ppaction://hlinksldjump"/>
              <a:extLst>
                <a:ext uri="{FF2B5EF4-FFF2-40B4-BE49-F238E27FC236}">
                  <a16:creationId xmlns:a16="http://schemas.microsoft.com/office/drawing/2014/main" id="{68031786-48BD-9533-A324-21CA2D5F8116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7" name="Rectangle: Rounded Corners 6">
              <a:hlinkClick r:id="rId4" action="ppaction://hlinksldjump"/>
              <a:extLst>
                <a:ext uri="{FF2B5EF4-FFF2-40B4-BE49-F238E27FC236}">
                  <a16:creationId xmlns:a16="http://schemas.microsoft.com/office/drawing/2014/main" id="{B6189261-C4A9-C05D-D7C0-2942D5A4FB50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728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6911-4483-ADC9-B7F9-CBF7E020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4E034D9-3BA2-A1BD-990F-B0B56F1BF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427"/>
            <a:ext cx="9144000" cy="4527521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1B78B5A-ECDB-C7E0-DF51-98A9CA541D4A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28" name="Rectangle: Rounded Corners 27">
              <a:hlinkClick r:id="rId3" action="ppaction://hlinksldjump"/>
              <a:extLst>
                <a:ext uri="{FF2B5EF4-FFF2-40B4-BE49-F238E27FC236}">
                  <a16:creationId xmlns:a16="http://schemas.microsoft.com/office/drawing/2014/main" id="{39B1F48A-A99A-E1ED-1D31-5649B95CA1B4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29" name="Rectangle: Rounded Corners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5D051B06-82A0-BA9D-9D5C-3E80994057E9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30" name="Rectangle: Rounded Corners 29">
              <a:hlinkClick r:id="rId5" action="ppaction://hlinksldjump"/>
              <a:extLst>
                <a:ext uri="{FF2B5EF4-FFF2-40B4-BE49-F238E27FC236}">
                  <a16:creationId xmlns:a16="http://schemas.microsoft.com/office/drawing/2014/main" id="{36FC9B02-B46D-3AD4-A863-4ABD6CDF172A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31" name="Rectangle: Rounded Corners 30">
              <a:hlinkClick r:id="rId6" action="ppaction://hlinksldjump"/>
              <a:extLst>
                <a:ext uri="{FF2B5EF4-FFF2-40B4-BE49-F238E27FC236}">
                  <a16:creationId xmlns:a16="http://schemas.microsoft.com/office/drawing/2014/main" id="{CF03AF8A-F0EA-2604-0D59-A951DDEB6FA2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32" name="Rectangle: Rounded Corners 31">
              <a:hlinkClick r:id="rId7" action="ppaction://hlinksldjump"/>
              <a:extLst>
                <a:ext uri="{FF2B5EF4-FFF2-40B4-BE49-F238E27FC236}">
                  <a16:creationId xmlns:a16="http://schemas.microsoft.com/office/drawing/2014/main" id="{22548BDB-02CE-6E00-7F84-F0B981E821EC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sp>
        <p:nvSpPr>
          <p:cNvPr id="33" name="Action Button: Go Home 3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27E9E8D1-1FE2-B924-098F-FD9E22EA7D9D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28835F-BE91-3784-3661-D66749927CCF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3" name="Rectangle: Rounded Corners 2">
              <a:hlinkClick r:id="rId8" action="ppaction://hlinksldjump"/>
              <a:extLst>
                <a:ext uri="{FF2B5EF4-FFF2-40B4-BE49-F238E27FC236}">
                  <a16:creationId xmlns:a16="http://schemas.microsoft.com/office/drawing/2014/main" id="{E2803D52-27AE-DD46-8E84-B3B4891A1E5E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5" name="Rectangle: Rounded Corners 4">
              <a:hlinkClick r:id="rId9" action="ppaction://hlinksldjump"/>
              <a:extLst>
                <a:ext uri="{FF2B5EF4-FFF2-40B4-BE49-F238E27FC236}">
                  <a16:creationId xmlns:a16="http://schemas.microsoft.com/office/drawing/2014/main" id="{19122D7D-5E8B-D8B7-A2BC-46C5E65370FC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6" name="Rectangle: Rounded Corners 5">
              <a:hlinkClick r:id="rId4" action="ppaction://hlinksldjump"/>
              <a:extLst>
                <a:ext uri="{FF2B5EF4-FFF2-40B4-BE49-F238E27FC236}">
                  <a16:creationId xmlns:a16="http://schemas.microsoft.com/office/drawing/2014/main" id="{2CCADD52-E9CE-E5A6-E6EB-38EF9A428189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509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7FFE-4312-F16F-B6B8-0A6701B75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702B74-67A6-711E-9AA5-0CE03C09C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8"/>
            <a:ext cx="9144000" cy="4548505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1FB08DD-2D7E-A97D-FC12-B2F399B3AF5C}"/>
              </a:ext>
            </a:extLst>
          </p:cNvPr>
          <p:cNvGrpSpPr/>
          <p:nvPr/>
        </p:nvGrpSpPr>
        <p:grpSpPr>
          <a:xfrm>
            <a:off x="4998720" y="9323"/>
            <a:ext cx="4140099" cy="333103"/>
            <a:chOff x="4551485" y="9323"/>
            <a:chExt cx="4556856" cy="333103"/>
          </a:xfrm>
        </p:grpSpPr>
        <p:sp>
          <p:nvSpPr>
            <p:cNvPr id="28" name="Rectangle: Rounded Corners 27">
              <a:hlinkClick r:id="rId3" action="ppaction://hlinksldjump"/>
              <a:extLst>
                <a:ext uri="{FF2B5EF4-FFF2-40B4-BE49-F238E27FC236}">
                  <a16:creationId xmlns:a16="http://schemas.microsoft.com/office/drawing/2014/main" id="{F663D984-FFAB-14F3-B7C8-B3691724672E}"/>
                </a:ext>
              </a:extLst>
            </p:cNvPr>
            <p:cNvSpPr/>
            <p:nvPr/>
          </p:nvSpPr>
          <p:spPr>
            <a:xfrm>
              <a:off x="7297043" y="9323"/>
              <a:ext cx="89611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PCF01</a:t>
              </a:r>
            </a:p>
          </p:txBody>
        </p:sp>
        <p:sp>
          <p:nvSpPr>
            <p:cNvPr id="29" name="Rectangle: Rounded Corners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6046AE2E-3A09-7F33-B575-D8A325854A9B}"/>
                </a:ext>
              </a:extLst>
            </p:cNvPr>
            <p:cNvSpPr/>
            <p:nvPr/>
          </p:nvSpPr>
          <p:spPr>
            <a:xfrm>
              <a:off x="4551485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iSS1084G</a:t>
              </a:r>
            </a:p>
          </p:txBody>
        </p:sp>
        <p:sp>
          <p:nvSpPr>
            <p:cNvPr id="30" name="Rectangle: Rounded Corners 29">
              <a:hlinkClick r:id="rId5" action="ppaction://hlinksldjump"/>
              <a:extLst>
                <a:ext uri="{FF2B5EF4-FFF2-40B4-BE49-F238E27FC236}">
                  <a16:creationId xmlns:a16="http://schemas.microsoft.com/office/drawing/2014/main" id="{7D3176A4-5670-4943-AA11-C6BF950A5660}"/>
                </a:ext>
              </a:extLst>
            </p:cNvPr>
            <p:cNvSpPr/>
            <p:nvPr/>
          </p:nvSpPr>
          <p:spPr>
            <a:xfrm>
              <a:off x="5466671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iSS01G</a:t>
              </a:r>
            </a:p>
          </p:txBody>
        </p:sp>
        <p:sp>
          <p:nvSpPr>
            <p:cNvPr id="31" name="Rectangle: Rounded Corners 30">
              <a:hlinkClick r:id="rId6" action="ppaction://hlinksldjump"/>
              <a:extLst>
                <a:ext uri="{FF2B5EF4-FFF2-40B4-BE49-F238E27FC236}">
                  <a16:creationId xmlns:a16="http://schemas.microsoft.com/office/drawing/2014/main" id="{8646EEEA-E7C7-9868-0563-0704E9066D00}"/>
                </a:ext>
              </a:extLst>
            </p:cNvPr>
            <p:cNvSpPr/>
            <p:nvPr/>
          </p:nvSpPr>
          <p:spPr>
            <a:xfrm>
              <a:off x="6381857" y="9323"/>
              <a:ext cx="894472" cy="33310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WSS01G</a:t>
              </a:r>
            </a:p>
          </p:txBody>
        </p:sp>
        <p:sp>
          <p:nvSpPr>
            <p:cNvPr id="32" name="Rectangle: Rounded Corners 31">
              <a:hlinkClick r:id="rId7" action="ppaction://hlinksldjump"/>
              <a:extLst>
                <a:ext uri="{FF2B5EF4-FFF2-40B4-BE49-F238E27FC236}">
                  <a16:creationId xmlns:a16="http://schemas.microsoft.com/office/drawing/2014/main" id="{AAA980F7-396E-44D8-BC1B-BF0C9708A423}"/>
                </a:ext>
              </a:extLst>
            </p:cNvPr>
            <p:cNvSpPr/>
            <p:nvPr/>
          </p:nvSpPr>
          <p:spPr>
            <a:xfrm>
              <a:off x="8213869" y="9323"/>
              <a:ext cx="894472" cy="33310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MBF01</a:t>
              </a:r>
            </a:p>
          </p:txBody>
        </p:sp>
      </p:grpSp>
      <p:sp>
        <p:nvSpPr>
          <p:cNvPr id="33" name="Action Button: Go Home 3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EA09D19D-8CBE-C7CC-82E1-DD5603AA1ABB}"/>
              </a:ext>
            </a:extLst>
          </p:cNvPr>
          <p:cNvSpPr/>
          <p:nvPr/>
        </p:nvSpPr>
        <p:spPr>
          <a:xfrm>
            <a:off x="8821424" y="380647"/>
            <a:ext cx="312514" cy="224803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56C571-4BAD-1FB1-3035-A336AD5EF8C3}"/>
              </a:ext>
            </a:extLst>
          </p:cNvPr>
          <p:cNvGrpSpPr/>
          <p:nvPr/>
        </p:nvGrpSpPr>
        <p:grpSpPr>
          <a:xfrm>
            <a:off x="35558" y="30768"/>
            <a:ext cx="4682962" cy="224804"/>
            <a:chOff x="35558" y="30768"/>
            <a:chExt cx="4682962" cy="224804"/>
          </a:xfrm>
        </p:grpSpPr>
        <p:sp>
          <p:nvSpPr>
            <p:cNvPr id="4" name="Rectangle: Rounded Corners 3">
              <a:hlinkClick r:id="rId8" action="ppaction://hlinksldjump"/>
              <a:extLst>
                <a:ext uri="{FF2B5EF4-FFF2-40B4-BE49-F238E27FC236}">
                  <a16:creationId xmlns:a16="http://schemas.microsoft.com/office/drawing/2014/main" id="{E28E249D-D03F-F9D7-B498-19D0CBD788A1}"/>
                </a:ext>
              </a:extLst>
            </p:cNvPr>
            <p:cNvSpPr/>
            <p:nvPr/>
          </p:nvSpPr>
          <p:spPr>
            <a:xfrm>
              <a:off x="35558" y="30768"/>
              <a:ext cx="1536192" cy="22480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GIÁ CÔNG THỨC</a:t>
              </a:r>
            </a:p>
          </p:txBody>
        </p:sp>
        <p:sp>
          <p:nvSpPr>
            <p:cNvPr id="5" name="Rectangle: Rounded Corners 4">
              <a:hlinkClick r:id="rId9" action="ppaction://hlinksldjump"/>
              <a:extLst>
                <a:ext uri="{FF2B5EF4-FFF2-40B4-BE49-F238E27FC236}">
                  <a16:creationId xmlns:a16="http://schemas.microsoft.com/office/drawing/2014/main" id="{74FBEC17-8725-2145-683B-D9EB2B8EBA75}"/>
                </a:ext>
              </a:extLst>
            </p:cNvPr>
            <p:cNvSpPr/>
            <p:nvPr/>
          </p:nvSpPr>
          <p:spPr>
            <a:xfrm>
              <a:off x="1599200" y="30768"/>
              <a:ext cx="1536192" cy="224804"/>
            </a:xfrm>
            <a:prstGeom prst="roundRect">
              <a:avLst/>
            </a:prstGeom>
            <a:solidFill>
              <a:srgbClr val="ECE1D8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CHI TIẾT CÔNG THỨC</a:t>
              </a:r>
            </a:p>
          </p:txBody>
        </p:sp>
        <p:sp>
          <p:nvSpPr>
            <p:cNvPr id="6" name="Rectangle: Rounded Corners 5">
              <a:hlinkClick r:id="rId4" action="ppaction://hlinksldjump"/>
              <a:extLst>
                <a:ext uri="{FF2B5EF4-FFF2-40B4-BE49-F238E27FC236}">
                  <a16:creationId xmlns:a16="http://schemas.microsoft.com/office/drawing/2014/main" id="{0B883C80-1EC0-3FC2-406E-4C46FCECDA5C}"/>
                </a:ext>
              </a:extLst>
            </p:cNvPr>
            <p:cNvSpPr/>
            <p:nvPr/>
          </p:nvSpPr>
          <p:spPr>
            <a:xfrm>
              <a:off x="3182328" y="30768"/>
              <a:ext cx="1536192" cy="22480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BIỂU ĐỒ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799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4" ma:contentTypeDescription="Create a new document." ma:contentTypeScope="" ma:versionID="53b42363595196d6ec86acfaf5082e91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34e2b9a236e7c153f7bee726766f873d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BF921B-5040-4D54-A3E7-8C229FB42018}">
  <ds:schemaRefs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1401b2ec-7936-4f98-86ff-5ef737f58b9c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4b5fce3-9bbc-4429-8073-3ae7a9bcc677"/>
  </ds:schemaRefs>
</ds:datastoreItem>
</file>

<file path=customXml/itemProps3.xml><?xml version="1.0" encoding="utf-8"?>
<ds:datastoreItem xmlns:ds="http://schemas.openxmlformats.org/officeDocument/2006/customXml" ds:itemID="{41E16879-D5D4-4547-99CC-69FE2C691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b5fce3-9bbc-4429-8073-3ae7a9bcc677"/>
    <ds:schemaRef ds:uri="1401b2ec-7936-4f98-86ff-5ef737f58b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8652</TotalTime>
  <Words>10854</Words>
  <Application>Microsoft Office PowerPoint</Application>
  <PresentationFormat>On-screen Show (16:9)</PresentationFormat>
  <Paragraphs>5215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 Display</vt:lpstr>
      <vt:lpstr>Arial</vt:lpstr>
      <vt:lpstr>Muli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Danh, Hoàng Duy</cp:lastModifiedBy>
  <cp:revision>51</cp:revision>
  <dcterms:modified xsi:type="dcterms:W3CDTF">2026-04-11T04:01:03Z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