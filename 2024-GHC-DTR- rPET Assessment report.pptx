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652" r:id="rId5"/>
    <p:sldMasterId id="2147483684" r:id="rId6"/>
  </p:sldMasterIdLst>
  <p:notesMasterIdLst>
    <p:notesMasterId r:id="rId19"/>
  </p:notesMasterIdLst>
  <p:handoutMasterIdLst>
    <p:handoutMasterId r:id="rId20"/>
  </p:handoutMasterIdLst>
  <p:sldIdLst>
    <p:sldId id="256" r:id="rId7"/>
    <p:sldId id="262" r:id="rId8"/>
    <p:sldId id="337" r:id="rId9"/>
    <p:sldId id="338" r:id="rId10"/>
    <p:sldId id="285" r:id="rId11"/>
    <p:sldId id="339" r:id="rId12"/>
    <p:sldId id="267" r:id="rId13"/>
    <p:sldId id="282" r:id="rId14"/>
    <p:sldId id="261" r:id="rId15"/>
    <p:sldId id="294" r:id="rId16"/>
    <p:sldId id="340" r:id="rId17"/>
    <p:sldId id="341" r:id="rId18"/>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20"/>
    <a:srgbClr val="002060"/>
    <a:srgbClr val="3366CC"/>
    <a:srgbClr val="003399"/>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86" autoAdjust="0"/>
  </p:normalViewPr>
  <p:slideViewPr>
    <p:cSldViewPr snapToGrid="0">
      <p:cViewPr varScale="1">
        <p:scale>
          <a:sx n="104" d="100"/>
          <a:sy n="104" d="100"/>
        </p:scale>
        <p:origin x="834" y="108"/>
      </p:cViewPr>
      <p:guideLst>
        <p:guide orient="horz" pos="2448"/>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Nguyen" userId="086684fe-9d36-4553-8fb1-dfb6b47756c3" providerId="ADAL" clId="{E68A20D8-0921-4D05-B404-38B0B2CF8E48}"/>
    <pc:docChg chg="undo custSel modSld">
      <pc:chgData name="Minh Nguyen" userId="086684fe-9d36-4553-8fb1-dfb6b47756c3" providerId="ADAL" clId="{E68A20D8-0921-4D05-B404-38B0B2CF8E48}" dt="2023-10-05T03:28:07.232" v="31" actId="404"/>
      <pc:docMkLst>
        <pc:docMk/>
      </pc:docMkLst>
      <pc:sldChg chg="modSp mod">
        <pc:chgData name="Minh Nguyen" userId="086684fe-9d36-4553-8fb1-dfb6b47756c3" providerId="ADAL" clId="{E68A20D8-0921-4D05-B404-38B0B2CF8E48}" dt="2023-10-05T03:28:07.232" v="31" actId="404"/>
        <pc:sldMkLst>
          <pc:docMk/>
          <pc:sldMk cId="4032476198" sldId="256"/>
        </pc:sldMkLst>
        <pc:spChg chg="mod">
          <ac:chgData name="Minh Nguyen" userId="086684fe-9d36-4553-8fb1-dfb6b47756c3" providerId="ADAL" clId="{E68A20D8-0921-4D05-B404-38B0B2CF8E48}" dt="2023-10-05T03:28:07.232" v="31" actId="404"/>
          <ac:spMkLst>
            <pc:docMk/>
            <pc:sldMk cId="4032476198" sldId="256"/>
            <ac:spMk id="163" creationId="{65F9E6C9-4567-4787-9774-226004F06F9C}"/>
          </ac:spMkLst>
        </pc:spChg>
      </pc:sldChg>
    </pc:docChg>
  </pc:docChgLst>
  <pc:docChgLst>
    <pc:chgData name="Danh, Hoàng Duy" userId="3a448fcf-317f-4972-a161-06742a14d4c7" providerId="ADAL" clId="{0CA86804-5555-4C96-90A4-4956527E875D}"/>
    <pc:docChg chg="modSld">
      <pc:chgData name="Danh, Hoàng Duy" userId="3a448fcf-317f-4972-a161-06742a14d4c7" providerId="ADAL" clId="{0CA86804-5555-4C96-90A4-4956527E875D}" dt="2024-10-29T04:54:49.733" v="0" actId="207"/>
      <pc:docMkLst>
        <pc:docMk/>
      </pc:docMkLst>
      <pc:sldChg chg="modSp mod">
        <pc:chgData name="Danh, Hoàng Duy" userId="3a448fcf-317f-4972-a161-06742a14d4c7" providerId="ADAL" clId="{0CA86804-5555-4C96-90A4-4956527E875D}" dt="2024-10-29T04:54:49.733" v="0" actId="207"/>
        <pc:sldMkLst>
          <pc:docMk/>
          <pc:sldMk cId="1656749316" sldId="337"/>
        </pc:sldMkLst>
        <pc:spChg chg="mod">
          <ac:chgData name="Danh, Hoàng Duy" userId="3a448fcf-317f-4972-a161-06742a14d4c7" providerId="ADAL" clId="{0CA86804-5555-4C96-90A4-4956527E875D}" dt="2024-10-29T04:54:49.733" v="0" actId="207"/>
          <ac:spMkLst>
            <pc:docMk/>
            <pc:sldMk cId="1656749316" sldId="337"/>
            <ac:spMk id="40" creationId="{3C8980D2-23F4-0E15-6F41-7BAD29C1F212}"/>
          </ac:spMkLst>
        </pc:spChg>
      </pc:sldChg>
    </pc:docChg>
  </pc:docChgLst>
  <pc:docChgLst>
    <pc:chgData name="Cao Xuan Hien" userId="a9b89a09-7d61-4579-ab8a-84df1e1f7f83" providerId="ADAL" clId="{89700B97-3952-4A6B-B025-CB5B417AB209}"/>
    <pc:docChg chg="custSel modSld modMainMaster">
      <pc:chgData name="Cao Xuan Hien" userId="a9b89a09-7d61-4579-ab8a-84df1e1f7f83" providerId="ADAL" clId="{89700B97-3952-4A6B-B025-CB5B417AB209}" dt="2023-05-30T07:49:02.820" v="17" actId="478"/>
      <pc:docMkLst>
        <pc:docMk/>
      </pc:docMkLst>
      <pc:sldChg chg="delSp mod">
        <pc:chgData name="Cao Xuan Hien" userId="a9b89a09-7d61-4579-ab8a-84df1e1f7f83" providerId="ADAL" clId="{89700B97-3952-4A6B-B025-CB5B417AB209}" dt="2023-05-30T07:49:02.820" v="17" actId="478"/>
        <pc:sldMkLst>
          <pc:docMk/>
          <pc:sldMk cId="4032476198" sldId="256"/>
        </pc:sldMkLst>
        <pc:picChg chg="del">
          <ac:chgData name="Cao Xuan Hien" userId="a9b89a09-7d61-4579-ab8a-84df1e1f7f83" providerId="ADAL" clId="{89700B97-3952-4A6B-B025-CB5B417AB209}" dt="2023-05-30T07:49:02.820" v="17" actId="478"/>
          <ac:picMkLst>
            <pc:docMk/>
            <pc:sldMk cId="4032476198" sldId="256"/>
            <ac:picMk id="9" creationId="{803D3749-6335-42D1-870C-A41A55E5877C}"/>
          </ac:picMkLst>
        </pc:picChg>
      </pc:sldChg>
      <pc:sldMasterChg chg="addSp modSp mod">
        <pc:chgData name="Cao Xuan Hien" userId="a9b89a09-7d61-4579-ab8a-84df1e1f7f83" providerId="ADAL" clId="{89700B97-3952-4A6B-B025-CB5B417AB209}" dt="2023-05-30T07:48:27.188" v="13" actId="1076"/>
        <pc:sldMasterMkLst>
          <pc:docMk/>
          <pc:sldMasterMk cId="3731046580" sldId="2147483650"/>
        </pc:sldMasterMkLst>
        <pc:picChg chg="add mod">
          <ac:chgData name="Cao Xuan Hien" userId="a9b89a09-7d61-4579-ab8a-84df1e1f7f83" providerId="ADAL" clId="{89700B97-3952-4A6B-B025-CB5B417AB209}" dt="2023-05-30T07:48:27.188" v="13" actId="1076"/>
          <ac:picMkLst>
            <pc:docMk/>
            <pc:sldMasterMk cId="3731046580" sldId="2147483650"/>
            <ac:picMk id="2" creationId="{A338BA9A-0AC2-434A-B448-6CE7D01D0DA1}"/>
          </ac:picMkLst>
        </pc:picChg>
      </pc:sldMasterChg>
      <pc:sldMasterChg chg="addSp modSp mod modSldLayout">
        <pc:chgData name="Cao Xuan Hien" userId="a9b89a09-7d61-4579-ab8a-84df1e1f7f83" providerId="ADAL" clId="{89700B97-3952-4A6B-B025-CB5B417AB209}" dt="2023-05-30T07:48:45.565" v="15" actId="1076"/>
        <pc:sldMasterMkLst>
          <pc:docMk/>
          <pc:sldMasterMk cId="2670174220" sldId="2147483652"/>
        </pc:sldMasterMkLst>
        <pc:picChg chg="add mod">
          <ac:chgData name="Cao Xuan Hien" userId="a9b89a09-7d61-4579-ab8a-84df1e1f7f83" providerId="ADAL" clId="{89700B97-3952-4A6B-B025-CB5B417AB209}" dt="2023-05-30T07:48:45.565" v="15" actId="1076"/>
          <ac:picMkLst>
            <pc:docMk/>
            <pc:sldMasterMk cId="2670174220" sldId="2147483652"/>
            <ac:picMk id="2" creationId="{512996BD-0B90-F2FC-0044-78B3A222CC21}"/>
          </ac:picMkLst>
        </pc:picChg>
        <pc:sldLayoutChg chg="delSp mod">
          <pc:chgData name="Cao Xuan Hien" userId="a9b89a09-7d61-4579-ab8a-84df1e1f7f83" providerId="ADAL" clId="{89700B97-3952-4A6B-B025-CB5B417AB209}" dt="2023-05-30T07:46:44.048" v="0" actId="478"/>
          <pc:sldLayoutMkLst>
            <pc:docMk/>
            <pc:sldMasterMk cId="2670174220" sldId="2147483652"/>
            <pc:sldLayoutMk cId="85214601" sldId="2147483731"/>
          </pc:sldLayoutMkLst>
          <pc:picChg chg="del">
            <ac:chgData name="Cao Xuan Hien" userId="a9b89a09-7d61-4579-ab8a-84df1e1f7f83" providerId="ADAL" clId="{89700B97-3952-4A6B-B025-CB5B417AB209}" dt="2023-05-30T07:46:44.048" v="0" actId="478"/>
            <ac:picMkLst>
              <pc:docMk/>
              <pc:sldMasterMk cId="2670174220" sldId="2147483652"/>
              <pc:sldLayoutMk cId="85214601" sldId="2147483731"/>
              <ac:picMk id="196" creationId="{7FCDDD8A-0057-4D18-9808-1DFBD26F6CB1}"/>
            </ac:picMkLst>
          </pc:picChg>
        </pc:sldLayoutChg>
        <pc:sldLayoutChg chg="delSp mod">
          <pc:chgData name="Cao Xuan Hien" userId="a9b89a09-7d61-4579-ab8a-84df1e1f7f83" providerId="ADAL" clId="{89700B97-3952-4A6B-B025-CB5B417AB209}" dt="2023-05-30T07:47:00.989" v="1" actId="478"/>
          <pc:sldLayoutMkLst>
            <pc:docMk/>
            <pc:sldMasterMk cId="2670174220" sldId="2147483652"/>
            <pc:sldLayoutMk cId="2132057755" sldId="2147483732"/>
          </pc:sldLayoutMkLst>
          <pc:picChg chg="del">
            <ac:chgData name="Cao Xuan Hien" userId="a9b89a09-7d61-4579-ab8a-84df1e1f7f83" providerId="ADAL" clId="{89700B97-3952-4A6B-B025-CB5B417AB209}" dt="2023-05-30T07:47:00.989" v="1" actId="478"/>
            <ac:picMkLst>
              <pc:docMk/>
              <pc:sldMasterMk cId="2670174220" sldId="2147483652"/>
              <pc:sldLayoutMk cId="2132057755" sldId="2147483732"/>
              <ac:picMk id="6" creationId="{04A4220B-2FF1-4427-B0EA-70ACC5286F03}"/>
            </ac:picMkLst>
          </pc:picChg>
        </pc:sldLayoutChg>
        <pc:sldLayoutChg chg="delSp mod">
          <pc:chgData name="Cao Xuan Hien" userId="a9b89a09-7d61-4579-ab8a-84df1e1f7f83" providerId="ADAL" clId="{89700B97-3952-4A6B-B025-CB5B417AB209}" dt="2023-05-30T07:47:12.206" v="5" actId="478"/>
          <pc:sldLayoutMkLst>
            <pc:docMk/>
            <pc:sldMasterMk cId="2670174220" sldId="2147483652"/>
            <pc:sldLayoutMk cId="3489078219" sldId="2147483733"/>
          </pc:sldLayoutMkLst>
          <pc:picChg chg="del">
            <ac:chgData name="Cao Xuan Hien" userId="a9b89a09-7d61-4579-ab8a-84df1e1f7f83" providerId="ADAL" clId="{89700B97-3952-4A6B-B025-CB5B417AB209}" dt="2023-05-30T07:47:12.206" v="5" actId="478"/>
            <ac:picMkLst>
              <pc:docMk/>
              <pc:sldMasterMk cId="2670174220" sldId="2147483652"/>
              <pc:sldLayoutMk cId="3489078219" sldId="2147483733"/>
              <ac:picMk id="3" creationId="{85F4E1C9-3132-4E18-A6A6-2495A096D006}"/>
            </ac:picMkLst>
          </pc:picChg>
        </pc:sldLayoutChg>
        <pc:sldLayoutChg chg="delSp mod">
          <pc:chgData name="Cao Xuan Hien" userId="a9b89a09-7d61-4579-ab8a-84df1e1f7f83" providerId="ADAL" clId="{89700B97-3952-4A6B-B025-CB5B417AB209}" dt="2023-05-30T07:47:14.941" v="6" actId="478"/>
          <pc:sldLayoutMkLst>
            <pc:docMk/>
            <pc:sldMasterMk cId="2670174220" sldId="2147483652"/>
            <pc:sldLayoutMk cId="2852074685" sldId="2147483734"/>
          </pc:sldLayoutMkLst>
          <pc:picChg chg="del">
            <ac:chgData name="Cao Xuan Hien" userId="a9b89a09-7d61-4579-ab8a-84df1e1f7f83" providerId="ADAL" clId="{89700B97-3952-4A6B-B025-CB5B417AB209}" dt="2023-05-30T07:47:14.941" v="6" actId="478"/>
            <ac:picMkLst>
              <pc:docMk/>
              <pc:sldMasterMk cId="2670174220" sldId="2147483652"/>
              <pc:sldLayoutMk cId="2852074685" sldId="2147483734"/>
              <ac:picMk id="10" creationId="{AB93D07E-EF7C-4A8F-AEE5-5A6E7641DDC6}"/>
            </ac:picMkLst>
          </pc:picChg>
        </pc:sldLayoutChg>
        <pc:sldLayoutChg chg="delSp mod">
          <pc:chgData name="Cao Xuan Hien" userId="a9b89a09-7d61-4579-ab8a-84df1e1f7f83" providerId="ADAL" clId="{89700B97-3952-4A6B-B025-CB5B417AB209}" dt="2023-05-30T07:47:04.821" v="2" actId="478"/>
          <pc:sldLayoutMkLst>
            <pc:docMk/>
            <pc:sldMasterMk cId="2670174220" sldId="2147483652"/>
            <pc:sldLayoutMk cId="1310287618" sldId="2147483738"/>
          </pc:sldLayoutMkLst>
          <pc:picChg chg="del">
            <ac:chgData name="Cao Xuan Hien" userId="a9b89a09-7d61-4579-ab8a-84df1e1f7f83" providerId="ADAL" clId="{89700B97-3952-4A6B-B025-CB5B417AB209}" dt="2023-05-30T07:47:04.821" v="2" actId="478"/>
            <ac:picMkLst>
              <pc:docMk/>
              <pc:sldMasterMk cId="2670174220" sldId="2147483652"/>
              <pc:sldLayoutMk cId="1310287618" sldId="2147483738"/>
              <ac:picMk id="8" creationId="{13627815-6AC7-42F2-B60C-B67E63DD10AD}"/>
            </ac:picMkLst>
          </pc:picChg>
        </pc:sldLayoutChg>
        <pc:sldLayoutChg chg="delSp mod">
          <pc:chgData name="Cao Xuan Hien" userId="a9b89a09-7d61-4579-ab8a-84df1e1f7f83" providerId="ADAL" clId="{89700B97-3952-4A6B-B025-CB5B417AB209}" dt="2023-05-30T07:47:07.457" v="3" actId="478"/>
          <pc:sldLayoutMkLst>
            <pc:docMk/>
            <pc:sldMasterMk cId="2670174220" sldId="2147483652"/>
            <pc:sldLayoutMk cId="330352488" sldId="2147483744"/>
          </pc:sldLayoutMkLst>
          <pc:picChg chg="del">
            <ac:chgData name="Cao Xuan Hien" userId="a9b89a09-7d61-4579-ab8a-84df1e1f7f83" providerId="ADAL" clId="{89700B97-3952-4A6B-B025-CB5B417AB209}" dt="2023-05-30T07:47:07.457" v="3" actId="478"/>
            <ac:picMkLst>
              <pc:docMk/>
              <pc:sldMasterMk cId="2670174220" sldId="2147483652"/>
              <pc:sldLayoutMk cId="330352488" sldId="2147483744"/>
              <ac:picMk id="7" creationId="{AE51526A-7324-44C9-BAFD-006C12DBAC38}"/>
            </ac:picMkLst>
          </pc:picChg>
        </pc:sldLayoutChg>
        <pc:sldLayoutChg chg="delSp mod">
          <pc:chgData name="Cao Xuan Hien" userId="a9b89a09-7d61-4579-ab8a-84df1e1f7f83" providerId="ADAL" clId="{89700B97-3952-4A6B-B025-CB5B417AB209}" dt="2023-05-30T07:47:09.973" v="4" actId="478"/>
          <pc:sldLayoutMkLst>
            <pc:docMk/>
            <pc:sldMasterMk cId="2670174220" sldId="2147483652"/>
            <pc:sldLayoutMk cId="3748612090" sldId="2147483745"/>
          </pc:sldLayoutMkLst>
          <pc:picChg chg="del">
            <ac:chgData name="Cao Xuan Hien" userId="a9b89a09-7d61-4579-ab8a-84df1e1f7f83" providerId="ADAL" clId="{89700B97-3952-4A6B-B025-CB5B417AB209}" dt="2023-05-30T07:47:09.973" v="4" actId="478"/>
            <ac:picMkLst>
              <pc:docMk/>
              <pc:sldMasterMk cId="2670174220" sldId="2147483652"/>
              <pc:sldLayoutMk cId="3748612090" sldId="2147483745"/>
              <ac:picMk id="5" creationId="{B93C7414-85C7-45B2-95CD-A856730FC5D1}"/>
            </ac:picMkLst>
          </pc:picChg>
        </pc:sldLayoutChg>
        <pc:sldLayoutChg chg="delSp mod">
          <pc:chgData name="Cao Xuan Hien" userId="a9b89a09-7d61-4579-ab8a-84df1e1f7f83" providerId="ADAL" clId="{89700B97-3952-4A6B-B025-CB5B417AB209}" dt="2023-05-30T07:47:20.012" v="7" actId="478"/>
          <pc:sldLayoutMkLst>
            <pc:docMk/>
            <pc:sldMasterMk cId="2670174220" sldId="2147483652"/>
            <pc:sldLayoutMk cId="3625572326" sldId="2147483746"/>
          </pc:sldLayoutMkLst>
          <pc:picChg chg="del">
            <ac:chgData name="Cao Xuan Hien" userId="a9b89a09-7d61-4579-ab8a-84df1e1f7f83" providerId="ADAL" clId="{89700B97-3952-4A6B-B025-CB5B417AB209}" dt="2023-05-30T07:47:20.012" v="7" actId="478"/>
            <ac:picMkLst>
              <pc:docMk/>
              <pc:sldMasterMk cId="2670174220" sldId="2147483652"/>
              <pc:sldLayoutMk cId="3625572326" sldId="2147483746"/>
              <ac:picMk id="6" creationId="{91D5E703-12FA-4FC9-A686-E370B3C3C806}"/>
            </ac:picMkLst>
          </pc:picChg>
        </pc:sldLayoutChg>
        <pc:sldLayoutChg chg="delSp mod">
          <pc:chgData name="Cao Xuan Hien" userId="a9b89a09-7d61-4579-ab8a-84df1e1f7f83" providerId="ADAL" clId="{89700B97-3952-4A6B-B025-CB5B417AB209}" dt="2023-05-30T07:47:23.054" v="8" actId="478"/>
          <pc:sldLayoutMkLst>
            <pc:docMk/>
            <pc:sldMasterMk cId="2670174220" sldId="2147483652"/>
            <pc:sldLayoutMk cId="503587441" sldId="2147483747"/>
          </pc:sldLayoutMkLst>
          <pc:picChg chg="del">
            <ac:chgData name="Cao Xuan Hien" userId="a9b89a09-7d61-4579-ab8a-84df1e1f7f83" providerId="ADAL" clId="{89700B97-3952-4A6B-B025-CB5B417AB209}" dt="2023-05-30T07:47:23.054" v="8" actId="478"/>
            <ac:picMkLst>
              <pc:docMk/>
              <pc:sldMasterMk cId="2670174220" sldId="2147483652"/>
              <pc:sldLayoutMk cId="503587441" sldId="2147483747"/>
              <ac:picMk id="3" creationId="{AA1D0050-60CB-444E-99D7-8003D5F8D72C}"/>
            </ac:picMkLst>
          </pc:picChg>
        </pc:sldLayoutChg>
        <pc:sldLayoutChg chg="delSp mod">
          <pc:chgData name="Cao Xuan Hien" userId="a9b89a09-7d61-4579-ab8a-84df1e1f7f83" providerId="ADAL" clId="{89700B97-3952-4A6B-B025-CB5B417AB209}" dt="2023-05-30T07:47:27.935" v="9" actId="478"/>
          <pc:sldLayoutMkLst>
            <pc:docMk/>
            <pc:sldMasterMk cId="2670174220" sldId="2147483652"/>
            <pc:sldLayoutMk cId="2250615247" sldId="2147483748"/>
          </pc:sldLayoutMkLst>
          <pc:picChg chg="del">
            <ac:chgData name="Cao Xuan Hien" userId="a9b89a09-7d61-4579-ab8a-84df1e1f7f83" providerId="ADAL" clId="{89700B97-3952-4A6B-B025-CB5B417AB209}" dt="2023-05-30T07:47:27.935" v="9" actId="478"/>
            <ac:picMkLst>
              <pc:docMk/>
              <pc:sldMasterMk cId="2670174220" sldId="2147483652"/>
              <pc:sldLayoutMk cId="2250615247" sldId="2147483748"/>
              <ac:picMk id="4" creationId="{22F5FA7B-72D0-4B47-A712-CD87234633E8}"/>
            </ac:picMkLst>
          </pc:picChg>
        </pc:sldLayoutChg>
        <pc:sldLayoutChg chg="delSp mod">
          <pc:chgData name="Cao Xuan Hien" userId="a9b89a09-7d61-4579-ab8a-84df1e1f7f83" providerId="ADAL" clId="{89700B97-3952-4A6B-B025-CB5B417AB209}" dt="2023-05-30T07:47:31.329" v="10" actId="478"/>
          <pc:sldLayoutMkLst>
            <pc:docMk/>
            <pc:sldMasterMk cId="2670174220" sldId="2147483652"/>
            <pc:sldLayoutMk cId="1598198762" sldId="2147483749"/>
          </pc:sldLayoutMkLst>
          <pc:picChg chg="del">
            <ac:chgData name="Cao Xuan Hien" userId="a9b89a09-7d61-4579-ab8a-84df1e1f7f83" providerId="ADAL" clId="{89700B97-3952-4A6B-B025-CB5B417AB209}" dt="2023-05-30T07:47:31.329" v="10" actId="478"/>
            <ac:picMkLst>
              <pc:docMk/>
              <pc:sldMasterMk cId="2670174220" sldId="2147483652"/>
              <pc:sldLayoutMk cId="1598198762" sldId="2147483749"/>
              <ac:picMk id="5" creationId="{C3F463D9-24D6-4B6E-A198-A4D5233FFED8}"/>
            </ac:picMkLst>
          </pc:picChg>
        </pc:sldLayoutChg>
        <pc:sldLayoutChg chg="delSp mod">
          <pc:chgData name="Cao Xuan Hien" userId="a9b89a09-7d61-4579-ab8a-84df1e1f7f83" providerId="ADAL" clId="{89700B97-3952-4A6B-B025-CB5B417AB209}" dt="2023-05-30T07:47:33.343" v="11" actId="478"/>
          <pc:sldLayoutMkLst>
            <pc:docMk/>
            <pc:sldMasterMk cId="2670174220" sldId="2147483652"/>
            <pc:sldLayoutMk cId="3923227991" sldId="2147483750"/>
          </pc:sldLayoutMkLst>
          <pc:picChg chg="del">
            <ac:chgData name="Cao Xuan Hien" userId="a9b89a09-7d61-4579-ab8a-84df1e1f7f83" providerId="ADAL" clId="{89700B97-3952-4A6B-B025-CB5B417AB209}" dt="2023-05-30T07:47:33.343" v="11" actId="478"/>
            <ac:picMkLst>
              <pc:docMk/>
              <pc:sldMasterMk cId="2670174220" sldId="2147483652"/>
              <pc:sldLayoutMk cId="3923227991" sldId="2147483750"/>
              <ac:picMk id="6" creationId="{841BE554-4A08-4AB3-869E-5F8608DC7727}"/>
            </ac:picMkLst>
          </pc:picChg>
        </pc:sldLayoutChg>
      </pc:sldMasterChg>
      <pc:sldMasterChg chg="addSp modSp">
        <pc:chgData name="Cao Xuan Hien" userId="a9b89a09-7d61-4579-ab8a-84df1e1f7f83" providerId="ADAL" clId="{89700B97-3952-4A6B-B025-CB5B417AB209}" dt="2023-05-30T07:48:57.793" v="16"/>
        <pc:sldMasterMkLst>
          <pc:docMk/>
          <pc:sldMasterMk cId="2375178107" sldId="2147483684"/>
        </pc:sldMasterMkLst>
        <pc:picChg chg="add mod">
          <ac:chgData name="Cao Xuan Hien" userId="a9b89a09-7d61-4579-ab8a-84df1e1f7f83" providerId="ADAL" clId="{89700B97-3952-4A6B-B025-CB5B417AB209}" dt="2023-05-30T07:48:57.793" v="16"/>
          <ac:picMkLst>
            <pc:docMk/>
            <pc:sldMasterMk cId="2375178107" sldId="2147483684"/>
            <ac:picMk id="2" creationId="{75489834-4343-D90A-823A-A80B42E598C4}"/>
          </ac:picMkLst>
        </pc:picChg>
      </pc:sldMasterChg>
    </pc:docChg>
  </pc:docChgLst>
  <pc:docChgLst>
    <pc:chgData name="Nguyen Ngoc Mai" userId="dfc6f54c-73bd-4aa0-a81f-6a6f4a826fac" providerId="ADAL" clId="{A04796C7-7575-4E88-BDC1-AB72FDFCD8C4}"/>
    <pc:docChg chg="undo custSel addSld delSld modSld sldOrd">
      <pc:chgData name="Nguyen Ngoc Mai" userId="dfc6f54c-73bd-4aa0-a81f-6a6f4a826fac" providerId="ADAL" clId="{A04796C7-7575-4E88-BDC1-AB72FDFCD8C4}" dt="2024-10-27T04:11:32.122" v="4123" actId="114"/>
      <pc:docMkLst>
        <pc:docMk/>
      </pc:docMkLst>
      <pc:sldChg chg="modSp mod">
        <pc:chgData name="Nguyen Ngoc Mai" userId="dfc6f54c-73bd-4aa0-a81f-6a6f4a826fac" providerId="ADAL" clId="{A04796C7-7575-4E88-BDC1-AB72FDFCD8C4}" dt="2024-10-25T03:15:23.615" v="126" actId="113"/>
        <pc:sldMkLst>
          <pc:docMk/>
          <pc:sldMk cId="4032476198" sldId="256"/>
        </pc:sldMkLst>
        <pc:spChg chg="mod">
          <ac:chgData name="Nguyen Ngoc Mai" userId="dfc6f54c-73bd-4aa0-a81f-6a6f4a826fac" providerId="ADAL" clId="{A04796C7-7575-4E88-BDC1-AB72FDFCD8C4}" dt="2024-10-25T03:15:23.615" v="126" actId="113"/>
          <ac:spMkLst>
            <pc:docMk/>
            <pc:sldMk cId="4032476198" sldId="256"/>
            <ac:spMk id="14" creationId="{DF166F6B-B975-4F3C-BCF2-9971086140FB}"/>
          </ac:spMkLst>
        </pc:spChg>
        <pc:spChg chg="mod">
          <ac:chgData name="Nguyen Ngoc Mai" userId="dfc6f54c-73bd-4aa0-a81f-6a6f4a826fac" providerId="ADAL" clId="{A04796C7-7575-4E88-BDC1-AB72FDFCD8C4}" dt="2024-10-25T03:15:04.391" v="64" actId="14100"/>
          <ac:spMkLst>
            <pc:docMk/>
            <pc:sldMk cId="4032476198" sldId="256"/>
            <ac:spMk id="163" creationId="{65F9E6C9-4567-4787-9774-226004F06F9C}"/>
          </ac:spMkLst>
        </pc:spChg>
      </pc:sldChg>
      <pc:sldChg chg="del">
        <pc:chgData name="Nguyen Ngoc Mai" userId="dfc6f54c-73bd-4aa0-a81f-6a6f4a826fac" providerId="ADAL" clId="{A04796C7-7575-4E88-BDC1-AB72FDFCD8C4}" dt="2024-10-27T04:08:30.377" v="4077" actId="2696"/>
        <pc:sldMkLst>
          <pc:docMk/>
          <pc:sldMk cId="313758320" sldId="257"/>
        </pc:sldMkLst>
      </pc:sldChg>
      <pc:sldChg chg="del">
        <pc:chgData name="Nguyen Ngoc Mai" userId="dfc6f54c-73bd-4aa0-a81f-6a6f4a826fac" providerId="ADAL" clId="{A04796C7-7575-4E88-BDC1-AB72FDFCD8C4}" dt="2024-10-27T04:08:30.377" v="4077" actId="2696"/>
        <pc:sldMkLst>
          <pc:docMk/>
          <pc:sldMk cId="212682184" sldId="258"/>
        </pc:sldMkLst>
      </pc:sldChg>
      <pc:sldChg chg="del">
        <pc:chgData name="Nguyen Ngoc Mai" userId="dfc6f54c-73bd-4aa0-a81f-6a6f4a826fac" providerId="ADAL" clId="{A04796C7-7575-4E88-BDC1-AB72FDFCD8C4}" dt="2024-10-27T04:08:30.377" v="4077" actId="2696"/>
        <pc:sldMkLst>
          <pc:docMk/>
          <pc:sldMk cId="486176497" sldId="259"/>
        </pc:sldMkLst>
      </pc:sldChg>
      <pc:sldChg chg="del">
        <pc:chgData name="Nguyen Ngoc Mai" userId="dfc6f54c-73bd-4aa0-a81f-6a6f4a826fac" providerId="ADAL" clId="{A04796C7-7575-4E88-BDC1-AB72FDFCD8C4}" dt="2024-10-27T04:08:30.377" v="4077" actId="2696"/>
        <pc:sldMkLst>
          <pc:docMk/>
          <pc:sldMk cId="2582224218" sldId="260"/>
        </pc:sldMkLst>
      </pc:sldChg>
      <pc:sldChg chg="addSp delSp modSp mod">
        <pc:chgData name="Nguyen Ngoc Mai" userId="dfc6f54c-73bd-4aa0-a81f-6a6f4a826fac" providerId="ADAL" clId="{A04796C7-7575-4E88-BDC1-AB72FDFCD8C4}" dt="2024-10-27T04:10:30.531" v="4115" actId="14100"/>
        <pc:sldMkLst>
          <pc:docMk/>
          <pc:sldMk cId="1100588271" sldId="261"/>
        </pc:sldMkLst>
        <pc:spChg chg="add mod">
          <ac:chgData name="Nguyen Ngoc Mai" userId="dfc6f54c-73bd-4aa0-a81f-6a6f4a826fac" providerId="ADAL" clId="{A04796C7-7575-4E88-BDC1-AB72FDFCD8C4}" dt="2024-10-27T03:23:59.961" v="2964" actId="1076"/>
          <ac:spMkLst>
            <pc:docMk/>
            <pc:sldMk cId="1100588271" sldId="261"/>
            <ac:spMk id="2" creationId="{FB72ABE4-36E2-4A05-928D-2E05C31399A8}"/>
          </ac:spMkLst>
        </pc:spChg>
        <pc:spChg chg="add mod">
          <ac:chgData name="Nguyen Ngoc Mai" userId="dfc6f54c-73bd-4aa0-a81f-6a6f4a826fac" providerId="ADAL" clId="{A04796C7-7575-4E88-BDC1-AB72FDFCD8C4}" dt="2024-10-27T04:10:00.800" v="4110" actId="20577"/>
          <ac:spMkLst>
            <pc:docMk/>
            <pc:sldMk cId="1100588271" sldId="261"/>
            <ac:spMk id="3" creationId="{E9B81E7C-7DC5-7BCB-0B71-8B2D591618D1}"/>
          </ac:spMkLst>
        </pc:spChg>
        <pc:spChg chg="mod">
          <ac:chgData name="Nguyen Ngoc Mai" userId="dfc6f54c-73bd-4aa0-a81f-6a6f4a826fac" providerId="ADAL" clId="{A04796C7-7575-4E88-BDC1-AB72FDFCD8C4}" dt="2024-10-27T03:23:28.053" v="2955" actId="1076"/>
          <ac:spMkLst>
            <pc:docMk/>
            <pc:sldMk cId="1100588271" sldId="261"/>
            <ac:spMk id="4" creationId="{948A2979-A456-4286-B8FC-8FF4C0C58EFD}"/>
          </ac:spMkLst>
        </pc:spChg>
        <pc:spChg chg="del mod">
          <ac:chgData name="Nguyen Ngoc Mai" userId="dfc6f54c-73bd-4aa0-a81f-6a6f4a826fac" providerId="ADAL" clId="{A04796C7-7575-4E88-BDC1-AB72FDFCD8C4}" dt="2024-10-27T03:23:13.393" v="2950" actId="478"/>
          <ac:spMkLst>
            <pc:docMk/>
            <pc:sldMk cId="1100588271" sldId="261"/>
            <ac:spMk id="5" creationId="{35784B83-6120-4373-9C1F-DC8EEE6D58B3}"/>
          </ac:spMkLst>
        </pc:spChg>
        <pc:spChg chg="add mod">
          <ac:chgData name="Nguyen Ngoc Mai" userId="dfc6f54c-73bd-4aa0-a81f-6a6f4a826fac" providerId="ADAL" clId="{A04796C7-7575-4E88-BDC1-AB72FDFCD8C4}" dt="2024-10-27T04:10:14.186" v="4113" actId="20577"/>
          <ac:spMkLst>
            <pc:docMk/>
            <pc:sldMk cId="1100588271" sldId="261"/>
            <ac:spMk id="7" creationId="{2EBDDE45-560E-AE5E-954D-051736E8A5CB}"/>
          </ac:spMkLst>
        </pc:spChg>
        <pc:spChg chg="add del mod">
          <ac:chgData name="Nguyen Ngoc Mai" userId="dfc6f54c-73bd-4aa0-a81f-6a6f4a826fac" providerId="ADAL" clId="{A04796C7-7575-4E88-BDC1-AB72FDFCD8C4}" dt="2024-10-27T03:29:03.562" v="3469" actId="478"/>
          <ac:spMkLst>
            <pc:docMk/>
            <pc:sldMk cId="1100588271" sldId="261"/>
            <ac:spMk id="9" creationId="{E2311CB1-F21C-DD33-5991-B02E29602854}"/>
          </ac:spMkLst>
        </pc:spChg>
        <pc:spChg chg="add mod">
          <ac:chgData name="Nguyen Ngoc Mai" userId="dfc6f54c-73bd-4aa0-a81f-6a6f4a826fac" providerId="ADAL" clId="{A04796C7-7575-4E88-BDC1-AB72FDFCD8C4}" dt="2024-10-27T04:10:21.341" v="4114" actId="1076"/>
          <ac:spMkLst>
            <pc:docMk/>
            <pc:sldMk cId="1100588271" sldId="261"/>
            <ac:spMk id="10" creationId="{7FD4861B-E19B-F3D3-2DA1-2349020E3227}"/>
          </ac:spMkLst>
        </pc:spChg>
        <pc:spChg chg="add mod">
          <ac:chgData name="Nguyen Ngoc Mai" userId="dfc6f54c-73bd-4aa0-a81f-6a6f4a826fac" providerId="ADAL" clId="{A04796C7-7575-4E88-BDC1-AB72FDFCD8C4}" dt="2024-10-27T04:10:21.341" v="4114" actId="1076"/>
          <ac:spMkLst>
            <pc:docMk/>
            <pc:sldMk cId="1100588271" sldId="261"/>
            <ac:spMk id="11" creationId="{D2AC6F64-9D9F-977B-F946-038424C306B5}"/>
          </ac:spMkLst>
        </pc:spChg>
        <pc:spChg chg="add mod">
          <ac:chgData name="Nguyen Ngoc Mai" userId="dfc6f54c-73bd-4aa0-a81f-6a6f4a826fac" providerId="ADAL" clId="{A04796C7-7575-4E88-BDC1-AB72FDFCD8C4}" dt="2024-10-27T03:28:35.520" v="3460" actId="1076"/>
          <ac:spMkLst>
            <pc:docMk/>
            <pc:sldMk cId="1100588271" sldId="261"/>
            <ac:spMk id="12" creationId="{E7454978-3A8A-67B4-E65D-65A5CB9FB56B}"/>
          </ac:spMkLst>
        </pc:spChg>
        <pc:spChg chg="add mod">
          <ac:chgData name="Nguyen Ngoc Mai" userId="dfc6f54c-73bd-4aa0-a81f-6a6f4a826fac" providerId="ADAL" clId="{A04796C7-7575-4E88-BDC1-AB72FDFCD8C4}" dt="2024-10-27T04:10:21.341" v="4114" actId="1076"/>
          <ac:spMkLst>
            <pc:docMk/>
            <pc:sldMk cId="1100588271" sldId="261"/>
            <ac:spMk id="13" creationId="{C4CC7E37-8019-4D3C-FB0B-4CB90152C4DF}"/>
          </ac:spMkLst>
        </pc:spChg>
        <pc:spChg chg="add mod">
          <ac:chgData name="Nguyen Ngoc Mai" userId="dfc6f54c-73bd-4aa0-a81f-6a6f4a826fac" providerId="ADAL" clId="{A04796C7-7575-4E88-BDC1-AB72FDFCD8C4}" dt="2024-10-27T04:10:21.341" v="4114" actId="1076"/>
          <ac:spMkLst>
            <pc:docMk/>
            <pc:sldMk cId="1100588271" sldId="261"/>
            <ac:spMk id="14" creationId="{9259E9BD-EA01-3C17-9DF1-93551CD993CD}"/>
          </ac:spMkLst>
        </pc:spChg>
        <pc:spChg chg="add mod">
          <ac:chgData name="Nguyen Ngoc Mai" userId="dfc6f54c-73bd-4aa0-a81f-6a6f4a826fac" providerId="ADAL" clId="{A04796C7-7575-4E88-BDC1-AB72FDFCD8C4}" dt="2024-10-27T04:10:21.341" v="4114" actId="1076"/>
          <ac:spMkLst>
            <pc:docMk/>
            <pc:sldMk cId="1100588271" sldId="261"/>
            <ac:spMk id="15" creationId="{0BDAE682-86E4-014D-9E17-DCEA9CFDCD34}"/>
          </ac:spMkLst>
        </pc:spChg>
        <pc:spChg chg="add mod">
          <ac:chgData name="Nguyen Ngoc Mai" userId="dfc6f54c-73bd-4aa0-a81f-6a6f4a826fac" providerId="ADAL" clId="{A04796C7-7575-4E88-BDC1-AB72FDFCD8C4}" dt="2024-10-27T04:10:30.531" v="4115" actId="14100"/>
          <ac:spMkLst>
            <pc:docMk/>
            <pc:sldMk cId="1100588271" sldId="261"/>
            <ac:spMk id="16" creationId="{9FDBB205-09CE-7338-5FEB-56948AD894EA}"/>
          </ac:spMkLst>
        </pc:spChg>
        <pc:spChg chg="add del mod">
          <ac:chgData name="Nguyen Ngoc Mai" userId="dfc6f54c-73bd-4aa0-a81f-6a6f4a826fac" providerId="ADAL" clId="{A04796C7-7575-4E88-BDC1-AB72FDFCD8C4}" dt="2024-10-27T03:37:42.590" v="3597" actId="478"/>
          <ac:spMkLst>
            <pc:docMk/>
            <pc:sldMk cId="1100588271" sldId="261"/>
            <ac:spMk id="17" creationId="{6E1A8F18-691A-560D-1AFB-A121376E07FB}"/>
          </ac:spMkLst>
        </pc:spChg>
        <pc:spChg chg="add del mod">
          <ac:chgData name="Nguyen Ngoc Mai" userId="dfc6f54c-73bd-4aa0-a81f-6a6f4a826fac" providerId="ADAL" clId="{A04796C7-7575-4E88-BDC1-AB72FDFCD8C4}" dt="2024-10-27T03:36:46.820" v="3583" actId="478"/>
          <ac:spMkLst>
            <pc:docMk/>
            <pc:sldMk cId="1100588271" sldId="261"/>
            <ac:spMk id="18" creationId="{43BA5EE1-E044-3248-F8DF-592C7FC77AC0}"/>
          </ac:spMkLst>
        </pc:spChg>
        <pc:spChg chg="add del mod">
          <ac:chgData name="Nguyen Ngoc Mai" userId="dfc6f54c-73bd-4aa0-a81f-6a6f4a826fac" providerId="ADAL" clId="{A04796C7-7575-4E88-BDC1-AB72FDFCD8C4}" dt="2024-10-27T03:36:13.360" v="3574" actId="478"/>
          <ac:spMkLst>
            <pc:docMk/>
            <pc:sldMk cId="1100588271" sldId="261"/>
            <ac:spMk id="19" creationId="{CDE1BD1A-0FBB-4C5D-10A0-EE35D5E420D2}"/>
          </ac:spMkLst>
        </pc:spChg>
        <pc:spChg chg="add mod">
          <ac:chgData name="Nguyen Ngoc Mai" userId="dfc6f54c-73bd-4aa0-a81f-6a6f4a826fac" providerId="ADAL" clId="{A04796C7-7575-4E88-BDC1-AB72FDFCD8C4}" dt="2024-10-27T04:10:21.341" v="4114" actId="1076"/>
          <ac:spMkLst>
            <pc:docMk/>
            <pc:sldMk cId="1100588271" sldId="261"/>
            <ac:spMk id="20" creationId="{C0C49F5B-FAC3-4B12-2DAB-ABC7539FDA75}"/>
          </ac:spMkLst>
        </pc:spChg>
        <pc:spChg chg="add mod">
          <ac:chgData name="Nguyen Ngoc Mai" userId="dfc6f54c-73bd-4aa0-a81f-6a6f4a826fac" providerId="ADAL" clId="{A04796C7-7575-4E88-BDC1-AB72FDFCD8C4}" dt="2024-10-27T03:40:11.051" v="3635" actId="1076"/>
          <ac:spMkLst>
            <pc:docMk/>
            <pc:sldMk cId="1100588271" sldId="261"/>
            <ac:spMk id="22" creationId="{561BF759-FD92-3A23-1FA8-6F85346B0E1A}"/>
          </ac:spMkLst>
        </pc:spChg>
        <pc:grpChg chg="mod">
          <ac:chgData name="Nguyen Ngoc Mai" userId="dfc6f54c-73bd-4aa0-a81f-6a6f4a826fac" providerId="ADAL" clId="{A04796C7-7575-4E88-BDC1-AB72FDFCD8C4}" dt="2024-10-27T03:23:18.697" v="2952" actId="1076"/>
          <ac:grpSpMkLst>
            <pc:docMk/>
            <pc:sldMk cId="1100588271" sldId="261"/>
            <ac:grpSpMk id="36" creationId="{47BFF0FC-DCAB-47B2-8C30-94BCD79923D1}"/>
          </ac:grpSpMkLst>
        </pc:grpChg>
        <pc:picChg chg="mod">
          <ac:chgData name="Nguyen Ngoc Mai" userId="dfc6f54c-73bd-4aa0-a81f-6a6f4a826fac" providerId="ADAL" clId="{A04796C7-7575-4E88-BDC1-AB72FDFCD8C4}" dt="2024-10-25T03:13:33.637" v="2" actId="1076"/>
          <ac:picMkLst>
            <pc:docMk/>
            <pc:sldMk cId="1100588271" sldId="261"/>
            <ac:picMk id="38" creationId="{AF0DCD5C-A494-47C5-843B-E141A72CCFC9}"/>
          </ac:picMkLst>
        </pc:picChg>
      </pc:sldChg>
      <pc:sldChg chg="addSp delSp modSp mod">
        <pc:chgData name="Nguyen Ngoc Mai" userId="dfc6f54c-73bd-4aa0-a81f-6a6f4a826fac" providerId="ADAL" clId="{A04796C7-7575-4E88-BDC1-AB72FDFCD8C4}" dt="2024-10-27T03:16:36.862" v="2786" actId="20577"/>
        <pc:sldMkLst>
          <pc:docMk/>
          <pc:sldMk cId="4033384841" sldId="262"/>
        </pc:sldMkLst>
        <pc:spChg chg="mod">
          <ac:chgData name="Nguyen Ngoc Mai" userId="dfc6f54c-73bd-4aa0-a81f-6a6f4a826fac" providerId="ADAL" clId="{A04796C7-7575-4E88-BDC1-AB72FDFCD8C4}" dt="2024-10-25T03:23:01.570" v="727" actId="1076"/>
          <ac:spMkLst>
            <pc:docMk/>
            <pc:sldMk cId="4033384841" sldId="262"/>
            <ac:spMk id="2" creationId="{00000000-0000-0000-0000-000000000000}"/>
          </ac:spMkLst>
        </pc:spChg>
        <pc:spChg chg="mod">
          <ac:chgData name="Nguyen Ngoc Mai" userId="dfc6f54c-73bd-4aa0-a81f-6a6f4a826fac" providerId="ADAL" clId="{A04796C7-7575-4E88-BDC1-AB72FDFCD8C4}" dt="2024-10-25T03:20:52.701" v="573" actId="1076"/>
          <ac:spMkLst>
            <pc:docMk/>
            <pc:sldMk cId="4033384841" sldId="262"/>
            <ac:spMk id="4" creationId="{363EAFCE-1FF0-35A1-625F-E91E4AAF57E8}"/>
          </ac:spMkLst>
        </pc:spChg>
        <pc:spChg chg="mod">
          <ac:chgData name="Nguyen Ngoc Mai" userId="dfc6f54c-73bd-4aa0-a81f-6a6f4a826fac" providerId="ADAL" clId="{A04796C7-7575-4E88-BDC1-AB72FDFCD8C4}" dt="2024-10-25T03:20:36.251" v="507" actId="20577"/>
          <ac:spMkLst>
            <pc:docMk/>
            <pc:sldMk cId="4033384841" sldId="262"/>
            <ac:spMk id="5" creationId="{016D9108-27B1-75F5-47DC-94231DEA1881}"/>
          </ac:spMkLst>
        </pc:spChg>
        <pc:spChg chg="mod">
          <ac:chgData name="Nguyen Ngoc Mai" userId="dfc6f54c-73bd-4aa0-a81f-6a6f4a826fac" providerId="ADAL" clId="{A04796C7-7575-4E88-BDC1-AB72FDFCD8C4}" dt="2024-10-27T03:16:31.587" v="2782" actId="20577"/>
          <ac:spMkLst>
            <pc:docMk/>
            <pc:sldMk cId="4033384841" sldId="262"/>
            <ac:spMk id="6" creationId="{0C080A05-3730-FD90-8DC7-2F14D2B3C478}"/>
          </ac:spMkLst>
        </pc:spChg>
        <pc:spChg chg="del">
          <ac:chgData name="Nguyen Ngoc Mai" userId="dfc6f54c-73bd-4aa0-a81f-6a6f4a826fac" providerId="ADAL" clId="{A04796C7-7575-4E88-BDC1-AB72FDFCD8C4}" dt="2024-10-25T03:17:07.748" v="135" actId="478"/>
          <ac:spMkLst>
            <pc:docMk/>
            <pc:sldMk cId="4033384841" sldId="262"/>
            <ac:spMk id="8" creationId="{00000000-0000-0000-0000-000000000000}"/>
          </ac:spMkLst>
        </pc:spChg>
        <pc:spChg chg="mod">
          <ac:chgData name="Nguyen Ngoc Mai" userId="dfc6f54c-73bd-4aa0-a81f-6a6f4a826fac" providerId="ADAL" clId="{A04796C7-7575-4E88-BDC1-AB72FDFCD8C4}" dt="2024-10-25T03:17:12.486" v="157" actId="20577"/>
          <ac:spMkLst>
            <pc:docMk/>
            <pc:sldMk cId="4033384841" sldId="262"/>
            <ac:spMk id="9" creationId="{00000000-0000-0000-0000-000000000000}"/>
          </ac:spMkLst>
        </pc:spChg>
        <pc:spChg chg="mod">
          <ac:chgData name="Nguyen Ngoc Mai" userId="dfc6f54c-73bd-4aa0-a81f-6a6f4a826fac" providerId="ADAL" clId="{A04796C7-7575-4E88-BDC1-AB72FDFCD8C4}" dt="2024-10-25T03:20:56.085" v="574" actId="6549"/>
          <ac:spMkLst>
            <pc:docMk/>
            <pc:sldMk cId="4033384841" sldId="262"/>
            <ac:spMk id="11" creationId="{50CF42D2-205B-E234-7CEC-62BD3F79678D}"/>
          </ac:spMkLst>
        </pc:spChg>
        <pc:spChg chg="mod">
          <ac:chgData name="Nguyen Ngoc Mai" userId="dfc6f54c-73bd-4aa0-a81f-6a6f4a826fac" providerId="ADAL" clId="{A04796C7-7575-4E88-BDC1-AB72FDFCD8C4}" dt="2024-10-25T03:21:04.363" v="618" actId="20577"/>
          <ac:spMkLst>
            <pc:docMk/>
            <pc:sldMk cId="4033384841" sldId="262"/>
            <ac:spMk id="12" creationId="{9AD102CF-AFB6-87B3-A90B-18AA0AEBEDC4}"/>
          </ac:spMkLst>
        </pc:spChg>
        <pc:spChg chg="mod">
          <ac:chgData name="Nguyen Ngoc Mai" userId="dfc6f54c-73bd-4aa0-a81f-6a6f4a826fac" providerId="ADAL" clId="{A04796C7-7575-4E88-BDC1-AB72FDFCD8C4}" dt="2024-10-27T03:16:36.862" v="2786" actId="20577"/>
          <ac:spMkLst>
            <pc:docMk/>
            <pc:sldMk cId="4033384841" sldId="262"/>
            <ac:spMk id="13" creationId="{A27FBED0-7D91-631F-6329-9089D7B4FA07}"/>
          </ac:spMkLst>
        </pc:spChg>
        <pc:spChg chg="add del">
          <ac:chgData name="Nguyen Ngoc Mai" userId="dfc6f54c-73bd-4aa0-a81f-6a6f4a826fac" providerId="ADAL" clId="{A04796C7-7575-4E88-BDC1-AB72FDFCD8C4}" dt="2024-10-25T03:17:28.472" v="163" actId="22"/>
          <ac:spMkLst>
            <pc:docMk/>
            <pc:sldMk cId="4033384841" sldId="262"/>
            <ac:spMk id="15" creationId="{57C73C0F-D84B-D04A-E3F1-25F35C253406}"/>
          </ac:spMkLst>
        </pc:spChg>
        <pc:spChg chg="add del">
          <ac:chgData name="Nguyen Ngoc Mai" userId="dfc6f54c-73bd-4aa0-a81f-6a6f4a826fac" providerId="ADAL" clId="{A04796C7-7575-4E88-BDC1-AB72FDFCD8C4}" dt="2024-10-25T03:17:44.876" v="175" actId="22"/>
          <ac:spMkLst>
            <pc:docMk/>
            <pc:sldMk cId="4033384841" sldId="262"/>
            <ac:spMk id="17" creationId="{DCEE02A8-CFEF-C6F8-2DF2-84E45DEC0E25}"/>
          </ac:spMkLst>
        </pc:spChg>
        <pc:spChg chg="add mod">
          <ac:chgData name="Nguyen Ngoc Mai" userId="dfc6f54c-73bd-4aa0-a81f-6a6f4a826fac" providerId="ADAL" clId="{A04796C7-7575-4E88-BDC1-AB72FDFCD8C4}" dt="2024-10-25T03:19:53.241" v="388" actId="1076"/>
          <ac:spMkLst>
            <pc:docMk/>
            <pc:sldMk cId="4033384841" sldId="262"/>
            <ac:spMk id="18" creationId="{8962649D-1B72-FC7F-470A-E147E7956B89}"/>
          </ac:spMkLst>
        </pc:spChg>
        <pc:spChg chg="add mod">
          <ac:chgData name="Nguyen Ngoc Mai" userId="dfc6f54c-73bd-4aa0-a81f-6a6f4a826fac" providerId="ADAL" clId="{A04796C7-7575-4E88-BDC1-AB72FDFCD8C4}" dt="2024-10-25T03:21:59.750" v="703" actId="20577"/>
          <ac:spMkLst>
            <pc:docMk/>
            <pc:sldMk cId="4033384841" sldId="262"/>
            <ac:spMk id="19" creationId="{E67C25C2-8D95-E660-96DB-A7B03CB68EEE}"/>
          </ac:spMkLst>
        </pc:spChg>
        <pc:spChg chg="del">
          <ac:chgData name="Nguyen Ngoc Mai" userId="dfc6f54c-73bd-4aa0-a81f-6a6f4a826fac" providerId="ADAL" clId="{A04796C7-7575-4E88-BDC1-AB72FDFCD8C4}" dt="2024-10-25T03:17:20.244" v="158" actId="478"/>
          <ac:spMkLst>
            <pc:docMk/>
            <pc:sldMk cId="4033384841" sldId="262"/>
            <ac:spMk id="28" creationId="{89DA9A0A-1F22-498C-A63F-802984197176}"/>
          </ac:spMkLst>
        </pc:spChg>
        <pc:spChg chg="mod">
          <ac:chgData name="Nguyen Ngoc Mai" userId="dfc6f54c-73bd-4aa0-a81f-6a6f4a826fac" providerId="ADAL" clId="{A04796C7-7575-4E88-BDC1-AB72FDFCD8C4}" dt="2024-10-25T03:57:23.440" v="1319" actId="14100"/>
          <ac:spMkLst>
            <pc:docMk/>
            <pc:sldMk cId="4033384841" sldId="262"/>
            <ac:spMk id="29" creationId="{94F50ED2-77D6-4064-8834-6CA6460394EB}"/>
          </ac:spMkLst>
        </pc:spChg>
        <pc:spChg chg="mod">
          <ac:chgData name="Nguyen Ngoc Mai" userId="dfc6f54c-73bd-4aa0-a81f-6a6f4a826fac" providerId="ADAL" clId="{A04796C7-7575-4E88-BDC1-AB72FDFCD8C4}" dt="2024-10-25T03:20:28.297" v="468" actId="1076"/>
          <ac:spMkLst>
            <pc:docMk/>
            <pc:sldMk cId="4033384841" sldId="262"/>
            <ac:spMk id="32" creationId="{4F865D63-0537-4EFF-9BCC-9E0E0016CA01}"/>
          </ac:spMkLst>
        </pc:spChg>
        <pc:spChg chg="mod">
          <ac:chgData name="Nguyen Ngoc Mai" userId="dfc6f54c-73bd-4aa0-a81f-6a6f4a826fac" providerId="ADAL" clId="{A04796C7-7575-4E88-BDC1-AB72FDFCD8C4}" dt="2024-10-25T03:19:27.472" v="276" actId="20577"/>
          <ac:spMkLst>
            <pc:docMk/>
            <pc:sldMk cId="4033384841" sldId="262"/>
            <ac:spMk id="33" creationId="{F5D842C6-31BE-495F-BE59-FAB5E8A2014D}"/>
          </ac:spMkLst>
        </pc:spChg>
        <pc:spChg chg="mod">
          <ac:chgData name="Nguyen Ngoc Mai" userId="dfc6f54c-73bd-4aa0-a81f-6a6f4a826fac" providerId="ADAL" clId="{A04796C7-7575-4E88-BDC1-AB72FDFCD8C4}" dt="2024-10-25T03:20:24.817" v="467" actId="1076"/>
          <ac:spMkLst>
            <pc:docMk/>
            <pc:sldMk cId="4033384841" sldId="262"/>
            <ac:spMk id="36" creationId="{0764B062-95E9-4460-8BDD-A8ECD228A425}"/>
          </ac:spMkLst>
        </pc:spChg>
        <pc:spChg chg="mod">
          <ac:chgData name="Nguyen Ngoc Mai" userId="dfc6f54c-73bd-4aa0-a81f-6a6f4a826fac" providerId="ADAL" clId="{A04796C7-7575-4E88-BDC1-AB72FDFCD8C4}" dt="2024-10-25T03:20:09.534" v="412" actId="20577"/>
          <ac:spMkLst>
            <pc:docMk/>
            <pc:sldMk cId="4033384841" sldId="262"/>
            <ac:spMk id="37" creationId="{3B71E5D8-AA70-4D3C-88A5-3F7CDB0DC9A8}"/>
          </ac:spMkLst>
        </pc:spChg>
        <pc:grpChg chg="add mod">
          <ac:chgData name="Nguyen Ngoc Mai" userId="dfc6f54c-73bd-4aa0-a81f-6a6f4a826fac" providerId="ADAL" clId="{A04796C7-7575-4E88-BDC1-AB72FDFCD8C4}" dt="2024-10-25T03:16:42.938" v="134" actId="1076"/>
          <ac:grpSpMkLst>
            <pc:docMk/>
            <pc:sldMk cId="4033384841" sldId="262"/>
            <ac:grpSpMk id="3" creationId="{129B1378-8CDA-24F8-4D10-8F0CA2477D3B}"/>
          </ac:grpSpMkLst>
        </pc:grpChg>
        <pc:grpChg chg="add mod">
          <ac:chgData name="Nguyen Ngoc Mai" userId="dfc6f54c-73bd-4aa0-a81f-6a6f4a826fac" providerId="ADAL" clId="{A04796C7-7575-4E88-BDC1-AB72FDFCD8C4}" dt="2024-10-25T03:16:42.938" v="134" actId="1076"/>
          <ac:grpSpMkLst>
            <pc:docMk/>
            <pc:sldMk cId="4033384841" sldId="262"/>
            <ac:grpSpMk id="10" creationId="{EA85FA59-058A-B6B8-6E2B-9D04FC583B91}"/>
          </ac:grpSpMkLst>
        </pc:grpChg>
        <pc:grpChg chg="mod">
          <ac:chgData name="Nguyen Ngoc Mai" userId="dfc6f54c-73bd-4aa0-a81f-6a6f4a826fac" providerId="ADAL" clId="{A04796C7-7575-4E88-BDC1-AB72FDFCD8C4}" dt="2024-10-25T03:16:42.938" v="134" actId="1076"/>
          <ac:grpSpMkLst>
            <pc:docMk/>
            <pc:sldMk cId="4033384841" sldId="262"/>
            <ac:grpSpMk id="22" creationId="{77CAFC84-4744-4178-95B5-AB423D30EFA8}"/>
          </ac:grpSpMkLst>
        </pc:grpChg>
        <pc:grpChg chg="mod">
          <ac:chgData name="Nguyen Ngoc Mai" userId="dfc6f54c-73bd-4aa0-a81f-6a6f4a826fac" providerId="ADAL" clId="{A04796C7-7575-4E88-BDC1-AB72FDFCD8C4}" dt="2024-10-25T03:57:18.680" v="1318" actId="14100"/>
          <ac:grpSpMkLst>
            <pc:docMk/>
            <pc:sldMk cId="4033384841" sldId="262"/>
            <ac:grpSpMk id="27" creationId="{BC1A5C06-9DB4-413C-9356-73FF09130A4F}"/>
          </ac:grpSpMkLst>
        </pc:grpChg>
        <pc:grpChg chg="mod">
          <ac:chgData name="Nguyen Ngoc Mai" userId="dfc6f54c-73bd-4aa0-a81f-6a6f4a826fac" providerId="ADAL" clId="{A04796C7-7575-4E88-BDC1-AB72FDFCD8C4}" dt="2024-10-25T03:16:42.938" v="134" actId="1076"/>
          <ac:grpSpMkLst>
            <pc:docMk/>
            <pc:sldMk cId="4033384841" sldId="262"/>
            <ac:grpSpMk id="31" creationId="{05C62BB4-E7CE-481F-853F-FDA59731498B}"/>
          </ac:grpSpMkLst>
        </pc:grpChg>
        <pc:grpChg chg="mod">
          <ac:chgData name="Nguyen Ngoc Mai" userId="dfc6f54c-73bd-4aa0-a81f-6a6f4a826fac" providerId="ADAL" clId="{A04796C7-7575-4E88-BDC1-AB72FDFCD8C4}" dt="2024-10-25T03:16:42.938" v="134" actId="1076"/>
          <ac:grpSpMkLst>
            <pc:docMk/>
            <pc:sldMk cId="4033384841" sldId="262"/>
            <ac:grpSpMk id="35" creationId="{0C7DA1F4-A93A-4A6E-8D7B-86B1E3FD26ED}"/>
          </ac:grpSpMkLst>
        </pc:grpChg>
      </pc:sldChg>
      <pc:sldChg chg="del">
        <pc:chgData name="Nguyen Ngoc Mai" userId="dfc6f54c-73bd-4aa0-a81f-6a6f4a826fac" providerId="ADAL" clId="{A04796C7-7575-4E88-BDC1-AB72FDFCD8C4}" dt="2024-10-27T04:08:30.377" v="4077" actId="2696"/>
        <pc:sldMkLst>
          <pc:docMk/>
          <pc:sldMk cId="4076648355" sldId="263"/>
        </pc:sldMkLst>
      </pc:sldChg>
      <pc:sldChg chg="del">
        <pc:chgData name="Nguyen Ngoc Mai" userId="dfc6f54c-73bd-4aa0-a81f-6a6f4a826fac" providerId="ADAL" clId="{A04796C7-7575-4E88-BDC1-AB72FDFCD8C4}" dt="2024-10-27T04:08:30.377" v="4077" actId="2696"/>
        <pc:sldMkLst>
          <pc:docMk/>
          <pc:sldMk cId="545688175" sldId="264"/>
        </pc:sldMkLst>
      </pc:sldChg>
      <pc:sldChg chg="del">
        <pc:chgData name="Nguyen Ngoc Mai" userId="dfc6f54c-73bd-4aa0-a81f-6a6f4a826fac" providerId="ADAL" clId="{A04796C7-7575-4E88-BDC1-AB72FDFCD8C4}" dt="2024-10-27T04:08:30.377" v="4077" actId="2696"/>
        <pc:sldMkLst>
          <pc:docMk/>
          <pc:sldMk cId="2495620732" sldId="265"/>
        </pc:sldMkLst>
      </pc:sldChg>
      <pc:sldChg chg="del">
        <pc:chgData name="Nguyen Ngoc Mai" userId="dfc6f54c-73bd-4aa0-a81f-6a6f4a826fac" providerId="ADAL" clId="{A04796C7-7575-4E88-BDC1-AB72FDFCD8C4}" dt="2024-10-27T04:08:30.377" v="4077" actId="2696"/>
        <pc:sldMkLst>
          <pc:docMk/>
          <pc:sldMk cId="1302378794" sldId="266"/>
        </pc:sldMkLst>
      </pc:sldChg>
      <pc:sldChg chg="addSp delSp modSp mod ord">
        <pc:chgData name="Nguyen Ngoc Mai" userId="dfc6f54c-73bd-4aa0-a81f-6a6f4a826fac" providerId="ADAL" clId="{A04796C7-7575-4E88-BDC1-AB72FDFCD8C4}" dt="2024-10-27T03:14:41.850" v="2779" actId="1076"/>
        <pc:sldMkLst>
          <pc:docMk/>
          <pc:sldMk cId="746040649" sldId="267"/>
        </pc:sldMkLst>
        <pc:spChg chg="add mod">
          <ac:chgData name="Nguyen Ngoc Mai" userId="dfc6f54c-73bd-4aa0-a81f-6a6f4a826fac" providerId="ADAL" clId="{A04796C7-7575-4E88-BDC1-AB72FDFCD8C4}" dt="2024-10-27T03:10:10.676" v="2735" actId="207"/>
          <ac:spMkLst>
            <pc:docMk/>
            <pc:sldMk cId="746040649" sldId="267"/>
            <ac:spMk id="2" creationId="{1C41B367-09F8-B14E-26D3-469F3C158AC3}"/>
          </ac:spMkLst>
        </pc:spChg>
        <pc:spChg chg="del">
          <ac:chgData name="Nguyen Ngoc Mai" userId="dfc6f54c-73bd-4aa0-a81f-6a6f4a826fac" providerId="ADAL" clId="{A04796C7-7575-4E88-BDC1-AB72FDFCD8C4}" dt="2024-10-27T03:06:30.266" v="2649" actId="478"/>
          <ac:spMkLst>
            <pc:docMk/>
            <pc:sldMk cId="746040649" sldId="267"/>
            <ac:spMk id="3" creationId="{CEAC56E4-A226-43C7-980D-36FB1FF45217}"/>
          </ac:spMkLst>
        </pc:spChg>
        <pc:spChg chg="add mod">
          <ac:chgData name="Nguyen Ngoc Mai" userId="dfc6f54c-73bd-4aa0-a81f-6a6f4a826fac" providerId="ADAL" clId="{A04796C7-7575-4E88-BDC1-AB72FDFCD8C4}" dt="2024-10-27T03:12:43.637" v="2772" actId="1076"/>
          <ac:spMkLst>
            <pc:docMk/>
            <pc:sldMk cId="746040649" sldId="267"/>
            <ac:spMk id="4" creationId="{B14DFF3C-05AA-64E6-928D-BDD6CB8CBAED}"/>
          </ac:spMkLst>
        </pc:spChg>
        <pc:spChg chg="del">
          <ac:chgData name="Nguyen Ngoc Mai" userId="dfc6f54c-73bd-4aa0-a81f-6a6f4a826fac" providerId="ADAL" clId="{A04796C7-7575-4E88-BDC1-AB72FDFCD8C4}" dt="2024-10-27T03:06:31.586" v="2650" actId="478"/>
          <ac:spMkLst>
            <pc:docMk/>
            <pc:sldMk cId="746040649" sldId="267"/>
            <ac:spMk id="5" creationId="{29DCB0D9-D08C-4E2D-9A9D-D7839637D269}"/>
          </ac:spMkLst>
        </pc:spChg>
        <pc:spChg chg="del">
          <ac:chgData name="Nguyen Ngoc Mai" userId="dfc6f54c-73bd-4aa0-a81f-6a6f4a826fac" providerId="ADAL" clId="{A04796C7-7575-4E88-BDC1-AB72FDFCD8C4}" dt="2024-10-27T03:06:32.636" v="2651" actId="478"/>
          <ac:spMkLst>
            <pc:docMk/>
            <pc:sldMk cId="746040649" sldId="267"/>
            <ac:spMk id="7" creationId="{41404226-44DF-4601-8007-D8FE622CC779}"/>
          </ac:spMkLst>
        </pc:spChg>
        <pc:spChg chg="mod">
          <ac:chgData name="Nguyen Ngoc Mai" userId="dfc6f54c-73bd-4aa0-a81f-6a6f4a826fac" providerId="ADAL" clId="{A04796C7-7575-4E88-BDC1-AB72FDFCD8C4}" dt="2024-10-27T03:07:47.609" v="2711" actId="14100"/>
          <ac:spMkLst>
            <pc:docMk/>
            <pc:sldMk cId="746040649" sldId="267"/>
            <ac:spMk id="12" creationId="{56634D92-DDA9-449E-9A4A-DA4A58A137F2}"/>
          </ac:spMkLst>
        </pc:spChg>
        <pc:spChg chg="mod">
          <ac:chgData name="Nguyen Ngoc Mai" userId="dfc6f54c-73bd-4aa0-a81f-6a6f4a826fac" providerId="ADAL" clId="{A04796C7-7575-4E88-BDC1-AB72FDFCD8C4}" dt="2024-10-27T03:07:57.272" v="2714" actId="1076"/>
          <ac:spMkLst>
            <pc:docMk/>
            <pc:sldMk cId="746040649" sldId="267"/>
            <ac:spMk id="13" creationId="{6D5C7914-E3C7-4A19-8993-19344F9A2F93}"/>
          </ac:spMkLst>
        </pc:spChg>
        <pc:spChg chg="mod">
          <ac:chgData name="Nguyen Ngoc Mai" userId="dfc6f54c-73bd-4aa0-a81f-6a6f4a826fac" providerId="ADAL" clId="{A04796C7-7575-4E88-BDC1-AB72FDFCD8C4}" dt="2024-10-27T03:12:43.637" v="2772" actId="1076"/>
          <ac:spMkLst>
            <pc:docMk/>
            <pc:sldMk cId="746040649" sldId="267"/>
            <ac:spMk id="26" creationId="{7A473C82-A474-48CB-88F5-765598187F6A}"/>
          </ac:spMkLst>
        </pc:spChg>
        <pc:spChg chg="mod topLvl">
          <ac:chgData name="Nguyen Ngoc Mai" userId="dfc6f54c-73bd-4aa0-a81f-6a6f4a826fac" providerId="ADAL" clId="{A04796C7-7575-4E88-BDC1-AB72FDFCD8C4}" dt="2024-10-27T03:12:43.637" v="2772" actId="1076"/>
          <ac:spMkLst>
            <pc:docMk/>
            <pc:sldMk cId="746040649" sldId="267"/>
            <ac:spMk id="28" creationId="{AC848077-AD06-4E65-A747-5C908650717C}"/>
          </ac:spMkLst>
        </pc:spChg>
        <pc:spChg chg="del topLvl">
          <ac:chgData name="Nguyen Ngoc Mai" userId="dfc6f54c-73bd-4aa0-a81f-6a6f4a826fac" providerId="ADAL" clId="{A04796C7-7575-4E88-BDC1-AB72FDFCD8C4}" dt="2024-10-27T03:10:17.717" v="2736" actId="478"/>
          <ac:spMkLst>
            <pc:docMk/>
            <pc:sldMk cId="746040649" sldId="267"/>
            <ac:spMk id="29" creationId="{36954424-C109-44C8-95CF-AD270EB6A407}"/>
          </ac:spMkLst>
        </pc:spChg>
        <pc:spChg chg="mod">
          <ac:chgData name="Nguyen Ngoc Mai" userId="dfc6f54c-73bd-4aa0-a81f-6a6f4a826fac" providerId="ADAL" clId="{A04796C7-7575-4E88-BDC1-AB72FDFCD8C4}" dt="2024-10-27T03:12:43.637" v="2772" actId="1076"/>
          <ac:spMkLst>
            <pc:docMk/>
            <pc:sldMk cId="746040649" sldId="267"/>
            <ac:spMk id="30" creationId="{587CC1FD-DD26-4AE0-A2EC-724AD4DF6F47}"/>
          </ac:spMkLst>
        </pc:spChg>
        <pc:spChg chg="del mod topLvl">
          <ac:chgData name="Nguyen Ngoc Mai" userId="dfc6f54c-73bd-4aa0-a81f-6a6f4a826fac" providerId="ADAL" clId="{A04796C7-7575-4E88-BDC1-AB72FDFCD8C4}" dt="2024-10-27T03:10:55.269" v="2745" actId="478"/>
          <ac:spMkLst>
            <pc:docMk/>
            <pc:sldMk cId="746040649" sldId="267"/>
            <ac:spMk id="32" creationId="{CB312488-2B10-4B19-9D20-B85E7000926D}"/>
          </ac:spMkLst>
        </pc:spChg>
        <pc:spChg chg="del topLvl">
          <ac:chgData name="Nguyen Ngoc Mai" userId="dfc6f54c-73bd-4aa0-a81f-6a6f4a826fac" providerId="ADAL" clId="{A04796C7-7575-4E88-BDC1-AB72FDFCD8C4}" dt="2024-10-27T03:10:52.954" v="2744" actId="478"/>
          <ac:spMkLst>
            <pc:docMk/>
            <pc:sldMk cId="746040649" sldId="267"/>
            <ac:spMk id="33" creationId="{407B7CD4-BE08-4FBF-9703-F238F89756FF}"/>
          </ac:spMkLst>
        </pc:spChg>
        <pc:spChg chg="mod">
          <ac:chgData name="Nguyen Ngoc Mai" userId="dfc6f54c-73bd-4aa0-a81f-6a6f4a826fac" providerId="ADAL" clId="{A04796C7-7575-4E88-BDC1-AB72FDFCD8C4}" dt="2024-10-27T03:12:43.637" v="2772" actId="1076"/>
          <ac:spMkLst>
            <pc:docMk/>
            <pc:sldMk cId="746040649" sldId="267"/>
            <ac:spMk id="34" creationId="{000FF972-97C9-4E05-AFA7-989CDF012A89}"/>
          </ac:spMkLst>
        </pc:spChg>
        <pc:spChg chg="add del mod topLvl">
          <ac:chgData name="Nguyen Ngoc Mai" userId="dfc6f54c-73bd-4aa0-a81f-6a6f4a826fac" providerId="ADAL" clId="{A04796C7-7575-4E88-BDC1-AB72FDFCD8C4}" dt="2024-10-27T03:12:43.637" v="2772" actId="1076"/>
          <ac:spMkLst>
            <pc:docMk/>
            <pc:sldMk cId="746040649" sldId="267"/>
            <ac:spMk id="36" creationId="{D5EBB632-B4D9-4F62-A78E-5CB3FABEF678}"/>
          </ac:spMkLst>
        </pc:spChg>
        <pc:spChg chg="del mod topLvl">
          <ac:chgData name="Nguyen Ngoc Mai" userId="dfc6f54c-73bd-4aa0-a81f-6a6f4a826fac" providerId="ADAL" clId="{A04796C7-7575-4E88-BDC1-AB72FDFCD8C4}" dt="2024-10-27T03:11:35.662" v="2756" actId="478"/>
          <ac:spMkLst>
            <pc:docMk/>
            <pc:sldMk cId="746040649" sldId="267"/>
            <ac:spMk id="37" creationId="{93957430-F328-40EA-8834-550E0179A7A1}"/>
          </ac:spMkLst>
        </pc:spChg>
        <pc:grpChg chg="del mod">
          <ac:chgData name="Nguyen Ngoc Mai" userId="dfc6f54c-73bd-4aa0-a81f-6a6f4a826fac" providerId="ADAL" clId="{A04796C7-7575-4E88-BDC1-AB72FDFCD8C4}" dt="2024-10-27T03:10:17.717" v="2736" actId="478"/>
          <ac:grpSpMkLst>
            <pc:docMk/>
            <pc:sldMk cId="746040649" sldId="267"/>
            <ac:grpSpMk id="27" creationId="{1FDC05BC-6FD6-4CEA-AE88-84CEF60976E1}"/>
          </ac:grpSpMkLst>
        </pc:grpChg>
        <pc:grpChg chg="del mod">
          <ac:chgData name="Nguyen Ngoc Mai" userId="dfc6f54c-73bd-4aa0-a81f-6a6f4a826fac" providerId="ADAL" clId="{A04796C7-7575-4E88-BDC1-AB72FDFCD8C4}" dt="2024-10-27T03:10:52.954" v="2744" actId="478"/>
          <ac:grpSpMkLst>
            <pc:docMk/>
            <pc:sldMk cId="746040649" sldId="267"/>
            <ac:grpSpMk id="31" creationId="{1E7DEDFE-B544-4AC2-A32E-5E1E13518A12}"/>
          </ac:grpSpMkLst>
        </pc:grpChg>
        <pc:grpChg chg="add del">
          <ac:chgData name="Nguyen Ngoc Mai" userId="dfc6f54c-73bd-4aa0-a81f-6a6f4a826fac" providerId="ADAL" clId="{A04796C7-7575-4E88-BDC1-AB72FDFCD8C4}" dt="2024-10-27T03:11:35.662" v="2756" actId="478"/>
          <ac:grpSpMkLst>
            <pc:docMk/>
            <pc:sldMk cId="746040649" sldId="267"/>
            <ac:grpSpMk id="35" creationId="{C814855D-7269-4C71-BCF4-9EAE39114E40}"/>
          </ac:grpSpMkLst>
        </pc:grpChg>
        <pc:graphicFrameChg chg="add mod modGraphic">
          <ac:chgData name="Nguyen Ngoc Mai" userId="dfc6f54c-73bd-4aa0-a81f-6a6f4a826fac" providerId="ADAL" clId="{A04796C7-7575-4E88-BDC1-AB72FDFCD8C4}" dt="2024-10-27T03:14:41.850" v="2779" actId="1076"/>
          <ac:graphicFrameMkLst>
            <pc:docMk/>
            <pc:sldMk cId="746040649" sldId="267"/>
            <ac:graphicFrameMk id="6" creationId="{AAAB2E9E-0066-6BCE-535D-0856BEF4A58E}"/>
          </ac:graphicFrameMkLst>
        </pc:graphicFrameChg>
      </pc:sldChg>
      <pc:sldChg chg="del">
        <pc:chgData name="Nguyen Ngoc Mai" userId="dfc6f54c-73bd-4aa0-a81f-6a6f4a826fac" providerId="ADAL" clId="{A04796C7-7575-4E88-BDC1-AB72FDFCD8C4}" dt="2024-10-27T04:08:30.377" v="4077" actId="2696"/>
        <pc:sldMkLst>
          <pc:docMk/>
          <pc:sldMk cId="3385714917" sldId="268"/>
        </pc:sldMkLst>
      </pc:sldChg>
      <pc:sldChg chg="del">
        <pc:chgData name="Nguyen Ngoc Mai" userId="dfc6f54c-73bd-4aa0-a81f-6a6f4a826fac" providerId="ADAL" clId="{A04796C7-7575-4E88-BDC1-AB72FDFCD8C4}" dt="2024-10-27T04:08:30.377" v="4077" actId="2696"/>
        <pc:sldMkLst>
          <pc:docMk/>
          <pc:sldMk cId="2723511237" sldId="270"/>
        </pc:sldMkLst>
      </pc:sldChg>
      <pc:sldChg chg="del">
        <pc:chgData name="Nguyen Ngoc Mai" userId="dfc6f54c-73bd-4aa0-a81f-6a6f4a826fac" providerId="ADAL" clId="{A04796C7-7575-4E88-BDC1-AB72FDFCD8C4}" dt="2024-10-27T04:08:30.377" v="4077" actId="2696"/>
        <pc:sldMkLst>
          <pc:docMk/>
          <pc:sldMk cId="1100138040" sldId="272"/>
        </pc:sldMkLst>
      </pc:sldChg>
      <pc:sldChg chg="del">
        <pc:chgData name="Nguyen Ngoc Mai" userId="dfc6f54c-73bd-4aa0-a81f-6a6f4a826fac" providerId="ADAL" clId="{A04796C7-7575-4E88-BDC1-AB72FDFCD8C4}" dt="2024-10-27T04:08:30.377" v="4077" actId="2696"/>
        <pc:sldMkLst>
          <pc:docMk/>
          <pc:sldMk cId="116022617" sldId="273"/>
        </pc:sldMkLst>
      </pc:sldChg>
      <pc:sldChg chg="del">
        <pc:chgData name="Nguyen Ngoc Mai" userId="dfc6f54c-73bd-4aa0-a81f-6a6f4a826fac" providerId="ADAL" clId="{A04796C7-7575-4E88-BDC1-AB72FDFCD8C4}" dt="2024-10-27T04:08:30.377" v="4077" actId="2696"/>
        <pc:sldMkLst>
          <pc:docMk/>
          <pc:sldMk cId="3747546551" sldId="274"/>
        </pc:sldMkLst>
      </pc:sldChg>
      <pc:sldChg chg="del">
        <pc:chgData name="Nguyen Ngoc Mai" userId="dfc6f54c-73bd-4aa0-a81f-6a6f4a826fac" providerId="ADAL" clId="{A04796C7-7575-4E88-BDC1-AB72FDFCD8C4}" dt="2024-10-27T04:08:30.377" v="4077" actId="2696"/>
        <pc:sldMkLst>
          <pc:docMk/>
          <pc:sldMk cId="3036633454" sldId="275"/>
        </pc:sldMkLst>
      </pc:sldChg>
      <pc:sldChg chg="del">
        <pc:chgData name="Nguyen Ngoc Mai" userId="dfc6f54c-73bd-4aa0-a81f-6a6f4a826fac" providerId="ADAL" clId="{A04796C7-7575-4E88-BDC1-AB72FDFCD8C4}" dt="2024-10-27T04:08:30.377" v="4077" actId="2696"/>
        <pc:sldMkLst>
          <pc:docMk/>
          <pc:sldMk cId="2966788712" sldId="276"/>
        </pc:sldMkLst>
      </pc:sldChg>
      <pc:sldChg chg="del">
        <pc:chgData name="Nguyen Ngoc Mai" userId="dfc6f54c-73bd-4aa0-a81f-6a6f4a826fac" providerId="ADAL" clId="{A04796C7-7575-4E88-BDC1-AB72FDFCD8C4}" dt="2024-10-27T04:08:30.377" v="4077" actId="2696"/>
        <pc:sldMkLst>
          <pc:docMk/>
          <pc:sldMk cId="2011312539" sldId="277"/>
        </pc:sldMkLst>
      </pc:sldChg>
      <pc:sldChg chg="del">
        <pc:chgData name="Nguyen Ngoc Mai" userId="dfc6f54c-73bd-4aa0-a81f-6a6f4a826fac" providerId="ADAL" clId="{A04796C7-7575-4E88-BDC1-AB72FDFCD8C4}" dt="2024-10-27T04:08:30.377" v="4077" actId="2696"/>
        <pc:sldMkLst>
          <pc:docMk/>
          <pc:sldMk cId="2467480812" sldId="278"/>
        </pc:sldMkLst>
      </pc:sldChg>
      <pc:sldChg chg="del">
        <pc:chgData name="Nguyen Ngoc Mai" userId="dfc6f54c-73bd-4aa0-a81f-6a6f4a826fac" providerId="ADAL" clId="{A04796C7-7575-4E88-BDC1-AB72FDFCD8C4}" dt="2024-10-27T04:08:30.377" v="4077" actId="2696"/>
        <pc:sldMkLst>
          <pc:docMk/>
          <pc:sldMk cId="3375560178" sldId="279"/>
        </pc:sldMkLst>
      </pc:sldChg>
      <pc:sldChg chg="del">
        <pc:chgData name="Nguyen Ngoc Mai" userId="dfc6f54c-73bd-4aa0-a81f-6a6f4a826fac" providerId="ADAL" clId="{A04796C7-7575-4E88-BDC1-AB72FDFCD8C4}" dt="2024-10-27T04:08:30.377" v="4077" actId="2696"/>
        <pc:sldMkLst>
          <pc:docMk/>
          <pc:sldMk cId="3967775796" sldId="280"/>
        </pc:sldMkLst>
      </pc:sldChg>
      <pc:sldChg chg="add del">
        <pc:chgData name="Nguyen Ngoc Mai" userId="dfc6f54c-73bd-4aa0-a81f-6a6f4a826fac" providerId="ADAL" clId="{A04796C7-7575-4E88-BDC1-AB72FDFCD8C4}" dt="2024-10-27T04:08:30.377" v="4077" actId="2696"/>
        <pc:sldMkLst>
          <pc:docMk/>
          <pc:sldMk cId="2653053401" sldId="281"/>
        </pc:sldMkLst>
      </pc:sldChg>
      <pc:sldChg chg="addSp delSp modSp mod ord">
        <pc:chgData name="Nguyen Ngoc Mai" userId="dfc6f54c-73bd-4aa0-a81f-6a6f4a826fac" providerId="ADAL" clId="{A04796C7-7575-4E88-BDC1-AB72FDFCD8C4}" dt="2024-10-27T03:22:50.963" v="2897" actId="20577"/>
        <pc:sldMkLst>
          <pc:docMk/>
          <pc:sldMk cId="2405193016" sldId="282"/>
        </pc:sldMkLst>
        <pc:spChg chg="add del mod">
          <ac:chgData name="Nguyen Ngoc Mai" userId="dfc6f54c-73bd-4aa0-a81f-6a6f4a826fac" providerId="ADAL" clId="{A04796C7-7575-4E88-BDC1-AB72FDFCD8C4}" dt="2024-10-27T03:18:49.403" v="2869" actId="478"/>
          <ac:spMkLst>
            <pc:docMk/>
            <pc:sldMk cId="2405193016" sldId="282"/>
            <ac:spMk id="2" creationId="{6C4AFED6-5BA3-3564-7B25-43508694F2E6}"/>
          </ac:spMkLst>
        </pc:spChg>
        <pc:spChg chg="mod">
          <ac:chgData name="Nguyen Ngoc Mai" userId="dfc6f54c-73bd-4aa0-a81f-6a6f4a826fac" providerId="ADAL" clId="{A04796C7-7575-4E88-BDC1-AB72FDFCD8C4}" dt="2024-10-25T10:40:40.046" v="2318" actId="1076"/>
          <ac:spMkLst>
            <pc:docMk/>
            <pc:sldMk cId="2405193016" sldId="282"/>
            <ac:spMk id="8" creationId="{A3874F21-824F-4B8A-91D4-E8735721F753}"/>
          </ac:spMkLst>
        </pc:spChg>
        <pc:spChg chg="mod">
          <ac:chgData name="Nguyen Ngoc Mai" userId="dfc6f54c-73bd-4aa0-a81f-6a6f4a826fac" providerId="ADAL" clId="{A04796C7-7575-4E88-BDC1-AB72FDFCD8C4}" dt="2024-10-25T10:40:40.046" v="2318" actId="1076"/>
          <ac:spMkLst>
            <pc:docMk/>
            <pc:sldMk cId="2405193016" sldId="282"/>
            <ac:spMk id="9" creationId="{DD55D4F2-A692-4723-9911-F4FAB7BE4587}"/>
          </ac:spMkLst>
        </pc:spChg>
        <pc:spChg chg="mod">
          <ac:chgData name="Nguyen Ngoc Mai" userId="dfc6f54c-73bd-4aa0-a81f-6a6f4a826fac" providerId="ADAL" clId="{A04796C7-7575-4E88-BDC1-AB72FDFCD8C4}" dt="2024-10-25T10:40:40.046" v="2318" actId="1076"/>
          <ac:spMkLst>
            <pc:docMk/>
            <pc:sldMk cId="2405193016" sldId="282"/>
            <ac:spMk id="10" creationId="{E3D71C3B-DC1B-4269-92AF-9A82DD32DE42}"/>
          </ac:spMkLst>
        </pc:spChg>
        <pc:spChg chg="mod">
          <ac:chgData name="Nguyen Ngoc Mai" userId="dfc6f54c-73bd-4aa0-a81f-6a6f4a826fac" providerId="ADAL" clId="{A04796C7-7575-4E88-BDC1-AB72FDFCD8C4}" dt="2024-10-25T10:40:40.046" v="2318" actId="1076"/>
          <ac:spMkLst>
            <pc:docMk/>
            <pc:sldMk cId="2405193016" sldId="282"/>
            <ac:spMk id="11" creationId="{4AFAC9BD-0B28-4CA4-B2C3-E7FF3ACB3967}"/>
          </ac:spMkLst>
        </pc:spChg>
        <pc:spChg chg="mod">
          <ac:chgData name="Nguyen Ngoc Mai" userId="dfc6f54c-73bd-4aa0-a81f-6a6f4a826fac" providerId="ADAL" clId="{A04796C7-7575-4E88-BDC1-AB72FDFCD8C4}" dt="2024-10-25T10:40:40.046" v="2318" actId="1076"/>
          <ac:spMkLst>
            <pc:docMk/>
            <pc:sldMk cId="2405193016" sldId="282"/>
            <ac:spMk id="12" creationId="{C1FAB418-ADE7-4253-AA3A-FD90AE2064D0}"/>
          </ac:spMkLst>
        </pc:spChg>
        <pc:spChg chg="mod">
          <ac:chgData name="Nguyen Ngoc Mai" userId="dfc6f54c-73bd-4aa0-a81f-6a6f4a826fac" providerId="ADAL" clId="{A04796C7-7575-4E88-BDC1-AB72FDFCD8C4}" dt="2024-10-25T10:40:40.046" v="2318" actId="1076"/>
          <ac:spMkLst>
            <pc:docMk/>
            <pc:sldMk cId="2405193016" sldId="282"/>
            <ac:spMk id="13" creationId="{4E5CB2E7-59F8-4E73-9CA6-95ABD34B15D6}"/>
          </ac:spMkLst>
        </pc:spChg>
        <pc:spChg chg="mod">
          <ac:chgData name="Nguyen Ngoc Mai" userId="dfc6f54c-73bd-4aa0-a81f-6a6f4a826fac" providerId="ADAL" clId="{A04796C7-7575-4E88-BDC1-AB72FDFCD8C4}" dt="2024-10-25T10:40:40.046" v="2318" actId="1076"/>
          <ac:spMkLst>
            <pc:docMk/>
            <pc:sldMk cId="2405193016" sldId="282"/>
            <ac:spMk id="14" creationId="{29A97058-4B7F-42EC-9A11-E8F6164EF718}"/>
          </ac:spMkLst>
        </pc:spChg>
        <pc:spChg chg="mod">
          <ac:chgData name="Nguyen Ngoc Mai" userId="dfc6f54c-73bd-4aa0-a81f-6a6f4a826fac" providerId="ADAL" clId="{A04796C7-7575-4E88-BDC1-AB72FDFCD8C4}" dt="2024-10-25T10:40:40.046" v="2318" actId="1076"/>
          <ac:spMkLst>
            <pc:docMk/>
            <pc:sldMk cId="2405193016" sldId="282"/>
            <ac:spMk id="15" creationId="{9FC09BE7-D102-4463-8C5D-EDDC6DA6DF3A}"/>
          </ac:spMkLst>
        </pc:spChg>
        <pc:spChg chg="mod">
          <ac:chgData name="Nguyen Ngoc Mai" userId="dfc6f54c-73bd-4aa0-a81f-6a6f4a826fac" providerId="ADAL" clId="{A04796C7-7575-4E88-BDC1-AB72FDFCD8C4}" dt="2024-10-25T10:40:40.046" v="2318" actId="1076"/>
          <ac:spMkLst>
            <pc:docMk/>
            <pc:sldMk cId="2405193016" sldId="282"/>
            <ac:spMk id="16" creationId="{369F10CB-0835-4C9B-9509-F6C0618880E4}"/>
          </ac:spMkLst>
        </pc:spChg>
        <pc:spChg chg="mod">
          <ac:chgData name="Nguyen Ngoc Mai" userId="dfc6f54c-73bd-4aa0-a81f-6a6f4a826fac" providerId="ADAL" clId="{A04796C7-7575-4E88-BDC1-AB72FDFCD8C4}" dt="2024-10-25T10:40:40.046" v="2318" actId="1076"/>
          <ac:spMkLst>
            <pc:docMk/>
            <pc:sldMk cId="2405193016" sldId="282"/>
            <ac:spMk id="17" creationId="{3A7EADA8-1277-4090-837E-606DD2500314}"/>
          </ac:spMkLst>
        </pc:spChg>
        <pc:spChg chg="mod">
          <ac:chgData name="Nguyen Ngoc Mai" userId="dfc6f54c-73bd-4aa0-a81f-6a6f4a826fac" providerId="ADAL" clId="{A04796C7-7575-4E88-BDC1-AB72FDFCD8C4}" dt="2024-10-25T10:40:40.046" v="2318" actId="1076"/>
          <ac:spMkLst>
            <pc:docMk/>
            <pc:sldMk cId="2405193016" sldId="282"/>
            <ac:spMk id="18" creationId="{538EFEB3-D403-4F7A-9264-76D963775DA8}"/>
          </ac:spMkLst>
        </pc:spChg>
        <pc:spChg chg="mod">
          <ac:chgData name="Nguyen Ngoc Mai" userId="dfc6f54c-73bd-4aa0-a81f-6a6f4a826fac" providerId="ADAL" clId="{A04796C7-7575-4E88-BDC1-AB72FDFCD8C4}" dt="2024-10-25T10:40:40.046" v="2318" actId="1076"/>
          <ac:spMkLst>
            <pc:docMk/>
            <pc:sldMk cId="2405193016" sldId="282"/>
            <ac:spMk id="19" creationId="{FD9424B9-95DB-433C-A7C1-DAB60AB74522}"/>
          </ac:spMkLst>
        </pc:spChg>
        <pc:spChg chg="mod">
          <ac:chgData name="Nguyen Ngoc Mai" userId="dfc6f54c-73bd-4aa0-a81f-6a6f4a826fac" providerId="ADAL" clId="{A04796C7-7575-4E88-BDC1-AB72FDFCD8C4}" dt="2024-10-25T10:40:40.046" v="2318" actId="1076"/>
          <ac:spMkLst>
            <pc:docMk/>
            <pc:sldMk cId="2405193016" sldId="282"/>
            <ac:spMk id="20" creationId="{5C7DC8C4-C3BE-44E5-A62F-B72B24361D91}"/>
          </ac:spMkLst>
        </pc:spChg>
        <pc:spChg chg="mod">
          <ac:chgData name="Nguyen Ngoc Mai" userId="dfc6f54c-73bd-4aa0-a81f-6a6f4a826fac" providerId="ADAL" clId="{A04796C7-7575-4E88-BDC1-AB72FDFCD8C4}" dt="2024-10-25T10:40:40.046" v="2318" actId="1076"/>
          <ac:spMkLst>
            <pc:docMk/>
            <pc:sldMk cId="2405193016" sldId="282"/>
            <ac:spMk id="21" creationId="{0916B0D7-EA1F-4350-B54C-36E35D522833}"/>
          </ac:spMkLst>
        </pc:spChg>
        <pc:spChg chg="mod">
          <ac:chgData name="Nguyen Ngoc Mai" userId="dfc6f54c-73bd-4aa0-a81f-6a6f4a826fac" providerId="ADAL" clId="{A04796C7-7575-4E88-BDC1-AB72FDFCD8C4}" dt="2024-10-25T10:40:40.046" v="2318" actId="1076"/>
          <ac:spMkLst>
            <pc:docMk/>
            <pc:sldMk cId="2405193016" sldId="282"/>
            <ac:spMk id="22" creationId="{786FC719-0BBD-4506-927D-D9662086232D}"/>
          </ac:spMkLst>
        </pc:spChg>
        <pc:spChg chg="mod">
          <ac:chgData name="Nguyen Ngoc Mai" userId="dfc6f54c-73bd-4aa0-a81f-6a6f4a826fac" providerId="ADAL" clId="{A04796C7-7575-4E88-BDC1-AB72FDFCD8C4}" dt="2024-10-25T10:40:40.046" v="2318" actId="1076"/>
          <ac:spMkLst>
            <pc:docMk/>
            <pc:sldMk cId="2405193016" sldId="282"/>
            <ac:spMk id="23" creationId="{0454E455-AD0F-4B4B-B70B-5FFC9A9F96DD}"/>
          </ac:spMkLst>
        </pc:spChg>
        <pc:spChg chg="mod">
          <ac:chgData name="Nguyen Ngoc Mai" userId="dfc6f54c-73bd-4aa0-a81f-6a6f4a826fac" providerId="ADAL" clId="{A04796C7-7575-4E88-BDC1-AB72FDFCD8C4}" dt="2024-10-25T10:40:40.046" v="2318" actId="1076"/>
          <ac:spMkLst>
            <pc:docMk/>
            <pc:sldMk cId="2405193016" sldId="282"/>
            <ac:spMk id="24" creationId="{07731824-9F78-489A-B093-DD1054AB0D86}"/>
          </ac:spMkLst>
        </pc:spChg>
        <pc:spChg chg="mod">
          <ac:chgData name="Nguyen Ngoc Mai" userId="dfc6f54c-73bd-4aa0-a81f-6a6f4a826fac" providerId="ADAL" clId="{A04796C7-7575-4E88-BDC1-AB72FDFCD8C4}" dt="2024-10-25T10:40:40.046" v="2318" actId="1076"/>
          <ac:spMkLst>
            <pc:docMk/>
            <pc:sldMk cId="2405193016" sldId="282"/>
            <ac:spMk id="25" creationId="{0E259AC9-355A-4D07-B9A7-5094B90F31C7}"/>
          </ac:spMkLst>
        </pc:spChg>
        <pc:spChg chg="mod">
          <ac:chgData name="Nguyen Ngoc Mai" userId="dfc6f54c-73bd-4aa0-a81f-6a6f4a826fac" providerId="ADAL" clId="{A04796C7-7575-4E88-BDC1-AB72FDFCD8C4}" dt="2024-10-25T10:40:40.046" v="2318" actId="1076"/>
          <ac:spMkLst>
            <pc:docMk/>
            <pc:sldMk cId="2405193016" sldId="282"/>
            <ac:spMk id="26" creationId="{7AB23C71-C85A-45E9-9671-FD424E6D7E8A}"/>
          </ac:spMkLst>
        </pc:spChg>
        <pc:spChg chg="mod">
          <ac:chgData name="Nguyen Ngoc Mai" userId="dfc6f54c-73bd-4aa0-a81f-6a6f4a826fac" providerId="ADAL" clId="{A04796C7-7575-4E88-BDC1-AB72FDFCD8C4}" dt="2024-10-25T10:40:40.046" v="2318" actId="1076"/>
          <ac:spMkLst>
            <pc:docMk/>
            <pc:sldMk cId="2405193016" sldId="282"/>
            <ac:spMk id="27" creationId="{3ABFF958-EC05-4A2E-AF85-C77DADE9A73A}"/>
          </ac:spMkLst>
        </pc:spChg>
        <pc:spChg chg="mod">
          <ac:chgData name="Nguyen Ngoc Mai" userId="dfc6f54c-73bd-4aa0-a81f-6a6f4a826fac" providerId="ADAL" clId="{A04796C7-7575-4E88-BDC1-AB72FDFCD8C4}" dt="2024-10-25T10:40:40.046" v="2318" actId="1076"/>
          <ac:spMkLst>
            <pc:docMk/>
            <pc:sldMk cId="2405193016" sldId="282"/>
            <ac:spMk id="28" creationId="{45BADD43-0E28-4099-9757-8873EE55A7AB}"/>
          </ac:spMkLst>
        </pc:spChg>
        <pc:spChg chg="del mod">
          <ac:chgData name="Nguyen Ngoc Mai" userId="dfc6f54c-73bd-4aa0-a81f-6a6f4a826fac" providerId="ADAL" clId="{A04796C7-7575-4E88-BDC1-AB72FDFCD8C4}" dt="2024-10-27T03:18:49.403" v="2869" actId="478"/>
          <ac:spMkLst>
            <pc:docMk/>
            <pc:sldMk cId="2405193016" sldId="282"/>
            <ac:spMk id="33" creationId="{EA3498C4-40C2-40C6-B190-CBE866C88B86}"/>
          </ac:spMkLst>
        </pc:spChg>
        <pc:spChg chg="del topLvl">
          <ac:chgData name="Nguyen Ngoc Mai" userId="dfc6f54c-73bd-4aa0-a81f-6a6f4a826fac" providerId="ADAL" clId="{A04796C7-7575-4E88-BDC1-AB72FDFCD8C4}" dt="2024-10-25T10:41:26.441" v="2320" actId="478"/>
          <ac:spMkLst>
            <pc:docMk/>
            <pc:sldMk cId="2405193016" sldId="282"/>
            <ac:spMk id="35" creationId="{93C265AD-2E31-4275-B120-08B47625F236}"/>
          </ac:spMkLst>
        </pc:spChg>
        <pc:spChg chg="del mod topLvl">
          <ac:chgData name="Nguyen Ngoc Mai" userId="dfc6f54c-73bd-4aa0-a81f-6a6f4a826fac" providerId="ADAL" clId="{A04796C7-7575-4E88-BDC1-AB72FDFCD8C4}" dt="2024-10-27T03:18:49.403" v="2869" actId="478"/>
          <ac:spMkLst>
            <pc:docMk/>
            <pc:sldMk cId="2405193016" sldId="282"/>
            <ac:spMk id="36" creationId="{3E8E3A1D-7E4F-4175-ABF9-A83A00948771}"/>
          </ac:spMkLst>
        </pc:spChg>
        <pc:spChg chg="del">
          <ac:chgData name="Nguyen Ngoc Mai" userId="dfc6f54c-73bd-4aa0-a81f-6a6f4a826fac" providerId="ADAL" clId="{A04796C7-7575-4E88-BDC1-AB72FDFCD8C4}" dt="2024-10-25T10:37:27.192" v="2296" actId="478"/>
          <ac:spMkLst>
            <pc:docMk/>
            <pc:sldMk cId="2405193016" sldId="282"/>
            <ac:spMk id="37" creationId="{1D5DFA70-8BBF-40F5-8E7F-2672583D8EBA}"/>
          </ac:spMkLst>
        </pc:spChg>
        <pc:spChg chg="mod">
          <ac:chgData name="Nguyen Ngoc Mai" userId="dfc6f54c-73bd-4aa0-a81f-6a6f4a826fac" providerId="ADAL" clId="{A04796C7-7575-4E88-BDC1-AB72FDFCD8C4}" dt="2024-10-27T03:22:50.963" v="2897" actId="20577"/>
          <ac:spMkLst>
            <pc:docMk/>
            <pc:sldMk cId="2405193016" sldId="282"/>
            <ac:spMk id="38" creationId="{9FEEE215-2C15-4E49-A9E1-0606AF63EE68}"/>
          </ac:spMkLst>
        </pc:spChg>
        <pc:spChg chg="add del mod">
          <ac:chgData name="Nguyen Ngoc Mai" userId="dfc6f54c-73bd-4aa0-a81f-6a6f4a826fac" providerId="ADAL" clId="{A04796C7-7575-4E88-BDC1-AB72FDFCD8C4}" dt="2024-10-27T03:18:49.403" v="2869" actId="478"/>
          <ac:spMkLst>
            <pc:docMk/>
            <pc:sldMk cId="2405193016" sldId="282"/>
            <ac:spMk id="40" creationId="{0C615B8A-1FB1-8FC9-CD86-2203A502092D}"/>
          </ac:spMkLst>
        </pc:spChg>
        <pc:spChg chg="add del mod">
          <ac:chgData name="Nguyen Ngoc Mai" userId="dfc6f54c-73bd-4aa0-a81f-6a6f4a826fac" providerId="ADAL" clId="{A04796C7-7575-4E88-BDC1-AB72FDFCD8C4}" dt="2024-10-27T03:18:49.403" v="2869" actId="478"/>
          <ac:spMkLst>
            <pc:docMk/>
            <pc:sldMk cId="2405193016" sldId="282"/>
            <ac:spMk id="41" creationId="{1FDACD9C-FD8C-552D-CEBB-D673C41FED58}"/>
          </ac:spMkLst>
        </pc:spChg>
        <pc:grpChg chg="del mod">
          <ac:chgData name="Nguyen Ngoc Mai" userId="dfc6f54c-73bd-4aa0-a81f-6a6f4a826fac" providerId="ADAL" clId="{A04796C7-7575-4E88-BDC1-AB72FDFCD8C4}" dt="2024-10-25T10:46:03.519" v="2599" actId="478"/>
          <ac:grpSpMkLst>
            <pc:docMk/>
            <pc:sldMk cId="2405193016" sldId="282"/>
            <ac:grpSpMk id="3" creationId="{D77E1614-FAF7-4231-B714-3EE050BA13B7}"/>
          </ac:grpSpMkLst>
        </pc:grpChg>
        <pc:grpChg chg="mod">
          <ac:chgData name="Nguyen Ngoc Mai" userId="dfc6f54c-73bd-4aa0-a81f-6a6f4a826fac" providerId="ADAL" clId="{A04796C7-7575-4E88-BDC1-AB72FDFCD8C4}" dt="2024-10-25T10:40:40.046" v="2318" actId="1076"/>
          <ac:grpSpMkLst>
            <pc:docMk/>
            <pc:sldMk cId="2405193016" sldId="282"/>
            <ac:grpSpMk id="4" creationId="{00DD6FC7-C582-4CB5-8C81-3EC7BFCB5BED}"/>
          </ac:grpSpMkLst>
        </pc:grpChg>
        <pc:grpChg chg="mod">
          <ac:chgData name="Nguyen Ngoc Mai" userId="dfc6f54c-73bd-4aa0-a81f-6a6f4a826fac" providerId="ADAL" clId="{A04796C7-7575-4E88-BDC1-AB72FDFCD8C4}" dt="2024-10-25T10:40:40.046" v="2318" actId="1076"/>
          <ac:grpSpMkLst>
            <pc:docMk/>
            <pc:sldMk cId="2405193016" sldId="282"/>
            <ac:grpSpMk id="5" creationId="{CAF4AA9B-2EC0-4A9F-B957-6CA53446347C}"/>
          </ac:grpSpMkLst>
        </pc:grpChg>
        <pc:grpChg chg="mod">
          <ac:chgData name="Nguyen Ngoc Mai" userId="dfc6f54c-73bd-4aa0-a81f-6a6f4a826fac" providerId="ADAL" clId="{A04796C7-7575-4E88-BDC1-AB72FDFCD8C4}" dt="2024-10-25T10:40:40.046" v="2318" actId="1076"/>
          <ac:grpSpMkLst>
            <pc:docMk/>
            <pc:sldMk cId="2405193016" sldId="282"/>
            <ac:grpSpMk id="6" creationId="{968CC434-021F-44BF-9207-65061B6E2FBF}"/>
          </ac:grpSpMkLst>
        </pc:grpChg>
        <pc:grpChg chg="mod">
          <ac:chgData name="Nguyen Ngoc Mai" userId="dfc6f54c-73bd-4aa0-a81f-6a6f4a826fac" providerId="ADAL" clId="{A04796C7-7575-4E88-BDC1-AB72FDFCD8C4}" dt="2024-10-25T10:40:40.046" v="2318" actId="1076"/>
          <ac:grpSpMkLst>
            <pc:docMk/>
            <pc:sldMk cId="2405193016" sldId="282"/>
            <ac:grpSpMk id="7" creationId="{8F526292-60F4-478B-98A5-167AD00248E4}"/>
          </ac:grpSpMkLst>
        </pc:grpChg>
        <pc:grpChg chg="del">
          <ac:chgData name="Nguyen Ngoc Mai" userId="dfc6f54c-73bd-4aa0-a81f-6a6f4a826fac" providerId="ADAL" clId="{A04796C7-7575-4E88-BDC1-AB72FDFCD8C4}" dt="2024-10-25T10:37:28.959" v="2297" actId="478"/>
          <ac:grpSpMkLst>
            <pc:docMk/>
            <pc:sldMk cId="2405193016" sldId="282"/>
            <ac:grpSpMk id="30" creationId="{0E02BEDB-6155-4AB2-BD54-879A5667560A}"/>
          </ac:grpSpMkLst>
        </pc:grpChg>
        <pc:grpChg chg="del mod">
          <ac:chgData name="Nguyen Ngoc Mai" userId="dfc6f54c-73bd-4aa0-a81f-6a6f4a826fac" providerId="ADAL" clId="{A04796C7-7575-4E88-BDC1-AB72FDFCD8C4}" dt="2024-10-25T10:41:26.441" v="2320" actId="478"/>
          <ac:grpSpMkLst>
            <pc:docMk/>
            <pc:sldMk cId="2405193016" sldId="282"/>
            <ac:grpSpMk id="34" creationId="{15140538-AE49-44E6-92F5-085423F94559}"/>
          </ac:grpSpMkLst>
        </pc:grpChg>
        <pc:graphicFrameChg chg="add del mod modGraphic">
          <ac:chgData name="Nguyen Ngoc Mai" userId="dfc6f54c-73bd-4aa0-a81f-6a6f4a826fac" providerId="ADAL" clId="{A04796C7-7575-4E88-BDC1-AB72FDFCD8C4}" dt="2024-10-27T03:18:47.236" v="2868" actId="478"/>
          <ac:graphicFrameMkLst>
            <pc:docMk/>
            <pc:sldMk cId="2405193016" sldId="282"/>
            <ac:graphicFrameMk id="3" creationId="{F1858332-EC0A-CF87-1D7B-4A85341943B5}"/>
          </ac:graphicFrameMkLst>
        </pc:graphicFrameChg>
        <pc:graphicFrameChg chg="add mod modGraphic">
          <ac:chgData name="Nguyen Ngoc Mai" userId="dfc6f54c-73bd-4aa0-a81f-6a6f4a826fac" providerId="ADAL" clId="{A04796C7-7575-4E88-BDC1-AB72FDFCD8C4}" dt="2024-10-27T03:22:07.302" v="2895" actId="207"/>
          <ac:graphicFrameMkLst>
            <pc:docMk/>
            <pc:sldMk cId="2405193016" sldId="282"/>
            <ac:graphicFrameMk id="4" creationId="{ADFA7315-D588-F03B-D4CE-700AB7170EC7}"/>
          </ac:graphicFrameMkLst>
        </pc:graphicFrameChg>
        <pc:picChg chg="del mod">
          <ac:chgData name="Nguyen Ngoc Mai" userId="dfc6f54c-73bd-4aa0-a81f-6a6f4a826fac" providerId="ADAL" clId="{A04796C7-7575-4E88-BDC1-AB72FDFCD8C4}" dt="2024-10-25T10:46:03.519" v="2599" actId="478"/>
          <ac:picMkLst>
            <pc:docMk/>
            <pc:sldMk cId="2405193016" sldId="282"/>
            <ac:picMk id="29" creationId="{9B1ADEFB-5E5C-43F5-B361-674082AD643C}"/>
          </ac:picMkLst>
        </pc:picChg>
      </pc:sldChg>
      <pc:sldChg chg="del">
        <pc:chgData name="Nguyen Ngoc Mai" userId="dfc6f54c-73bd-4aa0-a81f-6a6f4a826fac" providerId="ADAL" clId="{A04796C7-7575-4E88-BDC1-AB72FDFCD8C4}" dt="2024-10-27T04:08:30.377" v="4077" actId="2696"/>
        <pc:sldMkLst>
          <pc:docMk/>
          <pc:sldMk cId="499098251" sldId="283"/>
        </pc:sldMkLst>
      </pc:sldChg>
      <pc:sldChg chg="del">
        <pc:chgData name="Nguyen Ngoc Mai" userId="dfc6f54c-73bd-4aa0-a81f-6a6f4a826fac" providerId="ADAL" clId="{A04796C7-7575-4E88-BDC1-AB72FDFCD8C4}" dt="2024-10-27T04:08:30.377" v="4077" actId="2696"/>
        <pc:sldMkLst>
          <pc:docMk/>
          <pc:sldMk cId="104136350" sldId="284"/>
        </pc:sldMkLst>
      </pc:sldChg>
      <pc:sldChg chg="addSp delSp modSp mod ord">
        <pc:chgData name="Nguyen Ngoc Mai" userId="dfc6f54c-73bd-4aa0-a81f-6a6f4a826fac" providerId="ADAL" clId="{A04796C7-7575-4E88-BDC1-AB72FDFCD8C4}" dt="2024-10-25T10:36:31.345" v="2187" actId="255"/>
        <pc:sldMkLst>
          <pc:docMk/>
          <pc:sldMk cId="3833042748" sldId="285"/>
        </pc:sldMkLst>
        <pc:spChg chg="mod">
          <ac:chgData name="Nguyen Ngoc Mai" userId="dfc6f54c-73bd-4aa0-a81f-6a6f4a826fac" providerId="ADAL" clId="{A04796C7-7575-4E88-BDC1-AB72FDFCD8C4}" dt="2024-10-25T10:36:31.345" v="2187" actId="255"/>
          <ac:spMkLst>
            <pc:docMk/>
            <pc:sldMk cId="3833042748" sldId="285"/>
            <ac:spMk id="2" creationId="{00000000-0000-0000-0000-000000000000}"/>
          </ac:spMkLst>
        </pc:spChg>
        <pc:spChg chg="mod">
          <ac:chgData name="Nguyen Ngoc Mai" userId="dfc6f54c-73bd-4aa0-a81f-6a6f4a826fac" providerId="ADAL" clId="{A04796C7-7575-4E88-BDC1-AB72FDFCD8C4}" dt="2024-10-25T04:37:02.564" v="2085" actId="1076"/>
          <ac:spMkLst>
            <pc:docMk/>
            <pc:sldMk cId="3833042748" sldId="285"/>
            <ac:spMk id="3" creationId="{3C1945F9-EC1A-4DC6-94BC-B32747B005FE}"/>
          </ac:spMkLst>
        </pc:spChg>
        <pc:spChg chg="del mod topLvl">
          <ac:chgData name="Nguyen Ngoc Mai" userId="dfc6f54c-73bd-4aa0-a81f-6a6f4a826fac" providerId="ADAL" clId="{A04796C7-7575-4E88-BDC1-AB72FDFCD8C4}" dt="2024-10-25T04:22:58.291" v="1600" actId="478"/>
          <ac:spMkLst>
            <pc:docMk/>
            <pc:sldMk cId="3833042748" sldId="285"/>
            <ac:spMk id="5" creationId="{B4F33A5B-4124-4040-9CE8-2CC7389D865C}"/>
          </ac:spMkLst>
        </pc:spChg>
        <pc:spChg chg="mod topLvl">
          <ac:chgData name="Nguyen Ngoc Mai" userId="dfc6f54c-73bd-4aa0-a81f-6a6f4a826fac" providerId="ADAL" clId="{A04796C7-7575-4E88-BDC1-AB72FDFCD8C4}" dt="2024-10-25T04:37:02.564" v="2085" actId="1076"/>
          <ac:spMkLst>
            <pc:docMk/>
            <pc:sldMk cId="3833042748" sldId="285"/>
            <ac:spMk id="6" creationId="{C01525DC-8BA7-4018-90E4-2BDCE54D14CE}"/>
          </ac:spMkLst>
        </pc:spChg>
        <pc:spChg chg="del mod">
          <ac:chgData name="Nguyen Ngoc Mai" userId="dfc6f54c-73bd-4aa0-a81f-6a6f4a826fac" providerId="ADAL" clId="{A04796C7-7575-4E88-BDC1-AB72FDFCD8C4}" dt="2024-10-25T04:20:09.096" v="1545" actId="478"/>
          <ac:spMkLst>
            <pc:docMk/>
            <pc:sldMk cId="3833042748" sldId="285"/>
            <ac:spMk id="7" creationId="{DF92240F-9426-4459-961B-946E9397F0BD}"/>
          </ac:spMkLst>
        </pc:spChg>
        <pc:spChg chg="mod">
          <ac:chgData name="Nguyen Ngoc Mai" userId="dfc6f54c-73bd-4aa0-a81f-6a6f4a826fac" providerId="ADAL" clId="{A04796C7-7575-4E88-BDC1-AB72FDFCD8C4}" dt="2024-10-25T04:37:02.564" v="2085" actId="1076"/>
          <ac:spMkLst>
            <pc:docMk/>
            <pc:sldMk cId="3833042748" sldId="285"/>
            <ac:spMk id="8" creationId="{8F40333B-F156-427B-AAF1-944EE4E4CA42}"/>
          </ac:spMkLst>
        </pc:spChg>
        <pc:spChg chg="mod">
          <ac:chgData name="Nguyen Ngoc Mai" userId="dfc6f54c-73bd-4aa0-a81f-6a6f4a826fac" providerId="ADAL" clId="{A04796C7-7575-4E88-BDC1-AB72FDFCD8C4}" dt="2024-10-25T04:37:02.564" v="2085" actId="1076"/>
          <ac:spMkLst>
            <pc:docMk/>
            <pc:sldMk cId="3833042748" sldId="285"/>
            <ac:spMk id="9" creationId="{E89F2E82-E7EE-4C9E-8597-98FAD43633DD}"/>
          </ac:spMkLst>
        </pc:spChg>
        <pc:spChg chg="del mod">
          <ac:chgData name="Nguyen Ngoc Mai" userId="dfc6f54c-73bd-4aa0-a81f-6a6f4a826fac" providerId="ADAL" clId="{A04796C7-7575-4E88-BDC1-AB72FDFCD8C4}" dt="2024-10-25T04:20:57.969" v="1595" actId="478"/>
          <ac:spMkLst>
            <pc:docMk/>
            <pc:sldMk cId="3833042748" sldId="285"/>
            <ac:spMk id="13" creationId="{1AFC4C71-6016-4497-B259-A0F52845B0DF}"/>
          </ac:spMkLst>
        </pc:spChg>
        <pc:spChg chg="mod">
          <ac:chgData name="Nguyen Ngoc Mai" userId="dfc6f54c-73bd-4aa0-a81f-6a6f4a826fac" providerId="ADAL" clId="{A04796C7-7575-4E88-BDC1-AB72FDFCD8C4}" dt="2024-10-25T04:37:02.564" v="2085" actId="1076"/>
          <ac:spMkLst>
            <pc:docMk/>
            <pc:sldMk cId="3833042748" sldId="285"/>
            <ac:spMk id="14" creationId="{E07BBAD1-7EBC-4E45-AE20-2B920F2D7751}"/>
          </ac:spMkLst>
        </pc:spChg>
        <pc:spChg chg="del mod">
          <ac:chgData name="Nguyen Ngoc Mai" userId="dfc6f54c-73bd-4aa0-a81f-6a6f4a826fac" providerId="ADAL" clId="{A04796C7-7575-4E88-BDC1-AB72FDFCD8C4}" dt="2024-10-25T04:29:46.184" v="1809" actId="478"/>
          <ac:spMkLst>
            <pc:docMk/>
            <pc:sldMk cId="3833042748" sldId="285"/>
            <ac:spMk id="15" creationId="{7D0BCF7D-5706-4743-9547-30B7A843D0E5}"/>
          </ac:spMkLst>
        </pc:spChg>
        <pc:spChg chg="del mod">
          <ac:chgData name="Nguyen Ngoc Mai" userId="dfc6f54c-73bd-4aa0-a81f-6a6f4a826fac" providerId="ADAL" clId="{A04796C7-7575-4E88-BDC1-AB72FDFCD8C4}" dt="2024-10-25T04:27:03.411" v="1703" actId="478"/>
          <ac:spMkLst>
            <pc:docMk/>
            <pc:sldMk cId="3833042748" sldId="285"/>
            <ac:spMk id="19" creationId="{644BAD84-2B0F-440C-8BE1-D05D443EE5F4}"/>
          </ac:spMkLst>
        </pc:spChg>
        <pc:spChg chg="mod">
          <ac:chgData name="Nguyen Ngoc Mai" userId="dfc6f54c-73bd-4aa0-a81f-6a6f4a826fac" providerId="ADAL" clId="{A04796C7-7575-4E88-BDC1-AB72FDFCD8C4}" dt="2024-10-25T04:37:02.564" v="2085" actId="1076"/>
          <ac:spMkLst>
            <pc:docMk/>
            <pc:sldMk cId="3833042748" sldId="285"/>
            <ac:spMk id="20" creationId="{00F56028-DB8B-44D7-9297-8EA3E4FD85D0}"/>
          </ac:spMkLst>
        </pc:spChg>
        <pc:spChg chg="mod">
          <ac:chgData name="Nguyen Ngoc Mai" userId="dfc6f54c-73bd-4aa0-a81f-6a6f4a826fac" providerId="ADAL" clId="{A04796C7-7575-4E88-BDC1-AB72FDFCD8C4}" dt="2024-10-25T04:37:22.742" v="2088" actId="1076"/>
          <ac:spMkLst>
            <pc:docMk/>
            <pc:sldMk cId="3833042748" sldId="285"/>
            <ac:spMk id="21" creationId="{676F6070-24AD-4D7E-802B-A6734E33582B}"/>
          </ac:spMkLst>
        </pc:spChg>
        <pc:spChg chg="mod">
          <ac:chgData name="Nguyen Ngoc Mai" userId="dfc6f54c-73bd-4aa0-a81f-6a6f4a826fac" providerId="ADAL" clId="{A04796C7-7575-4E88-BDC1-AB72FDFCD8C4}" dt="2024-10-25T04:26:56.095" v="1700" actId="6549"/>
          <ac:spMkLst>
            <pc:docMk/>
            <pc:sldMk cId="3833042748" sldId="285"/>
            <ac:spMk id="23" creationId="{8DEFD285-72DF-4BE9-8229-D059CF0B88F2}"/>
          </ac:spMkLst>
        </pc:spChg>
        <pc:spChg chg="del mod">
          <ac:chgData name="Nguyen Ngoc Mai" userId="dfc6f54c-73bd-4aa0-a81f-6a6f4a826fac" providerId="ADAL" clId="{A04796C7-7575-4E88-BDC1-AB72FDFCD8C4}" dt="2024-10-25T04:27:04.850" v="1704" actId="478"/>
          <ac:spMkLst>
            <pc:docMk/>
            <pc:sldMk cId="3833042748" sldId="285"/>
            <ac:spMk id="25" creationId="{73FD92FB-5EC6-4424-B0D6-95F27DFAE786}"/>
          </ac:spMkLst>
        </pc:spChg>
        <pc:spChg chg="mod">
          <ac:chgData name="Nguyen Ngoc Mai" userId="dfc6f54c-73bd-4aa0-a81f-6a6f4a826fac" providerId="ADAL" clId="{A04796C7-7575-4E88-BDC1-AB72FDFCD8C4}" dt="2024-10-25T04:37:02.564" v="2085" actId="1076"/>
          <ac:spMkLst>
            <pc:docMk/>
            <pc:sldMk cId="3833042748" sldId="285"/>
            <ac:spMk id="26" creationId="{81148520-F1E4-4235-A9FF-C746ABA6A418}"/>
          </ac:spMkLst>
        </pc:spChg>
        <pc:spChg chg="del mod">
          <ac:chgData name="Nguyen Ngoc Mai" userId="dfc6f54c-73bd-4aa0-a81f-6a6f4a826fac" providerId="ADAL" clId="{A04796C7-7575-4E88-BDC1-AB72FDFCD8C4}" dt="2024-10-25T04:22:59.891" v="1601" actId="478"/>
          <ac:spMkLst>
            <pc:docMk/>
            <pc:sldMk cId="3833042748" sldId="285"/>
            <ac:spMk id="27" creationId="{A078E0E9-ACEC-4D96-8C15-4D62B0BEB8DF}"/>
          </ac:spMkLst>
        </pc:spChg>
        <pc:spChg chg="del mod">
          <ac:chgData name="Nguyen Ngoc Mai" userId="dfc6f54c-73bd-4aa0-a81f-6a6f4a826fac" providerId="ADAL" clId="{A04796C7-7575-4E88-BDC1-AB72FDFCD8C4}" dt="2024-10-25T04:23:41.467" v="1630" actId="478"/>
          <ac:spMkLst>
            <pc:docMk/>
            <pc:sldMk cId="3833042748" sldId="285"/>
            <ac:spMk id="28" creationId="{41995690-E560-46E1-9D5A-BF9FD97D4235}"/>
          </ac:spMkLst>
        </pc:spChg>
        <pc:spChg chg="del mod">
          <ac:chgData name="Nguyen Ngoc Mai" userId="dfc6f54c-73bd-4aa0-a81f-6a6f4a826fac" providerId="ADAL" clId="{A04796C7-7575-4E88-BDC1-AB72FDFCD8C4}" dt="2024-10-25T04:26:50.082" v="1698" actId="478"/>
          <ac:spMkLst>
            <pc:docMk/>
            <pc:sldMk cId="3833042748" sldId="285"/>
            <ac:spMk id="29" creationId="{C88767FB-08BF-417C-A20D-741EF77415B8}"/>
          </ac:spMkLst>
        </pc:spChg>
        <pc:spChg chg="del mod">
          <ac:chgData name="Nguyen Ngoc Mai" userId="dfc6f54c-73bd-4aa0-a81f-6a6f4a826fac" providerId="ADAL" clId="{A04796C7-7575-4E88-BDC1-AB72FDFCD8C4}" dt="2024-10-25T04:26:55.471" v="1699" actId="478"/>
          <ac:spMkLst>
            <pc:docMk/>
            <pc:sldMk cId="3833042748" sldId="285"/>
            <ac:spMk id="30" creationId="{F03A7354-3145-4261-BDD9-98BD48B6B571}"/>
          </ac:spMkLst>
        </pc:spChg>
        <pc:spChg chg="add mod">
          <ac:chgData name="Nguyen Ngoc Mai" userId="dfc6f54c-73bd-4aa0-a81f-6a6f4a826fac" providerId="ADAL" clId="{A04796C7-7575-4E88-BDC1-AB72FDFCD8C4}" dt="2024-10-25T04:18:20.385" v="1542" actId="20577"/>
          <ac:spMkLst>
            <pc:docMk/>
            <pc:sldMk cId="3833042748" sldId="285"/>
            <ac:spMk id="31" creationId="{152E4C77-B44C-C41A-4E40-D5BB49A99EBD}"/>
          </ac:spMkLst>
        </pc:spChg>
        <pc:spChg chg="add mod">
          <ac:chgData name="Nguyen Ngoc Mai" userId="dfc6f54c-73bd-4aa0-a81f-6a6f4a826fac" providerId="ADAL" clId="{A04796C7-7575-4E88-BDC1-AB72FDFCD8C4}" dt="2024-10-25T04:37:02.564" v="2085" actId="1076"/>
          <ac:spMkLst>
            <pc:docMk/>
            <pc:sldMk cId="3833042748" sldId="285"/>
            <ac:spMk id="32" creationId="{D182A461-CE5C-E922-C71B-8083F9F46415}"/>
          </ac:spMkLst>
        </pc:spChg>
        <pc:spChg chg="add mod">
          <ac:chgData name="Nguyen Ngoc Mai" userId="dfc6f54c-73bd-4aa0-a81f-6a6f4a826fac" providerId="ADAL" clId="{A04796C7-7575-4E88-BDC1-AB72FDFCD8C4}" dt="2024-10-25T04:37:02.564" v="2085" actId="1076"/>
          <ac:spMkLst>
            <pc:docMk/>
            <pc:sldMk cId="3833042748" sldId="285"/>
            <ac:spMk id="33" creationId="{797E4056-6EF7-3376-A82D-524600B9FAB7}"/>
          </ac:spMkLst>
        </pc:spChg>
        <pc:spChg chg="add mod">
          <ac:chgData name="Nguyen Ngoc Mai" userId="dfc6f54c-73bd-4aa0-a81f-6a6f4a826fac" providerId="ADAL" clId="{A04796C7-7575-4E88-BDC1-AB72FDFCD8C4}" dt="2024-10-25T04:37:02.564" v="2085" actId="1076"/>
          <ac:spMkLst>
            <pc:docMk/>
            <pc:sldMk cId="3833042748" sldId="285"/>
            <ac:spMk id="34" creationId="{5A1421C6-61CD-498C-77FE-642651AADA91}"/>
          </ac:spMkLst>
        </pc:spChg>
        <pc:spChg chg="add del mod">
          <ac:chgData name="Nguyen Ngoc Mai" userId="dfc6f54c-73bd-4aa0-a81f-6a6f4a826fac" providerId="ADAL" clId="{A04796C7-7575-4E88-BDC1-AB72FDFCD8C4}" dt="2024-10-25T04:31:04.665" v="1813" actId="21"/>
          <ac:spMkLst>
            <pc:docMk/>
            <pc:sldMk cId="3833042748" sldId="285"/>
            <ac:spMk id="35" creationId="{2C1E1930-738B-4F26-D166-ADED0D8422F8}"/>
          </ac:spMkLst>
        </pc:spChg>
        <pc:spChg chg="add del mod">
          <ac:chgData name="Nguyen Ngoc Mai" userId="dfc6f54c-73bd-4aa0-a81f-6a6f4a826fac" providerId="ADAL" clId="{A04796C7-7575-4E88-BDC1-AB72FDFCD8C4}" dt="2024-10-25T04:31:04.665" v="1813" actId="21"/>
          <ac:spMkLst>
            <pc:docMk/>
            <pc:sldMk cId="3833042748" sldId="285"/>
            <ac:spMk id="37" creationId="{ACC2E67E-7E44-95AE-0710-E9C67DBAABE5}"/>
          </ac:spMkLst>
        </pc:spChg>
        <pc:spChg chg="add mod">
          <ac:chgData name="Nguyen Ngoc Mai" userId="dfc6f54c-73bd-4aa0-a81f-6a6f4a826fac" providerId="ADAL" clId="{A04796C7-7575-4E88-BDC1-AB72FDFCD8C4}" dt="2024-10-25T04:37:02.564" v="2085" actId="1076"/>
          <ac:spMkLst>
            <pc:docMk/>
            <pc:sldMk cId="3833042748" sldId="285"/>
            <ac:spMk id="38" creationId="{B10DC3C0-0C01-B881-0D40-70AE08D62D6F}"/>
          </ac:spMkLst>
        </pc:spChg>
        <pc:spChg chg="add mod">
          <ac:chgData name="Nguyen Ngoc Mai" userId="dfc6f54c-73bd-4aa0-a81f-6a6f4a826fac" providerId="ADAL" clId="{A04796C7-7575-4E88-BDC1-AB72FDFCD8C4}" dt="2024-10-25T04:37:22.742" v="2088" actId="1076"/>
          <ac:spMkLst>
            <pc:docMk/>
            <pc:sldMk cId="3833042748" sldId="285"/>
            <ac:spMk id="39" creationId="{78C06030-DD3E-5627-BFFB-ED56F2AC0939}"/>
          </ac:spMkLst>
        </pc:spChg>
        <pc:spChg chg="add mod">
          <ac:chgData name="Nguyen Ngoc Mai" userId="dfc6f54c-73bd-4aa0-a81f-6a6f4a826fac" providerId="ADAL" clId="{A04796C7-7575-4E88-BDC1-AB72FDFCD8C4}" dt="2024-10-25T06:35:46.320" v="2133" actId="1076"/>
          <ac:spMkLst>
            <pc:docMk/>
            <pc:sldMk cId="3833042748" sldId="285"/>
            <ac:spMk id="40" creationId="{2C1E1930-738B-4F26-D166-ADED0D8422F8}"/>
          </ac:spMkLst>
        </pc:spChg>
        <pc:spChg chg="add mod">
          <ac:chgData name="Nguyen Ngoc Mai" userId="dfc6f54c-73bd-4aa0-a81f-6a6f4a826fac" providerId="ADAL" clId="{A04796C7-7575-4E88-BDC1-AB72FDFCD8C4}" dt="2024-10-25T06:35:46.320" v="2133" actId="1076"/>
          <ac:spMkLst>
            <pc:docMk/>
            <pc:sldMk cId="3833042748" sldId="285"/>
            <ac:spMk id="41" creationId="{ACC2E67E-7E44-95AE-0710-E9C67DBAABE5}"/>
          </ac:spMkLst>
        </pc:spChg>
        <pc:spChg chg="add mod">
          <ac:chgData name="Nguyen Ngoc Mai" userId="dfc6f54c-73bd-4aa0-a81f-6a6f4a826fac" providerId="ADAL" clId="{A04796C7-7575-4E88-BDC1-AB72FDFCD8C4}" dt="2024-10-25T04:37:22.742" v="2088" actId="1076"/>
          <ac:spMkLst>
            <pc:docMk/>
            <pc:sldMk cId="3833042748" sldId="285"/>
            <ac:spMk id="42" creationId="{25079FAD-A560-0F42-4317-E92C83A28510}"/>
          </ac:spMkLst>
        </pc:spChg>
        <pc:spChg chg="add mod">
          <ac:chgData name="Nguyen Ngoc Mai" userId="dfc6f54c-73bd-4aa0-a81f-6a6f4a826fac" providerId="ADAL" clId="{A04796C7-7575-4E88-BDC1-AB72FDFCD8C4}" dt="2024-10-25T06:36:27.834" v="2184" actId="1076"/>
          <ac:spMkLst>
            <pc:docMk/>
            <pc:sldMk cId="3833042748" sldId="285"/>
            <ac:spMk id="43" creationId="{FFA2CC61-1A0D-7B5A-31CF-EB43057AE3EB}"/>
          </ac:spMkLst>
        </pc:spChg>
        <pc:spChg chg="add mod">
          <ac:chgData name="Nguyen Ngoc Mai" userId="dfc6f54c-73bd-4aa0-a81f-6a6f4a826fac" providerId="ADAL" clId="{A04796C7-7575-4E88-BDC1-AB72FDFCD8C4}" dt="2024-10-25T06:36:27.834" v="2184" actId="1076"/>
          <ac:spMkLst>
            <pc:docMk/>
            <pc:sldMk cId="3833042748" sldId="285"/>
            <ac:spMk id="44" creationId="{49C0346B-39BC-FC39-E496-F7F16E96DFAE}"/>
          </ac:spMkLst>
        </pc:spChg>
        <pc:grpChg chg="del mod">
          <ac:chgData name="Nguyen Ngoc Mai" userId="dfc6f54c-73bd-4aa0-a81f-6a6f4a826fac" providerId="ADAL" clId="{A04796C7-7575-4E88-BDC1-AB72FDFCD8C4}" dt="2024-10-25T04:22:58.291" v="1600" actId="478"/>
          <ac:grpSpMkLst>
            <pc:docMk/>
            <pc:sldMk cId="3833042748" sldId="285"/>
            <ac:grpSpMk id="4" creationId="{C42AE8C6-0132-4E80-B542-A71689D8034C}"/>
          </ac:grpSpMkLst>
        </pc:grpChg>
        <pc:grpChg chg="del mod">
          <ac:chgData name="Nguyen Ngoc Mai" userId="dfc6f54c-73bd-4aa0-a81f-6a6f4a826fac" providerId="ADAL" clId="{A04796C7-7575-4E88-BDC1-AB72FDFCD8C4}" dt="2024-10-25T04:23:41.467" v="1630" actId="478"/>
          <ac:grpSpMkLst>
            <pc:docMk/>
            <pc:sldMk cId="3833042748" sldId="285"/>
            <ac:grpSpMk id="10" creationId="{10CEAE11-F733-418D-90FA-9BC61AEA23A5}"/>
          </ac:grpSpMkLst>
        </pc:grpChg>
        <pc:grpChg chg="del mod">
          <ac:chgData name="Nguyen Ngoc Mai" userId="dfc6f54c-73bd-4aa0-a81f-6a6f4a826fac" providerId="ADAL" clId="{A04796C7-7575-4E88-BDC1-AB72FDFCD8C4}" dt="2024-10-25T04:26:49.296" v="1697" actId="478"/>
          <ac:grpSpMkLst>
            <pc:docMk/>
            <pc:sldMk cId="3833042748" sldId="285"/>
            <ac:grpSpMk id="16" creationId="{69DD8556-3A9F-4991-9C77-72416FF0C32A}"/>
          </ac:grpSpMkLst>
        </pc:grpChg>
        <pc:grpChg chg="del mod">
          <ac:chgData name="Nguyen Ngoc Mai" userId="dfc6f54c-73bd-4aa0-a81f-6a6f4a826fac" providerId="ADAL" clId="{A04796C7-7575-4E88-BDC1-AB72FDFCD8C4}" dt="2024-10-25T04:26:57.149" v="1701" actId="478"/>
          <ac:grpSpMkLst>
            <pc:docMk/>
            <pc:sldMk cId="3833042748" sldId="285"/>
            <ac:grpSpMk id="22" creationId="{8AE1252F-E659-4705-BB7F-43CD19D51049}"/>
          </ac:grpSpMkLst>
        </pc:grpChg>
      </pc:sldChg>
      <pc:sldChg chg="del">
        <pc:chgData name="Nguyen Ngoc Mai" userId="dfc6f54c-73bd-4aa0-a81f-6a6f4a826fac" providerId="ADAL" clId="{A04796C7-7575-4E88-BDC1-AB72FDFCD8C4}" dt="2024-10-27T04:08:30.377" v="4077" actId="2696"/>
        <pc:sldMkLst>
          <pc:docMk/>
          <pc:sldMk cId="3318890821" sldId="291"/>
        </pc:sldMkLst>
      </pc:sldChg>
      <pc:sldChg chg="del">
        <pc:chgData name="Nguyen Ngoc Mai" userId="dfc6f54c-73bd-4aa0-a81f-6a6f4a826fac" providerId="ADAL" clId="{A04796C7-7575-4E88-BDC1-AB72FDFCD8C4}" dt="2024-10-27T04:08:30.377" v="4077" actId="2696"/>
        <pc:sldMkLst>
          <pc:docMk/>
          <pc:sldMk cId="1522175781" sldId="292"/>
        </pc:sldMkLst>
      </pc:sldChg>
      <pc:sldChg chg="del">
        <pc:chgData name="Nguyen Ngoc Mai" userId="dfc6f54c-73bd-4aa0-a81f-6a6f4a826fac" providerId="ADAL" clId="{A04796C7-7575-4E88-BDC1-AB72FDFCD8C4}" dt="2024-10-27T04:08:30.377" v="4077" actId="2696"/>
        <pc:sldMkLst>
          <pc:docMk/>
          <pc:sldMk cId="2523231710" sldId="293"/>
        </pc:sldMkLst>
      </pc:sldChg>
      <pc:sldChg chg="addSp delSp modSp mod ord">
        <pc:chgData name="Nguyen Ngoc Mai" userId="dfc6f54c-73bd-4aa0-a81f-6a6f4a826fac" providerId="ADAL" clId="{A04796C7-7575-4E88-BDC1-AB72FDFCD8C4}" dt="2024-10-27T04:11:32.122" v="4123" actId="114"/>
        <pc:sldMkLst>
          <pc:docMk/>
          <pc:sldMk cId="3892388951" sldId="294"/>
        </pc:sldMkLst>
        <pc:spChg chg="add mod">
          <ac:chgData name="Nguyen Ngoc Mai" userId="dfc6f54c-73bd-4aa0-a81f-6a6f4a826fac" providerId="ADAL" clId="{A04796C7-7575-4E88-BDC1-AB72FDFCD8C4}" dt="2024-10-27T04:10:57.061" v="4120" actId="20577"/>
          <ac:spMkLst>
            <pc:docMk/>
            <pc:sldMk cId="3892388951" sldId="294"/>
            <ac:spMk id="2" creationId="{6250E2A8-404F-0F5B-CE69-F8979AE41058}"/>
          </ac:spMkLst>
        </pc:spChg>
        <pc:spChg chg="del mod">
          <ac:chgData name="Nguyen Ngoc Mai" userId="dfc6f54c-73bd-4aa0-a81f-6a6f4a826fac" providerId="ADAL" clId="{A04796C7-7575-4E88-BDC1-AB72FDFCD8C4}" dt="2024-10-27T03:42:06.621" v="3664" actId="478"/>
          <ac:spMkLst>
            <pc:docMk/>
            <pc:sldMk cId="3892388951" sldId="294"/>
            <ac:spMk id="3" creationId="{45D39537-280C-49FC-B8E7-1656443BB698}"/>
          </ac:spMkLst>
        </pc:spChg>
        <pc:spChg chg="del mod">
          <ac:chgData name="Nguyen Ngoc Mai" userId="dfc6f54c-73bd-4aa0-a81f-6a6f4a826fac" providerId="ADAL" clId="{A04796C7-7575-4E88-BDC1-AB72FDFCD8C4}" dt="2024-10-27T03:42:14.481" v="3666" actId="478"/>
          <ac:spMkLst>
            <pc:docMk/>
            <pc:sldMk cId="3892388951" sldId="294"/>
            <ac:spMk id="4" creationId="{88FAECC1-5B6B-45FD-B4A8-F7ABD896C18D}"/>
          </ac:spMkLst>
        </pc:spChg>
        <pc:spChg chg="del mod">
          <ac:chgData name="Nguyen Ngoc Mai" userId="dfc6f54c-73bd-4aa0-a81f-6a6f4a826fac" providerId="ADAL" clId="{A04796C7-7575-4E88-BDC1-AB72FDFCD8C4}" dt="2024-10-27T03:42:14.481" v="3666" actId="478"/>
          <ac:spMkLst>
            <pc:docMk/>
            <pc:sldMk cId="3892388951" sldId="294"/>
            <ac:spMk id="5" creationId="{80D7E3E1-6945-4F9B-83BD-77541B69905D}"/>
          </ac:spMkLst>
        </pc:spChg>
        <pc:spChg chg="del mod">
          <ac:chgData name="Nguyen Ngoc Mai" userId="dfc6f54c-73bd-4aa0-a81f-6a6f4a826fac" providerId="ADAL" clId="{A04796C7-7575-4E88-BDC1-AB72FDFCD8C4}" dt="2024-10-27T03:42:14.481" v="3666" actId="478"/>
          <ac:spMkLst>
            <pc:docMk/>
            <pc:sldMk cId="3892388951" sldId="294"/>
            <ac:spMk id="6" creationId="{E03BEC0E-0BFD-4334-A5FB-044BDAA5CD5C}"/>
          </ac:spMkLst>
        </pc:spChg>
        <pc:spChg chg="del mod">
          <ac:chgData name="Nguyen Ngoc Mai" userId="dfc6f54c-73bd-4aa0-a81f-6a6f4a826fac" providerId="ADAL" clId="{A04796C7-7575-4E88-BDC1-AB72FDFCD8C4}" dt="2024-10-27T03:42:14.481" v="3666" actId="478"/>
          <ac:spMkLst>
            <pc:docMk/>
            <pc:sldMk cId="3892388951" sldId="294"/>
            <ac:spMk id="7" creationId="{54AEEDFB-C8A3-484A-BCDE-86A2B3B1C25F}"/>
          </ac:spMkLst>
        </pc:spChg>
        <pc:spChg chg="del mod">
          <ac:chgData name="Nguyen Ngoc Mai" userId="dfc6f54c-73bd-4aa0-a81f-6a6f4a826fac" providerId="ADAL" clId="{A04796C7-7575-4E88-BDC1-AB72FDFCD8C4}" dt="2024-10-27T03:42:14.481" v="3666" actId="478"/>
          <ac:spMkLst>
            <pc:docMk/>
            <pc:sldMk cId="3892388951" sldId="294"/>
            <ac:spMk id="8" creationId="{CE97F695-1380-4EC9-96B1-A3C3FD2BC557}"/>
          </ac:spMkLst>
        </pc:spChg>
        <pc:spChg chg="del mod">
          <ac:chgData name="Nguyen Ngoc Mai" userId="dfc6f54c-73bd-4aa0-a81f-6a6f4a826fac" providerId="ADAL" clId="{A04796C7-7575-4E88-BDC1-AB72FDFCD8C4}" dt="2024-10-27T03:42:14.481" v="3666" actId="478"/>
          <ac:spMkLst>
            <pc:docMk/>
            <pc:sldMk cId="3892388951" sldId="294"/>
            <ac:spMk id="9" creationId="{E02DF4D0-5AC7-4CEF-B079-254FCB5A9006}"/>
          </ac:spMkLst>
        </pc:spChg>
        <pc:spChg chg="del mod">
          <ac:chgData name="Nguyen Ngoc Mai" userId="dfc6f54c-73bd-4aa0-a81f-6a6f4a826fac" providerId="ADAL" clId="{A04796C7-7575-4E88-BDC1-AB72FDFCD8C4}" dt="2024-10-27T03:42:14.481" v="3666" actId="478"/>
          <ac:spMkLst>
            <pc:docMk/>
            <pc:sldMk cId="3892388951" sldId="294"/>
            <ac:spMk id="10" creationId="{ADBCBE57-0646-4E69-86FC-F3D93E3C9848}"/>
          </ac:spMkLst>
        </pc:spChg>
        <pc:spChg chg="del mod">
          <ac:chgData name="Nguyen Ngoc Mai" userId="dfc6f54c-73bd-4aa0-a81f-6a6f4a826fac" providerId="ADAL" clId="{A04796C7-7575-4E88-BDC1-AB72FDFCD8C4}" dt="2024-10-27T03:42:14.481" v="3666" actId="478"/>
          <ac:spMkLst>
            <pc:docMk/>
            <pc:sldMk cId="3892388951" sldId="294"/>
            <ac:spMk id="11" creationId="{E74F375A-3894-41B0-A3EE-D5F53DE9F098}"/>
          </ac:spMkLst>
        </pc:spChg>
        <pc:spChg chg="del topLvl">
          <ac:chgData name="Nguyen Ngoc Mai" userId="dfc6f54c-73bd-4aa0-a81f-6a6f4a826fac" providerId="ADAL" clId="{A04796C7-7575-4E88-BDC1-AB72FDFCD8C4}" dt="2024-10-27T03:43:22.811" v="3671" actId="478"/>
          <ac:spMkLst>
            <pc:docMk/>
            <pc:sldMk cId="3892388951" sldId="294"/>
            <ac:spMk id="13" creationId="{6AE17D99-0F9E-40A4-9426-FCA4799628B1}"/>
          </ac:spMkLst>
        </pc:spChg>
        <pc:spChg chg="add del mod topLvl">
          <ac:chgData name="Nguyen Ngoc Mai" userId="dfc6f54c-73bd-4aa0-a81f-6a6f4a826fac" providerId="ADAL" clId="{A04796C7-7575-4E88-BDC1-AB72FDFCD8C4}" dt="2024-10-27T04:10:44.682" v="4116" actId="1076"/>
          <ac:spMkLst>
            <pc:docMk/>
            <pc:sldMk cId="3892388951" sldId="294"/>
            <ac:spMk id="14" creationId="{1B2E1575-3770-493F-9010-F45F4520E2F6}"/>
          </ac:spMkLst>
        </pc:spChg>
        <pc:spChg chg="mod">
          <ac:chgData name="Nguyen Ngoc Mai" userId="dfc6f54c-73bd-4aa0-a81f-6a6f4a826fac" providerId="ADAL" clId="{A04796C7-7575-4E88-BDC1-AB72FDFCD8C4}" dt="2024-10-27T04:10:44.682" v="4116" actId="1076"/>
          <ac:spMkLst>
            <pc:docMk/>
            <pc:sldMk cId="3892388951" sldId="294"/>
            <ac:spMk id="30" creationId="{DDEB05E5-66C8-41BB-A516-EED1DB98FEC4}"/>
          </ac:spMkLst>
        </pc:spChg>
        <pc:spChg chg="mod">
          <ac:chgData name="Nguyen Ngoc Mai" userId="dfc6f54c-73bd-4aa0-a81f-6a6f4a826fac" providerId="ADAL" clId="{A04796C7-7575-4E88-BDC1-AB72FDFCD8C4}" dt="2024-10-27T03:42:12.191" v="3665" actId="1076"/>
          <ac:spMkLst>
            <pc:docMk/>
            <pc:sldMk cId="3892388951" sldId="294"/>
            <ac:spMk id="31" creationId="{F6591F3F-A33C-4F63-AAC3-524AB168A08A}"/>
          </ac:spMkLst>
        </pc:spChg>
        <pc:spChg chg="mod">
          <ac:chgData name="Nguyen Ngoc Mai" userId="dfc6f54c-73bd-4aa0-a81f-6a6f4a826fac" providerId="ADAL" clId="{A04796C7-7575-4E88-BDC1-AB72FDFCD8C4}" dt="2024-10-27T03:48:41.183" v="3725" actId="1076"/>
          <ac:spMkLst>
            <pc:docMk/>
            <pc:sldMk cId="3892388951" sldId="294"/>
            <ac:spMk id="32" creationId="{3D7B6CF2-B281-4D32-8EE4-10442D3E6032}"/>
          </ac:spMkLst>
        </pc:spChg>
        <pc:spChg chg="mod">
          <ac:chgData name="Nguyen Ngoc Mai" userId="dfc6f54c-73bd-4aa0-a81f-6a6f4a826fac" providerId="ADAL" clId="{A04796C7-7575-4E88-BDC1-AB72FDFCD8C4}" dt="2024-10-27T03:54:18.683" v="3883" actId="1076"/>
          <ac:spMkLst>
            <pc:docMk/>
            <pc:sldMk cId="3892388951" sldId="294"/>
            <ac:spMk id="33" creationId="{C9C761E1-3AEF-4A43-8AE5-A75D8216E275}"/>
          </ac:spMkLst>
        </pc:spChg>
        <pc:spChg chg="mod">
          <ac:chgData name="Nguyen Ngoc Mai" userId="dfc6f54c-73bd-4aa0-a81f-6a6f4a826fac" providerId="ADAL" clId="{A04796C7-7575-4E88-BDC1-AB72FDFCD8C4}" dt="2024-10-27T03:41:59.191" v="3661" actId="1076"/>
          <ac:spMkLst>
            <pc:docMk/>
            <pc:sldMk cId="3892388951" sldId="294"/>
            <ac:spMk id="34" creationId="{711B747D-D7B5-45F3-AC73-50C1519A37DC}"/>
          </ac:spMkLst>
        </pc:spChg>
        <pc:spChg chg="add mod">
          <ac:chgData name="Nguyen Ngoc Mai" userId="dfc6f54c-73bd-4aa0-a81f-6a6f4a826fac" providerId="ADAL" clId="{A04796C7-7575-4E88-BDC1-AB72FDFCD8C4}" dt="2024-10-27T03:44:59.403" v="3690" actId="1076"/>
          <ac:spMkLst>
            <pc:docMk/>
            <pc:sldMk cId="3892388951" sldId="294"/>
            <ac:spMk id="35" creationId="{2794BCBF-AAD6-7759-053A-DE6E1CDED7EF}"/>
          </ac:spMkLst>
        </pc:spChg>
        <pc:spChg chg="add mod">
          <ac:chgData name="Nguyen Ngoc Mai" userId="dfc6f54c-73bd-4aa0-a81f-6a6f4a826fac" providerId="ADAL" clId="{A04796C7-7575-4E88-BDC1-AB72FDFCD8C4}" dt="2024-10-27T03:49:57.219" v="3742" actId="255"/>
          <ac:spMkLst>
            <pc:docMk/>
            <pc:sldMk cId="3892388951" sldId="294"/>
            <ac:spMk id="36" creationId="{CAD468D8-54D5-2B78-EB8F-EC8A0B788360}"/>
          </ac:spMkLst>
        </pc:spChg>
        <pc:spChg chg="add mod">
          <ac:chgData name="Nguyen Ngoc Mai" userId="dfc6f54c-73bd-4aa0-a81f-6a6f4a826fac" providerId="ADAL" clId="{A04796C7-7575-4E88-BDC1-AB72FDFCD8C4}" dt="2024-10-27T04:11:11.591" v="4122" actId="948"/>
          <ac:spMkLst>
            <pc:docMk/>
            <pc:sldMk cId="3892388951" sldId="294"/>
            <ac:spMk id="37" creationId="{BED3A503-1713-2858-067D-22B7215B8C20}"/>
          </ac:spMkLst>
        </pc:spChg>
        <pc:spChg chg="add mod">
          <ac:chgData name="Nguyen Ngoc Mai" userId="dfc6f54c-73bd-4aa0-a81f-6a6f4a826fac" providerId="ADAL" clId="{A04796C7-7575-4E88-BDC1-AB72FDFCD8C4}" dt="2024-10-27T03:48:48.036" v="3729" actId="20577"/>
          <ac:spMkLst>
            <pc:docMk/>
            <pc:sldMk cId="3892388951" sldId="294"/>
            <ac:spMk id="38" creationId="{75BB24A1-F93E-8BF5-912C-5804880BBC08}"/>
          </ac:spMkLst>
        </pc:spChg>
        <pc:spChg chg="add mod">
          <ac:chgData name="Nguyen Ngoc Mai" userId="dfc6f54c-73bd-4aa0-a81f-6a6f4a826fac" providerId="ADAL" clId="{A04796C7-7575-4E88-BDC1-AB72FDFCD8C4}" dt="2024-10-27T03:50:17.031" v="3761" actId="1076"/>
          <ac:spMkLst>
            <pc:docMk/>
            <pc:sldMk cId="3892388951" sldId="294"/>
            <ac:spMk id="39" creationId="{C056871F-9E66-2EF8-CAB2-22DA1B44E17C}"/>
          </ac:spMkLst>
        </pc:spChg>
        <pc:spChg chg="add mod">
          <ac:chgData name="Nguyen Ngoc Mai" userId="dfc6f54c-73bd-4aa0-a81f-6a6f4a826fac" providerId="ADAL" clId="{A04796C7-7575-4E88-BDC1-AB72FDFCD8C4}" dt="2024-10-27T03:49:36.964" v="3732"/>
          <ac:spMkLst>
            <pc:docMk/>
            <pc:sldMk cId="3892388951" sldId="294"/>
            <ac:spMk id="40" creationId="{F3B15159-E569-8818-CCE4-34996DFF4DC7}"/>
          </ac:spMkLst>
        </pc:spChg>
        <pc:spChg chg="add mod">
          <ac:chgData name="Nguyen Ngoc Mai" userId="dfc6f54c-73bd-4aa0-a81f-6a6f4a826fac" providerId="ADAL" clId="{A04796C7-7575-4E88-BDC1-AB72FDFCD8C4}" dt="2024-10-27T04:11:32.122" v="4123" actId="114"/>
          <ac:spMkLst>
            <pc:docMk/>
            <pc:sldMk cId="3892388951" sldId="294"/>
            <ac:spMk id="42" creationId="{EAF9C311-727D-52CB-9875-65590756C63D}"/>
          </ac:spMkLst>
        </pc:spChg>
        <pc:spChg chg="add mod">
          <ac:chgData name="Nguyen Ngoc Mai" userId="dfc6f54c-73bd-4aa0-a81f-6a6f4a826fac" providerId="ADAL" clId="{A04796C7-7575-4E88-BDC1-AB72FDFCD8C4}" dt="2024-10-27T03:55:22.772" v="3908" actId="1076"/>
          <ac:spMkLst>
            <pc:docMk/>
            <pc:sldMk cId="3892388951" sldId="294"/>
            <ac:spMk id="44" creationId="{0A38B6E7-654B-8A69-1F0E-FB58BD1592A2}"/>
          </ac:spMkLst>
        </pc:spChg>
        <pc:spChg chg="add mod">
          <ac:chgData name="Nguyen Ngoc Mai" userId="dfc6f54c-73bd-4aa0-a81f-6a6f4a826fac" providerId="ADAL" clId="{A04796C7-7575-4E88-BDC1-AB72FDFCD8C4}" dt="2024-10-27T03:55:47.023" v="3913" actId="1076"/>
          <ac:spMkLst>
            <pc:docMk/>
            <pc:sldMk cId="3892388951" sldId="294"/>
            <ac:spMk id="46" creationId="{144976BF-CB84-B6F3-B954-49ED417B34A3}"/>
          </ac:spMkLst>
        </pc:spChg>
        <pc:grpChg chg="del mod">
          <ac:chgData name="Nguyen Ngoc Mai" userId="dfc6f54c-73bd-4aa0-a81f-6a6f4a826fac" providerId="ADAL" clId="{A04796C7-7575-4E88-BDC1-AB72FDFCD8C4}" dt="2024-10-27T03:43:22.811" v="3671" actId="478"/>
          <ac:grpSpMkLst>
            <pc:docMk/>
            <pc:sldMk cId="3892388951" sldId="294"/>
            <ac:grpSpMk id="12" creationId="{DE42D3FD-9683-4113-BE8E-F03991C4BDE1}"/>
          </ac:grpSpMkLst>
        </pc:grpChg>
        <pc:grpChg chg="del mod">
          <ac:chgData name="Nguyen Ngoc Mai" userId="dfc6f54c-73bd-4aa0-a81f-6a6f4a826fac" providerId="ADAL" clId="{A04796C7-7575-4E88-BDC1-AB72FDFCD8C4}" dt="2024-10-27T03:44:54.342" v="3687" actId="478"/>
          <ac:grpSpMkLst>
            <pc:docMk/>
            <pc:sldMk cId="3892388951" sldId="294"/>
            <ac:grpSpMk id="15" creationId="{BD2E47B7-F12A-4B86-A285-96F8F7F3B086}"/>
          </ac:grpSpMkLst>
        </pc:grpChg>
        <pc:grpChg chg="del mod">
          <ac:chgData name="Nguyen Ngoc Mai" userId="dfc6f54c-73bd-4aa0-a81f-6a6f4a826fac" providerId="ADAL" clId="{A04796C7-7575-4E88-BDC1-AB72FDFCD8C4}" dt="2024-10-27T03:44:54.342" v="3687" actId="478"/>
          <ac:grpSpMkLst>
            <pc:docMk/>
            <pc:sldMk cId="3892388951" sldId="294"/>
            <ac:grpSpMk id="18" creationId="{4DDDF352-1752-4A0D-91F7-BB2DC45A2926}"/>
          </ac:grpSpMkLst>
        </pc:grpChg>
        <pc:grpChg chg="del mod">
          <ac:chgData name="Nguyen Ngoc Mai" userId="dfc6f54c-73bd-4aa0-a81f-6a6f4a826fac" providerId="ADAL" clId="{A04796C7-7575-4E88-BDC1-AB72FDFCD8C4}" dt="2024-10-27T03:44:54.342" v="3687" actId="478"/>
          <ac:grpSpMkLst>
            <pc:docMk/>
            <pc:sldMk cId="3892388951" sldId="294"/>
            <ac:grpSpMk id="21" creationId="{61863926-715C-46B2-B291-651882D3D7AE}"/>
          </ac:grpSpMkLst>
        </pc:grpChg>
        <pc:grpChg chg="del mod">
          <ac:chgData name="Nguyen Ngoc Mai" userId="dfc6f54c-73bd-4aa0-a81f-6a6f4a826fac" providerId="ADAL" clId="{A04796C7-7575-4E88-BDC1-AB72FDFCD8C4}" dt="2024-10-27T03:42:14.481" v="3666" actId="478"/>
          <ac:grpSpMkLst>
            <pc:docMk/>
            <pc:sldMk cId="3892388951" sldId="294"/>
            <ac:grpSpMk id="24" creationId="{E7FC9106-C6BE-4D6C-AB40-39574FECD5A3}"/>
          </ac:grpSpMkLst>
        </pc:grpChg>
        <pc:grpChg chg="del">
          <ac:chgData name="Nguyen Ngoc Mai" userId="dfc6f54c-73bd-4aa0-a81f-6a6f4a826fac" providerId="ADAL" clId="{A04796C7-7575-4E88-BDC1-AB72FDFCD8C4}" dt="2024-10-27T03:42:00.810" v="3662" actId="478"/>
          <ac:grpSpMkLst>
            <pc:docMk/>
            <pc:sldMk cId="3892388951" sldId="294"/>
            <ac:grpSpMk id="27" creationId="{4B5A2968-884C-4592-85FD-BE9DFC1E364A}"/>
          </ac:grpSpMkLst>
        </pc:grpChg>
      </pc:sldChg>
      <pc:sldChg chg="addSp delSp modSp del mod ord setBg">
        <pc:chgData name="Nguyen Ngoc Mai" userId="dfc6f54c-73bd-4aa0-a81f-6a6f4a826fac" providerId="ADAL" clId="{A04796C7-7575-4E88-BDC1-AB72FDFCD8C4}" dt="2024-10-27T03:19:37.096" v="2880" actId="2696"/>
        <pc:sldMkLst>
          <pc:docMk/>
          <pc:sldMk cId="3053389407" sldId="295"/>
        </pc:sldMkLst>
        <pc:spChg chg="del">
          <ac:chgData name="Nguyen Ngoc Mai" userId="dfc6f54c-73bd-4aa0-a81f-6a6f4a826fac" providerId="ADAL" clId="{A04796C7-7575-4E88-BDC1-AB72FDFCD8C4}" dt="2024-10-27T03:17:22.147" v="2849" actId="478"/>
          <ac:spMkLst>
            <pc:docMk/>
            <pc:sldMk cId="3053389407" sldId="295"/>
            <ac:spMk id="28" creationId="{39DD1CB1-0F78-4A7E-A323-A3F692647AA8}"/>
          </ac:spMkLst>
        </pc:spChg>
        <pc:spChg chg="del">
          <ac:chgData name="Nguyen Ngoc Mai" userId="dfc6f54c-73bd-4aa0-a81f-6a6f4a826fac" providerId="ADAL" clId="{A04796C7-7575-4E88-BDC1-AB72FDFCD8C4}" dt="2024-10-27T03:17:22.147" v="2849" actId="478"/>
          <ac:spMkLst>
            <pc:docMk/>
            <pc:sldMk cId="3053389407" sldId="295"/>
            <ac:spMk id="29" creationId="{F0AC6CFE-6B78-4540-85C1-4E6970019B31}"/>
          </ac:spMkLst>
        </pc:spChg>
        <pc:spChg chg="del">
          <ac:chgData name="Nguyen Ngoc Mai" userId="dfc6f54c-73bd-4aa0-a81f-6a6f4a826fac" providerId="ADAL" clId="{A04796C7-7575-4E88-BDC1-AB72FDFCD8C4}" dt="2024-10-27T03:17:22.147" v="2849" actId="478"/>
          <ac:spMkLst>
            <pc:docMk/>
            <pc:sldMk cId="3053389407" sldId="295"/>
            <ac:spMk id="30" creationId="{E6746E3C-A82C-4E9D-98BF-2BAA8F3493D6}"/>
          </ac:spMkLst>
        </pc:spChg>
        <pc:spChg chg="del">
          <ac:chgData name="Nguyen Ngoc Mai" userId="dfc6f54c-73bd-4aa0-a81f-6a6f4a826fac" providerId="ADAL" clId="{A04796C7-7575-4E88-BDC1-AB72FDFCD8C4}" dt="2024-10-27T03:17:22.147" v="2849" actId="478"/>
          <ac:spMkLst>
            <pc:docMk/>
            <pc:sldMk cId="3053389407" sldId="295"/>
            <ac:spMk id="32" creationId="{74DECAC1-7F0E-411E-846E-372B5672405E}"/>
          </ac:spMkLst>
        </pc:spChg>
        <pc:spChg chg="del">
          <ac:chgData name="Nguyen Ngoc Mai" userId="dfc6f54c-73bd-4aa0-a81f-6a6f4a826fac" providerId="ADAL" clId="{A04796C7-7575-4E88-BDC1-AB72FDFCD8C4}" dt="2024-10-27T03:17:22.147" v="2849" actId="478"/>
          <ac:spMkLst>
            <pc:docMk/>
            <pc:sldMk cId="3053389407" sldId="295"/>
            <ac:spMk id="33" creationId="{040780A3-C533-4E33-80F6-549AB210EC1A}"/>
          </ac:spMkLst>
        </pc:spChg>
        <pc:spChg chg="del">
          <ac:chgData name="Nguyen Ngoc Mai" userId="dfc6f54c-73bd-4aa0-a81f-6a6f4a826fac" providerId="ADAL" clId="{A04796C7-7575-4E88-BDC1-AB72FDFCD8C4}" dt="2024-10-27T03:17:22.147" v="2849" actId="478"/>
          <ac:spMkLst>
            <pc:docMk/>
            <pc:sldMk cId="3053389407" sldId="295"/>
            <ac:spMk id="34" creationId="{15C278E5-F5CB-4B0C-BF3C-210E24BFCFFA}"/>
          </ac:spMkLst>
        </pc:spChg>
        <pc:spChg chg="del">
          <ac:chgData name="Nguyen Ngoc Mai" userId="dfc6f54c-73bd-4aa0-a81f-6a6f4a826fac" providerId="ADAL" clId="{A04796C7-7575-4E88-BDC1-AB72FDFCD8C4}" dt="2024-10-27T03:17:22.147" v="2849" actId="478"/>
          <ac:spMkLst>
            <pc:docMk/>
            <pc:sldMk cId="3053389407" sldId="295"/>
            <ac:spMk id="36" creationId="{EE26EA4F-C884-4483-BD27-5158E2C45D6A}"/>
          </ac:spMkLst>
        </pc:spChg>
        <pc:spChg chg="del">
          <ac:chgData name="Nguyen Ngoc Mai" userId="dfc6f54c-73bd-4aa0-a81f-6a6f4a826fac" providerId="ADAL" clId="{A04796C7-7575-4E88-BDC1-AB72FDFCD8C4}" dt="2024-10-27T03:17:22.147" v="2849" actId="478"/>
          <ac:spMkLst>
            <pc:docMk/>
            <pc:sldMk cId="3053389407" sldId="295"/>
            <ac:spMk id="37" creationId="{4F8F2436-1E4F-407E-AA38-37278A048F06}"/>
          </ac:spMkLst>
        </pc:spChg>
        <pc:spChg chg="del">
          <ac:chgData name="Nguyen Ngoc Mai" userId="dfc6f54c-73bd-4aa0-a81f-6a6f4a826fac" providerId="ADAL" clId="{A04796C7-7575-4E88-BDC1-AB72FDFCD8C4}" dt="2024-10-27T03:17:19.143" v="2848" actId="478"/>
          <ac:spMkLst>
            <pc:docMk/>
            <pc:sldMk cId="3053389407" sldId="295"/>
            <ac:spMk id="38" creationId="{58389F78-3278-4239-92F6-7795EA203D81}"/>
          </ac:spMkLst>
        </pc:spChg>
        <pc:spChg chg="mod">
          <ac:chgData name="Nguyen Ngoc Mai" userId="dfc6f54c-73bd-4aa0-a81f-6a6f4a826fac" providerId="ADAL" clId="{A04796C7-7575-4E88-BDC1-AB72FDFCD8C4}" dt="2024-10-27T03:18:13.012" v="2863" actId="26606"/>
          <ac:spMkLst>
            <pc:docMk/>
            <pc:sldMk cId="3053389407" sldId="295"/>
            <ac:spMk id="40" creationId="{58D148F5-5792-4D4A-858E-9F4D78F1D348}"/>
          </ac:spMkLst>
        </pc:spChg>
        <pc:spChg chg="add del">
          <ac:chgData name="Nguyen Ngoc Mai" userId="dfc6f54c-73bd-4aa0-a81f-6a6f4a826fac" providerId="ADAL" clId="{A04796C7-7575-4E88-BDC1-AB72FDFCD8C4}" dt="2024-10-27T03:18:06.062" v="2852" actId="26606"/>
          <ac:spMkLst>
            <pc:docMk/>
            <pc:sldMk cId="3053389407" sldId="295"/>
            <ac:spMk id="45" creationId="{BCED4D40-4B67-4331-AC48-79B82B4A47D8}"/>
          </ac:spMkLst>
        </pc:spChg>
        <pc:spChg chg="add del">
          <ac:chgData name="Nguyen Ngoc Mai" userId="dfc6f54c-73bd-4aa0-a81f-6a6f4a826fac" providerId="ADAL" clId="{A04796C7-7575-4E88-BDC1-AB72FDFCD8C4}" dt="2024-10-27T03:18:06.062" v="2852" actId="26606"/>
          <ac:spMkLst>
            <pc:docMk/>
            <pc:sldMk cId="3053389407" sldId="295"/>
            <ac:spMk id="47" creationId="{670CEDEF-4F34-412E-84EE-329C1E936AF5}"/>
          </ac:spMkLst>
        </pc:spChg>
        <pc:spChg chg="add del">
          <ac:chgData name="Nguyen Ngoc Mai" userId="dfc6f54c-73bd-4aa0-a81f-6a6f4a826fac" providerId="ADAL" clId="{A04796C7-7575-4E88-BDC1-AB72FDFCD8C4}" dt="2024-10-27T03:18:07.526" v="2854" actId="26606"/>
          <ac:spMkLst>
            <pc:docMk/>
            <pc:sldMk cId="3053389407" sldId="295"/>
            <ac:spMk id="49" creationId="{A4AC5506-6312-4701-8D3C-40187889A947}"/>
          </ac:spMkLst>
        </pc:spChg>
        <pc:spChg chg="add del">
          <ac:chgData name="Nguyen Ngoc Mai" userId="dfc6f54c-73bd-4aa0-a81f-6a6f4a826fac" providerId="ADAL" clId="{A04796C7-7575-4E88-BDC1-AB72FDFCD8C4}" dt="2024-10-27T03:18:08.372" v="2856" actId="26606"/>
          <ac:spMkLst>
            <pc:docMk/>
            <pc:sldMk cId="3053389407" sldId="295"/>
            <ac:spMk id="51" creationId="{D4771268-CB57-404A-9271-370EB28F6090}"/>
          </ac:spMkLst>
        </pc:spChg>
        <pc:spChg chg="add del">
          <ac:chgData name="Nguyen Ngoc Mai" userId="dfc6f54c-73bd-4aa0-a81f-6a6f4a826fac" providerId="ADAL" clId="{A04796C7-7575-4E88-BDC1-AB72FDFCD8C4}" dt="2024-10-27T03:18:09.552" v="2858" actId="26606"/>
          <ac:spMkLst>
            <pc:docMk/>
            <pc:sldMk cId="3053389407" sldId="295"/>
            <ac:spMk id="53" creationId="{A4AC5506-6312-4701-8D3C-40187889A947}"/>
          </ac:spMkLst>
        </pc:spChg>
        <pc:spChg chg="add del">
          <ac:chgData name="Nguyen Ngoc Mai" userId="dfc6f54c-73bd-4aa0-a81f-6a6f4a826fac" providerId="ADAL" clId="{A04796C7-7575-4E88-BDC1-AB72FDFCD8C4}" dt="2024-10-27T03:18:11.332" v="2860" actId="26606"/>
          <ac:spMkLst>
            <pc:docMk/>
            <pc:sldMk cId="3053389407" sldId="295"/>
            <ac:spMk id="55" creationId="{D4771268-CB57-404A-9271-370EB28F6090}"/>
          </ac:spMkLst>
        </pc:spChg>
        <pc:spChg chg="add del">
          <ac:chgData name="Nguyen Ngoc Mai" userId="dfc6f54c-73bd-4aa0-a81f-6a6f4a826fac" providerId="ADAL" clId="{A04796C7-7575-4E88-BDC1-AB72FDFCD8C4}" dt="2024-10-27T03:18:12.997" v="2862" actId="26606"/>
          <ac:spMkLst>
            <pc:docMk/>
            <pc:sldMk cId="3053389407" sldId="295"/>
            <ac:spMk id="57" creationId="{BCED4D40-4B67-4331-AC48-79B82B4A47D8}"/>
          </ac:spMkLst>
        </pc:spChg>
        <pc:spChg chg="add del">
          <ac:chgData name="Nguyen Ngoc Mai" userId="dfc6f54c-73bd-4aa0-a81f-6a6f4a826fac" providerId="ADAL" clId="{A04796C7-7575-4E88-BDC1-AB72FDFCD8C4}" dt="2024-10-27T03:18:12.997" v="2862" actId="26606"/>
          <ac:spMkLst>
            <pc:docMk/>
            <pc:sldMk cId="3053389407" sldId="295"/>
            <ac:spMk id="58" creationId="{670CEDEF-4F34-412E-84EE-329C1E936AF5}"/>
          </ac:spMkLst>
        </pc:spChg>
        <pc:spChg chg="add">
          <ac:chgData name="Nguyen Ngoc Mai" userId="dfc6f54c-73bd-4aa0-a81f-6a6f4a826fac" providerId="ADAL" clId="{A04796C7-7575-4E88-BDC1-AB72FDFCD8C4}" dt="2024-10-27T03:18:13.012" v="2863" actId="26606"/>
          <ac:spMkLst>
            <pc:docMk/>
            <pc:sldMk cId="3053389407" sldId="295"/>
            <ac:spMk id="60" creationId="{BCED4D40-4B67-4331-AC48-79B82B4A47D8}"/>
          </ac:spMkLst>
        </pc:spChg>
        <pc:spChg chg="add">
          <ac:chgData name="Nguyen Ngoc Mai" userId="dfc6f54c-73bd-4aa0-a81f-6a6f4a826fac" providerId="ADAL" clId="{A04796C7-7575-4E88-BDC1-AB72FDFCD8C4}" dt="2024-10-27T03:18:13.012" v="2863" actId="26606"/>
          <ac:spMkLst>
            <pc:docMk/>
            <pc:sldMk cId="3053389407" sldId="295"/>
            <ac:spMk id="61" creationId="{670CEDEF-4F34-412E-84EE-329C1E936AF5}"/>
          </ac:spMkLst>
        </pc:spChg>
        <pc:grpChg chg="del">
          <ac:chgData name="Nguyen Ngoc Mai" userId="dfc6f54c-73bd-4aa0-a81f-6a6f4a826fac" providerId="ADAL" clId="{A04796C7-7575-4E88-BDC1-AB72FDFCD8C4}" dt="2024-10-27T03:17:14.752" v="2847" actId="478"/>
          <ac:grpSpMkLst>
            <pc:docMk/>
            <pc:sldMk cId="3053389407" sldId="295"/>
            <ac:grpSpMk id="3" creationId="{D8C1AD75-2D1A-4742-8C19-9784944F24E9}"/>
          </ac:grpSpMkLst>
        </pc:grpChg>
        <pc:grpChg chg="del">
          <ac:chgData name="Nguyen Ngoc Mai" userId="dfc6f54c-73bd-4aa0-a81f-6a6f4a826fac" providerId="ADAL" clId="{A04796C7-7575-4E88-BDC1-AB72FDFCD8C4}" dt="2024-10-27T03:17:19.143" v="2848" actId="478"/>
          <ac:grpSpMkLst>
            <pc:docMk/>
            <pc:sldMk cId="3053389407" sldId="295"/>
            <ac:grpSpMk id="6" creationId="{18DC7A5F-E08B-4539-8F2B-009D6A6BF3E1}"/>
          </ac:grpSpMkLst>
        </pc:grpChg>
        <pc:grpChg chg="del">
          <ac:chgData name="Nguyen Ngoc Mai" userId="dfc6f54c-73bd-4aa0-a81f-6a6f4a826fac" providerId="ADAL" clId="{A04796C7-7575-4E88-BDC1-AB72FDFCD8C4}" dt="2024-10-27T03:17:14.752" v="2847" actId="478"/>
          <ac:grpSpMkLst>
            <pc:docMk/>
            <pc:sldMk cId="3053389407" sldId="295"/>
            <ac:grpSpMk id="9" creationId="{42F89DBD-193D-4DF5-A929-8EA37FFBE2D1}"/>
          </ac:grpSpMkLst>
        </pc:grpChg>
        <pc:grpChg chg="del">
          <ac:chgData name="Nguyen Ngoc Mai" userId="dfc6f54c-73bd-4aa0-a81f-6a6f4a826fac" providerId="ADAL" clId="{A04796C7-7575-4E88-BDC1-AB72FDFCD8C4}" dt="2024-10-27T03:17:19.143" v="2848" actId="478"/>
          <ac:grpSpMkLst>
            <pc:docMk/>
            <pc:sldMk cId="3053389407" sldId="295"/>
            <ac:grpSpMk id="12" creationId="{A224EB5A-BAE1-4DED-BA8F-C2B9CD79AB02}"/>
          </ac:grpSpMkLst>
        </pc:grpChg>
        <pc:grpChg chg="del">
          <ac:chgData name="Nguyen Ngoc Mai" userId="dfc6f54c-73bd-4aa0-a81f-6a6f4a826fac" providerId="ADAL" clId="{A04796C7-7575-4E88-BDC1-AB72FDFCD8C4}" dt="2024-10-27T03:17:14.752" v="2847" actId="478"/>
          <ac:grpSpMkLst>
            <pc:docMk/>
            <pc:sldMk cId="3053389407" sldId="295"/>
            <ac:grpSpMk id="15" creationId="{D590009E-5078-4D5C-9934-A502F1C34B09}"/>
          </ac:grpSpMkLst>
        </pc:grpChg>
        <pc:grpChg chg="del">
          <ac:chgData name="Nguyen Ngoc Mai" userId="dfc6f54c-73bd-4aa0-a81f-6a6f4a826fac" providerId="ADAL" clId="{A04796C7-7575-4E88-BDC1-AB72FDFCD8C4}" dt="2024-10-27T03:17:19.143" v="2848" actId="478"/>
          <ac:grpSpMkLst>
            <pc:docMk/>
            <pc:sldMk cId="3053389407" sldId="295"/>
            <ac:grpSpMk id="18" creationId="{77CC758A-307E-45F6-BCA4-D24565ED4CA0}"/>
          </ac:grpSpMkLst>
        </pc:grpChg>
        <pc:grpChg chg="del">
          <ac:chgData name="Nguyen Ngoc Mai" userId="dfc6f54c-73bd-4aa0-a81f-6a6f4a826fac" providerId="ADAL" clId="{A04796C7-7575-4E88-BDC1-AB72FDFCD8C4}" dt="2024-10-27T03:17:12.042" v="2846" actId="478"/>
          <ac:grpSpMkLst>
            <pc:docMk/>
            <pc:sldMk cId="3053389407" sldId="295"/>
            <ac:grpSpMk id="41" creationId="{A760981A-D28D-43FE-B84E-4FDA3FA64C78}"/>
          </ac:grpSpMkLst>
        </pc:grpChg>
        <pc:graphicFrameChg chg="add mod modGraphic">
          <ac:chgData name="Nguyen Ngoc Mai" userId="dfc6f54c-73bd-4aa0-a81f-6a6f4a826fac" providerId="ADAL" clId="{A04796C7-7575-4E88-BDC1-AB72FDFCD8C4}" dt="2024-10-27T03:18:20.038" v="2864" actId="1076"/>
          <ac:graphicFrameMkLst>
            <pc:docMk/>
            <pc:sldMk cId="3053389407" sldId="295"/>
            <ac:graphicFrameMk id="2" creationId="{751535A0-7C07-7100-5C15-AD1860FEEBB8}"/>
          </ac:graphicFrameMkLst>
        </pc:graphicFrameChg>
      </pc:sldChg>
      <pc:sldChg chg="del">
        <pc:chgData name="Nguyen Ngoc Mai" userId="dfc6f54c-73bd-4aa0-a81f-6a6f4a826fac" providerId="ADAL" clId="{A04796C7-7575-4E88-BDC1-AB72FDFCD8C4}" dt="2024-10-27T04:08:30.377" v="4077" actId="2696"/>
        <pc:sldMkLst>
          <pc:docMk/>
          <pc:sldMk cId="1407207615" sldId="296"/>
        </pc:sldMkLst>
      </pc:sldChg>
      <pc:sldChg chg="del">
        <pc:chgData name="Nguyen Ngoc Mai" userId="dfc6f54c-73bd-4aa0-a81f-6a6f4a826fac" providerId="ADAL" clId="{A04796C7-7575-4E88-BDC1-AB72FDFCD8C4}" dt="2024-10-27T04:08:30.377" v="4077" actId="2696"/>
        <pc:sldMkLst>
          <pc:docMk/>
          <pc:sldMk cId="3626272075" sldId="297"/>
        </pc:sldMkLst>
      </pc:sldChg>
      <pc:sldChg chg="del">
        <pc:chgData name="Nguyen Ngoc Mai" userId="dfc6f54c-73bd-4aa0-a81f-6a6f4a826fac" providerId="ADAL" clId="{A04796C7-7575-4E88-BDC1-AB72FDFCD8C4}" dt="2024-10-27T04:08:30.377" v="4077" actId="2696"/>
        <pc:sldMkLst>
          <pc:docMk/>
          <pc:sldMk cId="245071667" sldId="298"/>
        </pc:sldMkLst>
      </pc:sldChg>
      <pc:sldChg chg="del">
        <pc:chgData name="Nguyen Ngoc Mai" userId="dfc6f54c-73bd-4aa0-a81f-6a6f4a826fac" providerId="ADAL" clId="{A04796C7-7575-4E88-BDC1-AB72FDFCD8C4}" dt="2024-10-27T04:08:30.377" v="4077" actId="2696"/>
        <pc:sldMkLst>
          <pc:docMk/>
          <pc:sldMk cId="895845495" sldId="299"/>
        </pc:sldMkLst>
      </pc:sldChg>
      <pc:sldChg chg="del">
        <pc:chgData name="Nguyen Ngoc Mai" userId="dfc6f54c-73bd-4aa0-a81f-6a6f4a826fac" providerId="ADAL" clId="{A04796C7-7575-4E88-BDC1-AB72FDFCD8C4}" dt="2024-10-27T04:08:30.377" v="4077" actId="2696"/>
        <pc:sldMkLst>
          <pc:docMk/>
          <pc:sldMk cId="4127914250" sldId="300"/>
        </pc:sldMkLst>
      </pc:sldChg>
      <pc:sldChg chg="del">
        <pc:chgData name="Nguyen Ngoc Mai" userId="dfc6f54c-73bd-4aa0-a81f-6a6f4a826fac" providerId="ADAL" clId="{A04796C7-7575-4E88-BDC1-AB72FDFCD8C4}" dt="2024-10-27T04:08:30.377" v="4077" actId="2696"/>
        <pc:sldMkLst>
          <pc:docMk/>
          <pc:sldMk cId="3440597297" sldId="301"/>
        </pc:sldMkLst>
      </pc:sldChg>
      <pc:sldChg chg="del">
        <pc:chgData name="Nguyen Ngoc Mai" userId="dfc6f54c-73bd-4aa0-a81f-6a6f4a826fac" providerId="ADAL" clId="{A04796C7-7575-4E88-BDC1-AB72FDFCD8C4}" dt="2024-10-27T04:08:30.377" v="4077" actId="2696"/>
        <pc:sldMkLst>
          <pc:docMk/>
          <pc:sldMk cId="50310172" sldId="302"/>
        </pc:sldMkLst>
      </pc:sldChg>
      <pc:sldChg chg="del">
        <pc:chgData name="Nguyen Ngoc Mai" userId="dfc6f54c-73bd-4aa0-a81f-6a6f4a826fac" providerId="ADAL" clId="{A04796C7-7575-4E88-BDC1-AB72FDFCD8C4}" dt="2024-10-27T04:08:30.377" v="4077" actId="2696"/>
        <pc:sldMkLst>
          <pc:docMk/>
          <pc:sldMk cId="1068695931" sldId="303"/>
        </pc:sldMkLst>
      </pc:sldChg>
      <pc:sldChg chg="del">
        <pc:chgData name="Nguyen Ngoc Mai" userId="dfc6f54c-73bd-4aa0-a81f-6a6f4a826fac" providerId="ADAL" clId="{A04796C7-7575-4E88-BDC1-AB72FDFCD8C4}" dt="2024-10-27T04:08:30.377" v="4077" actId="2696"/>
        <pc:sldMkLst>
          <pc:docMk/>
          <pc:sldMk cId="900734621" sldId="304"/>
        </pc:sldMkLst>
      </pc:sldChg>
      <pc:sldChg chg="del">
        <pc:chgData name="Nguyen Ngoc Mai" userId="dfc6f54c-73bd-4aa0-a81f-6a6f4a826fac" providerId="ADAL" clId="{A04796C7-7575-4E88-BDC1-AB72FDFCD8C4}" dt="2024-10-27T04:08:30.377" v="4077" actId="2696"/>
        <pc:sldMkLst>
          <pc:docMk/>
          <pc:sldMk cId="1829165006" sldId="329"/>
        </pc:sldMkLst>
      </pc:sldChg>
      <pc:sldChg chg="del">
        <pc:chgData name="Nguyen Ngoc Mai" userId="dfc6f54c-73bd-4aa0-a81f-6a6f4a826fac" providerId="ADAL" clId="{A04796C7-7575-4E88-BDC1-AB72FDFCD8C4}" dt="2024-10-27T04:08:30.377" v="4077" actId="2696"/>
        <pc:sldMkLst>
          <pc:docMk/>
          <pc:sldMk cId="3398728431" sldId="330"/>
        </pc:sldMkLst>
      </pc:sldChg>
      <pc:sldChg chg="del">
        <pc:chgData name="Nguyen Ngoc Mai" userId="dfc6f54c-73bd-4aa0-a81f-6a6f4a826fac" providerId="ADAL" clId="{A04796C7-7575-4E88-BDC1-AB72FDFCD8C4}" dt="2024-10-27T04:08:30.377" v="4077" actId="2696"/>
        <pc:sldMkLst>
          <pc:docMk/>
          <pc:sldMk cId="3642726110" sldId="331"/>
        </pc:sldMkLst>
      </pc:sldChg>
      <pc:sldChg chg="del">
        <pc:chgData name="Nguyen Ngoc Mai" userId="dfc6f54c-73bd-4aa0-a81f-6a6f4a826fac" providerId="ADAL" clId="{A04796C7-7575-4E88-BDC1-AB72FDFCD8C4}" dt="2024-10-27T04:08:30.377" v="4077" actId="2696"/>
        <pc:sldMkLst>
          <pc:docMk/>
          <pc:sldMk cId="2416481926" sldId="332"/>
        </pc:sldMkLst>
      </pc:sldChg>
      <pc:sldChg chg="del">
        <pc:chgData name="Nguyen Ngoc Mai" userId="dfc6f54c-73bd-4aa0-a81f-6a6f4a826fac" providerId="ADAL" clId="{A04796C7-7575-4E88-BDC1-AB72FDFCD8C4}" dt="2024-10-27T04:08:30.377" v="4077" actId="2696"/>
        <pc:sldMkLst>
          <pc:docMk/>
          <pc:sldMk cId="1141999265" sldId="333"/>
        </pc:sldMkLst>
      </pc:sldChg>
      <pc:sldChg chg="del">
        <pc:chgData name="Nguyen Ngoc Mai" userId="dfc6f54c-73bd-4aa0-a81f-6a6f4a826fac" providerId="ADAL" clId="{A04796C7-7575-4E88-BDC1-AB72FDFCD8C4}" dt="2024-10-27T04:08:30.377" v="4077" actId="2696"/>
        <pc:sldMkLst>
          <pc:docMk/>
          <pc:sldMk cId="182968773" sldId="334"/>
        </pc:sldMkLst>
      </pc:sldChg>
      <pc:sldChg chg="del">
        <pc:chgData name="Nguyen Ngoc Mai" userId="dfc6f54c-73bd-4aa0-a81f-6a6f4a826fac" providerId="ADAL" clId="{A04796C7-7575-4E88-BDC1-AB72FDFCD8C4}" dt="2024-10-27T04:08:30.377" v="4077" actId="2696"/>
        <pc:sldMkLst>
          <pc:docMk/>
          <pc:sldMk cId="386913523" sldId="335"/>
        </pc:sldMkLst>
      </pc:sldChg>
      <pc:sldChg chg="add del">
        <pc:chgData name="Nguyen Ngoc Mai" userId="dfc6f54c-73bd-4aa0-a81f-6a6f4a826fac" providerId="ADAL" clId="{A04796C7-7575-4E88-BDC1-AB72FDFCD8C4}" dt="2024-10-27T04:08:30.377" v="4077" actId="2696"/>
        <pc:sldMkLst>
          <pc:docMk/>
          <pc:sldMk cId="3517058597" sldId="336"/>
        </pc:sldMkLst>
      </pc:sldChg>
      <pc:sldChg chg="addSp delSp modSp add mod ord">
        <pc:chgData name="Nguyen Ngoc Mai" userId="dfc6f54c-73bd-4aa0-a81f-6a6f4a826fac" providerId="ADAL" clId="{A04796C7-7575-4E88-BDC1-AB72FDFCD8C4}" dt="2024-10-27T04:09:23.660" v="4107" actId="1076"/>
        <pc:sldMkLst>
          <pc:docMk/>
          <pc:sldMk cId="1656749316" sldId="337"/>
        </pc:sldMkLst>
        <pc:spChg chg="del topLvl">
          <ac:chgData name="Nguyen Ngoc Mai" userId="dfc6f54c-73bd-4aa0-a81f-6a6f4a826fac" providerId="ADAL" clId="{A04796C7-7575-4E88-BDC1-AB72FDFCD8C4}" dt="2024-10-25T03:54:19.845" v="1101" actId="478"/>
          <ac:spMkLst>
            <pc:docMk/>
            <pc:sldMk cId="1656749316" sldId="337"/>
            <ac:spMk id="10" creationId="{7CBFAA8C-480E-E848-BDCF-606FC41C7325}"/>
          </ac:spMkLst>
        </pc:spChg>
        <pc:spChg chg="mod topLvl">
          <ac:chgData name="Nguyen Ngoc Mai" userId="dfc6f54c-73bd-4aa0-a81f-6a6f4a826fac" providerId="ADAL" clId="{A04796C7-7575-4E88-BDC1-AB72FDFCD8C4}" dt="2024-10-25T03:54:41.786" v="1181" actId="1076"/>
          <ac:spMkLst>
            <pc:docMk/>
            <pc:sldMk cId="1656749316" sldId="337"/>
            <ac:spMk id="11" creationId="{81D3AB01-BBFD-1B7E-C58F-F21F41F17DDC}"/>
          </ac:spMkLst>
        </pc:spChg>
        <pc:spChg chg="mod">
          <ac:chgData name="Nguyen Ngoc Mai" userId="dfc6f54c-73bd-4aa0-a81f-6a6f4a826fac" providerId="ADAL" clId="{A04796C7-7575-4E88-BDC1-AB72FDFCD8C4}" dt="2024-10-27T04:09:23.660" v="4107" actId="1076"/>
          <ac:spMkLst>
            <pc:docMk/>
            <pc:sldMk cId="1656749316" sldId="337"/>
            <ac:spMk id="38" creationId="{C19B4537-ECFC-04AD-E8D3-CDD8A02AEABC}"/>
          </ac:spMkLst>
        </pc:spChg>
        <pc:spChg chg="mod">
          <ac:chgData name="Nguyen Ngoc Mai" userId="dfc6f54c-73bd-4aa0-a81f-6a6f4a826fac" providerId="ADAL" clId="{A04796C7-7575-4E88-BDC1-AB72FDFCD8C4}" dt="2024-10-27T04:09:23.660" v="4107" actId="1076"/>
          <ac:spMkLst>
            <pc:docMk/>
            <pc:sldMk cId="1656749316" sldId="337"/>
            <ac:spMk id="39" creationId="{B777D744-76D3-1E2B-88EB-FD0883F1F894}"/>
          </ac:spMkLst>
        </pc:spChg>
        <pc:spChg chg="mod">
          <ac:chgData name="Nguyen Ngoc Mai" userId="dfc6f54c-73bd-4aa0-a81f-6a6f4a826fac" providerId="ADAL" clId="{A04796C7-7575-4E88-BDC1-AB72FDFCD8C4}" dt="2024-10-27T04:09:23.660" v="4107" actId="1076"/>
          <ac:spMkLst>
            <pc:docMk/>
            <pc:sldMk cId="1656749316" sldId="337"/>
            <ac:spMk id="40" creationId="{3C8980D2-23F4-0E15-6F41-7BAD29C1F212}"/>
          </ac:spMkLst>
        </pc:spChg>
        <pc:spChg chg="mod">
          <ac:chgData name="Nguyen Ngoc Mai" userId="dfc6f54c-73bd-4aa0-a81f-6a6f4a826fac" providerId="ADAL" clId="{A04796C7-7575-4E88-BDC1-AB72FDFCD8C4}" dt="2024-10-27T04:09:23.660" v="4107" actId="1076"/>
          <ac:spMkLst>
            <pc:docMk/>
            <pc:sldMk cId="1656749316" sldId="337"/>
            <ac:spMk id="41" creationId="{F8F59EF3-E19A-7D5D-7E0E-E2AD5AEBC2BF}"/>
          </ac:spMkLst>
        </pc:spChg>
        <pc:spChg chg="mod">
          <ac:chgData name="Nguyen Ngoc Mai" userId="dfc6f54c-73bd-4aa0-a81f-6a6f4a826fac" providerId="ADAL" clId="{A04796C7-7575-4E88-BDC1-AB72FDFCD8C4}" dt="2024-10-27T04:09:23.660" v="4107" actId="1076"/>
          <ac:spMkLst>
            <pc:docMk/>
            <pc:sldMk cId="1656749316" sldId="337"/>
            <ac:spMk id="42" creationId="{4BEA0E0A-FAEC-5F00-40AA-29654C885B8F}"/>
          </ac:spMkLst>
        </pc:spChg>
        <pc:spChg chg="mod">
          <ac:chgData name="Nguyen Ngoc Mai" userId="dfc6f54c-73bd-4aa0-a81f-6a6f4a826fac" providerId="ADAL" clId="{A04796C7-7575-4E88-BDC1-AB72FDFCD8C4}" dt="2024-10-27T04:09:23.660" v="4107" actId="1076"/>
          <ac:spMkLst>
            <pc:docMk/>
            <pc:sldMk cId="1656749316" sldId="337"/>
            <ac:spMk id="43" creationId="{EBA693D8-669C-2A45-D3A4-E075D4E531CC}"/>
          </ac:spMkLst>
        </pc:spChg>
        <pc:spChg chg="del mod">
          <ac:chgData name="Nguyen Ngoc Mai" userId="dfc6f54c-73bd-4aa0-a81f-6a6f4a826fac" providerId="ADAL" clId="{A04796C7-7575-4E88-BDC1-AB72FDFCD8C4}" dt="2024-10-25T03:51:48.006" v="1075" actId="478"/>
          <ac:spMkLst>
            <pc:docMk/>
            <pc:sldMk cId="1656749316" sldId="337"/>
            <ac:spMk id="51" creationId="{8CC416F5-12ED-C54E-E955-A3C95CB22780}"/>
          </ac:spMkLst>
        </pc:spChg>
        <pc:spChg chg="mod">
          <ac:chgData name="Nguyen Ngoc Mai" userId="dfc6f54c-73bd-4aa0-a81f-6a6f4a826fac" providerId="ADAL" clId="{A04796C7-7575-4E88-BDC1-AB72FDFCD8C4}" dt="2024-10-27T04:09:16.189" v="4106" actId="1076"/>
          <ac:spMkLst>
            <pc:docMk/>
            <pc:sldMk cId="1656749316" sldId="337"/>
            <ac:spMk id="52" creationId="{1168E99D-423E-C010-49A1-3B122D6EBA86}"/>
          </ac:spMkLst>
        </pc:spChg>
        <pc:spChg chg="add del">
          <ac:chgData name="Nguyen Ngoc Mai" userId="dfc6f54c-73bd-4aa0-a81f-6a6f4a826fac" providerId="ADAL" clId="{A04796C7-7575-4E88-BDC1-AB72FDFCD8C4}" dt="2024-10-25T03:35:03.668" v="814" actId="478"/>
          <ac:spMkLst>
            <pc:docMk/>
            <pc:sldMk cId="1656749316" sldId="337"/>
            <ac:spMk id="65" creationId="{1093DD20-1A2B-5085-01AB-67876AA48779}"/>
          </ac:spMkLst>
        </pc:spChg>
        <pc:spChg chg="del mod">
          <ac:chgData name="Nguyen Ngoc Mai" userId="dfc6f54c-73bd-4aa0-a81f-6a6f4a826fac" providerId="ADAL" clId="{A04796C7-7575-4E88-BDC1-AB72FDFCD8C4}" dt="2024-10-25T03:46:20.703" v="1024" actId="478"/>
          <ac:spMkLst>
            <pc:docMk/>
            <pc:sldMk cId="1656749316" sldId="337"/>
            <ac:spMk id="66" creationId="{F8503FEA-5AF7-E8D1-53E6-38AB72AA32A1}"/>
          </ac:spMkLst>
        </pc:spChg>
        <pc:spChg chg="mod">
          <ac:chgData name="Nguyen Ngoc Mai" userId="dfc6f54c-73bd-4aa0-a81f-6a6f4a826fac" providerId="ADAL" clId="{A04796C7-7575-4E88-BDC1-AB72FDFCD8C4}" dt="2024-10-25T03:49:29.015" v="1068" actId="1076"/>
          <ac:spMkLst>
            <pc:docMk/>
            <pc:sldMk cId="1656749316" sldId="337"/>
            <ac:spMk id="67" creationId="{2DB3640A-D202-99C7-848C-EB8E418D034A}"/>
          </ac:spMkLst>
        </pc:spChg>
        <pc:grpChg chg="del">
          <ac:chgData name="Nguyen Ngoc Mai" userId="dfc6f54c-73bd-4aa0-a81f-6a6f4a826fac" providerId="ADAL" clId="{A04796C7-7575-4E88-BDC1-AB72FDFCD8C4}" dt="2024-10-25T03:35:20.154" v="818" actId="478"/>
          <ac:grpSpMkLst>
            <pc:docMk/>
            <pc:sldMk cId="1656749316" sldId="337"/>
            <ac:grpSpMk id="3" creationId="{9D7B7192-E5FC-575B-35B3-7077140455A8}"/>
          </ac:grpSpMkLst>
        </pc:grpChg>
        <pc:grpChg chg="del mod">
          <ac:chgData name="Nguyen Ngoc Mai" userId="dfc6f54c-73bd-4aa0-a81f-6a6f4a826fac" providerId="ADAL" clId="{A04796C7-7575-4E88-BDC1-AB72FDFCD8C4}" dt="2024-10-25T03:54:19.845" v="1101" actId="478"/>
          <ac:grpSpMkLst>
            <pc:docMk/>
            <pc:sldMk cId="1656749316" sldId="337"/>
            <ac:grpSpMk id="9" creationId="{52604D99-D48A-025B-65CE-50C0A9FCA8D1}"/>
          </ac:grpSpMkLst>
        </pc:grpChg>
        <pc:grpChg chg="del">
          <ac:chgData name="Nguyen Ngoc Mai" userId="dfc6f54c-73bd-4aa0-a81f-6a6f4a826fac" providerId="ADAL" clId="{A04796C7-7575-4E88-BDC1-AB72FDFCD8C4}" dt="2024-10-25T03:35:24.265" v="820" actId="478"/>
          <ac:grpSpMkLst>
            <pc:docMk/>
            <pc:sldMk cId="1656749316" sldId="337"/>
            <ac:grpSpMk id="33" creationId="{FA8C6A93-CB1E-8443-9475-7A822C986908}"/>
          </ac:grpSpMkLst>
        </pc:grpChg>
        <pc:grpChg chg="del">
          <ac:chgData name="Nguyen Ngoc Mai" userId="dfc6f54c-73bd-4aa0-a81f-6a6f4a826fac" providerId="ADAL" clId="{A04796C7-7575-4E88-BDC1-AB72FDFCD8C4}" dt="2024-10-25T03:35:20.154" v="818" actId="478"/>
          <ac:grpSpMkLst>
            <pc:docMk/>
            <pc:sldMk cId="1656749316" sldId="337"/>
            <ac:grpSpMk id="53" creationId="{C6ABDFC8-25B2-7E40-DF46-E16C6F2CE6D1}"/>
          </ac:grpSpMkLst>
        </pc:grpChg>
        <pc:grpChg chg="del">
          <ac:chgData name="Nguyen Ngoc Mai" userId="dfc6f54c-73bd-4aa0-a81f-6a6f4a826fac" providerId="ADAL" clId="{A04796C7-7575-4E88-BDC1-AB72FDFCD8C4}" dt="2024-10-25T03:35:23.277" v="819" actId="478"/>
          <ac:grpSpMkLst>
            <pc:docMk/>
            <pc:sldMk cId="1656749316" sldId="337"/>
            <ac:grpSpMk id="64" creationId="{D5AAF29E-82F4-A79C-A85A-4D081854EF52}"/>
          </ac:grpSpMkLst>
        </pc:grpChg>
        <pc:picChg chg="add mod">
          <ac:chgData name="Nguyen Ngoc Mai" userId="dfc6f54c-73bd-4aa0-a81f-6a6f4a826fac" providerId="ADAL" clId="{A04796C7-7575-4E88-BDC1-AB72FDFCD8C4}" dt="2024-10-25T03:34:49.554" v="811" actId="1076"/>
          <ac:picMkLst>
            <pc:docMk/>
            <pc:sldMk cId="1656749316" sldId="337"/>
            <ac:picMk id="14" creationId="{C0ED9D1E-AD1D-A9E7-47AE-E227A2EB42DF}"/>
          </ac:picMkLst>
        </pc:picChg>
        <pc:picChg chg="add mod">
          <ac:chgData name="Nguyen Ngoc Mai" userId="dfc6f54c-73bd-4aa0-a81f-6a6f4a826fac" providerId="ADAL" clId="{A04796C7-7575-4E88-BDC1-AB72FDFCD8C4}" dt="2024-10-27T04:09:23.660" v="4107" actId="1076"/>
          <ac:picMkLst>
            <pc:docMk/>
            <pc:sldMk cId="1656749316" sldId="337"/>
            <ac:picMk id="44" creationId="{C63783A7-3D8C-BBDB-1D74-9BB696F1121E}"/>
          </ac:picMkLst>
        </pc:picChg>
        <pc:picChg chg="add mod">
          <ac:chgData name="Nguyen Ngoc Mai" userId="dfc6f54c-73bd-4aa0-a81f-6a6f4a826fac" providerId="ADAL" clId="{A04796C7-7575-4E88-BDC1-AB72FDFCD8C4}" dt="2024-10-27T04:09:23.660" v="4107" actId="1076"/>
          <ac:picMkLst>
            <pc:docMk/>
            <pc:sldMk cId="1656749316" sldId="337"/>
            <ac:picMk id="46" creationId="{89DA5E86-8B7C-F77F-114B-CA3CF483CCE7}"/>
          </ac:picMkLst>
        </pc:picChg>
        <pc:picChg chg="add mod">
          <ac:chgData name="Nguyen Ngoc Mai" userId="dfc6f54c-73bd-4aa0-a81f-6a6f4a826fac" providerId="ADAL" clId="{A04796C7-7575-4E88-BDC1-AB72FDFCD8C4}" dt="2024-10-25T03:50:51.397" v="1073"/>
          <ac:picMkLst>
            <pc:docMk/>
            <pc:sldMk cId="1656749316" sldId="337"/>
            <ac:picMk id="1026" creationId="{3049CC0E-D329-6279-FDE4-F2904A48D630}"/>
          </ac:picMkLst>
        </pc:picChg>
      </pc:sldChg>
      <pc:sldChg chg="addSp delSp modSp add mod">
        <pc:chgData name="Nguyen Ngoc Mai" userId="dfc6f54c-73bd-4aa0-a81f-6a6f4a826fac" providerId="ADAL" clId="{A04796C7-7575-4E88-BDC1-AB72FDFCD8C4}" dt="2024-10-25T04:08:39.294" v="1460" actId="20577"/>
        <pc:sldMkLst>
          <pc:docMk/>
          <pc:sldMk cId="3657118620" sldId="338"/>
        </pc:sldMkLst>
        <pc:spChg chg="add mod">
          <ac:chgData name="Nguyen Ngoc Mai" userId="dfc6f54c-73bd-4aa0-a81f-6a6f4a826fac" providerId="ADAL" clId="{A04796C7-7575-4E88-BDC1-AB72FDFCD8C4}" dt="2024-10-25T03:58:15.905" v="1332" actId="113"/>
          <ac:spMkLst>
            <pc:docMk/>
            <pc:sldMk cId="3657118620" sldId="338"/>
            <ac:spMk id="2" creationId="{A0970159-BB72-758F-A8B1-0A4ECE1D6616}"/>
          </ac:spMkLst>
        </pc:spChg>
        <pc:spChg chg="mod">
          <ac:chgData name="Nguyen Ngoc Mai" userId="dfc6f54c-73bd-4aa0-a81f-6a6f4a826fac" providerId="ADAL" clId="{A04796C7-7575-4E88-BDC1-AB72FDFCD8C4}" dt="2024-10-25T04:00:17.112" v="1365" actId="207"/>
          <ac:spMkLst>
            <pc:docMk/>
            <pc:sldMk cId="3657118620" sldId="338"/>
            <ac:spMk id="11" creationId="{A8AC5782-4AEC-B22F-19B4-F62923C8FBD5}"/>
          </ac:spMkLst>
        </pc:spChg>
        <pc:spChg chg="mod">
          <ac:chgData name="Nguyen Ngoc Mai" userId="dfc6f54c-73bd-4aa0-a81f-6a6f4a826fac" providerId="ADAL" clId="{A04796C7-7575-4E88-BDC1-AB72FDFCD8C4}" dt="2024-10-25T04:00:24.891" v="1366" actId="207"/>
          <ac:spMkLst>
            <pc:docMk/>
            <pc:sldMk cId="3657118620" sldId="338"/>
            <ac:spMk id="12" creationId="{5551F750-FE04-22CA-2DA8-B5A703EF1B3D}"/>
          </ac:spMkLst>
        </pc:spChg>
        <pc:spChg chg="mod">
          <ac:chgData name="Nguyen Ngoc Mai" userId="dfc6f54c-73bd-4aa0-a81f-6a6f4a826fac" providerId="ADAL" clId="{A04796C7-7575-4E88-BDC1-AB72FDFCD8C4}" dt="2024-10-25T04:00:24.891" v="1366" actId="207"/>
          <ac:spMkLst>
            <pc:docMk/>
            <pc:sldMk cId="3657118620" sldId="338"/>
            <ac:spMk id="13" creationId="{F75FB499-A4E9-8D87-8C37-6FFA50952BF8}"/>
          </ac:spMkLst>
        </pc:spChg>
        <pc:spChg chg="mod">
          <ac:chgData name="Nguyen Ngoc Mai" userId="dfc6f54c-73bd-4aa0-a81f-6a6f4a826fac" providerId="ADAL" clId="{A04796C7-7575-4E88-BDC1-AB72FDFCD8C4}" dt="2024-10-25T04:00:24.891" v="1366" actId="207"/>
          <ac:spMkLst>
            <pc:docMk/>
            <pc:sldMk cId="3657118620" sldId="338"/>
            <ac:spMk id="14" creationId="{EB8AE987-F5C6-0DDB-DC02-7D9F637E3B53}"/>
          </ac:spMkLst>
        </pc:spChg>
        <pc:spChg chg="mod">
          <ac:chgData name="Nguyen Ngoc Mai" userId="dfc6f54c-73bd-4aa0-a81f-6a6f4a826fac" providerId="ADAL" clId="{A04796C7-7575-4E88-BDC1-AB72FDFCD8C4}" dt="2024-10-25T04:00:24.891" v="1366" actId="207"/>
          <ac:spMkLst>
            <pc:docMk/>
            <pc:sldMk cId="3657118620" sldId="338"/>
            <ac:spMk id="15" creationId="{3BE6BB85-4894-93EF-BEBA-7D86B34D3D1F}"/>
          </ac:spMkLst>
        </pc:spChg>
        <pc:spChg chg="mod">
          <ac:chgData name="Nguyen Ngoc Mai" userId="dfc6f54c-73bd-4aa0-a81f-6a6f4a826fac" providerId="ADAL" clId="{A04796C7-7575-4E88-BDC1-AB72FDFCD8C4}" dt="2024-10-25T04:07:00.210" v="1441" actId="1076"/>
          <ac:spMkLst>
            <pc:docMk/>
            <pc:sldMk cId="3657118620" sldId="338"/>
            <ac:spMk id="16" creationId="{34853326-D0CF-3290-902E-28D46CC9DE22}"/>
          </ac:spMkLst>
        </pc:spChg>
        <pc:spChg chg="mod">
          <ac:chgData name="Nguyen Ngoc Mai" userId="dfc6f54c-73bd-4aa0-a81f-6a6f4a826fac" providerId="ADAL" clId="{A04796C7-7575-4E88-BDC1-AB72FDFCD8C4}" dt="2024-10-25T04:07:00.210" v="1441" actId="1076"/>
          <ac:spMkLst>
            <pc:docMk/>
            <pc:sldMk cId="3657118620" sldId="338"/>
            <ac:spMk id="17" creationId="{17293A50-C5AF-D980-4441-F65A274E4651}"/>
          </ac:spMkLst>
        </pc:spChg>
        <pc:spChg chg="mod">
          <ac:chgData name="Nguyen Ngoc Mai" userId="dfc6f54c-73bd-4aa0-a81f-6a6f4a826fac" providerId="ADAL" clId="{A04796C7-7575-4E88-BDC1-AB72FDFCD8C4}" dt="2024-10-25T04:04:57.519" v="1427" actId="1076"/>
          <ac:spMkLst>
            <pc:docMk/>
            <pc:sldMk cId="3657118620" sldId="338"/>
            <ac:spMk id="19" creationId="{9F68230B-8E87-2FC2-2C56-981EA050A892}"/>
          </ac:spMkLst>
        </pc:spChg>
        <pc:spChg chg="mod">
          <ac:chgData name="Nguyen Ngoc Mai" userId="dfc6f54c-73bd-4aa0-a81f-6a6f4a826fac" providerId="ADAL" clId="{A04796C7-7575-4E88-BDC1-AB72FDFCD8C4}" dt="2024-10-25T04:04:53.480" v="1426" actId="1076"/>
          <ac:spMkLst>
            <pc:docMk/>
            <pc:sldMk cId="3657118620" sldId="338"/>
            <ac:spMk id="20" creationId="{389573AC-E025-086A-5A48-216828303FC4}"/>
          </ac:spMkLst>
        </pc:spChg>
        <pc:spChg chg="mod">
          <ac:chgData name="Nguyen Ngoc Mai" userId="dfc6f54c-73bd-4aa0-a81f-6a6f4a826fac" providerId="ADAL" clId="{A04796C7-7575-4E88-BDC1-AB72FDFCD8C4}" dt="2024-10-25T04:08:39.294" v="1460" actId="20577"/>
          <ac:spMkLst>
            <pc:docMk/>
            <pc:sldMk cId="3657118620" sldId="338"/>
            <ac:spMk id="22" creationId="{790F94EF-58FF-8F56-7998-8F292EDF5653}"/>
          </ac:spMkLst>
        </pc:spChg>
        <pc:spChg chg="mod">
          <ac:chgData name="Nguyen Ngoc Mai" userId="dfc6f54c-73bd-4aa0-a81f-6a6f4a826fac" providerId="ADAL" clId="{A04796C7-7575-4E88-BDC1-AB72FDFCD8C4}" dt="2024-10-25T04:04:40.839" v="1423" actId="1076"/>
          <ac:spMkLst>
            <pc:docMk/>
            <pc:sldMk cId="3657118620" sldId="338"/>
            <ac:spMk id="23" creationId="{F3682D3B-4399-E48A-6EC5-78BCA912D1FE}"/>
          </ac:spMkLst>
        </pc:spChg>
        <pc:spChg chg="del">
          <ac:chgData name="Nguyen Ngoc Mai" userId="dfc6f54c-73bd-4aa0-a81f-6a6f4a826fac" providerId="ADAL" clId="{A04796C7-7575-4E88-BDC1-AB72FDFCD8C4}" dt="2024-10-25T03:59:12.438" v="1350" actId="478"/>
          <ac:spMkLst>
            <pc:docMk/>
            <pc:sldMk cId="3657118620" sldId="338"/>
            <ac:spMk id="24" creationId="{6DD81174-60CC-A0FE-7FA5-831FA4D26BD3}"/>
          </ac:spMkLst>
        </pc:spChg>
        <pc:spChg chg="del">
          <ac:chgData name="Nguyen Ngoc Mai" userId="dfc6f54c-73bd-4aa0-a81f-6a6f4a826fac" providerId="ADAL" clId="{A04796C7-7575-4E88-BDC1-AB72FDFCD8C4}" dt="2024-10-25T03:59:14.083" v="1351" actId="478"/>
          <ac:spMkLst>
            <pc:docMk/>
            <pc:sldMk cId="3657118620" sldId="338"/>
            <ac:spMk id="25" creationId="{DF8769F1-5211-13D3-6B49-909771FBF5AA}"/>
          </ac:spMkLst>
        </pc:spChg>
        <pc:spChg chg="mod">
          <ac:chgData name="Nguyen Ngoc Mai" userId="dfc6f54c-73bd-4aa0-a81f-6a6f4a826fac" providerId="ADAL" clId="{A04796C7-7575-4E88-BDC1-AB72FDFCD8C4}" dt="2024-10-25T04:07:06.681" v="1442" actId="1076"/>
          <ac:spMkLst>
            <pc:docMk/>
            <pc:sldMk cId="3657118620" sldId="338"/>
            <ac:spMk id="26" creationId="{42EACE1E-EDFC-C5D1-7237-917B9A74F718}"/>
          </ac:spMkLst>
        </pc:spChg>
        <pc:spChg chg="mod">
          <ac:chgData name="Nguyen Ngoc Mai" userId="dfc6f54c-73bd-4aa0-a81f-6a6f4a826fac" providerId="ADAL" clId="{A04796C7-7575-4E88-BDC1-AB72FDFCD8C4}" dt="2024-10-25T04:07:09.909" v="1443" actId="1076"/>
          <ac:spMkLst>
            <pc:docMk/>
            <pc:sldMk cId="3657118620" sldId="338"/>
            <ac:spMk id="27" creationId="{A09889D3-18C2-62F4-9C20-8FDDC81C5112}"/>
          </ac:spMkLst>
        </pc:spChg>
        <pc:spChg chg="mod">
          <ac:chgData name="Nguyen Ngoc Mai" userId="dfc6f54c-73bd-4aa0-a81f-6a6f4a826fac" providerId="ADAL" clId="{A04796C7-7575-4E88-BDC1-AB72FDFCD8C4}" dt="2024-10-25T04:00:40.510" v="1368" actId="207"/>
          <ac:spMkLst>
            <pc:docMk/>
            <pc:sldMk cId="3657118620" sldId="338"/>
            <ac:spMk id="33" creationId="{3414333A-21F9-CC59-F1B8-01B9CE4D44F9}"/>
          </ac:spMkLst>
        </pc:spChg>
        <pc:spChg chg="mod">
          <ac:chgData name="Nguyen Ngoc Mai" userId="dfc6f54c-73bd-4aa0-a81f-6a6f4a826fac" providerId="ADAL" clId="{A04796C7-7575-4E88-BDC1-AB72FDFCD8C4}" dt="2024-10-25T03:57:08.414" v="1288" actId="1076"/>
          <ac:spMkLst>
            <pc:docMk/>
            <pc:sldMk cId="3657118620" sldId="338"/>
            <ac:spMk id="34" creationId="{26C33E08-DEF2-0F52-4775-6062787B23A2}"/>
          </ac:spMkLst>
        </pc:spChg>
        <pc:spChg chg="add del mod">
          <ac:chgData name="Nguyen Ngoc Mai" userId="dfc6f54c-73bd-4aa0-a81f-6a6f4a826fac" providerId="ADAL" clId="{A04796C7-7575-4E88-BDC1-AB72FDFCD8C4}" dt="2024-10-25T04:06:18.139" v="1434" actId="478"/>
          <ac:spMkLst>
            <pc:docMk/>
            <pc:sldMk cId="3657118620" sldId="338"/>
            <ac:spMk id="35" creationId="{EE0C2529-0157-7BAF-0559-2DCC92FDCFC1}"/>
          </ac:spMkLst>
        </pc:spChg>
        <pc:grpChg chg="mod">
          <ac:chgData name="Nguyen Ngoc Mai" userId="dfc6f54c-73bd-4aa0-a81f-6a6f4a826fac" providerId="ADAL" clId="{A04796C7-7575-4E88-BDC1-AB72FDFCD8C4}" dt="2024-10-25T04:07:00.210" v="1441" actId="1076"/>
          <ac:grpSpMkLst>
            <pc:docMk/>
            <pc:sldMk cId="3657118620" sldId="338"/>
            <ac:grpSpMk id="3" creationId="{53AD0DAC-5639-F13C-C9ED-EFF5DF60FDBF}"/>
          </ac:grpSpMkLst>
        </pc:grpChg>
        <pc:grpChg chg="mod">
          <ac:chgData name="Nguyen Ngoc Mai" userId="dfc6f54c-73bd-4aa0-a81f-6a6f4a826fac" providerId="ADAL" clId="{A04796C7-7575-4E88-BDC1-AB72FDFCD8C4}" dt="2024-10-25T04:07:00.210" v="1441" actId="1076"/>
          <ac:grpSpMkLst>
            <pc:docMk/>
            <pc:sldMk cId="3657118620" sldId="338"/>
            <ac:grpSpMk id="8" creationId="{112A265D-3E0F-4C83-1444-87010BB315ED}"/>
          </ac:grpSpMkLst>
        </pc:grpChg>
        <pc:grpChg chg="mod">
          <ac:chgData name="Nguyen Ngoc Mai" userId="dfc6f54c-73bd-4aa0-a81f-6a6f4a826fac" providerId="ADAL" clId="{A04796C7-7575-4E88-BDC1-AB72FDFCD8C4}" dt="2024-10-25T04:07:00.210" v="1441" actId="1076"/>
          <ac:grpSpMkLst>
            <pc:docMk/>
            <pc:sldMk cId="3657118620" sldId="338"/>
            <ac:grpSpMk id="18" creationId="{C0117153-86B6-88CB-B770-DF0E41AD99B7}"/>
          </ac:grpSpMkLst>
        </pc:grpChg>
        <pc:grpChg chg="mod">
          <ac:chgData name="Nguyen Ngoc Mai" userId="dfc6f54c-73bd-4aa0-a81f-6a6f4a826fac" providerId="ADAL" clId="{A04796C7-7575-4E88-BDC1-AB72FDFCD8C4}" dt="2024-10-25T04:07:00.210" v="1441" actId="1076"/>
          <ac:grpSpMkLst>
            <pc:docMk/>
            <pc:sldMk cId="3657118620" sldId="338"/>
            <ac:grpSpMk id="21" creationId="{CEBDD484-4BA5-2E7B-C0D2-5DB7071C850C}"/>
          </ac:grpSpMkLst>
        </pc:grpChg>
        <pc:grpChg chg="del">
          <ac:chgData name="Nguyen Ngoc Mai" userId="dfc6f54c-73bd-4aa0-a81f-6a6f4a826fac" providerId="ADAL" clId="{A04796C7-7575-4E88-BDC1-AB72FDFCD8C4}" dt="2024-10-25T04:02:04.488" v="1385" actId="478"/>
          <ac:grpSpMkLst>
            <pc:docMk/>
            <pc:sldMk cId="3657118620" sldId="338"/>
            <ac:grpSpMk id="28" creationId="{D60463FB-BC21-90F5-3B49-834302C3D396}"/>
          </ac:grpSpMkLst>
        </pc:grpChg>
        <pc:grpChg chg="del">
          <ac:chgData name="Nguyen Ngoc Mai" userId="dfc6f54c-73bd-4aa0-a81f-6a6f4a826fac" providerId="ADAL" clId="{A04796C7-7575-4E88-BDC1-AB72FDFCD8C4}" dt="2024-10-25T04:02:06.653" v="1386" actId="478"/>
          <ac:grpSpMkLst>
            <pc:docMk/>
            <pc:sldMk cId="3657118620" sldId="338"/>
            <ac:grpSpMk id="31" creationId="{FEE9FD40-0FF9-6A8B-F3BD-A0705CB1DD4B}"/>
          </ac:grpSpMkLst>
        </pc:grpChg>
        <pc:picChg chg="add mod">
          <ac:chgData name="Nguyen Ngoc Mai" userId="dfc6f54c-73bd-4aa0-a81f-6a6f4a826fac" providerId="ADAL" clId="{A04796C7-7575-4E88-BDC1-AB72FDFCD8C4}" dt="2024-10-25T04:07:17.067" v="1446" actId="1076"/>
          <ac:picMkLst>
            <pc:docMk/>
            <pc:sldMk cId="3657118620" sldId="338"/>
            <ac:picMk id="2052" creationId="{C00DD5E1-20B8-A08C-D702-61056CCB0FD6}"/>
          </ac:picMkLst>
        </pc:picChg>
        <pc:picChg chg="add mod">
          <ac:chgData name="Nguyen Ngoc Mai" userId="dfc6f54c-73bd-4aa0-a81f-6a6f4a826fac" providerId="ADAL" clId="{A04796C7-7575-4E88-BDC1-AB72FDFCD8C4}" dt="2024-10-25T04:08:21.905" v="1455" actId="1076"/>
          <ac:picMkLst>
            <pc:docMk/>
            <pc:sldMk cId="3657118620" sldId="338"/>
            <ac:picMk id="2054" creationId="{2F2F8781-9680-0C75-D011-7BDC1B2982DC}"/>
          </ac:picMkLst>
        </pc:picChg>
      </pc:sldChg>
      <pc:sldChg chg="new del">
        <pc:chgData name="Nguyen Ngoc Mai" userId="dfc6f54c-73bd-4aa0-a81f-6a6f4a826fac" providerId="ADAL" clId="{A04796C7-7575-4E88-BDC1-AB72FDFCD8C4}" dt="2024-10-25T04:24:21.191" v="1646" actId="680"/>
        <pc:sldMkLst>
          <pc:docMk/>
          <pc:sldMk cId="926388045" sldId="339"/>
        </pc:sldMkLst>
      </pc:sldChg>
      <pc:sldChg chg="add">
        <pc:chgData name="Nguyen Ngoc Mai" userId="dfc6f54c-73bd-4aa0-a81f-6a6f4a826fac" providerId="ADAL" clId="{A04796C7-7575-4E88-BDC1-AB72FDFCD8C4}" dt="2024-10-27T03:18:40.223" v="2865" actId="2890"/>
        <pc:sldMkLst>
          <pc:docMk/>
          <pc:sldMk cId="1930693338" sldId="339"/>
        </pc:sldMkLst>
      </pc:sldChg>
      <pc:sldChg chg="addSp delSp modSp add mod">
        <pc:chgData name="Nguyen Ngoc Mai" userId="dfc6f54c-73bd-4aa0-a81f-6a6f4a826fac" providerId="ADAL" clId="{A04796C7-7575-4E88-BDC1-AB72FDFCD8C4}" dt="2024-10-27T04:08:05.762" v="4076" actId="1076"/>
        <pc:sldMkLst>
          <pc:docMk/>
          <pc:sldMk cId="4092492448" sldId="340"/>
        </pc:sldMkLst>
        <pc:spChg chg="mod">
          <ac:chgData name="Nguyen Ngoc Mai" userId="dfc6f54c-73bd-4aa0-a81f-6a6f4a826fac" providerId="ADAL" clId="{A04796C7-7575-4E88-BDC1-AB72FDFCD8C4}" dt="2024-10-27T03:59:44.246" v="3998" actId="255"/>
          <ac:spMkLst>
            <pc:docMk/>
            <pc:sldMk cId="4092492448" sldId="340"/>
            <ac:spMk id="2" creationId="{DEB3A2A8-9CE6-C533-8A48-053A3F9FAC01}"/>
          </ac:spMkLst>
        </pc:spChg>
        <pc:spChg chg="add mod">
          <ac:chgData name="Nguyen Ngoc Mai" userId="dfc6f54c-73bd-4aa0-a81f-6a6f4a826fac" providerId="ADAL" clId="{A04796C7-7575-4E88-BDC1-AB72FDFCD8C4}" dt="2024-10-27T04:00:46.999" v="4013" actId="1076"/>
          <ac:spMkLst>
            <pc:docMk/>
            <pc:sldMk cId="4092492448" sldId="340"/>
            <ac:spMk id="4" creationId="{D4C0EC8C-DEC5-BB53-D4E8-2609FB02D337}"/>
          </ac:spMkLst>
        </pc:spChg>
        <pc:spChg chg="add mod">
          <ac:chgData name="Nguyen Ngoc Mai" userId="dfc6f54c-73bd-4aa0-a81f-6a6f4a826fac" providerId="ADAL" clId="{A04796C7-7575-4E88-BDC1-AB72FDFCD8C4}" dt="2024-10-27T04:04:12.789" v="4064" actId="115"/>
          <ac:spMkLst>
            <pc:docMk/>
            <pc:sldMk cId="4092492448" sldId="340"/>
            <ac:spMk id="5" creationId="{02698E39-D108-776C-B07C-DBA8B589E52F}"/>
          </ac:spMkLst>
        </pc:spChg>
        <pc:spChg chg="add mod">
          <ac:chgData name="Nguyen Ngoc Mai" userId="dfc6f54c-73bd-4aa0-a81f-6a6f4a826fac" providerId="ADAL" clId="{A04796C7-7575-4E88-BDC1-AB72FDFCD8C4}" dt="2024-10-27T04:08:05.762" v="4076" actId="1076"/>
          <ac:spMkLst>
            <pc:docMk/>
            <pc:sldMk cId="4092492448" sldId="340"/>
            <ac:spMk id="7" creationId="{66D3FDF2-F09A-AD30-5CCE-865BFBEB0236}"/>
          </ac:spMkLst>
        </pc:spChg>
        <pc:spChg chg="mod">
          <ac:chgData name="Nguyen Ngoc Mai" userId="dfc6f54c-73bd-4aa0-a81f-6a6f4a826fac" providerId="ADAL" clId="{A04796C7-7575-4E88-BDC1-AB72FDFCD8C4}" dt="2024-10-27T03:59:19.675" v="3970" actId="14100"/>
          <ac:spMkLst>
            <pc:docMk/>
            <pc:sldMk cId="4092492448" sldId="340"/>
            <ac:spMk id="14" creationId="{0746FDEA-6B1B-5EEE-A2F1-7163BF086805}"/>
          </ac:spMkLst>
        </pc:spChg>
        <pc:spChg chg="mod">
          <ac:chgData name="Nguyen Ngoc Mai" userId="dfc6f54c-73bd-4aa0-a81f-6a6f4a826fac" providerId="ADAL" clId="{A04796C7-7575-4E88-BDC1-AB72FDFCD8C4}" dt="2024-10-27T04:00:46.999" v="4013" actId="1076"/>
          <ac:spMkLst>
            <pc:docMk/>
            <pc:sldMk cId="4092492448" sldId="340"/>
            <ac:spMk id="31" creationId="{3E163E5C-240E-8C08-0C84-018DE9CE437B}"/>
          </ac:spMkLst>
        </pc:spChg>
        <pc:spChg chg="mod">
          <ac:chgData name="Nguyen Ngoc Mai" userId="dfc6f54c-73bd-4aa0-a81f-6a6f4a826fac" providerId="ADAL" clId="{A04796C7-7575-4E88-BDC1-AB72FDFCD8C4}" dt="2024-10-27T04:00:43.396" v="4012" actId="1076"/>
          <ac:spMkLst>
            <pc:docMk/>
            <pc:sldMk cId="4092492448" sldId="340"/>
            <ac:spMk id="32" creationId="{53366A80-8F96-2F57-94FB-FDEB55BAAC3B}"/>
          </ac:spMkLst>
        </pc:spChg>
        <pc:spChg chg="mod">
          <ac:chgData name="Nguyen Ngoc Mai" userId="dfc6f54c-73bd-4aa0-a81f-6a6f4a826fac" providerId="ADAL" clId="{A04796C7-7575-4E88-BDC1-AB72FDFCD8C4}" dt="2024-10-27T03:59:02.670" v="3964" actId="255"/>
          <ac:spMkLst>
            <pc:docMk/>
            <pc:sldMk cId="4092492448" sldId="340"/>
            <ac:spMk id="34" creationId="{0EDBC4C4-9A73-A0E5-8D83-A29C2C14A7A9}"/>
          </ac:spMkLst>
        </pc:spChg>
        <pc:spChg chg="mod">
          <ac:chgData name="Nguyen Ngoc Mai" userId="dfc6f54c-73bd-4aa0-a81f-6a6f4a826fac" providerId="ADAL" clId="{A04796C7-7575-4E88-BDC1-AB72FDFCD8C4}" dt="2024-10-27T04:00:46.999" v="4013" actId="1076"/>
          <ac:spMkLst>
            <pc:docMk/>
            <pc:sldMk cId="4092492448" sldId="340"/>
            <ac:spMk id="36" creationId="{C5DADCB8-E4D2-A257-BC5C-5F71C2C02B07}"/>
          </ac:spMkLst>
        </pc:spChg>
        <pc:spChg chg="del">
          <ac:chgData name="Nguyen Ngoc Mai" userId="dfc6f54c-73bd-4aa0-a81f-6a6f4a826fac" providerId="ADAL" clId="{A04796C7-7575-4E88-BDC1-AB72FDFCD8C4}" dt="2024-10-27T04:00:02.121" v="4001" actId="478"/>
          <ac:spMkLst>
            <pc:docMk/>
            <pc:sldMk cId="4092492448" sldId="340"/>
            <ac:spMk id="37" creationId="{A5917165-B866-4F64-1160-C0162D7495D7}"/>
          </ac:spMkLst>
        </pc:spChg>
        <pc:spChg chg="del">
          <ac:chgData name="Nguyen Ngoc Mai" userId="dfc6f54c-73bd-4aa0-a81f-6a6f4a826fac" providerId="ADAL" clId="{A04796C7-7575-4E88-BDC1-AB72FDFCD8C4}" dt="2024-10-27T04:03:52.123" v="4055" actId="478"/>
          <ac:spMkLst>
            <pc:docMk/>
            <pc:sldMk cId="4092492448" sldId="340"/>
            <ac:spMk id="38" creationId="{44E9EF7B-C98F-ED90-3635-A5A84C568E50}"/>
          </ac:spMkLst>
        </pc:spChg>
        <pc:spChg chg="mod">
          <ac:chgData name="Nguyen Ngoc Mai" userId="dfc6f54c-73bd-4aa0-a81f-6a6f4a826fac" providerId="ADAL" clId="{A04796C7-7575-4E88-BDC1-AB72FDFCD8C4}" dt="2024-10-27T04:00:55.616" v="4016" actId="255"/>
          <ac:spMkLst>
            <pc:docMk/>
            <pc:sldMk cId="4092492448" sldId="340"/>
            <ac:spMk id="39" creationId="{7045CC5D-A89E-B6AA-20C5-1244974887A2}"/>
          </ac:spMkLst>
        </pc:spChg>
        <pc:spChg chg="mod">
          <ac:chgData name="Nguyen Ngoc Mai" userId="dfc6f54c-73bd-4aa0-a81f-6a6f4a826fac" providerId="ADAL" clId="{A04796C7-7575-4E88-BDC1-AB72FDFCD8C4}" dt="2024-10-27T04:02:46.116" v="4047" actId="948"/>
          <ac:spMkLst>
            <pc:docMk/>
            <pc:sldMk cId="4092492448" sldId="340"/>
            <ac:spMk id="42" creationId="{6722A10F-1C6A-6322-BFE0-9821485E12F6}"/>
          </ac:spMkLst>
        </pc:spChg>
        <pc:spChg chg="mod">
          <ac:chgData name="Nguyen Ngoc Mai" userId="dfc6f54c-73bd-4aa0-a81f-6a6f4a826fac" providerId="ADAL" clId="{A04796C7-7575-4E88-BDC1-AB72FDFCD8C4}" dt="2024-10-27T04:03:20.335" v="4050" actId="1076"/>
          <ac:spMkLst>
            <pc:docMk/>
            <pc:sldMk cId="4092492448" sldId="340"/>
            <ac:spMk id="44" creationId="{B527821C-D914-E2FA-8BBF-DE81DC42466D}"/>
          </ac:spMkLst>
        </pc:spChg>
        <pc:spChg chg="del">
          <ac:chgData name="Nguyen Ngoc Mai" userId="dfc6f54c-73bd-4aa0-a81f-6a6f4a826fac" providerId="ADAL" clId="{A04796C7-7575-4E88-BDC1-AB72FDFCD8C4}" dt="2024-10-27T04:03:52.123" v="4055" actId="478"/>
          <ac:spMkLst>
            <pc:docMk/>
            <pc:sldMk cId="4092492448" sldId="340"/>
            <ac:spMk id="46" creationId="{9FA7651A-91D5-F3E7-03EB-F4F47BF23B88}"/>
          </ac:spMkLst>
        </pc:spChg>
      </pc:sldChg>
      <pc:sldChg chg="modSp add mod setBg">
        <pc:chgData name="Nguyen Ngoc Mai" userId="dfc6f54c-73bd-4aa0-a81f-6a6f4a826fac" providerId="ADAL" clId="{A04796C7-7575-4E88-BDC1-AB72FDFCD8C4}" dt="2024-10-27T04:08:46.859" v="4102" actId="20577"/>
        <pc:sldMkLst>
          <pc:docMk/>
          <pc:sldMk cId="2087076039" sldId="341"/>
        </pc:sldMkLst>
        <pc:spChg chg="mod">
          <ac:chgData name="Nguyen Ngoc Mai" userId="dfc6f54c-73bd-4aa0-a81f-6a6f4a826fac" providerId="ADAL" clId="{A04796C7-7575-4E88-BDC1-AB72FDFCD8C4}" dt="2024-10-27T04:08:46.859" v="4102" actId="20577"/>
          <ac:spMkLst>
            <pc:docMk/>
            <pc:sldMk cId="2087076039" sldId="341"/>
            <ac:spMk id="163" creationId="{E0C9C4DC-DB3F-23EF-5CAC-B0F2C621CB7A}"/>
          </ac:spMkLst>
        </pc:spChg>
      </pc:sldChg>
      <pc:sldMasterChg chg="delSldLayout">
        <pc:chgData name="Nguyen Ngoc Mai" userId="dfc6f54c-73bd-4aa0-a81f-6a6f4a826fac" providerId="ADAL" clId="{A04796C7-7575-4E88-BDC1-AB72FDFCD8C4}" dt="2024-10-27T04:08:30.377" v="4077" actId="2696"/>
        <pc:sldMasterMkLst>
          <pc:docMk/>
          <pc:sldMasterMk cId="2670174220" sldId="2147483652"/>
        </pc:sldMasterMkLst>
        <pc:sldLayoutChg chg="del">
          <pc:chgData name="Nguyen Ngoc Mai" userId="dfc6f54c-73bd-4aa0-a81f-6a6f4a826fac" providerId="ADAL" clId="{A04796C7-7575-4E88-BDC1-AB72FDFCD8C4}" dt="2024-10-27T04:08:30.377" v="4077" actId="2696"/>
          <pc:sldLayoutMkLst>
            <pc:docMk/>
            <pc:sldMasterMk cId="2670174220" sldId="2147483652"/>
            <pc:sldLayoutMk cId="2132057755" sldId="2147483732"/>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489078219" sldId="2147483733"/>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2852074685" sldId="2147483734"/>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30352488" sldId="2147483744"/>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748612090" sldId="2147483745"/>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3625572326" sldId="2147483746"/>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503587441" sldId="2147483747"/>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2250615247" sldId="2147483748"/>
          </pc:sldLayoutMkLst>
        </pc:sldLayoutChg>
        <pc:sldLayoutChg chg="del">
          <pc:chgData name="Nguyen Ngoc Mai" userId="dfc6f54c-73bd-4aa0-a81f-6a6f4a826fac" providerId="ADAL" clId="{A04796C7-7575-4E88-BDC1-AB72FDFCD8C4}" dt="2024-10-27T04:08:30.377" v="4077" actId="2696"/>
          <pc:sldLayoutMkLst>
            <pc:docMk/>
            <pc:sldMasterMk cId="2670174220" sldId="2147483652"/>
            <pc:sldLayoutMk cId="1598198762" sldId="2147483749"/>
          </pc:sldLayoutMkLst>
        </pc:sldLayoutChg>
      </pc:sldMasterChg>
      <pc:sldMasterChg chg="delSldLayout">
        <pc:chgData name="Nguyen Ngoc Mai" userId="dfc6f54c-73bd-4aa0-a81f-6a6f4a826fac" providerId="ADAL" clId="{A04796C7-7575-4E88-BDC1-AB72FDFCD8C4}" dt="2024-10-27T04:08:30.377" v="4077" actId="2696"/>
        <pc:sldMasterMkLst>
          <pc:docMk/>
          <pc:sldMasterMk cId="2375178107" sldId="2147483684"/>
        </pc:sldMasterMkLst>
        <pc:sldLayoutChg chg="del">
          <pc:chgData name="Nguyen Ngoc Mai" userId="dfc6f54c-73bd-4aa0-a81f-6a6f4a826fac" providerId="ADAL" clId="{A04796C7-7575-4E88-BDC1-AB72FDFCD8C4}" dt="2024-10-27T04:08:30.377" v="4077" actId="2696"/>
          <pc:sldLayoutMkLst>
            <pc:docMk/>
            <pc:sldMasterMk cId="2375178107" sldId="2147483684"/>
            <pc:sldLayoutMk cId="4220913978" sldId="2147483751"/>
          </pc:sldLayoutMkLst>
        </pc:sldLayoutChg>
      </pc:sldMasterChg>
    </pc:docChg>
  </pc:docChgLst>
  <pc:docChgLst>
    <pc:chgData name="Nguyen Thanh Toan" userId="1e223fa5-87f9-41ea-9f3d-a66f28f4937d" providerId="ADAL" clId="{51E50165-518A-448E-BF26-796BE25DBC2E}"/>
    <pc:docChg chg="undo custSel modSld">
      <pc:chgData name="Nguyen Thanh Toan" userId="1e223fa5-87f9-41ea-9f3d-a66f28f4937d" providerId="ADAL" clId="{51E50165-518A-448E-BF26-796BE25DBC2E}" dt="2024-10-28T01:49:21.889" v="458" actId="20577"/>
      <pc:docMkLst>
        <pc:docMk/>
      </pc:docMkLst>
      <pc:sldChg chg="addSp modSp mod">
        <pc:chgData name="Nguyen Thanh Toan" userId="1e223fa5-87f9-41ea-9f3d-a66f28f4937d" providerId="ADAL" clId="{51E50165-518A-448E-BF26-796BE25DBC2E}" dt="2024-10-28T01:49:21.889" v="458" actId="20577"/>
        <pc:sldMkLst>
          <pc:docMk/>
          <pc:sldMk cId="4032476198" sldId="256"/>
        </pc:sldMkLst>
        <pc:spChg chg="add mod">
          <ac:chgData name="Nguyen Thanh Toan" userId="1e223fa5-87f9-41ea-9f3d-a66f28f4937d" providerId="ADAL" clId="{51E50165-518A-448E-BF26-796BE25DBC2E}" dt="2024-10-27T04:48:33.536" v="439" actId="1076"/>
          <ac:spMkLst>
            <pc:docMk/>
            <pc:sldMk cId="4032476198" sldId="256"/>
            <ac:spMk id="2" creationId="{8D5D979D-6B8C-73C0-4F09-86379AFA337F}"/>
          </ac:spMkLst>
        </pc:spChg>
        <pc:spChg chg="mod">
          <ac:chgData name="Nguyen Thanh Toan" userId="1e223fa5-87f9-41ea-9f3d-a66f28f4937d" providerId="ADAL" clId="{51E50165-518A-448E-BF26-796BE25DBC2E}" dt="2024-10-28T01:49:21.889" v="458" actId="20577"/>
          <ac:spMkLst>
            <pc:docMk/>
            <pc:sldMk cId="4032476198" sldId="256"/>
            <ac:spMk id="14" creationId="{DF166F6B-B975-4F3C-BCF2-9971086140FB}"/>
          </ac:spMkLst>
        </pc:spChg>
        <pc:spChg chg="mod">
          <ac:chgData name="Nguyen Thanh Toan" userId="1e223fa5-87f9-41ea-9f3d-a66f28f4937d" providerId="ADAL" clId="{51E50165-518A-448E-BF26-796BE25DBC2E}" dt="2024-10-27T04:48:51.528" v="441" actId="14100"/>
          <ac:spMkLst>
            <pc:docMk/>
            <pc:sldMk cId="4032476198" sldId="256"/>
            <ac:spMk id="163" creationId="{65F9E6C9-4567-4787-9774-226004F06F9C}"/>
          </ac:spMkLst>
        </pc:spChg>
      </pc:sldChg>
      <pc:sldChg chg="modSp mod">
        <pc:chgData name="Nguyen Thanh Toan" userId="1e223fa5-87f9-41ea-9f3d-a66f28f4937d" providerId="ADAL" clId="{51E50165-518A-448E-BF26-796BE25DBC2E}" dt="2024-10-27T04:26:50.940" v="131" actId="207"/>
        <pc:sldMkLst>
          <pc:docMk/>
          <pc:sldMk cId="1100588271" sldId="261"/>
        </pc:sldMkLst>
        <pc:spChg chg="mod">
          <ac:chgData name="Nguyen Thanh Toan" userId="1e223fa5-87f9-41ea-9f3d-a66f28f4937d" providerId="ADAL" clId="{51E50165-518A-448E-BF26-796BE25DBC2E}" dt="2024-10-27T04:26:26.657" v="117" actId="20577"/>
          <ac:spMkLst>
            <pc:docMk/>
            <pc:sldMk cId="1100588271" sldId="261"/>
            <ac:spMk id="13" creationId="{C4CC7E37-8019-4D3C-FB0B-4CB90152C4DF}"/>
          </ac:spMkLst>
        </pc:spChg>
        <pc:spChg chg="mod">
          <ac:chgData name="Nguyen Thanh Toan" userId="1e223fa5-87f9-41ea-9f3d-a66f28f4937d" providerId="ADAL" clId="{51E50165-518A-448E-BF26-796BE25DBC2E}" dt="2024-10-27T04:26:50.940" v="131" actId="207"/>
          <ac:spMkLst>
            <pc:docMk/>
            <pc:sldMk cId="1100588271" sldId="261"/>
            <ac:spMk id="22" creationId="{561BF759-FD92-3A23-1FA8-6F85346B0E1A}"/>
          </ac:spMkLst>
        </pc:spChg>
      </pc:sldChg>
      <pc:sldChg chg="modSp mod">
        <pc:chgData name="Nguyen Thanh Toan" userId="1e223fa5-87f9-41ea-9f3d-a66f28f4937d" providerId="ADAL" clId="{51E50165-518A-448E-BF26-796BE25DBC2E}" dt="2024-10-27T04:23:03.620" v="114" actId="14100"/>
        <pc:sldMkLst>
          <pc:docMk/>
          <pc:sldMk cId="3833042748" sldId="285"/>
        </pc:sldMkLst>
        <pc:spChg chg="mod">
          <ac:chgData name="Nguyen Thanh Toan" userId="1e223fa5-87f9-41ea-9f3d-a66f28f4937d" providerId="ADAL" clId="{51E50165-518A-448E-BF26-796BE25DBC2E}" dt="2024-10-27T04:22:46.724" v="113" actId="20577"/>
          <ac:spMkLst>
            <pc:docMk/>
            <pc:sldMk cId="3833042748" sldId="285"/>
            <ac:spMk id="31" creationId="{152E4C77-B44C-C41A-4E40-D5BB49A99EBD}"/>
          </ac:spMkLst>
        </pc:spChg>
        <pc:spChg chg="mod">
          <ac:chgData name="Nguyen Thanh Toan" userId="1e223fa5-87f9-41ea-9f3d-a66f28f4937d" providerId="ADAL" clId="{51E50165-518A-448E-BF26-796BE25DBC2E}" dt="2024-10-27T04:23:03.620" v="114" actId="14100"/>
          <ac:spMkLst>
            <pc:docMk/>
            <pc:sldMk cId="3833042748" sldId="285"/>
            <ac:spMk id="44" creationId="{49C0346B-39BC-FC39-E496-F7F16E96DFAE}"/>
          </ac:spMkLst>
        </pc:spChg>
      </pc:sldChg>
      <pc:sldChg chg="modSp mod">
        <pc:chgData name="Nguyen Thanh Toan" userId="1e223fa5-87f9-41ea-9f3d-a66f28f4937d" providerId="ADAL" clId="{51E50165-518A-448E-BF26-796BE25DBC2E}" dt="2024-10-27T04:27:33.331" v="141" actId="20577"/>
        <pc:sldMkLst>
          <pc:docMk/>
          <pc:sldMk cId="3892388951" sldId="294"/>
        </pc:sldMkLst>
        <pc:spChg chg="mod">
          <ac:chgData name="Nguyen Thanh Toan" userId="1e223fa5-87f9-41ea-9f3d-a66f28f4937d" providerId="ADAL" clId="{51E50165-518A-448E-BF26-796BE25DBC2E}" dt="2024-10-27T04:27:33.331" v="141" actId="20577"/>
          <ac:spMkLst>
            <pc:docMk/>
            <pc:sldMk cId="3892388951" sldId="294"/>
            <ac:spMk id="42" creationId="{EAF9C311-727D-52CB-9875-65590756C63D}"/>
          </ac:spMkLst>
        </pc:spChg>
      </pc:sldChg>
      <pc:sldChg chg="modSp mod">
        <pc:chgData name="Nguyen Thanh Toan" userId="1e223fa5-87f9-41ea-9f3d-a66f28f4937d" providerId="ADAL" clId="{51E50165-518A-448E-BF26-796BE25DBC2E}" dt="2024-10-27T04:21:21.979" v="42" actId="20577"/>
        <pc:sldMkLst>
          <pc:docMk/>
          <pc:sldMk cId="3657118620" sldId="338"/>
        </pc:sldMkLst>
        <pc:spChg chg="mod">
          <ac:chgData name="Nguyen Thanh Toan" userId="1e223fa5-87f9-41ea-9f3d-a66f28f4937d" providerId="ADAL" clId="{51E50165-518A-448E-BF26-796BE25DBC2E}" dt="2024-10-27T04:21:21.979" v="42" actId="20577"/>
          <ac:spMkLst>
            <pc:docMk/>
            <pc:sldMk cId="3657118620" sldId="338"/>
            <ac:spMk id="22" creationId="{790F94EF-58FF-8F56-7998-8F292EDF5653}"/>
          </ac:spMkLst>
        </pc:spChg>
      </pc:sldChg>
      <pc:sldChg chg="modSp mod">
        <pc:chgData name="Nguyen Thanh Toan" userId="1e223fa5-87f9-41ea-9f3d-a66f28f4937d" providerId="ADAL" clId="{51E50165-518A-448E-BF26-796BE25DBC2E}" dt="2024-10-27T04:43:06.980" v="391" actId="20577"/>
        <pc:sldMkLst>
          <pc:docMk/>
          <pc:sldMk cId="4092492448" sldId="340"/>
        </pc:sldMkLst>
        <pc:spChg chg="mod">
          <ac:chgData name="Nguyen Thanh Toan" userId="1e223fa5-87f9-41ea-9f3d-a66f28f4937d" providerId="ADAL" clId="{51E50165-518A-448E-BF26-796BE25DBC2E}" dt="2024-10-27T04:39:43.506" v="153" actId="20577"/>
          <ac:spMkLst>
            <pc:docMk/>
            <pc:sldMk cId="4092492448" sldId="340"/>
            <ac:spMk id="2" creationId="{DEB3A2A8-9CE6-C533-8A48-053A3F9FAC01}"/>
          </ac:spMkLst>
        </pc:spChg>
        <pc:spChg chg="mod">
          <ac:chgData name="Nguyen Thanh Toan" userId="1e223fa5-87f9-41ea-9f3d-a66f28f4937d" providerId="ADAL" clId="{51E50165-518A-448E-BF26-796BE25DBC2E}" dt="2024-10-27T04:43:06.980" v="391" actId="20577"/>
          <ac:spMkLst>
            <pc:docMk/>
            <pc:sldMk cId="4092492448" sldId="340"/>
            <ac:spMk id="5" creationId="{02698E39-D108-776C-B07C-DBA8B589E52F}"/>
          </ac:spMkLst>
        </pc:spChg>
        <pc:spChg chg="mod">
          <ac:chgData name="Nguyen Thanh Toan" userId="1e223fa5-87f9-41ea-9f3d-a66f28f4937d" providerId="ADAL" clId="{51E50165-518A-448E-BF26-796BE25DBC2E}" dt="2024-10-27T04:42:58.387" v="387" actId="20577"/>
          <ac:spMkLst>
            <pc:docMk/>
            <pc:sldMk cId="4092492448" sldId="340"/>
            <ac:spMk id="42" creationId="{6722A10F-1C6A-6322-BFE0-9821485E12F6}"/>
          </ac:spMkLst>
        </pc:spChg>
      </pc:sldChg>
    </pc:docChg>
  </pc:docChgLst>
  <pc:docChgLst>
    <pc:chgData name="Giang Le" userId="9461c767-7f36-4b9d-97d6-acf1971ae316" providerId="ADAL" clId="{B51D5C7C-A254-49AB-ADDF-CD419847FE83}"/>
    <pc:docChg chg="modSld">
      <pc:chgData name="Giang Le" userId="9461c767-7f36-4b9d-97d6-acf1971ae316" providerId="ADAL" clId="{B51D5C7C-A254-49AB-ADDF-CD419847FE83}" dt="2024-10-28T07:27:09.633" v="42" actId="20577"/>
      <pc:docMkLst>
        <pc:docMk/>
      </pc:docMkLst>
      <pc:sldChg chg="modSp mod">
        <pc:chgData name="Giang Le" userId="9461c767-7f36-4b9d-97d6-acf1971ae316" providerId="ADAL" clId="{B51D5C7C-A254-49AB-ADDF-CD419847FE83}" dt="2024-10-28T07:21:23.787" v="36" actId="20577"/>
        <pc:sldMkLst>
          <pc:docMk/>
          <pc:sldMk cId="4032476198" sldId="256"/>
        </pc:sldMkLst>
        <pc:spChg chg="mod">
          <ac:chgData name="Giang Le" userId="9461c767-7f36-4b9d-97d6-acf1971ae316" providerId="ADAL" clId="{B51D5C7C-A254-49AB-ADDF-CD419847FE83}" dt="2024-10-28T07:21:23.787" v="36" actId="20577"/>
          <ac:spMkLst>
            <pc:docMk/>
            <pc:sldMk cId="4032476198" sldId="256"/>
            <ac:spMk id="163" creationId="{65F9E6C9-4567-4787-9774-226004F06F9C}"/>
          </ac:spMkLst>
        </pc:spChg>
      </pc:sldChg>
      <pc:sldChg chg="modSp mod">
        <pc:chgData name="Giang Le" userId="9461c767-7f36-4b9d-97d6-acf1971ae316" providerId="ADAL" clId="{B51D5C7C-A254-49AB-ADDF-CD419847FE83}" dt="2024-10-28T07:26:59.046" v="41" actId="122"/>
        <pc:sldMkLst>
          <pc:docMk/>
          <pc:sldMk cId="3833042748" sldId="285"/>
        </pc:sldMkLst>
        <pc:spChg chg="mod">
          <ac:chgData name="Giang Le" userId="9461c767-7f36-4b9d-97d6-acf1971ae316" providerId="ADAL" clId="{B51D5C7C-A254-49AB-ADDF-CD419847FE83}" dt="2024-10-28T07:26:59.046" v="41" actId="122"/>
          <ac:spMkLst>
            <pc:docMk/>
            <pc:sldMk cId="3833042748" sldId="285"/>
            <ac:spMk id="2" creationId="{00000000-0000-0000-0000-000000000000}"/>
          </ac:spMkLst>
        </pc:spChg>
        <pc:spChg chg="mod">
          <ac:chgData name="Giang Le" userId="9461c767-7f36-4b9d-97d6-acf1971ae316" providerId="ADAL" clId="{B51D5C7C-A254-49AB-ADDF-CD419847FE83}" dt="2024-10-28T07:23:12.442" v="40" actId="6549"/>
          <ac:spMkLst>
            <pc:docMk/>
            <pc:sldMk cId="3833042748" sldId="285"/>
            <ac:spMk id="42" creationId="{25079FAD-A560-0F42-4317-E92C83A28510}"/>
          </ac:spMkLst>
        </pc:spChg>
      </pc:sldChg>
      <pc:sldChg chg="modSp mod">
        <pc:chgData name="Giang Le" userId="9461c767-7f36-4b9d-97d6-acf1971ae316" providerId="ADAL" clId="{B51D5C7C-A254-49AB-ADDF-CD419847FE83}" dt="2024-10-28T07:21:53.894" v="39" actId="20577"/>
        <pc:sldMkLst>
          <pc:docMk/>
          <pc:sldMk cId="1656749316" sldId="337"/>
        </pc:sldMkLst>
        <pc:spChg chg="mod">
          <ac:chgData name="Giang Le" userId="9461c767-7f36-4b9d-97d6-acf1971ae316" providerId="ADAL" clId="{B51D5C7C-A254-49AB-ADDF-CD419847FE83}" dt="2024-10-28T07:21:53.894" v="39" actId="20577"/>
          <ac:spMkLst>
            <pc:docMk/>
            <pc:sldMk cId="1656749316" sldId="337"/>
            <ac:spMk id="52" creationId="{1168E99D-423E-C010-49A1-3B122D6EBA86}"/>
          </ac:spMkLst>
        </pc:spChg>
      </pc:sldChg>
      <pc:sldChg chg="modSp mod">
        <pc:chgData name="Giang Le" userId="9461c767-7f36-4b9d-97d6-acf1971ae316" providerId="ADAL" clId="{B51D5C7C-A254-49AB-ADDF-CD419847FE83}" dt="2024-10-28T07:27:09.633" v="42" actId="20577"/>
        <pc:sldMkLst>
          <pc:docMk/>
          <pc:sldMk cId="1930693338" sldId="339"/>
        </pc:sldMkLst>
        <pc:spChg chg="mod">
          <ac:chgData name="Giang Le" userId="9461c767-7f36-4b9d-97d6-acf1971ae316" providerId="ADAL" clId="{B51D5C7C-A254-49AB-ADDF-CD419847FE83}" dt="2024-10-28T07:27:09.633" v="42" actId="20577"/>
          <ac:spMkLst>
            <pc:docMk/>
            <pc:sldMk cId="1930693338" sldId="339"/>
            <ac:spMk id="38" creationId="{E4D24505-43F4-2B13-D481-D2607A33212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E3EB5F-0EDB-4C74-BB1F-03B8437923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64064F9-D763-4FCB-9E62-10AA52B693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B6DDC9-DE64-44CF-BFE7-122B272B38FB}" type="datetimeFigureOut">
              <a:rPr lang="en-US" smtClean="0"/>
              <a:t>29/10/2024</a:t>
            </a:fld>
            <a:endParaRPr lang="en-US"/>
          </a:p>
        </p:txBody>
      </p:sp>
      <p:sp>
        <p:nvSpPr>
          <p:cNvPr id="4" name="Footer Placeholder 3">
            <a:extLst>
              <a:ext uri="{FF2B5EF4-FFF2-40B4-BE49-F238E27FC236}">
                <a16:creationId xmlns:a16="http://schemas.microsoft.com/office/drawing/2014/main" id="{FECEE8CD-C006-4B54-9A08-6B931E3980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F94616-22BB-4B10-A3BA-F25A0985D7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241BCF-65AE-4D28-8D87-64F16AC96C5D}" type="slidenum">
              <a:rPr lang="en-US" smtClean="0"/>
              <a:t>‹#›</a:t>
            </a:fld>
            <a:endParaRPr lang="en-US"/>
          </a:p>
        </p:txBody>
      </p:sp>
    </p:spTree>
    <p:extLst>
      <p:ext uri="{BB962C8B-B14F-4D97-AF65-F5344CB8AC3E}">
        <p14:creationId xmlns:p14="http://schemas.microsoft.com/office/powerpoint/2010/main" val="33092226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6FD400-41B3-46DB-9A1B-B4BFCB46256A}" type="datetimeFigureOut">
              <a:rPr lang="en-US" smtClean="0"/>
              <a:t>29/10/2024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6D90FD-290E-45A5-B6F1-6C6481BBCBBF}" type="slidenum">
              <a:rPr lang="en-US" smtClean="0"/>
              <a:t>‹#›</a:t>
            </a:fld>
            <a:endParaRPr lang="en-US"/>
          </a:p>
        </p:txBody>
      </p:sp>
    </p:spTree>
    <p:extLst>
      <p:ext uri="{BB962C8B-B14F-4D97-AF65-F5344CB8AC3E}">
        <p14:creationId xmlns:p14="http://schemas.microsoft.com/office/powerpoint/2010/main" val="3485817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6D90FD-290E-45A5-B6F1-6C6481BBCBBF}" type="slidenum">
              <a:rPr lang="en-US" smtClean="0"/>
              <a:t>5</a:t>
            </a:fld>
            <a:endParaRPr lang="en-US"/>
          </a:p>
        </p:txBody>
      </p:sp>
    </p:spTree>
    <p:extLst>
      <p:ext uri="{BB962C8B-B14F-4D97-AF65-F5344CB8AC3E}">
        <p14:creationId xmlns:p14="http://schemas.microsoft.com/office/powerpoint/2010/main" val="314768846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17E40D-B216-4710-BD18-207E86DC4C8E}"/>
              </a:ext>
            </a:extLst>
          </p:cNvPr>
          <p:cNvPicPr>
            <a:picLocks noChangeAspect="1"/>
          </p:cNvPicPr>
          <p:nvPr userDrawn="1"/>
        </p:nvPicPr>
        <p:blipFill>
          <a:blip r:embed="rId2">
            <a:alphaModFix amt="20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400333" y="-299340"/>
            <a:ext cx="11391334" cy="7456680"/>
          </a:xfrm>
          <a:prstGeom prst="rect">
            <a:avLst/>
          </a:prstGeom>
        </p:spPr>
      </p:pic>
    </p:spTree>
    <p:extLst>
      <p:ext uri="{BB962C8B-B14F-4D97-AF65-F5344CB8AC3E}">
        <p14:creationId xmlns:p14="http://schemas.microsoft.com/office/powerpoint/2010/main" val="93675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023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Agenda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E1CD0F0-C157-4A74-85C5-3764950204CE}"/>
              </a:ext>
            </a:extLst>
          </p:cNvPr>
          <p:cNvSpPr/>
          <p:nvPr userDrawn="1"/>
        </p:nvSpPr>
        <p:spPr>
          <a:xfrm>
            <a:off x="472273" y="58280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214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duotone>
              <a:prstClr val="black"/>
              <a:schemeClr val="tx2">
                <a:tint val="45000"/>
                <a:satMod val="400000"/>
              </a:schemeClr>
            </a:duotone>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2273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902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448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extLst>
              <a:ext uri="{BEBA8EAE-BF5A-486C-A8C5-ECC9F3942E4B}">
                <a14:imgProps xmlns:a14="http://schemas.microsoft.com/office/drawing/2010/main">
                  <a14:imgLayer r:embed="rId3">
                    <a14:imgEffect>
                      <a14:saturation sa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824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Style slide layout">
    <p:bg>
      <p:bgPr>
        <a:blipFill dpi="0" rotWithShape="1">
          <a:blip r:embed="rId2">
            <a:lum/>
            <a:extLst>
              <a:ext uri="{BEBA8EAE-BF5A-486C-A8C5-ECC9F3942E4B}">
                <a14:imgProps xmlns:a14="http://schemas.microsoft.com/office/drawing/2010/main">
                  <a14:imgLayer r:embed="rId3">
                    <a14:imgEffect>
                      <a14:saturation sat="23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68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tyle slide layout">
    <p:bg>
      <p:bgPr>
        <a:blipFill dpi="0" rotWithShape="1">
          <a:blip r:embed="rId2">
            <a:duotone>
              <a:prstClr val="black"/>
              <a:schemeClr val="tx2">
                <a:tint val="45000"/>
                <a:satMod val="400000"/>
              </a:schemeClr>
            </a:duotone>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8075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tyle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949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9571A1-07C9-4F03-A464-584A5D1842DA}"/>
              </a:ext>
            </a:extLst>
          </p:cNvPr>
          <p:cNvSpPr/>
          <p:nvPr userDrawn="1"/>
        </p:nvSpPr>
        <p:spPr>
          <a:xfrm>
            <a:off x="472273" y="53256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9">
            <a:extLst>
              <a:ext uri="{FF2B5EF4-FFF2-40B4-BE49-F238E27FC236}">
                <a16:creationId xmlns:a16="http://schemas.microsoft.com/office/drawing/2014/main" id="{B0C52E43-13A5-4624-89BE-8D6626A1EDE1}"/>
              </a:ext>
            </a:extLst>
          </p:cNvPr>
          <p:cNvSpPr>
            <a:spLocks noGrp="1"/>
          </p:cNvSpPr>
          <p:nvPr>
            <p:ph type="body" sz="quarter" idx="10" hasCustomPrompt="1"/>
          </p:nvPr>
        </p:nvSpPr>
        <p:spPr>
          <a:xfrm>
            <a:off x="472273" y="617627"/>
            <a:ext cx="11424453"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1310287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7_Images &amp; Contents Layout">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16EE34E5-ADA6-4EE7-BC24-98C8E9A86B83}"/>
              </a:ext>
            </a:extLst>
          </p:cNvPr>
          <p:cNvSpPr>
            <a:spLocks noGrp="1"/>
          </p:cNvSpPr>
          <p:nvPr>
            <p:ph type="pic" idx="13" hasCustomPrompt="1"/>
          </p:nvPr>
        </p:nvSpPr>
        <p:spPr>
          <a:xfrm>
            <a:off x="661852" y="653142"/>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
        <p:nvSpPr>
          <p:cNvPr id="3" name="Picture Placeholder 2">
            <a:extLst>
              <a:ext uri="{FF2B5EF4-FFF2-40B4-BE49-F238E27FC236}">
                <a16:creationId xmlns:a16="http://schemas.microsoft.com/office/drawing/2014/main" id="{6FDE143D-2918-4056-AC94-92DF81A575B9}"/>
              </a:ext>
            </a:extLst>
          </p:cNvPr>
          <p:cNvSpPr>
            <a:spLocks noGrp="1"/>
          </p:cNvSpPr>
          <p:nvPr>
            <p:ph type="pic" idx="14" hasCustomPrompt="1"/>
          </p:nvPr>
        </p:nvSpPr>
        <p:spPr>
          <a:xfrm>
            <a:off x="3705502" y="2576900"/>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 and Send to Back</a:t>
            </a:r>
            <a:endParaRPr lang="ko-KR" altLang="en-US"/>
          </a:p>
        </p:txBody>
      </p:sp>
      <p:sp>
        <p:nvSpPr>
          <p:cNvPr id="4" name="Picture Placeholder 2">
            <a:extLst>
              <a:ext uri="{FF2B5EF4-FFF2-40B4-BE49-F238E27FC236}">
                <a16:creationId xmlns:a16="http://schemas.microsoft.com/office/drawing/2014/main" id="{1334882F-9259-4D67-9996-302AE17E5F75}"/>
              </a:ext>
            </a:extLst>
          </p:cNvPr>
          <p:cNvSpPr>
            <a:spLocks noGrp="1"/>
          </p:cNvSpPr>
          <p:nvPr>
            <p:ph type="pic" idx="15" hasCustomPrompt="1"/>
          </p:nvPr>
        </p:nvSpPr>
        <p:spPr>
          <a:xfrm>
            <a:off x="2183677" y="4500658"/>
            <a:ext cx="4454434" cy="1692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Your Picture Here</a:t>
            </a:r>
            <a:endParaRPr lang="ko-KR" altLang="en-US"/>
          </a:p>
        </p:txBody>
      </p:sp>
    </p:spTree>
    <p:extLst>
      <p:ext uri="{BB962C8B-B14F-4D97-AF65-F5344CB8AC3E}">
        <p14:creationId xmlns:p14="http://schemas.microsoft.com/office/powerpoint/2010/main" val="39232279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slide layout">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17E40D-B216-4710-BD18-207E86DC4C8E}"/>
              </a:ext>
            </a:extLst>
          </p:cNvPr>
          <p:cNvPicPr>
            <a:picLocks noChangeAspect="1"/>
          </p:cNvPicPr>
          <p:nvPr userDrawn="1"/>
        </p:nvPicPr>
        <p:blipFill>
          <a:blip r:embed="rId2">
            <a:alphaModFix amt="20000"/>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400333" y="-299340"/>
            <a:ext cx="11391334" cy="7456680"/>
          </a:xfrm>
          <a:prstGeom prst="rect">
            <a:avLst/>
          </a:prstGeom>
        </p:spPr>
      </p:pic>
    </p:spTree>
    <p:extLst>
      <p:ext uri="{BB962C8B-B14F-4D97-AF65-F5344CB8AC3E}">
        <p14:creationId xmlns:p14="http://schemas.microsoft.com/office/powerpoint/2010/main" val="2183060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0155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B9571A1-07C9-4F03-A464-584A5D1842DA}"/>
              </a:ext>
            </a:extLst>
          </p:cNvPr>
          <p:cNvSpPr/>
          <p:nvPr userDrawn="1"/>
        </p:nvSpPr>
        <p:spPr>
          <a:xfrm>
            <a:off x="472273" y="532563"/>
            <a:ext cx="11719726" cy="86045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9">
            <a:extLst>
              <a:ext uri="{FF2B5EF4-FFF2-40B4-BE49-F238E27FC236}">
                <a16:creationId xmlns:a16="http://schemas.microsoft.com/office/drawing/2014/main" id="{B0C52E43-13A5-4624-89BE-8D6626A1EDE1}"/>
              </a:ext>
            </a:extLst>
          </p:cNvPr>
          <p:cNvSpPr>
            <a:spLocks noGrp="1"/>
          </p:cNvSpPr>
          <p:nvPr>
            <p:ph type="body" sz="quarter" idx="10" hasCustomPrompt="1"/>
          </p:nvPr>
        </p:nvSpPr>
        <p:spPr>
          <a:xfrm>
            <a:off x="472273" y="617627"/>
            <a:ext cx="11424453"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a:t>BASIC LAYOUT</a:t>
            </a:r>
          </a:p>
        </p:txBody>
      </p:sp>
    </p:spTree>
    <p:extLst>
      <p:ext uri="{BB962C8B-B14F-4D97-AF65-F5344CB8AC3E}">
        <p14:creationId xmlns:p14="http://schemas.microsoft.com/office/powerpoint/2010/main" val="462361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emf"/><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38BA9A-0AC2-434A-B448-6CE7D01D0DA1}"/>
              </a:ext>
            </a:extLst>
          </p:cNvPr>
          <p:cNvPicPr>
            <a:picLocks noChangeAspect="1"/>
          </p:cNvPicPr>
          <p:nvPr userDrawn="1"/>
        </p:nvPicPr>
        <p:blipFill>
          <a:blip r:embed="rId4"/>
          <a:stretch>
            <a:fillRect/>
          </a:stretch>
        </p:blipFill>
        <p:spPr>
          <a:xfrm>
            <a:off x="10480131" y="184514"/>
            <a:ext cx="1274207" cy="257787"/>
          </a:xfrm>
          <a:prstGeom prst="rect">
            <a:avLst/>
          </a:prstGeom>
        </p:spPr>
      </p:pic>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683" r:id="rId1"/>
    <p:sldLayoutId id="2147483655"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2996BD-0B90-F2FC-0044-78B3A222CC21}"/>
              </a:ext>
            </a:extLst>
          </p:cNvPr>
          <p:cNvPicPr>
            <a:picLocks noChangeAspect="1"/>
          </p:cNvPicPr>
          <p:nvPr userDrawn="1"/>
        </p:nvPicPr>
        <p:blipFill>
          <a:blip r:embed="rId13"/>
          <a:stretch>
            <a:fillRect/>
          </a:stretch>
        </p:blipFill>
        <p:spPr>
          <a:xfrm>
            <a:off x="240860" y="6404444"/>
            <a:ext cx="1274207" cy="257787"/>
          </a:xfrm>
          <a:prstGeom prst="rect">
            <a:avLst/>
          </a:prstGeom>
        </p:spPr>
      </p:pic>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731" r:id="rId1"/>
    <p:sldLayoutId id="2147483737" r:id="rId2"/>
    <p:sldLayoutId id="2147483739" r:id="rId3"/>
    <p:sldLayoutId id="2147483736" r:id="rId4"/>
    <p:sldLayoutId id="2147483740" r:id="rId5"/>
    <p:sldLayoutId id="2147483743" r:id="rId6"/>
    <p:sldLayoutId id="2147483741" r:id="rId7"/>
    <p:sldLayoutId id="2147483742" r:id="rId8"/>
    <p:sldLayoutId id="2147483738" r:id="rId9"/>
    <p:sldLayoutId id="2147483750" r:id="rId10"/>
    <p:sldLayoutId id="2147483753" r:id="rId1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489834-4343-D90A-823A-A80B42E598C4}"/>
              </a:ext>
            </a:extLst>
          </p:cNvPr>
          <p:cNvPicPr>
            <a:picLocks noChangeAspect="1"/>
          </p:cNvPicPr>
          <p:nvPr userDrawn="1"/>
        </p:nvPicPr>
        <p:blipFill>
          <a:blip r:embed="rId4"/>
          <a:stretch>
            <a:fillRect/>
          </a:stretch>
        </p:blipFill>
        <p:spPr>
          <a:xfrm>
            <a:off x="10480131" y="184514"/>
            <a:ext cx="1274207" cy="257787"/>
          </a:xfrm>
          <a:prstGeom prst="rect">
            <a:avLst/>
          </a:prstGeom>
        </p:spPr>
      </p:pic>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 id="2147483752" r:id="rId2"/>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hlinkClick r:id="rId2"/>
          </p:cNvPr>
          <p:cNvSpPr txBox="1"/>
          <p:nvPr/>
        </p:nvSpPr>
        <p:spPr>
          <a:xfrm>
            <a:off x="1004744" y="6126285"/>
            <a:ext cx="11187256" cy="251533"/>
          </a:xfrm>
          <a:prstGeom prst="rect">
            <a:avLst/>
          </a:prstGeom>
          <a:noFill/>
        </p:spPr>
        <p:txBody>
          <a:bodyPr wrap="square" rtlCol="0">
            <a:spAutoFit/>
          </a:bodyPr>
          <a:lstStyle/>
          <a:p>
            <a:r>
              <a:rPr lang="en-US" altLang="ko-KR" sz="1000">
                <a:solidFill>
                  <a:srgbClr val="002060"/>
                </a:solidFill>
                <a:cs typeface="Arial" pitchFamily="34" charset="0"/>
                <a:hlinkClick r:id="rId2">
                  <a:extLst>
                    <a:ext uri="{A12FA001-AC4F-418D-AE19-62706E023703}">
                      <ahyp:hlinkClr xmlns:ahyp="http://schemas.microsoft.com/office/drawing/2018/hyperlinkcolor" val="tx"/>
                    </a:ext>
                  </a:extLst>
                </a:hlinkClick>
              </a:rPr>
              <a:t>http://www.ghconsults.com</a:t>
            </a:r>
            <a:endParaRPr lang="ko-KR" altLang="en-US" sz="1000">
              <a:solidFill>
                <a:srgbClr val="002060"/>
              </a:solidFill>
              <a:cs typeface="Arial" pitchFamily="34" charset="0"/>
            </a:endParaRPr>
          </a:p>
        </p:txBody>
      </p:sp>
      <p:sp>
        <p:nvSpPr>
          <p:cNvPr id="124" name="TextBox 123">
            <a:extLst>
              <a:ext uri="{FF2B5EF4-FFF2-40B4-BE49-F238E27FC236}">
                <a16:creationId xmlns:a16="http://schemas.microsoft.com/office/drawing/2014/main" id="{1D228C36-0C5C-40B6-AFBC-D1BD662CD0AF}"/>
              </a:ext>
            </a:extLst>
          </p:cNvPr>
          <p:cNvSpPr txBox="1"/>
          <p:nvPr/>
        </p:nvSpPr>
        <p:spPr>
          <a:xfrm>
            <a:off x="963800" y="4584408"/>
            <a:ext cx="6660056" cy="830997"/>
          </a:xfrm>
          <a:prstGeom prst="rect">
            <a:avLst/>
          </a:prstGeom>
          <a:noFill/>
        </p:spPr>
        <p:txBody>
          <a:bodyPr wrap="square" rtlCol="0" anchor="ctr">
            <a:spAutoFit/>
          </a:bodyPr>
          <a:lstStyle/>
          <a:p>
            <a:endParaRPr lang="ko-KR" altLang="en-US" sz="4800">
              <a:solidFill>
                <a:schemeClr val="bg1"/>
              </a:solidFill>
              <a:cs typeface="Arial" pitchFamily="34" charset="0"/>
            </a:endParaRPr>
          </a:p>
        </p:txBody>
      </p:sp>
      <p:grpSp>
        <p:nvGrpSpPr>
          <p:cNvPr id="4" name="Group 3">
            <a:extLst>
              <a:ext uri="{FF2B5EF4-FFF2-40B4-BE49-F238E27FC236}">
                <a16:creationId xmlns:a16="http://schemas.microsoft.com/office/drawing/2014/main" id="{BE498A1E-D8B0-4CD0-B42E-65FB0A5678B1}"/>
              </a:ext>
            </a:extLst>
          </p:cNvPr>
          <p:cNvGrpSpPr/>
          <p:nvPr/>
        </p:nvGrpSpPr>
        <p:grpSpPr>
          <a:xfrm>
            <a:off x="1004187" y="5465093"/>
            <a:ext cx="6619669" cy="617477"/>
            <a:chOff x="635696" y="5806293"/>
            <a:chExt cx="6619669" cy="617477"/>
          </a:xfrm>
        </p:grpSpPr>
        <p:sp>
          <p:nvSpPr>
            <p:cNvPr id="14" name="TextBox 13">
              <a:extLst>
                <a:ext uri="{FF2B5EF4-FFF2-40B4-BE49-F238E27FC236}">
                  <a16:creationId xmlns:a16="http://schemas.microsoft.com/office/drawing/2014/main" id="{DF166F6B-B975-4F3C-BCF2-9971086140FB}"/>
                </a:ext>
              </a:extLst>
            </p:cNvPr>
            <p:cNvSpPr txBox="1"/>
            <p:nvPr/>
          </p:nvSpPr>
          <p:spPr>
            <a:xfrm>
              <a:off x="635696" y="5806293"/>
              <a:ext cx="6619669" cy="392159"/>
            </a:xfrm>
            <a:prstGeom prst="rect">
              <a:avLst/>
            </a:prstGeom>
            <a:noFill/>
          </p:spPr>
          <p:txBody>
            <a:bodyPr wrap="square" rtlCol="0" anchor="ctr">
              <a:spAutoFit/>
            </a:bodyPr>
            <a:lstStyle/>
            <a:p>
              <a:pPr marL="0" marR="0">
                <a:lnSpc>
                  <a:spcPct val="115000"/>
                </a:lnSpc>
                <a:spcBef>
                  <a:spcPts val="0"/>
                </a:spcBef>
                <a:spcAft>
                  <a:spcPts val="0"/>
                </a:spcAft>
              </a:pPr>
              <a:r>
                <a:rPr lang="en-US" sz="1800" b="1" dirty="0">
                  <a:solidFill>
                    <a:srgbClr val="FFFFFF"/>
                  </a:solidFill>
                  <a:effectLst/>
                  <a:highlight>
                    <a:srgbClr val="002060"/>
                  </a:highlight>
                  <a:latin typeface="Calibri" panose="020F0502020204030204" pitchFamily="34" charset="0"/>
                  <a:ea typeface="Times New Roman" panose="02020603050405020304" pitchFamily="18" charset="0"/>
                  <a:cs typeface="Times New Roman" panose="02020603050405020304" pitchFamily="18" charset="0"/>
                </a:rPr>
                <a:t>CHUẨN BỊ CHO: CÔNG TY CỔ </a:t>
              </a:r>
              <a:r>
                <a:rPr lang="en-US" sz="1800" b="1">
                  <a:solidFill>
                    <a:srgbClr val="FFFFFF"/>
                  </a:solidFill>
                  <a:effectLst/>
                  <a:highlight>
                    <a:srgbClr val="002060"/>
                  </a:highlight>
                  <a:latin typeface="Calibri" panose="020F0502020204030204" pitchFamily="34" charset="0"/>
                  <a:ea typeface="Times New Roman" panose="02020603050405020304" pitchFamily="18" charset="0"/>
                  <a:cs typeface="Times New Roman" panose="02020603050405020304" pitchFamily="18" charset="0"/>
                </a:rPr>
                <a:t>PHẦN NHỰA TÁI CHẾ </a:t>
              </a:r>
              <a:r>
                <a:rPr lang="en-US" sz="1800" b="1" dirty="0">
                  <a:solidFill>
                    <a:srgbClr val="FFFFFF"/>
                  </a:solidFill>
                  <a:effectLst/>
                  <a:highlight>
                    <a:srgbClr val="002060"/>
                  </a:highlight>
                  <a:latin typeface="Calibri" panose="020F0502020204030204" pitchFamily="34" charset="0"/>
                  <a:ea typeface="Times New Roman" panose="02020603050405020304" pitchFamily="18" charset="0"/>
                  <a:cs typeface="Times New Roman" panose="02020603050405020304" pitchFamily="18" charset="0"/>
                </a:rPr>
                <a:t>DUY TÂN</a:t>
              </a:r>
              <a:endParaRPr lang="en-US" sz="1800" dirty="0">
                <a:effectLst/>
                <a:highlight>
                  <a:srgbClr val="002060"/>
                </a:highlight>
                <a:latin typeface="Calibri" panose="020F0502020204030204" pitchFamily="34" charset="0"/>
                <a:ea typeface="Calibri" panose="020F0502020204030204" pitchFamily="34" charset="0"/>
              </a:endParaRPr>
            </a:p>
          </p:txBody>
        </p:sp>
        <p:sp>
          <p:nvSpPr>
            <p:cNvPr id="125" name="TextBox 124">
              <a:extLst>
                <a:ext uri="{FF2B5EF4-FFF2-40B4-BE49-F238E27FC236}">
                  <a16:creationId xmlns:a16="http://schemas.microsoft.com/office/drawing/2014/main" id="{E5CB0735-90D2-4B58-81A2-47E7B847447A}"/>
                </a:ext>
              </a:extLst>
            </p:cNvPr>
            <p:cNvSpPr txBox="1"/>
            <p:nvPr/>
          </p:nvSpPr>
          <p:spPr>
            <a:xfrm>
              <a:off x="635696" y="6044114"/>
              <a:ext cx="6619669" cy="379656"/>
            </a:xfrm>
            <a:prstGeom prst="rect">
              <a:avLst/>
            </a:prstGeom>
            <a:noFill/>
          </p:spPr>
          <p:txBody>
            <a:bodyPr wrap="square" rtlCol="0" anchor="ctr">
              <a:spAutoFit/>
            </a:bodyPr>
            <a:lstStyle/>
            <a:p>
              <a:endParaRPr lang="ko-KR" altLang="en-US" sz="1867">
                <a:solidFill>
                  <a:schemeClr val="bg1"/>
                </a:solidFill>
                <a:cs typeface="Arial" pitchFamily="34" charset="0"/>
              </a:endParaRPr>
            </a:p>
          </p:txBody>
        </p:sp>
      </p:grpSp>
      <p:sp>
        <p:nvSpPr>
          <p:cNvPr id="163" name="TextBox 162">
            <a:extLst>
              <a:ext uri="{FF2B5EF4-FFF2-40B4-BE49-F238E27FC236}">
                <a16:creationId xmlns:a16="http://schemas.microsoft.com/office/drawing/2014/main" id="{65F9E6C9-4567-4787-9774-226004F06F9C}"/>
              </a:ext>
            </a:extLst>
          </p:cNvPr>
          <p:cNvSpPr txBox="1"/>
          <p:nvPr/>
        </p:nvSpPr>
        <p:spPr>
          <a:xfrm>
            <a:off x="963799" y="4003104"/>
            <a:ext cx="8645422" cy="1384995"/>
          </a:xfrm>
          <a:prstGeom prst="rect">
            <a:avLst/>
          </a:prstGeom>
          <a:noFill/>
        </p:spPr>
        <p:txBody>
          <a:bodyPr wrap="square" rtlCol="0" anchor="ctr">
            <a:spAutoFit/>
          </a:bodyPr>
          <a:lstStyle/>
          <a:p>
            <a:r>
              <a:rPr lang="en-US" sz="2800" b="1" dirty="0">
                <a:solidFill>
                  <a:srgbClr val="002060"/>
                </a:solidFill>
                <a:effectLst/>
                <a:latin typeface="Calibri" panose="020F0502020204030204" pitchFamily="34" charset="0"/>
                <a:ea typeface="Times New Roman" panose="02020603050405020304" pitchFamily="18" charset="0"/>
                <a:cs typeface="Times New Roman" panose="02020603050405020304" pitchFamily="18" charset="0"/>
              </a:rPr>
              <a:t>TÍNH PHÙ HỢP CỦA HỆ THỐNG DỮ LIỆU HIỆN TẠI KHI THAM GIA CÁC VỤ VIỆC ĐIỀU TRA CHỐNG BÁN PHÁ GIÁ CỦA MỸ VÀ ƯỚC TÍNH SƠ BỘ BIÊN ĐỘ BÁN PHÁ GIÁ</a:t>
            </a:r>
            <a:endParaRPr lang="ko-KR" altLang="en-US" sz="2800" b="1" dirty="0">
              <a:solidFill>
                <a:srgbClr val="002060"/>
              </a:solidFill>
              <a:cs typeface="Arial" pitchFamily="34" charset="0"/>
            </a:endParaRPr>
          </a:p>
        </p:txBody>
      </p:sp>
      <p:sp>
        <p:nvSpPr>
          <p:cNvPr id="2" name="TextBox 1">
            <a:extLst>
              <a:ext uri="{FF2B5EF4-FFF2-40B4-BE49-F238E27FC236}">
                <a16:creationId xmlns:a16="http://schemas.microsoft.com/office/drawing/2014/main" id="{8D5D979D-6B8C-73C0-4F09-86379AFA337F}"/>
              </a:ext>
            </a:extLst>
          </p:cNvPr>
          <p:cNvSpPr txBox="1"/>
          <p:nvPr/>
        </p:nvSpPr>
        <p:spPr>
          <a:xfrm>
            <a:off x="963799" y="3027542"/>
            <a:ext cx="9126131" cy="954107"/>
          </a:xfrm>
          <a:prstGeom prst="rect">
            <a:avLst/>
          </a:prstGeom>
          <a:noFill/>
        </p:spPr>
        <p:txBody>
          <a:bodyPr wrap="square" rtlCol="0" anchor="ctr">
            <a:spAutoFit/>
          </a:bodyPr>
          <a:lstStyle/>
          <a:p>
            <a:r>
              <a:rPr lang="en-US" altLang="ko-KR" sz="5600" b="1" dirty="0">
                <a:solidFill>
                  <a:srgbClr val="002060"/>
                </a:solidFill>
                <a:cs typeface="Arial" pitchFamily="34" charset="0"/>
              </a:rPr>
              <a:t>BÁO CÁO PHÂN TÍCH</a:t>
            </a:r>
            <a:endParaRPr lang="ko-KR" altLang="en-US" sz="5600" b="1" dirty="0">
              <a:solidFill>
                <a:srgbClr val="002060"/>
              </a:solidFill>
              <a:cs typeface="Arial" pitchFamily="34" charset="0"/>
            </a:endParaRPr>
          </a:p>
        </p:txBody>
      </p:sp>
    </p:spTree>
    <p:extLst>
      <p:ext uri="{BB962C8B-B14F-4D97-AF65-F5344CB8AC3E}">
        <p14:creationId xmlns:p14="http://schemas.microsoft.com/office/powerpoint/2010/main" val="403247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7856" y="567712"/>
            <a:ext cx="6191673" cy="861774"/>
          </a:xfrm>
          <a:prstGeom prst="rect">
            <a:avLst/>
          </a:prstGeom>
          <a:noFill/>
        </p:spPr>
        <p:txBody>
          <a:bodyPr wrap="square" rtlCol="0" anchor="ctr">
            <a:spAutoFit/>
          </a:bodyPr>
          <a:lstStyle/>
          <a:p>
            <a:r>
              <a:rPr lang="en-US" altLang="ko-KR" sz="4800" b="1" dirty="0">
                <a:solidFill>
                  <a:schemeClr val="bg1"/>
                </a:solidFill>
                <a:cs typeface="Arial" pitchFamily="34" charset="0"/>
              </a:rPr>
              <a:t>MỤC LỤC</a:t>
            </a:r>
            <a:endParaRPr lang="ko-KR" altLang="en-US" sz="4800" b="1" dirty="0">
              <a:solidFill>
                <a:schemeClr val="bg1"/>
              </a:solidFill>
              <a:cs typeface="Arial" pitchFamily="34" charset="0"/>
            </a:endParaRPr>
          </a:p>
        </p:txBody>
      </p:sp>
      <p:grpSp>
        <p:nvGrpSpPr>
          <p:cNvPr id="22" name="Group 21">
            <a:extLst>
              <a:ext uri="{FF2B5EF4-FFF2-40B4-BE49-F238E27FC236}">
                <a16:creationId xmlns:a16="http://schemas.microsoft.com/office/drawing/2014/main" id="{77CAFC84-4744-4178-95B5-AB423D30EFA8}"/>
              </a:ext>
            </a:extLst>
          </p:cNvPr>
          <p:cNvGrpSpPr/>
          <p:nvPr/>
        </p:nvGrpSpPr>
        <p:grpSpPr>
          <a:xfrm>
            <a:off x="506257" y="1631337"/>
            <a:ext cx="4707541" cy="1015663"/>
            <a:chOff x="5692278" y="3070393"/>
            <a:chExt cx="4707541" cy="1015663"/>
          </a:xfrm>
        </p:grpSpPr>
        <p:sp>
          <p:nvSpPr>
            <p:cNvPr id="9" name="TextBox 8"/>
            <p:cNvSpPr txBox="1"/>
            <p:nvPr/>
          </p:nvSpPr>
          <p:spPr>
            <a:xfrm>
              <a:off x="6751979" y="3153728"/>
              <a:ext cx="3647840"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Bối</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cảnh</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chung</a:t>
              </a:r>
              <a:endParaRPr lang="ko-KR" altLang="en-US" sz="2700" b="1" dirty="0">
                <a:solidFill>
                  <a:srgbClr val="002060"/>
                </a:solidFill>
                <a:cs typeface="Arial" pitchFamily="34" charset="0"/>
              </a:endParaRPr>
            </a:p>
          </p:txBody>
        </p:sp>
        <p:sp>
          <p:nvSpPr>
            <p:cNvPr id="7" name="TextBox 6"/>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01</a:t>
              </a:r>
              <a:endParaRPr lang="ko-KR" altLang="en-US" sz="6000" b="1">
                <a:solidFill>
                  <a:srgbClr val="002060"/>
                </a:solidFill>
                <a:cs typeface="Arial" pitchFamily="34" charset="0"/>
              </a:endParaRPr>
            </a:p>
          </p:txBody>
        </p:sp>
      </p:grpSp>
      <p:grpSp>
        <p:nvGrpSpPr>
          <p:cNvPr id="27" name="Group 26">
            <a:extLst>
              <a:ext uri="{FF2B5EF4-FFF2-40B4-BE49-F238E27FC236}">
                <a16:creationId xmlns:a16="http://schemas.microsoft.com/office/drawing/2014/main" id="{BC1A5C06-9DB4-413C-9356-73FF09130A4F}"/>
              </a:ext>
            </a:extLst>
          </p:cNvPr>
          <p:cNvGrpSpPr/>
          <p:nvPr/>
        </p:nvGrpSpPr>
        <p:grpSpPr>
          <a:xfrm>
            <a:off x="6310443" y="1631337"/>
            <a:ext cx="5237798" cy="1015663"/>
            <a:chOff x="5692278" y="3070393"/>
            <a:chExt cx="4707541" cy="1015663"/>
          </a:xfrm>
        </p:grpSpPr>
        <p:sp>
          <p:nvSpPr>
            <p:cNvPr id="29" name="TextBox 28">
              <a:extLst>
                <a:ext uri="{FF2B5EF4-FFF2-40B4-BE49-F238E27FC236}">
                  <a16:creationId xmlns:a16="http://schemas.microsoft.com/office/drawing/2014/main" id="{94F50ED2-77D6-4064-8834-6CA6460394EB}"/>
                </a:ext>
              </a:extLst>
            </p:cNvPr>
            <p:cNvSpPr txBox="1"/>
            <p:nvPr/>
          </p:nvSpPr>
          <p:spPr>
            <a:xfrm>
              <a:off x="6661300" y="3153728"/>
              <a:ext cx="3738519"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Phương</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pháp</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điều</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tra</a:t>
              </a:r>
              <a:endParaRPr lang="ko-KR" altLang="en-US" sz="2700" b="1" dirty="0">
                <a:solidFill>
                  <a:srgbClr val="002060"/>
                </a:solidFill>
                <a:cs typeface="Arial" pitchFamily="34" charset="0"/>
              </a:endParaRPr>
            </a:p>
          </p:txBody>
        </p:sp>
        <p:sp>
          <p:nvSpPr>
            <p:cNvPr id="30" name="TextBox 29">
              <a:extLst>
                <a:ext uri="{FF2B5EF4-FFF2-40B4-BE49-F238E27FC236}">
                  <a16:creationId xmlns:a16="http://schemas.microsoft.com/office/drawing/2014/main" id="{3F4FFC14-B4AA-49BC-8F34-087407605B97}"/>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02</a:t>
              </a:r>
              <a:endParaRPr lang="ko-KR" altLang="en-US" sz="6000" b="1" dirty="0">
                <a:solidFill>
                  <a:srgbClr val="002060"/>
                </a:solidFill>
                <a:cs typeface="Arial" pitchFamily="34" charset="0"/>
              </a:endParaRPr>
            </a:p>
          </p:txBody>
        </p:sp>
      </p:grpSp>
      <p:grpSp>
        <p:nvGrpSpPr>
          <p:cNvPr id="31" name="Group 30">
            <a:extLst>
              <a:ext uri="{FF2B5EF4-FFF2-40B4-BE49-F238E27FC236}">
                <a16:creationId xmlns:a16="http://schemas.microsoft.com/office/drawing/2014/main" id="{05C62BB4-E7CE-481F-853F-FDA59731498B}"/>
              </a:ext>
            </a:extLst>
          </p:cNvPr>
          <p:cNvGrpSpPr/>
          <p:nvPr/>
        </p:nvGrpSpPr>
        <p:grpSpPr>
          <a:xfrm>
            <a:off x="508529" y="3271345"/>
            <a:ext cx="4723741" cy="1107893"/>
            <a:chOff x="5692278" y="3070393"/>
            <a:chExt cx="4723741" cy="1107893"/>
          </a:xfrm>
        </p:grpSpPr>
        <p:sp>
          <p:nvSpPr>
            <p:cNvPr id="32" name="TextBox 31">
              <a:extLst>
                <a:ext uri="{FF2B5EF4-FFF2-40B4-BE49-F238E27FC236}">
                  <a16:creationId xmlns:a16="http://schemas.microsoft.com/office/drawing/2014/main" id="{4F865D63-0537-4EFF-9BCC-9E0E0016CA01}"/>
                </a:ext>
              </a:extLst>
            </p:cNvPr>
            <p:cNvSpPr txBox="1"/>
            <p:nvPr/>
          </p:nvSpPr>
          <p:spPr>
            <a:xfrm>
              <a:off x="6768179" y="3655066"/>
              <a:ext cx="3647840" cy="523220"/>
            </a:xfrm>
            <a:prstGeom prst="rect">
              <a:avLst/>
            </a:prstGeom>
            <a:noFill/>
          </p:spPr>
          <p:txBody>
            <a:bodyPr wrap="square" rtlCol="0">
              <a:spAutoFit/>
            </a:bodyPr>
            <a:lstStyle/>
            <a:p>
              <a:r>
                <a:rPr lang="en-US" altLang="ko-KR" sz="1400" dirty="0" err="1">
                  <a:solidFill>
                    <a:srgbClr val="002060"/>
                  </a:solidFill>
                  <a:cs typeface="Arial" pitchFamily="34" charset="0"/>
                </a:rPr>
                <a:t>Kết</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quả</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tính</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toán</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về</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các</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yếu</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tố</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sản</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xuất</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của</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sản</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phẩm</a:t>
              </a:r>
              <a:r>
                <a:rPr lang="en-US" altLang="ko-KR" sz="1400" dirty="0">
                  <a:solidFill>
                    <a:srgbClr val="002060"/>
                  </a:solidFill>
                  <a:cs typeface="Arial" pitchFamily="34" charset="0"/>
                </a:rPr>
                <a:t> RPET</a:t>
              </a:r>
            </a:p>
          </p:txBody>
        </p:sp>
        <p:sp>
          <p:nvSpPr>
            <p:cNvPr id="33" name="TextBox 32">
              <a:extLst>
                <a:ext uri="{FF2B5EF4-FFF2-40B4-BE49-F238E27FC236}">
                  <a16:creationId xmlns:a16="http://schemas.microsoft.com/office/drawing/2014/main" id="{F5D842C6-31BE-495F-BE59-FAB5E8A2014D}"/>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Kết</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quả</a:t>
              </a:r>
              <a:endParaRPr lang="ko-KR" altLang="en-US" sz="2700" b="1" dirty="0">
                <a:solidFill>
                  <a:srgbClr val="002060"/>
                </a:solidFill>
                <a:cs typeface="Arial" pitchFamily="34" charset="0"/>
              </a:endParaRPr>
            </a:p>
          </p:txBody>
        </p:sp>
        <p:sp>
          <p:nvSpPr>
            <p:cNvPr id="34" name="TextBox 33">
              <a:extLst>
                <a:ext uri="{FF2B5EF4-FFF2-40B4-BE49-F238E27FC236}">
                  <a16:creationId xmlns:a16="http://schemas.microsoft.com/office/drawing/2014/main" id="{465502A7-4347-4430-8DA7-2629A1C932A2}"/>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03</a:t>
              </a:r>
              <a:endParaRPr lang="ko-KR" altLang="en-US" sz="6000" b="1">
                <a:solidFill>
                  <a:srgbClr val="002060"/>
                </a:solidFill>
                <a:cs typeface="Arial" pitchFamily="34" charset="0"/>
              </a:endParaRPr>
            </a:p>
          </p:txBody>
        </p:sp>
      </p:grpSp>
      <p:grpSp>
        <p:nvGrpSpPr>
          <p:cNvPr id="35" name="Group 34">
            <a:extLst>
              <a:ext uri="{FF2B5EF4-FFF2-40B4-BE49-F238E27FC236}">
                <a16:creationId xmlns:a16="http://schemas.microsoft.com/office/drawing/2014/main" id="{0C7DA1F4-A93A-4A6E-8D7B-86B1E3FD26ED}"/>
              </a:ext>
            </a:extLst>
          </p:cNvPr>
          <p:cNvGrpSpPr/>
          <p:nvPr/>
        </p:nvGrpSpPr>
        <p:grpSpPr>
          <a:xfrm>
            <a:off x="6312715" y="3271345"/>
            <a:ext cx="4723741" cy="1015663"/>
            <a:chOff x="5692278" y="3070393"/>
            <a:chExt cx="4723741" cy="1015663"/>
          </a:xfrm>
        </p:grpSpPr>
        <p:sp>
          <p:nvSpPr>
            <p:cNvPr id="36" name="TextBox 35">
              <a:extLst>
                <a:ext uri="{FF2B5EF4-FFF2-40B4-BE49-F238E27FC236}">
                  <a16:creationId xmlns:a16="http://schemas.microsoft.com/office/drawing/2014/main" id="{0764B062-95E9-4460-8BDD-A8ECD228A425}"/>
                </a:ext>
              </a:extLst>
            </p:cNvPr>
            <p:cNvSpPr txBox="1"/>
            <p:nvPr/>
          </p:nvSpPr>
          <p:spPr>
            <a:xfrm>
              <a:off x="6768179" y="3624287"/>
              <a:ext cx="3647840" cy="307777"/>
            </a:xfrm>
            <a:prstGeom prst="rect">
              <a:avLst/>
            </a:prstGeom>
            <a:noFill/>
          </p:spPr>
          <p:txBody>
            <a:bodyPr wrap="square" rtlCol="0">
              <a:spAutoFit/>
            </a:bodyPr>
            <a:lstStyle/>
            <a:p>
              <a:r>
                <a:rPr lang="en-US" altLang="ko-KR" sz="1400" dirty="0" err="1">
                  <a:solidFill>
                    <a:srgbClr val="002060"/>
                  </a:solidFill>
                  <a:cs typeface="Arial" pitchFamily="34" charset="0"/>
                </a:rPr>
                <a:t>Kết</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quả</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tìm</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kiếm</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giá</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trị</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thay</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thế</a:t>
              </a:r>
              <a:endParaRPr lang="en-US" altLang="ko-KR" sz="1400" dirty="0">
                <a:solidFill>
                  <a:srgbClr val="002060"/>
                </a:solidFill>
                <a:cs typeface="Arial" pitchFamily="34" charset="0"/>
              </a:endParaRPr>
            </a:p>
          </p:txBody>
        </p:sp>
        <p:sp>
          <p:nvSpPr>
            <p:cNvPr id="37" name="TextBox 36">
              <a:extLst>
                <a:ext uri="{FF2B5EF4-FFF2-40B4-BE49-F238E27FC236}">
                  <a16:creationId xmlns:a16="http://schemas.microsoft.com/office/drawing/2014/main" id="{3B71E5D8-AA70-4D3C-88A5-3F7CDB0DC9A8}"/>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Giá</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trị</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thay</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thế</a:t>
              </a:r>
              <a:endParaRPr lang="ko-KR" altLang="en-US" sz="2700" b="1" dirty="0">
                <a:solidFill>
                  <a:srgbClr val="002060"/>
                </a:solidFill>
                <a:cs typeface="Arial" pitchFamily="34" charset="0"/>
              </a:endParaRPr>
            </a:p>
          </p:txBody>
        </p:sp>
        <p:sp>
          <p:nvSpPr>
            <p:cNvPr id="38" name="TextBox 37">
              <a:extLst>
                <a:ext uri="{FF2B5EF4-FFF2-40B4-BE49-F238E27FC236}">
                  <a16:creationId xmlns:a16="http://schemas.microsoft.com/office/drawing/2014/main" id="{808661E6-62F9-4315-A04D-01E8BF32249F}"/>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a:solidFill>
                    <a:srgbClr val="002060"/>
                  </a:solidFill>
                  <a:cs typeface="Arial" pitchFamily="34" charset="0"/>
                </a:rPr>
                <a:t>04</a:t>
              </a:r>
              <a:endParaRPr lang="ko-KR" altLang="en-US" sz="6000" b="1">
                <a:solidFill>
                  <a:srgbClr val="002060"/>
                </a:solidFill>
                <a:cs typeface="Arial" pitchFamily="34" charset="0"/>
              </a:endParaRPr>
            </a:p>
          </p:txBody>
        </p:sp>
      </p:grpSp>
      <p:grpSp>
        <p:nvGrpSpPr>
          <p:cNvPr id="3" name="Group 2">
            <a:extLst>
              <a:ext uri="{FF2B5EF4-FFF2-40B4-BE49-F238E27FC236}">
                <a16:creationId xmlns:a16="http://schemas.microsoft.com/office/drawing/2014/main" id="{129B1378-8CDA-24F8-4D10-8F0CA2477D3B}"/>
              </a:ext>
            </a:extLst>
          </p:cNvPr>
          <p:cNvGrpSpPr/>
          <p:nvPr/>
        </p:nvGrpSpPr>
        <p:grpSpPr>
          <a:xfrm>
            <a:off x="506257" y="4911353"/>
            <a:ext cx="4726013" cy="1015663"/>
            <a:chOff x="5692278" y="3070393"/>
            <a:chExt cx="4726013" cy="1015663"/>
          </a:xfrm>
        </p:grpSpPr>
        <p:sp>
          <p:nvSpPr>
            <p:cNvPr id="4" name="TextBox 3">
              <a:extLst>
                <a:ext uri="{FF2B5EF4-FFF2-40B4-BE49-F238E27FC236}">
                  <a16:creationId xmlns:a16="http://schemas.microsoft.com/office/drawing/2014/main" id="{363EAFCE-1FF0-35A1-625F-E91E4AAF57E8}"/>
                </a:ext>
              </a:extLst>
            </p:cNvPr>
            <p:cNvSpPr txBox="1"/>
            <p:nvPr/>
          </p:nvSpPr>
          <p:spPr>
            <a:xfrm>
              <a:off x="6770451" y="3633302"/>
              <a:ext cx="3647840" cy="307777"/>
            </a:xfrm>
            <a:prstGeom prst="rect">
              <a:avLst/>
            </a:prstGeom>
            <a:noFill/>
          </p:spPr>
          <p:txBody>
            <a:bodyPr wrap="square" rtlCol="0">
              <a:spAutoFit/>
            </a:bodyPr>
            <a:lstStyle/>
            <a:p>
              <a:r>
                <a:rPr lang="en-US" altLang="ko-KR" sz="1400" dirty="0" err="1">
                  <a:solidFill>
                    <a:srgbClr val="002060"/>
                  </a:solidFill>
                  <a:cs typeface="Arial" pitchFamily="34" charset="0"/>
                </a:rPr>
                <a:t>Kết</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quả</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ước</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tính</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biên</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độ</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phá</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giá</a:t>
              </a:r>
              <a:endParaRPr lang="en-US" altLang="ko-KR" sz="1400" dirty="0">
                <a:solidFill>
                  <a:srgbClr val="002060"/>
                </a:solidFill>
                <a:cs typeface="Arial" pitchFamily="34" charset="0"/>
              </a:endParaRPr>
            </a:p>
          </p:txBody>
        </p:sp>
        <p:sp>
          <p:nvSpPr>
            <p:cNvPr id="5" name="TextBox 4">
              <a:extLst>
                <a:ext uri="{FF2B5EF4-FFF2-40B4-BE49-F238E27FC236}">
                  <a16:creationId xmlns:a16="http://schemas.microsoft.com/office/drawing/2014/main" id="{016D9108-27B1-75F5-47DC-94231DEA1881}"/>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Biên</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độ</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phá</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giá</a:t>
              </a:r>
              <a:endParaRPr lang="ko-KR" altLang="en-US" sz="2700" b="1" dirty="0">
                <a:solidFill>
                  <a:srgbClr val="002060"/>
                </a:solidFill>
                <a:cs typeface="Arial" pitchFamily="34" charset="0"/>
              </a:endParaRPr>
            </a:p>
          </p:txBody>
        </p:sp>
        <p:sp>
          <p:nvSpPr>
            <p:cNvPr id="6" name="TextBox 5">
              <a:extLst>
                <a:ext uri="{FF2B5EF4-FFF2-40B4-BE49-F238E27FC236}">
                  <a16:creationId xmlns:a16="http://schemas.microsoft.com/office/drawing/2014/main" id="{0C080A05-3730-FD90-8DC7-2F14D2B3C478}"/>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05</a:t>
              </a:r>
              <a:endParaRPr lang="ko-KR" altLang="en-US" sz="6000" b="1" dirty="0">
                <a:solidFill>
                  <a:srgbClr val="002060"/>
                </a:solidFill>
                <a:cs typeface="Arial" pitchFamily="34" charset="0"/>
              </a:endParaRPr>
            </a:p>
          </p:txBody>
        </p:sp>
      </p:grpSp>
      <p:grpSp>
        <p:nvGrpSpPr>
          <p:cNvPr id="10" name="Group 9">
            <a:extLst>
              <a:ext uri="{FF2B5EF4-FFF2-40B4-BE49-F238E27FC236}">
                <a16:creationId xmlns:a16="http://schemas.microsoft.com/office/drawing/2014/main" id="{EA85FA59-058A-B6B8-6E2B-9D04FC583B91}"/>
              </a:ext>
            </a:extLst>
          </p:cNvPr>
          <p:cNvGrpSpPr/>
          <p:nvPr/>
        </p:nvGrpSpPr>
        <p:grpSpPr>
          <a:xfrm>
            <a:off x="6310443" y="4911353"/>
            <a:ext cx="4726013" cy="1015663"/>
            <a:chOff x="5692278" y="3070393"/>
            <a:chExt cx="4726013" cy="1015663"/>
          </a:xfrm>
        </p:grpSpPr>
        <p:sp>
          <p:nvSpPr>
            <p:cNvPr id="11" name="TextBox 10">
              <a:extLst>
                <a:ext uri="{FF2B5EF4-FFF2-40B4-BE49-F238E27FC236}">
                  <a16:creationId xmlns:a16="http://schemas.microsoft.com/office/drawing/2014/main" id="{50CF42D2-205B-E234-7CEC-62BD3F79678D}"/>
                </a:ext>
              </a:extLst>
            </p:cNvPr>
            <p:cNvSpPr txBox="1"/>
            <p:nvPr/>
          </p:nvSpPr>
          <p:spPr>
            <a:xfrm>
              <a:off x="6770451" y="3578225"/>
              <a:ext cx="3647840" cy="276999"/>
            </a:xfrm>
            <a:prstGeom prst="rect">
              <a:avLst/>
            </a:prstGeom>
            <a:noFill/>
          </p:spPr>
          <p:txBody>
            <a:bodyPr wrap="square" rtlCol="0">
              <a:spAutoFit/>
            </a:bodyPr>
            <a:lstStyle/>
            <a:p>
              <a:endParaRPr lang="en-US" altLang="ko-KR" sz="1200" dirty="0">
                <a:solidFill>
                  <a:srgbClr val="002060"/>
                </a:solidFill>
                <a:cs typeface="Arial" pitchFamily="34" charset="0"/>
              </a:endParaRPr>
            </a:p>
          </p:txBody>
        </p:sp>
        <p:sp>
          <p:nvSpPr>
            <p:cNvPr id="12" name="TextBox 11">
              <a:extLst>
                <a:ext uri="{FF2B5EF4-FFF2-40B4-BE49-F238E27FC236}">
                  <a16:creationId xmlns:a16="http://schemas.microsoft.com/office/drawing/2014/main" id="{9AD102CF-AFB6-87B3-A90B-18AA0AEBEDC4}"/>
                </a:ext>
              </a:extLst>
            </p:cNvPr>
            <p:cNvSpPr txBox="1"/>
            <p:nvPr/>
          </p:nvSpPr>
          <p:spPr>
            <a:xfrm>
              <a:off x="6751979" y="3153728"/>
              <a:ext cx="3647840" cy="507831"/>
            </a:xfrm>
            <a:prstGeom prst="rect">
              <a:avLst/>
            </a:prstGeom>
            <a:noFill/>
          </p:spPr>
          <p:txBody>
            <a:bodyPr wrap="square" lIns="108000" rIns="108000" rtlCol="0">
              <a:spAutoFit/>
            </a:bodyPr>
            <a:lstStyle/>
            <a:p>
              <a:r>
                <a:rPr lang="en-US" altLang="ko-KR" sz="2700" b="1" dirty="0" err="1">
                  <a:solidFill>
                    <a:srgbClr val="002060"/>
                  </a:solidFill>
                  <a:cs typeface="Arial" pitchFamily="34" charset="0"/>
                </a:rPr>
                <a:t>Kết</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luận</a:t>
              </a:r>
              <a:r>
                <a:rPr lang="en-US" altLang="ko-KR" sz="2700" b="1" dirty="0">
                  <a:solidFill>
                    <a:srgbClr val="002060"/>
                  </a:solidFill>
                  <a:cs typeface="Arial" pitchFamily="34" charset="0"/>
                </a:rPr>
                <a:t> &amp; </a:t>
              </a:r>
              <a:r>
                <a:rPr lang="en-US" altLang="ko-KR" sz="2700" b="1" dirty="0" err="1">
                  <a:solidFill>
                    <a:srgbClr val="002060"/>
                  </a:solidFill>
                  <a:cs typeface="Arial" pitchFamily="34" charset="0"/>
                </a:rPr>
                <a:t>kiến</a:t>
              </a:r>
              <a:r>
                <a:rPr lang="en-US" altLang="ko-KR" sz="2700" b="1" dirty="0">
                  <a:solidFill>
                    <a:srgbClr val="002060"/>
                  </a:solidFill>
                  <a:cs typeface="Arial" pitchFamily="34" charset="0"/>
                </a:rPr>
                <a:t> </a:t>
              </a:r>
              <a:r>
                <a:rPr lang="en-US" altLang="ko-KR" sz="2700" b="1" dirty="0" err="1">
                  <a:solidFill>
                    <a:srgbClr val="002060"/>
                  </a:solidFill>
                  <a:cs typeface="Arial" pitchFamily="34" charset="0"/>
                </a:rPr>
                <a:t>nghị</a:t>
              </a:r>
              <a:endParaRPr lang="ko-KR" altLang="en-US" sz="2700" b="1" dirty="0">
                <a:solidFill>
                  <a:srgbClr val="002060"/>
                </a:solidFill>
                <a:cs typeface="Arial" pitchFamily="34" charset="0"/>
              </a:endParaRPr>
            </a:p>
          </p:txBody>
        </p:sp>
        <p:sp>
          <p:nvSpPr>
            <p:cNvPr id="13" name="TextBox 12">
              <a:extLst>
                <a:ext uri="{FF2B5EF4-FFF2-40B4-BE49-F238E27FC236}">
                  <a16:creationId xmlns:a16="http://schemas.microsoft.com/office/drawing/2014/main" id="{A27FBED0-7D91-631F-6329-9089D7B4FA07}"/>
                </a:ext>
              </a:extLst>
            </p:cNvPr>
            <p:cNvSpPr txBox="1"/>
            <p:nvPr/>
          </p:nvSpPr>
          <p:spPr>
            <a:xfrm>
              <a:off x="5692278" y="3070393"/>
              <a:ext cx="1078173" cy="1015663"/>
            </a:xfrm>
            <a:prstGeom prst="rect">
              <a:avLst/>
            </a:prstGeom>
            <a:noFill/>
          </p:spPr>
          <p:txBody>
            <a:bodyPr wrap="square" lIns="108000" rIns="108000" rtlCol="0">
              <a:spAutoFit/>
            </a:bodyPr>
            <a:lstStyle/>
            <a:p>
              <a:r>
                <a:rPr lang="en-US" altLang="ko-KR" sz="6000" b="1" dirty="0">
                  <a:solidFill>
                    <a:srgbClr val="002060"/>
                  </a:solidFill>
                  <a:cs typeface="Arial" pitchFamily="34" charset="0"/>
                </a:rPr>
                <a:t>06</a:t>
              </a:r>
              <a:endParaRPr lang="ko-KR" altLang="en-US" sz="6000" b="1" dirty="0">
                <a:solidFill>
                  <a:srgbClr val="002060"/>
                </a:solidFill>
                <a:cs typeface="Arial" pitchFamily="34" charset="0"/>
              </a:endParaRPr>
            </a:p>
          </p:txBody>
        </p:sp>
      </p:grpSp>
      <p:sp>
        <p:nvSpPr>
          <p:cNvPr id="18" name="TextBox 17">
            <a:extLst>
              <a:ext uri="{FF2B5EF4-FFF2-40B4-BE49-F238E27FC236}">
                <a16:creationId xmlns:a16="http://schemas.microsoft.com/office/drawing/2014/main" id="{8962649D-1B72-FC7F-470A-E147E7956B89}"/>
              </a:ext>
            </a:extLst>
          </p:cNvPr>
          <p:cNvSpPr txBox="1"/>
          <p:nvPr/>
        </p:nvSpPr>
        <p:spPr>
          <a:xfrm>
            <a:off x="7388616" y="2171021"/>
            <a:ext cx="3647840" cy="523220"/>
          </a:xfrm>
          <a:prstGeom prst="rect">
            <a:avLst/>
          </a:prstGeom>
          <a:noFill/>
        </p:spPr>
        <p:txBody>
          <a:bodyPr wrap="square" rtlCol="0">
            <a:spAutoFit/>
          </a:bodyPr>
          <a:lstStyle/>
          <a:p>
            <a:r>
              <a:rPr lang="en-US" sz="1400" dirty="0" err="1">
                <a:solidFill>
                  <a:srgbClr val="002060"/>
                </a:solidFill>
                <a:effectLst/>
                <a:latin typeface="Arial (body)"/>
                <a:ea typeface="Calibri" panose="020F0502020204030204" pitchFamily="34" charset="0"/>
              </a:rPr>
              <a:t>Tổng</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quan</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về</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phương</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pháp</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điều</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tra</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và</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tính</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toán</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biên</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độ</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bán</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phá</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giá</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của</a:t>
            </a:r>
            <a:r>
              <a:rPr lang="en-US" sz="1400" dirty="0">
                <a:solidFill>
                  <a:srgbClr val="002060"/>
                </a:solidFill>
                <a:effectLst/>
                <a:latin typeface="Arial (body)"/>
                <a:ea typeface="Calibri" panose="020F0502020204030204" pitchFamily="34" charset="0"/>
              </a:rPr>
              <a:t> </a:t>
            </a:r>
            <a:r>
              <a:rPr lang="en-US" sz="1400" dirty="0" err="1">
                <a:solidFill>
                  <a:srgbClr val="002060"/>
                </a:solidFill>
                <a:effectLst/>
                <a:latin typeface="Arial (body)"/>
                <a:ea typeface="Calibri" panose="020F0502020204030204" pitchFamily="34" charset="0"/>
              </a:rPr>
              <a:t>Mỹ</a:t>
            </a:r>
            <a:endParaRPr lang="en-US" altLang="ko-KR" sz="1400" dirty="0">
              <a:solidFill>
                <a:srgbClr val="002060"/>
              </a:solidFill>
              <a:latin typeface="Arial (body)"/>
              <a:cs typeface="Arial" pitchFamily="34" charset="0"/>
            </a:endParaRPr>
          </a:p>
        </p:txBody>
      </p:sp>
      <p:sp>
        <p:nvSpPr>
          <p:cNvPr id="19" name="TextBox 18">
            <a:extLst>
              <a:ext uri="{FF2B5EF4-FFF2-40B4-BE49-F238E27FC236}">
                <a16:creationId xmlns:a16="http://schemas.microsoft.com/office/drawing/2014/main" id="{E67C25C2-8D95-E660-96DB-A7B03CB68EEE}"/>
              </a:ext>
            </a:extLst>
          </p:cNvPr>
          <p:cNvSpPr txBox="1"/>
          <p:nvPr/>
        </p:nvSpPr>
        <p:spPr>
          <a:xfrm>
            <a:off x="1602902" y="2219257"/>
            <a:ext cx="3647840" cy="523220"/>
          </a:xfrm>
          <a:prstGeom prst="rect">
            <a:avLst/>
          </a:prstGeom>
          <a:noFill/>
        </p:spPr>
        <p:txBody>
          <a:bodyPr wrap="square" rtlCol="0">
            <a:spAutoFit/>
          </a:bodyPr>
          <a:lstStyle/>
          <a:p>
            <a:r>
              <a:rPr lang="en-US" altLang="ko-KR" sz="1400" dirty="0" err="1">
                <a:solidFill>
                  <a:srgbClr val="002060"/>
                </a:solidFill>
                <a:cs typeface="Arial" pitchFamily="34" charset="0"/>
              </a:rPr>
              <a:t>Bối</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cảnh</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chung</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về</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ngành</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nhựa</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và</a:t>
            </a:r>
            <a:r>
              <a:rPr lang="en-US" altLang="ko-KR" sz="1400" dirty="0">
                <a:solidFill>
                  <a:srgbClr val="002060"/>
                </a:solidFill>
                <a:cs typeface="Arial" pitchFamily="34" charset="0"/>
              </a:rPr>
              <a:t> </a:t>
            </a:r>
          </a:p>
          <a:p>
            <a:r>
              <a:rPr lang="en-US" altLang="ko-KR" sz="1400" dirty="0" err="1">
                <a:solidFill>
                  <a:srgbClr val="002060"/>
                </a:solidFill>
                <a:cs typeface="Arial" pitchFamily="34" charset="0"/>
              </a:rPr>
              <a:t>thị</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trường</a:t>
            </a:r>
            <a:r>
              <a:rPr lang="en-US" altLang="ko-KR" sz="1400" dirty="0">
                <a:solidFill>
                  <a:srgbClr val="002060"/>
                </a:solidFill>
                <a:cs typeface="Arial" pitchFamily="34" charset="0"/>
              </a:rPr>
              <a:t> </a:t>
            </a:r>
            <a:r>
              <a:rPr lang="en-US" altLang="ko-KR" sz="1400" dirty="0" err="1">
                <a:solidFill>
                  <a:srgbClr val="002060"/>
                </a:solidFill>
                <a:cs typeface="Arial" pitchFamily="34" charset="0"/>
              </a:rPr>
              <a:t>Mỹ</a:t>
            </a:r>
            <a:endParaRPr lang="en-US" altLang="ko-KR" sz="1400" dirty="0">
              <a:solidFill>
                <a:srgbClr val="002060"/>
              </a:solidFill>
              <a:cs typeface="Arial" pitchFamily="34" charset="0"/>
            </a:endParaRPr>
          </a:p>
        </p:txBody>
      </p:sp>
    </p:spTree>
    <p:extLst>
      <p:ext uri="{BB962C8B-B14F-4D97-AF65-F5344CB8AC3E}">
        <p14:creationId xmlns:p14="http://schemas.microsoft.com/office/powerpoint/2010/main" val="4033384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AD03-D296-991D-5C3E-33D34C34151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1D3AB01-BBFD-1B7E-C58F-F21F41F17DDC}"/>
              </a:ext>
            </a:extLst>
          </p:cNvPr>
          <p:cNvSpPr txBox="1"/>
          <p:nvPr/>
        </p:nvSpPr>
        <p:spPr>
          <a:xfrm>
            <a:off x="7571330" y="5677985"/>
            <a:ext cx="3527594" cy="523220"/>
          </a:xfrm>
          <a:prstGeom prst="rect">
            <a:avLst/>
          </a:prstGeom>
          <a:noFill/>
        </p:spPr>
        <p:txBody>
          <a:bodyPr wrap="square" rtlCol="0">
            <a:spAutoFit/>
          </a:bodyPr>
          <a:lstStyle/>
          <a:p>
            <a:pPr algn="ctr"/>
            <a:r>
              <a:rPr lang="en-US" altLang="ko-KR" sz="1400" b="1" dirty="0">
                <a:solidFill>
                  <a:schemeClr val="tx1">
                    <a:lumMod val="75000"/>
                    <a:lumOff val="25000"/>
                  </a:schemeClr>
                </a:solidFill>
                <a:cs typeface="Arial" pitchFamily="34" charset="0"/>
              </a:rPr>
              <a:t>VIETNAM’S TOP 5 PLASTIC EXPORTING MARKETS</a:t>
            </a:r>
            <a:endParaRPr lang="ko-KR" altLang="en-US" sz="1400" b="1" dirty="0">
              <a:solidFill>
                <a:schemeClr val="tx1">
                  <a:lumMod val="75000"/>
                  <a:lumOff val="25000"/>
                </a:schemeClr>
              </a:solidFill>
              <a:cs typeface="Arial" pitchFamily="34" charset="0"/>
            </a:endParaRPr>
          </a:p>
        </p:txBody>
      </p:sp>
      <p:sp>
        <p:nvSpPr>
          <p:cNvPr id="38" name="Rounded Rectangle 13">
            <a:extLst>
              <a:ext uri="{FF2B5EF4-FFF2-40B4-BE49-F238E27FC236}">
                <a16:creationId xmlns:a16="http://schemas.microsoft.com/office/drawing/2014/main" id="{C19B4537-ECFC-04AD-E8D3-CDD8A02AEABC}"/>
              </a:ext>
            </a:extLst>
          </p:cNvPr>
          <p:cNvSpPr/>
          <p:nvPr/>
        </p:nvSpPr>
        <p:spPr>
          <a:xfrm>
            <a:off x="534526" y="3597033"/>
            <a:ext cx="4592249" cy="1472397"/>
          </a:xfrm>
          <a:prstGeom prst="roundRect">
            <a:avLst>
              <a:gd name="adj" fmla="val 12448"/>
            </a:avLst>
          </a:prstGeom>
          <a:solidFill>
            <a:schemeClr val="bg1"/>
          </a:solidFill>
          <a:ln w="317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Rounded Rectangle 14">
            <a:extLst>
              <a:ext uri="{FF2B5EF4-FFF2-40B4-BE49-F238E27FC236}">
                <a16:creationId xmlns:a16="http://schemas.microsoft.com/office/drawing/2014/main" id="{B777D744-76D3-1E2B-88EB-FD0883F1F894}"/>
              </a:ext>
            </a:extLst>
          </p:cNvPr>
          <p:cNvSpPr/>
          <p:nvPr/>
        </p:nvSpPr>
        <p:spPr>
          <a:xfrm>
            <a:off x="534526" y="5266853"/>
            <a:ext cx="4592249" cy="1316844"/>
          </a:xfrm>
          <a:prstGeom prst="roundRect">
            <a:avLst>
              <a:gd name="adj" fmla="val 12448"/>
            </a:avLst>
          </a:prstGeom>
          <a:noFill/>
          <a:ln w="317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TextBox 39">
            <a:extLst>
              <a:ext uri="{FF2B5EF4-FFF2-40B4-BE49-F238E27FC236}">
                <a16:creationId xmlns:a16="http://schemas.microsoft.com/office/drawing/2014/main" id="{3C8980D2-23F4-0E15-6F41-7BAD29C1F212}"/>
              </a:ext>
            </a:extLst>
          </p:cNvPr>
          <p:cNvSpPr txBox="1"/>
          <p:nvPr/>
        </p:nvSpPr>
        <p:spPr>
          <a:xfrm>
            <a:off x="1296121" y="3597033"/>
            <a:ext cx="1492716" cy="646331"/>
          </a:xfrm>
          <a:prstGeom prst="rect">
            <a:avLst/>
          </a:prstGeom>
          <a:noFill/>
        </p:spPr>
        <p:txBody>
          <a:bodyPr wrap="none" rtlCol="0">
            <a:spAutoFit/>
          </a:bodyPr>
          <a:lstStyle/>
          <a:p>
            <a:r>
              <a:rPr lang="en-US" altLang="ko-KR" sz="3600" b="1" dirty="0">
                <a:solidFill>
                  <a:srgbClr val="800020"/>
                </a:solidFill>
                <a:cs typeface="Arial" pitchFamily="34" charset="0"/>
              </a:rPr>
              <a:t>41,5%</a:t>
            </a:r>
            <a:endParaRPr lang="ko-KR" altLang="en-US" sz="3600" b="1" dirty="0">
              <a:solidFill>
                <a:srgbClr val="800020"/>
              </a:solidFill>
              <a:cs typeface="Arial" pitchFamily="34" charset="0"/>
            </a:endParaRPr>
          </a:p>
        </p:txBody>
      </p:sp>
      <p:sp>
        <p:nvSpPr>
          <p:cNvPr id="41" name="TextBox 40">
            <a:extLst>
              <a:ext uri="{FF2B5EF4-FFF2-40B4-BE49-F238E27FC236}">
                <a16:creationId xmlns:a16="http://schemas.microsoft.com/office/drawing/2014/main" id="{F8F59EF3-E19A-7D5D-7E0E-E2AD5AEBC2BF}"/>
              </a:ext>
            </a:extLst>
          </p:cNvPr>
          <p:cNvSpPr txBox="1"/>
          <p:nvPr/>
        </p:nvSpPr>
        <p:spPr>
          <a:xfrm>
            <a:off x="2700805" y="5288541"/>
            <a:ext cx="1492716" cy="646331"/>
          </a:xfrm>
          <a:prstGeom prst="rect">
            <a:avLst/>
          </a:prstGeom>
          <a:noFill/>
        </p:spPr>
        <p:txBody>
          <a:bodyPr wrap="none" rtlCol="0">
            <a:spAutoFit/>
          </a:bodyPr>
          <a:lstStyle/>
          <a:p>
            <a:r>
              <a:rPr lang="en-US" altLang="ko-KR" sz="3600" b="1" dirty="0">
                <a:solidFill>
                  <a:srgbClr val="002060"/>
                </a:solidFill>
                <a:cs typeface="Arial" pitchFamily="34" charset="0"/>
              </a:rPr>
              <a:t>53,2%</a:t>
            </a:r>
            <a:endParaRPr lang="ko-KR" altLang="en-US" sz="3600" b="1" dirty="0">
              <a:solidFill>
                <a:srgbClr val="002060"/>
              </a:solidFill>
              <a:cs typeface="Arial" pitchFamily="34" charset="0"/>
            </a:endParaRPr>
          </a:p>
        </p:txBody>
      </p:sp>
      <p:sp>
        <p:nvSpPr>
          <p:cNvPr id="42" name="TextBox 41">
            <a:extLst>
              <a:ext uri="{FF2B5EF4-FFF2-40B4-BE49-F238E27FC236}">
                <a16:creationId xmlns:a16="http://schemas.microsoft.com/office/drawing/2014/main" id="{4BEA0E0A-FAEC-5F00-40AA-29654C885B8F}"/>
              </a:ext>
            </a:extLst>
          </p:cNvPr>
          <p:cNvSpPr txBox="1"/>
          <p:nvPr/>
        </p:nvSpPr>
        <p:spPr>
          <a:xfrm>
            <a:off x="702230" y="4212091"/>
            <a:ext cx="4256840" cy="738664"/>
          </a:xfrm>
          <a:prstGeom prst="rect">
            <a:avLst/>
          </a:prstGeom>
          <a:noFill/>
        </p:spPr>
        <p:txBody>
          <a:bodyPr wrap="square" rtlCol="0">
            <a:spAutoFit/>
          </a:bodyPr>
          <a:lstStyle/>
          <a:p>
            <a:r>
              <a:rPr lang="en-US" sz="1400" dirty="0">
                <a:effectLst/>
                <a:latin typeface="Arial (body)"/>
                <a:ea typeface="Calibri" panose="020F0502020204030204" pitchFamily="34" charset="0"/>
                <a:cs typeface="Calibri" panose="020F0502020204030204" pitchFamily="34" charset="0"/>
              </a:rPr>
              <a:t>K</a:t>
            </a:r>
            <a:r>
              <a:rPr lang="vi-VN" sz="1400" dirty="0">
                <a:effectLst/>
                <a:latin typeface="Arial (body)"/>
                <a:ea typeface="Calibri" panose="020F0502020204030204" pitchFamily="34" charset="0"/>
                <a:cs typeface="Calibri" panose="020F0502020204030204" pitchFamily="34" charset="0"/>
              </a:rPr>
              <a:t>im ngạch xuất khẩu sản phẩm nhựa sang thị trường Hoa Kỳ </a:t>
            </a:r>
            <a:r>
              <a:rPr lang="en-US" sz="1400" dirty="0">
                <a:effectLst/>
                <a:latin typeface="Arial (body)"/>
                <a:ea typeface="Calibri" panose="020F0502020204030204" pitchFamily="34" charset="0"/>
                <a:cs typeface="Calibri" panose="020F0502020204030204" pitchFamily="34" charset="0"/>
              </a:rPr>
              <a:t>so </a:t>
            </a:r>
            <a:r>
              <a:rPr lang="en-US" sz="1400" dirty="0" err="1">
                <a:effectLst/>
                <a:latin typeface="Arial (body)"/>
                <a:ea typeface="Calibri" panose="020F0502020204030204" pitchFamily="34" charset="0"/>
                <a:cs typeface="Calibri" panose="020F0502020204030204" pitchFamily="34" charset="0"/>
              </a:rPr>
              <a:t>với</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tổng</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xuất</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khẩu</a:t>
            </a:r>
            <a:r>
              <a:rPr lang="en-US" sz="1400" dirty="0">
                <a:effectLst/>
                <a:latin typeface="Arial (body)"/>
                <a:ea typeface="Calibri" panose="020F0502020204030204" pitchFamily="34" charset="0"/>
                <a:cs typeface="Calibri" panose="020F0502020204030204" pitchFamily="34" charset="0"/>
              </a:rPr>
              <a:t> </a:t>
            </a:r>
            <a:r>
              <a:rPr lang="vi-VN" sz="1400" dirty="0">
                <a:effectLst/>
                <a:latin typeface="Arial (body)"/>
                <a:ea typeface="Calibri" panose="020F0502020204030204" pitchFamily="34" charset="0"/>
                <a:cs typeface="Calibri" panose="020F0502020204030204" pitchFamily="34" charset="0"/>
              </a:rPr>
              <a:t>ra thế giới</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trong</a:t>
            </a:r>
            <a:r>
              <a:rPr lang="en-US" sz="1400" dirty="0">
                <a:effectLst/>
                <a:latin typeface="Arial (body)"/>
                <a:ea typeface="Calibri" panose="020F0502020204030204" pitchFamily="34" charset="0"/>
                <a:cs typeface="Calibri" panose="020F0502020204030204" pitchFamily="34" charset="0"/>
              </a:rPr>
              <a:t> 4 </a:t>
            </a:r>
            <a:r>
              <a:rPr lang="en-US" sz="1400" dirty="0" err="1">
                <a:effectLst/>
                <a:latin typeface="Arial (body)"/>
                <a:ea typeface="Calibri" panose="020F0502020204030204" pitchFamily="34" charset="0"/>
                <a:cs typeface="Calibri" panose="020F0502020204030204" pitchFamily="34" charset="0"/>
              </a:rPr>
              <a:t>tháng</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đầu</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năm</a:t>
            </a:r>
            <a:r>
              <a:rPr lang="en-US" sz="1400" dirty="0">
                <a:effectLst/>
                <a:latin typeface="Arial (body)"/>
                <a:ea typeface="Calibri" panose="020F0502020204030204" pitchFamily="34" charset="0"/>
                <a:cs typeface="Calibri" panose="020F0502020204030204" pitchFamily="34" charset="0"/>
              </a:rPr>
              <a:t> 2022</a:t>
            </a:r>
            <a:endParaRPr lang="ko-KR" altLang="en-US" sz="1400" dirty="0">
              <a:solidFill>
                <a:schemeClr val="tx1">
                  <a:lumMod val="90000"/>
                  <a:lumOff val="10000"/>
                </a:schemeClr>
              </a:solidFill>
              <a:latin typeface="Arial (body)"/>
              <a:cs typeface="Arial" pitchFamily="34" charset="0"/>
            </a:endParaRPr>
          </a:p>
        </p:txBody>
      </p:sp>
      <p:sp>
        <p:nvSpPr>
          <p:cNvPr id="43" name="TextBox 42">
            <a:extLst>
              <a:ext uri="{FF2B5EF4-FFF2-40B4-BE49-F238E27FC236}">
                <a16:creationId xmlns:a16="http://schemas.microsoft.com/office/drawing/2014/main" id="{EBA693D8-669C-2A45-D3A4-E075D4E531CC}"/>
              </a:ext>
            </a:extLst>
          </p:cNvPr>
          <p:cNvSpPr txBox="1"/>
          <p:nvPr/>
        </p:nvSpPr>
        <p:spPr>
          <a:xfrm>
            <a:off x="702230" y="5918433"/>
            <a:ext cx="4256840" cy="523220"/>
          </a:xfrm>
          <a:prstGeom prst="rect">
            <a:avLst/>
          </a:prstGeom>
          <a:noFill/>
        </p:spPr>
        <p:txBody>
          <a:bodyPr wrap="square" rtlCol="0">
            <a:spAutoFit/>
          </a:bodyPr>
          <a:lstStyle/>
          <a:p>
            <a:pPr algn="r"/>
            <a:r>
              <a:rPr lang="en-US" sz="1400" dirty="0">
                <a:effectLst/>
                <a:latin typeface="Arial (body)"/>
                <a:ea typeface="Calibri" panose="020F0502020204030204" pitchFamily="34" charset="0"/>
                <a:cs typeface="Calibri" panose="020F0502020204030204" pitchFamily="34" charset="0"/>
              </a:rPr>
              <a:t>Kim </a:t>
            </a:r>
            <a:r>
              <a:rPr lang="en-US" sz="1400" dirty="0" err="1">
                <a:effectLst/>
                <a:latin typeface="Arial (body)"/>
                <a:ea typeface="Calibri" panose="020F0502020204030204" pitchFamily="34" charset="0"/>
                <a:cs typeface="Calibri" panose="020F0502020204030204" pitchFamily="34" charset="0"/>
              </a:rPr>
              <a:t>ngạch</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xuất</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khẩu</a:t>
            </a:r>
            <a:r>
              <a:rPr lang="en-US" sz="1400" dirty="0">
                <a:effectLst/>
                <a:latin typeface="Arial (body)"/>
                <a:ea typeface="Calibri" panose="020F0502020204030204" pitchFamily="34" charset="0"/>
                <a:cs typeface="Calibri" panose="020F0502020204030204" pitchFamily="34" charset="0"/>
              </a:rPr>
              <a:t> sang Hoa </a:t>
            </a:r>
            <a:r>
              <a:rPr lang="en-US" sz="1400" dirty="0" err="1">
                <a:effectLst/>
                <a:latin typeface="Arial (body)"/>
                <a:ea typeface="Calibri" panose="020F0502020204030204" pitchFamily="34" charset="0"/>
                <a:cs typeface="Calibri" panose="020F0502020204030204" pitchFamily="34" charset="0"/>
              </a:rPr>
              <a:t>Kỳ</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tăng</a:t>
            </a:r>
            <a:r>
              <a:rPr lang="en-US" sz="1400" dirty="0">
                <a:latin typeface="Arial (body)"/>
                <a:ea typeface="Calibri" panose="020F0502020204030204" pitchFamily="34" charset="0"/>
                <a:cs typeface="Calibri" panose="020F0502020204030204" pitchFamily="34" charset="0"/>
              </a:rPr>
              <a:t> so </a:t>
            </a:r>
            <a:r>
              <a:rPr lang="en-US" sz="1400" dirty="0" err="1">
                <a:latin typeface="Arial (body)"/>
                <a:ea typeface="Calibri" panose="020F0502020204030204" pitchFamily="34" charset="0"/>
                <a:cs typeface="Calibri" panose="020F0502020204030204" pitchFamily="34" charset="0"/>
              </a:rPr>
              <a:t>với</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cùng</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kỳ</a:t>
            </a:r>
            <a:r>
              <a:rPr lang="en-US" sz="1400" dirty="0">
                <a:latin typeface="Arial (body)"/>
                <a:ea typeface="Calibri" panose="020F0502020204030204" pitchFamily="34" charset="0"/>
                <a:cs typeface="Calibri" panose="020F0502020204030204" pitchFamily="34" charset="0"/>
              </a:rPr>
              <a:t> 2021</a:t>
            </a:r>
            <a:endParaRPr lang="ko-KR" altLang="en-US" sz="1400" dirty="0">
              <a:solidFill>
                <a:schemeClr val="tx1">
                  <a:lumMod val="90000"/>
                  <a:lumOff val="10000"/>
                </a:schemeClr>
              </a:solidFill>
              <a:latin typeface="Arial (body)"/>
              <a:cs typeface="Arial" pitchFamily="34" charset="0"/>
            </a:endParaRPr>
          </a:p>
        </p:txBody>
      </p:sp>
      <p:sp>
        <p:nvSpPr>
          <p:cNvPr id="52" name="TextBox 51">
            <a:extLst>
              <a:ext uri="{FF2B5EF4-FFF2-40B4-BE49-F238E27FC236}">
                <a16:creationId xmlns:a16="http://schemas.microsoft.com/office/drawing/2014/main" id="{1168E99D-423E-C010-49A1-3B122D6EBA86}"/>
              </a:ext>
            </a:extLst>
          </p:cNvPr>
          <p:cNvSpPr txBox="1"/>
          <p:nvPr/>
        </p:nvSpPr>
        <p:spPr>
          <a:xfrm>
            <a:off x="467360" y="1660530"/>
            <a:ext cx="4726580" cy="1600438"/>
          </a:xfrm>
          <a:prstGeom prst="rect">
            <a:avLst/>
          </a:prstGeom>
          <a:noFill/>
        </p:spPr>
        <p:txBody>
          <a:bodyPr wrap="square" rtlCol="0">
            <a:spAutoFit/>
          </a:bodyPr>
          <a:lstStyle/>
          <a:p>
            <a:pPr marL="285750" indent="-285750">
              <a:buFont typeface="Wingdings" panose="05000000000000000000" pitchFamily="2" charset="2"/>
              <a:buChar char="Ø"/>
            </a:pPr>
            <a:r>
              <a:rPr lang="en-US" sz="1400" dirty="0">
                <a:effectLst/>
                <a:latin typeface="Arial (body)"/>
                <a:ea typeface="Calibri" panose="020F0502020204030204" pitchFamily="34" charset="0"/>
                <a:cs typeface="Calibri" panose="020F0502020204030204" pitchFamily="34" charset="0"/>
              </a:rPr>
              <a:t>S</a:t>
            </a:r>
            <a:r>
              <a:rPr lang="vi-VN" sz="1400" dirty="0">
                <a:effectLst/>
                <a:latin typeface="Arial (body)"/>
                <a:ea typeface="Calibri" panose="020F0502020204030204" pitchFamily="34" charset="0"/>
                <a:cs typeface="Calibri" panose="020F0502020204030204" pitchFamily="34" charset="0"/>
              </a:rPr>
              <a:t>au Covid-19, xuất khẩu nhựa và hạt nhựa của Việt Nam dần phục hồi và phát triển, đặc biệt từ 202</a:t>
            </a:r>
            <a:r>
              <a:rPr lang="en-US" sz="1400" dirty="0">
                <a:effectLst/>
                <a:latin typeface="Arial (body)"/>
                <a:ea typeface="Calibri" panose="020F0502020204030204" pitchFamily="34" charset="0"/>
                <a:cs typeface="Calibri" panose="020F0502020204030204" pitchFamily="34" charset="0"/>
              </a:rPr>
              <a:t>2.</a:t>
            </a:r>
          </a:p>
          <a:p>
            <a:endParaRPr lang="en-US" sz="1400" dirty="0">
              <a:effectLst/>
              <a:latin typeface="Arial (body)"/>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vi-VN" sz="1400" dirty="0">
                <a:effectLst/>
                <a:latin typeface="Arial (body)"/>
                <a:ea typeface="Calibri" panose="020F0502020204030204" pitchFamily="34" charset="0"/>
                <a:cs typeface="Calibri" panose="020F0502020204030204" pitchFamily="34" charset="0"/>
              </a:rPr>
              <a:t>Bộ Thương mại Hoa Kỳ (DOC) rất có thể sẽ điều tra áp dụng biện pháp chống bán phá giá đối với nhựa xuất khẩu từ Việt Nam sang Hoa Kỳ, cụ thể là hạt nhựa PET (có thể bao gồm hạt nhựa tái chế </a:t>
            </a:r>
            <a:r>
              <a:rPr lang="en-US" sz="1400" dirty="0">
                <a:latin typeface="Arial (body)"/>
                <a:ea typeface="Calibri" panose="020F0502020204030204" pitchFamily="34" charset="0"/>
                <a:cs typeface="Calibri" panose="020F0502020204030204" pitchFamily="34" charset="0"/>
              </a:rPr>
              <a:t>r</a:t>
            </a:r>
            <a:r>
              <a:rPr lang="vi-VN" sz="1400" dirty="0">
                <a:effectLst/>
                <a:latin typeface="Arial (body)"/>
                <a:ea typeface="Calibri" panose="020F0502020204030204" pitchFamily="34" charset="0"/>
                <a:cs typeface="Calibri" panose="020F0502020204030204" pitchFamily="34" charset="0"/>
              </a:rPr>
              <a:t>PET)</a:t>
            </a:r>
            <a:endParaRPr lang="en-US" altLang="ko-KR" sz="1400" dirty="0">
              <a:solidFill>
                <a:schemeClr val="tx1">
                  <a:lumMod val="75000"/>
                  <a:lumOff val="25000"/>
                </a:schemeClr>
              </a:solidFill>
              <a:latin typeface="Arial (body)"/>
              <a:cs typeface="Arial" pitchFamily="34" charset="0"/>
            </a:endParaRPr>
          </a:p>
        </p:txBody>
      </p:sp>
      <p:sp>
        <p:nvSpPr>
          <p:cNvPr id="67" name="Text Placeholder 1">
            <a:extLst>
              <a:ext uri="{FF2B5EF4-FFF2-40B4-BE49-F238E27FC236}">
                <a16:creationId xmlns:a16="http://schemas.microsoft.com/office/drawing/2014/main" id="{2DB3640A-D202-99C7-848C-EB8E418D034A}"/>
              </a:ext>
            </a:extLst>
          </p:cNvPr>
          <p:cNvSpPr txBox="1">
            <a:spLocks/>
          </p:cNvSpPr>
          <p:nvPr/>
        </p:nvSpPr>
        <p:spPr>
          <a:xfrm>
            <a:off x="467360" y="597346"/>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700" b="1" dirty="0">
                <a:solidFill>
                  <a:schemeClr val="bg1"/>
                </a:solidFill>
              </a:rPr>
              <a:t>1. BỐI CẢNH CHUNG</a:t>
            </a:r>
          </a:p>
        </p:txBody>
      </p:sp>
      <p:pic>
        <p:nvPicPr>
          <p:cNvPr id="44" name="Graphic 43" descr="Earth globe: Americas with solid fill">
            <a:extLst>
              <a:ext uri="{FF2B5EF4-FFF2-40B4-BE49-F238E27FC236}">
                <a16:creationId xmlns:a16="http://schemas.microsoft.com/office/drawing/2014/main" id="{C63783A7-3D8C-BBDB-1D74-9BB696F112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417" y="3672995"/>
            <a:ext cx="525517" cy="525517"/>
          </a:xfrm>
          <a:prstGeom prst="rect">
            <a:avLst/>
          </a:prstGeom>
        </p:spPr>
      </p:pic>
      <p:pic>
        <p:nvPicPr>
          <p:cNvPr id="46" name="Graphic 45" descr="Bar graph with upward trend with solid fill">
            <a:extLst>
              <a:ext uri="{FF2B5EF4-FFF2-40B4-BE49-F238E27FC236}">
                <a16:creationId xmlns:a16="http://schemas.microsoft.com/office/drawing/2014/main" id="{89DA5E86-8B7C-F77F-114B-CA3CF483CC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31169" y="5303476"/>
            <a:ext cx="690253" cy="614957"/>
          </a:xfrm>
          <a:prstGeom prst="rect">
            <a:avLst/>
          </a:prstGeom>
        </p:spPr>
      </p:pic>
      <p:pic>
        <p:nvPicPr>
          <p:cNvPr id="1026" name="Picture 2" descr="Vietnam’s plastic exports update (Q1 2022)">
            <a:extLst>
              <a:ext uri="{FF2B5EF4-FFF2-40B4-BE49-F238E27FC236}">
                <a16:creationId xmlns:a16="http://schemas.microsoft.com/office/drawing/2014/main" id="{3049CC0E-D329-6279-FDE4-F2904A48D6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5535" y="2294993"/>
            <a:ext cx="6005418" cy="3159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749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8752F-D0D6-7E90-A11D-526D898538EC}"/>
            </a:ext>
          </a:extLst>
        </p:cNvPr>
        <p:cNvGrpSpPr/>
        <p:nvPr/>
      </p:nvGrpSpPr>
      <p:grpSpPr>
        <a:xfrm>
          <a:off x="0" y="0"/>
          <a:ext cx="0" cy="0"/>
          <a:chOff x="0" y="0"/>
          <a:chExt cx="0" cy="0"/>
        </a:xfrm>
      </p:grpSpPr>
      <p:grpSp>
        <p:nvGrpSpPr>
          <p:cNvPr id="3" name="그룹 8">
            <a:extLst>
              <a:ext uri="{FF2B5EF4-FFF2-40B4-BE49-F238E27FC236}">
                <a16:creationId xmlns:a16="http://schemas.microsoft.com/office/drawing/2014/main" id="{53AD0DAC-5639-F13C-C9ED-EFF5DF60FDBF}"/>
              </a:ext>
            </a:extLst>
          </p:cNvPr>
          <p:cNvGrpSpPr/>
          <p:nvPr/>
        </p:nvGrpSpPr>
        <p:grpSpPr>
          <a:xfrm>
            <a:off x="5" y="1820917"/>
            <a:ext cx="12191999" cy="1160647"/>
            <a:chOff x="1" y="1412530"/>
            <a:chExt cx="12191999" cy="1160647"/>
          </a:xfrm>
        </p:grpSpPr>
        <p:sp>
          <p:nvSpPr>
            <p:cNvPr id="4" name="Rectangle 35">
              <a:extLst>
                <a:ext uri="{FF2B5EF4-FFF2-40B4-BE49-F238E27FC236}">
                  <a16:creationId xmlns:a16="http://schemas.microsoft.com/office/drawing/2014/main" id="{57C94032-66F5-FA0D-1A1E-D59D91EA10C6}"/>
                </a:ext>
              </a:extLst>
            </p:cNvPr>
            <p:cNvSpPr/>
            <p:nvPr/>
          </p:nvSpPr>
          <p:spPr>
            <a:xfrm>
              <a:off x="1" y="1412530"/>
              <a:ext cx="3032161" cy="1160647"/>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28183"/>
                <a:gd name="connsiteY0" fmla="*/ 0 h 1160647"/>
                <a:gd name="connsiteX1" fmla="*/ 162135 w 3028183"/>
                <a:gd name="connsiteY1" fmla="*/ 246443 h 1160647"/>
                <a:gd name="connsiteX2" fmla="*/ 200642 w 3028183"/>
                <a:gd name="connsiteY2" fmla="*/ 326429 h 1160647"/>
                <a:gd name="connsiteX3" fmla="*/ 202669 w 3028183"/>
                <a:gd name="connsiteY3" fmla="*/ 326429 h 1160647"/>
                <a:gd name="connsiteX4" fmla="*/ 216856 w 3028183"/>
                <a:gd name="connsiteY4" fmla="*/ 326429 h 1160647"/>
                <a:gd name="connsiteX5" fmla="*/ 216856 w 3028183"/>
                <a:gd name="connsiteY5" fmla="*/ 350208 h 1160647"/>
                <a:gd name="connsiteX6" fmla="*/ 217363 w 3028183"/>
                <a:gd name="connsiteY6" fmla="*/ 351019 h 1160647"/>
                <a:gd name="connsiteX7" fmla="*/ 220909 w 3028183"/>
                <a:gd name="connsiteY7" fmla="*/ 356694 h 1160647"/>
                <a:gd name="connsiteX8" fmla="*/ 220909 w 3028183"/>
                <a:gd name="connsiteY8" fmla="*/ 471268 h 1160647"/>
                <a:gd name="connsiteX9" fmla="*/ 223189 w 3028183"/>
                <a:gd name="connsiteY9" fmla="*/ 471268 h 1160647"/>
                <a:gd name="connsiteX10" fmla="*/ 239150 w 3028183"/>
                <a:gd name="connsiteY10" fmla="*/ 471268 h 1160647"/>
                <a:gd name="connsiteX11" fmla="*/ 239150 w 3028183"/>
                <a:gd name="connsiteY11" fmla="*/ 611783 h 1160647"/>
                <a:gd name="connsiteX12" fmla="*/ 240670 w 3028183"/>
                <a:gd name="connsiteY12" fmla="*/ 611513 h 1160647"/>
                <a:gd name="connsiteX13" fmla="*/ 251310 w 3028183"/>
                <a:gd name="connsiteY13" fmla="*/ 609622 h 1160647"/>
                <a:gd name="connsiteX14" fmla="*/ 249283 w 3028183"/>
                <a:gd name="connsiteY14" fmla="*/ 698254 h 1160647"/>
                <a:gd name="connsiteX15" fmla="*/ 250803 w 3028183"/>
                <a:gd name="connsiteY15" fmla="*/ 698525 h 1160647"/>
                <a:gd name="connsiteX16" fmla="*/ 261443 w 3028183"/>
                <a:gd name="connsiteY16" fmla="*/ 700416 h 1160647"/>
                <a:gd name="connsiteX17" fmla="*/ 261696 w 3028183"/>
                <a:gd name="connsiteY17" fmla="*/ 701227 h 1160647"/>
                <a:gd name="connsiteX18" fmla="*/ 263470 w 3028183"/>
                <a:gd name="connsiteY18" fmla="*/ 706902 h 1160647"/>
                <a:gd name="connsiteX19" fmla="*/ 264230 w 3028183"/>
                <a:gd name="connsiteY19" fmla="*/ 704470 h 1160647"/>
                <a:gd name="connsiteX20" fmla="*/ 269550 w 3028183"/>
                <a:gd name="connsiteY20" fmla="*/ 687446 h 1160647"/>
                <a:gd name="connsiteX21" fmla="*/ 271323 w 3028183"/>
                <a:gd name="connsiteY21" fmla="*/ 687446 h 1160647"/>
                <a:gd name="connsiteX22" fmla="*/ 283737 w 3028183"/>
                <a:gd name="connsiteY22" fmla="*/ 687446 h 1160647"/>
                <a:gd name="connsiteX23" fmla="*/ 283737 w 3028183"/>
                <a:gd name="connsiteY23" fmla="*/ 719872 h 1160647"/>
                <a:gd name="connsiteX24" fmla="*/ 284750 w 3028183"/>
                <a:gd name="connsiteY24" fmla="*/ 720413 h 1160647"/>
                <a:gd name="connsiteX25" fmla="*/ 291844 w 3028183"/>
                <a:gd name="connsiteY25" fmla="*/ 724196 h 1160647"/>
                <a:gd name="connsiteX26" fmla="*/ 291844 w 3028183"/>
                <a:gd name="connsiteY26" fmla="*/ 725547 h 1160647"/>
                <a:gd name="connsiteX27" fmla="*/ 291844 w 3028183"/>
                <a:gd name="connsiteY27" fmla="*/ 735005 h 1160647"/>
                <a:gd name="connsiteX28" fmla="*/ 336431 w 3028183"/>
                <a:gd name="connsiteY28" fmla="*/ 735005 h 1160647"/>
                <a:gd name="connsiteX29" fmla="*/ 336431 w 3028183"/>
                <a:gd name="connsiteY29" fmla="*/ 736086 h 1160647"/>
                <a:gd name="connsiteX30" fmla="*/ 336431 w 3028183"/>
                <a:gd name="connsiteY30" fmla="*/ 743652 h 1160647"/>
                <a:gd name="connsiteX31" fmla="*/ 338457 w 3028183"/>
                <a:gd name="connsiteY31" fmla="*/ 743652 h 1160647"/>
                <a:gd name="connsiteX32" fmla="*/ 352644 w 3028183"/>
                <a:gd name="connsiteY32" fmla="*/ 743652 h 1160647"/>
                <a:gd name="connsiteX33" fmla="*/ 352644 w 3028183"/>
                <a:gd name="connsiteY33" fmla="*/ 713387 h 1160647"/>
                <a:gd name="connsiteX34" fmla="*/ 397231 w 3028183"/>
                <a:gd name="connsiteY34" fmla="*/ 713387 h 1160647"/>
                <a:gd name="connsiteX35" fmla="*/ 397231 w 3028183"/>
                <a:gd name="connsiteY35" fmla="*/ 712036 h 1160647"/>
                <a:gd name="connsiteX36" fmla="*/ 397231 w 3028183"/>
                <a:gd name="connsiteY36" fmla="*/ 702578 h 1160647"/>
                <a:gd name="connsiteX37" fmla="*/ 398245 w 3028183"/>
                <a:gd name="connsiteY37" fmla="*/ 702578 h 1160647"/>
                <a:gd name="connsiteX38" fmla="*/ 405338 w 3028183"/>
                <a:gd name="connsiteY38" fmla="*/ 702578 h 1160647"/>
                <a:gd name="connsiteX39" fmla="*/ 405338 w 3028183"/>
                <a:gd name="connsiteY39" fmla="*/ 700687 h 1160647"/>
                <a:gd name="connsiteX40" fmla="*/ 405338 w 3028183"/>
                <a:gd name="connsiteY40" fmla="*/ 687446 h 1160647"/>
                <a:gd name="connsiteX41" fmla="*/ 406098 w 3028183"/>
                <a:gd name="connsiteY41" fmla="*/ 687446 h 1160647"/>
                <a:gd name="connsiteX42" fmla="*/ 411418 w 3028183"/>
                <a:gd name="connsiteY42" fmla="*/ 687446 h 1160647"/>
                <a:gd name="connsiteX43" fmla="*/ 411418 w 3028183"/>
                <a:gd name="connsiteY43" fmla="*/ 686365 h 1160647"/>
                <a:gd name="connsiteX44" fmla="*/ 411418 w 3028183"/>
                <a:gd name="connsiteY44" fmla="*/ 678798 h 1160647"/>
                <a:gd name="connsiteX45" fmla="*/ 413445 w 3028183"/>
                <a:gd name="connsiteY45" fmla="*/ 678798 h 1160647"/>
                <a:gd name="connsiteX46" fmla="*/ 427632 w 3028183"/>
                <a:gd name="connsiteY46" fmla="*/ 678798 h 1160647"/>
                <a:gd name="connsiteX47" fmla="*/ 427632 w 3028183"/>
                <a:gd name="connsiteY47" fmla="*/ 679879 h 1160647"/>
                <a:gd name="connsiteX48" fmla="*/ 427632 w 3028183"/>
                <a:gd name="connsiteY48" fmla="*/ 687446 h 1160647"/>
                <a:gd name="connsiteX49" fmla="*/ 449925 w 3028183"/>
                <a:gd name="connsiteY49" fmla="*/ 687446 h 1160647"/>
                <a:gd name="connsiteX50" fmla="*/ 449925 w 3028183"/>
                <a:gd name="connsiteY50" fmla="*/ 685554 h 1160647"/>
                <a:gd name="connsiteX51" fmla="*/ 449925 w 3028183"/>
                <a:gd name="connsiteY51" fmla="*/ 672313 h 1160647"/>
                <a:gd name="connsiteX52" fmla="*/ 451699 w 3028183"/>
                <a:gd name="connsiteY52" fmla="*/ 672313 h 1160647"/>
                <a:gd name="connsiteX53" fmla="*/ 464112 w 3028183"/>
                <a:gd name="connsiteY53" fmla="*/ 672313 h 1160647"/>
                <a:gd name="connsiteX54" fmla="*/ 464112 w 3028183"/>
                <a:gd name="connsiteY54" fmla="*/ 696093 h 1160647"/>
                <a:gd name="connsiteX55" fmla="*/ 465126 w 3028183"/>
                <a:gd name="connsiteY55" fmla="*/ 696093 h 1160647"/>
                <a:gd name="connsiteX56" fmla="*/ 472219 w 3028183"/>
                <a:gd name="connsiteY56" fmla="*/ 696093 h 1160647"/>
                <a:gd name="connsiteX57" fmla="*/ 472219 w 3028183"/>
                <a:gd name="connsiteY57" fmla="*/ 695012 h 1160647"/>
                <a:gd name="connsiteX58" fmla="*/ 472219 w 3028183"/>
                <a:gd name="connsiteY58" fmla="*/ 687446 h 1160647"/>
                <a:gd name="connsiteX59" fmla="*/ 473992 w 3028183"/>
                <a:gd name="connsiteY59" fmla="*/ 687446 h 1160647"/>
                <a:gd name="connsiteX60" fmla="*/ 486406 w 3028183"/>
                <a:gd name="connsiteY60" fmla="*/ 687446 h 1160647"/>
                <a:gd name="connsiteX61" fmla="*/ 486406 w 3028183"/>
                <a:gd name="connsiteY61" fmla="*/ 713387 h 1160647"/>
                <a:gd name="connsiteX62" fmla="*/ 488433 w 3028183"/>
                <a:gd name="connsiteY62" fmla="*/ 713387 h 1160647"/>
                <a:gd name="connsiteX63" fmla="*/ 502619 w 3028183"/>
                <a:gd name="connsiteY63" fmla="*/ 713387 h 1160647"/>
                <a:gd name="connsiteX64" fmla="*/ 502619 w 3028183"/>
                <a:gd name="connsiteY64" fmla="*/ 715008 h 1160647"/>
                <a:gd name="connsiteX65" fmla="*/ 502619 w 3028183"/>
                <a:gd name="connsiteY65" fmla="*/ 726358 h 1160647"/>
                <a:gd name="connsiteX66" fmla="*/ 503379 w 3028183"/>
                <a:gd name="connsiteY66" fmla="*/ 726358 h 1160647"/>
                <a:gd name="connsiteX67" fmla="*/ 508700 w 3028183"/>
                <a:gd name="connsiteY67" fmla="*/ 726358 h 1160647"/>
                <a:gd name="connsiteX68" fmla="*/ 508700 w 3028183"/>
                <a:gd name="connsiteY68" fmla="*/ 725547 h 1160647"/>
                <a:gd name="connsiteX69" fmla="*/ 508700 w 3028183"/>
                <a:gd name="connsiteY69" fmla="*/ 719872 h 1160647"/>
                <a:gd name="connsiteX70" fmla="*/ 539100 w 3028183"/>
                <a:gd name="connsiteY70" fmla="*/ 719872 h 1160647"/>
                <a:gd name="connsiteX71" fmla="*/ 539100 w 3028183"/>
                <a:gd name="connsiteY71" fmla="*/ 743652 h 1160647"/>
                <a:gd name="connsiteX72" fmla="*/ 540113 w 3028183"/>
                <a:gd name="connsiteY72" fmla="*/ 743652 h 1160647"/>
                <a:gd name="connsiteX73" fmla="*/ 547207 w 3028183"/>
                <a:gd name="connsiteY73" fmla="*/ 743652 h 1160647"/>
                <a:gd name="connsiteX74" fmla="*/ 547207 w 3028183"/>
                <a:gd name="connsiteY74" fmla="*/ 744733 h 1160647"/>
                <a:gd name="connsiteX75" fmla="*/ 547207 w 3028183"/>
                <a:gd name="connsiteY75" fmla="*/ 752299 h 1160647"/>
                <a:gd name="connsiteX76" fmla="*/ 547967 w 3028183"/>
                <a:gd name="connsiteY76" fmla="*/ 752299 h 1160647"/>
                <a:gd name="connsiteX77" fmla="*/ 553287 w 3028183"/>
                <a:gd name="connsiteY77" fmla="*/ 752299 h 1160647"/>
                <a:gd name="connsiteX78" fmla="*/ 553287 w 3028183"/>
                <a:gd name="connsiteY78" fmla="*/ 750137 h 1160647"/>
                <a:gd name="connsiteX79" fmla="*/ 553287 w 3028183"/>
                <a:gd name="connsiteY79" fmla="*/ 735005 h 1160647"/>
                <a:gd name="connsiteX80" fmla="*/ 554300 w 3028183"/>
                <a:gd name="connsiteY80" fmla="*/ 735005 h 1160647"/>
                <a:gd name="connsiteX81" fmla="*/ 561394 w 3028183"/>
                <a:gd name="connsiteY81" fmla="*/ 735005 h 1160647"/>
                <a:gd name="connsiteX82" fmla="*/ 561394 w 3028183"/>
                <a:gd name="connsiteY82" fmla="*/ 736086 h 1160647"/>
                <a:gd name="connsiteX83" fmla="*/ 561394 w 3028183"/>
                <a:gd name="connsiteY83" fmla="*/ 743652 h 1160647"/>
                <a:gd name="connsiteX84" fmla="*/ 566714 w 3028183"/>
                <a:gd name="connsiteY84" fmla="*/ 741659 h 1160647"/>
                <a:gd name="connsiteX85" fmla="*/ 567474 w 3028183"/>
                <a:gd name="connsiteY85" fmla="*/ 740679 h 1160647"/>
                <a:gd name="connsiteX86" fmla="*/ 567474 w 3028183"/>
                <a:gd name="connsiteY86" fmla="*/ 735005 h 1160647"/>
                <a:gd name="connsiteX87" fmla="*/ 605981 w 3028183"/>
                <a:gd name="connsiteY87" fmla="*/ 735005 h 1160647"/>
                <a:gd name="connsiteX88" fmla="*/ 605981 w 3028183"/>
                <a:gd name="connsiteY88" fmla="*/ 758784 h 1160647"/>
                <a:gd name="connsiteX89" fmla="*/ 608007 w 3028183"/>
                <a:gd name="connsiteY89" fmla="*/ 758784 h 1160647"/>
                <a:gd name="connsiteX90" fmla="*/ 622194 w 3028183"/>
                <a:gd name="connsiteY90" fmla="*/ 758784 h 1160647"/>
                <a:gd name="connsiteX91" fmla="*/ 622194 w 3028183"/>
                <a:gd name="connsiteY91" fmla="*/ 759865 h 1160647"/>
                <a:gd name="connsiteX92" fmla="*/ 622194 w 3028183"/>
                <a:gd name="connsiteY92" fmla="*/ 767431 h 1160647"/>
                <a:gd name="connsiteX93" fmla="*/ 623968 w 3028183"/>
                <a:gd name="connsiteY93" fmla="*/ 767431 h 1160647"/>
                <a:gd name="connsiteX94" fmla="*/ 636381 w 3028183"/>
                <a:gd name="connsiteY94" fmla="*/ 767431 h 1160647"/>
                <a:gd name="connsiteX95" fmla="*/ 636381 w 3028183"/>
                <a:gd name="connsiteY95" fmla="*/ 743652 h 1160647"/>
                <a:gd name="connsiteX96" fmla="*/ 637394 w 3028183"/>
                <a:gd name="connsiteY96" fmla="*/ 743652 h 1160647"/>
                <a:gd name="connsiteX97" fmla="*/ 644488 w 3028183"/>
                <a:gd name="connsiteY97" fmla="*/ 743652 h 1160647"/>
                <a:gd name="connsiteX98" fmla="*/ 644488 w 3028183"/>
                <a:gd name="connsiteY98" fmla="*/ 711225 h 1160647"/>
                <a:gd name="connsiteX99" fmla="*/ 645501 w 3028183"/>
                <a:gd name="connsiteY99" fmla="*/ 711225 h 1160647"/>
                <a:gd name="connsiteX100" fmla="*/ 652595 w 3028183"/>
                <a:gd name="connsiteY100" fmla="*/ 711225 h 1160647"/>
                <a:gd name="connsiteX101" fmla="*/ 652595 w 3028183"/>
                <a:gd name="connsiteY101" fmla="*/ 709334 h 1160647"/>
                <a:gd name="connsiteX102" fmla="*/ 652595 w 3028183"/>
                <a:gd name="connsiteY102" fmla="*/ 696093 h 1160647"/>
                <a:gd name="connsiteX103" fmla="*/ 651328 w 3028183"/>
                <a:gd name="connsiteY103" fmla="*/ 694471 h 1160647"/>
                <a:gd name="connsiteX104" fmla="*/ 656648 w 3028183"/>
                <a:gd name="connsiteY104" fmla="*/ 683122 h 1160647"/>
                <a:gd name="connsiteX105" fmla="*/ 664755 w 3028183"/>
                <a:gd name="connsiteY105" fmla="*/ 711225 h 1160647"/>
                <a:gd name="connsiteX106" fmla="*/ 665515 w 3028183"/>
                <a:gd name="connsiteY106" fmla="*/ 711225 h 1160647"/>
                <a:gd name="connsiteX107" fmla="*/ 670835 w 3028183"/>
                <a:gd name="connsiteY107" fmla="*/ 711225 h 1160647"/>
                <a:gd name="connsiteX108" fmla="*/ 670835 w 3028183"/>
                <a:gd name="connsiteY108" fmla="*/ 605298 h 1160647"/>
                <a:gd name="connsiteX109" fmla="*/ 672355 w 3028183"/>
                <a:gd name="connsiteY109" fmla="*/ 605298 h 1160647"/>
                <a:gd name="connsiteX110" fmla="*/ 682995 w 3028183"/>
                <a:gd name="connsiteY110" fmla="*/ 605298 h 1160647"/>
                <a:gd name="connsiteX111" fmla="*/ 682995 w 3028183"/>
                <a:gd name="connsiteY111" fmla="*/ 557739 h 1160647"/>
                <a:gd name="connsiteX112" fmla="*/ 709342 w 3028183"/>
                <a:gd name="connsiteY112" fmla="*/ 557739 h 1160647"/>
                <a:gd name="connsiteX113" fmla="*/ 709342 w 3028183"/>
                <a:gd name="connsiteY113" fmla="*/ 536121 h 1160647"/>
                <a:gd name="connsiteX114" fmla="*/ 743796 w 3028183"/>
                <a:gd name="connsiteY114" fmla="*/ 536121 h 1160647"/>
                <a:gd name="connsiteX115" fmla="*/ 743796 w 3028183"/>
                <a:gd name="connsiteY115" fmla="*/ 538553 h 1160647"/>
                <a:gd name="connsiteX116" fmla="*/ 743796 w 3028183"/>
                <a:gd name="connsiteY116" fmla="*/ 555577 h 1160647"/>
                <a:gd name="connsiteX117" fmla="*/ 746076 w 3028183"/>
                <a:gd name="connsiteY117" fmla="*/ 555577 h 1160647"/>
                <a:gd name="connsiteX118" fmla="*/ 762036 w 3028183"/>
                <a:gd name="connsiteY118" fmla="*/ 555577 h 1160647"/>
                <a:gd name="connsiteX119" fmla="*/ 762036 w 3028183"/>
                <a:gd name="connsiteY119" fmla="*/ 603136 h 1160647"/>
                <a:gd name="connsiteX120" fmla="*/ 763049 w 3028183"/>
                <a:gd name="connsiteY120" fmla="*/ 603136 h 1160647"/>
                <a:gd name="connsiteX121" fmla="*/ 770143 w 3028183"/>
                <a:gd name="connsiteY121" fmla="*/ 603136 h 1160647"/>
                <a:gd name="connsiteX122" fmla="*/ 784330 w 3028183"/>
                <a:gd name="connsiteY122" fmla="*/ 607460 h 1160647"/>
                <a:gd name="connsiteX123" fmla="*/ 784330 w 3028183"/>
                <a:gd name="connsiteY123" fmla="*/ 646372 h 1160647"/>
                <a:gd name="connsiteX124" fmla="*/ 785343 w 3028183"/>
                <a:gd name="connsiteY124" fmla="*/ 646372 h 1160647"/>
                <a:gd name="connsiteX125" fmla="*/ 792436 w 3028183"/>
                <a:gd name="connsiteY125" fmla="*/ 646372 h 1160647"/>
                <a:gd name="connsiteX126" fmla="*/ 792436 w 3028183"/>
                <a:gd name="connsiteY126" fmla="*/ 647993 h 1160647"/>
                <a:gd name="connsiteX127" fmla="*/ 792436 w 3028183"/>
                <a:gd name="connsiteY127" fmla="*/ 659342 h 1160647"/>
                <a:gd name="connsiteX128" fmla="*/ 794463 w 3028183"/>
                <a:gd name="connsiteY128" fmla="*/ 659342 h 1160647"/>
                <a:gd name="connsiteX129" fmla="*/ 808650 w 3028183"/>
                <a:gd name="connsiteY129" fmla="*/ 659342 h 1160647"/>
                <a:gd name="connsiteX130" fmla="*/ 814730 w 3028183"/>
                <a:gd name="connsiteY130" fmla="*/ 665828 h 1160647"/>
                <a:gd name="connsiteX131" fmla="*/ 814730 w 3028183"/>
                <a:gd name="connsiteY131" fmla="*/ 687446 h 1160647"/>
                <a:gd name="connsiteX132" fmla="*/ 817010 w 3028183"/>
                <a:gd name="connsiteY132" fmla="*/ 687446 h 1160647"/>
                <a:gd name="connsiteX133" fmla="*/ 832970 w 3028183"/>
                <a:gd name="connsiteY133" fmla="*/ 687446 h 1160647"/>
                <a:gd name="connsiteX134" fmla="*/ 832970 w 3028183"/>
                <a:gd name="connsiteY134" fmla="*/ 688526 h 1160647"/>
                <a:gd name="connsiteX135" fmla="*/ 832970 w 3028183"/>
                <a:gd name="connsiteY135" fmla="*/ 696093 h 1160647"/>
                <a:gd name="connsiteX136" fmla="*/ 834237 w 3028183"/>
                <a:gd name="connsiteY136" fmla="*/ 696093 h 1160647"/>
                <a:gd name="connsiteX137" fmla="*/ 843104 w 3028183"/>
                <a:gd name="connsiteY137" fmla="*/ 696093 h 1160647"/>
                <a:gd name="connsiteX138" fmla="*/ 843104 w 3028183"/>
                <a:gd name="connsiteY138" fmla="*/ 698254 h 1160647"/>
                <a:gd name="connsiteX139" fmla="*/ 843104 w 3028183"/>
                <a:gd name="connsiteY139" fmla="*/ 713387 h 1160647"/>
                <a:gd name="connsiteX140" fmla="*/ 847157 w 3028183"/>
                <a:gd name="connsiteY140" fmla="*/ 711495 h 1160647"/>
                <a:gd name="connsiteX141" fmla="*/ 847157 w 3028183"/>
                <a:gd name="connsiteY141" fmla="*/ 698254 h 1160647"/>
                <a:gd name="connsiteX142" fmla="*/ 848170 w 3028183"/>
                <a:gd name="connsiteY142" fmla="*/ 698254 h 1160647"/>
                <a:gd name="connsiteX143" fmla="*/ 855264 w 3028183"/>
                <a:gd name="connsiteY143" fmla="*/ 698254 h 1160647"/>
                <a:gd name="connsiteX144" fmla="*/ 855264 w 3028183"/>
                <a:gd name="connsiteY144" fmla="*/ 699876 h 1160647"/>
                <a:gd name="connsiteX145" fmla="*/ 855264 w 3028183"/>
                <a:gd name="connsiteY145" fmla="*/ 711225 h 1160647"/>
                <a:gd name="connsiteX146" fmla="*/ 856024 w 3028183"/>
                <a:gd name="connsiteY146" fmla="*/ 711225 h 1160647"/>
                <a:gd name="connsiteX147" fmla="*/ 861344 w 3028183"/>
                <a:gd name="connsiteY147" fmla="*/ 711225 h 1160647"/>
                <a:gd name="connsiteX148" fmla="*/ 909984 w 3028183"/>
                <a:gd name="connsiteY148" fmla="*/ 706902 h 1160647"/>
                <a:gd name="connsiteX149" fmla="*/ 909984 w 3028183"/>
                <a:gd name="connsiteY149" fmla="*/ 708253 h 1160647"/>
                <a:gd name="connsiteX150" fmla="*/ 909984 w 3028183"/>
                <a:gd name="connsiteY150" fmla="*/ 717710 h 1160647"/>
                <a:gd name="connsiteX151" fmla="*/ 910744 w 3028183"/>
                <a:gd name="connsiteY151" fmla="*/ 717710 h 1160647"/>
                <a:gd name="connsiteX152" fmla="*/ 916065 w 3028183"/>
                <a:gd name="connsiteY152" fmla="*/ 717710 h 1160647"/>
                <a:gd name="connsiteX153" fmla="*/ 916065 w 3028183"/>
                <a:gd name="connsiteY153" fmla="*/ 719872 h 1160647"/>
                <a:gd name="connsiteX154" fmla="*/ 916065 w 3028183"/>
                <a:gd name="connsiteY154" fmla="*/ 735005 h 1160647"/>
                <a:gd name="connsiteX155" fmla="*/ 918091 w 3028183"/>
                <a:gd name="connsiteY155" fmla="*/ 733654 h 1160647"/>
                <a:gd name="connsiteX156" fmla="*/ 932278 w 3028183"/>
                <a:gd name="connsiteY156" fmla="*/ 724196 h 1160647"/>
                <a:gd name="connsiteX157" fmla="*/ 938358 w 3028183"/>
                <a:gd name="connsiteY157" fmla="*/ 683122 h 1160647"/>
                <a:gd name="connsiteX158" fmla="*/ 939118 w 3028183"/>
                <a:gd name="connsiteY158" fmla="*/ 682852 h 1160647"/>
                <a:gd name="connsiteX159" fmla="*/ 944438 w 3028183"/>
                <a:gd name="connsiteY159" fmla="*/ 680960 h 1160647"/>
                <a:gd name="connsiteX160" fmla="*/ 946465 w 3028183"/>
                <a:gd name="connsiteY160" fmla="*/ 611783 h 1160647"/>
                <a:gd name="connsiteX161" fmla="*/ 948492 w 3028183"/>
                <a:gd name="connsiteY161" fmla="*/ 680960 h 1160647"/>
                <a:gd name="connsiteX162" fmla="*/ 949252 w 3028183"/>
                <a:gd name="connsiteY162" fmla="*/ 681230 h 1160647"/>
                <a:gd name="connsiteX163" fmla="*/ 954572 w 3028183"/>
                <a:gd name="connsiteY163" fmla="*/ 683122 h 1160647"/>
                <a:gd name="connsiteX164" fmla="*/ 954572 w 3028183"/>
                <a:gd name="connsiteY164" fmla="*/ 596651 h 1160647"/>
                <a:gd name="connsiteX165" fmla="*/ 958625 w 3028183"/>
                <a:gd name="connsiteY165" fmla="*/ 564224 h 1160647"/>
                <a:gd name="connsiteX166" fmla="*/ 997132 w 3028183"/>
                <a:gd name="connsiteY166" fmla="*/ 564224 h 1160647"/>
                <a:gd name="connsiteX167" fmla="*/ 997132 w 3028183"/>
                <a:gd name="connsiteY167" fmla="*/ 596651 h 1160647"/>
                <a:gd name="connsiteX168" fmla="*/ 997892 w 3028183"/>
                <a:gd name="connsiteY168" fmla="*/ 596651 h 1160647"/>
                <a:gd name="connsiteX169" fmla="*/ 1003212 w 3028183"/>
                <a:gd name="connsiteY169" fmla="*/ 596651 h 1160647"/>
                <a:gd name="connsiteX170" fmla="*/ 1003212 w 3028183"/>
                <a:gd name="connsiteY170" fmla="*/ 514503 h 1160647"/>
                <a:gd name="connsiteX171" fmla="*/ 1004986 w 3028183"/>
                <a:gd name="connsiteY171" fmla="*/ 514503 h 1160647"/>
                <a:gd name="connsiteX172" fmla="*/ 1017399 w 3028183"/>
                <a:gd name="connsiteY172" fmla="*/ 514503 h 1160647"/>
                <a:gd name="connsiteX173" fmla="*/ 1017399 w 3028183"/>
                <a:gd name="connsiteY173" fmla="*/ 512612 h 1160647"/>
                <a:gd name="connsiteX174" fmla="*/ 1017399 w 3028183"/>
                <a:gd name="connsiteY174" fmla="*/ 499371 h 1160647"/>
                <a:gd name="connsiteX175" fmla="*/ 1039693 w 3028183"/>
                <a:gd name="connsiteY175" fmla="*/ 499371 h 1160647"/>
                <a:gd name="connsiteX176" fmla="*/ 1039693 w 3028183"/>
                <a:gd name="connsiteY176" fmla="*/ 498290 h 1160647"/>
                <a:gd name="connsiteX177" fmla="*/ 1039693 w 3028183"/>
                <a:gd name="connsiteY177" fmla="*/ 490724 h 1160647"/>
                <a:gd name="connsiteX178" fmla="*/ 1041466 w 3028183"/>
                <a:gd name="connsiteY178" fmla="*/ 490724 h 1160647"/>
                <a:gd name="connsiteX179" fmla="*/ 1053880 w 3028183"/>
                <a:gd name="connsiteY179" fmla="*/ 490724 h 1160647"/>
                <a:gd name="connsiteX180" fmla="*/ 1053880 w 3028183"/>
                <a:gd name="connsiteY180" fmla="*/ 491805 h 1160647"/>
                <a:gd name="connsiteX181" fmla="*/ 1053880 w 3028183"/>
                <a:gd name="connsiteY181" fmla="*/ 499371 h 1160647"/>
                <a:gd name="connsiteX182" fmla="*/ 1054640 w 3028183"/>
                <a:gd name="connsiteY182" fmla="*/ 499371 h 1160647"/>
                <a:gd name="connsiteX183" fmla="*/ 1059960 w 3028183"/>
                <a:gd name="connsiteY183" fmla="*/ 499371 h 1160647"/>
                <a:gd name="connsiteX184" fmla="*/ 1070093 w 3028183"/>
                <a:gd name="connsiteY184" fmla="*/ 495047 h 1160647"/>
                <a:gd name="connsiteX185" fmla="*/ 1074146 w 3028183"/>
                <a:gd name="connsiteY185" fmla="*/ 498290 h 1160647"/>
                <a:gd name="connsiteX186" fmla="*/ 1074146 w 3028183"/>
                <a:gd name="connsiteY186" fmla="*/ 490724 h 1160647"/>
                <a:gd name="connsiteX187" fmla="*/ 1076426 w 3028183"/>
                <a:gd name="connsiteY187" fmla="*/ 490724 h 1160647"/>
                <a:gd name="connsiteX188" fmla="*/ 1092387 w 3028183"/>
                <a:gd name="connsiteY188" fmla="*/ 490724 h 1160647"/>
                <a:gd name="connsiteX189" fmla="*/ 1092387 w 3028183"/>
                <a:gd name="connsiteY189" fmla="*/ 491805 h 1160647"/>
                <a:gd name="connsiteX190" fmla="*/ 1092387 w 3028183"/>
                <a:gd name="connsiteY190" fmla="*/ 499371 h 1160647"/>
                <a:gd name="connsiteX191" fmla="*/ 1122787 w 3028183"/>
                <a:gd name="connsiteY191" fmla="*/ 499371 h 1160647"/>
                <a:gd name="connsiteX192" fmla="*/ 1122787 w 3028183"/>
                <a:gd name="connsiteY192" fmla="*/ 500992 h 1160647"/>
                <a:gd name="connsiteX193" fmla="*/ 1122787 w 3028183"/>
                <a:gd name="connsiteY193" fmla="*/ 512342 h 1160647"/>
                <a:gd name="connsiteX194" fmla="*/ 1149134 w 3028183"/>
                <a:gd name="connsiteY194" fmla="*/ 512342 h 1160647"/>
                <a:gd name="connsiteX195" fmla="*/ 1149134 w 3028183"/>
                <a:gd name="connsiteY195" fmla="*/ 542606 h 1160647"/>
                <a:gd name="connsiteX196" fmla="*/ 1149894 w 3028183"/>
                <a:gd name="connsiteY196" fmla="*/ 542606 h 1160647"/>
                <a:gd name="connsiteX197" fmla="*/ 1155214 w 3028183"/>
                <a:gd name="connsiteY197" fmla="*/ 542606 h 1160647"/>
                <a:gd name="connsiteX198" fmla="*/ 1155214 w 3028183"/>
                <a:gd name="connsiteY198" fmla="*/ 543687 h 1160647"/>
                <a:gd name="connsiteX199" fmla="*/ 1155214 w 3028183"/>
                <a:gd name="connsiteY199" fmla="*/ 551254 h 1160647"/>
                <a:gd name="connsiteX200" fmla="*/ 1159268 w 3028183"/>
                <a:gd name="connsiteY200" fmla="*/ 581518 h 1160647"/>
                <a:gd name="connsiteX201" fmla="*/ 1160028 w 3028183"/>
                <a:gd name="connsiteY201" fmla="*/ 581518 h 1160647"/>
                <a:gd name="connsiteX202" fmla="*/ 1165348 w 3028183"/>
                <a:gd name="connsiteY202" fmla="*/ 581518 h 1160647"/>
                <a:gd name="connsiteX203" fmla="*/ 1165348 w 3028183"/>
                <a:gd name="connsiteY203" fmla="*/ 582329 h 1160647"/>
                <a:gd name="connsiteX204" fmla="*/ 1165348 w 3028183"/>
                <a:gd name="connsiteY204" fmla="*/ 588004 h 1160647"/>
                <a:gd name="connsiteX205" fmla="*/ 1166361 w 3028183"/>
                <a:gd name="connsiteY205" fmla="*/ 588004 h 1160647"/>
                <a:gd name="connsiteX206" fmla="*/ 1173454 w 3028183"/>
                <a:gd name="connsiteY206" fmla="*/ 588004 h 1160647"/>
                <a:gd name="connsiteX207" fmla="*/ 1173454 w 3028183"/>
                <a:gd name="connsiteY207" fmla="*/ 618269 h 1160647"/>
                <a:gd name="connsiteX208" fmla="*/ 1175481 w 3028183"/>
                <a:gd name="connsiteY208" fmla="*/ 618269 h 1160647"/>
                <a:gd name="connsiteX209" fmla="*/ 1189668 w 3028183"/>
                <a:gd name="connsiteY209" fmla="*/ 618269 h 1160647"/>
                <a:gd name="connsiteX210" fmla="*/ 1189668 w 3028183"/>
                <a:gd name="connsiteY210" fmla="*/ 642048 h 1160647"/>
                <a:gd name="connsiteX211" fmla="*/ 1191695 w 3028183"/>
                <a:gd name="connsiteY211" fmla="*/ 643669 h 1160647"/>
                <a:gd name="connsiteX212" fmla="*/ 1191695 w 3028183"/>
                <a:gd name="connsiteY212" fmla="*/ 655019 h 1160647"/>
                <a:gd name="connsiteX213" fmla="*/ 1192455 w 3028183"/>
                <a:gd name="connsiteY213" fmla="*/ 655019 h 1160647"/>
                <a:gd name="connsiteX214" fmla="*/ 1197775 w 3028183"/>
                <a:gd name="connsiteY214" fmla="*/ 655019 h 1160647"/>
                <a:gd name="connsiteX215" fmla="*/ 1197775 w 3028183"/>
                <a:gd name="connsiteY215" fmla="*/ 678798 h 1160647"/>
                <a:gd name="connsiteX216" fmla="*/ 1199041 w 3028183"/>
                <a:gd name="connsiteY216" fmla="*/ 678798 h 1160647"/>
                <a:gd name="connsiteX217" fmla="*/ 1207908 w 3028183"/>
                <a:gd name="connsiteY217" fmla="*/ 678798 h 1160647"/>
                <a:gd name="connsiteX218" fmla="*/ 1209935 w 3028183"/>
                <a:gd name="connsiteY218" fmla="*/ 682852 h 1160647"/>
                <a:gd name="connsiteX219" fmla="*/ 1209935 w 3028183"/>
                <a:gd name="connsiteY219" fmla="*/ 696093 h 1160647"/>
                <a:gd name="connsiteX220" fmla="*/ 1211455 w 3028183"/>
                <a:gd name="connsiteY220" fmla="*/ 694201 h 1160647"/>
                <a:gd name="connsiteX221" fmla="*/ 1222095 w 3028183"/>
                <a:gd name="connsiteY221" fmla="*/ 680960 h 1160647"/>
                <a:gd name="connsiteX222" fmla="*/ 1250469 w 3028183"/>
                <a:gd name="connsiteY222" fmla="*/ 680960 h 1160647"/>
                <a:gd name="connsiteX223" fmla="*/ 1250469 w 3028183"/>
                <a:gd name="connsiteY223" fmla="*/ 767431 h 1160647"/>
                <a:gd name="connsiteX224" fmla="*/ 1251229 w 3028183"/>
                <a:gd name="connsiteY224" fmla="*/ 767431 h 1160647"/>
                <a:gd name="connsiteX225" fmla="*/ 1256549 w 3028183"/>
                <a:gd name="connsiteY225" fmla="*/ 767431 h 1160647"/>
                <a:gd name="connsiteX226" fmla="*/ 1257309 w 3028183"/>
                <a:gd name="connsiteY226" fmla="*/ 766080 h 1160647"/>
                <a:gd name="connsiteX227" fmla="*/ 1262629 w 3028183"/>
                <a:gd name="connsiteY227" fmla="*/ 756622 h 1160647"/>
                <a:gd name="connsiteX228" fmla="*/ 1262629 w 3028183"/>
                <a:gd name="connsiteY228" fmla="*/ 758514 h 1160647"/>
                <a:gd name="connsiteX229" fmla="*/ 1262629 w 3028183"/>
                <a:gd name="connsiteY229" fmla="*/ 771755 h 1160647"/>
                <a:gd name="connsiteX230" fmla="*/ 1266682 w 3028183"/>
                <a:gd name="connsiteY230" fmla="*/ 726358 h 1160647"/>
                <a:gd name="connsiteX231" fmla="*/ 1267442 w 3028183"/>
                <a:gd name="connsiteY231" fmla="*/ 726358 h 1160647"/>
                <a:gd name="connsiteX232" fmla="*/ 1272762 w 3028183"/>
                <a:gd name="connsiteY232" fmla="*/ 726358 h 1160647"/>
                <a:gd name="connsiteX233" fmla="*/ 1272762 w 3028183"/>
                <a:gd name="connsiteY233" fmla="*/ 661504 h 1160647"/>
                <a:gd name="connsiteX234" fmla="*/ 1273776 w 3028183"/>
                <a:gd name="connsiteY234" fmla="*/ 661504 h 1160647"/>
                <a:gd name="connsiteX235" fmla="*/ 1280869 w 3028183"/>
                <a:gd name="connsiteY235" fmla="*/ 661504 h 1160647"/>
                <a:gd name="connsiteX236" fmla="*/ 1293029 w 3028183"/>
                <a:gd name="connsiteY236" fmla="*/ 618269 h 1160647"/>
                <a:gd name="connsiteX237" fmla="*/ 1294296 w 3028183"/>
                <a:gd name="connsiteY237" fmla="*/ 618269 h 1160647"/>
                <a:gd name="connsiteX238" fmla="*/ 1303163 w 3028183"/>
                <a:gd name="connsiteY238" fmla="*/ 618269 h 1160647"/>
                <a:gd name="connsiteX239" fmla="*/ 1313296 w 3028183"/>
                <a:gd name="connsiteY239" fmla="*/ 661504 h 1160647"/>
                <a:gd name="connsiteX240" fmla="*/ 1314309 w 3028183"/>
                <a:gd name="connsiteY240" fmla="*/ 661504 h 1160647"/>
                <a:gd name="connsiteX241" fmla="*/ 1321403 w 3028183"/>
                <a:gd name="connsiteY241" fmla="*/ 661504 h 1160647"/>
                <a:gd name="connsiteX242" fmla="*/ 1321403 w 3028183"/>
                <a:gd name="connsiteY242" fmla="*/ 700416 h 1160647"/>
                <a:gd name="connsiteX243" fmla="*/ 1323176 w 3028183"/>
                <a:gd name="connsiteY243" fmla="*/ 700416 h 1160647"/>
                <a:gd name="connsiteX244" fmla="*/ 1335590 w 3028183"/>
                <a:gd name="connsiteY244" fmla="*/ 700416 h 1160647"/>
                <a:gd name="connsiteX245" fmla="*/ 1335590 w 3028183"/>
                <a:gd name="connsiteY245" fmla="*/ 702578 h 1160647"/>
                <a:gd name="connsiteX246" fmla="*/ 1335590 w 3028183"/>
                <a:gd name="connsiteY246" fmla="*/ 717710 h 1160647"/>
                <a:gd name="connsiteX247" fmla="*/ 1339643 w 3028183"/>
                <a:gd name="connsiteY247" fmla="*/ 715549 h 1160647"/>
                <a:gd name="connsiteX248" fmla="*/ 1339643 w 3028183"/>
                <a:gd name="connsiteY248" fmla="*/ 700416 h 1160647"/>
                <a:gd name="connsiteX249" fmla="*/ 1341163 w 3028183"/>
                <a:gd name="connsiteY249" fmla="*/ 700416 h 1160647"/>
                <a:gd name="connsiteX250" fmla="*/ 1351803 w 3028183"/>
                <a:gd name="connsiteY250" fmla="*/ 700416 h 1160647"/>
                <a:gd name="connsiteX251" fmla="*/ 1351803 w 3028183"/>
                <a:gd name="connsiteY251" fmla="*/ 702037 h 1160647"/>
                <a:gd name="connsiteX252" fmla="*/ 1351803 w 3028183"/>
                <a:gd name="connsiteY252" fmla="*/ 713387 h 1160647"/>
                <a:gd name="connsiteX253" fmla="*/ 1382204 w 3028183"/>
                <a:gd name="connsiteY253" fmla="*/ 713387 h 1160647"/>
                <a:gd name="connsiteX254" fmla="*/ 1382204 w 3028183"/>
                <a:gd name="connsiteY254" fmla="*/ 676637 h 1160647"/>
                <a:gd name="connsiteX255" fmla="*/ 1383470 w 3028183"/>
                <a:gd name="connsiteY255" fmla="*/ 676637 h 1160647"/>
                <a:gd name="connsiteX256" fmla="*/ 1392337 w 3028183"/>
                <a:gd name="connsiteY256" fmla="*/ 676637 h 1160647"/>
                <a:gd name="connsiteX257" fmla="*/ 1392337 w 3028183"/>
                <a:gd name="connsiteY257" fmla="*/ 698254 h 1160647"/>
                <a:gd name="connsiteX258" fmla="*/ 1394364 w 3028183"/>
                <a:gd name="connsiteY258" fmla="*/ 665828 h 1160647"/>
                <a:gd name="connsiteX259" fmla="*/ 1416657 w 3028183"/>
                <a:gd name="connsiteY259" fmla="*/ 665828 h 1160647"/>
                <a:gd name="connsiteX260" fmla="*/ 1416657 w 3028183"/>
                <a:gd name="connsiteY260" fmla="*/ 664206 h 1160647"/>
                <a:gd name="connsiteX261" fmla="*/ 1416657 w 3028183"/>
                <a:gd name="connsiteY261" fmla="*/ 652857 h 1160647"/>
                <a:gd name="connsiteX262" fmla="*/ 1417417 w 3028183"/>
                <a:gd name="connsiteY262" fmla="*/ 652857 h 1160647"/>
                <a:gd name="connsiteX263" fmla="*/ 1422737 w 3028183"/>
                <a:gd name="connsiteY263" fmla="*/ 652857 h 1160647"/>
                <a:gd name="connsiteX264" fmla="*/ 1422737 w 3028183"/>
                <a:gd name="connsiteY264" fmla="*/ 650966 h 1160647"/>
                <a:gd name="connsiteX265" fmla="*/ 1422737 w 3028183"/>
                <a:gd name="connsiteY265" fmla="*/ 637725 h 1160647"/>
                <a:gd name="connsiteX266" fmla="*/ 1426791 w 3028183"/>
                <a:gd name="connsiteY266" fmla="*/ 644210 h 1160647"/>
                <a:gd name="connsiteX267" fmla="*/ 1429071 w 3028183"/>
                <a:gd name="connsiteY267" fmla="*/ 644210 h 1160647"/>
                <a:gd name="connsiteX268" fmla="*/ 1445031 w 3028183"/>
                <a:gd name="connsiteY268" fmla="*/ 644210 h 1160647"/>
                <a:gd name="connsiteX269" fmla="*/ 1445031 w 3028183"/>
                <a:gd name="connsiteY269" fmla="*/ 643399 h 1160647"/>
                <a:gd name="connsiteX270" fmla="*/ 1445031 w 3028183"/>
                <a:gd name="connsiteY270" fmla="*/ 637725 h 1160647"/>
                <a:gd name="connsiteX271" fmla="*/ 1445791 w 3028183"/>
                <a:gd name="connsiteY271" fmla="*/ 637725 h 1160647"/>
                <a:gd name="connsiteX272" fmla="*/ 1451111 w 3028183"/>
                <a:gd name="connsiteY272" fmla="*/ 637725 h 1160647"/>
                <a:gd name="connsiteX273" fmla="*/ 1451111 w 3028183"/>
                <a:gd name="connsiteY273" fmla="*/ 639076 h 1160647"/>
                <a:gd name="connsiteX274" fmla="*/ 1451111 w 3028183"/>
                <a:gd name="connsiteY274" fmla="*/ 648534 h 1160647"/>
                <a:gd name="connsiteX275" fmla="*/ 1489618 w 3028183"/>
                <a:gd name="connsiteY275" fmla="*/ 648534 h 1160647"/>
                <a:gd name="connsiteX276" fmla="*/ 1489618 w 3028183"/>
                <a:gd name="connsiteY276" fmla="*/ 786887 h 1160647"/>
                <a:gd name="connsiteX277" fmla="*/ 1491138 w 3028183"/>
                <a:gd name="connsiteY277" fmla="*/ 786887 h 1160647"/>
                <a:gd name="connsiteX278" fmla="*/ 1501778 w 3028183"/>
                <a:gd name="connsiteY278" fmla="*/ 786887 h 1160647"/>
                <a:gd name="connsiteX279" fmla="*/ 1501778 w 3028183"/>
                <a:gd name="connsiteY279" fmla="*/ 773917 h 1160647"/>
                <a:gd name="connsiteX280" fmla="*/ 1505832 w 3028183"/>
                <a:gd name="connsiteY280" fmla="*/ 773917 h 1160647"/>
                <a:gd name="connsiteX281" fmla="*/ 1505832 w 3028183"/>
                <a:gd name="connsiteY281" fmla="*/ 786887 h 1160647"/>
                <a:gd name="connsiteX282" fmla="*/ 1536232 w 3028183"/>
                <a:gd name="connsiteY282" fmla="*/ 786887 h 1160647"/>
                <a:gd name="connsiteX283" fmla="*/ 1536232 w 3028183"/>
                <a:gd name="connsiteY283" fmla="*/ 756622 h 1160647"/>
                <a:gd name="connsiteX284" fmla="*/ 1548392 w 3028183"/>
                <a:gd name="connsiteY284" fmla="*/ 756622 h 1160647"/>
                <a:gd name="connsiteX285" fmla="*/ 1560552 w 3028183"/>
                <a:gd name="connsiteY285" fmla="*/ 754461 h 1160647"/>
                <a:gd name="connsiteX286" fmla="*/ 1564606 w 3028183"/>
                <a:gd name="connsiteY286" fmla="*/ 756622 h 1160647"/>
                <a:gd name="connsiteX287" fmla="*/ 1574739 w 3028183"/>
                <a:gd name="connsiteY287" fmla="*/ 756622 h 1160647"/>
                <a:gd name="connsiteX288" fmla="*/ 1574739 w 3028183"/>
                <a:gd name="connsiteY288" fmla="*/ 786887 h 1160647"/>
                <a:gd name="connsiteX289" fmla="*/ 1582846 w 3028183"/>
                <a:gd name="connsiteY289" fmla="*/ 786887 h 1160647"/>
                <a:gd name="connsiteX290" fmla="*/ 1582846 w 3028183"/>
                <a:gd name="connsiteY290" fmla="*/ 804182 h 1160647"/>
                <a:gd name="connsiteX291" fmla="*/ 1592182 w 3028183"/>
                <a:gd name="connsiteY291" fmla="*/ 805087 h 1160647"/>
                <a:gd name="connsiteX292" fmla="*/ 1605140 w 3028183"/>
                <a:gd name="connsiteY292" fmla="*/ 805087 h 1160647"/>
                <a:gd name="connsiteX293" fmla="*/ 1605140 w 3028183"/>
                <a:gd name="connsiteY293" fmla="*/ 789049 h 1160647"/>
                <a:gd name="connsiteX294" fmla="*/ 1673096 w 3028183"/>
                <a:gd name="connsiteY294" fmla="*/ 789049 h 1160647"/>
                <a:gd name="connsiteX295" fmla="*/ 1673096 w 3028183"/>
                <a:gd name="connsiteY295" fmla="*/ 703796 h 1160647"/>
                <a:gd name="connsiteX296" fmla="*/ 1745104 w 3028183"/>
                <a:gd name="connsiteY296" fmla="*/ 703796 h 1160647"/>
                <a:gd name="connsiteX297" fmla="*/ 1745104 w 3028183"/>
                <a:gd name="connsiteY297" fmla="*/ 782564 h 1160647"/>
                <a:gd name="connsiteX298" fmla="*/ 1747008 w 3028183"/>
                <a:gd name="connsiteY298" fmla="*/ 782564 h 1160647"/>
                <a:gd name="connsiteX299" fmla="*/ 1748250 w 3028183"/>
                <a:gd name="connsiteY299" fmla="*/ 805087 h 1160647"/>
                <a:gd name="connsiteX300" fmla="*/ 1757926 w 3028183"/>
                <a:gd name="connsiteY300" fmla="*/ 805087 h 1160647"/>
                <a:gd name="connsiteX301" fmla="*/ 1759168 w 3028183"/>
                <a:gd name="connsiteY301" fmla="*/ 782564 h 1160647"/>
                <a:gd name="connsiteX302" fmla="*/ 1765248 w 3028183"/>
                <a:gd name="connsiteY302" fmla="*/ 782564 h 1160647"/>
                <a:gd name="connsiteX303" fmla="*/ 1766490 w 3028183"/>
                <a:gd name="connsiteY303" fmla="*/ 805087 h 1160647"/>
                <a:gd name="connsiteX304" fmla="*/ 1817112 w 3028183"/>
                <a:gd name="connsiteY304" fmla="*/ 805087 h 1160647"/>
                <a:gd name="connsiteX305" fmla="*/ 1817112 w 3028183"/>
                <a:gd name="connsiteY305" fmla="*/ 642059 h 1160647"/>
                <a:gd name="connsiteX306" fmla="*/ 2014439 w 3028183"/>
                <a:gd name="connsiteY306" fmla="*/ 642059 h 1160647"/>
                <a:gd name="connsiteX307" fmla="*/ 2014439 w 3028183"/>
                <a:gd name="connsiteY307" fmla="*/ 805087 h 1160647"/>
                <a:gd name="connsiteX308" fmla="*/ 2033136 w 3028183"/>
                <a:gd name="connsiteY308" fmla="*/ 805087 h 1160647"/>
                <a:gd name="connsiteX309" fmla="*/ 2033136 w 3028183"/>
                <a:gd name="connsiteY309" fmla="*/ 722394 h 1160647"/>
                <a:gd name="connsiteX310" fmla="*/ 2128256 w 3028183"/>
                <a:gd name="connsiteY310" fmla="*/ 722394 h 1160647"/>
                <a:gd name="connsiteX311" fmla="*/ 2140186 w 3028183"/>
                <a:gd name="connsiteY311" fmla="*/ 404253 h 1160647"/>
                <a:gd name="connsiteX312" fmla="*/ 2128026 w 3028183"/>
                <a:gd name="connsiteY312" fmla="*/ 382635 h 1160647"/>
                <a:gd name="connsiteX313" fmla="*/ 2121946 w 3028183"/>
                <a:gd name="connsiteY313" fmla="*/ 378311 h 1160647"/>
                <a:gd name="connsiteX314" fmla="*/ 2130053 w 3028183"/>
                <a:gd name="connsiteY314" fmla="*/ 354532 h 1160647"/>
                <a:gd name="connsiteX315" fmla="*/ 2130053 w 3028183"/>
                <a:gd name="connsiteY315" fmla="*/ 337238 h 1160647"/>
                <a:gd name="connsiteX316" fmla="*/ 2144240 w 3028183"/>
                <a:gd name="connsiteY316" fmla="*/ 337238 h 1160647"/>
                <a:gd name="connsiteX317" fmla="*/ 2144240 w 3028183"/>
                <a:gd name="connsiteY317" fmla="*/ 315620 h 1160647"/>
                <a:gd name="connsiteX318" fmla="*/ 2146266 w 3028183"/>
                <a:gd name="connsiteY318" fmla="*/ 311296 h 1160647"/>
                <a:gd name="connsiteX319" fmla="*/ 2146266 w 3028183"/>
                <a:gd name="connsiteY319" fmla="*/ 233472 h 1160647"/>
                <a:gd name="connsiteX320" fmla="*/ 2144240 w 3028183"/>
                <a:gd name="connsiteY320" fmla="*/ 226987 h 1160647"/>
                <a:gd name="connsiteX321" fmla="*/ 2150320 w 3028183"/>
                <a:gd name="connsiteY321" fmla="*/ 220501 h 1160647"/>
                <a:gd name="connsiteX322" fmla="*/ 2150320 w 3028183"/>
                <a:gd name="connsiteY322" fmla="*/ 162133 h 1160647"/>
                <a:gd name="connsiteX323" fmla="*/ 2152346 w 3028183"/>
                <a:gd name="connsiteY323" fmla="*/ 157810 h 1160647"/>
                <a:gd name="connsiteX324" fmla="*/ 2152346 w 3028183"/>
                <a:gd name="connsiteY324" fmla="*/ 101604 h 1160647"/>
                <a:gd name="connsiteX325" fmla="*/ 2154373 w 3028183"/>
                <a:gd name="connsiteY325" fmla="*/ 82148 h 1160647"/>
                <a:gd name="connsiteX326" fmla="*/ 2158427 w 3028183"/>
                <a:gd name="connsiteY326" fmla="*/ 99442 h 1160647"/>
                <a:gd name="connsiteX327" fmla="*/ 2160453 w 3028183"/>
                <a:gd name="connsiteY327" fmla="*/ 157810 h 1160647"/>
                <a:gd name="connsiteX328" fmla="*/ 2162480 w 3028183"/>
                <a:gd name="connsiteY328" fmla="*/ 220501 h 1160647"/>
                <a:gd name="connsiteX329" fmla="*/ 2168560 w 3028183"/>
                <a:gd name="connsiteY329" fmla="*/ 226987 h 1160647"/>
                <a:gd name="connsiteX330" fmla="*/ 2166533 w 3028183"/>
                <a:gd name="connsiteY330" fmla="*/ 233472 h 1160647"/>
                <a:gd name="connsiteX331" fmla="*/ 2166533 w 3028183"/>
                <a:gd name="connsiteY331" fmla="*/ 311296 h 1160647"/>
                <a:gd name="connsiteX332" fmla="*/ 2168560 w 3028183"/>
                <a:gd name="connsiteY332" fmla="*/ 315620 h 1160647"/>
                <a:gd name="connsiteX333" fmla="*/ 2168560 w 3028183"/>
                <a:gd name="connsiteY333" fmla="*/ 337238 h 1160647"/>
                <a:gd name="connsiteX334" fmla="*/ 2182747 w 3028183"/>
                <a:gd name="connsiteY334" fmla="*/ 337238 h 1160647"/>
                <a:gd name="connsiteX335" fmla="*/ 2182747 w 3028183"/>
                <a:gd name="connsiteY335" fmla="*/ 354532 h 1160647"/>
                <a:gd name="connsiteX336" fmla="*/ 2190854 w 3028183"/>
                <a:gd name="connsiteY336" fmla="*/ 378311 h 1160647"/>
                <a:gd name="connsiteX337" fmla="*/ 2184774 w 3028183"/>
                <a:gd name="connsiteY337" fmla="*/ 382635 h 1160647"/>
                <a:gd name="connsiteX338" fmla="*/ 2172613 w 3028183"/>
                <a:gd name="connsiteY338" fmla="*/ 404253 h 1160647"/>
                <a:gd name="connsiteX339" fmla="*/ 2180720 w 3028183"/>
                <a:gd name="connsiteY339" fmla="*/ 657181 h 1160647"/>
                <a:gd name="connsiteX340" fmla="*/ 2245574 w 3028183"/>
                <a:gd name="connsiteY340" fmla="*/ 657181 h 1160647"/>
                <a:gd name="connsiteX341" fmla="*/ 2245574 w 3028183"/>
                <a:gd name="connsiteY341" fmla="*/ 732843 h 1160647"/>
                <a:gd name="connsiteX342" fmla="*/ 2253681 w 3028183"/>
                <a:gd name="connsiteY342" fmla="*/ 732843 h 1160647"/>
                <a:gd name="connsiteX343" fmla="*/ 2255708 w 3028183"/>
                <a:gd name="connsiteY343" fmla="*/ 726358 h 1160647"/>
                <a:gd name="connsiteX344" fmla="*/ 2261788 w 3028183"/>
                <a:gd name="connsiteY344" fmla="*/ 726358 h 1160647"/>
                <a:gd name="connsiteX345" fmla="*/ 2263815 w 3028183"/>
                <a:gd name="connsiteY345" fmla="*/ 735005 h 1160647"/>
                <a:gd name="connsiteX346" fmla="*/ 2275975 w 3028183"/>
                <a:gd name="connsiteY346" fmla="*/ 735005 h 1160647"/>
                <a:gd name="connsiteX347" fmla="*/ 2275975 w 3028183"/>
                <a:gd name="connsiteY347" fmla="*/ 728519 h 1160647"/>
                <a:gd name="connsiteX348" fmla="*/ 2298268 w 3028183"/>
                <a:gd name="connsiteY348" fmla="*/ 728519 h 1160647"/>
                <a:gd name="connsiteX349" fmla="*/ 2298268 w 3028183"/>
                <a:gd name="connsiteY349" fmla="*/ 735005 h 1160647"/>
                <a:gd name="connsiteX350" fmla="*/ 2318535 w 3028183"/>
                <a:gd name="connsiteY350" fmla="*/ 735005 h 1160647"/>
                <a:gd name="connsiteX351" fmla="*/ 2318535 w 3028183"/>
                <a:gd name="connsiteY351" fmla="*/ 780402 h 1160647"/>
                <a:gd name="connsiteX352" fmla="*/ 2332722 w 3028183"/>
                <a:gd name="connsiteY352" fmla="*/ 780402 h 1160647"/>
                <a:gd name="connsiteX353" fmla="*/ 2332722 w 3028183"/>
                <a:gd name="connsiteY353" fmla="*/ 767431 h 1160647"/>
                <a:gd name="connsiteX354" fmla="*/ 2348936 w 3028183"/>
                <a:gd name="connsiteY354" fmla="*/ 767431 h 1160647"/>
                <a:gd name="connsiteX355" fmla="*/ 2348936 w 3028183"/>
                <a:gd name="connsiteY355" fmla="*/ 588004 h 1160647"/>
                <a:gd name="connsiteX356" fmla="*/ 2355016 w 3028183"/>
                <a:gd name="connsiteY356" fmla="*/ 581518 h 1160647"/>
                <a:gd name="connsiteX357" fmla="*/ 2427977 w 3028183"/>
                <a:gd name="connsiteY357" fmla="*/ 581518 h 1160647"/>
                <a:gd name="connsiteX358" fmla="*/ 2427977 w 3028183"/>
                <a:gd name="connsiteY358" fmla="*/ 590166 h 1160647"/>
                <a:gd name="connsiteX359" fmla="*/ 2438110 w 3028183"/>
                <a:gd name="connsiteY359" fmla="*/ 590166 h 1160647"/>
                <a:gd name="connsiteX360" fmla="*/ 2438110 w 3028183"/>
                <a:gd name="connsiteY360" fmla="*/ 704740 h 1160647"/>
                <a:gd name="connsiteX361" fmla="*/ 2460404 w 3028183"/>
                <a:gd name="connsiteY361" fmla="*/ 704740 h 1160647"/>
                <a:gd name="connsiteX362" fmla="*/ 2460404 w 3028183"/>
                <a:gd name="connsiteY362" fmla="*/ 637725 h 1160647"/>
                <a:gd name="connsiteX363" fmla="*/ 2486751 w 3028183"/>
                <a:gd name="connsiteY363" fmla="*/ 637725 h 1160647"/>
                <a:gd name="connsiteX364" fmla="*/ 2490804 w 3028183"/>
                <a:gd name="connsiteY364" fmla="*/ 633401 h 1160647"/>
                <a:gd name="connsiteX365" fmla="*/ 2498911 w 3028183"/>
                <a:gd name="connsiteY365" fmla="*/ 633401 h 1160647"/>
                <a:gd name="connsiteX366" fmla="*/ 2502964 w 3028183"/>
                <a:gd name="connsiteY366" fmla="*/ 637725 h 1160647"/>
                <a:gd name="connsiteX367" fmla="*/ 2525258 w 3028183"/>
                <a:gd name="connsiteY367" fmla="*/ 637725 h 1160647"/>
                <a:gd name="connsiteX368" fmla="*/ 2525258 w 3028183"/>
                <a:gd name="connsiteY368" fmla="*/ 520989 h 1160647"/>
                <a:gd name="connsiteX369" fmla="*/ 2582005 w 3028183"/>
                <a:gd name="connsiteY369" fmla="*/ 510180 h 1160647"/>
                <a:gd name="connsiteX370" fmla="*/ 2582005 w 3028183"/>
                <a:gd name="connsiteY370" fmla="*/ 511261 h 1160647"/>
                <a:gd name="connsiteX371" fmla="*/ 2582005 w 3028183"/>
                <a:gd name="connsiteY371" fmla="*/ 518827 h 1160647"/>
                <a:gd name="connsiteX372" fmla="*/ 2608352 w 3028183"/>
                <a:gd name="connsiteY372" fmla="*/ 518827 h 1160647"/>
                <a:gd name="connsiteX373" fmla="*/ 2608352 w 3028183"/>
                <a:gd name="connsiteY373" fmla="*/ 773917 h 1160647"/>
                <a:gd name="connsiteX374" fmla="*/ 2630646 w 3028183"/>
                <a:gd name="connsiteY374" fmla="*/ 773917 h 1160647"/>
                <a:gd name="connsiteX375" fmla="*/ 2630646 w 3028183"/>
                <a:gd name="connsiteY375" fmla="*/ 769593 h 1160647"/>
                <a:gd name="connsiteX376" fmla="*/ 2642806 w 3028183"/>
                <a:gd name="connsiteY376" fmla="*/ 769593 h 1160647"/>
                <a:gd name="connsiteX377" fmla="*/ 2642806 w 3028183"/>
                <a:gd name="connsiteY377" fmla="*/ 773917 h 1160647"/>
                <a:gd name="connsiteX378" fmla="*/ 2667126 w 3028183"/>
                <a:gd name="connsiteY378" fmla="*/ 773917 h 1160647"/>
                <a:gd name="connsiteX379" fmla="*/ 2667126 w 3028183"/>
                <a:gd name="connsiteY379" fmla="*/ 760946 h 1160647"/>
                <a:gd name="connsiteX380" fmla="*/ 2695500 w 3028183"/>
                <a:gd name="connsiteY380" fmla="*/ 760946 h 1160647"/>
                <a:gd name="connsiteX381" fmla="*/ 2707660 w 3028183"/>
                <a:gd name="connsiteY381" fmla="*/ 756622 h 1160647"/>
                <a:gd name="connsiteX382" fmla="*/ 2727927 w 3028183"/>
                <a:gd name="connsiteY382" fmla="*/ 760946 h 1160647"/>
                <a:gd name="connsiteX383" fmla="*/ 2727927 w 3028183"/>
                <a:gd name="connsiteY383" fmla="*/ 743652 h 1160647"/>
                <a:gd name="connsiteX384" fmla="*/ 2736034 w 3028183"/>
                <a:gd name="connsiteY384" fmla="*/ 743652 h 1160647"/>
                <a:gd name="connsiteX385" fmla="*/ 2736034 w 3028183"/>
                <a:gd name="connsiteY385" fmla="*/ 730681 h 1160647"/>
                <a:gd name="connsiteX386" fmla="*/ 2792781 w 3028183"/>
                <a:gd name="connsiteY386" fmla="*/ 730681 h 1160647"/>
                <a:gd name="connsiteX387" fmla="*/ 2792781 w 3028183"/>
                <a:gd name="connsiteY387" fmla="*/ 700416 h 1160647"/>
                <a:gd name="connsiteX388" fmla="*/ 2811021 w 3028183"/>
                <a:gd name="connsiteY388" fmla="*/ 700416 h 1160647"/>
                <a:gd name="connsiteX389" fmla="*/ 2811021 w 3028183"/>
                <a:gd name="connsiteY389" fmla="*/ 693931 h 1160647"/>
                <a:gd name="connsiteX390" fmla="*/ 2823181 w 3028183"/>
                <a:gd name="connsiteY390" fmla="*/ 693931 h 1160647"/>
                <a:gd name="connsiteX391" fmla="*/ 2823181 w 3028183"/>
                <a:gd name="connsiteY391" fmla="*/ 700416 h 1160647"/>
                <a:gd name="connsiteX392" fmla="*/ 2839395 w 3028183"/>
                <a:gd name="connsiteY392" fmla="*/ 700416 h 1160647"/>
                <a:gd name="connsiteX393" fmla="*/ 2839395 w 3028183"/>
                <a:gd name="connsiteY393" fmla="*/ 750137 h 1160647"/>
                <a:gd name="connsiteX394" fmla="*/ 2871822 w 3028183"/>
                <a:gd name="connsiteY394" fmla="*/ 750137 h 1160647"/>
                <a:gd name="connsiteX395" fmla="*/ 2871822 w 3028183"/>
                <a:gd name="connsiteY395" fmla="*/ 724196 h 1160647"/>
                <a:gd name="connsiteX396" fmla="*/ 2910329 w 3028183"/>
                <a:gd name="connsiteY396" fmla="*/ 724196 h 1160647"/>
                <a:gd name="connsiteX397" fmla="*/ 2910329 w 3028183"/>
                <a:gd name="connsiteY397" fmla="*/ 693931 h 1160647"/>
                <a:gd name="connsiteX398" fmla="*/ 2958970 w 3028183"/>
                <a:gd name="connsiteY398" fmla="*/ 693931 h 1160647"/>
                <a:gd name="connsiteX399" fmla="*/ 2958970 w 3028183"/>
                <a:gd name="connsiteY399" fmla="*/ 805087 h 1160647"/>
                <a:gd name="connsiteX400" fmla="*/ 2958970 w 3028183"/>
                <a:gd name="connsiteY400" fmla="*/ 818866 h 1160647"/>
                <a:gd name="connsiteX401" fmla="*/ 3024845 w 3028183"/>
                <a:gd name="connsiteY401" fmla="*/ 818866 h 1160647"/>
                <a:gd name="connsiteX402" fmla="*/ 3028183 w 3028183"/>
                <a:gd name="connsiteY402" fmla="*/ 1160647 h 1160647"/>
                <a:gd name="connsiteX403" fmla="*/ 2054 w 3028183"/>
                <a:gd name="connsiteY403" fmla="*/ 1158314 h 1160647"/>
                <a:gd name="connsiteX404" fmla="*/ 0 w 3028183"/>
                <a:gd name="connsiteY404" fmla="*/ 724196 h 1160647"/>
                <a:gd name="connsiteX405" fmla="*/ 20267 w 3028183"/>
                <a:gd name="connsiteY405" fmla="*/ 724196 h 1160647"/>
                <a:gd name="connsiteX406" fmla="*/ 20774 w 3028183"/>
                <a:gd name="connsiteY406" fmla="*/ 723115 h 1160647"/>
                <a:gd name="connsiteX407" fmla="*/ 24320 w 3028183"/>
                <a:gd name="connsiteY407" fmla="*/ 715549 h 1160647"/>
                <a:gd name="connsiteX408" fmla="*/ 26094 w 3028183"/>
                <a:gd name="connsiteY408" fmla="*/ 715819 h 1160647"/>
                <a:gd name="connsiteX409" fmla="*/ 38507 w 3028183"/>
                <a:gd name="connsiteY409" fmla="*/ 717710 h 1160647"/>
                <a:gd name="connsiteX410" fmla="*/ 39014 w 3028183"/>
                <a:gd name="connsiteY410" fmla="*/ 719062 h 1160647"/>
                <a:gd name="connsiteX411" fmla="*/ 42560 w 3028183"/>
                <a:gd name="connsiteY411" fmla="*/ 728519 h 1160647"/>
                <a:gd name="connsiteX412" fmla="*/ 68907 w 3028183"/>
                <a:gd name="connsiteY412" fmla="*/ 730681 h 1160647"/>
                <a:gd name="connsiteX413" fmla="*/ 68907 w 3028183"/>
                <a:gd name="connsiteY413" fmla="*/ 607460 h 1160647"/>
                <a:gd name="connsiteX414" fmla="*/ 70934 w 3028183"/>
                <a:gd name="connsiteY414" fmla="*/ 607460 h 1160647"/>
                <a:gd name="connsiteX415" fmla="*/ 85121 w 3028183"/>
                <a:gd name="connsiteY415" fmla="*/ 607460 h 1160647"/>
                <a:gd name="connsiteX416" fmla="*/ 85121 w 3028183"/>
                <a:gd name="connsiteY416" fmla="*/ 471268 h 1160647"/>
                <a:gd name="connsiteX417" fmla="*/ 86894 w 3028183"/>
                <a:gd name="connsiteY417" fmla="*/ 471268 h 1160647"/>
                <a:gd name="connsiteX418" fmla="*/ 99308 w 3028183"/>
                <a:gd name="connsiteY418" fmla="*/ 471268 h 1160647"/>
                <a:gd name="connsiteX419" fmla="*/ 99308 w 3028183"/>
                <a:gd name="connsiteY419" fmla="*/ 356694 h 1160647"/>
                <a:gd name="connsiteX420" fmla="*/ 103361 w 3028183"/>
                <a:gd name="connsiteY420" fmla="*/ 328590 h 1160647"/>
                <a:gd name="connsiteX421" fmla="*/ 105388 w 3028183"/>
                <a:gd name="connsiteY421" fmla="*/ 328590 h 1160647"/>
                <a:gd name="connsiteX422" fmla="*/ 119575 w 3028183"/>
                <a:gd name="connsiteY422" fmla="*/ 328590 h 1160647"/>
                <a:gd name="connsiteX423" fmla="*/ 156055 w 3028183"/>
                <a:gd name="connsiteY423" fmla="*/ 246443 h 1160647"/>
                <a:gd name="connsiteX424" fmla="*/ 160109 w 3028183"/>
                <a:gd name="connsiteY424" fmla="*/ 0 h 1160647"/>
                <a:gd name="connsiteX0" fmla="*/ 160109 w 3031519"/>
                <a:gd name="connsiteY0" fmla="*/ 0 h 1160647"/>
                <a:gd name="connsiteX1" fmla="*/ 162135 w 3031519"/>
                <a:gd name="connsiteY1" fmla="*/ 246443 h 1160647"/>
                <a:gd name="connsiteX2" fmla="*/ 200642 w 3031519"/>
                <a:gd name="connsiteY2" fmla="*/ 326429 h 1160647"/>
                <a:gd name="connsiteX3" fmla="*/ 202669 w 3031519"/>
                <a:gd name="connsiteY3" fmla="*/ 326429 h 1160647"/>
                <a:gd name="connsiteX4" fmla="*/ 216856 w 3031519"/>
                <a:gd name="connsiteY4" fmla="*/ 326429 h 1160647"/>
                <a:gd name="connsiteX5" fmla="*/ 216856 w 3031519"/>
                <a:gd name="connsiteY5" fmla="*/ 350208 h 1160647"/>
                <a:gd name="connsiteX6" fmla="*/ 217363 w 3031519"/>
                <a:gd name="connsiteY6" fmla="*/ 351019 h 1160647"/>
                <a:gd name="connsiteX7" fmla="*/ 220909 w 3031519"/>
                <a:gd name="connsiteY7" fmla="*/ 356694 h 1160647"/>
                <a:gd name="connsiteX8" fmla="*/ 220909 w 3031519"/>
                <a:gd name="connsiteY8" fmla="*/ 471268 h 1160647"/>
                <a:gd name="connsiteX9" fmla="*/ 223189 w 3031519"/>
                <a:gd name="connsiteY9" fmla="*/ 471268 h 1160647"/>
                <a:gd name="connsiteX10" fmla="*/ 239150 w 3031519"/>
                <a:gd name="connsiteY10" fmla="*/ 471268 h 1160647"/>
                <a:gd name="connsiteX11" fmla="*/ 239150 w 3031519"/>
                <a:gd name="connsiteY11" fmla="*/ 611783 h 1160647"/>
                <a:gd name="connsiteX12" fmla="*/ 240670 w 3031519"/>
                <a:gd name="connsiteY12" fmla="*/ 611513 h 1160647"/>
                <a:gd name="connsiteX13" fmla="*/ 251310 w 3031519"/>
                <a:gd name="connsiteY13" fmla="*/ 609622 h 1160647"/>
                <a:gd name="connsiteX14" fmla="*/ 249283 w 3031519"/>
                <a:gd name="connsiteY14" fmla="*/ 698254 h 1160647"/>
                <a:gd name="connsiteX15" fmla="*/ 250803 w 3031519"/>
                <a:gd name="connsiteY15" fmla="*/ 698525 h 1160647"/>
                <a:gd name="connsiteX16" fmla="*/ 261443 w 3031519"/>
                <a:gd name="connsiteY16" fmla="*/ 700416 h 1160647"/>
                <a:gd name="connsiteX17" fmla="*/ 261696 w 3031519"/>
                <a:gd name="connsiteY17" fmla="*/ 701227 h 1160647"/>
                <a:gd name="connsiteX18" fmla="*/ 263470 w 3031519"/>
                <a:gd name="connsiteY18" fmla="*/ 706902 h 1160647"/>
                <a:gd name="connsiteX19" fmla="*/ 264230 w 3031519"/>
                <a:gd name="connsiteY19" fmla="*/ 704470 h 1160647"/>
                <a:gd name="connsiteX20" fmla="*/ 269550 w 3031519"/>
                <a:gd name="connsiteY20" fmla="*/ 687446 h 1160647"/>
                <a:gd name="connsiteX21" fmla="*/ 271323 w 3031519"/>
                <a:gd name="connsiteY21" fmla="*/ 687446 h 1160647"/>
                <a:gd name="connsiteX22" fmla="*/ 283737 w 3031519"/>
                <a:gd name="connsiteY22" fmla="*/ 687446 h 1160647"/>
                <a:gd name="connsiteX23" fmla="*/ 283737 w 3031519"/>
                <a:gd name="connsiteY23" fmla="*/ 719872 h 1160647"/>
                <a:gd name="connsiteX24" fmla="*/ 284750 w 3031519"/>
                <a:gd name="connsiteY24" fmla="*/ 720413 h 1160647"/>
                <a:gd name="connsiteX25" fmla="*/ 291844 w 3031519"/>
                <a:gd name="connsiteY25" fmla="*/ 724196 h 1160647"/>
                <a:gd name="connsiteX26" fmla="*/ 291844 w 3031519"/>
                <a:gd name="connsiteY26" fmla="*/ 725547 h 1160647"/>
                <a:gd name="connsiteX27" fmla="*/ 291844 w 3031519"/>
                <a:gd name="connsiteY27" fmla="*/ 735005 h 1160647"/>
                <a:gd name="connsiteX28" fmla="*/ 336431 w 3031519"/>
                <a:gd name="connsiteY28" fmla="*/ 735005 h 1160647"/>
                <a:gd name="connsiteX29" fmla="*/ 336431 w 3031519"/>
                <a:gd name="connsiteY29" fmla="*/ 736086 h 1160647"/>
                <a:gd name="connsiteX30" fmla="*/ 336431 w 3031519"/>
                <a:gd name="connsiteY30" fmla="*/ 743652 h 1160647"/>
                <a:gd name="connsiteX31" fmla="*/ 338457 w 3031519"/>
                <a:gd name="connsiteY31" fmla="*/ 743652 h 1160647"/>
                <a:gd name="connsiteX32" fmla="*/ 352644 w 3031519"/>
                <a:gd name="connsiteY32" fmla="*/ 743652 h 1160647"/>
                <a:gd name="connsiteX33" fmla="*/ 352644 w 3031519"/>
                <a:gd name="connsiteY33" fmla="*/ 713387 h 1160647"/>
                <a:gd name="connsiteX34" fmla="*/ 397231 w 3031519"/>
                <a:gd name="connsiteY34" fmla="*/ 713387 h 1160647"/>
                <a:gd name="connsiteX35" fmla="*/ 397231 w 3031519"/>
                <a:gd name="connsiteY35" fmla="*/ 712036 h 1160647"/>
                <a:gd name="connsiteX36" fmla="*/ 397231 w 3031519"/>
                <a:gd name="connsiteY36" fmla="*/ 702578 h 1160647"/>
                <a:gd name="connsiteX37" fmla="*/ 398245 w 3031519"/>
                <a:gd name="connsiteY37" fmla="*/ 702578 h 1160647"/>
                <a:gd name="connsiteX38" fmla="*/ 405338 w 3031519"/>
                <a:gd name="connsiteY38" fmla="*/ 702578 h 1160647"/>
                <a:gd name="connsiteX39" fmla="*/ 405338 w 3031519"/>
                <a:gd name="connsiteY39" fmla="*/ 700687 h 1160647"/>
                <a:gd name="connsiteX40" fmla="*/ 405338 w 3031519"/>
                <a:gd name="connsiteY40" fmla="*/ 687446 h 1160647"/>
                <a:gd name="connsiteX41" fmla="*/ 406098 w 3031519"/>
                <a:gd name="connsiteY41" fmla="*/ 687446 h 1160647"/>
                <a:gd name="connsiteX42" fmla="*/ 411418 w 3031519"/>
                <a:gd name="connsiteY42" fmla="*/ 687446 h 1160647"/>
                <a:gd name="connsiteX43" fmla="*/ 411418 w 3031519"/>
                <a:gd name="connsiteY43" fmla="*/ 686365 h 1160647"/>
                <a:gd name="connsiteX44" fmla="*/ 411418 w 3031519"/>
                <a:gd name="connsiteY44" fmla="*/ 678798 h 1160647"/>
                <a:gd name="connsiteX45" fmla="*/ 413445 w 3031519"/>
                <a:gd name="connsiteY45" fmla="*/ 678798 h 1160647"/>
                <a:gd name="connsiteX46" fmla="*/ 427632 w 3031519"/>
                <a:gd name="connsiteY46" fmla="*/ 678798 h 1160647"/>
                <a:gd name="connsiteX47" fmla="*/ 427632 w 3031519"/>
                <a:gd name="connsiteY47" fmla="*/ 679879 h 1160647"/>
                <a:gd name="connsiteX48" fmla="*/ 427632 w 3031519"/>
                <a:gd name="connsiteY48" fmla="*/ 687446 h 1160647"/>
                <a:gd name="connsiteX49" fmla="*/ 449925 w 3031519"/>
                <a:gd name="connsiteY49" fmla="*/ 687446 h 1160647"/>
                <a:gd name="connsiteX50" fmla="*/ 449925 w 3031519"/>
                <a:gd name="connsiteY50" fmla="*/ 685554 h 1160647"/>
                <a:gd name="connsiteX51" fmla="*/ 449925 w 3031519"/>
                <a:gd name="connsiteY51" fmla="*/ 672313 h 1160647"/>
                <a:gd name="connsiteX52" fmla="*/ 451699 w 3031519"/>
                <a:gd name="connsiteY52" fmla="*/ 672313 h 1160647"/>
                <a:gd name="connsiteX53" fmla="*/ 464112 w 3031519"/>
                <a:gd name="connsiteY53" fmla="*/ 672313 h 1160647"/>
                <a:gd name="connsiteX54" fmla="*/ 464112 w 3031519"/>
                <a:gd name="connsiteY54" fmla="*/ 696093 h 1160647"/>
                <a:gd name="connsiteX55" fmla="*/ 465126 w 3031519"/>
                <a:gd name="connsiteY55" fmla="*/ 696093 h 1160647"/>
                <a:gd name="connsiteX56" fmla="*/ 472219 w 3031519"/>
                <a:gd name="connsiteY56" fmla="*/ 696093 h 1160647"/>
                <a:gd name="connsiteX57" fmla="*/ 472219 w 3031519"/>
                <a:gd name="connsiteY57" fmla="*/ 695012 h 1160647"/>
                <a:gd name="connsiteX58" fmla="*/ 472219 w 3031519"/>
                <a:gd name="connsiteY58" fmla="*/ 687446 h 1160647"/>
                <a:gd name="connsiteX59" fmla="*/ 473992 w 3031519"/>
                <a:gd name="connsiteY59" fmla="*/ 687446 h 1160647"/>
                <a:gd name="connsiteX60" fmla="*/ 486406 w 3031519"/>
                <a:gd name="connsiteY60" fmla="*/ 687446 h 1160647"/>
                <a:gd name="connsiteX61" fmla="*/ 486406 w 3031519"/>
                <a:gd name="connsiteY61" fmla="*/ 713387 h 1160647"/>
                <a:gd name="connsiteX62" fmla="*/ 488433 w 3031519"/>
                <a:gd name="connsiteY62" fmla="*/ 713387 h 1160647"/>
                <a:gd name="connsiteX63" fmla="*/ 502619 w 3031519"/>
                <a:gd name="connsiteY63" fmla="*/ 713387 h 1160647"/>
                <a:gd name="connsiteX64" fmla="*/ 502619 w 3031519"/>
                <a:gd name="connsiteY64" fmla="*/ 715008 h 1160647"/>
                <a:gd name="connsiteX65" fmla="*/ 502619 w 3031519"/>
                <a:gd name="connsiteY65" fmla="*/ 726358 h 1160647"/>
                <a:gd name="connsiteX66" fmla="*/ 503379 w 3031519"/>
                <a:gd name="connsiteY66" fmla="*/ 726358 h 1160647"/>
                <a:gd name="connsiteX67" fmla="*/ 508700 w 3031519"/>
                <a:gd name="connsiteY67" fmla="*/ 726358 h 1160647"/>
                <a:gd name="connsiteX68" fmla="*/ 508700 w 3031519"/>
                <a:gd name="connsiteY68" fmla="*/ 725547 h 1160647"/>
                <a:gd name="connsiteX69" fmla="*/ 508700 w 3031519"/>
                <a:gd name="connsiteY69" fmla="*/ 719872 h 1160647"/>
                <a:gd name="connsiteX70" fmla="*/ 539100 w 3031519"/>
                <a:gd name="connsiteY70" fmla="*/ 719872 h 1160647"/>
                <a:gd name="connsiteX71" fmla="*/ 539100 w 3031519"/>
                <a:gd name="connsiteY71" fmla="*/ 743652 h 1160647"/>
                <a:gd name="connsiteX72" fmla="*/ 540113 w 3031519"/>
                <a:gd name="connsiteY72" fmla="*/ 743652 h 1160647"/>
                <a:gd name="connsiteX73" fmla="*/ 547207 w 3031519"/>
                <a:gd name="connsiteY73" fmla="*/ 743652 h 1160647"/>
                <a:gd name="connsiteX74" fmla="*/ 547207 w 3031519"/>
                <a:gd name="connsiteY74" fmla="*/ 744733 h 1160647"/>
                <a:gd name="connsiteX75" fmla="*/ 547207 w 3031519"/>
                <a:gd name="connsiteY75" fmla="*/ 752299 h 1160647"/>
                <a:gd name="connsiteX76" fmla="*/ 547967 w 3031519"/>
                <a:gd name="connsiteY76" fmla="*/ 752299 h 1160647"/>
                <a:gd name="connsiteX77" fmla="*/ 553287 w 3031519"/>
                <a:gd name="connsiteY77" fmla="*/ 752299 h 1160647"/>
                <a:gd name="connsiteX78" fmla="*/ 553287 w 3031519"/>
                <a:gd name="connsiteY78" fmla="*/ 750137 h 1160647"/>
                <a:gd name="connsiteX79" fmla="*/ 553287 w 3031519"/>
                <a:gd name="connsiteY79" fmla="*/ 735005 h 1160647"/>
                <a:gd name="connsiteX80" fmla="*/ 554300 w 3031519"/>
                <a:gd name="connsiteY80" fmla="*/ 735005 h 1160647"/>
                <a:gd name="connsiteX81" fmla="*/ 561394 w 3031519"/>
                <a:gd name="connsiteY81" fmla="*/ 735005 h 1160647"/>
                <a:gd name="connsiteX82" fmla="*/ 561394 w 3031519"/>
                <a:gd name="connsiteY82" fmla="*/ 736086 h 1160647"/>
                <a:gd name="connsiteX83" fmla="*/ 561394 w 3031519"/>
                <a:gd name="connsiteY83" fmla="*/ 743652 h 1160647"/>
                <a:gd name="connsiteX84" fmla="*/ 566714 w 3031519"/>
                <a:gd name="connsiteY84" fmla="*/ 741659 h 1160647"/>
                <a:gd name="connsiteX85" fmla="*/ 567474 w 3031519"/>
                <a:gd name="connsiteY85" fmla="*/ 740679 h 1160647"/>
                <a:gd name="connsiteX86" fmla="*/ 567474 w 3031519"/>
                <a:gd name="connsiteY86" fmla="*/ 735005 h 1160647"/>
                <a:gd name="connsiteX87" fmla="*/ 605981 w 3031519"/>
                <a:gd name="connsiteY87" fmla="*/ 735005 h 1160647"/>
                <a:gd name="connsiteX88" fmla="*/ 605981 w 3031519"/>
                <a:gd name="connsiteY88" fmla="*/ 758784 h 1160647"/>
                <a:gd name="connsiteX89" fmla="*/ 608007 w 3031519"/>
                <a:gd name="connsiteY89" fmla="*/ 758784 h 1160647"/>
                <a:gd name="connsiteX90" fmla="*/ 622194 w 3031519"/>
                <a:gd name="connsiteY90" fmla="*/ 758784 h 1160647"/>
                <a:gd name="connsiteX91" fmla="*/ 622194 w 3031519"/>
                <a:gd name="connsiteY91" fmla="*/ 759865 h 1160647"/>
                <a:gd name="connsiteX92" fmla="*/ 622194 w 3031519"/>
                <a:gd name="connsiteY92" fmla="*/ 767431 h 1160647"/>
                <a:gd name="connsiteX93" fmla="*/ 623968 w 3031519"/>
                <a:gd name="connsiteY93" fmla="*/ 767431 h 1160647"/>
                <a:gd name="connsiteX94" fmla="*/ 636381 w 3031519"/>
                <a:gd name="connsiteY94" fmla="*/ 767431 h 1160647"/>
                <a:gd name="connsiteX95" fmla="*/ 636381 w 3031519"/>
                <a:gd name="connsiteY95" fmla="*/ 743652 h 1160647"/>
                <a:gd name="connsiteX96" fmla="*/ 637394 w 3031519"/>
                <a:gd name="connsiteY96" fmla="*/ 743652 h 1160647"/>
                <a:gd name="connsiteX97" fmla="*/ 644488 w 3031519"/>
                <a:gd name="connsiteY97" fmla="*/ 743652 h 1160647"/>
                <a:gd name="connsiteX98" fmla="*/ 644488 w 3031519"/>
                <a:gd name="connsiteY98" fmla="*/ 711225 h 1160647"/>
                <a:gd name="connsiteX99" fmla="*/ 645501 w 3031519"/>
                <a:gd name="connsiteY99" fmla="*/ 711225 h 1160647"/>
                <a:gd name="connsiteX100" fmla="*/ 652595 w 3031519"/>
                <a:gd name="connsiteY100" fmla="*/ 711225 h 1160647"/>
                <a:gd name="connsiteX101" fmla="*/ 652595 w 3031519"/>
                <a:gd name="connsiteY101" fmla="*/ 709334 h 1160647"/>
                <a:gd name="connsiteX102" fmla="*/ 652595 w 3031519"/>
                <a:gd name="connsiteY102" fmla="*/ 696093 h 1160647"/>
                <a:gd name="connsiteX103" fmla="*/ 651328 w 3031519"/>
                <a:gd name="connsiteY103" fmla="*/ 694471 h 1160647"/>
                <a:gd name="connsiteX104" fmla="*/ 656648 w 3031519"/>
                <a:gd name="connsiteY104" fmla="*/ 683122 h 1160647"/>
                <a:gd name="connsiteX105" fmla="*/ 664755 w 3031519"/>
                <a:gd name="connsiteY105" fmla="*/ 711225 h 1160647"/>
                <a:gd name="connsiteX106" fmla="*/ 665515 w 3031519"/>
                <a:gd name="connsiteY106" fmla="*/ 711225 h 1160647"/>
                <a:gd name="connsiteX107" fmla="*/ 670835 w 3031519"/>
                <a:gd name="connsiteY107" fmla="*/ 711225 h 1160647"/>
                <a:gd name="connsiteX108" fmla="*/ 670835 w 3031519"/>
                <a:gd name="connsiteY108" fmla="*/ 605298 h 1160647"/>
                <a:gd name="connsiteX109" fmla="*/ 672355 w 3031519"/>
                <a:gd name="connsiteY109" fmla="*/ 605298 h 1160647"/>
                <a:gd name="connsiteX110" fmla="*/ 682995 w 3031519"/>
                <a:gd name="connsiteY110" fmla="*/ 605298 h 1160647"/>
                <a:gd name="connsiteX111" fmla="*/ 682995 w 3031519"/>
                <a:gd name="connsiteY111" fmla="*/ 557739 h 1160647"/>
                <a:gd name="connsiteX112" fmla="*/ 709342 w 3031519"/>
                <a:gd name="connsiteY112" fmla="*/ 557739 h 1160647"/>
                <a:gd name="connsiteX113" fmla="*/ 709342 w 3031519"/>
                <a:gd name="connsiteY113" fmla="*/ 536121 h 1160647"/>
                <a:gd name="connsiteX114" fmla="*/ 743796 w 3031519"/>
                <a:gd name="connsiteY114" fmla="*/ 536121 h 1160647"/>
                <a:gd name="connsiteX115" fmla="*/ 743796 w 3031519"/>
                <a:gd name="connsiteY115" fmla="*/ 538553 h 1160647"/>
                <a:gd name="connsiteX116" fmla="*/ 743796 w 3031519"/>
                <a:gd name="connsiteY116" fmla="*/ 555577 h 1160647"/>
                <a:gd name="connsiteX117" fmla="*/ 746076 w 3031519"/>
                <a:gd name="connsiteY117" fmla="*/ 555577 h 1160647"/>
                <a:gd name="connsiteX118" fmla="*/ 762036 w 3031519"/>
                <a:gd name="connsiteY118" fmla="*/ 555577 h 1160647"/>
                <a:gd name="connsiteX119" fmla="*/ 762036 w 3031519"/>
                <a:gd name="connsiteY119" fmla="*/ 603136 h 1160647"/>
                <a:gd name="connsiteX120" fmla="*/ 763049 w 3031519"/>
                <a:gd name="connsiteY120" fmla="*/ 603136 h 1160647"/>
                <a:gd name="connsiteX121" fmla="*/ 770143 w 3031519"/>
                <a:gd name="connsiteY121" fmla="*/ 603136 h 1160647"/>
                <a:gd name="connsiteX122" fmla="*/ 784330 w 3031519"/>
                <a:gd name="connsiteY122" fmla="*/ 607460 h 1160647"/>
                <a:gd name="connsiteX123" fmla="*/ 784330 w 3031519"/>
                <a:gd name="connsiteY123" fmla="*/ 646372 h 1160647"/>
                <a:gd name="connsiteX124" fmla="*/ 785343 w 3031519"/>
                <a:gd name="connsiteY124" fmla="*/ 646372 h 1160647"/>
                <a:gd name="connsiteX125" fmla="*/ 792436 w 3031519"/>
                <a:gd name="connsiteY125" fmla="*/ 646372 h 1160647"/>
                <a:gd name="connsiteX126" fmla="*/ 792436 w 3031519"/>
                <a:gd name="connsiteY126" fmla="*/ 647993 h 1160647"/>
                <a:gd name="connsiteX127" fmla="*/ 792436 w 3031519"/>
                <a:gd name="connsiteY127" fmla="*/ 659342 h 1160647"/>
                <a:gd name="connsiteX128" fmla="*/ 794463 w 3031519"/>
                <a:gd name="connsiteY128" fmla="*/ 659342 h 1160647"/>
                <a:gd name="connsiteX129" fmla="*/ 808650 w 3031519"/>
                <a:gd name="connsiteY129" fmla="*/ 659342 h 1160647"/>
                <a:gd name="connsiteX130" fmla="*/ 814730 w 3031519"/>
                <a:gd name="connsiteY130" fmla="*/ 665828 h 1160647"/>
                <a:gd name="connsiteX131" fmla="*/ 814730 w 3031519"/>
                <a:gd name="connsiteY131" fmla="*/ 687446 h 1160647"/>
                <a:gd name="connsiteX132" fmla="*/ 817010 w 3031519"/>
                <a:gd name="connsiteY132" fmla="*/ 687446 h 1160647"/>
                <a:gd name="connsiteX133" fmla="*/ 832970 w 3031519"/>
                <a:gd name="connsiteY133" fmla="*/ 687446 h 1160647"/>
                <a:gd name="connsiteX134" fmla="*/ 832970 w 3031519"/>
                <a:gd name="connsiteY134" fmla="*/ 688526 h 1160647"/>
                <a:gd name="connsiteX135" fmla="*/ 832970 w 3031519"/>
                <a:gd name="connsiteY135" fmla="*/ 696093 h 1160647"/>
                <a:gd name="connsiteX136" fmla="*/ 834237 w 3031519"/>
                <a:gd name="connsiteY136" fmla="*/ 696093 h 1160647"/>
                <a:gd name="connsiteX137" fmla="*/ 843104 w 3031519"/>
                <a:gd name="connsiteY137" fmla="*/ 696093 h 1160647"/>
                <a:gd name="connsiteX138" fmla="*/ 843104 w 3031519"/>
                <a:gd name="connsiteY138" fmla="*/ 698254 h 1160647"/>
                <a:gd name="connsiteX139" fmla="*/ 843104 w 3031519"/>
                <a:gd name="connsiteY139" fmla="*/ 713387 h 1160647"/>
                <a:gd name="connsiteX140" fmla="*/ 847157 w 3031519"/>
                <a:gd name="connsiteY140" fmla="*/ 711495 h 1160647"/>
                <a:gd name="connsiteX141" fmla="*/ 847157 w 3031519"/>
                <a:gd name="connsiteY141" fmla="*/ 698254 h 1160647"/>
                <a:gd name="connsiteX142" fmla="*/ 848170 w 3031519"/>
                <a:gd name="connsiteY142" fmla="*/ 698254 h 1160647"/>
                <a:gd name="connsiteX143" fmla="*/ 855264 w 3031519"/>
                <a:gd name="connsiteY143" fmla="*/ 698254 h 1160647"/>
                <a:gd name="connsiteX144" fmla="*/ 855264 w 3031519"/>
                <a:gd name="connsiteY144" fmla="*/ 699876 h 1160647"/>
                <a:gd name="connsiteX145" fmla="*/ 855264 w 3031519"/>
                <a:gd name="connsiteY145" fmla="*/ 711225 h 1160647"/>
                <a:gd name="connsiteX146" fmla="*/ 856024 w 3031519"/>
                <a:gd name="connsiteY146" fmla="*/ 711225 h 1160647"/>
                <a:gd name="connsiteX147" fmla="*/ 861344 w 3031519"/>
                <a:gd name="connsiteY147" fmla="*/ 711225 h 1160647"/>
                <a:gd name="connsiteX148" fmla="*/ 909984 w 3031519"/>
                <a:gd name="connsiteY148" fmla="*/ 706902 h 1160647"/>
                <a:gd name="connsiteX149" fmla="*/ 909984 w 3031519"/>
                <a:gd name="connsiteY149" fmla="*/ 708253 h 1160647"/>
                <a:gd name="connsiteX150" fmla="*/ 909984 w 3031519"/>
                <a:gd name="connsiteY150" fmla="*/ 717710 h 1160647"/>
                <a:gd name="connsiteX151" fmla="*/ 910744 w 3031519"/>
                <a:gd name="connsiteY151" fmla="*/ 717710 h 1160647"/>
                <a:gd name="connsiteX152" fmla="*/ 916065 w 3031519"/>
                <a:gd name="connsiteY152" fmla="*/ 717710 h 1160647"/>
                <a:gd name="connsiteX153" fmla="*/ 916065 w 3031519"/>
                <a:gd name="connsiteY153" fmla="*/ 719872 h 1160647"/>
                <a:gd name="connsiteX154" fmla="*/ 916065 w 3031519"/>
                <a:gd name="connsiteY154" fmla="*/ 735005 h 1160647"/>
                <a:gd name="connsiteX155" fmla="*/ 918091 w 3031519"/>
                <a:gd name="connsiteY155" fmla="*/ 733654 h 1160647"/>
                <a:gd name="connsiteX156" fmla="*/ 932278 w 3031519"/>
                <a:gd name="connsiteY156" fmla="*/ 724196 h 1160647"/>
                <a:gd name="connsiteX157" fmla="*/ 938358 w 3031519"/>
                <a:gd name="connsiteY157" fmla="*/ 683122 h 1160647"/>
                <a:gd name="connsiteX158" fmla="*/ 939118 w 3031519"/>
                <a:gd name="connsiteY158" fmla="*/ 682852 h 1160647"/>
                <a:gd name="connsiteX159" fmla="*/ 944438 w 3031519"/>
                <a:gd name="connsiteY159" fmla="*/ 680960 h 1160647"/>
                <a:gd name="connsiteX160" fmla="*/ 946465 w 3031519"/>
                <a:gd name="connsiteY160" fmla="*/ 611783 h 1160647"/>
                <a:gd name="connsiteX161" fmla="*/ 948492 w 3031519"/>
                <a:gd name="connsiteY161" fmla="*/ 680960 h 1160647"/>
                <a:gd name="connsiteX162" fmla="*/ 949252 w 3031519"/>
                <a:gd name="connsiteY162" fmla="*/ 681230 h 1160647"/>
                <a:gd name="connsiteX163" fmla="*/ 954572 w 3031519"/>
                <a:gd name="connsiteY163" fmla="*/ 683122 h 1160647"/>
                <a:gd name="connsiteX164" fmla="*/ 954572 w 3031519"/>
                <a:gd name="connsiteY164" fmla="*/ 596651 h 1160647"/>
                <a:gd name="connsiteX165" fmla="*/ 958625 w 3031519"/>
                <a:gd name="connsiteY165" fmla="*/ 564224 h 1160647"/>
                <a:gd name="connsiteX166" fmla="*/ 997132 w 3031519"/>
                <a:gd name="connsiteY166" fmla="*/ 564224 h 1160647"/>
                <a:gd name="connsiteX167" fmla="*/ 997132 w 3031519"/>
                <a:gd name="connsiteY167" fmla="*/ 596651 h 1160647"/>
                <a:gd name="connsiteX168" fmla="*/ 997892 w 3031519"/>
                <a:gd name="connsiteY168" fmla="*/ 596651 h 1160647"/>
                <a:gd name="connsiteX169" fmla="*/ 1003212 w 3031519"/>
                <a:gd name="connsiteY169" fmla="*/ 596651 h 1160647"/>
                <a:gd name="connsiteX170" fmla="*/ 1003212 w 3031519"/>
                <a:gd name="connsiteY170" fmla="*/ 514503 h 1160647"/>
                <a:gd name="connsiteX171" fmla="*/ 1004986 w 3031519"/>
                <a:gd name="connsiteY171" fmla="*/ 514503 h 1160647"/>
                <a:gd name="connsiteX172" fmla="*/ 1017399 w 3031519"/>
                <a:gd name="connsiteY172" fmla="*/ 514503 h 1160647"/>
                <a:gd name="connsiteX173" fmla="*/ 1017399 w 3031519"/>
                <a:gd name="connsiteY173" fmla="*/ 512612 h 1160647"/>
                <a:gd name="connsiteX174" fmla="*/ 1017399 w 3031519"/>
                <a:gd name="connsiteY174" fmla="*/ 499371 h 1160647"/>
                <a:gd name="connsiteX175" fmla="*/ 1039693 w 3031519"/>
                <a:gd name="connsiteY175" fmla="*/ 499371 h 1160647"/>
                <a:gd name="connsiteX176" fmla="*/ 1039693 w 3031519"/>
                <a:gd name="connsiteY176" fmla="*/ 498290 h 1160647"/>
                <a:gd name="connsiteX177" fmla="*/ 1039693 w 3031519"/>
                <a:gd name="connsiteY177" fmla="*/ 490724 h 1160647"/>
                <a:gd name="connsiteX178" fmla="*/ 1041466 w 3031519"/>
                <a:gd name="connsiteY178" fmla="*/ 490724 h 1160647"/>
                <a:gd name="connsiteX179" fmla="*/ 1053880 w 3031519"/>
                <a:gd name="connsiteY179" fmla="*/ 490724 h 1160647"/>
                <a:gd name="connsiteX180" fmla="*/ 1053880 w 3031519"/>
                <a:gd name="connsiteY180" fmla="*/ 491805 h 1160647"/>
                <a:gd name="connsiteX181" fmla="*/ 1053880 w 3031519"/>
                <a:gd name="connsiteY181" fmla="*/ 499371 h 1160647"/>
                <a:gd name="connsiteX182" fmla="*/ 1054640 w 3031519"/>
                <a:gd name="connsiteY182" fmla="*/ 499371 h 1160647"/>
                <a:gd name="connsiteX183" fmla="*/ 1059960 w 3031519"/>
                <a:gd name="connsiteY183" fmla="*/ 499371 h 1160647"/>
                <a:gd name="connsiteX184" fmla="*/ 1070093 w 3031519"/>
                <a:gd name="connsiteY184" fmla="*/ 495047 h 1160647"/>
                <a:gd name="connsiteX185" fmla="*/ 1074146 w 3031519"/>
                <a:gd name="connsiteY185" fmla="*/ 498290 h 1160647"/>
                <a:gd name="connsiteX186" fmla="*/ 1074146 w 3031519"/>
                <a:gd name="connsiteY186" fmla="*/ 490724 h 1160647"/>
                <a:gd name="connsiteX187" fmla="*/ 1076426 w 3031519"/>
                <a:gd name="connsiteY187" fmla="*/ 490724 h 1160647"/>
                <a:gd name="connsiteX188" fmla="*/ 1092387 w 3031519"/>
                <a:gd name="connsiteY188" fmla="*/ 490724 h 1160647"/>
                <a:gd name="connsiteX189" fmla="*/ 1092387 w 3031519"/>
                <a:gd name="connsiteY189" fmla="*/ 491805 h 1160647"/>
                <a:gd name="connsiteX190" fmla="*/ 1092387 w 3031519"/>
                <a:gd name="connsiteY190" fmla="*/ 499371 h 1160647"/>
                <a:gd name="connsiteX191" fmla="*/ 1122787 w 3031519"/>
                <a:gd name="connsiteY191" fmla="*/ 499371 h 1160647"/>
                <a:gd name="connsiteX192" fmla="*/ 1122787 w 3031519"/>
                <a:gd name="connsiteY192" fmla="*/ 500992 h 1160647"/>
                <a:gd name="connsiteX193" fmla="*/ 1122787 w 3031519"/>
                <a:gd name="connsiteY193" fmla="*/ 512342 h 1160647"/>
                <a:gd name="connsiteX194" fmla="*/ 1149134 w 3031519"/>
                <a:gd name="connsiteY194" fmla="*/ 512342 h 1160647"/>
                <a:gd name="connsiteX195" fmla="*/ 1149134 w 3031519"/>
                <a:gd name="connsiteY195" fmla="*/ 542606 h 1160647"/>
                <a:gd name="connsiteX196" fmla="*/ 1149894 w 3031519"/>
                <a:gd name="connsiteY196" fmla="*/ 542606 h 1160647"/>
                <a:gd name="connsiteX197" fmla="*/ 1155214 w 3031519"/>
                <a:gd name="connsiteY197" fmla="*/ 542606 h 1160647"/>
                <a:gd name="connsiteX198" fmla="*/ 1155214 w 3031519"/>
                <a:gd name="connsiteY198" fmla="*/ 543687 h 1160647"/>
                <a:gd name="connsiteX199" fmla="*/ 1155214 w 3031519"/>
                <a:gd name="connsiteY199" fmla="*/ 551254 h 1160647"/>
                <a:gd name="connsiteX200" fmla="*/ 1159268 w 3031519"/>
                <a:gd name="connsiteY200" fmla="*/ 581518 h 1160647"/>
                <a:gd name="connsiteX201" fmla="*/ 1160028 w 3031519"/>
                <a:gd name="connsiteY201" fmla="*/ 581518 h 1160647"/>
                <a:gd name="connsiteX202" fmla="*/ 1165348 w 3031519"/>
                <a:gd name="connsiteY202" fmla="*/ 581518 h 1160647"/>
                <a:gd name="connsiteX203" fmla="*/ 1165348 w 3031519"/>
                <a:gd name="connsiteY203" fmla="*/ 582329 h 1160647"/>
                <a:gd name="connsiteX204" fmla="*/ 1165348 w 3031519"/>
                <a:gd name="connsiteY204" fmla="*/ 588004 h 1160647"/>
                <a:gd name="connsiteX205" fmla="*/ 1166361 w 3031519"/>
                <a:gd name="connsiteY205" fmla="*/ 588004 h 1160647"/>
                <a:gd name="connsiteX206" fmla="*/ 1173454 w 3031519"/>
                <a:gd name="connsiteY206" fmla="*/ 588004 h 1160647"/>
                <a:gd name="connsiteX207" fmla="*/ 1173454 w 3031519"/>
                <a:gd name="connsiteY207" fmla="*/ 618269 h 1160647"/>
                <a:gd name="connsiteX208" fmla="*/ 1175481 w 3031519"/>
                <a:gd name="connsiteY208" fmla="*/ 618269 h 1160647"/>
                <a:gd name="connsiteX209" fmla="*/ 1189668 w 3031519"/>
                <a:gd name="connsiteY209" fmla="*/ 618269 h 1160647"/>
                <a:gd name="connsiteX210" fmla="*/ 1189668 w 3031519"/>
                <a:gd name="connsiteY210" fmla="*/ 642048 h 1160647"/>
                <a:gd name="connsiteX211" fmla="*/ 1191695 w 3031519"/>
                <a:gd name="connsiteY211" fmla="*/ 643669 h 1160647"/>
                <a:gd name="connsiteX212" fmla="*/ 1191695 w 3031519"/>
                <a:gd name="connsiteY212" fmla="*/ 655019 h 1160647"/>
                <a:gd name="connsiteX213" fmla="*/ 1192455 w 3031519"/>
                <a:gd name="connsiteY213" fmla="*/ 655019 h 1160647"/>
                <a:gd name="connsiteX214" fmla="*/ 1197775 w 3031519"/>
                <a:gd name="connsiteY214" fmla="*/ 655019 h 1160647"/>
                <a:gd name="connsiteX215" fmla="*/ 1197775 w 3031519"/>
                <a:gd name="connsiteY215" fmla="*/ 678798 h 1160647"/>
                <a:gd name="connsiteX216" fmla="*/ 1199041 w 3031519"/>
                <a:gd name="connsiteY216" fmla="*/ 678798 h 1160647"/>
                <a:gd name="connsiteX217" fmla="*/ 1207908 w 3031519"/>
                <a:gd name="connsiteY217" fmla="*/ 678798 h 1160647"/>
                <a:gd name="connsiteX218" fmla="*/ 1209935 w 3031519"/>
                <a:gd name="connsiteY218" fmla="*/ 682852 h 1160647"/>
                <a:gd name="connsiteX219" fmla="*/ 1209935 w 3031519"/>
                <a:gd name="connsiteY219" fmla="*/ 696093 h 1160647"/>
                <a:gd name="connsiteX220" fmla="*/ 1211455 w 3031519"/>
                <a:gd name="connsiteY220" fmla="*/ 694201 h 1160647"/>
                <a:gd name="connsiteX221" fmla="*/ 1222095 w 3031519"/>
                <a:gd name="connsiteY221" fmla="*/ 680960 h 1160647"/>
                <a:gd name="connsiteX222" fmla="*/ 1250469 w 3031519"/>
                <a:gd name="connsiteY222" fmla="*/ 680960 h 1160647"/>
                <a:gd name="connsiteX223" fmla="*/ 1250469 w 3031519"/>
                <a:gd name="connsiteY223" fmla="*/ 767431 h 1160647"/>
                <a:gd name="connsiteX224" fmla="*/ 1251229 w 3031519"/>
                <a:gd name="connsiteY224" fmla="*/ 767431 h 1160647"/>
                <a:gd name="connsiteX225" fmla="*/ 1256549 w 3031519"/>
                <a:gd name="connsiteY225" fmla="*/ 767431 h 1160647"/>
                <a:gd name="connsiteX226" fmla="*/ 1257309 w 3031519"/>
                <a:gd name="connsiteY226" fmla="*/ 766080 h 1160647"/>
                <a:gd name="connsiteX227" fmla="*/ 1262629 w 3031519"/>
                <a:gd name="connsiteY227" fmla="*/ 756622 h 1160647"/>
                <a:gd name="connsiteX228" fmla="*/ 1262629 w 3031519"/>
                <a:gd name="connsiteY228" fmla="*/ 758514 h 1160647"/>
                <a:gd name="connsiteX229" fmla="*/ 1262629 w 3031519"/>
                <a:gd name="connsiteY229" fmla="*/ 771755 h 1160647"/>
                <a:gd name="connsiteX230" fmla="*/ 1266682 w 3031519"/>
                <a:gd name="connsiteY230" fmla="*/ 726358 h 1160647"/>
                <a:gd name="connsiteX231" fmla="*/ 1267442 w 3031519"/>
                <a:gd name="connsiteY231" fmla="*/ 726358 h 1160647"/>
                <a:gd name="connsiteX232" fmla="*/ 1272762 w 3031519"/>
                <a:gd name="connsiteY232" fmla="*/ 726358 h 1160647"/>
                <a:gd name="connsiteX233" fmla="*/ 1272762 w 3031519"/>
                <a:gd name="connsiteY233" fmla="*/ 661504 h 1160647"/>
                <a:gd name="connsiteX234" fmla="*/ 1273776 w 3031519"/>
                <a:gd name="connsiteY234" fmla="*/ 661504 h 1160647"/>
                <a:gd name="connsiteX235" fmla="*/ 1280869 w 3031519"/>
                <a:gd name="connsiteY235" fmla="*/ 661504 h 1160647"/>
                <a:gd name="connsiteX236" fmla="*/ 1293029 w 3031519"/>
                <a:gd name="connsiteY236" fmla="*/ 618269 h 1160647"/>
                <a:gd name="connsiteX237" fmla="*/ 1294296 w 3031519"/>
                <a:gd name="connsiteY237" fmla="*/ 618269 h 1160647"/>
                <a:gd name="connsiteX238" fmla="*/ 1303163 w 3031519"/>
                <a:gd name="connsiteY238" fmla="*/ 618269 h 1160647"/>
                <a:gd name="connsiteX239" fmla="*/ 1313296 w 3031519"/>
                <a:gd name="connsiteY239" fmla="*/ 661504 h 1160647"/>
                <a:gd name="connsiteX240" fmla="*/ 1314309 w 3031519"/>
                <a:gd name="connsiteY240" fmla="*/ 661504 h 1160647"/>
                <a:gd name="connsiteX241" fmla="*/ 1321403 w 3031519"/>
                <a:gd name="connsiteY241" fmla="*/ 661504 h 1160647"/>
                <a:gd name="connsiteX242" fmla="*/ 1321403 w 3031519"/>
                <a:gd name="connsiteY242" fmla="*/ 700416 h 1160647"/>
                <a:gd name="connsiteX243" fmla="*/ 1323176 w 3031519"/>
                <a:gd name="connsiteY243" fmla="*/ 700416 h 1160647"/>
                <a:gd name="connsiteX244" fmla="*/ 1335590 w 3031519"/>
                <a:gd name="connsiteY244" fmla="*/ 700416 h 1160647"/>
                <a:gd name="connsiteX245" fmla="*/ 1335590 w 3031519"/>
                <a:gd name="connsiteY245" fmla="*/ 702578 h 1160647"/>
                <a:gd name="connsiteX246" fmla="*/ 1335590 w 3031519"/>
                <a:gd name="connsiteY246" fmla="*/ 717710 h 1160647"/>
                <a:gd name="connsiteX247" fmla="*/ 1339643 w 3031519"/>
                <a:gd name="connsiteY247" fmla="*/ 715549 h 1160647"/>
                <a:gd name="connsiteX248" fmla="*/ 1339643 w 3031519"/>
                <a:gd name="connsiteY248" fmla="*/ 700416 h 1160647"/>
                <a:gd name="connsiteX249" fmla="*/ 1341163 w 3031519"/>
                <a:gd name="connsiteY249" fmla="*/ 700416 h 1160647"/>
                <a:gd name="connsiteX250" fmla="*/ 1351803 w 3031519"/>
                <a:gd name="connsiteY250" fmla="*/ 700416 h 1160647"/>
                <a:gd name="connsiteX251" fmla="*/ 1351803 w 3031519"/>
                <a:gd name="connsiteY251" fmla="*/ 702037 h 1160647"/>
                <a:gd name="connsiteX252" fmla="*/ 1351803 w 3031519"/>
                <a:gd name="connsiteY252" fmla="*/ 713387 h 1160647"/>
                <a:gd name="connsiteX253" fmla="*/ 1382204 w 3031519"/>
                <a:gd name="connsiteY253" fmla="*/ 713387 h 1160647"/>
                <a:gd name="connsiteX254" fmla="*/ 1382204 w 3031519"/>
                <a:gd name="connsiteY254" fmla="*/ 676637 h 1160647"/>
                <a:gd name="connsiteX255" fmla="*/ 1383470 w 3031519"/>
                <a:gd name="connsiteY255" fmla="*/ 676637 h 1160647"/>
                <a:gd name="connsiteX256" fmla="*/ 1392337 w 3031519"/>
                <a:gd name="connsiteY256" fmla="*/ 676637 h 1160647"/>
                <a:gd name="connsiteX257" fmla="*/ 1392337 w 3031519"/>
                <a:gd name="connsiteY257" fmla="*/ 698254 h 1160647"/>
                <a:gd name="connsiteX258" fmla="*/ 1394364 w 3031519"/>
                <a:gd name="connsiteY258" fmla="*/ 665828 h 1160647"/>
                <a:gd name="connsiteX259" fmla="*/ 1416657 w 3031519"/>
                <a:gd name="connsiteY259" fmla="*/ 665828 h 1160647"/>
                <a:gd name="connsiteX260" fmla="*/ 1416657 w 3031519"/>
                <a:gd name="connsiteY260" fmla="*/ 664206 h 1160647"/>
                <a:gd name="connsiteX261" fmla="*/ 1416657 w 3031519"/>
                <a:gd name="connsiteY261" fmla="*/ 652857 h 1160647"/>
                <a:gd name="connsiteX262" fmla="*/ 1417417 w 3031519"/>
                <a:gd name="connsiteY262" fmla="*/ 652857 h 1160647"/>
                <a:gd name="connsiteX263" fmla="*/ 1422737 w 3031519"/>
                <a:gd name="connsiteY263" fmla="*/ 652857 h 1160647"/>
                <a:gd name="connsiteX264" fmla="*/ 1422737 w 3031519"/>
                <a:gd name="connsiteY264" fmla="*/ 650966 h 1160647"/>
                <a:gd name="connsiteX265" fmla="*/ 1422737 w 3031519"/>
                <a:gd name="connsiteY265" fmla="*/ 637725 h 1160647"/>
                <a:gd name="connsiteX266" fmla="*/ 1426791 w 3031519"/>
                <a:gd name="connsiteY266" fmla="*/ 644210 h 1160647"/>
                <a:gd name="connsiteX267" fmla="*/ 1429071 w 3031519"/>
                <a:gd name="connsiteY267" fmla="*/ 644210 h 1160647"/>
                <a:gd name="connsiteX268" fmla="*/ 1445031 w 3031519"/>
                <a:gd name="connsiteY268" fmla="*/ 644210 h 1160647"/>
                <a:gd name="connsiteX269" fmla="*/ 1445031 w 3031519"/>
                <a:gd name="connsiteY269" fmla="*/ 643399 h 1160647"/>
                <a:gd name="connsiteX270" fmla="*/ 1445031 w 3031519"/>
                <a:gd name="connsiteY270" fmla="*/ 637725 h 1160647"/>
                <a:gd name="connsiteX271" fmla="*/ 1445791 w 3031519"/>
                <a:gd name="connsiteY271" fmla="*/ 637725 h 1160647"/>
                <a:gd name="connsiteX272" fmla="*/ 1451111 w 3031519"/>
                <a:gd name="connsiteY272" fmla="*/ 637725 h 1160647"/>
                <a:gd name="connsiteX273" fmla="*/ 1451111 w 3031519"/>
                <a:gd name="connsiteY273" fmla="*/ 639076 h 1160647"/>
                <a:gd name="connsiteX274" fmla="*/ 1451111 w 3031519"/>
                <a:gd name="connsiteY274" fmla="*/ 648534 h 1160647"/>
                <a:gd name="connsiteX275" fmla="*/ 1489618 w 3031519"/>
                <a:gd name="connsiteY275" fmla="*/ 648534 h 1160647"/>
                <a:gd name="connsiteX276" fmla="*/ 1489618 w 3031519"/>
                <a:gd name="connsiteY276" fmla="*/ 786887 h 1160647"/>
                <a:gd name="connsiteX277" fmla="*/ 1491138 w 3031519"/>
                <a:gd name="connsiteY277" fmla="*/ 786887 h 1160647"/>
                <a:gd name="connsiteX278" fmla="*/ 1501778 w 3031519"/>
                <a:gd name="connsiteY278" fmla="*/ 786887 h 1160647"/>
                <a:gd name="connsiteX279" fmla="*/ 1501778 w 3031519"/>
                <a:gd name="connsiteY279" fmla="*/ 773917 h 1160647"/>
                <a:gd name="connsiteX280" fmla="*/ 1505832 w 3031519"/>
                <a:gd name="connsiteY280" fmla="*/ 773917 h 1160647"/>
                <a:gd name="connsiteX281" fmla="*/ 1505832 w 3031519"/>
                <a:gd name="connsiteY281" fmla="*/ 786887 h 1160647"/>
                <a:gd name="connsiteX282" fmla="*/ 1536232 w 3031519"/>
                <a:gd name="connsiteY282" fmla="*/ 786887 h 1160647"/>
                <a:gd name="connsiteX283" fmla="*/ 1536232 w 3031519"/>
                <a:gd name="connsiteY283" fmla="*/ 756622 h 1160647"/>
                <a:gd name="connsiteX284" fmla="*/ 1548392 w 3031519"/>
                <a:gd name="connsiteY284" fmla="*/ 756622 h 1160647"/>
                <a:gd name="connsiteX285" fmla="*/ 1560552 w 3031519"/>
                <a:gd name="connsiteY285" fmla="*/ 754461 h 1160647"/>
                <a:gd name="connsiteX286" fmla="*/ 1564606 w 3031519"/>
                <a:gd name="connsiteY286" fmla="*/ 756622 h 1160647"/>
                <a:gd name="connsiteX287" fmla="*/ 1574739 w 3031519"/>
                <a:gd name="connsiteY287" fmla="*/ 756622 h 1160647"/>
                <a:gd name="connsiteX288" fmla="*/ 1574739 w 3031519"/>
                <a:gd name="connsiteY288" fmla="*/ 786887 h 1160647"/>
                <a:gd name="connsiteX289" fmla="*/ 1582846 w 3031519"/>
                <a:gd name="connsiteY289" fmla="*/ 786887 h 1160647"/>
                <a:gd name="connsiteX290" fmla="*/ 1582846 w 3031519"/>
                <a:gd name="connsiteY290" fmla="*/ 804182 h 1160647"/>
                <a:gd name="connsiteX291" fmla="*/ 1592182 w 3031519"/>
                <a:gd name="connsiteY291" fmla="*/ 805087 h 1160647"/>
                <a:gd name="connsiteX292" fmla="*/ 1605140 w 3031519"/>
                <a:gd name="connsiteY292" fmla="*/ 805087 h 1160647"/>
                <a:gd name="connsiteX293" fmla="*/ 1605140 w 3031519"/>
                <a:gd name="connsiteY293" fmla="*/ 789049 h 1160647"/>
                <a:gd name="connsiteX294" fmla="*/ 1673096 w 3031519"/>
                <a:gd name="connsiteY294" fmla="*/ 789049 h 1160647"/>
                <a:gd name="connsiteX295" fmla="*/ 1673096 w 3031519"/>
                <a:gd name="connsiteY295" fmla="*/ 703796 h 1160647"/>
                <a:gd name="connsiteX296" fmla="*/ 1745104 w 3031519"/>
                <a:gd name="connsiteY296" fmla="*/ 703796 h 1160647"/>
                <a:gd name="connsiteX297" fmla="*/ 1745104 w 3031519"/>
                <a:gd name="connsiteY297" fmla="*/ 782564 h 1160647"/>
                <a:gd name="connsiteX298" fmla="*/ 1747008 w 3031519"/>
                <a:gd name="connsiteY298" fmla="*/ 782564 h 1160647"/>
                <a:gd name="connsiteX299" fmla="*/ 1748250 w 3031519"/>
                <a:gd name="connsiteY299" fmla="*/ 805087 h 1160647"/>
                <a:gd name="connsiteX300" fmla="*/ 1757926 w 3031519"/>
                <a:gd name="connsiteY300" fmla="*/ 805087 h 1160647"/>
                <a:gd name="connsiteX301" fmla="*/ 1759168 w 3031519"/>
                <a:gd name="connsiteY301" fmla="*/ 782564 h 1160647"/>
                <a:gd name="connsiteX302" fmla="*/ 1765248 w 3031519"/>
                <a:gd name="connsiteY302" fmla="*/ 782564 h 1160647"/>
                <a:gd name="connsiteX303" fmla="*/ 1766490 w 3031519"/>
                <a:gd name="connsiteY303" fmla="*/ 805087 h 1160647"/>
                <a:gd name="connsiteX304" fmla="*/ 1817112 w 3031519"/>
                <a:gd name="connsiteY304" fmla="*/ 805087 h 1160647"/>
                <a:gd name="connsiteX305" fmla="*/ 1817112 w 3031519"/>
                <a:gd name="connsiteY305" fmla="*/ 642059 h 1160647"/>
                <a:gd name="connsiteX306" fmla="*/ 2014439 w 3031519"/>
                <a:gd name="connsiteY306" fmla="*/ 642059 h 1160647"/>
                <a:gd name="connsiteX307" fmla="*/ 2014439 w 3031519"/>
                <a:gd name="connsiteY307" fmla="*/ 805087 h 1160647"/>
                <a:gd name="connsiteX308" fmla="*/ 2033136 w 3031519"/>
                <a:gd name="connsiteY308" fmla="*/ 805087 h 1160647"/>
                <a:gd name="connsiteX309" fmla="*/ 2033136 w 3031519"/>
                <a:gd name="connsiteY309" fmla="*/ 722394 h 1160647"/>
                <a:gd name="connsiteX310" fmla="*/ 2128256 w 3031519"/>
                <a:gd name="connsiteY310" fmla="*/ 722394 h 1160647"/>
                <a:gd name="connsiteX311" fmla="*/ 2140186 w 3031519"/>
                <a:gd name="connsiteY311" fmla="*/ 404253 h 1160647"/>
                <a:gd name="connsiteX312" fmla="*/ 2128026 w 3031519"/>
                <a:gd name="connsiteY312" fmla="*/ 382635 h 1160647"/>
                <a:gd name="connsiteX313" fmla="*/ 2121946 w 3031519"/>
                <a:gd name="connsiteY313" fmla="*/ 378311 h 1160647"/>
                <a:gd name="connsiteX314" fmla="*/ 2130053 w 3031519"/>
                <a:gd name="connsiteY314" fmla="*/ 354532 h 1160647"/>
                <a:gd name="connsiteX315" fmla="*/ 2130053 w 3031519"/>
                <a:gd name="connsiteY315" fmla="*/ 337238 h 1160647"/>
                <a:gd name="connsiteX316" fmla="*/ 2144240 w 3031519"/>
                <a:gd name="connsiteY316" fmla="*/ 337238 h 1160647"/>
                <a:gd name="connsiteX317" fmla="*/ 2144240 w 3031519"/>
                <a:gd name="connsiteY317" fmla="*/ 315620 h 1160647"/>
                <a:gd name="connsiteX318" fmla="*/ 2146266 w 3031519"/>
                <a:gd name="connsiteY318" fmla="*/ 311296 h 1160647"/>
                <a:gd name="connsiteX319" fmla="*/ 2146266 w 3031519"/>
                <a:gd name="connsiteY319" fmla="*/ 233472 h 1160647"/>
                <a:gd name="connsiteX320" fmla="*/ 2144240 w 3031519"/>
                <a:gd name="connsiteY320" fmla="*/ 226987 h 1160647"/>
                <a:gd name="connsiteX321" fmla="*/ 2150320 w 3031519"/>
                <a:gd name="connsiteY321" fmla="*/ 220501 h 1160647"/>
                <a:gd name="connsiteX322" fmla="*/ 2150320 w 3031519"/>
                <a:gd name="connsiteY322" fmla="*/ 162133 h 1160647"/>
                <a:gd name="connsiteX323" fmla="*/ 2152346 w 3031519"/>
                <a:gd name="connsiteY323" fmla="*/ 157810 h 1160647"/>
                <a:gd name="connsiteX324" fmla="*/ 2152346 w 3031519"/>
                <a:gd name="connsiteY324" fmla="*/ 101604 h 1160647"/>
                <a:gd name="connsiteX325" fmla="*/ 2154373 w 3031519"/>
                <a:gd name="connsiteY325" fmla="*/ 82148 h 1160647"/>
                <a:gd name="connsiteX326" fmla="*/ 2158427 w 3031519"/>
                <a:gd name="connsiteY326" fmla="*/ 99442 h 1160647"/>
                <a:gd name="connsiteX327" fmla="*/ 2160453 w 3031519"/>
                <a:gd name="connsiteY327" fmla="*/ 157810 h 1160647"/>
                <a:gd name="connsiteX328" fmla="*/ 2162480 w 3031519"/>
                <a:gd name="connsiteY328" fmla="*/ 220501 h 1160647"/>
                <a:gd name="connsiteX329" fmla="*/ 2168560 w 3031519"/>
                <a:gd name="connsiteY329" fmla="*/ 226987 h 1160647"/>
                <a:gd name="connsiteX330" fmla="*/ 2166533 w 3031519"/>
                <a:gd name="connsiteY330" fmla="*/ 233472 h 1160647"/>
                <a:gd name="connsiteX331" fmla="*/ 2166533 w 3031519"/>
                <a:gd name="connsiteY331" fmla="*/ 311296 h 1160647"/>
                <a:gd name="connsiteX332" fmla="*/ 2168560 w 3031519"/>
                <a:gd name="connsiteY332" fmla="*/ 315620 h 1160647"/>
                <a:gd name="connsiteX333" fmla="*/ 2168560 w 3031519"/>
                <a:gd name="connsiteY333" fmla="*/ 337238 h 1160647"/>
                <a:gd name="connsiteX334" fmla="*/ 2182747 w 3031519"/>
                <a:gd name="connsiteY334" fmla="*/ 337238 h 1160647"/>
                <a:gd name="connsiteX335" fmla="*/ 2182747 w 3031519"/>
                <a:gd name="connsiteY335" fmla="*/ 354532 h 1160647"/>
                <a:gd name="connsiteX336" fmla="*/ 2190854 w 3031519"/>
                <a:gd name="connsiteY336" fmla="*/ 378311 h 1160647"/>
                <a:gd name="connsiteX337" fmla="*/ 2184774 w 3031519"/>
                <a:gd name="connsiteY337" fmla="*/ 382635 h 1160647"/>
                <a:gd name="connsiteX338" fmla="*/ 2172613 w 3031519"/>
                <a:gd name="connsiteY338" fmla="*/ 404253 h 1160647"/>
                <a:gd name="connsiteX339" fmla="*/ 2180720 w 3031519"/>
                <a:gd name="connsiteY339" fmla="*/ 657181 h 1160647"/>
                <a:gd name="connsiteX340" fmla="*/ 2245574 w 3031519"/>
                <a:gd name="connsiteY340" fmla="*/ 657181 h 1160647"/>
                <a:gd name="connsiteX341" fmla="*/ 2245574 w 3031519"/>
                <a:gd name="connsiteY341" fmla="*/ 732843 h 1160647"/>
                <a:gd name="connsiteX342" fmla="*/ 2253681 w 3031519"/>
                <a:gd name="connsiteY342" fmla="*/ 732843 h 1160647"/>
                <a:gd name="connsiteX343" fmla="*/ 2255708 w 3031519"/>
                <a:gd name="connsiteY343" fmla="*/ 726358 h 1160647"/>
                <a:gd name="connsiteX344" fmla="*/ 2261788 w 3031519"/>
                <a:gd name="connsiteY344" fmla="*/ 726358 h 1160647"/>
                <a:gd name="connsiteX345" fmla="*/ 2263815 w 3031519"/>
                <a:gd name="connsiteY345" fmla="*/ 735005 h 1160647"/>
                <a:gd name="connsiteX346" fmla="*/ 2275975 w 3031519"/>
                <a:gd name="connsiteY346" fmla="*/ 735005 h 1160647"/>
                <a:gd name="connsiteX347" fmla="*/ 2275975 w 3031519"/>
                <a:gd name="connsiteY347" fmla="*/ 728519 h 1160647"/>
                <a:gd name="connsiteX348" fmla="*/ 2298268 w 3031519"/>
                <a:gd name="connsiteY348" fmla="*/ 728519 h 1160647"/>
                <a:gd name="connsiteX349" fmla="*/ 2298268 w 3031519"/>
                <a:gd name="connsiteY349" fmla="*/ 735005 h 1160647"/>
                <a:gd name="connsiteX350" fmla="*/ 2318535 w 3031519"/>
                <a:gd name="connsiteY350" fmla="*/ 735005 h 1160647"/>
                <a:gd name="connsiteX351" fmla="*/ 2318535 w 3031519"/>
                <a:gd name="connsiteY351" fmla="*/ 780402 h 1160647"/>
                <a:gd name="connsiteX352" fmla="*/ 2332722 w 3031519"/>
                <a:gd name="connsiteY352" fmla="*/ 780402 h 1160647"/>
                <a:gd name="connsiteX353" fmla="*/ 2332722 w 3031519"/>
                <a:gd name="connsiteY353" fmla="*/ 767431 h 1160647"/>
                <a:gd name="connsiteX354" fmla="*/ 2348936 w 3031519"/>
                <a:gd name="connsiteY354" fmla="*/ 767431 h 1160647"/>
                <a:gd name="connsiteX355" fmla="*/ 2348936 w 3031519"/>
                <a:gd name="connsiteY355" fmla="*/ 588004 h 1160647"/>
                <a:gd name="connsiteX356" fmla="*/ 2355016 w 3031519"/>
                <a:gd name="connsiteY356" fmla="*/ 581518 h 1160647"/>
                <a:gd name="connsiteX357" fmla="*/ 2427977 w 3031519"/>
                <a:gd name="connsiteY357" fmla="*/ 581518 h 1160647"/>
                <a:gd name="connsiteX358" fmla="*/ 2427977 w 3031519"/>
                <a:gd name="connsiteY358" fmla="*/ 590166 h 1160647"/>
                <a:gd name="connsiteX359" fmla="*/ 2438110 w 3031519"/>
                <a:gd name="connsiteY359" fmla="*/ 590166 h 1160647"/>
                <a:gd name="connsiteX360" fmla="*/ 2438110 w 3031519"/>
                <a:gd name="connsiteY360" fmla="*/ 704740 h 1160647"/>
                <a:gd name="connsiteX361" fmla="*/ 2460404 w 3031519"/>
                <a:gd name="connsiteY361" fmla="*/ 704740 h 1160647"/>
                <a:gd name="connsiteX362" fmla="*/ 2460404 w 3031519"/>
                <a:gd name="connsiteY362" fmla="*/ 637725 h 1160647"/>
                <a:gd name="connsiteX363" fmla="*/ 2486751 w 3031519"/>
                <a:gd name="connsiteY363" fmla="*/ 637725 h 1160647"/>
                <a:gd name="connsiteX364" fmla="*/ 2490804 w 3031519"/>
                <a:gd name="connsiteY364" fmla="*/ 633401 h 1160647"/>
                <a:gd name="connsiteX365" fmla="*/ 2498911 w 3031519"/>
                <a:gd name="connsiteY365" fmla="*/ 633401 h 1160647"/>
                <a:gd name="connsiteX366" fmla="*/ 2502964 w 3031519"/>
                <a:gd name="connsiteY366" fmla="*/ 637725 h 1160647"/>
                <a:gd name="connsiteX367" fmla="*/ 2525258 w 3031519"/>
                <a:gd name="connsiteY367" fmla="*/ 637725 h 1160647"/>
                <a:gd name="connsiteX368" fmla="*/ 2525258 w 3031519"/>
                <a:gd name="connsiteY368" fmla="*/ 520989 h 1160647"/>
                <a:gd name="connsiteX369" fmla="*/ 2582005 w 3031519"/>
                <a:gd name="connsiteY369" fmla="*/ 510180 h 1160647"/>
                <a:gd name="connsiteX370" fmla="*/ 2582005 w 3031519"/>
                <a:gd name="connsiteY370" fmla="*/ 511261 h 1160647"/>
                <a:gd name="connsiteX371" fmla="*/ 2582005 w 3031519"/>
                <a:gd name="connsiteY371" fmla="*/ 518827 h 1160647"/>
                <a:gd name="connsiteX372" fmla="*/ 2608352 w 3031519"/>
                <a:gd name="connsiteY372" fmla="*/ 518827 h 1160647"/>
                <a:gd name="connsiteX373" fmla="*/ 2608352 w 3031519"/>
                <a:gd name="connsiteY373" fmla="*/ 773917 h 1160647"/>
                <a:gd name="connsiteX374" fmla="*/ 2630646 w 3031519"/>
                <a:gd name="connsiteY374" fmla="*/ 773917 h 1160647"/>
                <a:gd name="connsiteX375" fmla="*/ 2630646 w 3031519"/>
                <a:gd name="connsiteY375" fmla="*/ 769593 h 1160647"/>
                <a:gd name="connsiteX376" fmla="*/ 2642806 w 3031519"/>
                <a:gd name="connsiteY376" fmla="*/ 769593 h 1160647"/>
                <a:gd name="connsiteX377" fmla="*/ 2642806 w 3031519"/>
                <a:gd name="connsiteY377" fmla="*/ 773917 h 1160647"/>
                <a:gd name="connsiteX378" fmla="*/ 2667126 w 3031519"/>
                <a:gd name="connsiteY378" fmla="*/ 773917 h 1160647"/>
                <a:gd name="connsiteX379" fmla="*/ 2667126 w 3031519"/>
                <a:gd name="connsiteY379" fmla="*/ 760946 h 1160647"/>
                <a:gd name="connsiteX380" fmla="*/ 2695500 w 3031519"/>
                <a:gd name="connsiteY380" fmla="*/ 760946 h 1160647"/>
                <a:gd name="connsiteX381" fmla="*/ 2707660 w 3031519"/>
                <a:gd name="connsiteY381" fmla="*/ 756622 h 1160647"/>
                <a:gd name="connsiteX382" fmla="*/ 2727927 w 3031519"/>
                <a:gd name="connsiteY382" fmla="*/ 760946 h 1160647"/>
                <a:gd name="connsiteX383" fmla="*/ 2727927 w 3031519"/>
                <a:gd name="connsiteY383" fmla="*/ 743652 h 1160647"/>
                <a:gd name="connsiteX384" fmla="*/ 2736034 w 3031519"/>
                <a:gd name="connsiteY384" fmla="*/ 743652 h 1160647"/>
                <a:gd name="connsiteX385" fmla="*/ 2736034 w 3031519"/>
                <a:gd name="connsiteY385" fmla="*/ 730681 h 1160647"/>
                <a:gd name="connsiteX386" fmla="*/ 2792781 w 3031519"/>
                <a:gd name="connsiteY386" fmla="*/ 730681 h 1160647"/>
                <a:gd name="connsiteX387" fmla="*/ 2792781 w 3031519"/>
                <a:gd name="connsiteY387" fmla="*/ 700416 h 1160647"/>
                <a:gd name="connsiteX388" fmla="*/ 2811021 w 3031519"/>
                <a:gd name="connsiteY388" fmla="*/ 700416 h 1160647"/>
                <a:gd name="connsiteX389" fmla="*/ 2811021 w 3031519"/>
                <a:gd name="connsiteY389" fmla="*/ 693931 h 1160647"/>
                <a:gd name="connsiteX390" fmla="*/ 2823181 w 3031519"/>
                <a:gd name="connsiteY390" fmla="*/ 693931 h 1160647"/>
                <a:gd name="connsiteX391" fmla="*/ 2823181 w 3031519"/>
                <a:gd name="connsiteY391" fmla="*/ 700416 h 1160647"/>
                <a:gd name="connsiteX392" fmla="*/ 2839395 w 3031519"/>
                <a:gd name="connsiteY392" fmla="*/ 700416 h 1160647"/>
                <a:gd name="connsiteX393" fmla="*/ 2839395 w 3031519"/>
                <a:gd name="connsiteY393" fmla="*/ 750137 h 1160647"/>
                <a:gd name="connsiteX394" fmla="*/ 2871822 w 3031519"/>
                <a:gd name="connsiteY394" fmla="*/ 750137 h 1160647"/>
                <a:gd name="connsiteX395" fmla="*/ 2871822 w 3031519"/>
                <a:gd name="connsiteY395" fmla="*/ 724196 h 1160647"/>
                <a:gd name="connsiteX396" fmla="*/ 2910329 w 3031519"/>
                <a:gd name="connsiteY396" fmla="*/ 724196 h 1160647"/>
                <a:gd name="connsiteX397" fmla="*/ 2910329 w 3031519"/>
                <a:gd name="connsiteY397" fmla="*/ 693931 h 1160647"/>
                <a:gd name="connsiteX398" fmla="*/ 2958970 w 3031519"/>
                <a:gd name="connsiteY398" fmla="*/ 693931 h 1160647"/>
                <a:gd name="connsiteX399" fmla="*/ 2958970 w 3031519"/>
                <a:gd name="connsiteY399" fmla="*/ 805087 h 1160647"/>
                <a:gd name="connsiteX400" fmla="*/ 2958970 w 3031519"/>
                <a:gd name="connsiteY400" fmla="*/ 818866 h 1160647"/>
                <a:gd name="connsiteX401" fmla="*/ 3031519 w 3031519"/>
                <a:gd name="connsiteY401" fmla="*/ 818866 h 1160647"/>
                <a:gd name="connsiteX402" fmla="*/ 3028183 w 3031519"/>
                <a:gd name="connsiteY402" fmla="*/ 1160647 h 1160647"/>
                <a:gd name="connsiteX403" fmla="*/ 2054 w 3031519"/>
                <a:gd name="connsiteY403" fmla="*/ 1158314 h 1160647"/>
                <a:gd name="connsiteX404" fmla="*/ 0 w 3031519"/>
                <a:gd name="connsiteY404" fmla="*/ 724196 h 1160647"/>
                <a:gd name="connsiteX405" fmla="*/ 20267 w 3031519"/>
                <a:gd name="connsiteY405" fmla="*/ 724196 h 1160647"/>
                <a:gd name="connsiteX406" fmla="*/ 20774 w 3031519"/>
                <a:gd name="connsiteY406" fmla="*/ 723115 h 1160647"/>
                <a:gd name="connsiteX407" fmla="*/ 24320 w 3031519"/>
                <a:gd name="connsiteY407" fmla="*/ 715549 h 1160647"/>
                <a:gd name="connsiteX408" fmla="*/ 26094 w 3031519"/>
                <a:gd name="connsiteY408" fmla="*/ 715819 h 1160647"/>
                <a:gd name="connsiteX409" fmla="*/ 38507 w 3031519"/>
                <a:gd name="connsiteY409" fmla="*/ 717710 h 1160647"/>
                <a:gd name="connsiteX410" fmla="*/ 39014 w 3031519"/>
                <a:gd name="connsiteY410" fmla="*/ 719062 h 1160647"/>
                <a:gd name="connsiteX411" fmla="*/ 42560 w 3031519"/>
                <a:gd name="connsiteY411" fmla="*/ 728519 h 1160647"/>
                <a:gd name="connsiteX412" fmla="*/ 68907 w 3031519"/>
                <a:gd name="connsiteY412" fmla="*/ 730681 h 1160647"/>
                <a:gd name="connsiteX413" fmla="*/ 68907 w 3031519"/>
                <a:gd name="connsiteY413" fmla="*/ 607460 h 1160647"/>
                <a:gd name="connsiteX414" fmla="*/ 70934 w 3031519"/>
                <a:gd name="connsiteY414" fmla="*/ 607460 h 1160647"/>
                <a:gd name="connsiteX415" fmla="*/ 85121 w 3031519"/>
                <a:gd name="connsiteY415" fmla="*/ 607460 h 1160647"/>
                <a:gd name="connsiteX416" fmla="*/ 85121 w 3031519"/>
                <a:gd name="connsiteY416" fmla="*/ 471268 h 1160647"/>
                <a:gd name="connsiteX417" fmla="*/ 86894 w 3031519"/>
                <a:gd name="connsiteY417" fmla="*/ 471268 h 1160647"/>
                <a:gd name="connsiteX418" fmla="*/ 99308 w 3031519"/>
                <a:gd name="connsiteY418" fmla="*/ 471268 h 1160647"/>
                <a:gd name="connsiteX419" fmla="*/ 99308 w 3031519"/>
                <a:gd name="connsiteY419" fmla="*/ 356694 h 1160647"/>
                <a:gd name="connsiteX420" fmla="*/ 103361 w 3031519"/>
                <a:gd name="connsiteY420" fmla="*/ 328590 h 1160647"/>
                <a:gd name="connsiteX421" fmla="*/ 105388 w 3031519"/>
                <a:gd name="connsiteY421" fmla="*/ 328590 h 1160647"/>
                <a:gd name="connsiteX422" fmla="*/ 119575 w 3031519"/>
                <a:gd name="connsiteY422" fmla="*/ 328590 h 1160647"/>
                <a:gd name="connsiteX423" fmla="*/ 156055 w 3031519"/>
                <a:gd name="connsiteY423" fmla="*/ 246443 h 1160647"/>
                <a:gd name="connsiteX424" fmla="*/ 160109 w 3031519"/>
                <a:gd name="connsiteY424" fmla="*/ 0 h 1160647"/>
                <a:gd name="connsiteX0" fmla="*/ 160109 w 3031520"/>
                <a:gd name="connsiteY0" fmla="*/ 0 h 1160647"/>
                <a:gd name="connsiteX1" fmla="*/ 162135 w 3031520"/>
                <a:gd name="connsiteY1" fmla="*/ 246443 h 1160647"/>
                <a:gd name="connsiteX2" fmla="*/ 200642 w 3031520"/>
                <a:gd name="connsiteY2" fmla="*/ 326429 h 1160647"/>
                <a:gd name="connsiteX3" fmla="*/ 202669 w 3031520"/>
                <a:gd name="connsiteY3" fmla="*/ 326429 h 1160647"/>
                <a:gd name="connsiteX4" fmla="*/ 216856 w 3031520"/>
                <a:gd name="connsiteY4" fmla="*/ 326429 h 1160647"/>
                <a:gd name="connsiteX5" fmla="*/ 216856 w 3031520"/>
                <a:gd name="connsiteY5" fmla="*/ 350208 h 1160647"/>
                <a:gd name="connsiteX6" fmla="*/ 217363 w 3031520"/>
                <a:gd name="connsiteY6" fmla="*/ 351019 h 1160647"/>
                <a:gd name="connsiteX7" fmla="*/ 220909 w 3031520"/>
                <a:gd name="connsiteY7" fmla="*/ 356694 h 1160647"/>
                <a:gd name="connsiteX8" fmla="*/ 220909 w 3031520"/>
                <a:gd name="connsiteY8" fmla="*/ 471268 h 1160647"/>
                <a:gd name="connsiteX9" fmla="*/ 223189 w 3031520"/>
                <a:gd name="connsiteY9" fmla="*/ 471268 h 1160647"/>
                <a:gd name="connsiteX10" fmla="*/ 239150 w 3031520"/>
                <a:gd name="connsiteY10" fmla="*/ 471268 h 1160647"/>
                <a:gd name="connsiteX11" fmla="*/ 239150 w 3031520"/>
                <a:gd name="connsiteY11" fmla="*/ 611783 h 1160647"/>
                <a:gd name="connsiteX12" fmla="*/ 240670 w 3031520"/>
                <a:gd name="connsiteY12" fmla="*/ 611513 h 1160647"/>
                <a:gd name="connsiteX13" fmla="*/ 251310 w 3031520"/>
                <a:gd name="connsiteY13" fmla="*/ 609622 h 1160647"/>
                <a:gd name="connsiteX14" fmla="*/ 249283 w 3031520"/>
                <a:gd name="connsiteY14" fmla="*/ 698254 h 1160647"/>
                <a:gd name="connsiteX15" fmla="*/ 250803 w 3031520"/>
                <a:gd name="connsiteY15" fmla="*/ 698525 h 1160647"/>
                <a:gd name="connsiteX16" fmla="*/ 261443 w 3031520"/>
                <a:gd name="connsiteY16" fmla="*/ 700416 h 1160647"/>
                <a:gd name="connsiteX17" fmla="*/ 261696 w 3031520"/>
                <a:gd name="connsiteY17" fmla="*/ 701227 h 1160647"/>
                <a:gd name="connsiteX18" fmla="*/ 263470 w 3031520"/>
                <a:gd name="connsiteY18" fmla="*/ 706902 h 1160647"/>
                <a:gd name="connsiteX19" fmla="*/ 264230 w 3031520"/>
                <a:gd name="connsiteY19" fmla="*/ 704470 h 1160647"/>
                <a:gd name="connsiteX20" fmla="*/ 269550 w 3031520"/>
                <a:gd name="connsiteY20" fmla="*/ 687446 h 1160647"/>
                <a:gd name="connsiteX21" fmla="*/ 271323 w 3031520"/>
                <a:gd name="connsiteY21" fmla="*/ 687446 h 1160647"/>
                <a:gd name="connsiteX22" fmla="*/ 283737 w 3031520"/>
                <a:gd name="connsiteY22" fmla="*/ 687446 h 1160647"/>
                <a:gd name="connsiteX23" fmla="*/ 283737 w 3031520"/>
                <a:gd name="connsiteY23" fmla="*/ 719872 h 1160647"/>
                <a:gd name="connsiteX24" fmla="*/ 284750 w 3031520"/>
                <a:gd name="connsiteY24" fmla="*/ 720413 h 1160647"/>
                <a:gd name="connsiteX25" fmla="*/ 291844 w 3031520"/>
                <a:gd name="connsiteY25" fmla="*/ 724196 h 1160647"/>
                <a:gd name="connsiteX26" fmla="*/ 291844 w 3031520"/>
                <a:gd name="connsiteY26" fmla="*/ 725547 h 1160647"/>
                <a:gd name="connsiteX27" fmla="*/ 291844 w 3031520"/>
                <a:gd name="connsiteY27" fmla="*/ 735005 h 1160647"/>
                <a:gd name="connsiteX28" fmla="*/ 336431 w 3031520"/>
                <a:gd name="connsiteY28" fmla="*/ 735005 h 1160647"/>
                <a:gd name="connsiteX29" fmla="*/ 336431 w 3031520"/>
                <a:gd name="connsiteY29" fmla="*/ 736086 h 1160647"/>
                <a:gd name="connsiteX30" fmla="*/ 336431 w 3031520"/>
                <a:gd name="connsiteY30" fmla="*/ 743652 h 1160647"/>
                <a:gd name="connsiteX31" fmla="*/ 338457 w 3031520"/>
                <a:gd name="connsiteY31" fmla="*/ 743652 h 1160647"/>
                <a:gd name="connsiteX32" fmla="*/ 352644 w 3031520"/>
                <a:gd name="connsiteY32" fmla="*/ 743652 h 1160647"/>
                <a:gd name="connsiteX33" fmla="*/ 352644 w 3031520"/>
                <a:gd name="connsiteY33" fmla="*/ 713387 h 1160647"/>
                <a:gd name="connsiteX34" fmla="*/ 397231 w 3031520"/>
                <a:gd name="connsiteY34" fmla="*/ 713387 h 1160647"/>
                <a:gd name="connsiteX35" fmla="*/ 397231 w 3031520"/>
                <a:gd name="connsiteY35" fmla="*/ 712036 h 1160647"/>
                <a:gd name="connsiteX36" fmla="*/ 397231 w 3031520"/>
                <a:gd name="connsiteY36" fmla="*/ 702578 h 1160647"/>
                <a:gd name="connsiteX37" fmla="*/ 398245 w 3031520"/>
                <a:gd name="connsiteY37" fmla="*/ 702578 h 1160647"/>
                <a:gd name="connsiteX38" fmla="*/ 405338 w 3031520"/>
                <a:gd name="connsiteY38" fmla="*/ 702578 h 1160647"/>
                <a:gd name="connsiteX39" fmla="*/ 405338 w 3031520"/>
                <a:gd name="connsiteY39" fmla="*/ 700687 h 1160647"/>
                <a:gd name="connsiteX40" fmla="*/ 405338 w 3031520"/>
                <a:gd name="connsiteY40" fmla="*/ 687446 h 1160647"/>
                <a:gd name="connsiteX41" fmla="*/ 406098 w 3031520"/>
                <a:gd name="connsiteY41" fmla="*/ 687446 h 1160647"/>
                <a:gd name="connsiteX42" fmla="*/ 411418 w 3031520"/>
                <a:gd name="connsiteY42" fmla="*/ 687446 h 1160647"/>
                <a:gd name="connsiteX43" fmla="*/ 411418 w 3031520"/>
                <a:gd name="connsiteY43" fmla="*/ 686365 h 1160647"/>
                <a:gd name="connsiteX44" fmla="*/ 411418 w 3031520"/>
                <a:gd name="connsiteY44" fmla="*/ 678798 h 1160647"/>
                <a:gd name="connsiteX45" fmla="*/ 413445 w 3031520"/>
                <a:gd name="connsiteY45" fmla="*/ 678798 h 1160647"/>
                <a:gd name="connsiteX46" fmla="*/ 427632 w 3031520"/>
                <a:gd name="connsiteY46" fmla="*/ 678798 h 1160647"/>
                <a:gd name="connsiteX47" fmla="*/ 427632 w 3031520"/>
                <a:gd name="connsiteY47" fmla="*/ 679879 h 1160647"/>
                <a:gd name="connsiteX48" fmla="*/ 427632 w 3031520"/>
                <a:gd name="connsiteY48" fmla="*/ 687446 h 1160647"/>
                <a:gd name="connsiteX49" fmla="*/ 449925 w 3031520"/>
                <a:gd name="connsiteY49" fmla="*/ 687446 h 1160647"/>
                <a:gd name="connsiteX50" fmla="*/ 449925 w 3031520"/>
                <a:gd name="connsiteY50" fmla="*/ 685554 h 1160647"/>
                <a:gd name="connsiteX51" fmla="*/ 449925 w 3031520"/>
                <a:gd name="connsiteY51" fmla="*/ 672313 h 1160647"/>
                <a:gd name="connsiteX52" fmla="*/ 451699 w 3031520"/>
                <a:gd name="connsiteY52" fmla="*/ 672313 h 1160647"/>
                <a:gd name="connsiteX53" fmla="*/ 464112 w 3031520"/>
                <a:gd name="connsiteY53" fmla="*/ 672313 h 1160647"/>
                <a:gd name="connsiteX54" fmla="*/ 464112 w 3031520"/>
                <a:gd name="connsiteY54" fmla="*/ 696093 h 1160647"/>
                <a:gd name="connsiteX55" fmla="*/ 465126 w 3031520"/>
                <a:gd name="connsiteY55" fmla="*/ 696093 h 1160647"/>
                <a:gd name="connsiteX56" fmla="*/ 472219 w 3031520"/>
                <a:gd name="connsiteY56" fmla="*/ 696093 h 1160647"/>
                <a:gd name="connsiteX57" fmla="*/ 472219 w 3031520"/>
                <a:gd name="connsiteY57" fmla="*/ 695012 h 1160647"/>
                <a:gd name="connsiteX58" fmla="*/ 472219 w 3031520"/>
                <a:gd name="connsiteY58" fmla="*/ 687446 h 1160647"/>
                <a:gd name="connsiteX59" fmla="*/ 473992 w 3031520"/>
                <a:gd name="connsiteY59" fmla="*/ 687446 h 1160647"/>
                <a:gd name="connsiteX60" fmla="*/ 486406 w 3031520"/>
                <a:gd name="connsiteY60" fmla="*/ 687446 h 1160647"/>
                <a:gd name="connsiteX61" fmla="*/ 486406 w 3031520"/>
                <a:gd name="connsiteY61" fmla="*/ 713387 h 1160647"/>
                <a:gd name="connsiteX62" fmla="*/ 488433 w 3031520"/>
                <a:gd name="connsiteY62" fmla="*/ 713387 h 1160647"/>
                <a:gd name="connsiteX63" fmla="*/ 502619 w 3031520"/>
                <a:gd name="connsiteY63" fmla="*/ 713387 h 1160647"/>
                <a:gd name="connsiteX64" fmla="*/ 502619 w 3031520"/>
                <a:gd name="connsiteY64" fmla="*/ 715008 h 1160647"/>
                <a:gd name="connsiteX65" fmla="*/ 502619 w 3031520"/>
                <a:gd name="connsiteY65" fmla="*/ 726358 h 1160647"/>
                <a:gd name="connsiteX66" fmla="*/ 503379 w 3031520"/>
                <a:gd name="connsiteY66" fmla="*/ 726358 h 1160647"/>
                <a:gd name="connsiteX67" fmla="*/ 508700 w 3031520"/>
                <a:gd name="connsiteY67" fmla="*/ 726358 h 1160647"/>
                <a:gd name="connsiteX68" fmla="*/ 508700 w 3031520"/>
                <a:gd name="connsiteY68" fmla="*/ 725547 h 1160647"/>
                <a:gd name="connsiteX69" fmla="*/ 508700 w 3031520"/>
                <a:gd name="connsiteY69" fmla="*/ 719872 h 1160647"/>
                <a:gd name="connsiteX70" fmla="*/ 539100 w 3031520"/>
                <a:gd name="connsiteY70" fmla="*/ 719872 h 1160647"/>
                <a:gd name="connsiteX71" fmla="*/ 539100 w 3031520"/>
                <a:gd name="connsiteY71" fmla="*/ 743652 h 1160647"/>
                <a:gd name="connsiteX72" fmla="*/ 540113 w 3031520"/>
                <a:gd name="connsiteY72" fmla="*/ 743652 h 1160647"/>
                <a:gd name="connsiteX73" fmla="*/ 547207 w 3031520"/>
                <a:gd name="connsiteY73" fmla="*/ 743652 h 1160647"/>
                <a:gd name="connsiteX74" fmla="*/ 547207 w 3031520"/>
                <a:gd name="connsiteY74" fmla="*/ 744733 h 1160647"/>
                <a:gd name="connsiteX75" fmla="*/ 547207 w 3031520"/>
                <a:gd name="connsiteY75" fmla="*/ 752299 h 1160647"/>
                <a:gd name="connsiteX76" fmla="*/ 547967 w 3031520"/>
                <a:gd name="connsiteY76" fmla="*/ 752299 h 1160647"/>
                <a:gd name="connsiteX77" fmla="*/ 553287 w 3031520"/>
                <a:gd name="connsiteY77" fmla="*/ 752299 h 1160647"/>
                <a:gd name="connsiteX78" fmla="*/ 553287 w 3031520"/>
                <a:gd name="connsiteY78" fmla="*/ 750137 h 1160647"/>
                <a:gd name="connsiteX79" fmla="*/ 553287 w 3031520"/>
                <a:gd name="connsiteY79" fmla="*/ 735005 h 1160647"/>
                <a:gd name="connsiteX80" fmla="*/ 554300 w 3031520"/>
                <a:gd name="connsiteY80" fmla="*/ 735005 h 1160647"/>
                <a:gd name="connsiteX81" fmla="*/ 561394 w 3031520"/>
                <a:gd name="connsiteY81" fmla="*/ 735005 h 1160647"/>
                <a:gd name="connsiteX82" fmla="*/ 561394 w 3031520"/>
                <a:gd name="connsiteY82" fmla="*/ 736086 h 1160647"/>
                <a:gd name="connsiteX83" fmla="*/ 561394 w 3031520"/>
                <a:gd name="connsiteY83" fmla="*/ 743652 h 1160647"/>
                <a:gd name="connsiteX84" fmla="*/ 566714 w 3031520"/>
                <a:gd name="connsiteY84" fmla="*/ 741659 h 1160647"/>
                <a:gd name="connsiteX85" fmla="*/ 567474 w 3031520"/>
                <a:gd name="connsiteY85" fmla="*/ 740679 h 1160647"/>
                <a:gd name="connsiteX86" fmla="*/ 567474 w 3031520"/>
                <a:gd name="connsiteY86" fmla="*/ 735005 h 1160647"/>
                <a:gd name="connsiteX87" fmla="*/ 605981 w 3031520"/>
                <a:gd name="connsiteY87" fmla="*/ 735005 h 1160647"/>
                <a:gd name="connsiteX88" fmla="*/ 605981 w 3031520"/>
                <a:gd name="connsiteY88" fmla="*/ 758784 h 1160647"/>
                <a:gd name="connsiteX89" fmla="*/ 608007 w 3031520"/>
                <a:gd name="connsiteY89" fmla="*/ 758784 h 1160647"/>
                <a:gd name="connsiteX90" fmla="*/ 622194 w 3031520"/>
                <a:gd name="connsiteY90" fmla="*/ 758784 h 1160647"/>
                <a:gd name="connsiteX91" fmla="*/ 622194 w 3031520"/>
                <a:gd name="connsiteY91" fmla="*/ 759865 h 1160647"/>
                <a:gd name="connsiteX92" fmla="*/ 622194 w 3031520"/>
                <a:gd name="connsiteY92" fmla="*/ 767431 h 1160647"/>
                <a:gd name="connsiteX93" fmla="*/ 623968 w 3031520"/>
                <a:gd name="connsiteY93" fmla="*/ 767431 h 1160647"/>
                <a:gd name="connsiteX94" fmla="*/ 636381 w 3031520"/>
                <a:gd name="connsiteY94" fmla="*/ 767431 h 1160647"/>
                <a:gd name="connsiteX95" fmla="*/ 636381 w 3031520"/>
                <a:gd name="connsiteY95" fmla="*/ 743652 h 1160647"/>
                <a:gd name="connsiteX96" fmla="*/ 637394 w 3031520"/>
                <a:gd name="connsiteY96" fmla="*/ 743652 h 1160647"/>
                <a:gd name="connsiteX97" fmla="*/ 644488 w 3031520"/>
                <a:gd name="connsiteY97" fmla="*/ 743652 h 1160647"/>
                <a:gd name="connsiteX98" fmla="*/ 644488 w 3031520"/>
                <a:gd name="connsiteY98" fmla="*/ 711225 h 1160647"/>
                <a:gd name="connsiteX99" fmla="*/ 645501 w 3031520"/>
                <a:gd name="connsiteY99" fmla="*/ 711225 h 1160647"/>
                <a:gd name="connsiteX100" fmla="*/ 652595 w 3031520"/>
                <a:gd name="connsiteY100" fmla="*/ 711225 h 1160647"/>
                <a:gd name="connsiteX101" fmla="*/ 652595 w 3031520"/>
                <a:gd name="connsiteY101" fmla="*/ 709334 h 1160647"/>
                <a:gd name="connsiteX102" fmla="*/ 652595 w 3031520"/>
                <a:gd name="connsiteY102" fmla="*/ 696093 h 1160647"/>
                <a:gd name="connsiteX103" fmla="*/ 651328 w 3031520"/>
                <a:gd name="connsiteY103" fmla="*/ 694471 h 1160647"/>
                <a:gd name="connsiteX104" fmla="*/ 656648 w 3031520"/>
                <a:gd name="connsiteY104" fmla="*/ 683122 h 1160647"/>
                <a:gd name="connsiteX105" fmla="*/ 664755 w 3031520"/>
                <a:gd name="connsiteY105" fmla="*/ 711225 h 1160647"/>
                <a:gd name="connsiteX106" fmla="*/ 665515 w 3031520"/>
                <a:gd name="connsiteY106" fmla="*/ 711225 h 1160647"/>
                <a:gd name="connsiteX107" fmla="*/ 670835 w 3031520"/>
                <a:gd name="connsiteY107" fmla="*/ 711225 h 1160647"/>
                <a:gd name="connsiteX108" fmla="*/ 670835 w 3031520"/>
                <a:gd name="connsiteY108" fmla="*/ 605298 h 1160647"/>
                <a:gd name="connsiteX109" fmla="*/ 672355 w 3031520"/>
                <a:gd name="connsiteY109" fmla="*/ 605298 h 1160647"/>
                <a:gd name="connsiteX110" fmla="*/ 682995 w 3031520"/>
                <a:gd name="connsiteY110" fmla="*/ 605298 h 1160647"/>
                <a:gd name="connsiteX111" fmla="*/ 682995 w 3031520"/>
                <a:gd name="connsiteY111" fmla="*/ 557739 h 1160647"/>
                <a:gd name="connsiteX112" fmla="*/ 709342 w 3031520"/>
                <a:gd name="connsiteY112" fmla="*/ 557739 h 1160647"/>
                <a:gd name="connsiteX113" fmla="*/ 709342 w 3031520"/>
                <a:gd name="connsiteY113" fmla="*/ 536121 h 1160647"/>
                <a:gd name="connsiteX114" fmla="*/ 743796 w 3031520"/>
                <a:gd name="connsiteY114" fmla="*/ 536121 h 1160647"/>
                <a:gd name="connsiteX115" fmla="*/ 743796 w 3031520"/>
                <a:gd name="connsiteY115" fmla="*/ 538553 h 1160647"/>
                <a:gd name="connsiteX116" fmla="*/ 743796 w 3031520"/>
                <a:gd name="connsiteY116" fmla="*/ 555577 h 1160647"/>
                <a:gd name="connsiteX117" fmla="*/ 746076 w 3031520"/>
                <a:gd name="connsiteY117" fmla="*/ 555577 h 1160647"/>
                <a:gd name="connsiteX118" fmla="*/ 762036 w 3031520"/>
                <a:gd name="connsiteY118" fmla="*/ 555577 h 1160647"/>
                <a:gd name="connsiteX119" fmla="*/ 762036 w 3031520"/>
                <a:gd name="connsiteY119" fmla="*/ 603136 h 1160647"/>
                <a:gd name="connsiteX120" fmla="*/ 763049 w 3031520"/>
                <a:gd name="connsiteY120" fmla="*/ 603136 h 1160647"/>
                <a:gd name="connsiteX121" fmla="*/ 770143 w 3031520"/>
                <a:gd name="connsiteY121" fmla="*/ 603136 h 1160647"/>
                <a:gd name="connsiteX122" fmla="*/ 784330 w 3031520"/>
                <a:gd name="connsiteY122" fmla="*/ 607460 h 1160647"/>
                <a:gd name="connsiteX123" fmla="*/ 784330 w 3031520"/>
                <a:gd name="connsiteY123" fmla="*/ 646372 h 1160647"/>
                <a:gd name="connsiteX124" fmla="*/ 785343 w 3031520"/>
                <a:gd name="connsiteY124" fmla="*/ 646372 h 1160647"/>
                <a:gd name="connsiteX125" fmla="*/ 792436 w 3031520"/>
                <a:gd name="connsiteY125" fmla="*/ 646372 h 1160647"/>
                <a:gd name="connsiteX126" fmla="*/ 792436 w 3031520"/>
                <a:gd name="connsiteY126" fmla="*/ 647993 h 1160647"/>
                <a:gd name="connsiteX127" fmla="*/ 792436 w 3031520"/>
                <a:gd name="connsiteY127" fmla="*/ 659342 h 1160647"/>
                <a:gd name="connsiteX128" fmla="*/ 794463 w 3031520"/>
                <a:gd name="connsiteY128" fmla="*/ 659342 h 1160647"/>
                <a:gd name="connsiteX129" fmla="*/ 808650 w 3031520"/>
                <a:gd name="connsiteY129" fmla="*/ 659342 h 1160647"/>
                <a:gd name="connsiteX130" fmla="*/ 814730 w 3031520"/>
                <a:gd name="connsiteY130" fmla="*/ 665828 h 1160647"/>
                <a:gd name="connsiteX131" fmla="*/ 814730 w 3031520"/>
                <a:gd name="connsiteY131" fmla="*/ 687446 h 1160647"/>
                <a:gd name="connsiteX132" fmla="*/ 817010 w 3031520"/>
                <a:gd name="connsiteY132" fmla="*/ 687446 h 1160647"/>
                <a:gd name="connsiteX133" fmla="*/ 832970 w 3031520"/>
                <a:gd name="connsiteY133" fmla="*/ 687446 h 1160647"/>
                <a:gd name="connsiteX134" fmla="*/ 832970 w 3031520"/>
                <a:gd name="connsiteY134" fmla="*/ 688526 h 1160647"/>
                <a:gd name="connsiteX135" fmla="*/ 832970 w 3031520"/>
                <a:gd name="connsiteY135" fmla="*/ 696093 h 1160647"/>
                <a:gd name="connsiteX136" fmla="*/ 834237 w 3031520"/>
                <a:gd name="connsiteY136" fmla="*/ 696093 h 1160647"/>
                <a:gd name="connsiteX137" fmla="*/ 843104 w 3031520"/>
                <a:gd name="connsiteY137" fmla="*/ 696093 h 1160647"/>
                <a:gd name="connsiteX138" fmla="*/ 843104 w 3031520"/>
                <a:gd name="connsiteY138" fmla="*/ 698254 h 1160647"/>
                <a:gd name="connsiteX139" fmla="*/ 843104 w 3031520"/>
                <a:gd name="connsiteY139" fmla="*/ 713387 h 1160647"/>
                <a:gd name="connsiteX140" fmla="*/ 847157 w 3031520"/>
                <a:gd name="connsiteY140" fmla="*/ 711495 h 1160647"/>
                <a:gd name="connsiteX141" fmla="*/ 847157 w 3031520"/>
                <a:gd name="connsiteY141" fmla="*/ 698254 h 1160647"/>
                <a:gd name="connsiteX142" fmla="*/ 848170 w 3031520"/>
                <a:gd name="connsiteY142" fmla="*/ 698254 h 1160647"/>
                <a:gd name="connsiteX143" fmla="*/ 855264 w 3031520"/>
                <a:gd name="connsiteY143" fmla="*/ 698254 h 1160647"/>
                <a:gd name="connsiteX144" fmla="*/ 855264 w 3031520"/>
                <a:gd name="connsiteY144" fmla="*/ 699876 h 1160647"/>
                <a:gd name="connsiteX145" fmla="*/ 855264 w 3031520"/>
                <a:gd name="connsiteY145" fmla="*/ 711225 h 1160647"/>
                <a:gd name="connsiteX146" fmla="*/ 856024 w 3031520"/>
                <a:gd name="connsiteY146" fmla="*/ 711225 h 1160647"/>
                <a:gd name="connsiteX147" fmla="*/ 861344 w 3031520"/>
                <a:gd name="connsiteY147" fmla="*/ 711225 h 1160647"/>
                <a:gd name="connsiteX148" fmla="*/ 909984 w 3031520"/>
                <a:gd name="connsiteY148" fmla="*/ 706902 h 1160647"/>
                <a:gd name="connsiteX149" fmla="*/ 909984 w 3031520"/>
                <a:gd name="connsiteY149" fmla="*/ 708253 h 1160647"/>
                <a:gd name="connsiteX150" fmla="*/ 909984 w 3031520"/>
                <a:gd name="connsiteY150" fmla="*/ 717710 h 1160647"/>
                <a:gd name="connsiteX151" fmla="*/ 910744 w 3031520"/>
                <a:gd name="connsiteY151" fmla="*/ 717710 h 1160647"/>
                <a:gd name="connsiteX152" fmla="*/ 916065 w 3031520"/>
                <a:gd name="connsiteY152" fmla="*/ 717710 h 1160647"/>
                <a:gd name="connsiteX153" fmla="*/ 916065 w 3031520"/>
                <a:gd name="connsiteY153" fmla="*/ 719872 h 1160647"/>
                <a:gd name="connsiteX154" fmla="*/ 916065 w 3031520"/>
                <a:gd name="connsiteY154" fmla="*/ 735005 h 1160647"/>
                <a:gd name="connsiteX155" fmla="*/ 918091 w 3031520"/>
                <a:gd name="connsiteY155" fmla="*/ 733654 h 1160647"/>
                <a:gd name="connsiteX156" fmla="*/ 932278 w 3031520"/>
                <a:gd name="connsiteY156" fmla="*/ 724196 h 1160647"/>
                <a:gd name="connsiteX157" fmla="*/ 938358 w 3031520"/>
                <a:gd name="connsiteY157" fmla="*/ 683122 h 1160647"/>
                <a:gd name="connsiteX158" fmla="*/ 939118 w 3031520"/>
                <a:gd name="connsiteY158" fmla="*/ 682852 h 1160647"/>
                <a:gd name="connsiteX159" fmla="*/ 944438 w 3031520"/>
                <a:gd name="connsiteY159" fmla="*/ 680960 h 1160647"/>
                <a:gd name="connsiteX160" fmla="*/ 946465 w 3031520"/>
                <a:gd name="connsiteY160" fmla="*/ 611783 h 1160647"/>
                <a:gd name="connsiteX161" fmla="*/ 948492 w 3031520"/>
                <a:gd name="connsiteY161" fmla="*/ 680960 h 1160647"/>
                <a:gd name="connsiteX162" fmla="*/ 949252 w 3031520"/>
                <a:gd name="connsiteY162" fmla="*/ 681230 h 1160647"/>
                <a:gd name="connsiteX163" fmla="*/ 954572 w 3031520"/>
                <a:gd name="connsiteY163" fmla="*/ 683122 h 1160647"/>
                <a:gd name="connsiteX164" fmla="*/ 954572 w 3031520"/>
                <a:gd name="connsiteY164" fmla="*/ 596651 h 1160647"/>
                <a:gd name="connsiteX165" fmla="*/ 958625 w 3031520"/>
                <a:gd name="connsiteY165" fmla="*/ 564224 h 1160647"/>
                <a:gd name="connsiteX166" fmla="*/ 997132 w 3031520"/>
                <a:gd name="connsiteY166" fmla="*/ 564224 h 1160647"/>
                <a:gd name="connsiteX167" fmla="*/ 997132 w 3031520"/>
                <a:gd name="connsiteY167" fmla="*/ 596651 h 1160647"/>
                <a:gd name="connsiteX168" fmla="*/ 997892 w 3031520"/>
                <a:gd name="connsiteY168" fmla="*/ 596651 h 1160647"/>
                <a:gd name="connsiteX169" fmla="*/ 1003212 w 3031520"/>
                <a:gd name="connsiteY169" fmla="*/ 596651 h 1160647"/>
                <a:gd name="connsiteX170" fmla="*/ 1003212 w 3031520"/>
                <a:gd name="connsiteY170" fmla="*/ 514503 h 1160647"/>
                <a:gd name="connsiteX171" fmla="*/ 1004986 w 3031520"/>
                <a:gd name="connsiteY171" fmla="*/ 514503 h 1160647"/>
                <a:gd name="connsiteX172" fmla="*/ 1017399 w 3031520"/>
                <a:gd name="connsiteY172" fmla="*/ 514503 h 1160647"/>
                <a:gd name="connsiteX173" fmla="*/ 1017399 w 3031520"/>
                <a:gd name="connsiteY173" fmla="*/ 512612 h 1160647"/>
                <a:gd name="connsiteX174" fmla="*/ 1017399 w 3031520"/>
                <a:gd name="connsiteY174" fmla="*/ 499371 h 1160647"/>
                <a:gd name="connsiteX175" fmla="*/ 1039693 w 3031520"/>
                <a:gd name="connsiteY175" fmla="*/ 499371 h 1160647"/>
                <a:gd name="connsiteX176" fmla="*/ 1039693 w 3031520"/>
                <a:gd name="connsiteY176" fmla="*/ 498290 h 1160647"/>
                <a:gd name="connsiteX177" fmla="*/ 1039693 w 3031520"/>
                <a:gd name="connsiteY177" fmla="*/ 490724 h 1160647"/>
                <a:gd name="connsiteX178" fmla="*/ 1041466 w 3031520"/>
                <a:gd name="connsiteY178" fmla="*/ 490724 h 1160647"/>
                <a:gd name="connsiteX179" fmla="*/ 1053880 w 3031520"/>
                <a:gd name="connsiteY179" fmla="*/ 490724 h 1160647"/>
                <a:gd name="connsiteX180" fmla="*/ 1053880 w 3031520"/>
                <a:gd name="connsiteY180" fmla="*/ 491805 h 1160647"/>
                <a:gd name="connsiteX181" fmla="*/ 1053880 w 3031520"/>
                <a:gd name="connsiteY181" fmla="*/ 499371 h 1160647"/>
                <a:gd name="connsiteX182" fmla="*/ 1054640 w 3031520"/>
                <a:gd name="connsiteY182" fmla="*/ 499371 h 1160647"/>
                <a:gd name="connsiteX183" fmla="*/ 1059960 w 3031520"/>
                <a:gd name="connsiteY183" fmla="*/ 499371 h 1160647"/>
                <a:gd name="connsiteX184" fmla="*/ 1070093 w 3031520"/>
                <a:gd name="connsiteY184" fmla="*/ 495047 h 1160647"/>
                <a:gd name="connsiteX185" fmla="*/ 1074146 w 3031520"/>
                <a:gd name="connsiteY185" fmla="*/ 498290 h 1160647"/>
                <a:gd name="connsiteX186" fmla="*/ 1074146 w 3031520"/>
                <a:gd name="connsiteY186" fmla="*/ 490724 h 1160647"/>
                <a:gd name="connsiteX187" fmla="*/ 1076426 w 3031520"/>
                <a:gd name="connsiteY187" fmla="*/ 490724 h 1160647"/>
                <a:gd name="connsiteX188" fmla="*/ 1092387 w 3031520"/>
                <a:gd name="connsiteY188" fmla="*/ 490724 h 1160647"/>
                <a:gd name="connsiteX189" fmla="*/ 1092387 w 3031520"/>
                <a:gd name="connsiteY189" fmla="*/ 491805 h 1160647"/>
                <a:gd name="connsiteX190" fmla="*/ 1092387 w 3031520"/>
                <a:gd name="connsiteY190" fmla="*/ 499371 h 1160647"/>
                <a:gd name="connsiteX191" fmla="*/ 1122787 w 3031520"/>
                <a:gd name="connsiteY191" fmla="*/ 499371 h 1160647"/>
                <a:gd name="connsiteX192" fmla="*/ 1122787 w 3031520"/>
                <a:gd name="connsiteY192" fmla="*/ 500992 h 1160647"/>
                <a:gd name="connsiteX193" fmla="*/ 1122787 w 3031520"/>
                <a:gd name="connsiteY193" fmla="*/ 512342 h 1160647"/>
                <a:gd name="connsiteX194" fmla="*/ 1149134 w 3031520"/>
                <a:gd name="connsiteY194" fmla="*/ 512342 h 1160647"/>
                <a:gd name="connsiteX195" fmla="*/ 1149134 w 3031520"/>
                <a:gd name="connsiteY195" fmla="*/ 542606 h 1160647"/>
                <a:gd name="connsiteX196" fmla="*/ 1149894 w 3031520"/>
                <a:gd name="connsiteY196" fmla="*/ 542606 h 1160647"/>
                <a:gd name="connsiteX197" fmla="*/ 1155214 w 3031520"/>
                <a:gd name="connsiteY197" fmla="*/ 542606 h 1160647"/>
                <a:gd name="connsiteX198" fmla="*/ 1155214 w 3031520"/>
                <a:gd name="connsiteY198" fmla="*/ 543687 h 1160647"/>
                <a:gd name="connsiteX199" fmla="*/ 1155214 w 3031520"/>
                <a:gd name="connsiteY199" fmla="*/ 551254 h 1160647"/>
                <a:gd name="connsiteX200" fmla="*/ 1159268 w 3031520"/>
                <a:gd name="connsiteY200" fmla="*/ 581518 h 1160647"/>
                <a:gd name="connsiteX201" fmla="*/ 1160028 w 3031520"/>
                <a:gd name="connsiteY201" fmla="*/ 581518 h 1160647"/>
                <a:gd name="connsiteX202" fmla="*/ 1165348 w 3031520"/>
                <a:gd name="connsiteY202" fmla="*/ 581518 h 1160647"/>
                <a:gd name="connsiteX203" fmla="*/ 1165348 w 3031520"/>
                <a:gd name="connsiteY203" fmla="*/ 582329 h 1160647"/>
                <a:gd name="connsiteX204" fmla="*/ 1165348 w 3031520"/>
                <a:gd name="connsiteY204" fmla="*/ 588004 h 1160647"/>
                <a:gd name="connsiteX205" fmla="*/ 1166361 w 3031520"/>
                <a:gd name="connsiteY205" fmla="*/ 588004 h 1160647"/>
                <a:gd name="connsiteX206" fmla="*/ 1173454 w 3031520"/>
                <a:gd name="connsiteY206" fmla="*/ 588004 h 1160647"/>
                <a:gd name="connsiteX207" fmla="*/ 1173454 w 3031520"/>
                <a:gd name="connsiteY207" fmla="*/ 618269 h 1160647"/>
                <a:gd name="connsiteX208" fmla="*/ 1175481 w 3031520"/>
                <a:gd name="connsiteY208" fmla="*/ 618269 h 1160647"/>
                <a:gd name="connsiteX209" fmla="*/ 1189668 w 3031520"/>
                <a:gd name="connsiteY209" fmla="*/ 618269 h 1160647"/>
                <a:gd name="connsiteX210" fmla="*/ 1189668 w 3031520"/>
                <a:gd name="connsiteY210" fmla="*/ 642048 h 1160647"/>
                <a:gd name="connsiteX211" fmla="*/ 1191695 w 3031520"/>
                <a:gd name="connsiteY211" fmla="*/ 643669 h 1160647"/>
                <a:gd name="connsiteX212" fmla="*/ 1191695 w 3031520"/>
                <a:gd name="connsiteY212" fmla="*/ 655019 h 1160647"/>
                <a:gd name="connsiteX213" fmla="*/ 1192455 w 3031520"/>
                <a:gd name="connsiteY213" fmla="*/ 655019 h 1160647"/>
                <a:gd name="connsiteX214" fmla="*/ 1197775 w 3031520"/>
                <a:gd name="connsiteY214" fmla="*/ 655019 h 1160647"/>
                <a:gd name="connsiteX215" fmla="*/ 1197775 w 3031520"/>
                <a:gd name="connsiteY215" fmla="*/ 678798 h 1160647"/>
                <a:gd name="connsiteX216" fmla="*/ 1199041 w 3031520"/>
                <a:gd name="connsiteY216" fmla="*/ 678798 h 1160647"/>
                <a:gd name="connsiteX217" fmla="*/ 1207908 w 3031520"/>
                <a:gd name="connsiteY217" fmla="*/ 678798 h 1160647"/>
                <a:gd name="connsiteX218" fmla="*/ 1209935 w 3031520"/>
                <a:gd name="connsiteY218" fmla="*/ 682852 h 1160647"/>
                <a:gd name="connsiteX219" fmla="*/ 1209935 w 3031520"/>
                <a:gd name="connsiteY219" fmla="*/ 696093 h 1160647"/>
                <a:gd name="connsiteX220" fmla="*/ 1211455 w 3031520"/>
                <a:gd name="connsiteY220" fmla="*/ 694201 h 1160647"/>
                <a:gd name="connsiteX221" fmla="*/ 1222095 w 3031520"/>
                <a:gd name="connsiteY221" fmla="*/ 680960 h 1160647"/>
                <a:gd name="connsiteX222" fmla="*/ 1250469 w 3031520"/>
                <a:gd name="connsiteY222" fmla="*/ 680960 h 1160647"/>
                <a:gd name="connsiteX223" fmla="*/ 1250469 w 3031520"/>
                <a:gd name="connsiteY223" fmla="*/ 767431 h 1160647"/>
                <a:gd name="connsiteX224" fmla="*/ 1251229 w 3031520"/>
                <a:gd name="connsiteY224" fmla="*/ 767431 h 1160647"/>
                <a:gd name="connsiteX225" fmla="*/ 1256549 w 3031520"/>
                <a:gd name="connsiteY225" fmla="*/ 767431 h 1160647"/>
                <a:gd name="connsiteX226" fmla="*/ 1257309 w 3031520"/>
                <a:gd name="connsiteY226" fmla="*/ 766080 h 1160647"/>
                <a:gd name="connsiteX227" fmla="*/ 1262629 w 3031520"/>
                <a:gd name="connsiteY227" fmla="*/ 756622 h 1160647"/>
                <a:gd name="connsiteX228" fmla="*/ 1262629 w 3031520"/>
                <a:gd name="connsiteY228" fmla="*/ 758514 h 1160647"/>
                <a:gd name="connsiteX229" fmla="*/ 1262629 w 3031520"/>
                <a:gd name="connsiteY229" fmla="*/ 771755 h 1160647"/>
                <a:gd name="connsiteX230" fmla="*/ 1266682 w 3031520"/>
                <a:gd name="connsiteY230" fmla="*/ 726358 h 1160647"/>
                <a:gd name="connsiteX231" fmla="*/ 1267442 w 3031520"/>
                <a:gd name="connsiteY231" fmla="*/ 726358 h 1160647"/>
                <a:gd name="connsiteX232" fmla="*/ 1272762 w 3031520"/>
                <a:gd name="connsiteY232" fmla="*/ 726358 h 1160647"/>
                <a:gd name="connsiteX233" fmla="*/ 1272762 w 3031520"/>
                <a:gd name="connsiteY233" fmla="*/ 661504 h 1160647"/>
                <a:gd name="connsiteX234" fmla="*/ 1273776 w 3031520"/>
                <a:gd name="connsiteY234" fmla="*/ 661504 h 1160647"/>
                <a:gd name="connsiteX235" fmla="*/ 1280869 w 3031520"/>
                <a:gd name="connsiteY235" fmla="*/ 661504 h 1160647"/>
                <a:gd name="connsiteX236" fmla="*/ 1293029 w 3031520"/>
                <a:gd name="connsiteY236" fmla="*/ 618269 h 1160647"/>
                <a:gd name="connsiteX237" fmla="*/ 1294296 w 3031520"/>
                <a:gd name="connsiteY237" fmla="*/ 618269 h 1160647"/>
                <a:gd name="connsiteX238" fmla="*/ 1303163 w 3031520"/>
                <a:gd name="connsiteY238" fmla="*/ 618269 h 1160647"/>
                <a:gd name="connsiteX239" fmla="*/ 1313296 w 3031520"/>
                <a:gd name="connsiteY239" fmla="*/ 661504 h 1160647"/>
                <a:gd name="connsiteX240" fmla="*/ 1314309 w 3031520"/>
                <a:gd name="connsiteY240" fmla="*/ 661504 h 1160647"/>
                <a:gd name="connsiteX241" fmla="*/ 1321403 w 3031520"/>
                <a:gd name="connsiteY241" fmla="*/ 661504 h 1160647"/>
                <a:gd name="connsiteX242" fmla="*/ 1321403 w 3031520"/>
                <a:gd name="connsiteY242" fmla="*/ 700416 h 1160647"/>
                <a:gd name="connsiteX243" fmla="*/ 1323176 w 3031520"/>
                <a:gd name="connsiteY243" fmla="*/ 700416 h 1160647"/>
                <a:gd name="connsiteX244" fmla="*/ 1335590 w 3031520"/>
                <a:gd name="connsiteY244" fmla="*/ 700416 h 1160647"/>
                <a:gd name="connsiteX245" fmla="*/ 1335590 w 3031520"/>
                <a:gd name="connsiteY245" fmla="*/ 702578 h 1160647"/>
                <a:gd name="connsiteX246" fmla="*/ 1335590 w 3031520"/>
                <a:gd name="connsiteY246" fmla="*/ 717710 h 1160647"/>
                <a:gd name="connsiteX247" fmla="*/ 1339643 w 3031520"/>
                <a:gd name="connsiteY247" fmla="*/ 715549 h 1160647"/>
                <a:gd name="connsiteX248" fmla="*/ 1339643 w 3031520"/>
                <a:gd name="connsiteY248" fmla="*/ 700416 h 1160647"/>
                <a:gd name="connsiteX249" fmla="*/ 1341163 w 3031520"/>
                <a:gd name="connsiteY249" fmla="*/ 700416 h 1160647"/>
                <a:gd name="connsiteX250" fmla="*/ 1351803 w 3031520"/>
                <a:gd name="connsiteY250" fmla="*/ 700416 h 1160647"/>
                <a:gd name="connsiteX251" fmla="*/ 1351803 w 3031520"/>
                <a:gd name="connsiteY251" fmla="*/ 702037 h 1160647"/>
                <a:gd name="connsiteX252" fmla="*/ 1351803 w 3031520"/>
                <a:gd name="connsiteY252" fmla="*/ 713387 h 1160647"/>
                <a:gd name="connsiteX253" fmla="*/ 1382204 w 3031520"/>
                <a:gd name="connsiteY253" fmla="*/ 713387 h 1160647"/>
                <a:gd name="connsiteX254" fmla="*/ 1382204 w 3031520"/>
                <a:gd name="connsiteY254" fmla="*/ 676637 h 1160647"/>
                <a:gd name="connsiteX255" fmla="*/ 1383470 w 3031520"/>
                <a:gd name="connsiteY255" fmla="*/ 676637 h 1160647"/>
                <a:gd name="connsiteX256" fmla="*/ 1392337 w 3031520"/>
                <a:gd name="connsiteY256" fmla="*/ 676637 h 1160647"/>
                <a:gd name="connsiteX257" fmla="*/ 1392337 w 3031520"/>
                <a:gd name="connsiteY257" fmla="*/ 698254 h 1160647"/>
                <a:gd name="connsiteX258" fmla="*/ 1394364 w 3031520"/>
                <a:gd name="connsiteY258" fmla="*/ 665828 h 1160647"/>
                <a:gd name="connsiteX259" fmla="*/ 1416657 w 3031520"/>
                <a:gd name="connsiteY259" fmla="*/ 665828 h 1160647"/>
                <a:gd name="connsiteX260" fmla="*/ 1416657 w 3031520"/>
                <a:gd name="connsiteY260" fmla="*/ 664206 h 1160647"/>
                <a:gd name="connsiteX261" fmla="*/ 1416657 w 3031520"/>
                <a:gd name="connsiteY261" fmla="*/ 652857 h 1160647"/>
                <a:gd name="connsiteX262" fmla="*/ 1417417 w 3031520"/>
                <a:gd name="connsiteY262" fmla="*/ 652857 h 1160647"/>
                <a:gd name="connsiteX263" fmla="*/ 1422737 w 3031520"/>
                <a:gd name="connsiteY263" fmla="*/ 652857 h 1160647"/>
                <a:gd name="connsiteX264" fmla="*/ 1422737 w 3031520"/>
                <a:gd name="connsiteY264" fmla="*/ 650966 h 1160647"/>
                <a:gd name="connsiteX265" fmla="*/ 1422737 w 3031520"/>
                <a:gd name="connsiteY265" fmla="*/ 637725 h 1160647"/>
                <a:gd name="connsiteX266" fmla="*/ 1426791 w 3031520"/>
                <a:gd name="connsiteY266" fmla="*/ 644210 h 1160647"/>
                <a:gd name="connsiteX267" fmla="*/ 1429071 w 3031520"/>
                <a:gd name="connsiteY267" fmla="*/ 644210 h 1160647"/>
                <a:gd name="connsiteX268" fmla="*/ 1445031 w 3031520"/>
                <a:gd name="connsiteY268" fmla="*/ 644210 h 1160647"/>
                <a:gd name="connsiteX269" fmla="*/ 1445031 w 3031520"/>
                <a:gd name="connsiteY269" fmla="*/ 643399 h 1160647"/>
                <a:gd name="connsiteX270" fmla="*/ 1445031 w 3031520"/>
                <a:gd name="connsiteY270" fmla="*/ 637725 h 1160647"/>
                <a:gd name="connsiteX271" fmla="*/ 1445791 w 3031520"/>
                <a:gd name="connsiteY271" fmla="*/ 637725 h 1160647"/>
                <a:gd name="connsiteX272" fmla="*/ 1451111 w 3031520"/>
                <a:gd name="connsiteY272" fmla="*/ 637725 h 1160647"/>
                <a:gd name="connsiteX273" fmla="*/ 1451111 w 3031520"/>
                <a:gd name="connsiteY273" fmla="*/ 639076 h 1160647"/>
                <a:gd name="connsiteX274" fmla="*/ 1451111 w 3031520"/>
                <a:gd name="connsiteY274" fmla="*/ 648534 h 1160647"/>
                <a:gd name="connsiteX275" fmla="*/ 1489618 w 3031520"/>
                <a:gd name="connsiteY275" fmla="*/ 648534 h 1160647"/>
                <a:gd name="connsiteX276" fmla="*/ 1489618 w 3031520"/>
                <a:gd name="connsiteY276" fmla="*/ 786887 h 1160647"/>
                <a:gd name="connsiteX277" fmla="*/ 1491138 w 3031520"/>
                <a:gd name="connsiteY277" fmla="*/ 786887 h 1160647"/>
                <a:gd name="connsiteX278" fmla="*/ 1501778 w 3031520"/>
                <a:gd name="connsiteY278" fmla="*/ 786887 h 1160647"/>
                <a:gd name="connsiteX279" fmla="*/ 1501778 w 3031520"/>
                <a:gd name="connsiteY279" fmla="*/ 773917 h 1160647"/>
                <a:gd name="connsiteX280" fmla="*/ 1505832 w 3031520"/>
                <a:gd name="connsiteY280" fmla="*/ 773917 h 1160647"/>
                <a:gd name="connsiteX281" fmla="*/ 1505832 w 3031520"/>
                <a:gd name="connsiteY281" fmla="*/ 786887 h 1160647"/>
                <a:gd name="connsiteX282" fmla="*/ 1536232 w 3031520"/>
                <a:gd name="connsiteY282" fmla="*/ 786887 h 1160647"/>
                <a:gd name="connsiteX283" fmla="*/ 1536232 w 3031520"/>
                <a:gd name="connsiteY283" fmla="*/ 756622 h 1160647"/>
                <a:gd name="connsiteX284" fmla="*/ 1548392 w 3031520"/>
                <a:gd name="connsiteY284" fmla="*/ 756622 h 1160647"/>
                <a:gd name="connsiteX285" fmla="*/ 1560552 w 3031520"/>
                <a:gd name="connsiteY285" fmla="*/ 754461 h 1160647"/>
                <a:gd name="connsiteX286" fmla="*/ 1564606 w 3031520"/>
                <a:gd name="connsiteY286" fmla="*/ 756622 h 1160647"/>
                <a:gd name="connsiteX287" fmla="*/ 1574739 w 3031520"/>
                <a:gd name="connsiteY287" fmla="*/ 756622 h 1160647"/>
                <a:gd name="connsiteX288" fmla="*/ 1574739 w 3031520"/>
                <a:gd name="connsiteY288" fmla="*/ 786887 h 1160647"/>
                <a:gd name="connsiteX289" fmla="*/ 1582846 w 3031520"/>
                <a:gd name="connsiteY289" fmla="*/ 786887 h 1160647"/>
                <a:gd name="connsiteX290" fmla="*/ 1582846 w 3031520"/>
                <a:gd name="connsiteY290" fmla="*/ 804182 h 1160647"/>
                <a:gd name="connsiteX291" fmla="*/ 1592182 w 3031520"/>
                <a:gd name="connsiteY291" fmla="*/ 805087 h 1160647"/>
                <a:gd name="connsiteX292" fmla="*/ 1605140 w 3031520"/>
                <a:gd name="connsiteY292" fmla="*/ 805087 h 1160647"/>
                <a:gd name="connsiteX293" fmla="*/ 1605140 w 3031520"/>
                <a:gd name="connsiteY293" fmla="*/ 789049 h 1160647"/>
                <a:gd name="connsiteX294" fmla="*/ 1673096 w 3031520"/>
                <a:gd name="connsiteY294" fmla="*/ 789049 h 1160647"/>
                <a:gd name="connsiteX295" fmla="*/ 1673096 w 3031520"/>
                <a:gd name="connsiteY295" fmla="*/ 703796 h 1160647"/>
                <a:gd name="connsiteX296" fmla="*/ 1745104 w 3031520"/>
                <a:gd name="connsiteY296" fmla="*/ 703796 h 1160647"/>
                <a:gd name="connsiteX297" fmla="*/ 1745104 w 3031520"/>
                <a:gd name="connsiteY297" fmla="*/ 782564 h 1160647"/>
                <a:gd name="connsiteX298" fmla="*/ 1747008 w 3031520"/>
                <a:gd name="connsiteY298" fmla="*/ 782564 h 1160647"/>
                <a:gd name="connsiteX299" fmla="*/ 1748250 w 3031520"/>
                <a:gd name="connsiteY299" fmla="*/ 805087 h 1160647"/>
                <a:gd name="connsiteX300" fmla="*/ 1757926 w 3031520"/>
                <a:gd name="connsiteY300" fmla="*/ 805087 h 1160647"/>
                <a:gd name="connsiteX301" fmla="*/ 1759168 w 3031520"/>
                <a:gd name="connsiteY301" fmla="*/ 782564 h 1160647"/>
                <a:gd name="connsiteX302" fmla="*/ 1765248 w 3031520"/>
                <a:gd name="connsiteY302" fmla="*/ 782564 h 1160647"/>
                <a:gd name="connsiteX303" fmla="*/ 1766490 w 3031520"/>
                <a:gd name="connsiteY303" fmla="*/ 805087 h 1160647"/>
                <a:gd name="connsiteX304" fmla="*/ 1817112 w 3031520"/>
                <a:gd name="connsiteY304" fmla="*/ 805087 h 1160647"/>
                <a:gd name="connsiteX305" fmla="*/ 1817112 w 3031520"/>
                <a:gd name="connsiteY305" fmla="*/ 642059 h 1160647"/>
                <a:gd name="connsiteX306" fmla="*/ 2014439 w 3031520"/>
                <a:gd name="connsiteY306" fmla="*/ 642059 h 1160647"/>
                <a:gd name="connsiteX307" fmla="*/ 2014439 w 3031520"/>
                <a:gd name="connsiteY307" fmla="*/ 805087 h 1160647"/>
                <a:gd name="connsiteX308" fmla="*/ 2033136 w 3031520"/>
                <a:gd name="connsiteY308" fmla="*/ 805087 h 1160647"/>
                <a:gd name="connsiteX309" fmla="*/ 2033136 w 3031520"/>
                <a:gd name="connsiteY309" fmla="*/ 722394 h 1160647"/>
                <a:gd name="connsiteX310" fmla="*/ 2128256 w 3031520"/>
                <a:gd name="connsiteY310" fmla="*/ 722394 h 1160647"/>
                <a:gd name="connsiteX311" fmla="*/ 2140186 w 3031520"/>
                <a:gd name="connsiteY311" fmla="*/ 404253 h 1160647"/>
                <a:gd name="connsiteX312" fmla="*/ 2128026 w 3031520"/>
                <a:gd name="connsiteY312" fmla="*/ 382635 h 1160647"/>
                <a:gd name="connsiteX313" fmla="*/ 2121946 w 3031520"/>
                <a:gd name="connsiteY313" fmla="*/ 378311 h 1160647"/>
                <a:gd name="connsiteX314" fmla="*/ 2130053 w 3031520"/>
                <a:gd name="connsiteY314" fmla="*/ 354532 h 1160647"/>
                <a:gd name="connsiteX315" fmla="*/ 2130053 w 3031520"/>
                <a:gd name="connsiteY315" fmla="*/ 337238 h 1160647"/>
                <a:gd name="connsiteX316" fmla="*/ 2144240 w 3031520"/>
                <a:gd name="connsiteY316" fmla="*/ 337238 h 1160647"/>
                <a:gd name="connsiteX317" fmla="*/ 2144240 w 3031520"/>
                <a:gd name="connsiteY317" fmla="*/ 315620 h 1160647"/>
                <a:gd name="connsiteX318" fmla="*/ 2146266 w 3031520"/>
                <a:gd name="connsiteY318" fmla="*/ 311296 h 1160647"/>
                <a:gd name="connsiteX319" fmla="*/ 2146266 w 3031520"/>
                <a:gd name="connsiteY319" fmla="*/ 233472 h 1160647"/>
                <a:gd name="connsiteX320" fmla="*/ 2144240 w 3031520"/>
                <a:gd name="connsiteY320" fmla="*/ 226987 h 1160647"/>
                <a:gd name="connsiteX321" fmla="*/ 2150320 w 3031520"/>
                <a:gd name="connsiteY321" fmla="*/ 220501 h 1160647"/>
                <a:gd name="connsiteX322" fmla="*/ 2150320 w 3031520"/>
                <a:gd name="connsiteY322" fmla="*/ 162133 h 1160647"/>
                <a:gd name="connsiteX323" fmla="*/ 2152346 w 3031520"/>
                <a:gd name="connsiteY323" fmla="*/ 157810 h 1160647"/>
                <a:gd name="connsiteX324" fmla="*/ 2152346 w 3031520"/>
                <a:gd name="connsiteY324" fmla="*/ 101604 h 1160647"/>
                <a:gd name="connsiteX325" fmla="*/ 2154373 w 3031520"/>
                <a:gd name="connsiteY325" fmla="*/ 82148 h 1160647"/>
                <a:gd name="connsiteX326" fmla="*/ 2158427 w 3031520"/>
                <a:gd name="connsiteY326" fmla="*/ 99442 h 1160647"/>
                <a:gd name="connsiteX327" fmla="*/ 2160453 w 3031520"/>
                <a:gd name="connsiteY327" fmla="*/ 157810 h 1160647"/>
                <a:gd name="connsiteX328" fmla="*/ 2162480 w 3031520"/>
                <a:gd name="connsiteY328" fmla="*/ 220501 h 1160647"/>
                <a:gd name="connsiteX329" fmla="*/ 2168560 w 3031520"/>
                <a:gd name="connsiteY329" fmla="*/ 226987 h 1160647"/>
                <a:gd name="connsiteX330" fmla="*/ 2166533 w 3031520"/>
                <a:gd name="connsiteY330" fmla="*/ 233472 h 1160647"/>
                <a:gd name="connsiteX331" fmla="*/ 2166533 w 3031520"/>
                <a:gd name="connsiteY331" fmla="*/ 311296 h 1160647"/>
                <a:gd name="connsiteX332" fmla="*/ 2168560 w 3031520"/>
                <a:gd name="connsiteY332" fmla="*/ 315620 h 1160647"/>
                <a:gd name="connsiteX333" fmla="*/ 2168560 w 3031520"/>
                <a:gd name="connsiteY333" fmla="*/ 337238 h 1160647"/>
                <a:gd name="connsiteX334" fmla="*/ 2182747 w 3031520"/>
                <a:gd name="connsiteY334" fmla="*/ 337238 h 1160647"/>
                <a:gd name="connsiteX335" fmla="*/ 2182747 w 3031520"/>
                <a:gd name="connsiteY335" fmla="*/ 354532 h 1160647"/>
                <a:gd name="connsiteX336" fmla="*/ 2190854 w 3031520"/>
                <a:gd name="connsiteY336" fmla="*/ 378311 h 1160647"/>
                <a:gd name="connsiteX337" fmla="*/ 2184774 w 3031520"/>
                <a:gd name="connsiteY337" fmla="*/ 382635 h 1160647"/>
                <a:gd name="connsiteX338" fmla="*/ 2172613 w 3031520"/>
                <a:gd name="connsiteY338" fmla="*/ 404253 h 1160647"/>
                <a:gd name="connsiteX339" fmla="*/ 2180720 w 3031520"/>
                <a:gd name="connsiteY339" fmla="*/ 657181 h 1160647"/>
                <a:gd name="connsiteX340" fmla="*/ 2245574 w 3031520"/>
                <a:gd name="connsiteY340" fmla="*/ 657181 h 1160647"/>
                <a:gd name="connsiteX341" fmla="*/ 2245574 w 3031520"/>
                <a:gd name="connsiteY341" fmla="*/ 732843 h 1160647"/>
                <a:gd name="connsiteX342" fmla="*/ 2253681 w 3031520"/>
                <a:gd name="connsiteY342" fmla="*/ 732843 h 1160647"/>
                <a:gd name="connsiteX343" fmla="*/ 2255708 w 3031520"/>
                <a:gd name="connsiteY343" fmla="*/ 726358 h 1160647"/>
                <a:gd name="connsiteX344" fmla="*/ 2261788 w 3031520"/>
                <a:gd name="connsiteY344" fmla="*/ 726358 h 1160647"/>
                <a:gd name="connsiteX345" fmla="*/ 2263815 w 3031520"/>
                <a:gd name="connsiteY345" fmla="*/ 735005 h 1160647"/>
                <a:gd name="connsiteX346" fmla="*/ 2275975 w 3031520"/>
                <a:gd name="connsiteY346" fmla="*/ 735005 h 1160647"/>
                <a:gd name="connsiteX347" fmla="*/ 2275975 w 3031520"/>
                <a:gd name="connsiteY347" fmla="*/ 728519 h 1160647"/>
                <a:gd name="connsiteX348" fmla="*/ 2298268 w 3031520"/>
                <a:gd name="connsiteY348" fmla="*/ 728519 h 1160647"/>
                <a:gd name="connsiteX349" fmla="*/ 2298268 w 3031520"/>
                <a:gd name="connsiteY349" fmla="*/ 735005 h 1160647"/>
                <a:gd name="connsiteX350" fmla="*/ 2318535 w 3031520"/>
                <a:gd name="connsiteY350" fmla="*/ 735005 h 1160647"/>
                <a:gd name="connsiteX351" fmla="*/ 2318535 w 3031520"/>
                <a:gd name="connsiteY351" fmla="*/ 780402 h 1160647"/>
                <a:gd name="connsiteX352" fmla="*/ 2332722 w 3031520"/>
                <a:gd name="connsiteY352" fmla="*/ 780402 h 1160647"/>
                <a:gd name="connsiteX353" fmla="*/ 2332722 w 3031520"/>
                <a:gd name="connsiteY353" fmla="*/ 767431 h 1160647"/>
                <a:gd name="connsiteX354" fmla="*/ 2348936 w 3031520"/>
                <a:gd name="connsiteY354" fmla="*/ 767431 h 1160647"/>
                <a:gd name="connsiteX355" fmla="*/ 2348936 w 3031520"/>
                <a:gd name="connsiteY355" fmla="*/ 588004 h 1160647"/>
                <a:gd name="connsiteX356" fmla="*/ 2355016 w 3031520"/>
                <a:gd name="connsiteY356" fmla="*/ 581518 h 1160647"/>
                <a:gd name="connsiteX357" fmla="*/ 2427977 w 3031520"/>
                <a:gd name="connsiteY357" fmla="*/ 581518 h 1160647"/>
                <a:gd name="connsiteX358" fmla="*/ 2427977 w 3031520"/>
                <a:gd name="connsiteY358" fmla="*/ 590166 h 1160647"/>
                <a:gd name="connsiteX359" fmla="*/ 2438110 w 3031520"/>
                <a:gd name="connsiteY359" fmla="*/ 590166 h 1160647"/>
                <a:gd name="connsiteX360" fmla="*/ 2438110 w 3031520"/>
                <a:gd name="connsiteY360" fmla="*/ 704740 h 1160647"/>
                <a:gd name="connsiteX361" fmla="*/ 2460404 w 3031520"/>
                <a:gd name="connsiteY361" fmla="*/ 704740 h 1160647"/>
                <a:gd name="connsiteX362" fmla="*/ 2460404 w 3031520"/>
                <a:gd name="connsiteY362" fmla="*/ 637725 h 1160647"/>
                <a:gd name="connsiteX363" fmla="*/ 2486751 w 3031520"/>
                <a:gd name="connsiteY363" fmla="*/ 637725 h 1160647"/>
                <a:gd name="connsiteX364" fmla="*/ 2490804 w 3031520"/>
                <a:gd name="connsiteY364" fmla="*/ 633401 h 1160647"/>
                <a:gd name="connsiteX365" fmla="*/ 2498911 w 3031520"/>
                <a:gd name="connsiteY365" fmla="*/ 633401 h 1160647"/>
                <a:gd name="connsiteX366" fmla="*/ 2502964 w 3031520"/>
                <a:gd name="connsiteY366" fmla="*/ 637725 h 1160647"/>
                <a:gd name="connsiteX367" fmla="*/ 2525258 w 3031520"/>
                <a:gd name="connsiteY367" fmla="*/ 637725 h 1160647"/>
                <a:gd name="connsiteX368" fmla="*/ 2525258 w 3031520"/>
                <a:gd name="connsiteY368" fmla="*/ 520989 h 1160647"/>
                <a:gd name="connsiteX369" fmla="*/ 2582005 w 3031520"/>
                <a:gd name="connsiteY369" fmla="*/ 510180 h 1160647"/>
                <a:gd name="connsiteX370" fmla="*/ 2582005 w 3031520"/>
                <a:gd name="connsiteY370" fmla="*/ 511261 h 1160647"/>
                <a:gd name="connsiteX371" fmla="*/ 2582005 w 3031520"/>
                <a:gd name="connsiteY371" fmla="*/ 518827 h 1160647"/>
                <a:gd name="connsiteX372" fmla="*/ 2608352 w 3031520"/>
                <a:gd name="connsiteY372" fmla="*/ 518827 h 1160647"/>
                <a:gd name="connsiteX373" fmla="*/ 2608352 w 3031520"/>
                <a:gd name="connsiteY373" fmla="*/ 773917 h 1160647"/>
                <a:gd name="connsiteX374" fmla="*/ 2630646 w 3031520"/>
                <a:gd name="connsiteY374" fmla="*/ 773917 h 1160647"/>
                <a:gd name="connsiteX375" fmla="*/ 2630646 w 3031520"/>
                <a:gd name="connsiteY375" fmla="*/ 769593 h 1160647"/>
                <a:gd name="connsiteX376" fmla="*/ 2642806 w 3031520"/>
                <a:gd name="connsiteY376" fmla="*/ 769593 h 1160647"/>
                <a:gd name="connsiteX377" fmla="*/ 2642806 w 3031520"/>
                <a:gd name="connsiteY377" fmla="*/ 773917 h 1160647"/>
                <a:gd name="connsiteX378" fmla="*/ 2667126 w 3031520"/>
                <a:gd name="connsiteY378" fmla="*/ 773917 h 1160647"/>
                <a:gd name="connsiteX379" fmla="*/ 2667126 w 3031520"/>
                <a:gd name="connsiteY379" fmla="*/ 760946 h 1160647"/>
                <a:gd name="connsiteX380" fmla="*/ 2695500 w 3031520"/>
                <a:gd name="connsiteY380" fmla="*/ 760946 h 1160647"/>
                <a:gd name="connsiteX381" fmla="*/ 2707660 w 3031520"/>
                <a:gd name="connsiteY381" fmla="*/ 756622 h 1160647"/>
                <a:gd name="connsiteX382" fmla="*/ 2727927 w 3031520"/>
                <a:gd name="connsiteY382" fmla="*/ 760946 h 1160647"/>
                <a:gd name="connsiteX383" fmla="*/ 2727927 w 3031520"/>
                <a:gd name="connsiteY383" fmla="*/ 743652 h 1160647"/>
                <a:gd name="connsiteX384" fmla="*/ 2736034 w 3031520"/>
                <a:gd name="connsiteY384" fmla="*/ 743652 h 1160647"/>
                <a:gd name="connsiteX385" fmla="*/ 2736034 w 3031520"/>
                <a:gd name="connsiteY385" fmla="*/ 730681 h 1160647"/>
                <a:gd name="connsiteX386" fmla="*/ 2792781 w 3031520"/>
                <a:gd name="connsiteY386" fmla="*/ 730681 h 1160647"/>
                <a:gd name="connsiteX387" fmla="*/ 2792781 w 3031520"/>
                <a:gd name="connsiteY387" fmla="*/ 700416 h 1160647"/>
                <a:gd name="connsiteX388" fmla="*/ 2811021 w 3031520"/>
                <a:gd name="connsiteY388" fmla="*/ 700416 h 1160647"/>
                <a:gd name="connsiteX389" fmla="*/ 2811021 w 3031520"/>
                <a:gd name="connsiteY389" fmla="*/ 693931 h 1160647"/>
                <a:gd name="connsiteX390" fmla="*/ 2823181 w 3031520"/>
                <a:gd name="connsiteY390" fmla="*/ 693931 h 1160647"/>
                <a:gd name="connsiteX391" fmla="*/ 2823181 w 3031520"/>
                <a:gd name="connsiteY391" fmla="*/ 700416 h 1160647"/>
                <a:gd name="connsiteX392" fmla="*/ 2839395 w 3031520"/>
                <a:gd name="connsiteY392" fmla="*/ 700416 h 1160647"/>
                <a:gd name="connsiteX393" fmla="*/ 2839395 w 3031520"/>
                <a:gd name="connsiteY393" fmla="*/ 750137 h 1160647"/>
                <a:gd name="connsiteX394" fmla="*/ 2871822 w 3031520"/>
                <a:gd name="connsiteY394" fmla="*/ 750137 h 1160647"/>
                <a:gd name="connsiteX395" fmla="*/ 2871822 w 3031520"/>
                <a:gd name="connsiteY395" fmla="*/ 724196 h 1160647"/>
                <a:gd name="connsiteX396" fmla="*/ 2910329 w 3031520"/>
                <a:gd name="connsiteY396" fmla="*/ 724196 h 1160647"/>
                <a:gd name="connsiteX397" fmla="*/ 2910329 w 3031520"/>
                <a:gd name="connsiteY397" fmla="*/ 693931 h 1160647"/>
                <a:gd name="connsiteX398" fmla="*/ 2958970 w 3031520"/>
                <a:gd name="connsiteY398" fmla="*/ 693931 h 1160647"/>
                <a:gd name="connsiteX399" fmla="*/ 2958970 w 3031520"/>
                <a:gd name="connsiteY399" fmla="*/ 805087 h 1160647"/>
                <a:gd name="connsiteX400" fmla="*/ 2958970 w 3031520"/>
                <a:gd name="connsiteY400" fmla="*/ 818866 h 1160647"/>
                <a:gd name="connsiteX401" fmla="*/ 3031519 w 3031520"/>
                <a:gd name="connsiteY401" fmla="*/ 818866 h 1160647"/>
                <a:gd name="connsiteX402" fmla="*/ 3031520 w 3031520"/>
                <a:gd name="connsiteY402" fmla="*/ 1160647 h 1160647"/>
                <a:gd name="connsiteX403" fmla="*/ 2054 w 3031520"/>
                <a:gd name="connsiteY403" fmla="*/ 1158314 h 1160647"/>
                <a:gd name="connsiteX404" fmla="*/ 0 w 3031520"/>
                <a:gd name="connsiteY404" fmla="*/ 724196 h 1160647"/>
                <a:gd name="connsiteX405" fmla="*/ 20267 w 3031520"/>
                <a:gd name="connsiteY405" fmla="*/ 724196 h 1160647"/>
                <a:gd name="connsiteX406" fmla="*/ 20774 w 3031520"/>
                <a:gd name="connsiteY406" fmla="*/ 723115 h 1160647"/>
                <a:gd name="connsiteX407" fmla="*/ 24320 w 3031520"/>
                <a:gd name="connsiteY407" fmla="*/ 715549 h 1160647"/>
                <a:gd name="connsiteX408" fmla="*/ 26094 w 3031520"/>
                <a:gd name="connsiteY408" fmla="*/ 715819 h 1160647"/>
                <a:gd name="connsiteX409" fmla="*/ 38507 w 3031520"/>
                <a:gd name="connsiteY409" fmla="*/ 717710 h 1160647"/>
                <a:gd name="connsiteX410" fmla="*/ 39014 w 3031520"/>
                <a:gd name="connsiteY410" fmla="*/ 719062 h 1160647"/>
                <a:gd name="connsiteX411" fmla="*/ 42560 w 3031520"/>
                <a:gd name="connsiteY411" fmla="*/ 728519 h 1160647"/>
                <a:gd name="connsiteX412" fmla="*/ 68907 w 3031520"/>
                <a:gd name="connsiteY412" fmla="*/ 730681 h 1160647"/>
                <a:gd name="connsiteX413" fmla="*/ 68907 w 3031520"/>
                <a:gd name="connsiteY413" fmla="*/ 607460 h 1160647"/>
                <a:gd name="connsiteX414" fmla="*/ 70934 w 3031520"/>
                <a:gd name="connsiteY414" fmla="*/ 607460 h 1160647"/>
                <a:gd name="connsiteX415" fmla="*/ 85121 w 3031520"/>
                <a:gd name="connsiteY415" fmla="*/ 607460 h 1160647"/>
                <a:gd name="connsiteX416" fmla="*/ 85121 w 3031520"/>
                <a:gd name="connsiteY416" fmla="*/ 471268 h 1160647"/>
                <a:gd name="connsiteX417" fmla="*/ 86894 w 3031520"/>
                <a:gd name="connsiteY417" fmla="*/ 471268 h 1160647"/>
                <a:gd name="connsiteX418" fmla="*/ 99308 w 3031520"/>
                <a:gd name="connsiteY418" fmla="*/ 471268 h 1160647"/>
                <a:gd name="connsiteX419" fmla="*/ 99308 w 3031520"/>
                <a:gd name="connsiteY419" fmla="*/ 356694 h 1160647"/>
                <a:gd name="connsiteX420" fmla="*/ 103361 w 3031520"/>
                <a:gd name="connsiteY420" fmla="*/ 328590 h 1160647"/>
                <a:gd name="connsiteX421" fmla="*/ 105388 w 3031520"/>
                <a:gd name="connsiteY421" fmla="*/ 328590 h 1160647"/>
                <a:gd name="connsiteX422" fmla="*/ 119575 w 3031520"/>
                <a:gd name="connsiteY422" fmla="*/ 328590 h 1160647"/>
                <a:gd name="connsiteX423" fmla="*/ 156055 w 3031520"/>
                <a:gd name="connsiteY423" fmla="*/ 246443 h 1160647"/>
                <a:gd name="connsiteX424" fmla="*/ 160109 w 3031520"/>
                <a:gd name="connsiteY424" fmla="*/ 0 h 1160647"/>
                <a:gd name="connsiteX0" fmla="*/ 160109 w 3032161"/>
                <a:gd name="connsiteY0" fmla="*/ 0 h 1160647"/>
                <a:gd name="connsiteX1" fmla="*/ 162135 w 3032161"/>
                <a:gd name="connsiteY1" fmla="*/ 246443 h 1160647"/>
                <a:gd name="connsiteX2" fmla="*/ 200642 w 3032161"/>
                <a:gd name="connsiteY2" fmla="*/ 326429 h 1160647"/>
                <a:gd name="connsiteX3" fmla="*/ 202669 w 3032161"/>
                <a:gd name="connsiteY3" fmla="*/ 326429 h 1160647"/>
                <a:gd name="connsiteX4" fmla="*/ 216856 w 3032161"/>
                <a:gd name="connsiteY4" fmla="*/ 326429 h 1160647"/>
                <a:gd name="connsiteX5" fmla="*/ 216856 w 3032161"/>
                <a:gd name="connsiteY5" fmla="*/ 350208 h 1160647"/>
                <a:gd name="connsiteX6" fmla="*/ 217363 w 3032161"/>
                <a:gd name="connsiteY6" fmla="*/ 351019 h 1160647"/>
                <a:gd name="connsiteX7" fmla="*/ 220909 w 3032161"/>
                <a:gd name="connsiteY7" fmla="*/ 356694 h 1160647"/>
                <a:gd name="connsiteX8" fmla="*/ 220909 w 3032161"/>
                <a:gd name="connsiteY8" fmla="*/ 471268 h 1160647"/>
                <a:gd name="connsiteX9" fmla="*/ 223189 w 3032161"/>
                <a:gd name="connsiteY9" fmla="*/ 471268 h 1160647"/>
                <a:gd name="connsiteX10" fmla="*/ 239150 w 3032161"/>
                <a:gd name="connsiteY10" fmla="*/ 471268 h 1160647"/>
                <a:gd name="connsiteX11" fmla="*/ 239150 w 3032161"/>
                <a:gd name="connsiteY11" fmla="*/ 611783 h 1160647"/>
                <a:gd name="connsiteX12" fmla="*/ 240670 w 3032161"/>
                <a:gd name="connsiteY12" fmla="*/ 611513 h 1160647"/>
                <a:gd name="connsiteX13" fmla="*/ 251310 w 3032161"/>
                <a:gd name="connsiteY13" fmla="*/ 609622 h 1160647"/>
                <a:gd name="connsiteX14" fmla="*/ 249283 w 3032161"/>
                <a:gd name="connsiteY14" fmla="*/ 698254 h 1160647"/>
                <a:gd name="connsiteX15" fmla="*/ 250803 w 3032161"/>
                <a:gd name="connsiteY15" fmla="*/ 698525 h 1160647"/>
                <a:gd name="connsiteX16" fmla="*/ 261443 w 3032161"/>
                <a:gd name="connsiteY16" fmla="*/ 700416 h 1160647"/>
                <a:gd name="connsiteX17" fmla="*/ 261696 w 3032161"/>
                <a:gd name="connsiteY17" fmla="*/ 701227 h 1160647"/>
                <a:gd name="connsiteX18" fmla="*/ 263470 w 3032161"/>
                <a:gd name="connsiteY18" fmla="*/ 706902 h 1160647"/>
                <a:gd name="connsiteX19" fmla="*/ 264230 w 3032161"/>
                <a:gd name="connsiteY19" fmla="*/ 704470 h 1160647"/>
                <a:gd name="connsiteX20" fmla="*/ 269550 w 3032161"/>
                <a:gd name="connsiteY20" fmla="*/ 687446 h 1160647"/>
                <a:gd name="connsiteX21" fmla="*/ 271323 w 3032161"/>
                <a:gd name="connsiteY21" fmla="*/ 687446 h 1160647"/>
                <a:gd name="connsiteX22" fmla="*/ 283737 w 3032161"/>
                <a:gd name="connsiteY22" fmla="*/ 687446 h 1160647"/>
                <a:gd name="connsiteX23" fmla="*/ 283737 w 3032161"/>
                <a:gd name="connsiteY23" fmla="*/ 719872 h 1160647"/>
                <a:gd name="connsiteX24" fmla="*/ 284750 w 3032161"/>
                <a:gd name="connsiteY24" fmla="*/ 720413 h 1160647"/>
                <a:gd name="connsiteX25" fmla="*/ 291844 w 3032161"/>
                <a:gd name="connsiteY25" fmla="*/ 724196 h 1160647"/>
                <a:gd name="connsiteX26" fmla="*/ 291844 w 3032161"/>
                <a:gd name="connsiteY26" fmla="*/ 725547 h 1160647"/>
                <a:gd name="connsiteX27" fmla="*/ 291844 w 3032161"/>
                <a:gd name="connsiteY27" fmla="*/ 735005 h 1160647"/>
                <a:gd name="connsiteX28" fmla="*/ 336431 w 3032161"/>
                <a:gd name="connsiteY28" fmla="*/ 735005 h 1160647"/>
                <a:gd name="connsiteX29" fmla="*/ 336431 w 3032161"/>
                <a:gd name="connsiteY29" fmla="*/ 736086 h 1160647"/>
                <a:gd name="connsiteX30" fmla="*/ 336431 w 3032161"/>
                <a:gd name="connsiteY30" fmla="*/ 743652 h 1160647"/>
                <a:gd name="connsiteX31" fmla="*/ 338457 w 3032161"/>
                <a:gd name="connsiteY31" fmla="*/ 743652 h 1160647"/>
                <a:gd name="connsiteX32" fmla="*/ 352644 w 3032161"/>
                <a:gd name="connsiteY32" fmla="*/ 743652 h 1160647"/>
                <a:gd name="connsiteX33" fmla="*/ 352644 w 3032161"/>
                <a:gd name="connsiteY33" fmla="*/ 713387 h 1160647"/>
                <a:gd name="connsiteX34" fmla="*/ 397231 w 3032161"/>
                <a:gd name="connsiteY34" fmla="*/ 713387 h 1160647"/>
                <a:gd name="connsiteX35" fmla="*/ 397231 w 3032161"/>
                <a:gd name="connsiteY35" fmla="*/ 712036 h 1160647"/>
                <a:gd name="connsiteX36" fmla="*/ 397231 w 3032161"/>
                <a:gd name="connsiteY36" fmla="*/ 702578 h 1160647"/>
                <a:gd name="connsiteX37" fmla="*/ 398245 w 3032161"/>
                <a:gd name="connsiteY37" fmla="*/ 702578 h 1160647"/>
                <a:gd name="connsiteX38" fmla="*/ 405338 w 3032161"/>
                <a:gd name="connsiteY38" fmla="*/ 702578 h 1160647"/>
                <a:gd name="connsiteX39" fmla="*/ 405338 w 3032161"/>
                <a:gd name="connsiteY39" fmla="*/ 700687 h 1160647"/>
                <a:gd name="connsiteX40" fmla="*/ 405338 w 3032161"/>
                <a:gd name="connsiteY40" fmla="*/ 687446 h 1160647"/>
                <a:gd name="connsiteX41" fmla="*/ 406098 w 3032161"/>
                <a:gd name="connsiteY41" fmla="*/ 687446 h 1160647"/>
                <a:gd name="connsiteX42" fmla="*/ 411418 w 3032161"/>
                <a:gd name="connsiteY42" fmla="*/ 687446 h 1160647"/>
                <a:gd name="connsiteX43" fmla="*/ 411418 w 3032161"/>
                <a:gd name="connsiteY43" fmla="*/ 686365 h 1160647"/>
                <a:gd name="connsiteX44" fmla="*/ 411418 w 3032161"/>
                <a:gd name="connsiteY44" fmla="*/ 678798 h 1160647"/>
                <a:gd name="connsiteX45" fmla="*/ 413445 w 3032161"/>
                <a:gd name="connsiteY45" fmla="*/ 678798 h 1160647"/>
                <a:gd name="connsiteX46" fmla="*/ 427632 w 3032161"/>
                <a:gd name="connsiteY46" fmla="*/ 678798 h 1160647"/>
                <a:gd name="connsiteX47" fmla="*/ 427632 w 3032161"/>
                <a:gd name="connsiteY47" fmla="*/ 679879 h 1160647"/>
                <a:gd name="connsiteX48" fmla="*/ 427632 w 3032161"/>
                <a:gd name="connsiteY48" fmla="*/ 687446 h 1160647"/>
                <a:gd name="connsiteX49" fmla="*/ 449925 w 3032161"/>
                <a:gd name="connsiteY49" fmla="*/ 687446 h 1160647"/>
                <a:gd name="connsiteX50" fmla="*/ 449925 w 3032161"/>
                <a:gd name="connsiteY50" fmla="*/ 685554 h 1160647"/>
                <a:gd name="connsiteX51" fmla="*/ 449925 w 3032161"/>
                <a:gd name="connsiteY51" fmla="*/ 672313 h 1160647"/>
                <a:gd name="connsiteX52" fmla="*/ 451699 w 3032161"/>
                <a:gd name="connsiteY52" fmla="*/ 672313 h 1160647"/>
                <a:gd name="connsiteX53" fmla="*/ 464112 w 3032161"/>
                <a:gd name="connsiteY53" fmla="*/ 672313 h 1160647"/>
                <a:gd name="connsiteX54" fmla="*/ 464112 w 3032161"/>
                <a:gd name="connsiteY54" fmla="*/ 696093 h 1160647"/>
                <a:gd name="connsiteX55" fmla="*/ 465126 w 3032161"/>
                <a:gd name="connsiteY55" fmla="*/ 696093 h 1160647"/>
                <a:gd name="connsiteX56" fmla="*/ 472219 w 3032161"/>
                <a:gd name="connsiteY56" fmla="*/ 696093 h 1160647"/>
                <a:gd name="connsiteX57" fmla="*/ 472219 w 3032161"/>
                <a:gd name="connsiteY57" fmla="*/ 695012 h 1160647"/>
                <a:gd name="connsiteX58" fmla="*/ 472219 w 3032161"/>
                <a:gd name="connsiteY58" fmla="*/ 687446 h 1160647"/>
                <a:gd name="connsiteX59" fmla="*/ 473992 w 3032161"/>
                <a:gd name="connsiteY59" fmla="*/ 687446 h 1160647"/>
                <a:gd name="connsiteX60" fmla="*/ 486406 w 3032161"/>
                <a:gd name="connsiteY60" fmla="*/ 687446 h 1160647"/>
                <a:gd name="connsiteX61" fmla="*/ 486406 w 3032161"/>
                <a:gd name="connsiteY61" fmla="*/ 713387 h 1160647"/>
                <a:gd name="connsiteX62" fmla="*/ 488433 w 3032161"/>
                <a:gd name="connsiteY62" fmla="*/ 713387 h 1160647"/>
                <a:gd name="connsiteX63" fmla="*/ 502619 w 3032161"/>
                <a:gd name="connsiteY63" fmla="*/ 713387 h 1160647"/>
                <a:gd name="connsiteX64" fmla="*/ 502619 w 3032161"/>
                <a:gd name="connsiteY64" fmla="*/ 715008 h 1160647"/>
                <a:gd name="connsiteX65" fmla="*/ 502619 w 3032161"/>
                <a:gd name="connsiteY65" fmla="*/ 726358 h 1160647"/>
                <a:gd name="connsiteX66" fmla="*/ 503379 w 3032161"/>
                <a:gd name="connsiteY66" fmla="*/ 726358 h 1160647"/>
                <a:gd name="connsiteX67" fmla="*/ 508700 w 3032161"/>
                <a:gd name="connsiteY67" fmla="*/ 726358 h 1160647"/>
                <a:gd name="connsiteX68" fmla="*/ 508700 w 3032161"/>
                <a:gd name="connsiteY68" fmla="*/ 725547 h 1160647"/>
                <a:gd name="connsiteX69" fmla="*/ 508700 w 3032161"/>
                <a:gd name="connsiteY69" fmla="*/ 719872 h 1160647"/>
                <a:gd name="connsiteX70" fmla="*/ 539100 w 3032161"/>
                <a:gd name="connsiteY70" fmla="*/ 719872 h 1160647"/>
                <a:gd name="connsiteX71" fmla="*/ 539100 w 3032161"/>
                <a:gd name="connsiteY71" fmla="*/ 743652 h 1160647"/>
                <a:gd name="connsiteX72" fmla="*/ 540113 w 3032161"/>
                <a:gd name="connsiteY72" fmla="*/ 743652 h 1160647"/>
                <a:gd name="connsiteX73" fmla="*/ 547207 w 3032161"/>
                <a:gd name="connsiteY73" fmla="*/ 743652 h 1160647"/>
                <a:gd name="connsiteX74" fmla="*/ 547207 w 3032161"/>
                <a:gd name="connsiteY74" fmla="*/ 744733 h 1160647"/>
                <a:gd name="connsiteX75" fmla="*/ 547207 w 3032161"/>
                <a:gd name="connsiteY75" fmla="*/ 752299 h 1160647"/>
                <a:gd name="connsiteX76" fmla="*/ 547967 w 3032161"/>
                <a:gd name="connsiteY76" fmla="*/ 752299 h 1160647"/>
                <a:gd name="connsiteX77" fmla="*/ 553287 w 3032161"/>
                <a:gd name="connsiteY77" fmla="*/ 752299 h 1160647"/>
                <a:gd name="connsiteX78" fmla="*/ 553287 w 3032161"/>
                <a:gd name="connsiteY78" fmla="*/ 750137 h 1160647"/>
                <a:gd name="connsiteX79" fmla="*/ 553287 w 3032161"/>
                <a:gd name="connsiteY79" fmla="*/ 735005 h 1160647"/>
                <a:gd name="connsiteX80" fmla="*/ 554300 w 3032161"/>
                <a:gd name="connsiteY80" fmla="*/ 735005 h 1160647"/>
                <a:gd name="connsiteX81" fmla="*/ 561394 w 3032161"/>
                <a:gd name="connsiteY81" fmla="*/ 735005 h 1160647"/>
                <a:gd name="connsiteX82" fmla="*/ 561394 w 3032161"/>
                <a:gd name="connsiteY82" fmla="*/ 736086 h 1160647"/>
                <a:gd name="connsiteX83" fmla="*/ 561394 w 3032161"/>
                <a:gd name="connsiteY83" fmla="*/ 743652 h 1160647"/>
                <a:gd name="connsiteX84" fmla="*/ 566714 w 3032161"/>
                <a:gd name="connsiteY84" fmla="*/ 741659 h 1160647"/>
                <a:gd name="connsiteX85" fmla="*/ 567474 w 3032161"/>
                <a:gd name="connsiteY85" fmla="*/ 740679 h 1160647"/>
                <a:gd name="connsiteX86" fmla="*/ 567474 w 3032161"/>
                <a:gd name="connsiteY86" fmla="*/ 735005 h 1160647"/>
                <a:gd name="connsiteX87" fmla="*/ 605981 w 3032161"/>
                <a:gd name="connsiteY87" fmla="*/ 735005 h 1160647"/>
                <a:gd name="connsiteX88" fmla="*/ 605981 w 3032161"/>
                <a:gd name="connsiteY88" fmla="*/ 758784 h 1160647"/>
                <a:gd name="connsiteX89" fmla="*/ 608007 w 3032161"/>
                <a:gd name="connsiteY89" fmla="*/ 758784 h 1160647"/>
                <a:gd name="connsiteX90" fmla="*/ 622194 w 3032161"/>
                <a:gd name="connsiteY90" fmla="*/ 758784 h 1160647"/>
                <a:gd name="connsiteX91" fmla="*/ 622194 w 3032161"/>
                <a:gd name="connsiteY91" fmla="*/ 759865 h 1160647"/>
                <a:gd name="connsiteX92" fmla="*/ 622194 w 3032161"/>
                <a:gd name="connsiteY92" fmla="*/ 767431 h 1160647"/>
                <a:gd name="connsiteX93" fmla="*/ 623968 w 3032161"/>
                <a:gd name="connsiteY93" fmla="*/ 767431 h 1160647"/>
                <a:gd name="connsiteX94" fmla="*/ 636381 w 3032161"/>
                <a:gd name="connsiteY94" fmla="*/ 767431 h 1160647"/>
                <a:gd name="connsiteX95" fmla="*/ 636381 w 3032161"/>
                <a:gd name="connsiteY95" fmla="*/ 743652 h 1160647"/>
                <a:gd name="connsiteX96" fmla="*/ 637394 w 3032161"/>
                <a:gd name="connsiteY96" fmla="*/ 743652 h 1160647"/>
                <a:gd name="connsiteX97" fmla="*/ 644488 w 3032161"/>
                <a:gd name="connsiteY97" fmla="*/ 743652 h 1160647"/>
                <a:gd name="connsiteX98" fmla="*/ 644488 w 3032161"/>
                <a:gd name="connsiteY98" fmla="*/ 711225 h 1160647"/>
                <a:gd name="connsiteX99" fmla="*/ 645501 w 3032161"/>
                <a:gd name="connsiteY99" fmla="*/ 711225 h 1160647"/>
                <a:gd name="connsiteX100" fmla="*/ 652595 w 3032161"/>
                <a:gd name="connsiteY100" fmla="*/ 711225 h 1160647"/>
                <a:gd name="connsiteX101" fmla="*/ 652595 w 3032161"/>
                <a:gd name="connsiteY101" fmla="*/ 709334 h 1160647"/>
                <a:gd name="connsiteX102" fmla="*/ 652595 w 3032161"/>
                <a:gd name="connsiteY102" fmla="*/ 696093 h 1160647"/>
                <a:gd name="connsiteX103" fmla="*/ 651328 w 3032161"/>
                <a:gd name="connsiteY103" fmla="*/ 694471 h 1160647"/>
                <a:gd name="connsiteX104" fmla="*/ 656648 w 3032161"/>
                <a:gd name="connsiteY104" fmla="*/ 683122 h 1160647"/>
                <a:gd name="connsiteX105" fmla="*/ 664755 w 3032161"/>
                <a:gd name="connsiteY105" fmla="*/ 711225 h 1160647"/>
                <a:gd name="connsiteX106" fmla="*/ 665515 w 3032161"/>
                <a:gd name="connsiteY106" fmla="*/ 711225 h 1160647"/>
                <a:gd name="connsiteX107" fmla="*/ 670835 w 3032161"/>
                <a:gd name="connsiteY107" fmla="*/ 711225 h 1160647"/>
                <a:gd name="connsiteX108" fmla="*/ 670835 w 3032161"/>
                <a:gd name="connsiteY108" fmla="*/ 605298 h 1160647"/>
                <a:gd name="connsiteX109" fmla="*/ 672355 w 3032161"/>
                <a:gd name="connsiteY109" fmla="*/ 605298 h 1160647"/>
                <a:gd name="connsiteX110" fmla="*/ 682995 w 3032161"/>
                <a:gd name="connsiteY110" fmla="*/ 605298 h 1160647"/>
                <a:gd name="connsiteX111" fmla="*/ 682995 w 3032161"/>
                <a:gd name="connsiteY111" fmla="*/ 557739 h 1160647"/>
                <a:gd name="connsiteX112" fmla="*/ 709342 w 3032161"/>
                <a:gd name="connsiteY112" fmla="*/ 557739 h 1160647"/>
                <a:gd name="connsiteX113" fmla="*/ 709342 w 3032161"/>
                <a:gd name="connsiteY113" fmla="*/ 536121 h 1160647"/>
                <a:gd name="connsiteX114" fmla="*/ 743796 w 3032161"/>
                <a:gd name="connsiteY114" fmla="*/ 536121 h 1160647"/>
                <a:gd name="connsiteX115" fmla="*/ 743796 w 3032161"/>
                <a:gd name="connsiteY115" fmla="*/ 538553 h 1160647"/>
                <a:gd name="connsiteX116" fmla="*/ 743796 w 3032161"/>
                <a:gd name="connsiteY116" fmla="*/ 555577 h 1160647"/>
                <a:gd name="connsiteX117" fmla="*/ 746076 w 3032161"/>
                <a:gd name="connsiteY117" fmla="*/ 555577 h 1160647"/>
                <a:gd name="connsiteX118" fmla="*/ 762036 w 3032161"/>
                <a:gd name="connsiteY118" fmla="*/ 555577 h 1160647"/>
                <a:gd name="connsiteX119" fmla="*/ 762036 w 3032161"/>
                <a:gd name="connsiteY119" fmla="*/ 603136 h 1160647"/>
                <a:gd name="connsiteX120" fmla="*/ 763049 w 3032161"/>
                <a:gd name="connsiteY120" fmla="*/ 603136 h 1160647"/>
                <a:gd name="connsiteX121" fmla="*/ 770143 w 3032161"/>
                <a:gd name="connsiteY121" fmla="*/ 603136 h 1160647"/>
                <a:gd name="connsiteX122" fmla="*/ 784330 w 3032161"/>
                <a:gd name="connsiteY122" fmla="*/ 607460 h 1160647"/>
                <a:gd name="connsiteX123" fmla="*/ 784330 w 3032161"/>
                <a:gd name="connsiteY123" fmla="*/ 646372 h 1160647"/>
                <a:gd name="connsiteX124" fmla="*/ 785343 w 3032161"/>
                <a:gd name="connsiteY124" fmla="*/ 646372 h 1160647"/>
                <a:gd name="connsiteX125" fmla="*/ 792436 w 3032161"/>
                <a:gd name="connsiteY125" fmla="*/ 646372 h 1160647"/>
                <a:gd name="connsiteX126" fmla="*/ 792436 w 3032161"/>
                <a:gd name="connsiteY126" fmla="*/ 647993 h 1160647"/>
                <a:gd name="connsiteX127" fmla="*/ 792436 w 3032161"/>
                <a:gd name="connsiteY127" fmla="*/ 659342 h 1160647"/>
                <a:gd name="connsiteX128" fmla="*/ 794463 w 3032161"/>
                <a:gd name="connsiteY128" fmla="*/ 659342 h 1160647"/>
                <a:gd name="connsiteX129" fmla="*/ 808650 w 3032161"/>
                <a:gd name="connsiteY129" fmla="*/ 659342 h 1160647"/>
                <a:gd name="connsiteX130" fmla="*/ 814730 w 3032161"/>
                <a:gd name="connsiteY130" fmla="*/ 665828 h 1160647"/>
                <a:gd name="connsiteX131" fmla="*/ 814730 w 3032161"/>
                <a:gd name="connsiteY131" fmla="*/ 687446 h 1160647"/>
                <a:gd name="connsiteX132" fmla="*/ 817010 w 3032161"/>
                <a:gd name="connsiteY132" fmla="*/ 687446 h 1160647"/>
                <a:gd name="connsiteX133" fmla="*/ 832970 w 3032161"/>
                <a:gd name="connsiteY133" fmla="*/ 687446 h 1160647"/>
                <a:gd name="connsiteX134" fmla="*/ 832970 w 3032161"/>
                <a:gd name="connsiteY134" fmla="*/ 688526 h 1160647"/>
                <a:gd name="connsiteX135" fmla="*/ 832970 w 3032161"/>
                <a:gd name="connsiteY135" fmla="*/ 696093 h 1160647"/>
                <a:gd name="connsiteX136" fmla="*/ 834237 w 3032161"/>
                <a:gd name="connsiteY136" fmla="*/ 696093 h 1160647"/>
                <a:gd name="connsiteX137" fmla="*/ 843104 w 3032161"/>
                <a:gd name="connsiteY137" fmla="*/ 696093 h 1160647"/>
                <a:gd name="connsiteX138" fmla="*/ 843104 w 3032161"/>
                <a:gd name="connsiteY138" fmla="*/ 698254 h 1160647"/>
                <a:gd name="connsiteX139" fmla="*/ 843104 w 3032161"/>
                <a:gd name="connsiteY139" fmla="*/ 713387 h 1160647"/>
                <a:gd name="connsiteX140" fmla="*/ 847157 w 3032161"/>
                <a:gd name="connsiteY140" fmla="*/ 711495 h 1160647"/>
                <a:gd name="connsiteX141" fmla="*/ 847157 w 3032161"/>
                <a:gd name="connsiteY141" fmla="*/ 698254 h 1160647"/>
                <a:gd name="connsiteX142" fmla="*/ 848170 w 3032161"/>
                <a:gd name="connsiteY142" fmla="*/ 698254 h 1160647"/>
                <a:gd name="connsiteX143" fmla="*/ 855264 w 3032161"/>
                <a:gd name="connsiteY143" fmla="*/ 698254 h 1160647"/>
                <a:gd name="connsiteX144" fmla="*/ 855264 w 3032161"/>
                <a:gd name="connsiteY144" fmla="*/ 699876 h 1160647"/>
                <a:gd name="connsiteX145" fmla="*/ 855264 w 3032161"/>
                <a:gd name="connsiteY145" fmla="*/ 711225 h 1160647"/>
                <a:gd name="connsiteX146" fmla="*/ 856024 w 3032161"/>
                <a:gd name="connsiteY146" fmla="*/ 711225 h 1160647"/>
                <a:gd name="connsiteX147" fmla="*/ 861344 w 3032161"/>
                <a:gd name="connsiteY147" fmla="*/ 711225 h 1160647"/>
                <a:gd name="connsiteX148" fmla="*/ 909984 w 3032161"/>
                <a:gd name="connsiteY148" fmla="*/ 706902 h 1160647"/>
                <a:gd name="connsiteX149" fmla="*/ 909984 w 3032161"/>
                <a:gd name="connsiteY149" fmla="*/ 708253 h 1160647"/>
                <a:gd name="connsiteX150" fmla="*/ 909984 w 3032161"/>
                <a:gd name="connsiteY150" fmla="*/ 717710 h 1160647"/>
                <a:gd name="connsiteX151" fmla="*/ 910744 w 3032161"/>
                <a:gd name="connsiteY151" fmla="*/ 717710 h 1160647"/>
                <a:gd name="connsiteX152" fmla="*/ 916065 w 3032161"/>
                <a:gd name="connsiteY152" fmla="*/ 717710 h 1160647"/>
                <a:gd name="connsiteX153" fmla="*/ 916065 w 3032161"/>
                <a:gd name="connsiteY153" fmla="*/ 719872 h 1160647"/>
                <a:gd name="connsiteX154" fmla="*/ 916065 w 3032161"/>
                <a:gd name="connsiteY154" fmla="*/ 735005 h 1160647"/>
                <a:gd name="connsiteX155" fmla="*/ 918091 w 3032161"/>
                <a:gd name="connsiteY155" fmla="*/ 733654 h 1160647"/>
                <a:gd name="connsiteX156" fmla="*/ 932278 w 3032161"/>
                <a:gd name="connsiteY156" fmla="*/ 724196 h 1160647"/>
                <a:gd name="connsiteX157" fmla="*/ 938358 w 3032161"/>
                <a:gd name="connsiteY157" fmla="*/ 683122 h 1160647"/>
                <a:gd name="connsiteX158" fmla="*/ 939118 w 3032161"/>
                <a:gd name="connsiteY158" fmla="*/ 682852 h 1160647"/>
                <a:gd name="connsiteX159" fmla="*/ 944438 w 3032161"/>
                <a:gd name="connsiteY159" fmla="*/ 680960 h 1160647"/>
                <a:gd name="connsiteX160" fmla="*/ 946465 w 3032161"/>
                <a:gd name="connsiteY160" fmla="*/ 611783 h 1160647"/>
                <a:gd name="connsiteX161" fmla="*/ 948492 w 3032161"/>
                <a:gd name="connsiteY161" fmla="*/ 680960 h 1160647"/>
                <a:gd name="connsiteX162" fmla="*/ 949252 w 3032161"/>
                <a:gd name="connsiteY162" fmla="*/ 681230 h 1160647"/>
                <a:gd name="connsiteX163" fmla="*/ 954572 w 3032161"/>
                <a:gd name="connsiteY163" fmla="*/ 683122 h 1160647"/>
                <a:gd name="connsiteX164" fmla="*/ 954572 w 3032161"/>
                <a:gd name="connsiteY164" fmla="*/ 596651 h 1160647"/>
                <a:gd name="connsiteX165" fmla="*/ 958625 w 3032161"/>
                <a:gd name="connsiteY165" fmla="*/ 564224 h 1160647"/>
                <a:gd name="connsiteX166" fmla="*/ 997132 w 3032161"/>
                <a:gd name="connsiteY166" fmla="*/ 564224 h 1160647"/>
                <a:gd name="connsiteX167" fmla="*/ 997132 w 3032161"/>
                <a:gd name="connsiteY167" fmla="*/ 596651 h 1160647"/>
                <a:gd name="connsiteX168" fmla="*/ 997892 w 3032161"/>
                <a:gd name="connsiteY168" fmla="*/ 596651 h 1160647"/>
                <a:gd name="connsiteX169" fmla="*/ 1003212 w 3032161"/>
                <a:gd name="connsiteY169" fmla="*/ 596651 h 1160647"/>
                <a:gd name="connsiteX170" fmla="*/ 1003212 w 3032161"/>
                <a:gd name="connsiteY170" fmla="*/ 514503 h 1160647"/>
                <a:gd name="connsiteX171" fmla="*/ 1004986 w 3032161"/>
                <a:gd name="connsiteY171" fmla="*/ 514503 h 1160647"/>
                <a:gd name="connsiteX172" fmla="*/ 1017399 w 3032161"/>
                <a:gd name="connsiteY172" fmla="*/ 514503 h 1160647"/>
                <a:gd name="connsiteX173" fmla="*/ 1017399 w 3032161"/>
                <a:gd name="connsiteY173" fmla="*/ 512612 h 1160647"/>
                <a:gd name="connsiteX174" fmla="*/ 1017399 w 3032161"/>
                <a:gd name="connsiteY174" fmla="*/ 499371 h 1160647"/>
                <a:gd name="connsiteX175" fmla="*/ 1039693 w 3032161"/>
                <a:gd name="connsiteY175" fmla="*/ 499371 h 1160647"/>
                <a:gd name="connsiteX176" fmla="*/ 1039693 w 3032161"/>
                <a:gd name="connsiteY176" fmla="*/ 498290 h 1160647"/>
                <a:gd name="connsiteX177" fmla="*/ 1039693 w 3032161"/>
                <a:gd name="connsiteY177" fmla="*/ 490724 h 1160647"/>
                <a:gd name="connsiteX178" fmla="*/ 1041466 w 3032161"/>
                <a:gd name="connsiteY178" fmla="*/ 490724 h 1160647"/>
                <a:gd name="connsiteX179" fmla="*/ 1053880 w 3032161"/>
                <a:gd name="connsiteY179" fmla="*/ 490724 h 1160647"/>
                <a:gd name="connsiteX180" fmla="*/ 1053880 w 3032161"/>
                <a:gd name="connsiteY180" fmla="*/ 491805 h 1160647"/>
                <a:gd name="connsiteX181" fmla="*/ 1053880 w 3032161"/>
                <a:gd name="connsiteY181" fmla="*/ 499371 h 1160647"/>
                <a:gd name="connsiteX182" fmla="*/ 1054640 w 3032161"/>
                <a:gd name="connsiteY182" fmla="*/ 499371 h 1160647"/>
                <a:gd name="connsiteX183" fmla="*/ 1059960 w 3032161"/>
                <a:gd name="connsiteY183" fmla="*/ 499371 h 1160647"/>
                <a:gd name="connsiteX184" fmla="*/ 1070093 w 3032161"/>
                <a:gd name="connsiteY184" fmla="*/ 495047 h 1160647"/>
                <a:gd name="connsiteX185" fmla="*/ 1074146 w 3032161"/>
                <a:gd name="connsiteY185" fmla="*/ 498290 h 1160647"/>
                <a:gd name="connsiteX186" fmla="*/ 1074146 w 3032161"/>
                <a:gd name="connsiteY186" fmla="*/ 490724 h 1160647"/>
                <a:gd name="connsiteX187" fmla="*/ 1076426 w 3032161"/>
                <a:gd name="connsiteY187" fmla="*/ 490724 h 1160647"/>
                <a:gd name="connsiteX188" fmla="*/ 1092387 w 3032161"/>
                <a:gd name="connsiteY188" fmla="*/ 490724 h 1160647"/>
                <a:gd name="connsiteX189" fmla="*/ 1092387 w 3032161"/>
                <a:gd name="connsiteY189" fmla="*/ 491805 h 1160647"/>
                <a:gd name="connsiteX190" fmla="*/ 1092387 w 3032161"/>
                <a:gd name="connsiteY190" fmla="*/ 499371 h 1160647"/>
                <a:gd name="connsiteX191" fmla="*/ 1122787 w 3032161"/>
                <a:gd name="connsiteY191" fmla="*/ 499371 h 1160647"/>
                <a:gd name="connsiteX192" fmla="*/ 1122787 w 3032161"/>
                <a:gd name="connsiteY192" fmla="*/ 500992 h 1160647"/>
                <a:gd name="connsiteX193" fmla="*/ 1122787 w 3032161"/>
                <a:gd name="connsiteY193" fmla="*/ 512342 h 1160647"/>
                <a:gd name="connsiteX194" fmla="*/ 1149134 w 3032161"/>
                <a:gd name="connsiteY194" fmla="*/ 512342 h 1160647"/>
                <a:gd name="connsiteX195" fmla="*/ 1149134 w 3032161"/>
                <a:gd name="connsiteY195" fmla="*/ 542606 h 1160647"/>
                <a:gd name="connsiteX196" fmla="*/ 1149894 w 3032161"/>
                <a:gd name="connsiteY196" fmla="*/ 542606 h 1160647"/>
                <a:gd name="connsiteX197" fmla="*/ 1155214 w 3032161"/>
                <a:gd name="connsiteY197" fmla="*/ 542606 h 1160647"/>
                <a:gd name="connsiteX198" fmla="*/ 1155214 w 3032161"/>
                <a:gd name="connsiteY198" fmla="*/ 543687 h 1160647"/>
                <a:gd name="connsiteX199" fmla="*/ 1155214 w 3032161"/>
                <a:gd name="connsiteY199" fmla="*/ 551254 h 1160647"/>
                <a:gd name="connsiteX200" fmla="*/ 1159268 w 3032161"/>
                <a:gd name="connsiteY200" fmla="*/ 581518 h 1160647"/>
                <a:gd name="connsiteX201" fmla="*/ 1160028 w 3032161"/>
                <a:gd name="connsiteY201" fmla="*/ 581518 h 1160647"/>
                <a:gd name="connsiteX202" fmla="*/ 1165348 w 3032161"/>
                <a:gd name="connsiteY202" fmla="*/ 581518 h 1160647"/>
                <a:gd name="connsiteX203" fmla="*/ 1165348 w 3032161"/>
                <a:gd name="connsiteY203" fmla="*/ 582329 h 1160647"/>
                <a:gd name="connsiteX204" fmla="*/ 1165348 w 3032161"/>
                <a:gd name="connsiteY204" fmla="*/ 588004 h 1160647"/>
                <a:gd name="connsiteX205" fmla="*/ 1166361 w 3032161"/>
                <a:gd name="connsiteY205" fmla="*/ 588004 h 1160647"/>
                <a:gd name="connsiteX206" fmla="*/ 1173454 w 3032161"/>
                <a:gd name="connsiteY206" fmla="*/ 588004 h 1160647"/>
                <a:gd name="connsiteX207" fmla="*/ 1173454 w 3032161"/>
                <a:gd name="connsiteY207" fmla="*/ 618269 h 1160647"/>
                <a:gd name="connsiteX208" fmla="*/ 1175481 w 3032161"/>
                <a:gd name="connsiteY208" fmla="*/ 618269 h 1160647"/>
                <a:gd name="connsiteX209" fmla="*/ 1189668 w 3032161"/>
                <a:gd name="connsiteY209" fmla="*/ 618269 h 1160647"/>
                <a:gd name="connsiteX210" fmla="*/ 1189668 w 3032161"/>
                <a:gd name="connsiteY210" fmla="*/ 642048 h 1160647"/>
                <a:gd name="connsiteX211" fmla="*/ 1191695 w 3032161"/>
                <a:gd name="connsiteY211" fmla="*/ 643669 h 1160647"/>
                <a:gd name="connsiteX212" fmla="*/ 1191695 w 3032161"/>
                <a:gd name="connsiteY212" fmla="*/ 655019 h 1160647"/>
                <a:gd name="connsiteX213" fmla="*/ 1192455 w 3032161"/>
                <a:gd name="connsiteY213" fmla="*/ 655019 h 1160647"/>
                <a:gd name="connsiteX214" fmla="*/ 1197775 w 3032161"/>
                <a:gd name="connsiteY214" fmla="*/ 655019 h 1160647"/>
                <a:gd name="connsiteX215" fmla="*/ 1197775 w 3032161"/>
                <a:gd name="connsiteY215" fmla="*/ 678798 h 1160647"/>
                <a:gd name="connsiteX216" fmla="*/ 1199041 w 3032161"/>
                <a:gd name="connsiteY216" fmla="*/ 678798 h 1160647"/>
                <a:gd name="connsiteX217" fmla="*/ 1207908 w 3032161"/>
                <a:gd name="connsiteY217" fmla="*/ 678798 h 1160647"/>
                <a:gd name="connsiteX218" fmla="*/ 1209935 w 3032161"/>
                <a:gd name="connsiteY218" fmla="*/ 682852 h 1160647"/>
                <a:gd name="connsiteX219" fmla="*/ 1209935 w 3032161"/>
                <a:gd name="connsiteY219" fmla="*/ 696093 h 1160647"/>
                <a:gd name="connsiteX220" fmla="*/ 1211455 w 3032161"/>
                <a:gd name="connsiteY220" fmla="*/ 694201 h 1160647"/>
                <a:gd name="connsiteX221" fmla="*/ 1222095 w 3032161"/>
                <a:gd name="connsiteY221" fmla="*/ 680960 h 1160647"/>
                <a:gd name="connsiteX222" fmla="*/ 1250469 w 3032161"/>
                <a:gd name="connsiteY222" fmla="*/ 680960 h 1160647"/>
                <a:gd name="connsiteX223" fmla="*/ 1250469 w 3032161"/>
                <a:gd name="connsiteY223" fmla="*/ 767431 h 1160647"/>
                <a:gd name="connsiteX224" fmla="*/ 1251229 w 3032161"/>
                <a:gd name="connsiteY224" fmla="*/ 767431 h 1160647"/>
                <a:gd name="connsiteX225" fmla="*/ 1256549 w 3032161"/>
                <a:gd name="connsiteY225" fmla="*/ 767431 h 1160647"/>
                <a:gd name="connsiteX226" fmla="*/ 1257309 w 3032161"/>
                <a:gd name="connsiteY226" fmla="*/ 766080 h 1160647"/>
                <a:gd name="connsiteX227" fmla="*/ 1262629 w 3032161"/>
                <a:gd name="connsiteY227" fmla="*/ 756622 h 1160647"/>
                <a:gd name="connsiteX228" fmla="*/ 1262629 w 3032161"/>
                <a:gd name="connsiteY228" fmla="*/ 758514 h 1160647"/>
                <a:gd name="connsiteX229" fmla="*/ 1262629 w 3032161"/>
                <a:gd name="connsiteY229" fmla="*/ 771755 h 1160647"/>
                <a:gd name="connsiteX230" fmla="*/ 1266682 w 3032161"/>
                <a:gd name="connsiteY230" fmla="*/ 726358 h 1160647"/>
                <a:gd name="connsiteX231" fmla="*/ 1267442 w 3032161"/>
                <a:gd name="connsiteY231" fmla="*/ 726358 h 1160647"/>
                <a:gd name="connsiteX232" fmla="*/ 1272762 w 3032161"/>
                <a:gd name="connsiteY232" fmla="*/ 726358 h 1160647"/>
                <a:gd name="connsiteX233" fmla="*/ 1272762 w 3032161"/>
                <a:gd name="connsiteY233" fmla="*/ 661504 h 1160647"/>
                <a:gd name="connsiteX234" fmla="*/ 1273776 w 3032161"/>
                <a:gd name="connsiteY234" fmla="*/ 661504 h 1160647"/>
                <a:gd name="connsiteX235" fmla="*/ 1280869 w 3032161"/>
                <a:gd name="connsiteY235" fmla="*/ 661504 h 1160647"/>
                <a:gd name="connsiteX236" fmla="*/ 1293029 w 3032161"/>
                <a:gd name="connsiteY236" fmla="*/ 618269 h 1160647"/>
                <a:gd name="connsiteX237" fmla="*/ 1294296 w 3032161"/>
                <a:gd name="connsiteY237" fmla="*/ 618269 h 1160647"/>
                <a:gd name="connsiteX238" fmla="*/ 1303163 w 3032161"/>
                <a:gd name="connsiteY238" fmla="*/ 618269 h 1160647"/>
                <a:gd name="connsiteX239" fmla="*/ 1313296 w 3032161"/>
                <a:gd name="connsiteY239" fmla="*/ 661504 h 1160647"/>
                <a:gd name="connsiteX240" fmla="*/ 1314309 w 3032161"/>
                <a:gd name="connsiteY240" fmla="*/ 661504 h 1160647"/>
                <a:gd name="connsiteX241" fmla="*/ 1321403 w 3032161"/>
                <a:gd name="connsiteY241" fmla="*/ 661504 h 1160647"/>
                <a:gd name="connsiteX242" fmla="*/ 1321403 w 3032161"/>
                <a:gd name="connsiteY242" fmla="*/ 700416 h 1160647"/>
                <a:gd name="connsiteX243" fmla="*/ 1323176 w 3032161"/>
                <a:gd name="connsiteY243" fmla="*/ 700416 h 1160647"/>
                <a:gd name="connsiteX244" fmla="*/ 1335590 w 3032161"/>
                <a:gd name="connsiteY244" fmla="*/ 700416 h 1160647"/>
                <a:gd name="connsiteX245" fmla="*/ 1335590 w 3032161"/>
                <a:gd name="connsiteY245" fmla="*/ 702578 h 1160647"/>
                <a:gd name="connsiteX246" fmla="*/ 1335590 w 3032161"/>
                <a:gd name="connsiteY246" fmla="*/ 717710 h 1160647"/>
                <a:gd name="connsiteX247" fmla="*/ 1339643 w 3032161"/>
                <a:gd name="connsiteY247" fmla="*/ 715549 h 1160647"/>
                <a:gd name="connsiteX248" fmla="*/ 1339643 w 3032161"/>
                <a:gd name="connsiteY248" fmla="*/ 700416 h 1160647"/>
                <a:gd name="connsiteX249" fmla="*/ 1341163 w 3032161"/>
                <a:gd name="connsiteY249" fmla="*/ 700416 h 1160647"/>
                <a:gd name="connsiteX250" fmla="*/ 1351803 w 3032161"/>
                <a:gd name="connsiteY250" fmla="*/ 700416 h 1160647"/>
                <a:gd name="connsiteX251" fmla="*/ 1351803 w 3032161"/>
                <a:gd name="connsiteY251" fmla="*/ 702037 h 1160647"/>
                <a:gd name="connsiteX252" fmla="*/ 1351803 w 3032161"/>
                <a:gd name="connsiteY252" fmla="*/ 713387 h 1160647"/>
                <a:gd name="connsiteX253" fmla="*/ 1382204 w 3032161"/>
                <a:gd name="connsiteY253" fmla="*/ 713387 h 1160647"/>
                <a:gd name="connsiteX254" fmla="*/ 1382204 w 3032161"/>
                <a:gd name="connsiteY254" fmla="*/ 676637 h 1160647"/>
                <a:gd name="connsiteX255" fmla="*/ 1383470 w 3032161"/>
                <a:gd name="connsiteY255" fmla="*/ 676637 h 1160647"/>
                <a:gd name="connsiteX256" fmla="*/ 1392337 w 3032161"/>
                <a:gd name="connsiteY256" fmla="*/ 676637 h 1160647"/>
                <a:gd name="connsiteX257" fmla="*/ 1392337 w 3032161"/>
                <a:gd name="connsiteY257" fmla="*/ 698254 h 1160647"/>
                <a:gd name="connsiteX258" fmla="*/ 1394364 w 3032161"/>
                <a:gd name="connsiteY258" fmla="*/ 665828 h 1160647"/>
                <a:gd name="connsiteX259" fmla="*/ 1416657 w 3032161"/>
                <a:gd name="connsiteY259" fmla="*/ 665828 h 1160647"/>
                <a:gd name="connsiteX260" fmla="*/ 1416657 w 3032161"/>
                <a:gd name="connsiteY260" fmla="*/ 664206 h 1160647"/>
                <a:gd name="connsiteX261" fmla="*/ 1416657 w 3032161"/>
                <a:gd name="connsiteY261" fmla="*/ 652857 h 1160647"/>
                <a:gd name="connsiteX262" fmla="*/ 1417417 w 3032161"/>
                <a:gd name="connsiteY262" fmla="*/ 652857 h 1160647"/>
                <a:gd name="connsiteX263" fmla="*/ 1422737 w 3032161"/>
                <a:gd name="connsiteY263" fmla="*/ 652857 h 1160647"/>
                <a:gd name="connsiteX264" fmla="*/ 1422737 w 3032161"/>
                <a:gd name="connsiteY264" fmla="*/ 650966 h 1160647"/>
                <a:gd name="connsiteX265" fmla="*/ 1422737 w 3032161"/>
                <a:gd name="connsiteY265" fmla="*/ 637725 h 1160647"/>
                <a:gd name="connsiteX266" fmla="*/ 1426791 w 3032161"/>
                <a:gd name="connsiteY266" fmla="*/ 644210 h 1160647"/>
                <a:gd name="connsiteX267" fmla="*/ 1429071 w 3032161"/>
                <a:gd name="connsiteY267" fmla="*/ 644210 h 1160647"/>
                <a:gd name="connsiteX268" fmla="*/ 1445031 w 3032161"/>
                <a:gd name="connsiteY268" fmla="*/ 644210 h 1160647"/>
                <a:gd name="connsiteX269" fmla="*/ 1445031 w 3032161"/>
                <a:gd name="connsiteY269" fmla="*/ 643399 h 1160647"/>
                <a:gd name="connsiteX270" fmla="*/ 1445031 w 3032161"/>
                <a:gd name="connsiteY270" fmla="*/ 637725 h 1160647"/>
                <a:gd name="connsiteX271" fmla="*/ 1445791 w 3032161"/>
                <a:gd name="connsiteY271" fmla="*/ 637725 h 1160647"/>
                <a:gd name="connsiteX272" fmla="*/ 1451111 w 3032161"/>
                <a:gd name="connsiteY272" fmla="*/ 637725 h 1160647"/>
                <a:gd name="connsiteX273" fmla="*/ 1451111 w 3032161"/>
                <a:gd name="connsiteY273" fmla="*/ 639076 h 1160647"/>
                <a:gd name="connsiteX274" fmla="*/ 1451111 w 3032161"/>
                <a:gd name="connsiteY274" fmla="*/ 648534 h 1160647"/>
                <a:gd name="connsiteX275" fmla="*/ 1489618 w 3032161"/>
                <a:gd name="connsiteY275" fmla="*/ 648534 h 1160647"/>
                <a:gd name="connsiteX276" fmla="*/ 1489618 w 3032161"/>
                <a:gd name="connsiteY276" fmla="*/ 786887 h 1160647"/>
                <a:gd name="connsiteX277" fmla="*/ 1491138 w 3032161"/>
                <a:gd name="connsiteY277" fmla="*/ 786887 h 1160647"/>
                <a:gd name="connsiteX278" fmla="*/ 1501778 w 3032161"/>
                <a:gd name="connsiteY278" fmla="*/ 786887 h 1160647"/>
                <a:gd name="connsiteX279" fmla="*/ 1501778 w 3032161"/>
                <a:gd name="connsiteY279" fmla="*/ 773917 h 1160647"/>
                <a:gd name="connsiteX280" fmla="*/ 1505832 w 3032161"/>
                <a:gd name="connsiteY280" fmla="*/ 773917 h 1160647"/>
                <a:gd name="connsiteX281" fmla="*/ 1505832 w 3032161"/>
                <a:gd name="connsiteY281" fmla="*/ 786887 h 1160647"/>
                <a:gd name="connsiteX282" fmla="*/ 1536232 w 3032161"/>
                <a:gd name="connsiteY282" fmla="*/ 786887 h 1160647"/>
                <a:gd name="connsiteX283" fmla="*/ 1536232 w 3032161"/>
                <a:gd name="connsiteY283" fmla="*/ 756622 h 1160647"/>
                <a:gd name="connsiteX284" fmla="*/ 1548392 w 3032161"/>
                <a:gd name="connsiteY284" fmla="*/ 756622 h 1160647"/>
                <a:gd name="connsiteX285" fmla="*/ 1560552 w 3032161"/>
                <a:gd name="connsiteY285" fmla="*/ 754461 h 1160647"/>
                <a:gd name="connsiteX286" fmla="*/ 1564606 w 3032161"/>
                <a:gd name="connsiteY286" fmla="*/ 756622 h 1160647"/>
                <a:gd name="connsiteX287" fmla="*/ 1574739 w 3032161"/>
                <a:gd name="connsiteY287" fmla="*/ 756622 h 1160647"/>
                <a:gd name="connsiteX288" fmla="*/ 1574739 w 3032161"/>
                <a:gd name="connsiteY288" fmla="*/ 786887 h 1160647"/>
                <a:gd name="connsiteX289" fmla="*/ 1582846 w 3032161"/>
                <a:gd name="connsiteY289" fmla="*/ 786887 h 1160647"/>
                <a:gd name="connsiteX290" fmla="*/ 1582846 w 3032161"/>
                <a:gd name="connsiteY290" fmla="*/ 804182 h 1160647"/>
                <a:gd name="connsiteX291" fmla="*/ 1592182 w 3032161"/>
                <a:gd name="connsiteY291" fmla="*/ 805087 h 1160647"/>
                <a:gd name="connsiteX292" fmla="*/ 1605140 w 3032161"/>
                <a:gd name="connsiteY292" fmla="*/ 805087 h 1160647"/>
                <a:gd name="connsiteX293" fmla="*/ 1605140 w 3032161"/>
                <a:gd name="connsiteY293" fmla="*/ 789049 h 1160647"/>
                <a:gd name="connsiteX294" fmla="*/ 1673096 w 3032161"/>
                <a:gd name="connsiteY294" fmla="*/ 789049 h 1160647"/>
                <a:gd name="connsiteX295" fmla="*/ 1673096 w 3032161"/>
                <a:gd name="connsiteY295" fmla="*/ 703796 h 1160647"/>
                <a:gd name="connsiteX296" fmla="*/ 1745104 w 3032161"/>
                <a:gd name="connsiteY296" fmla="*/ 703796 h 1160647"/>
                <a:gd name="connsiteX297" fmla="*/ 1745104 w 3032161"/>
                <a:gd name="connsiteY297" fmla="*/ 782564 h 1160647"/>
                <a:gd name="connsiteX298" fmla="*/ 1747008 w 3032161"/>
                <a:gd name="connsiteY298" fmla="*/ 782564 h 1160647"/>
                <a:gd name="connsiteX299" fmla="*/ 1748250 w 3032161"/>
                <a:gd name="connsiteY299" fmla="*/ 805087 h 1160647"/>
                <a:gd name="connsiteX300" fmla="*/ 1757926 w 3032161"/>
                <a:gd name="connsiteY300" fmla="*/ 805087 h 1160647"/>
                <a:gd name="connsiteX301" fmla="*/ 1759168 w 3032161"/>
                <a:gd name="connsiteY301" fmla="*/ 782564 h 1160647"/>
                <a:gd name="connsiteX302" fmla="*/ 1765248 w 3032161"/>
                <a:gd name="connsiteY302" fmla="*/ 782564 h 1160647"/>
                <a:gd name="connsiteX303" fmla="*/ 1766490 w 3032161"/>
                <a:gd name="connsiteY303" fmla="*/ 805087 h 1160647"/>
                <a:gd name="connsiteX304" fmla="*/ 1817112 w 3032161"/>
                <a:gd name="connsiteY304" fmla="*/ 805087 h 1160647"/>
                <a:gd name="connsiteX305" fmla="*/ 1817112 w 3032161"/>
                <a:gd name="connsiteY305" fmla="*/ 642059 h 1160647"/>
                <a:gd name="connsiteX306" fmla="*/ 2014439 w 3032161"/>
                <a:gd name="connsiteY306" fmla="*/ 642059 h 1160647"/>
                <a:gd name="connsiteX307" fmla="*/ 2014439 w 3032161"/>
                <a:gd name="connsiteY307" fmla="*/ 805087 h 1160647"/>
                <a:gd name="connsiteX308" fmla="*/ 2033136 w 3032161"/>
                <a:gd name="connsiteY308" fmla="*/ 805087 h 1160647"/>
                <a:gd name="connsiteX309" fmla="*/ 2033136 w 3032161"/>
                <a:gd name="connsiteY309" fmla="*/ 722394 h 1160647"/>
                <a:gd name="connsiteX310" fmla="*/ 2128256 w 3032161"/>
                <a:gd name="connsiteY310" fmla="*/ 722394 h 1160647"/>
                <a:gd name="connsiteX311" fmla="*/ 2140186 w 3032161"/>
                <a:gd name="connsiteY311" fmla="*/ 404253 h 1160647"/>
                <a:gd name="connsiteX312" fmla="*/ 2128026 w 3032161"/>
                <a:gd name="connsiteY312" fmla="*/ 382635 h 1160647"/>
                <a:gd name="connsiteX313" fmla="*/ 2121946 w 3032161"/>
                <a:gd name="connsiteY313" fmla="*/ 378311 h 1160647"/>
                <a:gd name="connsiteX314" fmla="*/ 2130053 w 3032161"/>
                <a:gd name="connsiteY314" fmla="*/ 354532 h 1160647"/>
                <a:gd name="connsiteX315" fmla="*/ 2130053 w 3032161"/>
                <a:gd name="connsiteY315" fmla="*/ 337238 h 1160647"/>
                <a:gd name="connsiteX316" fmla="*/ 2144240 w 3032161"/>
                <a:gd name="connsiteY316" fmla="*/ 337238 h 1160647"/>
                <a:gd name="connsiteX317" fmla="*/ 2144240 w 3032161"/>
                <a:gd name="connsiteY317" fmla="*/ 315620 h 1160647"/>
                <a:gd name="connsiteX318" fmla="*/ 2146266 w 3032161"/>
                <a:gd name="connsiteY318" fmla="*/ 311296 h 1160647"/>
                <a:gd name="connsiteX319" fmla="*/ 2146266 w 3032161"/>
                <a:gd name="connsiteY319" fmla="*/ 233472 h 1160647"/>
                <a:gd name="connsiteX320" fmla="*/ 2144240 w 3032161"/>
                <a:gd name="connsiteY320" fmla="*/ 226987 h 1160647"/>
                <a:gd name="connsiteX321" fmla="*/ 2150320 w 3032161"/>
                <a:gd name="connsiteY321" fmla="*/ 220501 h 1160647"/>
                <a:gd name="connsiteX322" fmla="*/ 2150320 w 3032161"/>
                <a:gd name="connsiteY322" fmla="*/ 162133 h 1160647"/>
                <a:gd name="connsiteX323" fmla="*/ 2152346 w 3032161"/>
                <a:gd name="connsiteY323" fmla="*/ 157810 h 1160647"/>
                <a:gd name="connsiteX324" fmla="*/ 2152346 w 3032161"/>
                <a:gd name="connsiteY324" fmla="*/ 101604 h 1160647"/>
                <a:gd name="connsiteX325" fmla="*/ 2154373 w 3032161"/>
                <a:gd name="connsiteY325" fmla="*/ 82148 h 1160647"/>
                <a:gd name="connsiteX326" fmla="*/ 2158427 w 3032161"/>
                <a:gd name="connsiteY326" fmla="*/ 99442 h 1160647"/>
                <a:gd name="connsiteX327" fmla="*/ 2160453 w 3032161"/>
                <a:gd name="connsiteY327" fmla="*/ 157810 h 1160647"/>
                <a:gd name="connsiteX328" fmla="*/ 2162480 w 3032161"/>
                <a:gd name="connsiteY328" fmla="*/ 220501 h 1160647"/>
                <a:gd name="connsiteX329" fmla="*/ 2168560 w 3032161"/>
                <a:gd name="connsiteY329" fmla="*/ 226987 h 1160647"/>
                <a:gd name="connsiteX330" fmla="*/ 2166533 w 3032161"/>
                <a:gd name="connsiteY330" fmla="*/ 233472 h 1160647"/>
                <a:gd name="connsiteX331" fmla="*/ 2166533 w 3032161"/>
                <a:gd name="connsiteY331" fmla="*/ 311296 h 1160647"/>
                <a:gd name="connsiteX332" fmla="*/ 2168560 w 3032161"/>
                <a:gd name="connsiteY332" fmla="*/ 315620 h 1160647"/>
                <a:gd name="connsiteX333" fmla="*/ 2168560 w 3032161"/>
                <a:gd name="connsiteY333" fmla="*/ 337238 h 1160647"/>
                <a:gd name="connsiteX334" fmla="*/ 2182747 w 3032161"/>
                <a:gd name="connsiteY334" fmla="*/ 337238 h 1160647"/>
                <a:gd name="connsiteX335" fmla="*/ 2182747 w 3032161"/>
                <a:gd name="connsiteY335" fmla="*/ 354532 h 1160647"/>
                <a:gd name="connsiteX336" fmla="*/ 2190854 w 3032161"/>
                <a:gd name="connsiteY336" fmla="*/ 378311 h 1160647"/>
                <a:gd name="connsiteX337" fmla="*/ 2184774 w 3032161"/>
                <a:gd name="connsiteY337" fmla="*/ 382635 h 1160647"/>
                <a:gd name="connsiteX338" fmla="*/ 2172613 w 3032161"/>
                <a:gd name="connsiteY338" fmla="*/ 404253 h 1160647"/>
                <a:gd name="connsiteX339" fmla="*/ 2180720 w 3032161"/>
                <a:gd name="connsiteY339" fmla="*/ 657181 h 1160647"/>
                <a:gd name="connsiteX340" fmla="*/ 2245574 w 3032161"/>
                <a:gd name="connsiteY340" fmla="*/ 657181 h 1160647"/>
                <a:gd name="connsiteX341" fmla="*/ 2245574 w 3032161"/>
                <a:gd name="connsiteY341" fmla="*/ 732843 h 1160647"/>
                <a:gd name="connsiteX342" fmla="*/ 2253681 w 3032161"/>
                <a:gd name="connsiteY342" fmla="*/ 732843 h 1160647"/>
                <a:gd name="connsiteX343" fmla="*/ 2255708 w 3032161"/>
                <a:gd name="connsiteY343" fmla="*/ 726358 h 1160647"/>
                <a:gd name="connsiteX344" fmla="*/ 2261788 w 3032161"/>
                <a:gd name="connsiteY344" fmla="*/ 726358 h 1160647"/>
                <a:gd name="connsiteX345" fmla="*/ 2263815 w 3032161"/>
                <a:gd name="connsiteY345" fmla="*/ 735005 h 1160647"/>
                <a:gd name="connsiteX346" fmla="*/ 2275975 w 3032161"/>
                <a:gd name="connsiteY346" fmla="*/ 735005 h 1160647"/>
                <a:gd name="connsiteX347" fmla="*/ 2275975 w 3032161"/>
                <a:gd name="connsiteY347" fmla="*/ 728519 h 1160647"/>
                <a:gd name="connsiteX348" fmla="*/ 2298268 w 3032161"/>
                <a:gd name="connsiteY348" fmla="*/ 728519 h 1160647"/>
                <a:gd name="connsiteX349" fmla="*/ 2298268 w 3032161"/>
                <a:gd name="connsiteY349" fmla="*/ 735005 h 1160647"/>
                <a:gd name="connsiteX350" fmla="*/ 2318535 w 3032161"/>
                <a:gd name="connsiteY350" fmla="*/ 735005 h 1160647"/>
                <a:gd name="connsiteX351" fmla="*/ 2318535 w 3032161"/>
                <a:gd name="connsiteY351" fmla="*/ 780402 h 1160647"/>
                <a:gd name="connsiteX352" fmla="*/ 2332722 w 3032161"/>
                <a:gd name="connsiteY352" fmla="*/ 780402 h 1160647"/>
                <a:gd name="connsiteX353" fmla="*/ 2332722 w 3032161"/>
                <a:gd name="connsiteY353" fmla="*/ 767431 h 1160647"/>
                <a:gd name="connsiteX354" fmla="*/ 2348936 w 3032161"/>
                <a:gd name="connsiteY354" fmla="*/ 767431 h 1160647"/>
                <a:gd name="connsiteX355" fmla="*/ 2348936 w 3032161"/>
                <a:gd name="connsiteY355" fmla="*/ 588004 h 1160647"/>
                <a:gd name="connsiteX356" fmla="*/ 2355016 w 3032161"/>
                <a:gd name="connsiteY356" fmla="*/ 581518 h 1160647"/>
                <a:gd name="connsiteX357" fmla="*/ 2427977 w 3032161"/>
                <a:gd name="connsiteY357" fmla="*/ 581518 h 1160647"/>
                <a:gd name="connsiteX358" fmla="*/ 2427977 w 3032161"/>
                <a:gd name="connsiteY358" fmla="*/ 590166 h 1160647"/>
                <a:gd name="connsiteX359" fmla="*/ 2438110 w 3032161"/>
                <a:gd name="connsiteY359" fmla="*/ 590166 h 1160647"/>
                <a:gd name="connsiteX360" fmla="*/ 2438110 w 3032161"/>
                <a:gd name="connsiteY360" fmla="*/ 704740 h 1160647"/>
                <a:gd name="connsiteX361" fmla="*/ 2460404 w 3032161"/>
                <a:gd name="connsiteY361" fmla="*/ 704740 h 1160647"/>
                <a:gd name="connsiteX362" fmla="*/ 2460404 w 3032161"/>
                <a:gd name="connsiteY362" fmla="*/ 637725 h 1160647"/>
                <a:gd name="connsiteX363" fmla="*/ 2486751 w 3032161"/>
                <a:gd name="connsiteY363" fmla="*/ 637725 h 1160647"/>
                <a:gd name="connsiteX364" fmla="*/ 2490804 w 3032161"/>
                <a:gd name="connsiteY364" fmla="*/ 633401 h 1160647"/>
                <a:gd name="connsiteX365" fmla="*/ 2498911 w 3032161"/>
                <a:gd name="connsiteY365" fmla="*/ 633401 h 1160647"/>
                <a:gd name="connsiteX366" fmla="*/ 2502964 w 3032161"/>
                <a:gd name="connsiteY366" fmla="*/ 637725 h 1160647"/>
                <a:gd name="connsiteX367" fmla="*/ 2525258 w 3032161"/>
                <a:gd name="connsiteY367" fmla="*/ 637725 h 1160647"/>
                <a:gd name="connsiteX368" fmla="*/ 2525258 w 3032161"/>
                <a:gd name="connsiteY368" fmla="*/ 520989 h 1160647"/>
                <a:gd name="connsiteX369" fmla="*/ 2582005 w 3032161"/>
                <a:gd name="connsiteY369" fmla="*/ 510180 h 1160647"/>
                <a:gd name="connsiteX370" fmla="*/ 2582005 w 3032161"/>
                <a:gd name="connsiteY370" fmla="*/ 511261 h 1160647"/>
                <a:gd name="connsiteX371" fmla="*/ 2582005 w 3032161"/>
                <a:gd name="connsiteY371" fmla="*/ 518827 h 1160647"/>
                <a:gd name="connsiteX372" fmla="*/ 2608352 w 3032161"/>
                <a:gd name="connsiteY372" fmla="*/ 518827 h 1160647"/>
                <a:gd name="connsiteX373" fmla="*/ 2608352 w 3032161"/>
                <a:gd name="connsiteY373" fmla="*/ 773917 h 1160647"/>
                <a:gd name="connsiteX374" fmla="*/ 2630646 w 3032161"/>
                <a:gd name="connsiteY374" fmla="*/ 773917 h 1160647"/>
                <a:gd name="connsiteX375" fmla="*/ 2630646 w 3032161"/>
                <a:gd name="connsiteY375" fmla="*/ 769593 h 1160647"/>
                <a:gd name="connsiteX376" fmla="*/ 2642806 w 3032161"/>
                <a:gd name="connsiteY376" fmla="*/ 769593 h 1160647"/>
                <a:gd name="connsiteX377" fmla="*/ 2642806 w 3032161"/>
                <a:gd name="connsiteY377" fmla="*/ 773917 h 1160647"/>
                <a:gd name="connsiteX378" fmla="*/ 2667126 w 3032161"/>
                <a:gd name="connsiteY378" fmla="*/ 773917 h 1160647"/>
                <a:gd name="connsiteX379" fmla="*/ 2667126 w 3032161"/>
                <a:gd name="connsiteY379" fmla="*/ 760946 h 1160647"/>
                <a:gd name="connsiteX380" fmla="*/ 2695500 w 3032161"/>
                <a:gd name="connsiteY380" fmla="*/ 760946 h 1160647"/>
                <a:gd name="connsiteX381" fmla="*/ 2707660 w 3032161"/>
                <a:gd name="connsiteY381" fmla="*/ 756622 h 1160647"/>
                <a:gd name="connsiteX382" fmla="*/ 2727927 w 3032161"/>
                <a:gd name="connsiteY382" fmla="*/ 760946 h 1160647"/>
                <a:gd name="connsiteX383" fmla="*/ 2727927 w 3032161"/>
                <a:gd name="connsiteY383" fmla="*/ 743652 h 1160647"/>
                <a:gd name="connsiteX384" fmla="*/ 2736034 w 3032161"/>
                <a:gd name="connsiteY384" fmla="*/ 743652 h 1160647"/>
                <a:gd name="connsiteX385" fmla="*/ 2736034 w 3032161"/>
                <a:gd name="connsiteY385" fmla="*/ 730681 h 1160647"/>
                <a:gd name="connsiteX386" fmla="*/ 2792781 w 3032161"/>
                <a:gd name="connsiteY386" fmla="*/ 730681 h 1160647"/>
                <a:gd name="connsiteX387" fmla="*/ 2792781 w 3032161"/>
                <a:gd name="connsiteY387" fmla="*/ 700416 h 1160647"/>
                <a:gd name="connsiteX388" fmla="*/ 2811021 w 3032161"/>
                <a:gd name="connsiteY388" fmla="*/ 700416 h 1160647"/>
                <a:gd name="connsiteX389" fmla="*/ 2811021 w 3032161"/>
                <a:gd name="connsiteY389" fmla="*/ 693931 h 1160647"/>
                <a:gd name="connsiteX390" fmla="*/ 2823181 w 3032161"/>
                <a:gd name="connsiteY390" fmla="*/ 693931 h 1160647"/>
                <a:gd name="connsiteX391" fmla="*/ 2823181 w 3032161"/>
                <a:gd name="connsiteY391" fmla="*/ 700416 h 1160647"/>
                <a:gd name="connsiteX392" fmla="*/ 2839395 w 3032161"/>
                <a:gd name="connsiteY392" fmla="*/ 700416 h 1160647"/>
                <a:gd name="connsiteX393" fmla="*/ 2839395 w 3032161"/>
                <a:gd name="connsiteY393" fmla="*/ 750137 h 1160647"/>
                <a:gd name="connsiteX394" fmla="*/ 2871822 w 3032161"/>
                <a:gd name="connsiteY394" fmla="*/ 750137 h 1160647"/>
                <a:gd name="connsiteX395" fmla="*/ 2871822 w 3032161"/>
                <a:gd name="connsiteY395" fmla="*/ 724196 h 1160647"/>
                <a:gd name="connsiteX396" fmla="*/ 2910329 w 3032161"/>
                <a:gd name="connsiteY396" fmla="*/ 724196 h 1160647"/>
                <a:gd name="connsiteX397" fmla="*/ 2910329 w 3032161"/>
                <a:gd name="connsiteY397" fmla="*/ 693931 h 1160647"/>
                <a:gd name="connsiteX398" fmla="*/ 2958970 w 3032161"/>
                <a:gd name="connsiteY398" fmla="*/ 693931 h 1160647"/>
                <a:gd name="connsiteX399" fmla="*/ 2958970 w 3032161"/>
                <a:gd name="connsiteY399" fmla="*/ 805087 h 1160647"/>
                <a:gd name="connsiteX400" fmla="*/ 2958970 w 3032161"/>
                <a:gd name="connsiteY400" fmla="*/ 818866 h 1160647"/>
                <a:gd name="connsiteX401" fmla="*/ 3031519 w 3032161"/>
                <a:gd name="connsiteY401" fmla="*/ 818866 h 1160647"/>
                <a:gd name="connsiteX402" fmla="*/ 3031520 w 3032161"/>
                <a:gd name="connsiteY402" fmla="*/ 1160647 h 1160647"/>
                <a:gd name="connsiteX403" fmla="*/ 2054 w 3032161"/>
                <a:gd name="connsiteY403" fmla="*/ 1158314 h 1160647"/>
                <a:gd name="connsiteX404" fmla="*/ 0 w 3032161"/>
                <a:gd name="connsiteY404" fmla="*/ 724196 h 1160647"/>
                <a:gd name="connsiteX405" fmla="*/ 20267 w 3032161"/>
                <a:gd name="connsiteY405" fmla="*/ 724196 h 1160647"/>
                <a:gd name="connsiteX406" fmla="*/ 20774 w 3032161"/>
                <a:gd name="connsiteY406" fmla="*/ 723115 h 1160647"/>
                <a:gd name="connsiteX407" fmla="*/ 24320 w 3032161"/>
                <a:gd name="connsiteY407" fmla="*/ 715549 h 1160647"/>
                <a:gd name="connsiteX408" fmla="*/ 26094 w 3032161"/>
                <a:gd name="connsiteY408" fmla="*/ 715819 h 1160647"/>
                <a:gd name="connsiteX409" fmla="*/ 38507 w 3032161"/>
                <a:gd name="connsiteY409" fmla="*/ 717710 h 1160647"/>
                <a:gd name="connsiteX410" fmla="*/ 39014 w 3032161"/>
                <a:gd name="connsiteY410" fmla="*/ 719062 h 1160647"/>
                <a:gd name="connsiteX411" fmla="*/ 42560 w 3032161"/>
                <a:gd name="connsiteY411" fmla="*/ 728519 h 1160647"/>
                <a:gd name="connsiteX412" fmla="*/ 68907 w 3032161"/>
                <a:gd name="connsiteY412" fmla="*/ 730681 h 1160647"/>
                <a:gd name="connsiteX413" fmla="*/ 68907 w 3032161"/>
                <a:gd name="connsiteY413" fmla="*/ 607460 h 1160647"/>
                <a:gd name="connsiteX414" fmla="*/ 70934 w 3032161"/>
                <a:gd name="connsiteY414" fmla="*/ 607460 h 1160647"/>
                <a:gd name="connsiteX415" fmla="*/ 85121 w 3032161"/>
                <a:gd name="connsiteY415" fmla="*/ 607460 h 1160647"/>
                <a:gd name="connsiteX416" fmla="*/ 85121 w 3032161"/>
                <a:gd name="connsiteY416" fmla="*/ 471268 h 1160647"/>
                <a:gd name="connsiteX417" fmla="*/ 86894 w 3032161"/>
                <a:gd name="connsiteY417" fmla="*/ 471268 h 1160647"/>
                <a:gd name="connsiteX418" fmla="*/ 99308 w 3032161"/>
                <a:gd name="connsiteY418" fmla="*/ 471268 h 1160647"/>
                <a:gd name="connsiteX419" fmla="*/ 99308 w 3032161"/>
                <a:gd name="connsiteY419" fmla="*/ 356694 h 1160647"/>
                <a:gd name="connsiteX420" fmla="*/ 103361 w 3032161"/>
                <a:gd name="connsiteY420" fmla="*/ 328590 h 1160647"/>
                <a:gd name="connsiteX421" fmla="*/ 105388 w 3032161"/>
                <a:gd name="connsiteY421" fmla="*/ 328590 h 1160647"/>
                <a:gd name="connsiteX422" fmla="*/ 119575 w 3032161"/>
                <a:gd name="connsiteY422" fmla="*/ 328590 h 1160647"/>
                <a:gd name="connsiteX423" fmla="*/ 156055 w 3032161"/>
                <a:gd name="connsiteY423" fmla="*/ 246443 h 1160647"/>
                <a:gd name="connsiteX424" fmla="*/ 160109 w 3032161"/>
                <a:gd name="connsiteY424" fmla="*/ 0 h 11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Lst>
              <a:rect l="l" t="t" r="r" b="b"/>
              <a:pathLst>
                <a:path w="3032161" h="1160647">
                  <a:moveTo>
                    <a:pt x="160109" y="0"/>
                  </a:moveTo>
                  <a:cubicBezTo>
                    <a:pt x="160109" y="18"/>
                    <a:pt x="160125" y="2040"/>
                    <a:pt x="162135" y="246443"/>
                  </a:cubicBezTo>
                  <a:cubicBezTo>
                    <a:pt x="162147" y="246467"/>
                    <a:pt x="162792" y="247808"/>
                    <a:pt x="200642" y="326429"/>
                  </a:cubicBezTo>
                  <a:lnTo>
                    <a:pt x="202669" y="326429"/>
                  </a:lnTo>
                  <a:lnTo>
                    <a:pt x="216856" y="326429"/>
                  </a:lnTo>
                  <a:lnTo>
                    <a:pt x="216856" y="350208"/>
                  </a:lnTo>
                  <a:cubicBezTo>
                    <a:pt x="216858" y="350214"/>
                    <a:pt x="216896" y="350272"/>
                    <a:pt x="217363" y="351019"/>
                  </a:cubicBezTo>
                  <a:lnTo>
                    <a:pt x="220909" y="356694"/>
                  </a:lnTo>
                  <a:lnTo>
                    <a:pt x="220909" y="471268"/>
                  </a:lnTo>
                  <a:lnTo>
                    <a:pt x="223189" y="471268"/>
                  </a:lnTo>
                  <a:lnTo>
                    <a:pt x="239150" y="471268"/>
                  </a:lnTo>
                  <a:lnTo>
                    <a:pt x="239150" y="611783"/>
                  </a:lnTo>
                  <a:cubicBezTo>
                    <a:pt x="239160" y="611782"/>
                    <a:pt x="239272" y="611761"/>
                    <a:pt x="240670" y="611513"/>
                  </a:cubicBezTo>
                  <a:lnTo>
                    <a:pt x="251310" y="609622"/>
                  </a:lnTo>
                  <a:cubicBezTo>
                    <a:pt x="251310" y="609644"/>
                    <a:pt x="251280" y="610978"/>
                    <a:pt x="249283" y="698254"/>
                  </a:cubicBezTo>
                  <a:cubicBezTo>
                    <a:pt x="249293" y="698256"/>
                    <a:pt x="249404" y="698276"/>
                    <a:pt x="250803" y="698525"/>
                  </a:cubicBezTo>
                  <a:lnTo>
                    <a:pt x="261443" y="700416"/>
                  </a:lnTo>
                  <a:cubicBezTo>
                    <a:pt x="261445" y="700423"/>
                    <a:pt x="261465" y="700487"/>
                    <a:pt x="261696" y="701227"/>
                  </a:cubicBezTo>
                  <a:lnTo>
                    <a:pt x="263470" y="706902"/>
                  </a:lnTo>
                  <a:cubicBezTo>
                    <a:pt x="263472" y="706893"/>
                    <a:pt x="263517" y="706750"/>
                    <a:pt x="264230" y="704470"/>
                  </a:cubicBezTo>
                  <a:lnTo>
                    <a:pt x="269550" y="687446"/>
                  </a:lnTo>
                  <a:lnTo>
                    <a:pt x="271323" y="687446"/>
                  </a:lnTo>
                  <a:lnTo>
                    <a:pt x="283737" y="687446"/>
                  </a:lnTo>
                  <a:lnTo>
                    <a:pt x="283737" y="719872"/>
                  </a:lnTo>
                  <a:cubicBezTo>
                    <a:pt x="283743" y="719877"/>
                    <a:pt x="283820" y="719917"/>
                    <a:pt x="284750" y="720413"/>
                  </a:cubicBezTo>
                  <a:lnTo>
                    <a:pt x="291844" y="724196"/>
                  </a:lnTo>
                  <a:lnTo>
                    <a:pt x="291844" y="725547"/>
                  </a:lnTo>
                  <a:lnTo>
                    <a:pt x="291844" y="735005"/>
                  </a:lnTo>
                  <a:lnTo>
                    <a:pt x="336431" y="735005"/>
                  </a:lnTo>
                  <a:lnTo>
                    <a:pt x="336431" y="736086"/>
                  </a:lnTo>
                  <a:lnTo>
                    <a:pt x="336431" y="743652"/>
                  </a:lnTo>
                  <a:lnTo>
                    <a:pt x="338457" y="743652"/>
                  </a:lnTo>
                  <a:lnTo>
                    <a:pt x="352644" y="743652"/>
                  </a:lnTo>
                  <a:lnTo>
                    <a:pt x="352644" y="713387"/>
                  </a:lnTo>
                  <a:lnTo>
                    <a:pt x="397231" y="713387"/>
                  </a:lnTo>
                  <a:lnTo>
                    <a:pt x="397231" y="712036"/>
                  </a:lnTo>
                  <a:lnTo>
                    <a:pt x="397231" y="702578"/>
                  </a:lnTo>
                  <a:lnTo>
                    <a:pt x="398245" y="702578"/>
                  </a:lnTo>
                  <a:lnTo>
                    <a:pt x="405338" y="702578"/>
                  </a:lnTo>
                  <a:lnTo>
                    <a:pt x="405338" y="700687"/>
                  </a:lnTo>
                  <a:lnTo>
                    <a:pt x="405338" y="687446"/>
                  </a:lnTo>
                  <a:lnTo>
                    <a:pt x="406098" y="687446"/>
                  </a:lnTo>
                  <a:lnTo>
                    <a:pt x="411418" y="687446"/>
                  </a:lnTo>
                  <a:lnTo>
                    <a:pt x="411418" y="686365"/>
                  </a:lnTo>
                  <a:lnTo>
                    <a:pt x="411418" y="678798"/>
                  </a:lnTo>
                  <a:lnTo>
                    <a:pt x="413445" y="678798"/>
                  </a:lnTo>
                  <a:lnTo>
                    <a:pt x="427632" y="678798"/>
                  </a:lnTo>
                  <a:lnTo>
                    <a:pt x="427632" y="679879"/>
                  </a:lnTo>
                  <a:lnTo>
                    <a:pt x="427632" y="687446"/>
                  </a:lnTo>
                  <a:lnTo>
                    <a:pt x="449925" y="687446"/>
                  </a:lnTo>
                  <a:lnTo>
                    <a:pt x="449925" y="685554"/>
                  </a:lnTo>
                  <a:lnTo>
                    <a:pt x="449925" y="672313"/>
                  </a:lnTo>
                  <a:lnTo>
                    <a:pt x="451699" y="672313"/>
                  </a:lnTo>
                  <a:lnTo>
                    <a:pt x="464112" y="672313"/>
                  </a:lnTo>
                  <a:lnTo>
                    <a:pt x="464112" y="696093"/>
                  </a:lnTo>
                  <a:lnTo>
                    <a:pt x="465126" y="696093"/>
                  </a:lnTo>
                  <a:lnTo>
                    <a:pt x="472219" y="696093"/>
                  </a:lnTo>
                  <a:lnTo>
                    <a:pt x="472219" y="695012"/>
                  </a:lnTo>
                  <a:lnTo>
                    <a:pt x="472219" y="687446"/>
                  </a:lnTo>
                  <a:lnTo>
                    <a:pt x="473992" y="687446"/>
                  </a:lnTo>
                  <a:lnTo>
                    <a:pt x="486406" y="687446"/>
                  </a:lnTo>
                  <a:lnTo>
                    <a:pt x="486406" y="713387"/>
                  </a:lnTo>
                  <a:lnTo>
                    <a:pt x="488433" y="713387"/>
                  </a:lnTo>
                  <a:lnTo>
                    <a:pt x="502619" y="713387"/>
                  </a:lnTo>
                  <a:lnTo>
                    <a:pt x="502619" y="715008"/>
                  </a:lnTo>
                  <a:lnTo>
                    <a:pt x="502619" y="726358"/>
                  </a:lnTo>
                  <a:lnTo>
                    <a:pt x="503379" y="726358"/>
                  </a:lnTo>
                  <a:lnTo>
                    <a:pt x="508700" y="726358"/>
                  </a:lnTo>
                  <a:lnTo>
                    <a:pt x="508700" y="725547"/>
                  </a:lnTo>
                  <a:lnTo>
                    <a:pt x="508700" y="719872"/>
                  </a:lnTo>
                  <a:lnTo>
                    <a:pt x="539100" y="719872"/>
                  </a:lnTo>
                  <a:lnTo>
                    <a:pt x="539100" y="743652"/>
                  </a:lnTo>
                  <a:lnTo>
                    <a:pt x="540113" y="743652"/>
                  </a:lnTo>
                  <a:lnTo>
                    <a:pt x="547207" y="743652"/>
                  </a:lnTo>
                  <a:lnTo>
                    <a:pt x="547207" y="744733"/>
                  </a:lnTo>
                  <a:lnTo>
                    <a:pt x="547207" y="752299"/>
                  </a:lnTo>
                  <a:lnTo>
                    <a:pt x="547967" y="752299"/>
                  </a:lnTo>
                  <a:lnTo>
                    <a:pt x="553287" y="752299"/>
                  </a:lnTo>
                  <a:lnTo>
                    <a:pt x="553287" y="750137"/>
                  </a:lnTo>
                  <a:lnTo>
                    <a:pt x="553287" y="735005"/>
                  </a:lnTo>
                  <a:lnTo>
                    <a:pt x="554300" y="735005"/>
                  </a:lnTo>
                  <a:lnTo>
                    <a:pt x="561394" y="735005"/>
                  </a:lnTo>
                  <a:lnTo>
                    <a:pt x="561394" y="736086"/>
                  </a:lnTo>
                  <a:lnTo>
                    <a:pt x="561394" y="743652"/>
                  </a:lnTo>
                  <a:lnTo>
                    <a:pt x="566714" y="741659"/>
                  </a:lnTo>
                  <a:cubicBezTo>
                    <a:pt x="567474" y="741287"/>
                    <a:pt x="567474" y="741085"/>
                    <a:pt x="567474" y="740679"/>
                  </a:cubicBezTo>
                  <a:lnTo>
                    <a:pt x="567474" y="735005"/>
                  </a:lnTo>
                  <a:lnTo>
                    <a:pt x="605981" y="735005"/>
                  </a:lnTo>
                  <a:lnTo>
                    <a:pt x="605981" y="758784"/>
                  </a:lnTo>
                  <a:lnTo>
                    <a:pt x="608007" y="758784"/>
                  </a:lnTo>
                  <a:lnTo>
                    <a:pt x="622194" y="758784"/>
                  </a:lnTo>
                  <a:lnTo>
                    <a:pt x="622194" y="759865"/>
                  </a:lnTo>
                  <a:lnTo>
                    <a:pt x="622194" y="767431"/>
                  </a:lnTo>
                  <a:lnTo>
                    <a:pt x="623968" y="767431"/>
                  </a:lnTo>
                  <a:lnTo>
                    <a:pt x="636381" y="767431"/>
                  </a:lnTo>
                  <a:lnTo>
                    <a:pt x="636381" y="743652"/>
                  </a:lnTo>
                  <a:lnTo>
                    <a:pt x="637394" y="743652"/>
                  </a:lnTo>
                  <a:lnTo>
                    <a:pt x="644488" y="743652"/>
                  </a:lnTo>
                  <a:lnTo>
                    <a:pt x="644488" y="711225"/>
                  </a:lnTo>
                  <a:lnTo>
                    <a:pt x="645501" y="711225"/>
                  </a:lnTo>
                  <a:lnTo>
                    <a:pt x="652595" y="711225"/>
                  </a:lnTo>
                  <a:lnTo>
                    <a:pt x="652595" y="709334"/>
                  </a:lnTo>
                  <a:lnTo>
                    <a:pt x="652595" y="696093"/>
                  </a:lnTo>
                  <a:cubicBezTo>
                    <a:pt x="650568" y="696093"/>
                    <a:pt x="650568" y="696093"/>
                    <a:pt x="651328" y="694471"/>
                  </a:cubicBezTo>
                  <a:lnTo>
                    <a:pt x="656648" y="683122"/>
                  </a:lnTo>
                  <a:cubicBezTo>
                    <a:pt x="656653" y="683139"/>
                    <a:pt x="656848" y="683813"/>
                    <a:pt x="664755" y="711225"/>
                  </a:cubicBezTo>
                  <a:lnTo>
                    <a:pt x="665515" y="711225"/>
                  </a:lnTo>
                  <a:lnTo>
                    <a:pt x="670835" y="711225"/>
                  </a:lnTo>
                  <a:lnTo>
                    <a:pt x="670835" y="605298"/>
                  </a:lnTo>
                  <a:lnTo>
                    <a:pt x="672355" y="605298"/>
                  </a:lnTo>
                  <a:lnTo>
                    <a:pt x="682995" y="605298"/>
                  </a:lnTo>
                  <a:lnTo>
                    <a:pt x="682995" y="557739"/>
                  </a:lnTo>
                  <a:lnTo>
                    <a:pt x="709342" y="557739"/>
                  </a:lnTo>
                  <a:lnTo>
                    <a:pt x="709342" y="536121"/>
                  </a:lnTo>
                  <a:lnTo>
                    <a:pt x="743796" y="536121"/>
                  </a:lnTo>
                  <a:lnTo>
                    <a:pt x="743796" y="538553"/>
                  </a:lnTo>
                  <a:lnTo>
                    <a:pt x="743796" y="555577"/>
                  </a:lnTo>
                  <a:lnTo>
                    <a:pt x="746076" y="555577"/>
                  </a:lnTo>
                  <a:lnTo>
                    <a:pt x="762036" y="555577"/>
                  </a:lnTo>
                  <a:lnTo>
                    <a:pt x="762036" y="603136"/>
                  </a:lnTo>
                  <a:lnTo>
                    <a:pt x="763049" y="603136"/>
                  </a:lnTo>
                  <a:lnTo>
                    <a:pt x="770143" y="603136"/>
                  </a:lnTo>
                  <a:lnTo>
                    <a:pt x="784330" y="607460"/>
                  </a:lnTo>
                  <a:lnTo>
                    <a:pt x="784330" y="646372"/>
                  </a:lnTo>
                  <a:lnTo>
                    <a:pt x="785343" y="646372"/>
                  </a:lnTo>
                  <a:lnTo>
                    <a:pt x="792436" y="646372"/>
                  </a:lnTo>
                  <a:lnTo>
                    <a:pt x="792436" y="647993"/>
                  </a:lnTo>
                  <a:lnTo>
                    <a:pt x="792436" y="659342"/>
                  </a:lnTo>
                  <a:lnTo>
                    <a:pt x="794463" y="659342"/>
                  </a:lnTo>
                  <a:lnTo>
                    <a:pt x="808650" y="659342"/>
                  </a:lnTo>
                  <a:lnTo>
                    <a:pt x="814730" y="665828"/>
                  </a:lnTo>
                  <a:lnTo>
                    <a:pt x="814730" y="687446"/>
                  </a:lnTo>
                  <a:lnTo>
                    <a:pt x="817010" y="687446"/>
                  </a:lnTo>
                  <a:lnTo>
                    <a:pt x="832970" y="687446"/>
                  </a:lnTo>
                  <a:lnTo>
                    <a:pt x="832970" y="688526"/>
                  </a:lnTo>
                  <a:lnTo>
                    <a:pt x="832970" y="696093"/>
                  </a:lnTo>
                  <a:lnTo>
                    <a:pt x="834237" y="696093"/>
                  </a:lnTo>
                  <a:lnTo>
                    <a:pt x="843104" y="696093"/>
                  </a:lnTo>
                  <a:lnTo>
                    <a:pt x="843104" y="698254"/>
                  </a:lnTo>
                  <a:lnTo>
                    <a:pt x="843104" y="713387"/>
                  </a:lnTo>
                  <a:cubicBezTo>
                    <a:pt x="847157" y="713387"/>
                    <a:pt x="847157" y="713387"/>
                    <a:pt x="847157" y="711495"/>
                  </a:cubicBezTo>
                  <a:lnTo>
                    <a:pt x="847157" y="698254"/>
                  </a:lnTo>
                  <a:lnTo>
                    <a:pt x="848170" y="698254"/>
                  </a:lnTo>
                  <a:lnTo>
                    <a:pt x="855264" y="698254"/>
                  </a:lnTo>
                  <a:lnTo>
                    <a:pt x="855264" y="699876"/>
                  </a:lnTo>
                  <a:lnTo>
                    <a:pt x="855264" y="711225"/>
                  </a:lnTo>
                  <a:lnTo>
                    <a:pt x="856024" y="711225"/>
                  </a:lnTo>
                  <a:lnTo>
                    <a:pt x="861344" y="711225"/>
                  </a:lnTo>
                  <a:cubicBezTo>
                    <a:pt x="861344" y="706902"/>
                    <a:pt x="861344" y="706902"/>
                    <a:pt x="909984" y="706902"/>
                  </a:cubicBezTo>
                  <a:lnTo>
                    <a:pt x="909984" y="708253"/>
                  </a:lnTo>
                  <a:lnTo>
                    <a:pt x="909984" y="717710"/>
                  </a:lnTo>
                  <a:lnTo>
                    <a:pt x="910744" y="717710"/>
                  </a:lnTo>
                  <a:lnTo>
                    <a:pt x="916065" y="717710"/>
                  </a:lnTo>
                  <a:lnTo>
                    <a:pt x="916065" y="719872"/>
                  </a:lnTo>
                  <a:lnTo>
                    <a:pt x="916065" y="735005"/>
                  </a:lnTo>
                  <a:cubicBezTo>
                    <a:pt x="916073" y="735001"/>
                    <a:pt x="916189" y="734923"/>
                    <a:pt x="918091" y="733654"/>
                  </a:cubicBezTo>
                  <a:lnTo>
                    <a:pt x="932278" y="724196"/>
                  </a:lnTo>
                  <a:cubicBezTo>
                    <a:pt x="932280" y="724177"/>
                    <a:pt x="932411" y="723302"/>
                    <a:pt x="938358" y="683122"/>
                  </a:cubicBezTo>
                  <a:cubicBezTo>
                    <a:pt x="938367" y="683120"/>
                    <a:pt x="938436" y="683094"/>
                    <a:pt x="939118" y="682852"/>
                  </a:cubicBezTo>
                  <a:lnTo>
                    <a:pt x="944438" y="680960"/>
                  </a:lnTo>
                  <a:cubicBezTo>
                    <a:pt x="944438" y="680944"/>
                    <a:pt x="944471" y="679883"/>
                    <a:pt x="946465" y="611783"/>
                  </a:cubicBezTo>
                  <a:cubicBezTo>
                    <a:pt x="946465" y="611801"/>
                    <a:pt x="946498" y="612892"/>
                    <a:pt x="948492" y="680960"/>
                  </a:cubicBezTo>
                  <a:cubicBezTo>
                    <a:pt x="948501" y="680963"/>
                    <a:pt x="948572" y="680988"/>
                    <a:pt x="949252" y="681230"/>
                  </a:cubicBezTo>
                  <a:lnTo>
                    <a:pt x="954572" y="683122"/>
                  </a:lnTo>
                  <a:lnTo>
                    <a:pt x="954572" y="596651"/>
                  </a:lnTo>
                  <a:cubicBezTo>
                    <a:pt x="958625" y="596651"/>
                    <a:pt x="958625" y="596651"/>
                    <a:pt x="958625" y="564224"/>
                  </a:cubicBezTo>
                  <a:lnTo>
                    <a:pt x="997132" y="564224"/>
                  </a:lnTo>
                  <a:lnTo>
                    <a:pt x="997132" y="596651"/>
                  </a:lnTo>
                  <a:lnTo>
                    <a:pt x="997892" y="596651"/>
                  </a:lnTo>
                  <a:lnTo>
                    <a:pt x="1003212" y="596651"/>
                  </a:lnTo>
                  <a:lnTo>
                    <a:pt x="1003212" y="514503"/>
                  </a:lnTo>
                  <a:lnTo>
                    <a:pt x="1004986" y="514503"/>
                  </a:lnTo>
                  <a:lnTo>
                    <a:pt x="1017399" y="514503"/>
                  </a:lnTo>
                  <a:lnTo>
                    <a:pt x="1017399" y="512612"/>
                  </a:lnTo>
                  <a:lnTo>
                    <a:pt x="1017399" y="499371"/>
                  </a:lnTo>
                  <a:lnTo>
                    <a:pt x="1039693" y="499371"/>
                  </a:lnTo>
                  <a:lnTo>
                    <a:pt x="1039693" y="498290"/>
                  </a:lnTo>
                  <a:lnTo>
                    <a:pt x="1039693" y="490724"/>
                  </a:lnTo>
                  <a:lnTo>
                    <a:pt x="1041466" y="490724"/>
                  </a:lnTo>
                  <a:lnTo>
                    <a:pt x="1053880" y="490724"/>
                  </a:lnTo>
                  <a:lnTo>
                    <a:pt x="1053880" y="491805"/>
                  </a:lnTo>
                  <a:lnTo>
                    <a:pt x="1053880" y="499371"/>
                  </a:lnTo>
                  <a:lnTo>
                    <a:pt x="1054640" y="499371"/>
                  </a:lnTo>
                  <a:lnTo>
                    <a:pt x="1059960" y="499371"/>
                  </a:lnTo>
                  <a:lnTo>
                    <a:pt x="1070093" y="495047"/>
                  </a:lnTo>
                  <a:lnTo>
                    <a:pt x="1074146" y="498290"/>
                  </a:lnTo>
                  <a:lnTo>
                    <a:pt x="1074146" y="490724"/>
                  </a:lnTo>
                  <a:lnTo>
                    <a:pt x="1076426" y="490724"/>
                  </a:lnTo>
                  <a:lnTo>
                    <a:pt x="1092387" y="490724"/>
                  </a:lnTo>
                  <a:lnTo>
                    <a:pt x="1092387" y="491805"/>
                  </a:lnTo>
                  <a:lnTo>
                    <a:pt x="1092387" y="499371"/>
                  </a:lnTo>
                  <a:lnTo>
                    <a:pt x="1122787" y="499371"/>
                  </a:lnTo>
                  <a:lnTo>
                    <a:pt x="1122787" y="500992"/>
                  </a:lnTo>
                  <a:lnTo>
                    <a:pt x="1122787" y="512342"/>
                  </a:lnTo>
                  <a:lnTo>
                    <a:pt x="1149134" y="512342"/>
                  </a:lnTo>
                  <a:lnTo>
                    <a:pt x="1149134" y="542606"/>
                  </a:lnTo>
                  <a:lnTo>
                    <a:pt x="1149894" y="542606"/>
                  </a:lnTo>
                  <a:lnTo>
                    <a:pt x="1155214" y="542606"/>
                  </a:lnTo>
                  <a:lnTo>
                    <a:pt x="1155214" y="543687"/>
                  </a:lnTo>
                  <a:lnTo>
                    <a:pt x="1155214" y="551254"/>
                  </a:lnTo>
                  <a:cubicBezTo>
                    <a:pt x="1159268" y="551254"/>
                    <a:pt x="1159268" y="551254"/>
                    <a:pt x="1159268" y="581518"/>
                  </a:cubicBezTo>
                  <a:lnTo>
                    <a:pt x="1160028" y="581518"/>
                  </a:lnTo>
                  <a:lnTo>
                    <a:pt x="1165348" y="581518"/>
                  </a:lnTo>
                  <a:lnTo>
                    <a:pt x="1165348" y="582329"/>
                  </a:lnTo>
                  <a:lnTo>
                    <a:pt x="1165348" y="588004"/>
                  </a:lnTo>
                  <a:lnTo>
                    <a:pt x="1166361" y="588004"/>
                  </a:lnTo>
                  <a:lnTo>
                    <a:pt x="1173454" y="588004"/>
                  </a:lnTo>
                  <a:lnTo>
                    <a:pt x="1173454" y="618269"/>
                  </a:lnTo>
                  <a:lnTo>
                    <a:pt x="1175481" y="618269"/>
                  </a:lnTo>
                  <a:lnTo>
                    <a:pt x="1189668" y="618269"/>
                  </a:lnTo>
                  <a:lnTo>
                    <a:pt x="1189668" y="642048"/>
                  </a:lnTo>
                  <a:cubicBezTo>
                    <a:pt x="1191695" y="642048"/>
                    <a:pt x="1191695" y="642048"/>
                    <a:pt x="1191695" y="643669"/>
                  </a:cubicBezTo>
                  <a:lnTo>
                    <a:pt x="1191695" y="655019"/>
                  </a:lnTo>
                  <a:lnTo>
                    <a:pt x="1192455" y="655019"/>
                  </a:lnTo>
                  <a:lnTo>
                    <a:pt x="1197775" y="655019"/>
                  </a:lnTo>
                  <a:lnTo>
                    <a:pt x="1197775" y="678798"/>
                  </a:lnTo>
                  <a:lnTo>
                    <a:pt x="1199041" y="678798"/>
                  </a:lnTo>
                  <a:lnTo>
                    <a:pt x="1207908" y="678798"/>
                  </a:lnTo>
                  <a:cubicBezTo>
                    <a:pt x="1209935" y="680960"/>
                    <a:pt x="1209935" y="680960"/>
                    <a:pt x="1209935" y="682852"/>
                  </a:cubicBezTo>
                  <a:lnTo>
                    <a:pt x="1209935" y="696093"/>
                  </a:lnTo>
                  <a:cubicBezTo>
                    <a:pt x="1209940" y="696086"/>
                    <a:pt x="1210027" y="695979"/>
                    <a:pt x="1211455" y="694201"/>
                  </a:cubicBezTo>
                  <a:lnTo>
                    <a:pt x="1222095" y="680960"/>
                  </a:lnTo>
                  <a:lnTo>
                    <a:pt x="1250469" y="680960"/>
                  </a:lnTo>
                  <a:lnTo>
                    <a:pt x="1250469" y="767431"/>
                  </a:lnTo>
                  <a:lnTo>
                    <a:pt x="1251229" y="767431"/>
                  </a:lnTo>
                  <a:lnTo>
                    <a:pt x="1256549" y="767431"/>
                  </a:lnTo>
                  <a:cubicBezTo>
                    <a:pt x="1256553" y="767423"/>
                    <a:pt x="1256612" y="767323"/>
                    <a:pt x="1257309" y="766080"/>
                  </a:cubicBezTo>
                  <a:lnTo>
                    <a:pt x="1262629" y="756622"/>
                  </a:lnTo>
                  <a:lnTo>
                    <a:pt x="1262629" y="758514"/>
                  </a:lnTo>
                  <a:lnTo>
                    <a:pt x="1262629" y="771755"/>
                  </a:lnTo>
                  <a:cubicBezTo>
                    <a:pt x="1266682" y="771755"/>
                    <a:pt x="1266682" y="771755"/>
                    <a:pt x="1266682" y="726358"/>
                  </a:cubicBezTo>
                  <a:lnTo>
                    <a:pt x="1267442" y="726358"/>
                  </a:lnTo>
                  <a:lnTo>
                    <a:pt x="1272762" y="726358"/>
                  </a:lnTo>
                  <a:lnTo>
                    <a:pt x="1272762" y="661504"/>
                  </a:lnTo>
                  <a:lnTo>
                    <a:pt x="1273776" y="661504"/>
                  </a:lnTo>
                  <a:lnTo>
                    <a:pt x="1280869" y="661504"/>
                  </a:lnTo>
                  <a:cubicBezTo>
                    <a:pt x="1280875" y="661483"/>
                    <a:pt x="1281139" y="660543"/>
                    <a:pt x="1293029" y="618269"/>
                  </a:cubicBezTo>
                  <a:lnTo>
                    <a:pt x="1294296" y="618269"/>
                  </a:lnTo>
                  <a:lnTo>
                    <a:pt x="1303163" y="618269"/>
                  </a:lnTo>
                  <a:cubicBezTo>
                    <a:pt x="1303168" y="618292"/>
                    <a:pt x="1303394" y="619258"/>
                    <a:pt x="1313296" y="661504"/>
                  </a:cubicBezTo>
                  <a:lnTo>
                    <a:pt x="1314309" y="661504"/>
                  </a:lnTo>
                  <a:lnTo>
                    <a:pt x="1321403" y="661504"/>
                  </a:lnTo>
                  <a:lnTo>
                    <a:pt x="1321403" y="700416"/>
                  </a:lnTo>
                  <a:lnTo>
                    <a:pt x="1323176" y="700416"/>
                  </a:lnTo>
                  <a:lnTo>
                    <a:pt x="1335590" y="700416"/>
                  </a:lnTo>
                  <a:lnTo>
                    <a:pt x="1335590" y="702578"/>
                  </a:lnTo>
                  <a:lnTo>
                    <a:pt x="1335590" y="717710"/>
                  </a:lnTo>
                  <a:cubicBezTo>
                    <a:pt x="1339643" y="717710"/>
                    <a:pt x="1339643" y="717710"/>
                    <a:pt x="1339643" y="715549"/>
                  </a:cubicBezTo>
                  <a:lnTo>
                    <a:pt x="1339643" y="700416"/>
                  </a:lnTo>
                  <a:lnTo>
                    <a:pt x="1341163" y="700416"/>
                  </a:lnTo>
                  <a:lnTo>
                    <a:pt x="1351803" y="700416"/>
                  </a:lnTo>
                  <a:lnTo>
                    <a:pt x="1351803" y="702037"/>
                  </a:lnTo>
                  <a:lnTo>
                    <a:pt x="1351803" y="713387"/>
                  </a:lnTo>
                  <a:lnTo>
                    <a:pt x="1382204" y="713387"/>
                  </a:lnTo>
                  <a:lnTo>
                    <a:pt x="1382204" y="676637"/>
                  </a:lnTo>
                  <a:lnTo>
                    <a:pt x="1383470" y="676637"/>
                  </a:lnTo>
                  <a:lnTo>
                    <a:pt x="1392337" y="676637"/>
                  </a:lnTo>
                  <a:lnTo>
                    <a:pt x="1392337" y="698254"/>
                  </a:lnTo>
                  <a:cubicBezTo>
                    <a:pt x="1394364" y="698254"/>
                    <a:pt x="1394364" y="698254"/>
                    <a:pt x="1394364" y="665828"/>
                  </a:cubicBezTo>
                  <a:lnTo>
                    <a:pt x="1416657" y="665828"/>
                  </a:lnTo>
                  <a:lnTo>
                    <a:pt x="1416657" y="664206"/>
                  </a:lnTo>
                  <a:lnTo>
                    <a:pt x="1416657" y="652857"/>
                  </a:lnTo>
                  <a:lnTo>
                    <a:pt x="1417417" y="652857"/>
                  </a:lnTo>
                  <a:lnTo>
                    <a:pt x="1422737" y="652857"/>
                  </a:lnTo>
                  <a:lnTo>
                    <a:pt x="1422737" y="650966"/>
                  </a:lnTo>
                  <a:lnTo>
                    <a:pt x="1422737" y="637725"/>
                  </a:lnTo>
                  <a:lnTo>
                    <a:pt x="1426791" y="644210"/>
                  </a:lnTo>
                  <a:lnTo>
                    <a:pt x="1429071" y="644210"/>
                  </a:lnTo>
                  <a:lnTo>
                    <a:pt x="1445031" y="644210"/>
                  </a:lnTo>
                  <a:lnTo>
                    <a:pt x="1445031" y="643399"/>
                  </a:lnTo>
                  <a:lnTo>
                    <a:pt x="1445031" y="637725"/>
                  </a:lnTo>
                  <a:lnTo>
                    <a:pt x="1445791" y="637725"/>
                  </a:lnTo>
                  <a:lnTo>
                    <a:pt x="1451111" y="637725"/>
                  </a:lnTo>
                  <a:lnTo>
                    <a:pt x="1451111" y="639076"/>
                  </a:lnTo>
                  <a:lnTo>
                    <a:pt x="1451111" y="648534"/>
                  </a:lnTo>
                  <a:lnTo>
                    <a:pt x="1489618" y="648534"/>
                  </a:lnTo>
                  <a:lnTo>
                    <a:pt x="1489618" y="786887"/>
                  </a:lnTo>
                  <a:lnTo>
                    <a:pt x="1491138" y="786887"/>
                  </a:lnTo>
                  <a:lnTo>
                    <a:pt x="1501778" y="786887"/>
                  </a:lnTo>
                  <a:lnTo>
                    <a:pt x="1501778" y="773917"/>
                  </a:lnTo>
                  <a:lnTo>
                    <a:pt x="1505832" y="773917"/>
                  </a:lnTo>
                  <a:lnTo>
                    <a:pt x="1505832" y="786887"/>
                  </a:lnTo>
                  <a:lnTo>
                    <a:pt x="1536232" y="786887"/>
                  </a:lnTo>
                  <a:lnTo>
                    <a:pt x="1536232" y="756622"/>
                  </a:lnTo>
                  <a:lnTo>
                    <a:pt x="1548392" y="756622"/>
                  </a:lnTo>
                  <a:lnTo>
                    <a:pt x="1560552" y="754461"/>
                  </a:lnTo>
                  <a:cubicBezTo>
                    <a:pt x="1562579" y="754461"/>
                    <a:pt x="1562579" y="756622"/>
                    <a:pt x="1564606" y="756622"/>
                  </a:cubicBezTo>
                  <a:lnTo>
                    <a:pt x="1574739" y="756622"/>
                  </a:lnTo>
                  <a:lnTo>
                    <a:pt x="1574739" y="786887"/>
                  </a:lnTo>
                  <a:lnTo>
                    <a:pt x="1582846" y="786887"/>
                  </a:lnTo>
                  <a:lnTo>
                    <a:pt x="1582846" y="804182"/>
                  </a:lnTo>
                  <a:lnTo>
                    <a:pt x="1592182" y="805087"/>
                  </a:lnTo>
                  <a:lnTo>
                    <a:pt x="1605140" y="805087"/>
                  </a:lnTo>
                  <a:lnTo>
                    <a:pt x="1605140" y="789049"/>
                  </a:lnTo>
                  <a:lnTo>
                    <a:pt x="1673096" y="789049"/>
                  </a:lnTo>
                  <a:lnTo>
                    <a:pt x="1673096" y="703796"/>
                  </a:lnTo>
                  <a:lnTo>
                    <a:pt x="1745104" y="703796"/>
                  </a:lnTo>
                  <a:lnTo>
                    <a:pt x="1745104" y="782564"/>
                  </a:lnTo>
                  <a:lnTo>
                    <a:pt x="1747008" y="782564"/>
                  </a:lnTo>
                  <a:lnTo>
                    <a:pt x="1748250" y="805087"/>
                  </a:lnTo>
                  <a:lnTo>
                    <a:pt x="1757926" y="805087"/>
                  </a:lnTo>
                  <a:cubicBezTo>
                    <a:pt x="1758462" y="797873"/>
                    <a:pt x="1759168" y="790219"/>
                    <a:pt x="1759168" y="782564"/>
                  </a:cubicBezTo>
                  <a:lnTo>
                    <a:pt x="1765248" y="782564"/>
                  </a:lnTo>
                  <a:lnTo>
                    <a:pt x="1766490" y="805087"/>
                  </a:lnTo>
                  <a:lnTo>
                    <a:pt x="1817112" y="805087"/>
                  </a:lnTo>
                  <a:lnTo>
                    <a:pt x="1817112" y="642059"/>
                  </a:lnTo>
                  <a:lnTo>
                    <a:pt x="2014439" y="642059"/>
                  </a:lnTo>
                  <a:lnTo>
                    <a:pt x="2014439" y="805087"/>
                  </a:lnTo>
                  <a:lnTo>
                    <a:pt x="2033136" y="805087"/>
                  </a:lnTo>
                  <a:lnTo>
                    <a:pt x="2033136" y="722394"/>
                  </a:lnTo>
                  <a:lnTo>
                    <a:pt x="2128256" y="722394"/>
                  </a:lnTo>
                  <a:cubicBezTo>
                    <a:pt x="2132331" y="616373"/>
                    <a:pt x="2135709" y="510899"/>
                    <a:pt x="2140186" y="404253"/>
                  </a:cubicBezTo>
                  <a:cubicBezTo>
                    <a:pt x="2130053" y="404253"/>
                    <a:pt x="2105733" y="391282"/>
                    <a:pt x="2128026" y="382635"/>
                  </a:cubicBezTo>
                  <a:cubicBezTo>
                    <a:pt x="2125999" y="380473"/>
                    <a:pt x="2123973" y="378311"/>
                    <a:pt x="2121946" y="378311"/>
                  </a:cubicBezTo>
                  <a:cubicBezTo>
                    <a:pt x="2121946" y="365341"/>
                    <a:pt x="2119919" y="363179"/>
                    <a:pt x="2130053" y="354532"/>
                  </a:cubicBezTo>
                  <a:lnTo>
                    <a:pt x="2130053" y="337238"/>
                  </a:lnTo>
                  <a:lnTo>
                    <a:pt x="2144240" y="337238"/>
                  </a:lnTo>
                  <a:lnTo>
                    <a:pt x="2144240" y="315620"/>
                  </a:lnTo>
                  <a:cubicBezTo>
                    <a:pt x="2144240" y="313458"/>
                    <a:pt x="2146266" y="313458"/>
                    <a:pt x="2146266" y="311296"/>
                  </a:cubicBezTo>
                  <a:lnTo>
                    <a:pt x="2146266" y="233472"/>
                  </a:lnTo>
                  <a:cubicBezTo>
                    <a:pt x="2146266" y="231310"/>
                    <a:pt x="2144240" y="229149"/>
                    <a:pt x="2144240" y="226987"/>
                  </a:cubicBezTo>
                  <a:lnTo>
                    <a:pt x="2150320" y="220501"/>
                  </a:lnTo>
                  <a:lnTo>
                    <a:pt x="2150320" y="162133"/>
                  </a:lnTo>
                  <a:cubicBezTo>
                    <a:pt x="2150320" y="159972"/>
                    <a:pt x="2150320" y="159972"/>
                    <a:pt x="2152346" y="157810"/>
                  </a:cubicBezTo>
                  <a:lnTo>
                    <a:pt x="2152346" y="101604"/>
                  </a:lnTo>
                  <a:cubicBezTo>
                    <a:pt x="2154373" y="92957"/>
                    <a:pt x="2154373" y="88633"/>
                    <a:pt x="2154373" y="82148"/>
                  </a:cubicBezTo>
                  <a:cubicBezTo>
                    <a:pt x="2158427" y="88633"/>
                    <a:pt x="2158427" y="92957"/>
                    <a:pt x="2158427" y="99442"/>
                  </a:cubicBezTo>
                  <a:cubicBezTo>
                    <a:pt x="2160453" y="121060"/>
                    <a:pt x="2160453" y="140516"/>
                    <a:pt x="2160453" y="157810"/>
                  </a:cubicBezTo>
                  <a:cubicBezTo>
                    <a:pt x="2162480" y="181589"/>
                    <a:pt x="2162480" y="201045"/>
                    <a:pt x="2162480" y="220501"/>
                  </a:cubicBezTo>
                  <a:lnTo>
                    <a:pt x="2168560" y="226987"/>
                  </a:lnTo>
                  <a:cubicBezTo>
                    <a:pt x="2168560" y="229149"/>
                    <a:pt x="2166533" y="231310"/>
                    <a:pt x="2166533" y="233472"/>
                  </a:cubicBezTo>
                  <a:lnTo>
                    <a:pt x="2166533" y="311296"/>
                  </a:lnTo>
                  <a:cubicBezTo>
                    <a:pt x="2166533" y="313458"/>
                    <a:pt x="2168560" y="313458"/>
                    <a:pt x="2168560" y="315620"/>
                  </a:cubicBezTo>
                  <a:lnTo>
                    <a:pt x="2168560" y="337238"/>
                  </a:lnTo>
                  <a:lnTo>
                    <a:pt x="2182747" y="337238"/>
                  </a:lnTo>
                  <a:lnTo>
                    <a:pt x="2182747" y="354532"/>
                  </a:lnTo>
                  <a:cubicBezTo>
                    <a:pt x="2190854" y="363179"/>
                    <a:pt x="2190854" y="363179"/>
                    <a:pt x="2190854" y="378311"/>
                  </a:cubicBezTo>
                  <a:cubicBezTo>
                    <a:pt x="2188827" y="378311"/>
                    <a:pt x="2186800" y="380473"/>
                    <a:pt x="2184774" y="382635"/>
                  </a:cubicBezTo>
                  <a:cubicBezTo>
                    <a:pt x="2205040" y="393444"/>
                    <a:pt x="2180720" y="402091"/>
                    <a:pt x="2172613" y="404253"/>
                  </a:cubicBezTo>
                  <a:cubicBezTo>
                    <a:pt x="2174640" y="488562"/>
                    <a:pt x="2178693" y="572871"/>
                    <a:pt x="2180720" y="657181"/>
                  </a:cubicBezTo>
                  <a:lnTo>
                    <a:pt x="2245574" y="657181"/>
                  </a:lnTo>
                  <a:lnTo>
                    <a:pt x="2245574" y="732843"/>
                  </a:lnTo>
                  <a:lnTo>
                    <a:pt x="2253681" y="732843"/>
                  </a:lnTo>
                  <a:cubicBezTo>
                    <a:pt x="2253681" y="730681"/>
                    <a:pt x="2255708" y="728519"/>
                    <a:pt x="2255708" y="726358"/>
                  </a:cubicBezTo>
                  <a:lnTo>
                    <a:pt x="2261788" y="726358"/>
                  </a:lnTo>
                  <a:cubicBezTo>
                    <a:pt x="2261788" y="728519"/>
                    <a:pt x="2261788" y="730681"/>
                    <a:pt x="2263815" y="735005"/>
                  </a:cubicBezTo>
                  <a:lnTo>
                    <a:pt x="2275975" y="735005"/>
                  </a:lnTo>
                  <a:lnTo>
                    <a:pt x="2275975" y="728519"/>
                  </a:lnTo>
                  <a:lnTo>
                    <a:pt x="2298268" y="728519"/>
                  </a:lnTo>
                  <a:lnTo>
                    <a:pt x="2298268" y="735005"/>
                  </a:lnTo>
                  <a:lnTo>
                    <a:pt x="2318535" y="735005"/>
                  </a:lnTo>
                  <a:lnTo>
                    <a:pt x="2318535" y="780402"/>
                  </a:lnTo>
                  <a:lnTo>
                    <a:pt x="2332722" y="780402"/>
                  </a:lnTo>
                  <a:lnTo>
                    <a:pt x="2332722" y="767431"/>
                  </a:lnTo>
                  <a:lnTo>
                    <a:pt x="2348936" y="767431"/>
                  </a:lnTo>
                  <a:lnTo>
                    <a:pt x="2348936" y="588004"/>
                  </a:lnTo>
                  <a:lnTo>
                    <a:pt x="2355016" y="581518"/>
                  </a:lnTo>
                  <a:lnTo>
                    <a:pt x="2427977" y="581518"/>
                  </a:lnTo>
                  <a:lnTo>
                    <a:pt x="2427977" y="590166"/>
                  </a:lnTo>
                  <a:lnTo>
                    <a:pt x="2438110" y="590166"/>
                  </a:lnTo>
                  <a:lnTo>
                    <a:pt x="2438110" y="704740"/>
                  </a:lnTo>
                  <a:lnTo>
                    <a:pt x="2460404" y="704740"/>
                  </a:lnTo>
                  <a:lnTo>
                    <a:pt x="2460404" y="637725"/>
                  </a:lnTo>
                  <a:lnTo>
                    <a:pt x="2486751" y="637725"/>
                  </a:lnTo>
                  <a:cubicBezTo>
                    <a:pt x="2488777" y="637725"/>
                    <a:pt x="2488777" y="635563"/>
                    <a:pt x="2490804" y="633401"/>
                  </a:cubicBezTo>
                  <a:lnTo>
                    <a:pt x="2498911" y="633401"/>
                  </a:lnTo>
                  <a:cubicBezTo>
                    <a:pt x="2500937" y="635563"/>
                    <a:pt x="2500937" y="637725"/>
                    <a:pt x="2502964" y="637725"/>
                  </a:cubicBezTo>
                  <a:lnTo>
                    <a:pt x="2525258" y="637725"/>
                  </a:lnTo>
                  <a:lnTo>
                    <a:pt x="2525258" y="520989"/>
                  </a:lnTo>
                  <a:cubicBezTo>
                    <a:pt x="2525272" y="520986"/>
                    <a:pt x="2526139" y="520822"/>
                    <a:pt x="2582005" y="510180"/>
                  </a:cubicBezTo>
                  <a:lnTo>
                    <a:pt x="2582005" y="511261"/>
                  </a:lnTo>
                  <a:lnTo>
                    <a:pt x="2582005" y="518827"/>
                  </a:lnTo>
                  <a:lnTo>
                    <a:pt x="2608352" y="518827"/>
                  </a:lnTo>
                  <a:lnTo>
                    <a:pt x="2608352" y="773917"/>
                  </a:lnTo>
                  <a:lnTo>
                    <a:pt x="2630646" y="773917"/>
                  </a:lnTo>
                  <a:lnTo>
                    <a:pt x="2630646" y="769593"/>
                  </a:lnTo>
                  <a:lnTo>
                    <a:pt x="2642806" y="769593"/>
                  </a:lnTo>
                  <a:lnTo>
                    <a:pt x="2642806" y="773917"/>
                  </a:lnTo>
                  <a:lnTo>
                    <a:pt x="2667126" y="773917"/>
                  </a:lnTo>
                  <a:lnTo>
                    <a:pt x="2667126" y="760946"/>
                  </a:lnTo>
                  <a:lnTo>
                    <a:pt x="2695500" y="760946"/>
                  </a:lnTo>
                  <a:cubicBezTo>
                    <a:pt x="2699553" y="756622"/>
                    <a:pt x="2703607" y="756622"/>
                    <a:pt x="2707660" y="756622"/>
                  </a:cubicBezTo>
                  <a:cubicBezTo>
                    <a:pt x="2713740" y="760946"/>
                    <a:pt x="2721847" y="760946"/>
                    <a:pt x="2727927" y="760946"/>
                  </a:cubicBezTo>
                  <a:lnTo>
                    <a:pt x="2727927" y="743652"/>
                  </a:lnTo>
                  <a:lnTo>
                    <a:pt x="2736034" y="743652"/>
                  </a:lnTo>
                  <a:lnTo>
                    <a:pt x="2736034" y="730681"/>
                  </a:lnTo>
                  <a:lnTo>
                    <a:pt x="2792781" y="730681"/>
                  </a:lnTo>
                  <a:lnTo>
                    <a:pt x="2792781" y="700416"/>
                  </a:lnTo>
                  <a:lnTo>
                    <a:pt x="2811021" y="700416"/>
                  </a:lnTo>
                  <a:lnTo>
                    <a:pt x="2811021" y="693931"/>
                  </a:lnTo>
                  <a:lnTo>
                    <a:pt x="2823181" y="693931"/>
                  </a:lnTo>
                  <a:lnTo>
                    <a:pt x="2823181" y="700416"/>
                  </a:lnTo>
                  <a:lnTo>
                    <a:pt x="2839395" y="700416"/>
                  </a:lnTo>
                  <a:lnTo>
                    <a:pt x="2839395" y="750137"/>
                  </a:lnTo>
                  <a:lnTo>
                    <a:pt x="2871822" y="750137"/>
                  </a:lnTo>
                  <a:lnTo>
                    <a:pt x="2871822" y="724196"/>
                  </a:lnTo>
                  <a:lnTo>
                    <a:pt x="2910329" y="724196"/>
                  </a:lnTo>
                  <a:lnTo>
                    <a:pt x="2910329" y="693931"/>
                  </a:lnTo>
                  <a:lnTo>
                    <a:pt x="2958970" y="693931"/>
                  </a:lnTo>
                  <a:lnTo>
                    <a:pt x="2958970" y="805087"/>
                  </a:lnTo>
                  <a:lnTo>
                    <a:pt x="2958970" y="818866"/>
                  </a:lnTo>
                  <a:lnTo>
                    <a:pt x="3031519" y="818866"/>
                  </a:lnTo>
                  <a:cubicBezTo>
                    <a:pt x="3029295" y="939467"/>
                    <a:pt x="3033744" y="999999"/>
                    <a:pt x="3031520" y="1160647"/>
                  </a:cubicBezTo>
                  <a:lnTo>
                    <a:pt x="2054" y="1158314"/>
                  </a:lnTo>
                  <a:cubicBezTo>
                    <a:pt x="1369" y="1010750"/>
                    <a:pt x="685" y="871760"/>
                    <a:pt x="0" y="724196"/>
                  </a:cubicBezTo>
                  <a:lnTo>
                    <a:pt x="20267" y="724196"/>
                  </a:lnTo>
                  <a:cubicBezTo>
                    <a:pt x="20271" y="724190"/>
                    <a:pt x="20308" y="724108"/>
                    <a:pt x="20774" y="723115"/>
                  </a:cubicBezTo>
                  <a:lnTo>
                    <a:pt x="24320" y="715549"/>
                  </a:lnTo>
                  <a:cubicBezTo>
                    <a:pt x="24329" y="715550"/>
                    <a:pt x="24442" y="715568"/>
                    <a:pt x="26094" y="715819"/>
                  </a:cubicBezTo>
                  <a:lnTo>
                    <a:pt x="38507" y="717710"/>
                  </a:lnTo>
                  <a:cubicBezTo>
                    <a:pt x="38510" y="717720"/>
                    <a:pt x="38548" y="717821"/>
                    <a:pt x="39014" y="719062"/>
                  </a:cubicBezTo>
                  <a:lnTo>
                    <a:pt x="42560" y="728519"/>
                  </a:lnTo>
                  <a:cubicBezTo>
                    <a:pt x="42574" y="728520"/>
                    <a:pt x="43170" y="728570"/>
                    <a:pt x="68907" y="730681"/>
                  </a:cubicBezTo>
                  <a:lnTo>
                    <a:pt x="68907" y="607460"/>
                  </a:lnTo>
                  <a:lnTo>
                    <a:pt x="70934" y="607460"/>
                  </a:lnTo>
                  <a:lnTo>
                    <a:pt x="85121" y="607460"/>
                  </a:lnTo>
                  <a:lnTo>
                    <a:pt x="85121" y="471268"/>
                  </a:lnTo>
                  <a:lnTo>
                    <a:pt x="86894" y="471268"/>
                  </a:lnTo>
                  <a:lnTo>
                    <a:pt x="99308" y="471268"/>
                  </a:lnTo>
                  <a:lnTo>
                    <a:pt x="99308" y="356694"/>
                  </a:lnTo>
                  <a:cubicBezTo>
                    <a:pt x="103361" y="354532"/>
                    <a:pt x="103361" y="354532"/>
                    <a:pt x="103361" y="328590"/>
                  </a:cubicBezTo>
                  <a:lnTo>
                    <a:pt x="105388" y="328590"/>
                  </a:lnTo>
                  <a:lnTo>
                    <a:pt x="119575" y="328590"/>
                  </a:lnTo>
                  <a:cubicBezTo>
                    <a:pt x="119586" y="328567"/>
                    <a:pt x="120192" y="327200"/>
                    <a:pt x="156055" y="246443"/>
                  </a:cubicBezTo>
                  <a:cubicBezTo>
                    <a:pt x="156055" y="246429"/>
                    <a:pt x="156089" y="244478"/>
                    <a:pt x="16010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 name="Rectangle 35">
              <a:extLst>
                <a:ext uri="{FF2B5EF4-FFF2-40B4-BE49-F238E27FC236}">
                  <a16:creationId xmlns:a16="http://schemas.microsoft.com/office/drawing/2014/main" id="{B65F7B9E-6549-6C33-06E3-993935142F5F}"/>
                </a:ext>
              </a:extLst>
            </p:cNvPr>
            <p:cNvSpPr/>
            <p:nvPr/>
          </p:nvSpPr>
          <p:spPr>
            <a:xfrm>
              <a:off x="3024845" y="1883798"/>
              <a:ext cx="3024845" cy="689379"/>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56055 w 3024845"/>
                <a:gd name="connsiteY0" fmla="*/ 164295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423" fmla="*/ 156055 w 3024845"/>
                <a:gd name="connsiteY423" fmla="*/ 164295 h 1078499"/>
                <a:gd name="connsiteX0" fmla="*/ 119575 w 3024845"/>
                <a:gd name="connsiteY0" fmla="*/ 246442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58427 w 3024845"/>
                <a:gd name="connsiteY325" fmla="*/ 17294 h 1078499"/>
                <a:gd name="connsiteX326" fmla="*/ 2160453 w 3024845"/>
                <a:gd name="connsiteY326" fmla="*/ 75662 h 1078499"/>
                <a:gd name="connsiteX327" fmla="*/ 2162480 w 3024845"/>
                <a:gd name="connsiteY327" fmla="*/ 138353 h 1078499"/>
                <a:gd name="connsiteX328" fmla="*/ 2168560 w 3024845"/>
                <a:gd name="connsiteY328" fmla="*/ 144839 h 1078499"/>
                <a:gd name="connsiteX329" fmla="*/ 2166533 w 3024845"/>
                <a:gd name="connsiteY329" fmla="*/ 151324 h 1078499"/>
                <a:gd name="connsiteX330" fmla="*/ 2166533 w 3024845"/>
                <a:gd name="connsiteY330" fmla="*/ 229148 h 1078499"/>
                <a:gd name="connsiteX331" fmla="*/ 2168560 w 3024845"/>
                <a:gd name="connsiteY331" fmla="*/ 233472 h 1078499"/>
                <a:gd name="connsiteX332" fmla="*/ 2168560 w 3024845"/>
                <a:gd name="connsiteY332" fmla="*/ 255090 h 1078499"/>
                <a:gd name="connsiteX333" fmla="*/ 2182747 w 3024845"/>
                <a:gd name="connsiteY333" fmla="*/ 255090 h 1078499"/>
                <a:gd name="connsiteX334" fmla="*/ 2182747 w 3024845"/>
                <a:gd name="connsiteY334" fmla="*/ 272384 h 1078499"/>
                <a:gd name="connsiteX335" fmla="*/ 2190854 w 3024845"/>
                <a:gd name="connsiteY335" fmla="*/ 296163 h 1078499"/>
                <a:gd name="connsiteX336" fmla="*/ 2184774 w 3024845"/>
                <a:gd name="connsiteY336" fmla="*/ 300487 h 1078499"/>
                <a:gd name="connsiteX337" fmla="*/ 2172613 w 3024845"/>
                <a:gd name="connsiteY337" fmla="*/ 322105 h 1078499"/>
                <a:gd name="connsiteX338" fmla="*/ 2180720 w 3024845"/>
                <a:gd name="connsiteY338" fmla="*/ 575033 h 1078499"/>
                <a:gd name="connsiteX339" fmla="*/ 2245574 w 3024845"/>
                <a:gd name="connsiteY339" fmla="*/ 575033 h 1078499"/>
                <a:gd name="connsiteX340" fmla="*/ 2245574 w 3024845"/>
                <a:gd name="connsiteY340" fmla="*/ 650695 h 1078499"/>
                <a:gd name="connsiteX341" fmla="*/ 2253681 w 3024845"/>
                <a:gd name="connsiteY341" fmla="*/ 650695 h 1078499"/>
                <a:gd name="connsiteX342" fmla="*/ 2255708 w 3024845"/>
                <a:gd name="connsiteY342" fmla="*/ 644210 h 1078499"/>
                <a:gd name="connsiteX343" fmla="*/ 2261788 w 3024845"/>
                <a:gd name="connsiteY343" fmla="*/ 644210 h 1078499"/>
                <a:gd name="connsiteX344" fmla="*/ 2263815 w 3024845"/>
                <a:gd name="connsiteY344" fmla="*/ 652857 h 1078499"/>
                <a:gd name="connsiteX345" fmla="*/ 2275975 w 3024845"/>
                <a:gd name="connsiteY345" fmla="*/ 652857 h 1078499"/>
                <a:gd name="connsiteX346" fmla="*/ 2275975 w 3024845"/>
                <a:gd name="connsiteY346" fmla="*/ 646371 h 1078499"/>
                <a:gd name="connsiteX347" fmla="*/ 2298268 w 3024845"/>
                <a:gd name="connsiteY347" fmla="*/ 646371 h 1078499"/>
                <a:gd name="connsiteX348" fmla="*/ 2298268 w 3024845"/>
                <a:gd name="connsiteY348" fmla="*/ 652857 h 1078499"/>
                <a:gd name="connsiteX349" fmla="*/ 2318535 w 3024845"/>
                <a:gd name="connsiteY349" fmla="*/ 652857 h 1078499"/>
                <a:gd name="connsiteX350" fmla="*/ 2318535 w 3024845"/>
                <a:gd name="connsiteY350" fmla="*/ 698254 h 1078499"/>
                <a:gd name="connsiteX351" fmla="*/ 2332722 w 3024845"/>
                <a:gd name="connsiteY351" fmla="*/ 698254 h 1078499"/>
                <a:gd name="connsiteX352" fmla="*/ 2332722 w 3024845"/>
                <a:gd name="connsiteY352" fmla="*/ 685283 h 1078499"/>
                <a:gd name="connsiteX353" fmla="*/ 2348936 w 3024845"/>
                <a:gd name="connsiteY353" fmla="*/ 685283 h 1078499"/>
                <a:gd name="connsiteX354" fmla="*/ 2348936 w 3024845"/>
                <a:gd name="connsiteY354" fmla="*/ 505856 h 1078499"/>
                <a:gd name="connsiteX355" fmla="*/ 2355016 w 3024845"/>
                <a:gd name="connsiteY355" fmla="*/ 499370 h 1078499"/>
                <a:gd name="connsiteX356" fmla="*/ 2427977 w 3024845"/>
                <a:gd name="connsiteY356" fmla="*/ 499370 h 1078499"/>
                <a:gd name="connsiteX357" fmla="*/ 2427977 w 3024845"/>
                <a:gd name="connsiteY357" fmla="*/ 508018 h 1078499"/>
                <a:gd name="connsiteX358" fmla="*/ 2438110 w 3024845"/>
                <a:gd name="connsiteY358" fmla="*/ 508018 h 1078499"/>
                <a:gd name="connsiteX359" fmla="*/ 2438110 w 3024845"/>
                <a:gd name="connsiteY359" fmla="*/ 622592 h 1078499"/>
                <a:gd name="connsiteX360" fmla="*/ 2460404 w 3024845"/>
                <a:gd name="connsiteY360" fmla="*/ 622592 h 1078499"/>
                <a:gd name="connsiteX361" fmla="*/ 2460404 w 3024845"/>
                <a:gd name="connsiteY361" fmla="*/ 555577 h 1078499"/>
                <a:gd name="connsiteX362" fmla="*/ 2486751 w 3024845"/>
                <a:gd name="connsiteY362" fmla="*/ 555577 h 1078499"/>
                <a:gd name="connsiteX363" fmla="*/ 2490804 w 3024845"/>
                <a:gd name="connsiteY363" fmla="*/ 551253 h 1078499"/>
                <a:gd name="connsiteX364" fmla="*/ 2498911 w 3024845"/>
                <a:gd name="connsiteY364" fmla="*/ 551253 h 1078499"/>
                <a:gd name="connsiteX365" fmla="*/ 2502964 w 3024845"/>
                <a:gd name="connsiteY365" fmla="*/ 555577 h 1078499"/>
                <a:gd name="connsiteX366" fmla="*/ 2525258 w 3024845"/>
                <a:gd name="connsiteY366" fmla="*/ 555577 h 1078499"/>
                <a:gd name="connsiteX367" fmla="*/ 2525258 w 3024845"/>
                <a:gd name="connsiteY367" fmla="*/ 438841 h 1078499"/>
                <a:gd name="connsiteX368" fmla="*/ 2582005 w 3024845"/>
                <a:gd name="connsiteY368" fmla="*/ 428032 h 1078499"/>
                <a:gd name="connsiteX369" fmla="*/ 2582005 w 3024845"/>
                <a:gd name="connsiteY369" fmla="*/ 429113 h 1078499"/>
                <a:gd name="connsiteX370" fmla="*/ 2582005 w 3024845"/>
                <a:gd name="connsiteY370" fmla="*/ 436679 h 1078499"/>
                <a:gd name="connsiteX371" fmla="*/ 2608352 w 3024845"/>
                <a:gd name="connsiteY371" fmla="*/ 436679 h 1078499"/>
                <a:gd name="connsiteX372" fmla="*/ 2608352 w 3024845"/>
                <a:gd name="connsiteY372" fmla="*/ 691769 h 1078499"/>
                <a:gd name="connsiteX373" fmla="*/ 2630646 w 3024845"/>
                <a:gd name="connsiteY373" fmla="*/ 691769 h 1078499"/>
                <a:gd name="connsiteX374" fmla="*/ 2630646 w 3024845"/>
                <a:gd name="connsiteY374" fmla="*/ 687445 h 1078499"/>
                <a:gd name="connsiteX375" fmla="*/ 2642806 w 3024845"/>
                <a:gd name="connsiteY375" fmla="*/ 687445 h 1078499"/>
                <a:gd name="connsiteX376" fmla="*/ 2642806 w 3024845"/>
                <a:gd name="connsiteY376" fmla="*/ 691769 h 1078499"/>
                <a:gd name="connsiteX377" fmla="*/ 2667126 w 3024845"/>
                <a:gd name="connsiteY377" fmla="*/ 691769 h 1078499"/>
                <a:gd name="connsiteX378" fmla="*/ 2667126 w 3024845"/>
                <a:gd name="connsiteY378" fmla="*/ 678798 h 1078499"/>
                <a:gd name="connsiteX379" fmla="*/ 2695500 w 3024845"/>
                <a:gd name="connsiteY379" fmla="*/ 678798 h 1078499"/>
                <a:gd name="connsiteX380" fmla="*/ 2707660 w 3024845"/>
                <a:gd name="connsiteY380" fmla="*/ 674474 h 1078499"/>
                <a:gd name="connsiteX381" fmla="*/ 2727927 w 3024845"/>
                <a:gd name="connsiteY381" fmla="*/ 678798 h 1078499"/>
                <a:gd name="connsiteX382" fmla="*/ 2727927 w 3024845"/>
                <a:gd name="connsiteY382" fmla="*/ 661504 h 1078499"/>
                <a:gd name="connsiteX383" fmla="*/ 2736034 w 3024845"/>
                <a:gd name="connsiteY383" fmla="*/ 661504 h 1078499"/>
                <a:gd name="connsiteX384" fmla="*/ 2736034 w 3024845"/>
                <a:gd name="connsiteY384" fmla="*/ 648533 h 1078499"/>
                <a:gd name="connsiteX385" fmla="*/ 2792781 w 3024845"/>
                <a:gd name="connsiteY385" fmla="*/ 648533 h 1078499"/>
                <a:gd name="connsiteX386" fmla="*/ 2792781 w 3024845"/>
                <a:gd name="connsiteY386" fmla="*/ 618268 h 1078499"/>
                <a:gd name="connsiteX387" fmla="*/ 2811021 w 3024845"/>
                <a:gd name="connsiteY387" fmla="*/ 618268 h 1078499"/>
                <a:gd name="connsiteX388" fmla="*/ 2811021 w 3024845"/>
                <a:gd name="connsiteY388" fmla="*/ 611783 h 1078499"/>
                <a:gd name="connsiteX389" fmla="*/ 2823181 w 3024845"/>
                <a:gd name="connsiteY389" fmla="*/ 611783 h 1078499"/>
                <a:gd name="connsiteX390" fmla="*/ 2823181 w 3024845"/>
                <a:gd name="connsiteY390" fmla="*/ 618268 h 1078499"/>
                <a:gd name="connsiteX391" fmla="*/ 2839395 w 3024845"/>
                <a:gd name="connsiteY391" fmla="*/ 618268 h 1078499"/>
                <a:gd name="connsiteX392" fmla="*/ 2839395 w 3024845"/>
                <a:gd name="connsiteY392" fmla="*/ 667989 h 1078499"/>
                <a:gd name="connsiteX393" fmla="*/ 2871822 w 3024845"/>
                <a:gd name="connsiteY393" fmla="*/ 667989 h 1078499"/>
                <a:gd name="connsiteX394" fmla="*/ 2871822 w 3024845"/>
                <a:gd name="connsiteY394" fmla="*/ 642048 h 1078499"/>
                <a:gd name="connsiteX395" fmla="*/ 2910329 w 3024845"/>
                <a:gd name="connsiteY395" fmla="*/ 642048 h 1078499"/>
                <a:gd name="connsiteX396" fmla="*/ 2910329 w 3024845"/>
                <a:gd name="connsiteY396" fmla="*/ 611783 h 1078499"/>
                <a:gd name="connsiteX397" fmla="*/ 2958970 w 3024845"/>
                <a:gd name="connsiteY397" fmla="*/ 611783 h 1078499"/>
                <a:gd name="connsiteX398" fmla="*/ 2958970 w 3024845"/>
                <a:gd name="connsiteY398" fmla="*/ 722939 h 1078499"/>
                <a:gd name="connsiteX399" fmla="*/ 2958970 w 3024845"/>
                <a:gd name="connsiteY399" fmla="*/ 736718 h 1078499"/>
                <a:gd name="connsiteX400" fmla="*/ 3024845 w 3024845"/>
                <a:gd name="connsiteY400" fmla="*/ 736718 h 1078499"/>
                <a:gd name="connsiteX401" fmla="*/ 3024845 w 3024845"/>
                <a:gd name="connsiteY401" fmla="*/ 1078499 h 1078499"/>
                <a:gd name="connsiteX402" fmla="*/ 2054 w 3024845"/>
                <a:gd name="connsiteY402" fmla="*/ 1076166 h 1078499"/>
                <a:gd name="connsiteX403" fmla="*/ 0 w 3024845"/>
                <a:gd name="connsiteY403" fmla="*/ 642048 h 1078499"/>
                <a:gd name="connsiteX404" fmla="*/ 20267 w 3024845"/>
                <a:gd name="connsiteY404" fmla="*/ 642048 h 1078499"/>
                <a:gd name="connsiteX405" fmla="*/ 20774 w 3024845"/>
                <a:gd name="connsiteY405" fmla="*/ 640967 h 1078499"/>
                <a:gd name="connsiteX406" fmla="*/ 24320 w 3024845"/>
                <a:gd name="connsiteY406" fmla="*/ 633401 h 1078499"/>
                <a:gd name="connsiteX407" fmla="*/ 26094 w 3024845"/>
                <a:gd name="connsiteY407" fmla="*/ 633671 h 1078499"/>
                <a:gd name="connsiteX408" fmla="*/ 38507 w 3024845"/>
                <a:gd name="connsiteY408" fmla="*/ 635562 h 1078499"/>
                <a:gd name="connsiteX409" fmla="*/ 39014 w 3024845"/>
                <a:gd name="connsiteY409" fmla="*/ 636914 h 1078499"/>
                <a:gd name="connsiteX410" fmla="*/ 42560 w 3024845"/>
                <a:gd name="connsiteY410" fmla="*/ 646371 h 1078499"/>
                <a:gd name="connsiteX411" fmla="*/ 68907 w 3024845"/>
                <a:gd name="connsiteY411" fmla="*/ 648533 h 1078499"/>
                <a:gd name="connsiteX412" fmla="*/ 68907 w 3024845"/>
                <a:gd name="connsiteY412" fmla="*/ 525312 h 1078499"/>
                <a:gd name="connsiteX413" fmla="*/ 70934 w 3024845"/>
                <a:gd name="connsiteY413" fmla="*/ 525312 h 1078499"/>
                <a:gd name="connsiteX414" fmla="*/ 85121 w 3024845"/>
                <a:gd name="connsiteY414" fmla="*/ 525312 h 1078499"/>
                <a:gd name="connsiteX415" fmla="*/ 85121 w 3024845"/>
                <a:gd name="connsiteY415" fmla="*/ 389120 h 1078499"/>
                <a:gd name="connsiteX416" fmla="*/ 86894 w 3024845"/>
                <a:gd name="connsiteY416" fmla="*/ 389120 h 1078499"/>
                <a:gd name="connsiteX417" fmla="*/ 99308 w 3024845"/>
                <a:gd name="connsiteY417" fmla="*/ 389120 h 1078499"/>
                <a:gd name="connsiteX418" fmla="*/ 99308 w 3024845"/>
                <a:gd name="connsiteY418" fmla="*/ 274546 h 1078499"/>
                <a:gd name="connsiteX419" fmla="*/ 103361 w 3024845"/>
                <a:gd name="connsiteY419" fmla="*/ 246442 h 1078499"/>
                <a:gd name="connsiteX420" fmla="*/ 105388 w 3024845"/>
                <a:gd name="connsiteY420" fmla="*/ 246442 h 1078499"/>
                <a:gd name="connsiteX421" fmla="*/ 119575 w 3024845"/>
                <a:gd name="connsiteY421"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0453 w 3024845"/>
                <a:gd name="connsiteY325" fmla="*/ 75662 h 1078499"/>
                <a:gd name="connsiteX326" fmla="*/ 2162480 w 3024845"/>
                <a:gd name="connsiteY326" fmla="*/ 138353 h 1078499"/>
                <a:gd name="connsiteX327" fmla="*/ 2168560 w 3024845"/>
                <a:gd name="connsiteY327" fmla="*/ 144839 h 1078499"/>
                <a:gd name="connsiteX328" fmla="*/ 2166533 w 3024845"/>
                <a:gd name="connsiteY328" fmla="*/ 151324 h 1078499"/>
                <a:gd name="connsiteX329" fmla="*/ 2166533 w 3024845"/>
                <a:gd name="connsiteY329" fmla="*/ 229148 h 1078499"/>
                <a:gd name="connsiteX330" fmla="*/ 2168560 w 3024845"/>
                <a:gd name="connsiteY330" fmla="*/ 233472 h 1078499"/>
                <a:gd name="connsiteX331" fmla="*/ 2168560 w 3024845"/>
                <a:gd name="connsiteY331" fmla="*/ 255090 h 1078499"/>
                <a:gd name="connsiteX332" fmla="*/ 2182747 w 3024845"/>
                <a:gd name="connsiteY332" fmla="*/ 255090 h 1078499"/>
                <a:gd name="connsiteX333" fmla="*/ 2182747 w 3024845"/>
                <a:gd name="connsiteY333" fmla="*/ 272384 h 1078499"/>
                <a:gd name="connsiteX334" fmla="*/ 2190854 w 3024845"/>
                <a:gd name="connsiteY334" fmla="*/ 296163 h 1078499"/>
                <a:gd name="connsiteX335" fmla="*/ 2184774 w 3024845"/>
                <a:gd name="connsiteY335" fmla="*/ 300487 h 1078499"/>
                <a:gd name="connsiteX336" fmla="*/ 2172613 w 3024845"/>
                <a:gd name="connsiteY336" fmla="*/ 322105 h 1078499"/>
                <a:gd name="connsiteX337" fmla="*/ 2180720 w 3024845"/>
                <a:gd name="connsiteY337" fmla="*/ 575033 h 1078499"/>
                <a:gd name="connsiteX338" fmla="*/ 2245574 w 3024845"/>
                <a:gd name="connsiteY338" fmla="*/ 575033 h 1078499"/>
                <a:gd name="connsiteX339" fmla="*/ 2245574 w 3024845"/>
                <a:gd name="connsiteY339" fmla="*/ 650695 h 1078499"/>
                <a:gd name="connsiteX340" fmla="*/ 2253681 w 3024845"/>
                <a:gd name="connsiteY340" fmla="*/ 650695 h 1078499"/>
                <a:gd name="connsiteX341" fmla="*/ 2255708 w 3024845"/>
                <a:gd name="connsiteY341" fmla="*/ 644210 h 1078499"/>
                <a:gd name="connsiteX342" fmla="*/ 2261788 w 3024845"/>
                <a:gd name="connsiteY342" fmla="*/ 644210 h 1078499"/>
                <a:gd name="connsiteX343" fmla="*/ 2263815 w 3024845"/>
                <a:gd name="connsiteY343" fmla="*/ 652857 h 1078499"/>
                <a:gd name="connsiteX344" fmla="*/ 2275975 w 3024845"/>
                <a:gd name="connsiteY344" fmla="*/ 652857 h 1078499"/>
                <a:gd name="connsiteX345" fmla="*/ 2275975 w 3024845"/>
                <a:gd name="connsiteY345" fmla="*/ 646371 h 1078499"/>
                <a:gd name="connsiteX346" fmla="*/ 2298268 w 3024845"/>
                <a:gd name="connsiteY346" fmla="*/ 646371 h 1078499"/>
                <a:gd name="connsiteX347" fmla="*/ 2298268 w 3024845"/>
                <a:gd name="connsiteY347" fmla="*/ 652857 h 1078499"/>
                <a:gd name="connsiteX348" fmla="*/ 2318535 w 3024845"/>
                <a:gd name="connsiteY348" fmla="*/ 652857 h 1078499"/>
                <a:gd name="connsiteX349" fmla="*/ 2318535 w 3024845"/>
                <a:gd name="connsiteY349" fmla="*/ 698254 h 1078499"/>
                <a:gd name="connsiteX350" fmla="*/ 2332722 w 3024845"/>
                <a:gd name="connsiteY350" fmla="*/ 698254 h 1078499"/>
                <a:gd name="connsiteX351" fmla="*/ 2332722 w 3024845"/>
                <a:gd name="connsiteY351" fmla="*/ 685283 h 1078499"/>
                <a:gd name="connsiteX352" fmla="*/ 2348936 w 3024845"/>
                <a:gd name="connsiteY352" fmla="*/ 685283 h 1078499"/>
                <a:gd name="connsiteX353" fmla="*/ 2348936 w 3024845"/>
                <a:gd name="connsiteY353" fmla="*/ 505856 h 1078499"/>
                <a:gd name="connsiteX354" fmla="*/ 2355016 w 3024845"/>
                <a:gd name="connsiteY354" fmla="*/ 499370 h 1078499"/>
                <a:gd name="connsiteX355" fmla="*/ 2427977 w 3024845"/>
                <a:gd name="connsiteY355" fmla="*/ 499370 h 1078499"/>
                <a:gd name="connsiteX356" fmla="*/ 2427977 w 3024845"/>
                <a:gd name="connsiteY356" fmla="*/ 508018 h 1078499"/>
                <a:gd name="connsiteX357" fmla="*/ 2438110 w 3024845"/>
                <a:gd name="connsiteY357" fmla="*/ 508018 h 1078499"/>
                <a:gd name="connsiteX358" fmla="*/ 2438110 w 3024845"/>
                <a:gd name="connsiteY358" fmla="*/ 622592 h 1078499"/>
                <a:gd name="connsiteX359" fmla="*/ 2460404 w 3024845"/>
                <a:gd name="connsiteY359" fmla="*/ 622592 h 1078499"/>
                <a:gd name="connsiteX360" fmla="*/ 2460404 w 3024845"/>
                <a:gd name="connsiteY360" fmla="*/ 555577 h 1078499"/>
                <a:gd name="connsiteX361" fmla="*/ 2486751 w 3024845"/>
                <a:gd name="connsiteY361" fmla="*/ 555577 h 1078499"/>
                <a:gd name="connsiteX362" fmla="*/ 2490804 w 3024845"/>
                <a:gd name="connsiteY362" fmla="*/ 551253 h 1078499"/>
                <a:gd name="connsiteX363" fmla="*/ 2498911 w 3024845"/>
                <a:gd name="connsiteY363" fmla="*/ 551253 h 1078499"/>
                <a:gd name="connsiteX364" fmla="*/ 2502964 w 3024845"/>
                <a:gd name="connsiteY364" fmla="*/ 555577 h 1078499"/>
                <a:gd name="connsiteX365" fmla="*/ 2525258 w 3024845"/>
                <a:gd name="connsiteY365" fmla="*/ 555577 h 1078499"/>
                <a:gd name="connsiteX366" fmla="*/ 2525258 w 3024845"/>
                <a:gd name="connsiteY366" fmla="*/ 438841 h 1078499"/>
                <a:gd name="connsiteX367" fmla="*/ 2582005 w 3024845"/>
                <a:gd name="connsiteY367" fmla="*/ 428032 h 1078499"/>
                <a:gd name="connsiteX368" fmla="*/ 2582005 w 3024845"/>
                <a:gd name="connsiteY368" fmla="*/ 429113 h 1078499"/>
                <a:gd name="connsiteX369" fmla="*/ 2582005 w 3024845"/>
                <a:gd name="connsiteY369" fmla="*/ 436679 h 1078499"/>
                <a:gd name="connsiteX370" fmla="*/ 2608352 w 3024845"/>
                <a:gd name="connsiteY370" fmla="*/ 436679 h 1078499"/>
                <a:gd name="connsiteX371" fmla="*/ 2608352 w 3024845"/>
                <a:gd name="connsiteY371" fmla="*/ 691769 h 1078499"/>
                <a:gd name="connsiteX372" fmla="*/ 2630646 w 3024845"/>
                <a:gd name="connsiteY372" fmla="*/ 691769 h 1078499"/>
                <a:gd name="connsiteX373" fmla="*/ 2630646 w 3024845"/>
                <a:gd name="connsiteY373" fmla="*/ 687445 h 1078499"/>
                <a:gd name="connsiteX374" fmla="*/ 2642806 w 3024845"/>
                <a:gd name="connsiteY374" fmla="*/ 687445 h 1078499"/>
                <a:gd name="connsiteX375" fmla="*/ 2642806 w 3024845"/>
                <a:gd name="connsiteY375" fmla="*/ 691769 h 1078499"/>
                <a:gd name="connsiteX376" fmla="*/ 2667126 w 3024845"/>
                <a:gd name="connsiteY376" fmla="*/ 691769 h 1078499"/>
                <a:gd name="connsiteX377" fmla="*/ 2667126 w 3024845"/>
                <a:gd name="connsiteY377" fmla="*/ 678798 h 1078499"/>
                <a:gd name="connsiteX378" fmla="*/ 2695500 w 3024845"/>
                <a:gd name="connsiteY378" fmla="*/ 678798 h 1078499"/>
                <a:gd name="connsiteX379" fmla="*/ 2707660 w 3024845"/>
                <a:gd name="connsiteY379" fmla="*/ 674474 h 1078499"/>
                <a:gd name="connsiteX380" fmla="*/ 2727927 w 3024845"/>
                <a:gd name="connsiteY380" fmla="*/ 678798 h 1078499"/>
                <a:gd name="connsiteX381" fmla="*/ 2727927 w 3024845"/>
                <a:gd name="connsiteY381" fmla="*/ 661504 h 1078499"/>
                <a:gd name="connsiteX382" fmla="*/ 2736034 w 3024845"/>
                <a:gd name="connsiteY382" fmla="*/ 661504 h 1078499"/>
                <a:gd name="connsiteX383" fmla="*/ 2736034 w 3024845"/>
                <a:gd name="connsiteY383" fmla="*/ 648533 h 1078499"/>
                <a:gd name="connsiteX384" fmla="*/ 2792781 w 3024845"/>
                <a:gd name="connsiteY384" fmla="*/ 648533 h 1078499"/>
                <a:gd name="connsiteX385" fmla="*/ 2792781 w 3024845"/>
                <a:gd name="connsiteY385" fmla="*/ 618268 h 1078499"/>
                <a:gd name="connsiteX386" fmla="*/ 2811021 w 3024845"/>
                <a:gd name="connsiteY386" fmla="*/ 618268 h 1078499"/>
                <a:gd name="connsiteX387" fmla="*/ 2811021 w 3024845"/>
                <a:gd name="connsiteY387" fmla="*/ 611783 h 1078499"/>
                <a:gd name="connsiteX388" fmla="*/ 2823181 w 3024845"/>
                <a:gd name="connsiteY388" fmla="*/ 611783 h 1078499"/>
                <a:gd name="connsiteX389" fmla="*/ 2823181 w 3024845"/>
                <a:gd name="connsiteY389" fmla="*/ 618268 h 1078499"/>
                <a:gd name="connsiteX390" fmla="*/ 2839395 w 3024845"/>
                <a:gd name="connsiteY390" fmla="*/ 618268 h 1078499"/>
                <a:gd name="connsiteX391" fmla="*/ 2839395 w 3024845"/>
                <a:gd name="connsiteY391" fmla="*/ 667989 h 1078499"/>
                <a:gd name="connsiteX392" fmla="*/ 2871822 w 3024845"/>
                <a:gd name="connsiteY392" fmla="*/ 667989 h 1078499"/>
                <a:gd name="connsiteX393" fmla="*/ 2871822 w 3024845"/>
                <a:gd name="connsiteY393" fmla="*/ 642048 h 1078499"/>
                <a:gd name="connsiteX394" fmla="*/ 2910329 w 3024845"/>
                <a:gd name="connsiteY394" fmla="*/ 642048 h 1078499"/>
                <a:gd name="connsiteX395" fmla="*/ 2910329 w 3024845"/>
                <a:gd name="connsiteY395" fmla="*/ 611783 h 1078499"/>
                <a:gd name="connsiteX396" fmla="*/ 2958970 w 3024845"/>
                <a:gd name="connsiteY396" fmla="*/ 611783 h 1078499"/>
                <a:gd name="connsiteX397" fmla="*/ 2958970 w 3024845"/>
                <a:gd name="connsiteY397" fmla="*/ 722939 h 1078499"/>
                <a:gd name="connsiteX398" fmla="*/ 2958970 w 3024845"/>
                <a:gd name="connsiteY398" fmla="*/ 736718 h 1078499"/>
                <a:gd name="connsiteX399" fmla="*/ 3024845 w 3024845"/>
                <a:gd name="connsiteY399" fmla="*/ 736718 h 1078499"/>
                <a:gd name="connsiteX400" fmla="*/ 3024845 w 3024845"/>
                <a:gd name="connsiteY400" fmla="*/ 1078499 h 1078499"/>
                <a:gd name="connsiteX401" fmla="*/ 2054 w 3024845"/>
                <a:gd name="connsiteY401" fmla="*/ 1076166 h 1078499"/>
                <a:gd name="connsiteX402" fmla="*/ 0 w 3024845"/>
                <a:gd name="connsiteY402" fmla="*/ 642048 h 1078499"/>
                <a:gd name="connsiteX403" fmla="*/ 20267 w 3024845"/>
                <a:gd name="connsiteY403" fmla="*/ 642048 h 1078499"/>
                <a:gd name="connsiteX404" fmla="*/ 20774 w 3024845"/>
                <a:gd name="connsiteY404" fmla="*/ 640967 h 1078499"/>
                <a:gd name="connsiteX405" fmla="*/ 24320 w 3024845"/>
                <a:gd name="connsiteY405" fmla="*/ 633401 h 1078499"/>
                <a:gd name="connsiteX406" fmla="*/ 26094 w 3024845"/>
                <a:gd name="connsiteY406" fmla="*/ 633671 h 1078499"/>
                <a:gd name="connsiteX407" fmla="*/ 38507 w 3024845"/>
                <a:gd name="connsiteY407" fmla="*/ 635562 h 1078499"/>
                <a:gd name="connsiteX408" fmla="*/ 39014 w 3024845"/>
                <a:gd name="connsiteY408" fmla="*/ 636914 h 1078499"/>
                <a:gd name="connsiteX409" fmla="*/ 42560 w 3024845"/>
                <a:gd name="connsiteY409" fmla="*/ 646371 h 1078499"/>
                <a:gd name="connsiteX410" fmla="*/ 68907 w 3024845"/>
                <a:gd name="connsiteY410" fmla="*/ 648533 h 1078499"/>
                <a:gd name="connsiteX411" fmla="*/ 68907 w 3024845"/>
                <a:gd name="connsiteY411" fmla="*/ 525312 h 1078499"/>
                <a:gd name="connsiteX412" fmla="*/ 70934 w 3024845"/>
                <a:gd name="connsiteY412" fmla="*/ 525312 h 1078499"/>
                <a:gd name="connsiteX413" fmla="*/ 85121 w 3024845"/>
                <a:gd name="connsiteY413" fmla="*/ 525312 h 1078499"/>
                <a:gd name="connsiteX414" fmla="*/ 85121 w 3024845"/>
                <a:gd name="connsiteY414" fmla="*/ 389120 h 1078499"/>
                <a:gd name="connsiteX415" fmla="*/ 86894 w 3024845"/>
                <a:gd name="connsiteY415" fmla="*/ 389120 h 1078499"/>
                <a:gd name="connsiteX416" fmla="*/ 99308 w 3024845"/>
                <a:gd name="connsiteY416" fmla="*/ 389120 h 1078499"/>
                <a:gd name="connsiteX417" fmla="*/ 99308 w 3024845"/>
                <a:gd name="connsiteY417" fmla="*/ 274546 h 1078499"/>
                <a:gd name="connsiteX418" fmla="*/ 103361 w 3024845"/>
                <a:gd name="connsiteY418" fmla="*/ 246442 h 1078499"/>
                <a:gd name="connsiteX419" fmla="*/ 105388 w 3024845"/>
                <a:gd name="connsiteY419" fmla="*/ 246442 h 1078499"/>
                <a:gd name="connsiteX420" fmla="*/ 119575 w 3024845"/>
                <a:gd name="connsiteY420"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2480 w 3024845"/>
                <a:gd name="connsiteY325" fmla="*/ 138353 h 1078499"/>
                <a:gd name="connsiteX326" fmla="*/ 2168560 w 3024845"/>
                <a:gd name="connsiteY326" fmla="*/ 144839 h 1078499"/>
                <a:gd name="connsiteX327" fmla="*/ 2166533 w 3024845"/>
                <a:gd name="connsiteY327" fmla="*/ 151324 h 1078499"/>
                <a:gd name="connsiteX328" fmla="*/ 2166533 w 3024845"/>
                <a:gd name="connsiteY328" fmla="*/ 229148 h 1078499"/>
                <a:gd name="connsiteX329" fmla="*/ 2168560 w 3024845"/>
                <a:gd name="connsiteY329" fmla="*/ 233472 h 1078499"/>
                <a:gd name="connsiteX330" fmla="*/ 2168560 w 3024845"/>
                <a:gd name="connsiteY330" fmla="*/ 255090 h 1078499"/>
                <a:gd name="connsiteX331" fmla="*/ 2182747 w 3024845"/>
                <a:gd name="connsiteY331" fmla="*/ 255090 h 1078499"/>
                <a:gd name="connsiteX332" fmla="*/ 2182747 w 3024845"/>
                <a:gd name="connsiteY332" fmla="*/ 272384 h 1078499"/>
                <a:gd name="connsiteX333" fmla="*/ 2190854 w 3024845"/>
                <a:gd name="connsiteY333" fmla="*/ 296163 h 1078499"/>
                <a:gd name="connsiteX334" fmla="*/ 2184774 w 3024845"/>
                <a:gd name="connsiteY334" fmla="*/ 300487 h 1078499"/>
                <a:gd name="connsiteX335" fmla="*/ 2172613 w 3024845"/>
                <a:gd name="connsiteY335" fmla="*/ 322105 h 1078499"/>
                <a:gd name="connsiteX336" fmla="*/ 2180720 w 3024845"/>
                <a:gd name="connsiteY336" fmla="*/ 575033 h 1078499"/>
                <a:gd name="connsiteX337" fmla="*/ 2245574 w 3024845"/>
                <a:gd name="connsiteY337" fmla="*/ 575033 h 1078499"/>
                <a:gd name="connsiteX338" fmla="*/ 2245574 w 3024845"/>
                <a:gd name="connsiteY338" fmla="*/ 650695 h 1078499"/>
                <a:gd name="connsiteX339" fmla="*/ 2253681 w 3024845"/>
                <a:gd name="connsiteY339" fmla="*/ 650695 h 1078499"/>
                <a:gd name="connsiteX340" fmla="*/ 2255708 w 3024845"/>
                <a:gd name="connsiteY340" fmla="*/ 644210 h 1078499"/>
                <a:gd name="connsiteX341" fmla="*/ 2261788 w 3024845"/>
                <a:gd name="connsiteY341" fmla="*/ 644210 h 1078499"/>
                <a:gd name="connsiteX342" fmla="*/ 2263815 w 3024845"/>
                <a:gd name="connsiteY342" fmla="*/ 652857 h 1078499"/>
                <a:gd name="connsiteX343" fmla="*/ 2275975 w 3024845"/>
                <a:gd name="connsiteY343" fmla="*/ 652857 h 1078499"/>
                <a:gd name="connsiteX344" fmla="*/ 2275975 w 3024845"/>
                <a:gd name="connsiteY344" fmla="*/ 646371 h 1078499"/>
                <a:gd name="connsiteX345" fmla="*/ 2298268 w 3024845"/>
                <a:gd name="connsiteY345" fmla="*/ 646371 h 1078499"/>
                <a:gd name="connsiteX346" fmla="*/ 2298268 w 3024845"/>
                <a:gd name="connsiteY346" fmla="*/ 652857 h 1078499"/>
                <a:gd name="connsiteX347" fmla="*/ 2318535 w 3024845"/>
                <a:gd name="connsiteY347" fmla="*/ 652857 h 1078499"/>
                <a:gd name="connsiteX348" fmla="*/ 2318535 w 3024845"/>
                <a:gd name="connsiteY348" fmla="*/ 698254 h 1078499"/>
                <a:gd name="connsiteX349" fmla="*/ 2332722 w 3024845"/>
                <a:gd name="connsiteY349" fmla="*/ 698254 h 1078499"/>
                <a:gd name="connsiteX350" fmla="*/ 2332722 w 3024845"/>
                <a:gd name="connsiteY350" fmla="*/ 685283 h 1078499"/>
                <a:gd name="connsiteX351" fmla="*/ 2348936 w 3024845"/>
                <a:gd name="connsiteY351" fmla="*/ 685283 h 1078499"/>
                <a:gd name="connsiteX352" fmla="*/ 2348936 w 3024845"/>
                <a:gd name="connsiteY352" fmla="*/ 505856 h 1078499"/>
                <a:gd name="connsiteX353" fmla="*/ 2355016 w 3024845"/>
                <a:gd name="connsiteY353" fmla="*/ 499370 h 1078499"/>
                <a:gd name="connsiteX354" fmla="*/ 2427977 w 3024845"/>
                <a:gd name="connsiteY354" fmla="*/ 499370 h 1078499"/>
                <a:gd name="connsiteX355" fmla="*/ 2427977 w 3024845"/>
                <a:gd name="connsiteY355" fmla="*/ 508018 h 1078499"/>
                <a:gd name="connsiteX356" fmla="*/ 2438110 w 3024845"/>
                <a:gd name="connsiteY356" fmla="*/ 508018 h 1078499"/>
                <a:gd name="connsiteX357" fmla="*/ 2438110 w 3024845"/>
                <a:gd name="connsiteY357" fmla="*/ 622592 h 1078499"/>
                <a:gd name="connsiteX358" fmla="*/ 2460404 w 3024845"/>
                <a:gd name="connsiteY358" fmla="*/ 622592 h 1078499"/>
                <a:gd name="connsiteX359" fmla="*/ 2460404 w 3024845"/>
                <a:gd name="connsiteY359" fmla="*/ 555577 h 1078499"/>
                <a:gd name="connsiteX360" fmla="*/ 2486751 w 3024845"/>
                <a:gd name="connsiteY360" fmla="*/ 555577 h 1078499"/>
                <a:gd name="connsiteX361" fmla="*/ 2490804 w 3024845"/>
                <a:gd name="connsiteY361" fmla="*/ 551253 h 1078499"/>
                <a:gd name="connsiteX362" fmla="*/ 2498911 w 3024845"/>
                <a:gd name="connsiteY362" fmla="*/ 551253 h 1078499"/>
                <a:gd name="connsiteX363" fmla="*/ 2502964 w 3024845"/>
                <a:gd name="connsiteY363" fmla="*/ 555577 h 1078499"/>
                <a:gd name="connsiteX364" fmla="*/ 2525258 w 3024845"/>
                <a:gd name="connsiteY364" fmla="*/ 555577 h 1078499"/>
                <a:gd name="connsiteX365" fmla="*/ 2525258 w 3024845"/>
                <a:gd name="connsiteY365" fmla="*/ 438841 h 1078499"/>
                <a:gd name="connsiteX366" fmla="*/ 2582005 w 3024845"/>
                <a:gd name="connsiteY366" fmla="*/ 428032 h 1078499"/>
                <a:gd name="connsiteX367" fmla="*/ 2582005 w 3024845"/>
                <a:gd name="connsiteY367" fmla="*/ 429113 h 1078499"/>
                <a:gd name="connsiteX368" fmla="*/ 2582005 w 3024845"/>
                <a:gd name="connsiteY368" fmla="*/ 436679 h 1078499"/>
                <a:gd name="connsiteX369" fmla="*/ 2608352 w 3024845"/>
                <a:gd name="connsiteY369" fmla="*/ 436679 h 1078499"/>
                <a:gd name="connsiteX370" fmla="*/ 2608352 w 3024845"/>
                <a:gd name="connsiteY370" fmla="*/ 691769 h 1078499"/>
                <a:gd name="connsiteX371" fmla="*/ 2630646 w 3024845"/>
                <a:gd name="connsiteY371" fmla="*/ 691769 h 1078499"/>
                <a:gd name="connsiteX372" fmla="*/ 2630646 w 3024845"/>
                <a:gd name="connsiteY372" fmla="*/ 687445 h 1078499"/>
                <a:gd name="connsiteX373" fmla="*/ 2642806 w 3024845"/>
                <a:gd name="connsiteY373" fmla="*/ 687445 h 1078499"/>
                <a:gd name="connsiteX374" fmla="*/ 2642806 w 3024845"/>
                <a:gd name="connsiteY374" fmla="*/ 691769 h 1078499"/>
                <a:gd name="connsiteX375" fmla="*/ 2667126 w 3024845"/>
                <a:gd name="connsiteY375" fmla="*/ 691769 h 1078499"/>
                <a:gd name="connsiteX376" fmla="*/ 2667126 w 3024845"/>
                <a:gd name="connsiteY376" fmla="*/ 678798 h 1078499"/>
                <a:gd name="connsiteX377" fmla="*/ 2695500 w 3024845"/>
                <a:gd name="connsiteY377" fmla="*/ 678798 h 1078499"/>
                <a:gd name="connsiteX378" fmla="*/ 2707660 w 3024845"/>
                <a:gd name="connsiteY378" fmla="*/ 674474 h 1078499"/>
                <a:gd name="connsiteX379" fmla="*/ 2727927 w 3024845"/>
                <a:gd name="connsiteY379" fmla="*/ 678798 h 1078499"/>
                <a:gd name="connsiteX380" fmla="*/ 2727927 w 3024845"/>
                <a:gd name="connsiteY380" fmla="*/ 661504 h 1078499"/>
                <a:gd name="connsiteX381" fmla="*/ 2736034 w 3024845"/>
                <a:gd name="connsiteY381" fmla="*/ 661504 h 1078499"/>
                <a:gd name="connsiteX382" fmla="*/ 2736034 w 3024845"/>
                <a:gd name="connsiteY382" fmla="*/ 648533 h 1078499"/>
                <a:gd name="connsiteX383" fmla="*/ 2792781 w 3024845"/>
                <a:gd name="connsiteY383" fmla="*/ 648533 h 1078499"/>
                <a:gd name="connsiteX384" fmla="*/ 2792781 w 3024845"/>
                <a:gd name="connsiteY384" fmla="*/ 618268 h 1078499"/>
                <a:gd name="connsiteX385" fmla="*/ 2811021 w 3024845"/>
                <a:gd name="connsiteY385" fmla="*/ 618268 h 1078499"/>
                <a:gd name="connsiteX386" fmla="*/ 2811021 w 3024845"/>
                <a:gd name="connsiteY386" fmla="*/ 611783 h 1078499"/>
                <a:gd name="connsiteX387" fmla="*/ 2823181 w 3024845"/>
                <a:gd name="connsiteY387" fmla="*/ 611783 h 1078499"/>
                <a:gd name="connsiteX388" fmla="*/ 2823181 w 3024845"/>
                <a:gd name="connsiteY388" fmla="*/ 618268 h 1078499"/>
                <a:gd name="connsiteX389" fmla="*/ 2839395 w 3024845"/>
                <a:gd name="connsiteY389" fmla="*/ 618268 h 1078499"/>
                <a:gd name="connsiteX390" fmla="*/ 2839395 w 3024845"/>
                <a:gd name="connsiteY390" fmla="*/ 667989 h 1078499"/>
                <a:gd name="connsiteX391" fmla="*/ 2871822 w 3024845"/>
                <a:gd name="connsiteY391" fmla="*/ 667989 h 1078499"/>
                <a:gd name="connsiteX392" fmla="*/ 2871822 w 3024845"/>
                <a:gd name="connsiteY392" fmla="*/ 642048 h 1078499"/>
                <a:gd name="connsiteX393" fmla="*/ 2910329 w 3024845"/>
                <a:gd name="connsiteY393" fmla="*/ 642048 h 1078499"/>
                <a:gd name="connsiteX394" fmla="*/ 2910329 w 3024845"/>
                <a:gd name="connsiteY394" fmla="*/ 611783 h 1078499"/>
                <a:gd name="connsiteX395" fmla="*/ 2958970 w 3024845"/>
                <a:gd name="connsiteY395" fmla="*/ 611783 h 1078499"/>
                <a:gd name="connsiteX396" fmla="*/ 2958970 w 3024845"/>
                <a:gd name="connsiteY396" fmla="*/ 722939 h 1078499"/>
                <a:gd name="connsiteX397" fmla="*/ 2958970 w 3024845"/>
                <a:gd name="connsiteY397" fmla="*/ 736718 h 1078499"/>
                <a:gd name="connsiteX398" fmla="*/ 3024845 w 3024845"/>
                <a:gd name="connsiteY398" fmla="*/ 736718 h 1078499"/>
                <a:gd name="connsiteX399" fmla="*/ 3024845 w 3024845"/>
                <a:gd name="connsiteY399" fmla="*/ 1078499 h 1078499"/>
                <a:gd name="connsiteX400" fmla="*/ 2054 w 3024845"/>
                <a:gd name="connsiteY400" fmla="*/ 1076166 h 1078499"/>
                <a:gd name="connsiteX401" fmla="*/ 0 w 3024845"/>
                <a:gd name="connsiteY401" fmla="*/ 642048 h 1078499"/>
                <a:gd name="connsiteX402" fmla="*/ 20267 w 3024845"/>
                <a:gd name="connsiteY402" fmla="*/ 642048 h 1078499"/>
                <a:gd name="connsiteX403" fmla="*/ 20774 w 3024845"/>
                <a:gd name="connsiteY403" fmla="*/ 640967 h 1078499"/>
                <a:gd name="connsiteX404" fmla="*/ 24320 w 3024845"/>
                <a:gd name="connsiteY404" fmla="*/ 633401 h 1078499"/>
                <a:gd name="connsiteX405" fmla="*/ 26094 w 3024845"/>
                <a:gd name="connsiteY405" fmla="*/ 633671 h 1078499"/>
                <a:gd name="connsiteX406" fmla="*/ 38507 w 3024845"/>
                <a:gd name="connsiteY406" fmla="*/ 635562 h 1078499"/>
                <a:gd name="connsiteX407" fmla="*/ 39014 w 3024845"/>
                <a:gd name="connsiteY407" fmla="*/ 636914 h 1078499"/>
                <a:gd name="connsiteX408" fmla="*/ 42560 w 3024845"/>
                <a:gd name="connsiteY408" fmla="*/ 646371 h 1078499"/>
                <a:gd name="connsiteX409" fmla="*/ 68907 w 3024845"/>
                <a:gd name="connsiteY409" fmla="*/ 648533 h 1078499"/>
                <a:gd name="connsiteX410" fmla="*/ 68907 w 3024845"/>
                <a:gd name="connsiteY410" fmla="*/ 525312 h 1078499"/>
                <a:gd name="connsiteX411" fmla="*/ 70934 w 3024845"/>
                <a:gd name="connsiteY411" fmla="*/ 525312 h 1078499"/>
                <a:gd name="connsiteX412" fmla="*/ 85121 w 3024845"/>
                <a:gd name="connsiteY412" fmla="*/ 525312 h 1078499"/>
                <a:gd name="connsiteX413" fmla="*/ 85121 w 3024845"/>
                <a:gd name="connsiteY413" fmla="*/ 389120 h 1078499"/>
                <a:gd name="connsiteX414" fmla="*/ 86894 w 3024845"/>
                <a:gd name="connsiteY414" fmla="*/ 389120 h 1078499"/>
                <a:gd name="connsiteX415" fmla="*/ 99308 w 3024845"/>
                <a:gd name="connsiteY415" fmla="*/ 389120 h 1078499"/>
                <a:gd name="connsiteX416" fmla="*/ 99308 w 3024845"/>
                <a:gd name="connsiteY416" fmla="*/ 274546 h 1078499"/>
                <a:gd name="connsiteX417" fmla="*/ 103361 w 3024845"/>
                <a:gd name="connsiteY417" fmla="*/ 246442 h 1078499"/>
                <a:gd name="connsiteX418" fmla="*/ 105388 w 3024845"/>
                <a:gd name="connsiteY418" fmla="*/ 246442 h 1078499"/>
                <a:gd name="connsiteX419" fmla="*/ 119575 w 3024845"/>
                <a:gd name="connsiteY419" fmla="*/ 246442 h 1078499"/>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72613 w 3024845"/>
                <a:gd name="connsiteY334" fmla="*/ 302649 h 1059043"/>
                <a:gd name="connsiteX335" fmla="*/ 2180720 w 3024845"/>
                <a:gd name="connsiteY335" fmla="*/ 555577 h 1059043"/>
                <a:gd name="connsiteX336" fmla="*/ 2245574 w 3024845"/>
                <a:gd name="connsiteY336" fmla="*/ 555577 h 1059043"/>
                <a:gd name="connsiteX337" fmla="*/ 2245574 w 3024845"/>
                <a:gd name="connsiteY337" fmla="*/ 631239 h 1059043"/>
                <a:gd name="connsiteX338" fmla="*/ 2253681 w 3024845"/>
                <a:gd name="connsiteY338" fmla="*/ 631239 h 1059043"/>
                <a:gd name="connsiteX339" fmla="*/ 2255708 w 3024845"/>
                <a:gd name="connsiteY339" fmla="*/ 624754 h 1059043"/>
                <a:gd name="connsiteX340" fmla="*/ 2261788 w 3024845"/>
                <a:gd name="connsiteY340" fmla="*/ 624754 h 1059043"/>
                <a:gd name="connsiteX341" fmla="*/ 2263815 w 3024845"/>
                <a:gd name="connsiteY341" fmla="*/ 633401 h 1059043"/>
                <a:gd name="connsiteX342" fmla="*/ 2275975 w 3024845"/>
                <a:gd name="connsiteY342" fmla="*/ 633401 h 1059043"/>
                <a:gd name="connsiteX343" fmla="*/ 2275975 w 3024845"/>
                <a:gd name="connsiteY343" fmla="*/ 626915 h 1059043"/>
                <a:gd name="connsiteX344" fmla="*/ 2298268 w 3024845"/>
                <a:gd name="connsiteY344" fmla="*/ 626915 h 1059043"/>
                <a:gd name="connsiteX345" fmla="*/ 2298268 w 3024845"/>
                <a:gd name="connsiteY345" fmla="*/ 633401 h 1059043"/>
                <a:gd name="connsiteX346" fmla="*/ 2318535 w 3024845"/>
                <a:gd name="connsiteY346" fmla="*/ 633401 h 1059043"/>
                <a:gd name="connsiteX347" fmla="*/ 2318535 w 3024845"/>
                <a:gd name="connsiteY347" fmla="*/ 678798 h 1059043"/>
                <a:gd name="connsiteX348" fmla="*/ 2332722 w 3024845"/>
                <a:gd name="connsiteY348" fmla="*/ 678798 h 1059043"/>
                <a:gd name="connsiteX349" fmla="*/ 2332722 w 3024845"/>
                <a:gd name="connsiteY349" fmla="*/ 665827 h 1059043"/>
                <a:gd name="connsiteX350" fmla="*/ 2348936 w 3024845"/>
                <a:gd name="connsiteY350" fmla="*/ 665827 h 1059043"/>
                <a:gd name="connsiteX351" fmla="*/ 2348936 w 3024845"/>
                <a:gd name="connsiteY351" fmla="*/ 486400 h 1059043"/>
                <a:gd name="connsiteX352" fmla="*/ 2355016 w 3024845"/>
                <a:gd name="connsiteY352" fmla="*/ 479914 h 1059043"/>
                <a:gd name="connsiteX353" fmla="*/ 2427977 w 3024845"/>
                <a:gd name="connsiteY353" fmla="*/ 479914 h 1059043"/>
                <a:gd name="connsiteX354" fmla="*/ 2427977 w 3024845"/>
                <a:gd name="connsiteY354" fmla="*/ 488562 h 1059043"/>
                <a:gd name="connsiteX355" fmla="*/ 2438110 w 3024845"/>
                <a:gd name="connsiteY355" fmla="*/ 488562 h 1059043"/>
                <a:gd name="connsiteX356" fmla="*/ 2438110 w 3024845"/>
                <a:gd name="connsiteY356" fmla="*/ 603136 h 1059043"/>
                <a:gd name="connsiteX357" fmla="*/ 2460404 w 3024845"/>
                <a:gd name="connsiteY357" fmla="*/ 603136 h 1059043"/>
                <a:gd name="connsiteX358" fmla="*/ 2460404 w 3024845"/>
                <a:gd name="connsiteY358" fmla="*/ 536121 h 1059043"/>
                <a:gd name="connsiteX359" fmla="*/ 2486751 w 3024845"/>
                <a:gd name="connsiteY359" fmla="*/ 536121 h 1059043"/>
                <a:gd name="connsiteX360" fmla="*/ 2490804 w 3024845"/>
                <a:gd name="connsiteY360" fmla="*/ 531797 h 1059043"/>
                <a:gd name="connsiteX361" fmla="*/ 2498911 w 3024845"/>
                <a:gd name="connsiteY361" fmla="*/ 531797 h 1059043"/>
                <a:gd name="connsiteX362" fmla="*/ 2502964 w 3024845"/>
                <a:gd name="connsiteY362" fmla="*/ 536121 h 1059043"/>
                <a:gd name="connsiteX363" fmla="*/ 2525258 w 3024845"/>
                <a:gd name="connsiteY363" fmla="*/ 536121 h 1059043"/>
                <a:gd name="connsiteX364" fmla="*/ 2525258 w 3024845"/>
                <a:gd name="connsiteY364" fmla="*/ 419385 h 1059043"/>
                <a:gd name="connsiteX365" fmla="*/ 2582005 w 3024845"/>
                <a:gd name="connsiteY365" fmla="*/ 408576 h 1059043"/>
                <a:gd name="connsiteX366" fmla="*/ 2582005 w 3024845"/>
                <a:gd name="connsiteY366" fmla="*/ 409657 h 1059043"/>
                <a:gd name="connsiteX367" fmla="*/ 2582005 w 3024845"/>
                <a:gd name="connsiteY367" fmla="*/ 417223 h 1059043"/>
                <a:gd name="connsiteX368" fmla="*/ 2608352 w 3024845"/>
                <a:gd name="connsiteY368" fmla="*/ 417223 h 1059043"/>
                <a:gd name="connsiteX369" fmla="*/ 2608352 w 3024845"/>
                <a:gd name="connsiteY369" fmla="*/ 672313 h 1059043"/>
                <a:gd name="connsiteX370" fmla="*/ 2630646 w 3024845"/>
                <a:gd name="connsiteY370" fmla="*/ 672313 h 1059043"/>
                <a:gd name="connsiteX371" fmla="*/ 2630646 w 3024845"/>
                <a:gd name="connsiteY371" fmla="*/ 667989 h 1059043"/>
                <a:gd name="connsiteX372" fmla="*/ 2642806 w 3024845"/>
                <a:gd name="connsiteY372" fmla="*/ 667989 h 1059043"/>
                <a:gd name="connsiteX373" fmla="*/ 2642806 w 3024845"/>
                <a:gd name="connsiteY373" fmla="*/ 672313 h 1059043"/>
                <a:gd name="connsiteX374" fmla="*/ 2667126 w 3024845"/>
                <a:gd name="connsiteY374" fmla="*/ 672313 h 1059043"/>
                <a:gd name="connsiteX375" fmla="*/ 2667126 w 3024845"/>
                <a:gd name="connsiteY375" fmla="*/ 659342 h 1059043"/>
                <a:gd name="connsiteX376" fmla="*/ 2695500 w 3024845"/>
                <a:gd name="connsiteY376" fmla="*/ 659342 h 1059043"/>
                <a:gd name="connsiteX377" fmla="*/ 2707660 w 3024845"/>
                <a:gd name="connsiteY377" fmla="*/ 655018 h 1059043"/>
                <a:gd name="connsiteX378" fmla="*/ 2727927 w 3024845"/>
                <a:gd name="connsiteY378" fmla="*/ 659342 h 1059043"/>
                <a:gd name="connsiteX379" fmla="*/ 2727927 w 3024845"/>
                <a:gd name="connsiteY379" fmla="*/ 642048 h 1059043"/>
                <a:gd name="connsiteX380" fmla="*/ 2736034 w 3024845"/>
                <a:gd name="connsiteY380" fmla="*/ 642048 h 1059043"/>
                <a:gd name="connsiteX381" fmla="*/ 2736034 w 3024845"/>
                <a:gd name="connsiteY381" fmla="*/ 629077 h 1059043"/>
                <a:gd name="connsiteX382" fmla="*/ 2792781 w 3024845"/>
                <a:gd name="connsiteY382" fmla="*/ 629077 h 1059043"/>
                <a:gd name="connsiteX383" fmla="*/ 2792781 w 3024845"/>
                <a:gd name="connsiteY383" fmla="*/ 598812 h 1059043"/>
                <a:gd name="connsiteX384" fmla="*/ 2811021 w 3024845"/>
                <a:gd name="connsiteY384" fmla="*/ 598812 h 1059043"/>
                <a:gd name="connsiteX385" fmla="*/ 2811021 w 3024845"/>
                <a:gd name="connsiteY385" fmla="*/ 592327 h 1059043"/>
                <a:gd name="connsiteX386" fmla="*/ 2823181 w 3024845"/>
                <a:gd name="connsiteY386" fmla="*/ 592327 h 1059043"/>
                <a:gd name="connsiteX387" fmla="*/ 2823181 w 3024845"/>
                <a:gd name="connsiteY387" fmla="*/ 598812 h 1059043"/>
                <a:gd name="connsiteX388" fmla="*/ 2839395 w 3024845"/>
                <a:gd name="connsiteY388" fmla="*/ 598812 h 1059043"/>
                <a:gd name="connsiteX389" fmla="*/ 2839395 w 3024845"/>
                <a:gd name="connsiteY389" fmla="*/ 648533 h 1059043"/>
                <a:gd name="connsiteX390" fmla="*/ 2871822 w 3024845"/>
                <a:gd name="connsiteY390" fmla="*/ 648533 h 1059043"/>
                <a:gd name="connsiteX391" fmla="*/ 2871822 w 3024845"/>
                <a:gd name="connsiteY391" fmla="*/ 622592 h 1059043"/>
                <a:gd name="connsiteX392" fmla="*/ 2910329 w 3024845"/>
                <a:gd name="connsiteY392" fmla="*/ 622592 h 1059043"/>
                <a:gd name="connsiteX393" fmla="*/ 2910329 w 3024845"/>
                <a:gd name="connsiteY393" fmla="*/ 592327 h 1059043"/>
                <a:gd name="connsiteX394" fmla="*/ 2958970 w 3024845"/>
                <a:gd name="connsiteY394" fmla="*/ 592327 h 1059043"/>
                <a:gd name="connsiteX395" fmla="*/ 2958970 w 3024845"/>
                <a:gd name="connsiteY395" fmla="*/ 703483 h 1059043"/>
                <a:gd name="connsiteX396" fmla="*/ 2958970 w 3024845"/>
                <a:gd name="connsiteY396" fmla="*/ 717262 h 1059043"/>
                <a:gd name="connsiteX397" fmla="*/ 3024845 w 3024845"/>
                <a:gd name="connsiteY397" fmla="*/ 717262 h 1059043"/>
                <a:gd name="connsiteX398" fmla="*/ 3024845 w 3024845"/>
                <a:gd name="connsiteY398" fmla="*/ 1059043 h 1059043"/>
                <a:gd name="connsiteX399" fmla="*/ 2054 w 3024845"/>
                <a:gd name="connsiteY399" fmla="*/ 1056710 h 1059043"/>
                <a:gd name="connsiteX400" fmla="*/ 0 w 3024845"/>
                <a:gd name="connsiteY400" fmla="*/ 622592 h 1059043"/>
                <a:gd name="connsiteX401" fmla="*/ 20267 w 3024845"/>
                <a:gd name="connsiteY401" fmla="*/ 622592 h 1059043"/>
                <a:gd name="connsiteX402" fmla="*/ 20774 w 3024845"/>
                <a:gd name="connsiteY402" fmla="*/ 621511 h 1059043"/>
                <a:gd name="connsiteX403" fmla="*/ 24320 w 3024845"/>
                <a:gd name="connsiteY403" fmla="*/ 613945 h 1059043"/>
                <a:gd name="connsiteX404" fmla="*/ 26094 w 3024845"/>
                <a:gd name="connsiteY404" fmla="*/ 614215 h 1059043"/>
                <a:gd name="connsiteX405" fmla="*/ 38507 w 3024845"/>
                <a:gd name="connsiteY405" fmla="*/ 616106 h 1059043"/>
                <a:gd name="connsiteX406" fmla="*/ 39014 w 3024845"/>
                <a:gd name="connsiteY406" fmla="*/ 617458 h 1059043"/>
                <a:gd name="connsiteX407" fmla="*/ 42560 w 3024845"/>
                <a:gd name="connsiteY407" fmla="*/ 626915 h 1059043"/>
                <a:gd name="connsiteX408" fmla="*/ 68907 w 3024845"/>
                <a:gd name="connsiteY408" fmla="*/ 629077 h 1059043"/>
                <a:gd name="connsiteX409" fmla="*/ 68907 w 3024845"/>
                <a:gd name="connsiteY409" fmla="*/ 505856 h 1059043"/>
                <a:gd name="connsiteX410" fmla="*/ 70934 w 3024845"/>
                <a:gd name="connsiteY410" fmla="*/ 505856 h 1059043"/>
                <a:gd name="connsiteX411" fmla="*/ 85121 w 3024845"/>
                <a:gd name="connsiteY411" fmla="*/ 505856 h 1059043"/>
                <a:gd name="connsiteX412" fmla="*/ 85121 w 3024845"/>
                <a:gd name="connsiteY412" fmla="*/ 369664 h 1059043"/>
                <a:gd name="connsiteX413" fmla="*/ 86894 w 3024845"/>
                <a:gd name="connsiteY413" fmla="*/ 369664 h 1059043"/>
                <a:gd name="connsiteX414" fmla="*/ 99308 w 3024845"/>
                <a:gd name="connsiteY414" fmla="*/ 369664 h 1059043"/>
                <a:gd name="connsiteX415" fmla="*/ 99308 w 3024845"/>
                <a:gd name="connsiteY415" fmla="*/ 255090 h 1059043"/>
                <a:gd name="connsiteX416" fmla="*/ 103361 w 3024845"/>
                <a:gd name="connsiteY416" fmla="*/ 226986 h 1059043"/>
                <a:gd name="connsiteX417" fmla="*/ 105388 w 3024845"/>
                <a:gd name="connsiteY417" fmla="*/ 226986 h 1059043"/>
                <a:gd name="connsiteX418" fmla="*/ 119575 w 3024845"/>
                <a:gd name="connsiteY41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80720 w 3024845"/>
                <a:gd name="connsiteY334" fmla="*/ 555577 h 1059043"/>
                <a:gd name="connsiteX335" fmla="*/ 2245574 w 3024845"/>
                <a:gd name="connsiteY335" fmla="*/ 555577 h 1059043"/>
                <a:gd name="connsiteX336" fmla="*/ 2245574 w 3024845"/>
                <a:gd name="connsiteY336" fmla="*/ 631239 h 1059043"/>
                <a:gd name="connsiteX337" fmla="*/ 2253681 w 3024845"/>
                <a:gd name="connsiteY337" fmla="*/ 631239 h 1059043"/>
                <a:gd name="connsiteX338" fmla="*/ 2255708 w 3024845"/>
                <a:gd name="connsiteY338" fmla="*/ 624754 h 1059043"/>
                <a:gd name="connsiteX339" fmla="*/ 2261788 w 3024845"/>
                <a:gd name="connsiteY339" fmla="*/ 624754 h 1059043"/>
                <a:gd name="connsiteX340" fmla="*/ 2263815 w 3024845"/>
                <a:gd name="connsiteY340" fmla="*/ 633401 h 1059043"/>
                <a:gd name="connsiteX341" fmla="*/ 2275975 w 3024845"/>
                <a:gd name="connsiteY341" fmla="*/ 633401 h 1059043"/>
                <a:gd name="connsiteX342" fmla="*/ 2275975 w 3024845"/>
                <a:gd name="connsiteY342" fmla="*/ 626915 h 1059043"/>
                <a:gd name="connsiteX343" fmla="*/ 2298268 w 3024845"/>
                <a:gd name="connsiteY343" fmla="*/ 626915 h 1059043"/>
                <a:gd name="connsiteX344" fmla="*/ 2298268 w 3024845"/>
                <a:gd name="connsiteY344" fmla="*/ 633401 h 1059043"/>
                <a:gd name="connsiteX345" fmla="*/ 2318535 w 3024845"/>
                <a:gd name="connsiteY345" fmla="*/ 633401 h 1059043"/>
                <a:gd name="connsiteX346" fmla="*/ 2318535 w 3024845"/>
                <a:gd name="connsiteY346" fmla="*/ 678798 h 1059043"/>
                <a:gd name="connsiteX347" fmla="*/ 2332722 w 3024845"/>
                <a:gd name="connsiteY347" fmla="*/ 678798 h 1059043"/>
                <a:gd name="connsiteX348" fmla="*/ 2332722 w 3024845"/>
                <a:gd name="connsiteY348" fmla="*/ 665827 h 1059043"/>
                <a:gd name="connsiteX349" fmla="*/ 2348936 w 3024845"/>
                <a:gd name="connsiteY349" fmla="*/ 665827 h 1059043"/>
                <a:gd name="connsiteX350" fmla="*/ 2348936 w 3024845"/>
                <a:gd name="connsiteY350" fmla="*/ 486400 h 1059043"/>
                <a:gd name="connsiteX351" fmla="*/ 2355016 w 3024845"/>
                <a:gd name="connsiteY351" fmla="*/ 479914 h 1059043"/>
                <a:gd name="connsiteX352" fmla="*/ 2427977 w 3024845"/>
                <a:gd name="connsiteY352" fmla="*/ 479914 h 1059043"/>
                <a:gd name="connsiteX353" fmla="*/ 2427977 w 3024845"/>
                <a:gd name="connsiteY353" fmla="*/ 488562 h 1059043"/>
                <a:gd name="connsiteX354" fmla="*/ 2438110 w 3024845"/>
                <a:gd name="connsiteY354" fmla="*/ 488562 h 1059043"/>
                <a:gd name="connsiteX355" fmla="*/ 2438110 w 3024845"/>
                <a:gd name="connsiteY355" fmla="*/ 603136 h 1059043"/>
                <a:gd name="connsiteX356" fmla="*/ 2460404 w 3024845"/>
                <a:gd name="connsiteY356" fmla="*/ 603136 h 1059043"/>
                <a:gd name="connsiteX357" fmla="*/ 2460404 w 3024845"/>
                <a:gd name="connsiteY357" fmla="*/ 536121 h 1059043"/>
                <a:gd name="connsiteX358" fmla="*/ 2486751 w 3024845"/>
                <a:gd name="connsiteY358" fmla="*/ 536121 h 1059043"/>
                <a:gd name="connsiteX359" fmla="*/ 2490804 w 3024845"/>
                <a:gd name="connsiteY359" fmla="*/ 531797 h 1059043"/>
                <a:gd name="connsiteX360" fmla="*/ 2498911 w 3024845"/>
                <a:gd name="connsiteY360" fmla="*/ 531797 h 1059043"/>
                <a:gd name="connsiteX361" fmla="*/ 2502964 w 3024845"/>
                <a:gd name="connsiteY361" fmla="*/ 536121 h 1059043"/>
                <a:gd name="connsiteX362" fmla="*/ 2525258 w 3024845"/>
                <a:gd name="connsiteY362" fmla="*/ 536121 h 1059043"/>
                <a:gd name="connsiteX363" fmla="*/ 2525258 w 3024845"/>
                <a:gd name="connsiteY363" fmla="*/ 419385 h 1059043"/>
                <a:gd name="connsiteX364" fmla="*/ 2582005 w 3024845"/>
                <a:gd name="connsiteY364" fmla="*/ 408576 h 1059043"/>
                <a:gd name="connsiteX365" fmla="*/ 2582005 w 3024845"/>
                <a:gd name="connsiteY365" fmla="*/ 409657 h 1059043"/>
                <a:gd name="connsiteX366" fmla="*/ 2582005 w 3024845"/>
                <a:gd name="connsiteY366" fmla="*/ 417223 h 1059043"/>
                <a:gd name="connsiteX367" fmla="*/ 2608352 w 3024845"/>
                <a:gd name="connsiteY367" fmla="*/ 417223 h 1059043"/>
                <a:gd name="connsiteX368" fmla="*/ 2608352 w 3024845"/>
                <a:gd name="connsiteY368" fmla="*/ 672313 h 1059043"/>
                <a:gd name="connsiteX369" fmla="*/ 2630646 w 3024845"/>
                <a:gd name="connsiteY369" fmla="*/ 672313 h 1059043"/>
                <a:gd name="connsiteX370" fmla="*/ 2630646 w 3024845"/>
                <a:gd name="connsiteY370" fmla="*/ 667989 h 1059043"/>
                <a:gd name="connsiteX371" fmla="*/ 2642806 w 3024845"/>
                <a:gd name="connsiteY371" fmla="*/ 667989 h 1059043"/>
                <a:gd name="connsiteX372" fmla="*/ 2642806 w 3024845"/>
                <a:gd name="connsiteY372" fmla="*/ 672313 h 1059043"/>
                <a:gd name="connsiteX373" fmla="*/ 2667126 w 3024845"/>
                <a:gd name="connsiteY373" fmla="*/ 672313 h 1059043"/>
                <a:gd name="connsiteX374" fmla="*/ 2667126 w 3024845"/>
                <a:gd name="connsiteY374" fmla="*/ 659342 h 1059043"/>
                <a:gd name="connsiteX375" fmla="*/ 2695500 w 3024845"/>
                <a:gd name="connsiteY375" fmla="*/ 659342 h 1059043"/>
                <a:gd name="connsiteX376" fmla="*/ 2707660 w 3024845"/>
                <a:gd name="connsiteY376" fmla="*/ 655018 h 1059043"/>
                <a:gd name="connsiteX377" fmla="*/ 2727927 w 3024845"/>
                <a:gd name="connsiteY377" fmla="*/ 659342 h 1059043"/>
                <a:gd name="connsiteX378" fmla="*/ 2727927 w 3024845"/>
                <a:gd name="connsiteY378" fmla="*/ 642048 h 1059043"/>
                <a:gd name="connsiteX379" fmla="*/ 2736034 w 3024845"/>
                <a:gd name="connsiteY379" fmla="*/ 642048 h 1059043"/>
                <a:gd name="connsiteX380" fmla="*/ 2736034 w 3024845"/>
                <a:gd name="connsiteY380" fmla="*/ 629077 h 1059043"/>
                <a:gd name="connsiteX381" fmla="*/ 2792781 w 3024845"/>
                <a:gd name="connsiteY381" fmla="*/ 629077 h 1059043"/>
                <a:gd name="connsiteX382" fmla="*/ 2792781 w 3024845"/>
                <a:gd name="connsiteY382" fmla="*/ 598812 h 1059043"/>
                <a:gd name="connsiteX383" fmla="*/ 2811021 w 3024845"/>
                <a:gd name="connsiteY383" fmla="*/ 598812 h 1059043"/>
                <a:gd name="connsiteX384" fmla="*/ 2811021 w 3024845"/>
                <a:gd name="connsiteY384" fmla="*/ 592327 h 1059043"/>
                <a:gd name="connsiteX385" fmla="*/ 2823181 w 3024845"/>
                <a:gd name="connsiteY385" fmla="*/ 592327 h 1059043"/>
                <a:gd name="connsiteX386" fmla="*/ 2823181 w 3024845"/>
                <a:gd name="connsiteY386" fmla="*/ 598812 h 1059043"/>
                <a:gd name="connsiteX387" fmla="*/ 2839395 w 3024845"/>
                <a:gd name="connsiteY387" fmla="*/ 598812 h 1059043"/>
                <a:gd name="connsiteX388" fmla="*/ 2839395 w 3024845"/>
                <a:gd name="connsiteY388" fmla="*/ 648533 h 1059043"/>
                <a:gd name="connsiteX389" fmla="*/ 2871822 w 3024845"/>
                <a:gd name="connsiteY389" fmla="*/ 648533 h 1059043"/>
                <a:gd name="connsiteX390" fmla="*/ 2871822 w 3024845"/>
                <a:gd name="connsiteY390" fmla="*/ 622592 h 1059043"/>
                <a:gd name="connsiteX391" fmla="*/ 2910329 w 3024845"/>
                <a:gd name="connsiteY391" fmla="*/ 622592 h 1059043"/>
                <a:gd name="connsiteX392" fmla="*/ 2910329 w 3024845"/>
                <a:gd name="connsiteY392" fmla="*/ 592327 h 1059043"/>
                <a:gd name="connsiteX393" fmla="*/ 2958970 w 3024845"/>
                <a:gd name="connsiteY393" fmla="*/ 592327 h 1059043"/>
                <a:gd name="connsiteX394" fmla="*/ 2958970 w 3024845"/>
                <a:gd name="connsiteY394" fmla="*/ 703483 h 1059043"/>
                <a:gd name="connsiteX395" fmla="*/ 2958970 w 3024845"/>
                <a:gd name="connsiteY395" fmla="*/ 717262 h 1059043"/>
                <a:gd name="connsiteX396" fmla="*/ 3024845 w 3024845"/>
                <a:gd name="connsiteY396" fmla="*/ 717262 h 1059043"/>
                <a:gd name="connsiteX397" fmla="*/ 3024845 w 3024845"/>
                <a:gd name="connsiteY397" fmla="*/ 1059043 h 1059043"/>
                <a:gd name="connsiteX398" fmla="*/ 2054 w 3024845"/>
                <a:gd name="connsiteY398" fmla="*/ 1056710 h 1059043"/>
                <a:gd name="connsiteX399" fmla="*/ 0 w 3024845"/>
                <a:gd name="connsiteY399" fmla="*/ 622592 h 1059043"/>
                <a:gd name="connsiteX400" fmla="*/ 20267 w 3024845"/>
                <a:gd name="connsiteY400" fmla="*/ 622592 h 1059043"/>
                <a:gd name="connsiteX401" fmla="*/ 20774 w 3024845"/>
                <a:gd name="connsiteY401" fmla="*/ 621511 h 1059043"/>
                <a:gd name="connsiteX402" fmla="*/ 24320 w 3024845"/>
                <a:gd name="connsiteY402" fmla="*/ 613945 h 1059043"/>
                <a:gd name="connsiteX403" fmla="*/ 26094 w 3024845"/>
                <a:gd name="connsiteY403" fmla="*/ 614215 h 1059043"/>
                <a:gd name="connsiteX404" fmla="*/ 38507 w 3024845"/>
                <a:gd name="connsiteY404" fmla="*/ 616106 h 1059043"/>
                <a:gd name="connsiteX405" fmla="*/ 39014 w 3024845"/>
                <a:gd name="connsiteY405" fmla="*/ 617458 h 1059043"/>
                <a:gd name="connsiteX406" fmla="*/ 42560 w 3024845"/>
                <a:gd name="connsiteY406" fmla="*/ 626915 h 1059043"/>
                <a:gd name="connsiteX407" fmla="*/ 68907 w 3024845"/>
                <a:gd name="connsiteY407" fmla="*/ 629077 h 1059043"/>
                <a:gd name="connsiteX408" fmla="*/ 68907 w 3024845"/>
                <a:gd name="connsiteY408" fmla="*/ 505856 h 1059043"/>
                <a:gd name="connsiteX409" fmla="*/ 70934 w 3024845"/>
                <a:gd name="connsiteY409" fmla="*/ 505856 h 1059043"/>
                <a:gd name="connsiteX410" fmla="*/ 85121 w 3024845"/>
                <a:gd name="connsiteY410" fmla="*/ 505856 h 1059043"/>
                <a:gd name="connsiteX411" fmla="*/ 85121 w 3024845"/>
                <a:gd name="connsiteY411" fmla="*/ 369664 h 1059043"/>
                <a:gd name="connsiteX412" fmla="*/ 86894 w 3024845"/>
                <a:gd name="connsiteY412" fmla="*/ 369664 h 1059043"/>
                <a:gd name="connsiteX413" fmla="*/ 99308 w 3024845"/>
                <a:gd name="connsiteY413" fmla="*/ 369664 h 1059043"/>
                <a:gd name="connsiteX414" fmla="*/ 99308 w 3024845"/>
                <a:gd name="connsiteY414" fmla="*/ 255090 h 1059043"/>
                <a:gd name="connsiteX415" fmla="*/ 103361 w 3024845"/>
                <a:gd name="connsiteY415" fmla="*/ 226986 h 1059043"/>
                <a:gd name="connsiteX416" fmla="*/ 105388 w 3024845"/>
                <a:gd name="connsiteY416" fmla="*/ 226986 h 1059043"/>
                <a:gd name="connsiteX417" fmla="*/ 119575 w 3024845"/>
                <a:gd name="connsiteY41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0720 w 3024845"/>
                <a:gd name="connsiteY333" fmla="*/ 555577 h 1059043"/>
                <a:gd name="connsiteX334" fmla="*/ 2245574 w 3024845"/>
                <a:gd name="connsiteY334" fmla="*/ 555577 h 1059043"/>
                <a:gd name="connsiteX335" fmla="*/ 2245574 w 3024845"/>
                <a:gd name="connsiteY335" fmla="*/ 631239 h 1059043"/>
                <a:gd name="connsiteX336" fmla="*/ 2253681 w 3024845"/>
                <a:gd name="connsiteY336" fmla="*/ 631239 h 1059043"/>
                <a:gd name="connsiteX337" fmla="*/ 2255708 w 3024845"/>
                <a:gd name="connsiteY337" fmla="*/ 624754 h 1059043"/>
                <a:gd name="connsiteX338" fmla="*/ 2261788 w 3024845"/>
                <a:gd name="connsiteY338" fmla="*/ 624754 h 1059043"/>
                <a:gd name="connsiteX339" fmla="*/ 2263815 w 3024845"/>
                <a:gd name="connsiteY339" fmla="*/ 633401 h 1059043"/>
                <a:gd name="connsiteX340" fmla="*/ 2275975 w 3024845"/>
                <a:gd name="connsiteY340" fmla="*/ 633401 h 1059043"/>
                <a:gd name="connsiteX341" fmla="*/ 2275975 w 3024845"/>
                <a:gd name="connsiteY341" fmla="*/ 626915 h 1059043"/>
                <a:gd name="connsiteX342" fmla="*/ 2298268 w 3024845"/>
                <a:gd name="connsiteY342" fmla="*/ 626915 h 1059043"/>
                <a:gd name="connsiteX343" fmla="*/ 2298268 w 3024845"/>
                <a:gd name="connsiteY343" fmla="*/ 633401 h 1059043"/>
                <a:gd name="connsiteX344" fmla="*/ 2318535 w 3024845"/>
                <a:gd name="connsiteY344" fmla="*/ 633401 h 1059043"/>
                <a:gd name="connsiteX345" fmla="*/ 2318535 w 3024845"/>
                <a:gd name="connsiteY345" fmla="*/ 678798 h 1059043"/>
                <a:gd name="connsiteX346" fmla="*/ 2332722 w 3024845"/>
                <a:gd name="connsiteY346" fmla="*/ 678798 h 1059043"/>
                <a:gd name="connsiteX347" fmla="*/ 2332722 w 3024845"/>
                <a:gd name="connsiteY347" fmla="*/ 665827 h 1059043"/>
                <a:gd name="connsiteX348" fmla="*/ 2348936 w 3024845"/>
                <a:gd name="connsiteY348" fmla="*/ 665827 h 1059043"/>
                <a:gd name="connsiteX349" fmla="*/ 2348936 w 3024845"/>
                <a:gd name="connsiteY349" fmla="*/ 486400 h 1059043"/>
                <a:gd name="connsiteX350" fmla="*/ 2355016 w 3024845"/>
                <a:gd name="connsiteY350" fmla="*/ 479914 h 1059043"/>
                <a:gd name="connsiteX351" fmla="*/ 2427977 w 3024845"/>
                <a:gd name="connsiteY351" fmla="*/ 479914 h 1059043"/>
                <a:gd name="connsiteX352" fmla="*/ 2427977 w 3024845"/>
                <a:gd name="connsiteY352" fmla="*/ 488562 h 1059043"/>
                <a:gd name="connsiteX353" fmla="*/ 2438110 w 3024845"/>
                <a:gd name="connsiteY353" fmla="*/ 488562 h 1059043"/>
                <a:gd name="connsiteX354" fmla="*/ 2438110 w 3024845"/>
                <a:gd name="connsiteY354" fmla="*/ 603136 h 1059043"/>
                <a:gd name="connsiteX355" fmla="*/ 2460404 w 3024845"/>
                <a:gd name="connsiteY355" fmla="*/ 603136 h 1059043"/>
                <a:gd name="connsiteX356" fmla="*/ 2460404 w 3024845"/>
                <a:gd name="connsiteY356" fmla="*/ 536121 h 1059043"/>
                <a:gd name="connsiteX357" fmla="*/ 2486751 w 3024845"/>
                <a:gd name="connsiteY357" fmla="*/ 536121 h 1059043"/>
                <a:gd name="connsiteX358" fmla="*/ 2490804 w 3024845"/>
                <a:gd name="connsiteY358" fmla="*/ 531797 h 1059043"/>
                <a:gd name="connsiteX359" fmla="*/ 2498911 w 3024845"/>
                <a:gd name="connsiteY359" fmla="*/ 531797 h 1059043"/>
                <a:gd name="connsiteX360" fmla="*/ 2502964 w 3024845"/>
                <a:gd name="connsiteY360" fmla="*/ 536121 h 1059043"/>
                <a:gd name="connsiteX361" fmla="*/ 2525258 w 3024845"/>
                <a:gd name="connsiteY361" fmla="*/ 536121 h 1059043"/>
                <a:gd name="connsiteX362" fmla="*/ 2525258 w 3024845"/>
                <a:gd name="connsiteY362" fmla="*/ 419385 h 1059043"/>
                <a:gd name="connsiteX363" fmla="*/ 2582005 w 3024845"/>
                <a:gd name="connsiteY363" fmla="*/ 408576 h 1059043"/>
                <a:gd name="connsiteX364" fmla="*/ 2582005 w 3024845"/>
                <a:gd name="connsiteY364" fmla="*/ 409657 h 1059043"/>
                <a:gd name="connsiteX365" fmla="*/ 2582005 w 3024845"/>
                <a:gd name="connsiteY365" fmla="*/ 417223 h 1059043"/>
                <a:gd name="connsiteX366" fmla="*/ 2608352 w 3024845"/>
                <a:gd name="connsiteY366" fmla="*/ 417223 h 1059043"/>
                <a:gd name="connsiteX367" fmla="*/ 2608352 w 3024845"/>
                <a:gd name="connsiteY367" fmla="*/ 672313 h 1059043"/>
                <a:gd name="connsiteX368" fmla="*/ 2630646 w 3024845"/>
                <a:gd name="connsiteY368" fmla="*/ 672313 h 1059043"/>
                <a:gd name="connsiteX369" fmla="*/ 2630646 w 3024845"/>
                <a:gd name="connsiteY369" fmla="*/ 667989 h 1059043"/>
                <a:gd name="connsiteX370" fmla="*/ 2642806 w 3024845"/>
                <a:gd name="connsiteY370" fmla="*/ 667989 h 1059043"/>
                <a:gd name="connsiteX371" fmla="*/ 2642806 w 3024845"/>
                <a:gd name="connsiteY371" fmla="*/ 672313 h 1059043"/>
                <a:gd name="connsiteX372" fmla="*/ 2667126 w 3024845"/>
                <a:gd name="connsiteY372" fmla="*/ 672313 h 1059043"/>
                <a:gd name="connsiteX373" fmla="*/ 2667126 w 3024845"/>
                <a:gd name="connsiteY373" fmla="*/ 659342 h 1059043"/>
                <a:gd name="connsiteX374" fmla="*/ 2695500 w 3024845"/>
                <a:gd name="connsiteY374" fmla="*/ 659342 h 1059043"/>
                <a:gd name="connsiteX375" fmla="*/ 2707660 w 3024845"/>
                <a:gd name="connsiteY375" fmla="*/ 655018 h 1059043"/>
                <a:gd name="connsiteX376" fmla="*/ 2727927 w 3024845"/>
                <a:gd name="connsiteY376" fmla="*/ 659342 h 1059043"/>
                <a:gd name="connsiteX377" fmla="*/ 2727927 w 3024845"/>
                <a:gd name="connsiteY377" fmla="*/ 642048 h 1059043"/>
                <a:gd name="connsiteX378" fmla="*/ 2736034 w 3024845"/>
                <a:gd name="connsiteY378" fmla="*/ 642048 h 1059043"/>
                <a:gd name="connsiteX379" fmla="*/ 2736034 w 3024845"/>
                <a:gd name="connsiteY379" fmla="*/ 629077 h 1059043"/>
                <a:gd name="connsiteX380" fmla="*/ 2792781 w 3024845"/>
                <a:gd name="connsiteY380" fmla="*/ 629077 h 1059043"/>
                <a:gd name="connsiteX381" fmla="*/ 2792781 w 3024845"/>
                <a:gd name="connsiteY381" fmla="*/ 598812 h 1059043"/>
                <a:gd name="connsiteX382" fmla="*/ 2811021 w 3024845"/>
                <a:gd name="connsiteY382" fmla="*/ 598812 h 1059043"/>
                <a:gd name="connsiteX383" fmla="*/ 2811021 w 3024845"/>
                <a:gd name="connsiteY383" fmla="*/ 592327 h 1059043"/>
                <a:gd name="connsiteX384" fmla="*/ 2823181 w 3024845"/>
                <a:gd name="connsiteY384" fmla="*/ 592327 h 1059043"/>
                <a:gd name="connsiteX385" fmla="*/ 2823181 w 3024845"/>
                <a:gd name="connsiteY385" fmla="*/ 598812 h 1059043"/>
                <a:gd name="connsiteX386" fmla="*/ 2839395 w 3024845"/>
                <a:gd name="connsiteY386" fmla="*/ 598812 h 1059043"/>
                <a:gd name="connsiteX387" fmla="*/ 2839395 w 3024845"/>
                <a:gd name="connsiteY387" fmla="*/ 648533 h 1059043"/>
                <a:gd name="connsiteX388" fmla="*/ 2871822 w 3024845"/>
                <a:gd name="connsiteY388" fmla="*/ 648533 h 1059043"/>
                <a:gd name="connsiteX389" fmla="*/ 2871822 w 3024845"/>
                <a:gd name="connsiteY389" fmla="*/ 622592 h 1059043"/>
                <a:gd name="connsiteX390" fmla="*/ 2910329 w 3024845"/>
                <a:gd name="connsiteY390" fmla="*/ 622592 h 1059043"/>
                <a:gd name="connsiteX391" fmla="*/ 2910329 w 3024845"/>
                <a:gd name="connsiteY391" fmla="*/ 592327 h 1059043"/>
                <a:gd name="connsiteX392" fmla="*/ 2958970 w 3024845"/>
                <a:gd name="connsiteY392" fmla="*/ 592327 h 1059043"/>
                <a:gd name="connsiteX393" fmla="*/ 2958970 w 3024845"/>
                <a:gd name="connsiteY393" fmla="*/ 703483 h 1059043"/>
                <a:gd name="connsiteX394" fmla="*/ 2958970 w 3024845"/>
                <a:gd name="connsiteY394" fmla="*/ 717262 h 1059043"/>
                <a:gd name="connsiteX395" fmla="*/ 3024845 w 3024845"/>
                <a:gd name="connsiteY395" fmla="*/ 717262 h 1059043"/>
                <a:gd name="connsiteX396" fmla="*/ 3024845 w 3024845"/>
                <a:gd name="connsiteY396" fmla="*/ 1059043 h 1059043"/>
                <a:gd name="connsiteX397" fmla="*/ 2054 w 3024845"/>
                <a:gd name="connsiteY397" fmla="*/ 1056710 h 1059043"/>
                <a:gd name="connsiteX398" fmla="*/ 0 w 3024845"/>
                <a:gd name="connsiteY398" fmla="*/ 622592 h 1059043"/>
                <a:gd name="connsiteX399" fmla="*/ 20267 w 3024845"/>
                <a:gd name="connsiteY399" fmla="*/ 622592 h 1059043"/>
                <a:gd name="connsiteX400" fmla="*/ 20774 w 3024845"/>
                <a:gd name="connsiteY400" fmla="*/ 621511 h 1059043"/>
                <a:gd name="connsiteX401" fmla="*/ 24320 w 3024845"/>
                <a:gd name="connsiteY401" fmla="*/ 613945 h 1059043"/>
                <a:gd name="connsiteX402" fmla="*/ 26094 w 3024845"/>
                <a:gd name="connsiteY402" fmla="*/ 614215 h 1059043"/>
                <a:gd name="connsiteX403" fmla="*/ 38507 w 3024845"/>
                <a:gd name="connsiteY403" fmla="*/ 616106 h 1059043"/>
                <a:gd name="connsiteX404" fmla="*/ 39014 w 3024845"/>
                <a:gd name="connsiteY404" fmla="*/ 617458 h 1059043"/>
                <a:gd name="connsiteX405" fmla="*/ 42560 w 3024845"/>
                <a:gd name="connsiteY405" fmla="*/ 626915 h 1059043"/>
                <a:gd name="connsiteX406" fmla="*/ 68907 w 3024845"/>
                <a:gd name="connsiteY406" fmla="*/ 629077 h 1059043"/>
                <a:gd name="connsiteX407" fmla="*/ 68907 w 3024845"/>
                <a:gd name="connsiteY407" fmla="*/ 505856 h 1059043"/>
                <a:gd name="connsiteX408" fmla="*/ 70934 w 3024845"/>
                <a:gd name="connsiteY408" fmla="*/ 505856 h 1059043"/>
                <a:gd name="connsiteX409" fmla="*/ 85121 w 3024845"/>
                <a:gd name="connsiteY409" fmla="*/ 505856 h 1059043"/>
                <a:gd name="connsiteX410" fmla="*/ 85121 w 3024845"/>
                <a:gd name="connsiteY410" fmla="*/ 369664 h 1059043"/>
                <a:gd name="connsiteX411" fmla="*/ 86894 w 3024845"/>
                <a:gd name="connsiteY411" fmla="*/ 369664 h 1059043"/>
                <a:gd name="connsiteX412" fmla="*/ 99308 w 3024845"/>
                <a:gd name="connsiteY412" fmla="*/ 369664 h 1059043"/>
                <a:gd name="connsiteX413" fmla="*/ 99308 w 3024845"/>
                <a:gd name="connsiteY413" fmla="*/ 255090 h 1059043"/>
                <a:gd name="connsiteX414" fmla="*/ 103361 w 3024845"/>
                <a:gd name="connsiteY414" fmla="*/ 226986 h 1059043"/>
                <a:gd name="connsiteX415" fmla="*/ 105388 w 3024845"/>
                <a:gd name="connsiteY415" fmla="*/ 226986 h 1059043"/>
                <a:gd name="connsiteX416" fmla="*/ 119575 w 3024845"/>
                <a:gd name="connsiteY41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35634 h 1059043"/>
                <a:gd name="connsiteX330" fmla="*/ 2182747 w 3024845"/>
                <a:gd name="connsiteY330" fmla="*/ 252928 h 1059043"/>
                <a:gd name="connsiteX331" fmla="*/ 2190854 w 3024845"/>
                <a:gd name="connsiteY331" fmla="*/ 276707 h 1059043"/>
                <a:gd name="connsiteX332" fmla="*/ 2180720 w 3024845"/>
                <a:gd name="connsiteY332" fmla="*/ 555577 h 1059043"/>
                <a:gd name="connsiteX333" fmla="*/ 2245574 w 3024845"/>
                <a:gd name="connsiteY333" fmla="*/ 555577 h 1059043"/>
                <a:gd name="connsiteX334" fmla="*/ 2245574 w 3024845"/>
                <a:gd name="connsiteY334" fmla="*/ 631239 h 1059043"/>
                <a:gd name="connsiteX335" fmla="*/ 2253681 w 3024845"/>
                <a:gd name="connsiteY335" fmla="*/ 631239 h 1059043"/>
                <a:gd name="connsiteX336" fmla="*/ 2255708 w 3024845"/>
                <a:gd name="connsiteY336" fmla="*/ 624754 h 1059043"/>
                <a:gd name="connsiteX337" fmla="*/ 2261788 w 3024845"/>
                <a:gd name="connsiteY337" fmla="*/ 624754 h 1059043"/>
                <a:gd name="connsiteX338" fmla="*/ 2263815 w 3024845"/>
                <a:gd name="connsiteY338" fmla="*/ 633401 h 1059043"/>
                <a:gd name="connsiteX339" fmla="*/ 2275975 w 3024845"/>
                <a:gd name="connsiteY339" fmla="*/ 633401 h 1059043"/>
                <a:gd name="connsiteX340" fmla="*/ 2275975 w 3024845"/>
                <a:gd name="connsiteY340" fmla="*/ 626915 h 1059043"/>
                <a:gd name="connsiteX341" fmla="*/ 2298268 w 3024845"/>
                <a:gd name="connsiteY341" fmla="*/ 626915 h 1059043"/>
                <a:gd name="connsiteX342" fmla="*/ 2298268 w 3024845"/>
                <a:gd name="connsiteY342" fmla="*/ 633401 h 1059043"/>
                <a:gd name="connsiteX343" fmla="*/ 2318535 w 3024845"/>
                <a:gd name="connsiteY343" fmla="*/ 633401 h 1059043"/>
                <a:gd name="connsiteX344" fmla="*/ 2318535 w 3024845"/>
                <a:gd name="connsiteY344" fmla="*/ 678798 h 1059043"/>
                <a:gd name="connsiteX345" fmla="*/ 2332722 w 3024845"/>
                <a:gd name="connsiteY345" fmla="*/ 678798 h 1059043"/>
                <a:gd name="connsiteX346" fmla="*/ 2332722 w 3024845"/>
                <a:gd name="connsiteY346" fmla="*/ 665827 h 1059043"/>
                <a:gd name="connsiteX347" fmla="*/ 2348936 w 3024845"/>
                <a:gd name="connsiteY347" fmla="*/ 665827 h 1059043"/>
                <a:gd name="connsiteX348" fmla="*/ 2348936 w 3024845"/>
                <a:gd name="connsiteY348" fmla="*/ 486400 h 1059043"/>
                <a:gd name="connsiteX349" fmla="*/ 2355016 w 3024845"/>
                <a:gd name="connsiteY349" fmla="*/ 479914 h 1059043"/>
                <a:gd name="connsiteX350" fmla="*/ 2427977 w 3024845"/>
                <a:gd name="connsiteY350" fmla="*/ 479914 h 1059043"/>
                <a:gd name="connsiteX351" fmla="*/ 2427977 w 3024845"/>
                <a:gd name="connsiteY351" fmla="*/ 488562 h 1059043"/>
                <a:gd name="connsiteX352" fmla="*/ 2438110 w 3024845"/>
                <a:gd name="connsiteY352" fmla="*/ 488562 h 1059043"/>
                <a:gd name="connsiteX353" fmla="*/ 2438110 w 3024845"/>
                <a:gd name="connsiteY353" fmla="*/ 603136 h 1059043"/>
                <a:gd name="connsiteX354" fmla="*/ 2460404 w 3024845"/>
                <a:gd name="connsiteY354" fmla="*/ 603136 h 1059043"/>
                <a:gd name="connsiteX355" fmla="*/ 2460404 w 3024845"/>
                <a:gd name="connsiteY355" fmla="*/ 536121 h 1059043"/>
                <a:gd name="connsiteX356" fmla="*/ 2486751 w 3024845"/>
                <a:gd name="connsiteY356" fmla="*/ 536121 h 1059043"/>
                <a:gd name="connsiteX357" fmla="*/ 2490804 w 3024845"/>
                <a:gd name="connsiteY357" fmla="*/ 531797 h 1059043"/>
                <a:gd name="connsiteX358" fmla="*/ 2498911 w 3024845"/>
                <a:gd name="connsiteY358" fmla="*/ 531797 h 1059043"/>
                <a:gd name="connsiteX359" fmla="*/ 2502964 w 3024845"/>
                <a:gd name="connsiteY359" fmla="*/ 536121 h 1059043"/>
                <a:gd name="connsiteX360" fmla="*/ 2525258 w 3024845"/>
                <a:gd name="connsiteY360" fmla="*/ 536121 h 1059043"/>
                <a:gd name="connsiteX361" fmla="*/ 2525258 w 3024845"/>
                <a:gd name="connsiteY361" fmla="*/ 419385 h 1059043"/>
                <a:gd name="connsiteX362" fmla="*/ 2582005 w 3024845"/>
                <a:gd name="connsiteY362" fmla="*/ 408576 h 1059043"/>
                <a:gd name="connsiteX363" fmla="*/ 2582005 w 3024845"/>
                <a:gd name="connsiteY363" fmla="*/ 409657 h 1059043"/>
                <a:gd name="connsiteX364" fmla="*/ 2582005 w 3024845"/>
                <a:gd name="connsiteY364" fmla="*/ 417223 h 1059043"/>
                <a:gd name="connsiteX365" fmla="*/ 2608352 w 3024845"/>
                <a:gd name="connsiteY365" fmla="*/ 417223 h 1059043"/>
                <a:gd name="connsiteX366" fmla="*/ 2608352 w 3024845"/>
                <a:gd name="connsiteY366" fmla="*/ 672313 h 1059043"/>
                <a:gd name="connsiteX367" fmla="*/ 2630646 w 3024845"/>
                <a:gd name="connsiteY367" fmla="*/ 672313 h 1059043"/>
                <a:gd name="connsiteX368" fmla="*/ 2630646 w 3024845"/>
                <a:gd name="connsiteY368" fmla="*/ 667989 h 1059043"/>
                <a:gd name="connsiteX369" fmla="*/ 2642806 w 3024845"/>
                <a:gd name="connsiteY369" fmla="*/ 667989 h 1059043"/>
                <a:gd name="connsiteX370" fmla="*/ 2642806 w 3024845"/>
                <a:gd name="connsiteY370" fmla="*/ 672313 h 1059043"/>
                <a:gd name="connsiteX371" fmla="*/ 2667126 w 3024845"/>
                <a:gd name="connsiteY371" fmla="*/ 672313 h 1059043"/>
                <a:gd name="connsiteX372" fmla="*/ 2667126 w 3024845"/>
                <a:gd name="connsiteY372" fmla="*/ 659342 h 1059043"/>
                <a:gd name="connsiteX373" fmla="*/ 2695500 w 3024845"/>
                <a:gd name="connsiteY373" fmla="*/ 659342 h 1059043"/>
                <a:gd name="connsiteX374" fmla="*/ 2707660 w 3024845"/>
                <a:gd name="connsiteY374" fmla="*/ 655018 h 1059043"/>
                <a:gd name="connsiteX375" fmla="*/ 2727927 w 3024845"/>
                <a:gd name="connsiteY375" fmla="*/ 659342 h 1059043"/>
                <a:gd name="connsiteX376" fmla="*/ 2727927 w 3024845"/>
                <a:gd name="connsiteY376" fmla="*/ 642048 h 1059043"/>
                <a:gd name="connsiteX377" fmla="*/ 2736034 w 3024845"/>
                <a:gd name="connsiteY377" fmla="*/ 642048 h 1059043"/>
                <a:gd name="connsiteX378" fmla="*/ 2736034 w 3024845"/>
                <a:gd name="connsiteY378" fmla="*/ 629077 h 1059043"/>
                <a:gd name="connsiteX379" fmla="*/ 2792781 w 3024845"/>
                <a:gd name="connsiteY379" fmla="*/ 629077 h 1059043"/>
                <a:gd name="connsiteX380" fmla="*/ 2792781 w 3024845"/>
                <a:gd name="connsiteY380" fmla="*/ 598812 h 1059043"/>
                <a:gd name="connsiteX381" fmla="*/ 2811021 w 3024845"/>
                <a:gd name="connsiteY381" fmla="*/ 598812 h 1059043"/>
                <a:gd name="connsiteX382" fmla="*/ 2811021 w 3024845"/>
                <a:gd name="connsiteY382" fmla="*/ 592327 h 1059043"/>
                <a:gd name="connsiteX383" fmla="*/ 2823181 w 3024845"/>
                <a:gd name="connsiteY383" fmla="*/ 592327 h 1059043"/>
                <a:gd name="connsiteX384" fmla="*/ 2823181 w 3024845"/>
                <a:gd name="connsiteY384" fmla="*/ 598812 h 1059043"/>
                <a:gd name="connsiteX385" fmla="*/ 2839395 w 3024845"/>
                <a:gd name="connsiteY385" fmla="*/ 598812 h 1059043"/>
                <a:gd name="connsiteX386" fmla="*/ 2839395 w 3024845"/>
                <a:gd name="connsiteY386" fmla="*/ 648533 h 1059043"/>
                <a:gd name="connsiteX387" fmla="*/ 2871822 w 3024845"/>
                <a:gd name="connsiteY387" fmla="*/ 648533 h 1059043"/>
                <a:gd name="connsiteX388" fmla="*/ 2871822 w 3024845"/>
                <a:gd name="connsiteY388" fmla="*/ 622592 h 1059043"/>
                <a:gd name="connsiteX389" fmla="*/ 2910329 w 3024845"/>
                <a:gd name="connsiteY389" fmla="*/ 622592 h 1059043"/>
                <a:gd name="connsiteX390" fmla="*/ 2910329 w 3024845"/>
                <a:gd name="connsiteY390" fmla="*/ 592327 h 1059043"/>
                <a:gd name="connsiteX391" fmla="*/ 2958970 w 3024845"/>
                <a:gd name="connsiteY391" fmla="*/ 592327 h 1059043"/>
                <a:gd name="connsiteX392" fmla="*/ 2958970 w 3024845"/>
                <a:gd name="connsiteY392" fmla="*/ 703483 h 1059043"/>
                <a:gd name="connsiteX393" fmla="*/ 2958970 w 3024845"/>
                <a:gd name="connsiteY393" fmla="*/ 717262 h 1059043"/>
                <a:gd name="connsiteX394" fmla="*/ 3024845 w 3024845"/>
                <a:gd name="connsiteY394" fmla="*/ 717262 h 1059043"/>
                <a:gd name="connsiteX395" fmla="*/ 3024845 w 3024845"/>
                <a:gd name="connsiteY395" fmla="*/ 1059043 h 1059043"/>
                <a:gd name="connsiteX396" fmla="*/ 2054 w 3024845"/>
                <a:gd name="connsiteY396" fmla="*/ 1056710 h 1059043"/>
                <a:gd name="connsiteX397" fmla="*/ 0 w 3024845"/>
                <a:gd name="connsiteY397" fmla="*/ 622592 h 1059043"/>
                <a:gd name="connsiteX398" fmla="*/ 20267 w 3024845"/>
                <a:gd name="connsiteY398" fmla="*/ 622592 h 1059043"/>
                <a:gd name="connsiteX399" fmla="*/ 20774 w 3024845"/>
                <a:gd name="connsiteY399" fmla="*/ 621511 h 1059043"/>
                <a:gd name="connsiteX400" fmla="*/ 24320 w 3024845"/>
                <a:gd name="connsiteY400" fmla="*/ 613945 h 1059043"/>
                <a:gd name="connsiteX401" fmla="*/ 26094 w 3024845"/>
                <a:gd name="connsiteY401" fmla="*/ 614215 h 1059043"/>
                <a:gd name="connsiteX402" fmla="*/ 38507 w 3024845"/>
                <a:gd name="connsiteY402" fmla="*/ 616106 h 1059043"/>
                <a:gd name="connsiteX403" fmla="*/ 39014 w 3024845"/>
                <a:gd name="connsiteY403" fmla="*/ 617458 h 1059043"/>
                <a:gd name="connsiteX404" fmla="*/ 42560 w 3024845"/>
                <a:gd name="connsiteY404" fmla="*/ 626915 h 1059043"/>
                <a:gd name="connsiteX405" fmla="*/ 68907 w 3024845"/>
                <a:gd name="connsiteY405" fmla="*/ 629077 h 1059043"/>
                <a:gd name="connsiteX406" fmla="*/ 68907 w 3024845"/>
                <a:gd name="connsiteY406" fmla="*/ 505856 h 1059043"/>
                <a:gd name="connsiteX407" fmla="*/ 70934 w 3024845"/>
                <a:gd name="connsiteY407" fmla="*/ 505856 h 1059043"/>
                <a:gd name="connsiteX408" fmla="*/ 85121 w 3024845"/>
                <a:gd name="connsiteY408" fmla="*/ 505856 h 1059043"/>
                <a:gd name="connsiteX409" fmla="*/ 85121 w 3024845"/>
                <a:gd name="connsiteY409" fmla="*/ 369664 h 1059043"/>
                <a:gd name="connsiteX410" fmla="*/ 86894 w 3024845"/>
                <a:gd name="connsiteY410" fmla="*/ 369664 h 1059043"/>
                <a:gd name="connsiteX411" fmla="*/ 99308 w 3024845"/>
                <a:gd name="connsiteY411" fmla="*/ 369664 h 1059043"/>
                <a:gd name="connsiteX412" fmla="*/ 99308 w 3024845"/>
                <a:gd name="connsiteY412" fmla="*/ 255090 h 1059043"/>
                <a:gd name="connsiteX413" fmla="*/ 103361 w 3024845"/>
                <a:gd name="connsiteY413" fmla="*/ 226986 h 1059043"/>
                <a:gd name="connsiteX414" fmla="*/ 105388 w 3024845"/>
                <a:gd name="connsiteY414" fmla="*/ 226986 h 1059043"/>
                <a:gd name="connsiteX415" fmla="*/ 119575 w 3024845"/>
                <a:gd name="connsiteY41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90854 w 3024845"/>
                <a:gd name="connsiteY330" fmla="*/ 276707 h 1059043"/>
                <a:gd name="connsiteX331" fmla="*/ 2180720 w 3024845"/>
                <a:gd name="connsiteY331" fmla="*/ 555577 h 1059043"/>
                <a:gd name="connsiteX332" fmla="*/ 2245574 w 3024845"/>
                <a:gd name="connsiteY332" fmla="*/ 555577 h 1059043"/>
                <a:gd name="connsiteX333" fmla="*/ 2245574 w 3024845"/>
                <a:gd name="connsiteY333" fmla="*/ 631239 h 1059043"/>
                <a:gd name="connsiteX334" fmla="*/ 2253681 w 3024845"/>
                <a:gd name="connsiteY334" fmla="*/ 631239 h 1059043"/>
                <a:gd name="connsiteX335" fmla="*/ 2255708 w 3024845"/>
                <a:gd name="connsiteY335" fmla="*/ 624754 h 1059043"/>
                <a:gd name="connsiteX336" fmla="*/ 2261788 w 3024845"/>
                <a:gd name="connsiteY336" fmla="*/ 624754 h 1059043"/>
                <a:gd name="connsiteX337" fmla="*/ 2263815 w 3024845"/>
                <a:gd name="connsiteY337" fmla="*/ 633401 h 1059043"/>
                <a:gd name="connsiteX338" fmla="*/ 2275975 w 3024845"/>
                <a:gd name="connsiteY338" fmla="*/ 633401 h 1059043"/>
                <a:gd name="connsiteX339" fmla="*/ 2275975 w 3024845"/>
                <a:gd name="connsiteY339" fmla="*/ 626915 h 1059043"/>
                <a:gd name="connsiteX340" fmla="*/ 2298268 w 3024845"/>
                <a:gd name="connsiteY340" fmla="*/ 626915 h 1059043"/>
                <a:gd name="connsiteX341" fmla="*/ 2298268 w 3024845"/>
                <a:gd name="connsiteY341" fmla="*/ 633401 h 1059043"/>
                <a:gd name="connsiteX342" fmla="*/ 2318535 w 3024845"/>
                <a:gd name="connsiteY342" fmla="*/ 633401 h 1059043"/>
                <a:gd name="connsiteX343" fmla="*/ 2318535 w 3024845"/>
                <a:gd name="connsiteY343" fmla="*/ 678798 h 1059043"/>
                <a:gd name="connsiteX344" fmla="*/ 2332722 w 3024845"/>
                <a:gd name="connsiteY344" fmla="*/ 678798 h 1059043"/>
                <a:gd name="connsiteX345" fmla="*/ 2332722 w 3024845"/>
                <a:gd name="connsiteY345" fmla="*/ 665827 h 1059043"/>
                <a:gd name="connsiteX346" fmla="*/ 2348936 w 3024845"/>
                <a:gd name="connsiteY346" fmla="*/ 665827 h 1059043"/>
                <a:gd name="connsiteX347" fmla="*/ 2348936 w 3024845"/>
                <a:gd name="connsiteY347" fmla="*/ 486400 h 1059043"/>
                <a:gd name="connsiteX348" fmla="*/ 2355016 w 3024845"/>
                <a:gd name="connsiteY348" fmla="*/ 479914 h 1059043"/>
                <a:gd name="connsiteX349" fmla="*/ 2427977 w 3024845"/>
                <a:gd name="connsiteY349" fmla="*/ 479914 h 1059043"/>
                <a:gd name="connsiteX350" fmla="*/ 2427977 w 3024845"/>
                <a:gd name="connsiteY350" fmla="*/ 488562 h 1059043"/>
                <a:gd name="connsiteX351" fmla="*/ 2438110 w 3024845"/>
                <a:gd name="connsiteY351" fmla="*/ 488562 h 1059043"/>
                <a:gd name="connsiteX352" fmla="*/ 2438110 w 3024845"/>
                <a:gd name="connsiteY352" fmla="*/ 603136 h 1059043"/>
                <a:gd name="connsiteX353" fmla="*/ 2460404 w 3024845"/>
                <a:gd name="connsiteY353" fmla="*/ 603136 h 1059043"/>
                <a:gd name="connsiteX354" fmla="*/ 2460404 w 3024845"/>
                <a:gd name="connsiteY354" fmla="*/ 536121 h 1059043"/>
                <a:gd name="connsiteX355" fmla="*/ 2486751 w 3024845"/>
                <a:gd name="connsiteY355" fmla="*/ 536121 h 1059043"/>
                <a:gd name="connsiteX356" fmla="*/ 2490804 w 3024845"/>
                <a:gd name="connsiteY356" fmla="*/ 531797 h 1059043"/>
                <a:gd name="connsiteX357" fmla="*/ 2498911 w 3024845"/>
                <a:gd name="connsiteY357" fmla="*/ 531797 h 1059043"/>
                <a:gd name="connsiteX358" fmla="*/ 2502964 w 3024845"/>
                <a:gd name="connsiteY358" fmla="*/ 536121 h 1059043"/>
                <a:gd name="connsiteX359" fmla="*/ 2525258 w 3024845"/>
                <a:gd name="connsiteY359" fmla="*/ 536121 h 1059043"/>
                <a:gd name="connsiteX360" fmla="*/ 2525258 w 3024845"/>
                <a:gd name="connsiteY360" fmla="*/ 419385 h 1059043"/>
                <a:gd name="connsiteX361" fmla="*/ 2582005 w 3024845"/>
                <a:gd name="connsiteY361" fmla="*/ 408576 h 1059043"/>
                <a:gd name="connsiteX362" fmla="*/ 2582005 w 3024845"/>
                <a:gd name="connsiteY362" fmla="*/ 409657 h 1059043"/>
                <a:gd name="connsiteX363" fmla="*/ 2582005 w 3024845"/>
                <a:gd name="connsiteY363" fmla="*/ 417223 h 1059043"/>
                <a:gd name="connsiteX364" fmla="*/ 2608352 w 3024845"/>
                <a:gd name="connsiteY364" fmla="*/ 417223 h 1059043"/>
                <a:gd name="connsiteX365" fmla="*/ 2608352 w 3024845"/>
                <a:gd name="connsiteY365" fmla="*/ 672313 h 1059043"/>
                <a:gd name="connsiteX366" fmla="*/ 2630646 w 3024845"/>
                <a:gd name="connsiteY366" fmla="*/ 672313 h 1059043"/>
                <a:gd name="connsiteX367" fmla="*/ 2630646 w 3024845"/>
                <a:gd name="connsiteY367" fmla="*/ 667989 h 1059043"/>
                <a:gd name="connsiteX368" fmla="*/ 2642806 w 3024845"/>
                <a:gd name="connsiteY368" fmla="*/ 667989 h 1059043"/>
                <a:gd name="connsiteX369" fmla="*/ 2642806 w 3024845"/>
                <a:gd name="connsiteY369" fmla="*/ 672313 h 1059043"/>
                <a:gd name="connsiteX370" fmla="*/ 2667126 w 3024845"/>
                <a:gd name="connsiteY370" fmla="*/ 672313 h 1059043"/>
                <a:gd name="connsiteX371" fmla="*/ 2667126 w 3024845"/>
                <a:gd name="connsiteY371" fmla="*/ 659342 h 1059043"/>
                <a:gd name="connsiteX372" fmla="*/ 2695500 w 3024845"/>
                <a:gd name="connsiteY372" fmla="*/ 659342 h 1059043"/>
                <a:gd name="connsiteX373" fmla="*/ 2707660 w 3024845"/>
                <a:gd name="connsiteY373" fmla="*/ 655018 h 1059043"/>
                <a:gd name="connsiteX374" fmla="*/ 2727927 w 3024845"/>
                <a:gd name="connsiteY374" fmla="*/ 659342 h 1059043"/>
                <a:gd name="connsiteX375" fmla="*/ 2727927 w 3024845"/>
                <a:gd name="connsiteY375" fmla="*/ 642048 h 1059043"/>
                <a:gd name="connsiteX376" fmla="*/ 2736034 w 3024845"/>
                <a:gd name="connsiteY376" fmla="*/ 642048 h 1059043"/>
                <a:gd name="connsiteX377" fmla="*/ 2736034 w 3024845"/>
                <a:gd name="connsiteY377" fmla="*/ 629077 h 1059043"/>
                <a:gd name="connsiteX378" fmla="*/ 2792781 w 3024845"/>
                <a:gd name="connsiteY378" fmla="*/ 629077 h 1059043"/>
                <a:gd name="connsiteX379" fmla="*/ 2792781 w 3024845"/>
                <a:gd name="connsiteY379" fmla="*/ 598812 h 1059043"/>
                <a:gd name="connsiteX380" fmla="*/ 2811021 w 3024845"/>
                <a:gd name="connsiteY380" fmla="*/ 598812 h 1059043"/>
                <a:gd name="connsiteX381" fmla="*/ 2811021 w 3024845"/>
                <a:gd name="connsiteY381" fmla="*/ 592327 h 1059043"/>
                <a:gd name="connsiteX382" fmla="*/ 2823181 w 3024845"/>
                <a:gd name="connsiteY382" fmla="*/ 592327 h 1059043"/>
                <a:gd name="connsiteX383" fmla="*/ 2823181 w 3024845"/>
                <a:gd name="connsiteY383" fmla="*/ 598812 h 1059043"/>
                <a:gd name="connsiteX384" fmla="*/ 2839395 w 3024845"/>
                <a:gd name="connsiteY384" fmla="*/ 598812 h 1059043"/>
                <a:gd name="connsiteX385" fmla="*/ 2839395 w 3024845"/>
                <a:gd name="connsiteY385" fmla="*/ 648533 h 1059043"/>
                <a:gd name="connsiteX386" fmla="*/ 2871822 w 3024845"/>
                <a:gd name="connsiteY386" fmla="*/ 648533 h 1059043"/>
                <a:gd name="connsiteX387" fmla="*/ 2871822 w 3024845"/>
                <a:gd name="connsiteY387" fmla="*/ 622592 h 1059043"/>
                <a:gd name="connsiteX388" fmla="*/ 2910329 w 3024845"/>
                <a:gd name="connsiteY388" fmla="*/ 622592 h 1059043"/>
                <a:gd name="connsiteX389" fmla="*/ 2910329 w 3024845"/>
                <a:gd name="connsiteY389" fmla="*/ 592327 h 1059043"/>
                <a:gd name="connsiteX390" fmla="*/ 2958970 w 3024845"/>
                <a:gd name="connsiteY390" fmla="*/ 592327 h 1059043"/>
                <a:gd name="connsiteX391" fmla="*/ 2958970 w 3024845"/>
                <a:gd name="connsiteY391" fmla="*/ 703483 h 1059043"/>
                <a:gd name="connsiteX392" fmla="*/ 2958970 w 3024845"/>
                <a:gd name="connsiteY392" fmla="*/ 717262 h 1059043"/>
                <a:gd name="connsiteX393" fmla="*/ 3024845 w 3024845"/>
                <a:gd name="connsiteY393" fmla="*/ 717262 h 1059043"/>
                <a:gd name="connsiteX394" fmla="*/ 3024845 w 3024845"/>
                <a:gd name="connsiteY394" fmla="*/ 1059043 h 1059043"/>
                <a:gd name="connsiteX395" fmla="*/ 2054 w 3024845"/>
                <a:gd name="connsiteY395" fmla="*/ 1056710 h 1059043"/>
                <a:gd name="connsiteX396" fmla="*/ 0 w 3024845"/>
                <a:gd name="connsiteY396" fmla="*/ 622592 h 1059043"/>
                <a:gd name="connsiteX397" fmla="*/ 20267 w 3024845"/>
                <a:gd name="connsiteY397" fmla="*/ 622592 h 1059043"/>
                <a:gd name="connsiteX398" fmla="*/ 20774 w 3024845"/>
                <a:gd name="connsiteY398" fmla="*/ 621511 h 1059043"/>
                <a:gd name="connsiteX399" fmla="*/ 24320 w 3024845"/>
                <a:gd name="connsiteY399" fmla="*/ 613945 h 1059043"/>
                <a:gd name="connsiteX400" fmla="*/ 26094 w 3024845"/>
                <a:gd name="connsiteY400" fmla="*/ 614215 h 1059043"/>
                <a:gd name="connsiteX401" fmla="*/ 38507 w 3024845"/>
                <a:gd name="connsiteY401" fmla="*/ 616106 h 1059043"/>
                <a:gd name="connsiteX402" fmla="*/ 39014 w 3024845"/>
                <a:gd name="connsiteY402" fmla="*/ 617458 h 1059043"/>
                <a:gd name="connsiteX403" fmla="*/ 42560 w 3024845"/>
                <a:gd name="connsiteY403" fmla="*/ 626915 h 1059043"/>
                <a:gd name="connsiteX404" fmla="*/ 68907 w 3024845"/>
                <a:gd name="connsiteY404" fmla="*/ 629077 h 1059043"/>
                <a:gd name="connsiteX405" fmla="*/ 68907 w 3024845"/>
                <a:gd name="connsiteY405" fmla="*/ 505856 h 1059043"/>
                <a:gd name="connsiteX406" fmla="*/ 70934 w 3024845"/>
                <a:gd name="connsiteY406" fmla="*/ 505856 h 1059043"/>
                <a:gd name="connsiteX407" fmla="*/ 85121 w 3024845"/>
                <a:gd name="connsiteY407" fmla="*/ 505856 h 1059043"/>
                <a:gd name="connsiteX408" fmla="*/ 85121 w 3024845"/>
                <a:gd name="connsiteY408" fmla="*/ 369664 h 1059043"/>
                <a:gd name="connsiteX409" fmla="*/ 86894 w 3024845"/>
                <a:gd name="connsiteY409" fmla="*/ 369664 h 1059043"/>
                <a:gd name="connsiteX410" fmla="*/ 99308 w 3024845"/>
                <a:gd name="connsiteY410" fmla="*/ 369664 h 1059043"/>
                <a:gd name="connsiteX411" fmla="*/ 99308 w 3024845"/>
                <a:gd name="connsiteY411" fmla="*/ 255090 h 1059043"/>
                <a:gd name="connsiteX412" fmla="*/ 103361 w 3024845"/>
                <a:gd name="connsiteY412" fmla="*/ 226986 h 1059043"/>
                <a:gd name="connsiteX413" fmla="*/ 105388 w 3024845"/>
                <a:gd name="connsiteY413" fmla="*/ 226986 h 1059043"/>
                <a:gd name="connsiteX414" fmla="*/ 119575 w 3024845"/>
                <a:gd name="connsiteY41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80720 w 3024845"/>
                <a:gd name="connsiteY330" fmla="*/ 555577 h 1059043"/>
                <a:gd name="connsiteX331" fmla="*/ 2245574 w 3024845"/>
                <a:gd name="connsiteY331" fmla="*/ 555577 h 1059043"/>
                <a:gd name="connsiteX332" fmla="*/ 2245574 w 3024845"/>
                <a:gd name="connsiteY332" fmla="*/ 631239 h 1059043"/>
                <a:gd name="connsiteX333" fmla="*/ 2253681 w 3024845"/>
                <a:gd name="connsiteY333" fmla="*/ 631239 h 1059043"/>
                <a:gd name="connsiteX334" fmla="*/ 2255708 w 3024845"/>
                <a:gd name="connsiteY334" fmla="*/ 624754 h 1059043"/>
                <a:gd name="connsiteX335" fmla="*/ 2261788 w 3024845"/>
                <a:gd name="connsiteY335" fmla="*/ 624754 h 1059043"/>
                <a:gd name="connsiteX336" fmla="*/ 2263815 w 3024845"/>
                <a:gd name="connsiteY336" fmla="*/ 633401 h 1059043"/>
                <a:gd name="connsiteX337" fmla="*/ 2275975 w 3024845"/>
                <a:gd name="connsiteY337" fmla="*/ 633401 h 1059043"/>
                <a:gd name="connsiteX338" fmla="*/ 2275975 w 3024845"/>
                <a:gd name="connsiteY338" fmla="*/ 626915 h 1059043"/>
                <a:gd name="connsiteX339" fmla="*/ 2298268 w 3024845"/>
                <a:gd name="connsiteY339" fmla="*/ 626915 h 1059043"/>
                <a:gd name="connsiteX340" fmla="*/ 2298268 w 3024845"/>
                <a:gd name="connsiteY340" fmla="*/ 633401 h 1059043"/>
                <a:gd name="connsiteX341" fmla="*/ 2318535 w 3024845"/>
                <a:gd name="connsiteY341" fmla="*/ 633401 h 1059043"/>
                <a:gd name="connsiteX342" fmla="*/ 2318535 w 3024845"/>
                <a:gd name="connsiteY342" fmla="*/ 678798 h 1059043"/>
                <a:gd name="connsiteX343" fmla="*/ 2332722 w 3024845"/>
                <a:gd name="connsiteY343" fmla="*/ 678798 h 1059043"/>
                <a:gd name="connsiteX344" fmla="*/ 2332722 w 3024845"/>
                <a:gd name="connsiteY344" fmla="*/ 665827 h 1059043"/>
                <a:gd name="connsiteX345" fmla="*/ 2348936 w 3024845"/>
                <a:gd name="connsiteY345" fmla="*/ 665827 h 1059043"/>
                <a:gd name="connsiteX346" fmla="*/ 2348936 w 3024845"/>
                <a:gd name="connsiteY346" fmla="*/ 486400 h 1059043"/>
                <a:gd name="connsiteX347" fmla="*/ 2355016 w 3024845"/>
                <a:gd name="connsiteY347" fmla="*/ 479914 h 1059043"/>
                <a:gd name="connsiteX348" fmla="*/ 2427977 w 3024845"/>
                <a:gd name="connsiteY348" fmla="*/ 479914 h 1059043"/>
                <a:gd name="connsiteX349" fmla="*/ 2427977 w 3024845"/>
                <a:gd name="connsiteY349" fmla="*/ 488562 h 1059043"/>
                <a:gd name="connsiteX350" fmla="*/ 2438110 w 3024845"/>
                <a:gd name="connsiteY350" fmla="*/ 488562 h 1059043"/>
                <a:gd name="connsiteX351" fmla="*/ 2438110 w 3024845"/>
                <a:gd name="connsiteY351" fmla="*/ 603136 h 1059043"/>
                <a:gd name="connsiteX352" fmla="*/ 2460404 w 3024845"/>
                <a:gd name="connsiteY352" fmla="*/ 603136 h 1059043"/>
                <a:gd name="connsiteX353" fmla="*/ 2460404 w 3024845"/>
                <a:gd name="connsiteY353" fmla="*/ 536121 h 1059043"/>
                <a:gd name="connsiteX354" fmla="*/ 2486751 w 3024845"/>
                <a:gd name="connsiteY354" fmla="*/ 536121 h 1059043"/>
                <a:gd name="connsiteX355" fmla="*/ 2490804 w 3024845"/>
                <a:gd name="connsiteY355" fmla="*/ 531797 h 1059043"/>
                <a:gd name="connsiteX356" fmla="*/ 2498911 w 3024845"/>
                <a:gd name="connsiteY356" fmla="*/ 531797 h 1059043"/>
                <a:gd name="connsiteX357" fmla="*/ 2502964 w 3024845"/>
                <a:gd name="connsiteY357" fmla="*/ 536121 h 1059043"/>
                <a:gd name="connsiteX358" fmla="*/ 2525258 w 3024845"/>
                <a:gd name="connsiteY358" fmla="*/ 536121 h 1059043"/>
                <a:gd name="connsiteX359" fmla="*/ 2525258 w 3024845"/>
                <a:gd name="connsiteY359" fmla="*/ 419385 h 1059043"/>
                <a:gd name="connsiteX360" fmla="*/ 2582005 w 3024845"/>
                <a:gd name="connsiteY360" fmla="*/ 408576 h 1059043"/>
                <a:gd name="connsiteX361" fmla="*/ 2582005 w 3024845"/>
                <a:gd name="connsiteY361" fmla="*/ 409657 h 1059043"/>
                <a:gd name="connsiteX362" fmla="*/ 2582005 w 3024845"/>
                <a:gd name="connsiteY362" fmla="*/ 417223 h 1059043"/>
                <a:gd name="connsiteX363" fmla="*/ 2608352 w 3024845"/>
                <a:gd name="connsiteY363" fmla="*/ 417223 h 1059043"/>
                <a:gd name="connsiteX364" fmla="*/ 2608352 w 3024845"/>
                <a:gd name="connsiteY364" fmla="*/ 672313 h 1059043"/>
                <a:gd name="connsiteX365" fmla="*/ 2630646 w 3024845"/>
                <a:gd name="connsiteY365" fmla="*/ 672313 h 1059043"/>
                <a:gd name="connsiteX366" fmla="*/ 2630646 w 3024845"/>
                <a:gd name="connsiteY366" fmla="*/ 667989 h 1059043"/>
                <a:gd name="connsiteX367" fmla="*/ 2642806 w 3024845"/>
                <a:gd name="connsiteY367" fmla="*/ 667989 h 1059043"/>
                <a:gd name="connsiteX368" fmla="*/ 2642806 w 3024845"/>
                <a:gd name="connsiteY368" fmla="*/ 672313 h 1059043"/>
                <a:gd name="connsiteX369" fmla="*/ 2667126 w 3024845"/>
                <a:gd name="connsiteY369" fmla="*/ 672313 h 1059043"/>
                <a:gd name="connsiteX370" fmla="*/ 2667126 w 3024845"/>
                <a:gd name="connsiteY370" fmla="*/ 659342 h 1059043"/>
                <a:gd name="connsiteX371" fmla="*/ 2695500 w 3024845"/>
                <a:gd name="connsiteY371" fmla="*/ 659342 h 1059043"/>
                <a:gd name="connsiteX372" fmla="*/ 2707660 w 3024845"/>
                <a:gd name="connsiteY372" fmla="*/ 655018 h 1059043"/>
                <a:gd name="connsiteX373" fmla="*/ 2727927 w 3024845"/>
                <a:gd name="connsiteY373" fmla="*/ 659342 h 1059043"/>
                <a:gd name="connsiteX374" fmla="*/ 2727927 w 3024845"/>
                <a:gd name="connsiteY374" fmla="*/ 642048 h 1059043"/>
                <a:gd name="connsiteX375" fmla="*/ 2736034 w 3024845"/>
                <a:gd name="connsiteY375" fmla="*/ 642048 h 1059043"/>
                <a:gd name="connsiteX376" fmla="*/ 2736034 w 3024845"/>
                <a:gd name="connsiteY376" fmla="*/ 629077 h 1059043"/>
                <a:gd name="connsiteX377" fmla="*/ 2792781 w 3024845"/>
                <a:gd name="connsiteY377" fmla="*/ 629077 h 1059043"/>
                <a:gd name="connsiteX378" fmla="*/ 2792781 w 3024845"/>
                <a:gd name="connsiteY378" fmla="*/ 598812 h 1059043"/>
                <a:gd name="connsiteX379" fmla="*/ 2811021 w 3024845"/>
                <a:gd name="connsiteY379" fmla="*/ 598812 h 1059043"/>
                <a:gd name="connsiteX380" fmla="*/ 2811021 w 3024845"/>
                <a:gd name="connsiteY380" fmla="*/ 592327 h 1059043"/>
                <a:gd name="connsiteX381" fmla="*/ 2823181 w 3024845"/>
                <a:gd name="connsiteY381" fmla="*/ 592327 h 1059043"/>
                <a:gd name="connsiteX382" fmla="*/ 2823181 w 3024845"/>
                <a:gd name="connsiteY382" fmla="*/ 598812 h 1059043"/>
                <a:gd name="connsiteX383" fmla="*/ 2839395 w 3024845"/>
                <a:gd name="connsiteY383" fmla="*/ 598812 h 1059043"/>
                <a:gd name="connsiteX384" fmla="*/ 2839395 w 3024845"/>
                <a:gd name="connsiteY384" fmla="*/ 648533 h 1059043"/>
                <a:gd name="connsiteX385" fmla="*/ 2871822 w 3024845"/>
                <a:gd name="connsiteY385" fmla="*/ 648533 h 1059043"/>
                <a:gd name="connsiteX386" fmla="*/ 2871822 w 3024845"/>
                <a:gd name="connsiteY386" fmla="*/ 622592 h 1059043"/>
                <a:gd name="connsiteX387" fmla="*/ 2910329 w 3024845"/>
                <a:gd name="connsiteY387" fmla="*/ 622592 h 1059043"/>
                <a:gd name="connsiteX388" fmla="*/ 2910329 w 3024845"/>
                <a:gd name="connsiteY388" fmla="*/ 592327 h 1059043"/>
                <a:gd name="connsiteX389" fmla="*/ 2958970 w 3024845"/>
                <a:gd name="connsiteY389" fmla="*/ 592327 h 1059043"/>
                <a:gd name="connsiteX390" fmla="*/ 2958970 w 3024845"/>
                <a:gd name="connsiteY390" fmla="*/ 703483 h 1059043"/>
                <a:gd name="connsiteX391" fmla="*/ 2958970 w 3024845"/>
                <a:gd name="connsiteY391" fmla="*/ 717262 h 1059043"/>
                <a:gd name="connsiteX392" fmla="*/ 3024845 w 3024845"/>
                <a:gd name="connsiteY392" fmla="*/ 717262 h 1059043"/>
                <a:gd name="connsiteX393" fmla="*/ 3024845 w 3024845"/>
                <a:gd name="connsiteY393" fmla="*/ 1059043 h 1059043"/>
                <a:gd name="connsiteX394" fmla="*/ 2054 w 3024845"/>
                <a:gd name="connsiteY394" fmla="*/ 1056710 h 1059043"/>
                <a:gd name="connsiteX395" fmla="*/ 0 w 3024845"/>
                <a:gd name="connsiteY395" fmla="*/ 622592 h 1059043"/>
                <a:gd name="connsiteX396" fmla="*/ 20267 w 3024845"/>
                <a:gd name="connsiteY396" fmla="*/ 622592 h 1059043"/>
                <a:gd name="connsiteX397" fmla="*/ 20774 w 3024845"/>
                <a:gd name="connsiteY397" fmla="*/ 621511 h 1059043"/>
                <a:gd name="connsiteX398" fmla="*/ 24320 w 3024845"/>
                <a:gd name="connsiteY398" fmla="*/ 613945 h 1059043"/>
                <a:gd name="connsiteX399" fmla="*/ 26094 w 3024845"/>
                <a:gd name="connsiteY399" fmla="*/ 614215 h 1059043"/>
                <a:gd name="connsiteX400" fmla="*/ 38507 w 3024845"/>
                <a:gd name="connsiteY400" fmla="*/ 616106 h 1059043"/>
                <a:gd name="connsiteX401" fmla="*/ 39014 w 3024845"/>
                <a:gd name="connsiteY401" fmla="*/ 617458 h 1059043"/>
                <a:gd name="connsiteX402" fmla="*/ 42560 w 3024845"/>
                <a:gd name="connsiteY402" fmla="*/ 626915 h 1059043"/>
                <a:gd name="connsiteX403" fmla="*/ 68907 w 3024845"/>
                <a:gd name="connsiteY403" fmla="*/ 629077 h 1059043"/>
                <a:gd name="connsiteX404" fmla="*/ 68907 w 3024845"/>
                <a:gd name="connsiteY404" fmla="*/ 505856 h 1059043"/>
                <a:gd name="connsiteX405" fmla="*/ 70934 w 3024845"/>
                <a:gd name="connsiteY405" fmla="*/ 505856 h 1059043"/>
                <a:gd name="connsiteX406" fmla="*/ 85121 w 3024845"/>
                <a:gd name="connsiteY406" fmla="*/ 505856 h 1059043"/>
                <a:gd name="connsiteX407" fmla="*/ 85121 w 3024845"/>
                <a:gd name="connsiteY407" fmla="*/ 369664 h 1059043"/>
                <a:gd name="connsiteX408" fmla="*/ 86894 w 3024845"/>
                <a:gd name="connsiteY408" fmla="*/ 369664 h 1059043"/>
                <a:gd name="connsiteX409" fmla="*/ 99308 w 3024845"/>
                <a:gd name="connsiteY409" fmla="*/ 369664 h 1059043"/>
                <a:gd name="connsiteX410" fmla="*/ 99308 w 3024845"/>
                <a:gd name="connsiteY410" fmla="*/ 255090 h 1059043"/>
                <a:gd name="connsiteX411" fmla="*/ 103361 w 3024845"/>
                <a:gd name="connsiteY411" fmla="*/ 226986 h 1059043"/>
                <a:gd name="connsiteX412" fmla="*/ 105388 w 3024845"/>
                <a:gd name="connsiteY412" fmla="*/ 226986 h 1059043"/>
                <a:gd name="connsiteX413" fmla="*/ 119575 w 3024845"/>
                <a:gd name="connsiteY41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0720 w 3024845"/>
                <a:gd name="connsiteY329" fmla="*/ 555577 h 1059043"/>
                <a:gd name="connsiteX330" fmla="*/ 2245574 w 3024845"/>
                <a:gd name="connsiteY330" fmla="*/ 555577 h 1059043"/>
                <a:gd name="connsiteX331" fmla="*/ 2245574 w 3024845"/>
                <a:gd name="connsiteY331" fmla="*/ 631239 h 1059043"/>
                <a:gd name="connsiteX332" fmla="*/ 2253681 w 3024845"/>
                <a:gd name="connsiteY332" fmla="*/ 631239 h 1059043"/>
                <a:gd name="connsiteX333" fmla="*/ 2255708 w 3024845"/>
                <a:gd name="connsiteY333" fmla="*/ 624754 h 1059043"/>
                <a:gd name="connsiteX334" fmla="*/ 2261788 w 3024845"/>
                <a:gd name="connsiteY334" fmla="*/ 624754 h 1059043"/>
                <a:gd name="connsiteX335" fmla="*/ 2263815 w 3024845"/>
                <a:gd name="connsiteY335" fmla="*/ 633401 h 1059043"/>
                <a:gd name="connsiteX336" fmla="*/ 2275975 w 3024845"/>
                <a:gd name="connsiteY336" fmla="*/ 633401 h 1059043"/>
                <a:gd name="connsiteX337" fmla="*/ 2275975 w 3024845"/>
                <a:gd name="connsiteY337" fmla="*/ 626915 h 1059043"/>
                <a:gd name="connsiteX338" fmla="*/ 2298268 w 3024845"/>
                <a:gd name="connsiteY338" fmla="*/ 626915 h 1059043"/>
                <a:gd name="connsiteX339" fmla="*/ 2298268 w 3024845"/>
                <a:gd name="connsiteY339" fmla="*/ 633401 h 1059043"/>
                <a:gd name="connsiteX340" fmla="*/ 2318535 w 3024845"/>
                <a:gd name="connsiteY340" fmla="*/ 633401 h 1059043"/>
                <a:gd name="connsiteX341" fmla="*/ 2318535 w 3024845"/>
                <a:gd name="connsiteY341" fmla="*/ 678798 h 1059043"/>
                <a:gd name="connsiteX342" fmla="*/ 2332722 w 3024845"/>
                <a:gd name="connsiteY342" fmla="*/ 678798 h 1059043"/>
                <a:gd name="connsiteX343" fmla="*/ 2332722 w 3024845"/>
                <a:gd name="connsiteY343" fmla="*/ 665827 h 1059043"/>
                <a:gd name="connsiteX344" fmla="*/ 2348936 w 3024845"/>
                <a:gd name="connsiteY344" fmla="*/ 665827 h 1059043"/>
                <a:gd name="connsiteX345" fmla="*/ 2348936 w 3024845"/>
                <a:gd name="connsiteY345" fmla="*/ 486400 h 1059043"/>
                <a:gd name="connsiteX346" fmla="*/ 2355016 w 3024845"/>
                <a:gd name="connsiteY346" fmla="*/ 479914 h 1059043"/>
                <a:gd name="connsiteX347" fmla="*/ 2427977 w 3024845"/>
                <a:gd name="connsiteY347" fmla="*/ 479914 h 1059043"/>
                <a:gd name="connsiteX348" fmla="*/ 2427977 w 3024845"/>
                <a:gd name="connsiteY348" fmla="*/ 488562 h 1059043"/>
                <a:gd name="connsiteX349" fmla="*/ 2438110 w 3024845"/>
                <a:gd name="connsiteY349" fmla="*/ 488562 h 1059043"/>
                <a:gd name="connsiteX350" fmla="*/ 2438110 w 3024845"/>
                <a:gd name="connsiteY350" fmla="*/ 603136 h 1059043"/>
                <a:gd name="connsiteX351" fmla="*/ 2460404 w 3024845"/>
                <a:gd name="connsiteY351" fmla="*/ 603136 h 1059043"/>
                <a:gd name="connsiteX352" fmla="*/ 2460404 w 3024845"/>
                <a:gd name="connsiteY352" fmla="*/ 536121 h 1059043"/>
                <a:gd name="connsiteX353" fmla="*/ 2486751 w 3024845"/>
                <a:gd name="connsiteY353" fmla="*/ 536121 h 1059043"/>
                <a:gd name="connsiteX354" fmla="*/ 2490804 w 3024845"/>
                <a:gd name="connsiteY354" fmla="*/ 531797 h 1059043"/>
                <a:gd name="connsiteX355" fmla="*/ 2498911 w 3024845"/>
                <a:gd name="connsiteY355" fmla="*/ 531797 h 1059043"/>
                <a:gd name="connsiteX356" fmla="*/ 2502964 w 3024845"/>
                <a:gd name="connsiteY356" fmla="*/ 536121 h 1059043"/>
                <a:gd name="connsiteX357" fmla="*/ 2525258 w 3024845"/>
                <a:gd name="connsiteY357" fmla="*/ 536121 h 1059043"/>
                <a:gd name="connsiteX358" fmla="*/ 2525258 w 3024845"/>
                <a:gd name="connsiteY358" fmla="*/ 419385 h 1059043"/>
                <a:gd name="connsiteX359" fmla="*/ 2582005 w 3024845"/>
                <a:gd name="connsiteY359" fmla="*/ 408576 h 1059043"/>
                <a:gd name="connsiteX360" fmla="*/ 2582005 w 3024845"/>
                <a:gd name="connsiteY360" fmla="*/ 409657 h 1059043"/>
                <a:gd name="connsiteX361" fmla="*/ 2582005 w 3024845"/>
                <a:gd name="connsiteY361" fmla="*/ 417223 h 1059043"/>
                <a:gd name="connsiteX362" fmla="*/ 2608352 w 3024845"/>
                <a:gd name="connsiteY362" fmla="*/ 417223 h 1059043"/>
                <a:gd name="connsiteX363" fmla="*/ 2608352 w 3024845"/>
                <a:gd name="connsiteY363" fmla="*/ 672313 h 1059043"/>
                <a:gd name="connsiteX364" fmla="*/ 2630646 w 3024845"/>
                <a:gd name="connsiteY364" fmla="*/ 672313 h 1059043"/>
                <a:gd name="connsiteX365" fmla="*/ 2630646 w 3024845"/>
                <a:gd name="connsiteY365" fmla="*/ 667989 h 1059043"/>
                <a:gd name="connsiteX366" fmla="*/ 2642806 w 3024845"/>
                <a:gd name="connsiteY366" fmla="*/ 667989 h 1059043"/>
                <a:gd name="connsiteX367" fmla="*/ 2642806 w 3024845"/>
                <a:gd name="connsiteY367" fmla="*/ 672313 h 1059043"/>
                <a:gd name="connsiteX368" fmla="*/ 2667126 w 3024845"/>
                <a:gd name="connsiteY368" fmla="*/ 672313 h 1059043"/>
                <a:gd name="connsiteX369" fmla="*/ 2667126 w 3024845"/>
                <a:gd name="connsiteY369" fmla="*/ 659342 h 1059043"/>
                <a:gd name="connsiteX370" fmla="*/ 2695500 w 3024845"/>
                <a:gd name="connsiteY370" fmla="*/ 659342 h 1059043"/>
                <a:gd name="connsiteX371" fmla="*/ 2707660 w 3024845"/>
                <a:gd name="connsiteY371" fmla="*/ 655018 h 1059043"/>
                <a:gd name="connsiteX372" fmla="*/ 2727927 w 3024845"/>
                <a:gd name="connsiteY372" fmla="*/ 659342 h 1059043"/>
                <a:gd name="connsiteX373" fmla="*/ 2727927 w 3024845"/>
                <a:gd name="connsiteY373" fmla="*/ 642048 h 1059043"/>
                <a:gd name="connsiteX374" fmla="*/ 2736034 w 3024845"/>
                <a:gd name="connsiteY374" fmla="*/ 642048 h 1059043"/>
                <a:gd name="connsiteX375" fmla="*/ 2736034 w 3024845"/>
                <a:gd name="connsiteY375" fmla="*/ 629077 h 1059043"/>
                <a:gd name="connsiteX376" fmla="*/ 2792781 w 3024845"/>
                <a:gd name="connsiteY376" fmla="*/ 629077 h 1059043"/>
                <a:gd name="connsiteX377" fmla="*/ 2792781 w 3024845"/>
                <a:gd name="connsiteY377" fmla="*/ 598812 h 1059043"/>
                <a:gd name="connsiteX378" fmla="*/ 2811021 w 3024845"/>
                <a:gd name="connsiteY378" fmla="*/ 598812 h 1059043"/>
                <a:gd name="connsiteX379" fmla="*/ 2811021 w 3024845"/>
                <a:gd name="connsiteY379" fmla="*/ 592327 h 1059043"/>
                <a:gd name="connsiteX380" fmla="*/ 2823181 w 3024845"/>
                <a:gd name="connsiteY380" fmla="*/ 592327 h 1059043"/>
                <a:gd name="connsiteX381" fmla="*/ 2823181 w 3024845"/>
                <a:gd name="connsiteY381" fmla="*/ 598812 h 1059043"/>
                <a:gd name="connsiteX382" fmla="*/ 2839395 w 3024845"/>
                <a:gd name="connsiteY382" fmla="*/ 598812 h 1059043"/>
                <a:gd name="connsiteX383" fmla="*/ 2839395 w 3024845"/>
                <a:gd name="connsiteY383" fmla="*/ 648533 h 1059043"/>
                <a:gd name="connsiteX384" fmla="*/ 2871822 w 3024845"/>
                <a:gd name="connsiteY384" fmla="*/ 648533 h 1059043"/>
                <a:gd name="connsiteX385" fmla="*/ 2871822 w 3024845"/>
                <a:gd name="connsiteY385" fmla="*/ 622592 h 1059043"/>
                <a:gd name="connsiteX386" fmla="*/ 2910329 w 3024845"/>
                <a:gd name="connsiteY386" fmla="*/ 622592 h 1059043"/>
                <a:gd name="connsiteX387" fmla="*/ 2910329 w 3024845"/>
                <a:gd name="connsiteY387" fmla="*/ 592327 h 1059043"/>
                <a:gd name="connsiteX388" fmla="*/ 2958970 w 3024845"/>
                <a:gd name="connsiteY388" fmla="*/ 592327 h 1059043"/>
                <a:gd name="connsiteX389" fmla="*/ 2958970 w 3024845"/>
                <a:gd name="connsiteY389" fmla="*/ 703483 h 1059043"/>
                <a:gd name="connsiteX390" fmla="*/ 2958970 w 3024845"/>
                <a:gd name="connsiteY390" fmla="*/ 717262 h 1059043"/>
                <a:gd name="connsiteX391" fmla="*/ 3024845 w 3024845"/>
                <a:gd name="connsiteY391" fmla="*/ 717262 h 1059043"/>
                <a:gd name="connsiteX392" fmla="*/ 3024845 w 3024845"/>
                <a:gd name="connsiteY392" fmla="*/ 1059043 h 1059043"/>
                <a:gd name="connsiteX393" fmla="*/ 2054 w 3024845"/>
                <a:gd name="connsiteY393" fmla="*/ 1056710 h 1059043"/>
                <a:gd name="connsiteX394" fmla="*/ 0 w 3024845"/>
                <a:gd name="connsiteY394" fmla="*/ 622592 h 1059043"/>
                <a:gd name="connsiteX395" fmla="*/ 20267 w 3024845"/>
                <a:gd name="connsiteY395" fmla="*/ 622592 h 1059043"/>
                <a:gd name="connsiteX396" fmla="*/ 20774 w 3024845"/>
                <a:gd name="connsiteY396" fmla="*/ 621511 h 1059043"/>
                <a:gd name="connsiteX397" fmla="*/ 24320 w 3024845"/>
                <a:gd name="connsiteY397" fmla="*/ 613945 h 1059043"/>
                <a:gd name="connsiteX398" fmla="*/ 26094 w 3024845"/>
                <a:gd name="connsiteY398" fmla="*/ 614215 h 1059043"/>
                <a:gd name="connsiteX399" fmla="*/ 38507 w 3024845"/>
                <a:gd name="connsiteY399" fmla="*/ 616106 h 1059043"/>
                <a:gd name="connsiteX400" fmla="*/ 39014 w 3024845"/>
                <a:gd name="connsiteY400" fmla="*/ 617458 h 1059043"/>
                <a:gd name="connsiteX401" fmla="*/ 42560 w 3024845"/>
                <a:gd name="connsiteY401" fmla="*/ 626915 h 1059043"/>
                <a:gd name="connsiteX402" fmla="*/ 68907 w 3024845"/>
                <a:gd name="connsiteY402" fmla="*/ 629077 h 1059043"/>
                <a:gd name="connsiteX403" fmla="*/ 68907 w 3024845"/>
                <a:gd name="connsiteY403" fmla="*/ 505856 h 1059043"/>
                <a:gd name="connsiteX404" fmla="*/ 70934 w 3024845"/>
                <a:gd name="connsiteY404" fmla="*/ 505856 h 1059043"/>
                <a:gd name="connsiteX405" fmla="*/ 85121 w 3024845"/>
                <a:gd name="connsiteY405" fmla="*/ 505856 h 1059043"/>
                <a:gd name="connsiteX406" fmla="*/ 85121 w 3024845"/>
                <a:gd name="connsiteY406" fmla="*/ 369664 h 1059043"/>
                <a:gd name="connsiteX407" fmla="*/ 86894 w 3024845"/>
                <a:gd name="connsiteY407" fmla="*/ 369664 h 1059043"/>
                <a:gd name="connsiteX408" fmla="*/ 99308 w 3024845"/>
                <a:gd name="connsiteY408" fmla="*/ 369664 h 1059043"/>
                <a:gd name="connsiteX409" fmla="*/ 99308 w 3024845"/>
                <a:gd name="connsiteY409" fmla="*/ 255090 h 1059043"/>
                <a:gd name="connsiteX410" fmla="*/ 103361 w 3024845"/>
                <a:gd name="connsiteY410" fmla="*/ 226986 h 1059043"/>
                <a:gd name="connsiteX411" fmla="*/ 105388 w 3024845"/>
                <a:gd name="connsiteY411" fmla="*/ 226986 h 1059043"/>
                <a:gd name="connsiteX412" fmla="*/ 119575 w 3024845"/>
                <a:gd name="connsiteY41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35634 h 1059043"/>
                <a:gd name="connsiteX328" fmla="*/ 2180720 w 3024845"/>
                <a:gd name="connsiteY328" fmla="*/ 555577 h 1059043"/>
                <a:gd name="connsiteX329" fmla="*/ 2245574 w 3024845"/>
                <a:gd name="connsiteY329" fmla="*/ 555577 h 1059043"/>
                <a:gd name="connsiteX330" fmla="*/ 2245574 w 3024845"/>
                <a:gd name="connsiteY330" fmla="*/ 631239 h 1059043"/>
                <a:gd name="connsiteX331" fmla="*/ 2253681 w 3024845"/>
                <a:gd name="connsiteY331" fmla="*/ 631239 h 1059043"/>
                <a:gd name="connsiteX332" fmla="*/ 2255708 w 3024845"/>
                <a:gd name="connsiteY332" fmla="*/ 624754 h 1059043"/>
                <a:gd name="connsiteX333" fmla="*/ 2261788 w 3024845"/>
                <a:gd name="connsiteY333" fmla="*/ 624754 h 1059043"/>
                <a:gd name="connsiteX334" fmla="*/ 2263815 w 3024845"/>
                <a:gd name="connsiteY334" fmla="*/ 633401 h 1059043"/>
                <a:gd name="connsiteX335" fmla="*/ 2275975 w 3024845"/>
                <a:gd name="connsiteY335" fmla="*/ 633401 h 1059043"/>
                <a:gd name="connsiteX336" fmla="*/ 2275975 w 3024845"/>
                <a:gd name="connsiteY336" fmla="*/ 626915 h 1059043"/>
                <a:gd name="connsiteX337" fmla="*/ 2298268 w 3024845"/>
                <a:gd name="connsiteY337" fmla="*/ 626915 h 1059043"/>
                <a:gd name="connsiteX338" fmla="*/ 2298268 w 3024845"/>
                <a:gd name="connsiteY338" fmla="*/ 633401 h 1059043"/>
                <a:gd name="connsiteX339" fmla="*/ 2318535 w 3024845"/>
                <a:gd name="connsiteY339" fmla="*/ 633401 h 1059043"/>
                <a:gd name="connsiteX340" fmla="*/ 2318535 w 3024845"/>
                <a:gd name="connsiteY340" fmla="*/ 678798 h 1059043"/>
                <a:gd name="connsiteX341" fmla="*/ 2332722 w 3024845"/>
                <a:gd name="connsiteY341" fmla="*/ 678798 h 1059043"/>
                <a:gd name="connsiteX342" fmla="*/ 2332722 w 3024845"/>
                <a:gd name="connsiteY342" fmla="*/ 665827 h 1059043"/>
                <a:gd name="connsiteX343" fmla="*/ 2348936 w 3024845"/>
                <a:gd name="connsiteY343" fmla="*/ 665827 h 1059043"/>
                <a:gd name="connsiteX344" fmla="*/ 2348936 w 3024845"/>
                <a:gd name="connsiteY344" fmla="*/ 486400 h 1059043"/>
                <a:gd name="connsiteX345" fmla="*/ 2355016 w 3024845"/>
                <a:gd name="connsiteY345" fmla="*/ 479914 h 1059043"/>
                <a:gd name="connsiteX346" fmla="*/ 2427977 w 3024845"/>
                <a:gd name="connsiteY346" fmla="*/ 479914 h 1059043"/>
                <a:gd name="connsiteX347" fmla="*/ 2427977 w 3024845"/>
                <a:gd name="connsiteY347" fmla="*/ 488562 h 1059043"/>
                <a:gd name="connsiteX348" fmla="*/ 2438110 w 3024845"/>
                <a:gd name="connsiteY348" fmla="*/ 488562 h 1059043"/>
                <a:gd name="connsiteX349" fmla="*/ 2438110 w 3024845"/>
                <a:gd name="connsiteY349" fmla="*/ 603136 h 1059043"/>
                <a:gd name="connsiteX350" fmla="*/ 2460404 w 3024845"/>
                <a:gd name="connsiteY350" fmla="*/ 603136 h 1059043"/>
                <a:gd name="connsiteX351" fmla="*/ 2460404 w 3024845"/>
                <a:gd name="connsiteY351" fmla="*/ 536121 h 1059043"/>
                <a:gd name="connsiteX352" fmla="*/ 2486751 w 3024845"/>
                <a:gd name="connsiteY352" fmla="*/ 536121 h 1059043"/>
                <a:gd name="connsiteX353" fmla="*/ 2490804 w 3024845"/>
                <a:gd name="connsiteY353" fmla="*/ 531797 h 1059043"/>
                <a:gd name="connsiteX354" fmla="*/ 2498911 w 3024845"/>
                <a:gd name="connsiteY354" fmla="*/ 531797 h 1059043"/>
                <a:gd name="connsiteX355" fmla="*/ 2502964 w 3024845"/>
                <a:gd name="connsiteY355" fmla="*/ 536121 h 1059043"/>
                <a:gd name="connsiteX356" fmla="*/ 2525258 w 3024845"/>
                <a:gd name="connsiteY356" fmla="*/ 536121 h 1059043"/>
                <a:gd name="connsiteX357" fmla="*/ 2525258 w 3024845"/>
                <a:gd name="connsiteY357" fmla="*/ 419385 h 1059043"/>
                <a:gd name="connsiteX358" fmla="*/ 2582005 w 3024845"/>
                <a:gd name="connsiteY358" fmla="*/ 408576 h 1059043"/>
                <a:gd name="connsiteX359" fmla="*/ 2582005 w 3024845"/>
                <a:gd name="connsiteY359" fmla="*/ 409657 h 1059043"/>
                <a:gd name="connsiteX360" fmla="*/ 2582005 w 3024845"/>
                <a:gd name="connsiteY360" fmla="*/ 417223 h 1059043"/>
                <a:gd name="connsiteX361" fmla="*/ 2608352 w 3024845"/>
                <a:gd name="connsiteY361" fmla="*/ 417223 h 1059043"/>
                <a:gd name="connsiteX362" fmla="*/ 2608352 w 3024845"/>
                <a:gd name="connsiteY362" fmla="*/ 672313 h 1059043"/>
                <a:gd name="connsiteX363" fmla="*/ 2630646 w 3024845"/>
                <a:gd name="connsiteY363" fmla="*/ 672313 h 1059043"/>
                <a:gd name="connsiteX364" fmla="*/ 2630646 w 3024845"/>
                <a:gd name="connsiteY364" fmla="*/ 667989 h 1059043"/>
                <a:gd name="connsiteX365" fmla="*/ 2642806 w 3024845"/>
                <a:gd name="connsiteY365" fmla="*/ 667989 h 1059043"/>
                <a:gd name="connsiteX366" fmla="*/ 2642806 w 3024845"/>
                <a:gd name="connsiteY366" fmla="*/ 672313 h 1059043"/>
                <a:gd name="connsiteX367" fmla="*/ 2667126 w 3024845"/>
                <a:gd name="connsiteY367" fmla="*/ 672313 h 1059043"/>
                <a:gd name="connsiteX368" fmla="*/ 2667126 w 3024845"/>
                <a:gd name="connsiteY368" fmla="*/ 659342 h 1059043"/>
                <a:gd name="connsiteX369" fmla="*/ 2695500 w 3024845"/>
                <a:gd name="connsiteY369" fmla="*/ 659342 h 1059043"/>
                <a:gd name="connsiteX370" fmla="*/ 2707660 w 3024845"/>
                <a:gd name="connsiteY370" fmla="*/ 655018 h 1059043"/>
                <a:gd name="connsiteX371" fmla="*/ 2727927 w 3024845"/>
                <a:gd name="connsiteY371" fmla="*/ 659342 h 1059043"/>
                <a:gd name="connsiteX372" fmla="*/ 2727927 w 3024845"/>
                <a:gd name="connsiteY372" fmla="*/ 642048 h 1059043"/>
                <a:gd name="connsiteX373" fmla="*/ 2736034 w 3024845"/>
                <a:gd name="connsiteY373" fmla="*/ 642048 h 1059043"/>
                <a:gd name="connsiteX374" fmla="*/ 2736034 w 3024845"/>
                <a:gd name="connsiteY374" fmla="*/ 629077 h 1059043"/>
                <a:gd name="connsiteX375" fmla="*/ 2792781 w 3024845"/>
                <a:gd name="connsiteY375" fmla="*/ 629077 h 1059043"/>
                <a:gd name="connsiteX376" fmla="*/ 2792781 w 3024845"/>
                <a:gd name="connsiteY376" fmla="*/ 598812 h 1059043"/>
                <a:gd name="connsiteX377" fmla="*/ 2811021 w 3024845"/>
                <a:gd name="connsiteY377" fmla="*/ 598812 h 1059043"/>
                <a:gd name="connsiteX378" fmla="*/ 2811021 w 3024845"/>
                <a:gd name="connsiteY378" fmla="*/ 592327 h 1059043"/>
                <a:gd name="connsiteX379" fmla="*/ 2823181 w 3024845"/>
                <a:gd name="connsiteY379" fmla="*/ 592327 h 1059043"/>
                <a:gd name="connsiteX380" fmla="*/ 2823181 w 3024845"/>
                <a:gd name="connsiteY380" fmla="*/ 598812 h 1059043"/>
                <a:gd name="connsiteX381" fmla="*/ 2839395 w 3024845"/>
                <a:gd name="connsiteY381" fmla="*/ 598812 h 1059043"/>
                <a:gd name="connsiteX382" fmla="*/ 2839395 w 3024845"/>
                <a:gd name="connsiteY382" fmla="*/ 648533 h 1059043"/>
                <a:gd name="connsiteX383" fmla="*/ 2871822 w 3024845"/>
                <a:gd name="connsiteY383" fmla="*/ 648533 h 1059043"/>
                <a:gd name="connsiteX384" fmla="*/ 2871822 w 3024845"/>
                <a:gd name="connsiteY384" fmla="*/ 622592 h 1059043"/>
                <a:gd name="connsiteX385" fmla="*/ 2910329 w 3024845"/>
                <a:gd name="connsiteY385" fmla="*/ 622592 h 1059043"/>
                <a:gd name="connsiteX386" fmla="*/ 2910329 w 3024845"/>
                <a:gd name="connsiteY386" fmla="*/ 592327 h 1059043"/>
                <a:gd name="connsiteX387" fmla="*/ 2958970 w 3024845"/>
                <a:gd name="connsiteY387" fmla="*/ 592327 h 1059043"/>
                <a:gd name="connsiteX388" fmla="*/ 2958970 w 3024845"/>
                <a:gd name="connsiteY388" fmla="*/ 703483 h 1059043"/>
                <a:gd name="connsiteX389" fmla="*/ 2958970 w 3024845"/>
                <a:gd name="connsiteY389" fmla="*/ 717262 h 1059043"/>
                <a:gd name="connsiteX390" fmla="*/ 3024845 w 3024845"/>
                <a:gd name="connsiteY390" fmla="*/ 717262 h 1059043"/>
                <a:gd name="connsiteX391" fmla="*/ 3024845 w 3024845"/>
                <a:gd name="connsiteY391" fmla="*/ 1059043 h 1059043"/>
                <a:gd name="connsiteX392" fmla="*/ 2054 w 3024845"/>
                <a:gd name="connsiteY392" fmla="*/ 1056710 h 1059043"/>
                <a:gd name="connsiteX393" fmla="*/ 0 w 3024845"/>
                <a:gd name="connsiteY393" fmla="*/ 622592 h 1059043"/>
                <a:gd name="connsiteX394" fmla="*/ 20267 w 3024845"/>
                <a:gd name="connsiteY394" fmla="*/ 622592 h 1059043"/>
                <a:gd name="connsiteX395" fmla="*/ 20774 w 3024845"/>
                <a:gd name="connsiteY395" fmla="*/ 621511 h 1059043"/>
                <a:gd name="connsiteX396" fmla="*/ 24320 w 3024845"/>
                <a:gd name="connsiteY396" fmla="*/ 613945 h 1059043"/>
                <a:gd name="connsiteX397" fmla="*/ 26094 w 3024845"/>
                <a:gd name="connsiteY397" fmla="*/ 614215 h 1059043"/>
                <a:gd name="connsiteX398" fmla="*/ 38507 w 3024845"/>
                <a:gd name="connsiteY398" fmla="*/ 616106 h 1059043"/>
                <a:gd name="connsiteX399" fmla="*/ 39014 w 3024845"/>
                <a:gd name="connsiteY399" fmla="*/ 617458 h 1059043"/>
                <a:gd name="connsiteX400" fmla="*/ 42560 w 3024845"/>
                <a:gd name="connsiteY400" fmla="*/ 626915 h 1059043"/>
                <a:gd name="connsiteX401" fmla="*/ 68907 w 3024845"/>
                <a:gd name="connsiteY401" fmla="*/ 629077 h 1059043"/>
                <a:gd name="connsiteX402" fmla="*/ 68907 w 3024845"/>
                <a:gd name="connsiteY402" fmla="*/ 505856 h 1059043"/>
                <a:gd name="connsiteX403" fmla="*/ 70934 w 3024845"/>
                <a:gd name="connsiteY403" fmla="*/ 505856 h 1059043"/>
                <a:gd name="connsiteX404" fmla="*/ 85121 w 3024845"/>
                <a:gd name="connsiteY404" fmla="*/ 505856 h 1059043"/>
                <a:gd name="connsiteX405" fmla="*/ 85121 w 3024845"/>
                <a:gd name="connsiteY405" fmla="*/ 369664 h 1059043"/>
                <a:gd name="connsiteX406" fmla="*/ 86894 w 3024845"/>
                <a:gd name="connsiteY406" fmla="*/ 369664 h 1059043"/>
                <a:gd name="connsiteX407" fmla="*/ 99308 w 3024845"/>
                <a:gd name="connsiteY407" fmla="*/ 369664 h 1059043"/>
                <a:gd name="connsiteX408" fmla="*/ 99308 w 3024845"/>
                <a:gd name="connsiteY408" fmla="*/ 255090 h 1059043"/>
                <a:gd name="connsiteX409" fmla="*/ 103361 w 3024845"/>
                <a:gd name="connsiteY409" fmla="*/ 226986 h 1059043"/>
                <a:gd name="connsiteX410" fmla="*/ 105388 w 3024845"/>
                <a:gd name="connsiteY410" fmla="*/ 226986 h 1059043"/>
                <a:gd name="connsiteX411" fmla="*/ 119575 w 3024845"/>
                <a:gd name="connsiteY41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80720 w 3024845"/>
                <a:gd name="connsiteY327" fmla="*/ 555577 h 1059043"/>
                <a:gd name="connsiteX328" fmla="*/ 2245574 w 3024845"/>
                <a:gd name="connsiteY328" fmla="*/ 555577 h 1059043"/>
                <a:gd name="connsiteX329" fmla="*/ 2245574 w 3024845"/>
                <a:gd name="connsiteY329" fmla="*/ 631239 h 1059043"/>
                <a:gd name="connsiteX330" fmla="*/ 2253681 w 3024845"/>
                <a:gd name="connsiteY330" fmla="*/ 631239 h 1059043"/>
                <a:gd name="connsiteX331" fmla="*/ 2255708 w 3024845"/>
                <a:gd name="connsiteY331" fmla="*/ 624754 h 1059043"/>
                <a:gd name="connsiteX332" fmla="*/ 2261788 w 3024845"/>
                <a:gd name="connsiteY332" fmla="*/ 624754 h 1059043"/>
                <a:gd name="connsiteX333" fmla="*/ 2263815 w 3024845"/>
                <a:gd name="connsiteY333" fmla="*/ 633401 h 1059043"/>
                <a:gd name="connsiteX334" fmla="*/ 2275975 w 3024845"/>
                <a:gd name="connsiteY334" fmla="*/ 633401 h 1059043"/>
                <a:gd name="connsiteX335" fmla="*/ 2275975 w 3024845"/>
                <a:gd name="connsiteY335" fmla="*/ 626915 h 1059043"/>
                <a:gd name="connsiteX336" fmla="*/ 2298268 w 3024845"/>
                <a:gd name="connsiteY336" fmla="*/ 626915 h 1059043"/>
                <a:gd name="connsiteX337" fmla="*/ 2298268 w 3024845"/>
                <a:gd name="connsiteY337" fmla="*/ 633401 h 1059043"/>
                <a:gd name="connsiteX338" fmla="*/ 2318535 w 3024845"/>
                <a:gd name="connsiteY338" fmla="*/ 633401 h 1059043"/>
                <a:gd name="connsiteX339" fmla="*/ 2318535 w 3024845"/>
                <a:gd name="connsiteY339" fmla="*/ 678798 h 1059043"/>
                <a:gd name="connsiteX340" fmla="*/ 2332722 w 3024845"/>
                <a:gd name="connsiteY340" fmla="*/ 678798 h 1059043"/>
                <a:gd name="connsiteX341" fmla="*/ 2332722 w 3024845"/>
                <a:gd name="connsiteY341" fmla="*/ 665827 h 1059043"/>
                <a:gd name="connsiteX342" fmla="*/ 2348936 w 3024845"/>
                <a:gd name="connsiteY342" fmla="*/ 665827 h 1059043"/>
                <a:gd name="connsiteX343" fmla="*/ 2348936 w 3024845"/>
                <a:gd name="connsiteY343" fmla="*/ 486400 h 1059043"/>
                <a:gd name="connsiteX344" fmla="*/ 2355016 w 3024845"/>
                <a:gd name="connsiteY344" fmla="*/ 479914 h 1059043"/>
                <a:gd name="connsiteX345" fmla="*/ 2427977 w 3024845"/>
                <a:gd name="connsiteY345" fmla="*/ 479914 h 1059043"/>
                <a:gd name="connsiteX346" fmla="*/ 2427977 w 3024845"/>
                <a:gd name="connsiteY346" fmla="*/ 488562 h 1059043"/>
                <a:gd name="connsiteX347" fmla="*/ 2438110 w 3024845"/>
                <a:gd name="connsiteY347" fmla="*/ 488562 h 1059043"/>
                <a:gd name="connsiteX348" fmla="*/ 2438110 w 3024845"/>
                <a:gd name="connsiteY348" fmla="*/ 603136 h 1059043"/>
                <a:gd name="connsiteX349" fmla="*/ 2460404 w 3024845"/>
                <a:gd name="connsiteY349" fmla="*/ 603136 h 1059043"/>
                <a:gd name="connsiteX350" fmla="*/ 2460404 w 3024845"/>
                <a:gd name="connsiteY350" fmla="*/ 536121 h 1059043"/>
                <a:gd name="connsiteX351" fmla="*/ 2486751 w 3024845"/>
                <a:gd name="connsiteY351" fmla="*/ 536121 h 1059043"/>
                <a:gd name="connsiteX352" fmla="*/ 2490804 w 3024845"/>
                <a:gd name="connsiteY352" fmla="*/ 531797 h 1059043"/>
                <a:gd name="connsiteX353" fmla="*/ 2498911 w 3024845"/>
                <a:gd name="connsiteY353" fmla="*/ 531797 h 1059043"/>
                <a:gd name="connsiteX354" fmla="*/ 2502964 w 3024845"/>
                <a:gd name="connsiteY354" fmla="*/ 536121 h 1059043"/>
                <a:gd name="connsiteX355" fmla="*/ 2525258 w 3024845"/>
                <a:gd name="connsiteY355" fmla="*/ 536121 h 1059043"/>
                <a:gd name="connsiteX356" fmla="*/ 2525258 w 3024845"/>
                <a:gd name="connsiteY356" fmla="*/ 419385 h 1059043"/>
                <a:gd name="connsiteX357" fmla="*/ 2582005 w 3024845"/>
                <a:gd name="connsiteY357" fmla="*/ 408576 h 1059043"/>
                <a:gd name="connsiteX358" fmla="*/ 2582005 w 3024845"/>
                <a:gd name="connsiteY358" fmla="*/ 409657 h 1059043"/>
                <a:gd name="connsiteX359" fmla="*/ 2582005 w 3024845"/>
                <a:gd name="connsiteY359" fmla="*/ 417223 h 1059043"/>
                <a:gd name="connsiteX360" fmla="*/ 2608352 w 3024845"/>
                <a:gd name="connsiteY360" fmla="*/ 417223 h 1059043"/>
                <a:gd name="connsiteX361" fmla="*/ 2608352 w 3024845"/>
                <a:gd name="connsiteY361" fmla="*/ 672313 h 1059043"/>
                <a:gd name="connsiteX362" fmla="*/ 2630646 w 3024845"/>
                <a:gd name="connsiteY362" fmla="*/ 672313 h 1059043"/>
                <a:gd name="connsiteX363" fmla="*/ 2630646 w 3024845"/>
                <a:gd name="connsiteY363" fmla="*/ 667989 h 1059043"/>
                <a:gd name="connsiteX364" fmla="*/ 2642806 w 3024845"/>
                <a:gd name="connsiteY364" fmla="*/ 667989 h 1059043"/>
                <a:gd name="connsiteX365" fmla="*/ 2642806 w 3024845"/>
                <a:gd name="connsiteY365" fmla="*/ 672313 h 1059043"/>
                <a:gd name="connsiteX366" fmla="*/ 2667126 w 3024845"/>
                <a:gd name="connsiteY366" fmla="*/ 672313 h 1059043"/>
                <a:gd name="connsiteX367" fmla="*/ 2667126 w 3024845"/>
                <a:gd name="connsiteY367" fmla="*/ 659342 h 1059043"/>
                <a:gd name="connsiteX368" fmla="*/ 2695500 w 3024845"/>
                <a:gd name="connsiteY368" fmla="*/ 659342 h 1059043"/>
                <a:gd name="connsiteX369" fmla="*/ 2707660 w 3024845"/>
                <a:gd name="connsiteY369" fmla="*/ 655018 h 1059043"/>
                <a:gd name="connsiteX370" fmla="*/ 2727927 w 3024845"/>
                <a:gd name="connsiteY370" fmla="*/ 659342 h 1059043"/>
                <a:gd name="connsiteX371" fmla="*/ 2727927 w 3024845"/>
                <a:gd name="connsiteY371" fmla="*/ 642048 h 1059043"/>
                <a:gd name="connsiteX372" fmla="*/ 2736034 w 3024845"/>
                <a:gd name="connsiteY372" fmla="*/ 642048 h 1059043"/>
                <a:gd name="connsiteX373" fmla="*/ 2736034 w 3024845"/>
                <a:gd name="connsiteY373" fmla="*/ 629077 h 1059043"/>
                <a:gd name="connsiteX374" fmla="*/ 2792781 w 3024845"/>
                <a:gd name="connsiteY374" fmla="*/ 629077 h 1059043"/>
                <a:gd name="connsiteX375" fmla="*/ 2792781 w 3024845"/>
                <a:gd name="connsiteY375" fmla="*/ 598812 h 1059043"/>
                <a:gd name="connsiteX376" fmla="*/ 2811021 w 3024845"/>
                <a:gd name="connsiteY376" fmla="*/ 598812 h 1059043"/>
                <a:gd name="connsiteX377" fmla="*/ 2811021 w 3024845"/>
                <a:gd name="connsiteY377" fmla="*/ 592327 h 1059043"/>
                <a:gd name="connsiteX378" fmla="*/ 2823181 w 3024845"/>
                <a:gd name="connsiteY378" fmla="*/ 592327 h 1059043"/>
                <a:gd name="connsiteX379" fmla="*/ 2823181 w 3024845"/>
                <a:gd name="connsiteY379" fmla="*/ 598812 h 1059043"/>
                <a:gd name="connsiteX380" fmla="*/ 2839395 w 3024845"/>
                <a:gd name="connsiteY380" fmla="*/ 598812 h 1059043"/>
                <a:gd name="connsiteX381" fmla="*/ 2839395 w 3024845"/>
                <a:gd name="connsiteY381" fmla="*/ 648533 h 1059043"/>
                <a:gd name="connsiteX382" fmla="*/ 2871822 w 3024845"/>
                <a:gd name="connsiteY382" fmla="*/ 648533 h 1059043"/>
                <a:gd name="connsiteX383" fmla="*/ 2871822 w 3024845"/>
                <a:gd name="connsiteY383" fmla="*/ 622592 h 1059043"/>
                <a:gd name="connsiteX384" fmla="*/ 2910329 w 3024845"/>
                <a:gd name="connsiteY384" fmla="*/ 622592 h 1059043"/>
                <a:gd name="connsiteX385" fmla="*/ 2910329 w 3024845"/>
                <a:gd name="connsiteY385" fmla="*/ 592327 h 1059043"/>
                <a:gd name="connsiteX386" fmla="*/ 2958970 w 3024845"/>
                <a:gd name="connsiteY386" fmla="*/ 592327 h 1059043"/>
                <a:gd name="connsiteX387" fmla="*/ 2958970 w 3024845"/>
                <a:gd name="connsiteY387" fmla="*/ 703483 h 1059043"/>
                <a:gd name="connsiteX388" fmla="*/ 2958970 w 3024845"/>
                <a:gd name="connsiteY388" fmla="*/ 717262 h 1059043"/>
                <a:gd name="connsiteX389" fmla="*/ 3024845 w 3024845"/>
                <a:gd name="connsiteY389" fmla="*/ 717262 h 1059043"/>
                <a:gd name="connsiteX390" fmla="*/ 3024845 w 3024845"/>
                <a:gd name="connsiteY390" fmla="*/ 1059043 h 1059043"/>
                <a:gd name="connsiteX391" fmla="*/ 2054 w 3024845"/>
                <a:gd name="connsiteY391" fmla="*/ 1056710 h 1059043"/>
                <a:gd name="connsiteX392" fmla="*/ 0 w 3024845"/>
                <a:gd name="connsiteY392" fmla="*/ 622592 h 1059043"/>
                <a:gd name="connsiteX393" fmla="*/ 20267 w 3024845"/>
                <a:gd name="connsiteY393" fmla="*/ 622592 h 1059043"/>
                <a:gd name="connsiteX394" fmla="*/ 20774 w 3024845"/>
                <a:gd name="connsiteY394" fmla="*/ 621511 h 1059043"/>
                <a:gd name="connsiteX395" fmla="*/ 24320 w 3024845"/>
                <a:gd name="connsiteY395" fmla="*/ 613945 h 1059043"/>
                <a:gd name="connsiteX396" fmla="*/ 26094 w 3024845"/>
                <a:gd name="connsiteY396" fmla="*/ 614215 h 1059043"/>
                <a:gd name="connsiteX397" fmla="*/ 38507 w 3024845"/>
                <a:gd name="connsiteY397" fmla="*/ 616106 h 1059043"/>
                <a:gd name="connsiteX398" fmla="*/ 39014 w 3024845"/>
                <a:gd name="connsiteY398" fmla="*/ 617458 h 1059043"/>
                <a:gd name="connsiteX399" fmla="*/ 42560 w 3024845"/>
                <a:gd name="connsiteY399" fmla="*/ 626915 h 1059043"/>
                <a:gd name="connsiteX400" fmla="*/ 68907 w 3024845"/>
                <a:gd name="connsiteY400" fmla="*/ 629077 h 1059043"/>
                <a:gd name="connsiteX401" fmla="*/ 68907 w 3024845"/>
                <a:gd name="connsiteY401" fmla="*/ 505856 h 1059043"/>
                <a:gd name="connsiteX402" fmla="*/ 70934 w 3024845"/>
                <a:gd name="connsiteY402" fmla="*/ 505856 h 1059043"/>
                <a:gd name="connsiteX403" fmla="*/ 85121 w 3024845"/>
                <a:gd name="connsiteY403" fmla="*/ 505856 h 1059043"/>
                <a:gd name="connsiteX404" fmla="*/ 85121 w 3024845"/>
                <a:gd name="connsiteY404" fmla="*/ 369664 h 1059043"/>
                <a:gd name="connsiteX405" fmla="*/ 86894 w 3024845"/>
                <a:gd name="connsiteY405" fmla="*/ 369664 h 1059043"/>
                <a:gd name="connsiteX406" fmla="*/ 99308 w 3024845"/>
                <a:gd name="connsiteY406" fmla="*/ 369664 h 1059043"/>
                <a:gd name="connsiteX407" fmla="*/ 99308 w 3024845"/>
                <a:gd name="connsiteY407" fmla="*/ 255090 h 1059043"/>
                <a:gd name="connsiteX408" fmla="*/ 103361 w 3024845"/>
                <a:gd name="connsiteY408" fmla="*/ 226986 h 1059043"/>
                <a:gd name="connsiteX409" fmla="*/ 105388 w 3024845"/>
                <a:gd name="connsiteY409" fmla="*/ 226986 h 1059043"/>
                <a:gd name="connsiteX410" fmla="*/ 119575 w 3024845"/>
                <a:gd name="connsiteY41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80720 w 3024845"/>
                <a:gd name="connsiteY326" fmla="*/ 555577 h 1059043"/>
                <a:gd name="connsiteX327" fmla="*/ 2245574 w 3024845"/>
                <a:gd name="connsiteY327" fmla="*/ 555577 h 1059043"/>
                <a:gd name="connsiteX328" fmla="*/ 2245574 w 3024845"/>
                <a:gd name="connsiteY328" fmla="*/ 631239 h 1059043"/>
                <a:gd name="connsiteX329" fmla="*/ 2253681 w 3024845"/>
                <a:gd name="connsiteY329" fmla="*/ 631239 h 1059043"/>
                <a:gd name="connsiteX330" fmla="*/ 2255708 w 3024845"/>
                <a:gd name="connsiteY330" fmla="*/ 624754 h 1059043"/>
                <a:gd name="connsiteX331" fmla="*/ 2261788 w 3024845"/>
                <a:gd name="connsiteY331" fmla="*/ 624754 h 1059043"/>
                <a:gd name="connsiteX332" fmla="*/ 2263815 w 3024845"/>
                <a:gd name="connsiteY332" fmla="*/ 633401 h 1059043"/>
                <a:gd name="connsiteX333" fmla="*/ 2275975 w 3024845"/>
                <a:gd name="connsiteY333" fmla="*/ 633401 h 1059043"/>
                <a:gd name="connsiteX334" fmla="*/ 2275975 w 3024845"/>
                <a:gd name="connsiteY334" fmla="*/ 626915 h 1059043"/>
                <a:gd name="connsiteX335" fmla="*/ 2298268 w 3024845"/>
                <a:gd name="connsiteY335" fmla="*/ 626915 h 1059043"/>
                <a:gd name="connsiteX336" fmla="*/ 2298268 w 3024845"/>
                <a:gd name="connsiteY336" fmla="*/ 633401 h 1059043"/>
                <a:gd name="connsiteX337" fmla="*/ 2318535 w 3024845"/>
                <a:gd name="connsiteY337" fmla="*/ 633401 h 1059043"/>
                <a:gd name="connsiteX338" fmla="*/ 2318535 w 3024845"/>
                <a:gd name="connsiteY338" fmla="*/ 678798 h 1059043"/>
                <a:gd name="connsiteX339" fmla="*/ 2332722 w 3024845"/>
                <a:gd name="connsiteY339" fmla="*/ 678798 h 1059043"/>
                <a:gd name="connsiteX340" fmla="*/ 2332722 w 3024845"/>
                <a:gd name="connsiteY340" fmla="*/ 665827 h 1059043"/>
                <a:gd name="connsiteX341" fmla="*/ 2348936 w 3024845"/>
                <a:gd name="connsiteY341" fmla="*/ 665827 h 1059043"/>
                <a:gd name="connsiteX342" fmla="*/ 2348936 w 3024845"/>
                <a:gd name="connsiteY342" fmla="*/ 486400 h 1059043"/>
                <a:gd name="connsiteX343" fmla="*/ 2355016 w 3024845"/>
                <a:gd name="connsiteY343" fmla="*/ 479914 h 1059043"/>
                <a:gd name="connsiteX344" fmla="*/ 2427977 w 3024845"/>
                <a:gd name="connsiteY344" fmla="*/ 479914 h 1059043"/>
                <a:gd name="connsiteX345" fmla="*/ 2427977 w 3024845"/>
                <a:gd name="connsiteY345" fmla="*/ 488562 h 1059043"/>
                <a:gd name="connsiteX346" fmla="*/ 2438110 w 3024845"/>
                <a:gd name="connsiteY346" fmla="*/ 488562 h 1059043"/>
                <a:gd name="connsiteX347" fmla="*/ 2438110 w 3024845"/>
                <a:gd name="connsiteY347" fmla="*/ 603136 h 1059043"/>
                <a:gd name="connsiteX348" fmla="*/ 2460404 w 3024845"/>
                <a:gd name="connsiteY348" fmla="*/ 603136 h 1059043"/>
                <a:gd name="connsiteX349" fmla="*/ 2460404 w 3024845"/>
                <a:gd name="connsiteY349" fmla="*/ 536121 h 1059043"/>
                <a:gd name="connsiteX350" fmla="*/ 2486751 w 3024845"/>
                <a:gd name="connsiteY350" fmla="*/ 536121 h 1059043"/>
                <a:gd name="connsiteX351" fmla="*/ 2490804 w 3024845"/>
                <a:gd name="connsiteY351" fmla="*/ 531797 h 1059043"/>
                <a:gd name="connsiteX352" fmla="*/ 2498911 w 3024845"/>
                <a:gd name="connsiteY352" fmla="*/ 531797 h 1059043"/>
                <a:gd name="connsiteX353" fmla="*/ 2502964 w 3024845"/>
                <a:gd name="connsiteY353" fmla="*/ 536121 h 1059043"/>
                <a:gd name="connsiteX354" fmla="*/ 2525258 w 3024845"/>
                <a:gd name="connsiteY354" fmla="*/ 536121 h 1059043"/>
                <a:gd name="connsiteX355" fmla="*/ 2525258 w 3024845"/>
                <a:gd name="connsiteY355" fmla="*/ 419385 h 1059043"/>
                <a:gd name="connsiteX356" fmla="*/ 2582005 w 3024845"/>
                <a:gd name="connsiteY356" fmla="*/ 408576 h 1059043"/>
                <a:gd name="connsiteX357" fmla="*/ 2582005 w 3024845"/>
                <a:gd name="connsiteY357" fmla="*/ 409657 h 1059043"/>
                <a:gd name="connsiteX358" fmla="*/ 2582005 w 3024845"/>
                <a:gd name="connsiteY358" fmla="*/ 417223 h 1059043"/>
                <a:gd name="connsiteX359" fmla="*/ 2608352 w 3024845"/>
                <a:gd name="connsiteY359" fmla="*/ 417223 h 1059043"/>
                <a:gd name="connsiteX360" fmla="*/ 2608352 w 3024845"/>
                <a:gd name="connsiteY360" fmla="*/ 672313 h 1059043"/>
                <a:gd name="connsiteX361" fmla="*/ 2630646 w 3024845"/>
                <a:gd name="connsiteY361" fmla="*/ 672313 h 1059043"/>
                <a:gd name="connsiteX362" fmla="*/ 2630646 w 3024845"/>
                <a:gd name="connsiteY362" fmla="*/ 667989 h 1059043"/>
                <a:gd name="connsiteX363" fmla="*/ 2642806 w 3024845"/>
                <a:gd name="connsiteY363" fmla="*/ 667989 h 1059043"/>
                <a:gd name="connsiteX364" fmla="*/ 2642806 w 3024845"/>
                <a:gd name="connsiteY364" fmla="*/ 672313 h 1059043"/>
                <a:gd name="connsiteX365" fmla="*/ 2667126 w 3024845"/>
                <a:gd name="connsiteY365" fmla="*/ 672313 h 1059043"/>
                <a:gd name="connsiteX366" fmla="*/ 2667126 w 3024845"/>
                <a:gd name="connsiteY366" fmla="*/ 659342 h 1059043"/>
                <a:gd name="connsiteX367" fmla="*/ 2695500 w 3024845"/>
                <a:gd name="connsiteY367" fmla="*/ 659342 h 1059043"/>
                <a:gd name="connsiteX368" fmla="*/ 2707660 w 3024845"/>
                <a:gd name="connsiteY368" fmla="*/ 655018 h 1059043"/>
                <a:gd name="connsiteX369" fmla="*/ 2727927 w 3024845"/>
                <a:gd name="connsiteY369" fmla="*/ 659342 h 1059043"/>
                <a:gd name="connsiteX370" fmla="*/ 2727927 w 3024845"/>
                <a:gd name="connsiteY370" fmla="*/ 642048 h 1059043"/>
                <a:gd name="connsiteX371" fmla="*/ 2736034 w 3024845"/>
                <a:gd name="connsiteY371" fmla="*/ 642048 h 1059043"/>
                <a:gd name="connsiteX372" fmla="*/ 2736034 w 3024845"/>
                <a:gd name="connsiteY372" fmla="*/ 629077 h 1059043"/>
                <a:gd name="connsiteX373" fmla="*/ 2792781 w 3024845"/>
                <a:gd name="connsiteY373" fmla="*/ 629077 h 1059043"/>
                <a:gd name="connsiteX374" fmla="*/ 2792781 w 3024845"/>
                <a:gd name="connsiteY374" fmla="*/ 598812 h 1059043"/>
                <a:gd name="connsiteX375" fmla="*/ 2811021 w 3024845"/>
                <a:gd name="connsiteY375" fmla="*/ 598812 h 1059043"/>
                <a:gd name="connsiteX376" fmla="*/ 2811021 w 3024845"/>
                <a:gd name="connsiteY376" fmla="*/ 592327 h 1059043"/>
                <a:gd name="connsiteX377" fmla="*/ 2823181 w 3024845"/>
                <a:gd name="connsiteY377" fmla="*/ 592327 h 1059043"/>
                <a:gd name="connsiteX378" fmla="*/ 2823181 w 3024845"/>
                <a:gd name="connsiteY378" fmla="*/ 598812 h 1059043"/>
                <a:gd name="connsiteX379" fmla="*/ 2839395 w 3024845"/>
                <a:gd name="connsiteY379" fmla="*/ 598812 h 1059043"/>
                <a:gd name="connsiteX380" fmla="*/ 2839395 w 3024845"/>
                <a:gd name="connsiteY380" fmla="*/ 648533 h 1059043"/>
                <a:gd name="connsiteX381" fmla="*/ 2871822 w 3024845"/>
                <a:gd name="connsiteY381" fmla="*/ 648533 h 1059043"/>
                <a:gd name="connsiteX382" fmla="*/ 2871822 w 3024845"/>
                <a:gd name="connsiteY382" fmla="*/ 622592 h 1059043"/>
                <a:gd name="connsiteX383" fmla="*/ 2910329 w 3024845"/>
                <a:gd name="connsiteY383" fmla="*/ 622592 h 1059043"/>
                <a:gd name="connsiteX384" fmla="*/ 2910329 w 3024845"/>
                <a:gd name="connsiteY384" fmla="*/ 592327 h 1059043"/>
                <a:gd name="connsiteX385" fmla="*/ 2958970 w 3024845"/>
                <a:gd name="connsiteY385" fmla="*/ 592327 h 1059043"/>
                <a:gd name="connsiteX386" fmla="*/ 2958970 w 3024845"/>
                <a:gd name="connsiteY386" fmla="*/ 703483 h 1059043"/>
                <a:gd name="connsiteX387" fmla="*/ 2958970 w 3024845"/>
                <a:gd name="connsiteY387" fmla="*/ 717262 h 1059043"/>
                <a:gd name="connsiteX388" fmla="*/ 3024845 w 3024845"/>
                <a:gd name="connsiteY388" fmla="*/ 717262 h 1059043"/>
                <a:gd name="connsiteX389" fmla="*/ 3024845 w 3024845"/>
                <a:gd name="connsiteY389" fmla="*/ 1059043 h 1059043"/>
                <a:gd name="connsiteX390" fmla="*/ 2054 w 3024845"/>
                <a:gd name="connsiteY390" fmla="*/ 1056710 h 1059043"/>
                <a:gd name="connsiteX391" fmla="*/ 0 w 3024845"/>
                <a:gd name="connsiteY391" fmla="*/ 622592 h 1059043"/>
                <a:gd name="connsiteX392" fmla="*/ 20267 w 3024845"/>
                <a:gd name="connsiteY392" fmla="*/ 622592 h 1059043"/>
                <a:gd name="connsiteX393" fmla="*/ 20774 w 3024845"/>
                <a:gd name="connsiteY393" fmla="*/ 621511 h 1059043"/>
                <a:gd name="connsiteX394" fmla="*/ 24320 w 3024845"/>
                <a:gd name="connsiteY394" fmla="*/ 613945 h 1059043"/>
                <a:gd name="connsiteX395" fmla="*/ 26094 w 3024845"/>
                <a:gd name="connsiteY395" fmla="*/ 614215 h 1059043"/>
                <a:gd name="connsiteX396" fmla="*/ 38507 w 3024845"/>
                <a:gd name="connsiteY396" fmla="*/ 616106 h 1059043"/>
                <a:gd name="connsiteX397" fmla="*/ 39014 w 3024845"/>
                <a:gd name="connsiteY397" fmla="*/ 617458 h 1059043"/>
                <a:gd name="connsiteX398" fmla="*/ 42560 w 3024845"/>
                <a:gd name="connsiteY398" fmla="*/ 626915 h 1059043"/>
                <a:gd name="connsiteX399" fmla="*/ 68907 w 3024845"/>
                <a:gd name="connsiteY399" fmla="*/ 629077 h 1059043"/>
                <a:gd name="connsiteX400" fmla="*/ 68907 w 3024845"/>
                <a:gd name="connsiteY400" fmla="*/ 505856 h 1059043"/>
                <a:gd name="connsiteX401" fmla="*/ 70934 w 3024845"/>
                <a:gd name="connsiteY401" fmla="*/ 505856 h 1059043"/>
                <a:gd name="connsiteX402" fmla="*/ 85121 w 3024845"/>
                <a:gd name="connsiteY402" fmla="*/ 505856 h 1059043"/>
                <a:gd name="connsiteX403" fmla="*/ 85121 w 3024845"/>
                <a:gd name="connsiteY403" fmla="*/ 369664 h 1059043"/>
                <a:gd name="connsiteX404" fmla="*/ 86894 w 3024845"/>
                <a:gd name="connsiteY404" fmla="*/ 369664 h 1059043"/>
                <a:gd name="connsiteX405" fmla="*/ 99308 w 3024845"/>
                <a:gd name="connsiteY405" fmla="*/ 369664 h 1059043"/>
                <a:gd name="connsiteX406" fmla="*/ 99308 w 3024845"/>
                <a:gd name="connsiteY406" fmla="*/ 255090 h 1059043"/>
                <a:gd name="connsiteX407" fmla="*/ 103361 w 3024845"/>
                <a:gd name="connsiteY407" fmla="*/ 226986 h 1059043"/>
                <a:gd name="connsiteX408" fmla="*/ 105388 w 3024845"/>
                <a:gd name="connsiteY408" fmla="*/ 226986 h 1059043"/>
                <a:gd name="connsiteX409" fmla="*/ 119575 w 3024845"/>
                <a:gd name="connsiteY40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131868 h 1059043"/>
                <a:gd name="connsiteX317" fmla="*/ 2144240 w 3024845"/>
                <a:gd name="connsiteY317" fmla="*/ 125383 h 1059043"/>
                <a:gd name="connsiteX318" fmla="*/ 2150320 w 3024845"/>
                <a:gd name="connsiteY318" fmla="*/ 118897 h 1059043"/>
                <a:gd name="connsiteX319" fmla="*/ 2150320 w 3024845"/>
                <a:gd name="connsiteY319" fmla="*/ 60529 h 1059043"/>
                <a:gd name="connsiteX320" fmla="*/ 2152346 w 3024845"/>
                <a:gd name="connsiteY320" fmla="*/ 56206 h 1059043"/>
                <a:gd name="connsiteX321" fmla="*/ 2152346 w 3024845"/>
                <a:gd name="connsiteY321" fmla="*/ 0 h 1059043"/>
                <a:gd name="connsiteX322" fmla="*/ 2162480 w 3024845"/>
                <a:gd name="connsiteY322" fmla="*/ 118897 h 1059043"/>
                <a:gd name="connsiteX323" fmla="*/ 2168560 w 3024845"/>
                <a:gd name="connsiteY323" fmla="*/ 125383 h 1059043"/>
                <a:gd name="connsiteX324" fmla="*/ 2166533 w 3024845"/>
                <a:gd name="connsiteY324" fmla="*/ 131868 h 1059043"/>
                <a:gd name="connsiteX325" fmla="*/ 2180720 w 3024845"/>
                <a:gd name="connsiteY325" fmla="*/ 555577 h 1059043"/>
                <a:gd name="connsiteX326" fmla="*/ 2245574 w 3024845"/>
                <a:gd name="connsiteY326" fmla="*/ 555577 h 1059043"/>
                <a:gd name="connsiteX327" fmla="*/ 2245574 w 3024845"/>
                <a:gd name="connsiteY327" fmla="*/ 631239 h 1059043"/>
                <a:gd name="connsiteX328" fmla="*/ 2253681 w 3024845"/>
                <a:gd name="connsiteY328" fmla="*/ 631239 h 1059043"/>
                <a:gd name="connsiteX329" fmla="*/ 2255708 w 3024845"/>
                <a:gd name="connsiteY329" fmla="*/ 624754 h 1059043"/>
                <a:gd name="connsiteX330" fmla="*/ 2261788 w 3024845"/>
                <a:gd name="connsiteY330" fmla="*/ 624754 h 1059043"/>
                <a:gd name="connsiteX331" fmla="*/ 2263815 w 3024845"/>
                <a:gd name="connsiteY331" fmla="*/ 633401 h 1059043"/>
                <a:gd name="connsiteX332" fmla="*/ 2275975 w 3024845"/>
                <a:gd name="connsiteY332" fmla="*/ 633401 h 1059043"/>
                <a:gd name="connsiteX333" fmla="*/ 2275975 w 3024845"/>
                <a:gd name="connsiteY333" fmla="*/ 626915 h 1059043"/>
                <a:gd name="connsiteX334" fmla="*/ 2298268 w 3024845"/>
                <a:gd name="connsiteY334" fmla="*/ 626915 h 1059043"/>
                <a:gd name="connsiteX335" fmla="*/ 2298268 w 3024845"/>
                <a:gd name="connsiteY335" fmla="*/ 633401 h 1059043"/>
                <a:gd name="connsiteX336" fmla="*/ 2318535 w 3024845"/>
                <a:gd name="connsiteY336" fmla="*/ 633401 h 1059043"/>
                <a:gd name="connsiteX337" fmla="*/ 2318535 w 3024845"/>
                <a:gd name="connsiteY337" fmla="*/ 678798 h 1059043"/>
                <a:gd name="connsiteX338" fmla="*/ 2332722 w 3024845"/>
                <a:gd name="connsiteY338" fmla="*/ 678798 h 1059043"/>
                <a:gd name="connsiteX339" fmla="*/ 2332722 w 3024845"/>
                <a:gd name="connsiteY339" fmla="*/ 665827 h 1059043"/>
                <a:gd name="connsiteX340" fmla="*/ 2348936 w 3024845"/>
                <a:gd name="connsiteY340" fmla="*/ 665827 h 1059043"/>
                <a:gd name="connsiteX341" fmla="*/ 2348936 w 3024845"/>
                <a:gd name="connsiteY341" fmla="*/ 486400 h 1059043"/>
                <a:gd name="connsiteX342" fmla="*/ 2355016 w 3024845"/>
                <a:gd name="connsiteY342" fmla="*/ 479914 h 1059043"/>
                <a:gd name="connsiteX343" fmla="*/ 2427977 w 3024845"/>
                <a:gd name="connsiteY343" fmla="*/ 479914 h 1059043"/>
                <a:gd name="connsiteX344" fmla="*/ 2427977 w 3024845"/>
                <a:gd name="connsiteY344" fmla="*/ 488562 h 1059043"/>
                <a:gd name="connsiteX345" fmla="*/ 2438110 w 3024845"/>
                <a:gd name="connsiteY345" fmla="*/ 488562 h 1059043"/>
                <a:gd name="connsiteX346" fmla="*/ 2438110 w 3024845"/>
                <a:gd name="connsiteY346" fmla="*/ 603136 h 1059043"/>
                <a:gd name="connsiteX347" fmla="*/ 2460404 w 3024845"/>
                <a:gd name="connsiteY347" fmla="*/ 603136 h 1059043"/>
                <a:gd name="connsiteX348" fmla="*/ 2460404 w 3024845"/>
                <a:gd name="connsiteY348" fmla="*/ 536121 h 1059043"/>
                <a:gd name="connsiteX349" fmla="*/ 2486751 w 3024845"/>
                <a:gd name="connsiteY349" fmla="*/ 536121 h 1059043"/>
                <a:gd name="connsiteX350" fmla="*/ 2490804 w 3024845"/>
                <a:gd name="connsiteY350" fmla="*/ 531797 h 1059043"/>
                <a:gd name="connsiteX351" fmla="*/ 2498911 w 3024845"/>
                <a:gd name="connsiteY351" fmla="*/ 531797 h 1059043"/>
                <a:gd name="connsiteX352" fmla="*/ 2502964 w 3024845"/>
                <a:gd name="connsiteY352" fmla="*/ 536121 h 1059043"/>
                <a:gd name="connsiteX353" fmla="*/ 2525258 w 3024845"/>
                <a:gd name="connsiteY353" fmla="*/ 536121 h 1059043"/>
                <a:gd name="connsiteX354" fmla="*/ 2525258 w 3024845"/>
                <a:gd name="connsiteY354" fmla="*/ 419385 h 1059043"/>
                <a:gd name="connsiteX355" fmla="*/ 2582005 w 3024845"/>
                <a:gd name="connsiteY355" fmla="*/ 408576 h 1059043"/>
                <a:gd name="connsiteX356" fmla="*/ 2582005 w 3024845"/>
                <a:gd name="connsiteY356" fmla="*/ 409657 h 1059043"/>
                <a:gd name="connsiteX357" fmla="*/ 2582005 w 3024845"/>
                <a:gd name="connsiteY357" fmla="*/ 417223 h 1059043"/>
                <a:gd name="connsiteX358" fmla="*/ 2608352 w 3024845"/>
                <a:gd name="connsiteY358" fmla="*/ 417223 h 1059043"/>
                <a:gd name="connsiteX359" fmla="*/ 2608352 w 3024845"/>
                <a:gd name="connsiteY359" fmla="*/ 672313 h 1059043"/>
                <a:gd name="connsiteX360" fmla="*/ 2630646 w 3024845"/>
                <a:gd name="connsiteY360" fmla="*/ 672313 h 1059043"/>
                <a:gd name="connsiteX361" fmla="*/ 2630646 w 3024845"/>
                <a:gd name="connsiteY361" fmla="*/ 667989 h 1059043"/>
                <a:gd name="connsiteX362" fmla="*/ 2642806 w 3024845"/>
                <a:gd name="connsiteY362" fmla="*/ 667989 h 1059043"/>
                <a:gd name="connsiteX363" fmla="*/ 2642806 w 3024845"/>
                <a:gd name="connsiteY363" fmla="*/ 672313 h 1059043"/>
                <a:gd name="connsiteX364" fmla="*/ 2667126 w 3024845"/>
                <a:gd name="connsiteY364" fmla="*/ 672313 h 1059043"/>
                <a:gd name="connsiteX365" fmla="*/ 2667126 w 3024845"/>
                <a:gd name="connsiteY365" fmla="*/ 659342 h 1059043"/>
                <a:gd name="connsiteX366" fmla="*/ 2695500 w 3024845"/>
                <a:gd name="connsiteY366" fmla="*/ 659342 h 1059043"/>
                <a:gd name="connsiteX367" fmla="*/ 2707660 w 3024845"/>
                <a:gd name="connsiteY367" fmla="*/ 655018 h 1059043"/>
                <a:gd name="connsiteX368" fmla="*/ 2727927 w 3024845"/>
                <a:gd name="connsiteY368" fmla="*/ 659342 h 1059043"/>
                <a:gd name="connsiteX369" fmla="*/ 2727927 w 3024845"/>
                <a:gd name="connsiteY369" fmla="*/ 642048 h 1059043"/>
                <a:gd name="connsiteX370" fmla="*/ 2736034 w 3024845"/>
                <a:gd name="connsiteY370" fmla="*/ 642048 h 1059043"/>
                <a:gd name="connsiteX371" fmla="*/ 2736034 w 3024845"/>
                <a:gd name="connsiteY371" fmla="*/ 629077 h 1059043"/>
                <a:gd name="connsiteX372" fmla="*/ 2792781 w 3024845"/>
                <a:gd name="connsiteY372" fmla="*/ 629077 h 1059043"/>
                <a:gd name="connsiteX373" fmla="*/ 2792781 w 3024845"/>
                <a:gd name="connsiteY373" fmla="*/ 598812 h 1059043"/>
                <a:gd name="connsiteX374" fmla="*/ 2811021 w 3024845"/>
                <a:gd name="connsiteY374" fmla="*/ 598812 h 1059043"/>
                <a:gd name="connsiteX375" fmla="*/ 2811021 w 3024845"/>
                <a:gd name="connsiteY375" fmla="*/ 592327 h 1059043"/>
                <a:gd name="connsiteX376" fmla="*/ 2823181 w 3024845"/>
                <a:gd name="connsiteY376" fmla="*/ 592327 h 1059043"/>
                <a:gd name="connsiteX377" fmla="*/ 2823181 w 3024845"/>
                <a:gd name="connsiteY377" fmla="*/ 598812 h 1059043"/>
                <a:gd name="connsiteX378" fmla="*/ 2839395 w 3024845"/>
                <a:gd name="connsiteY378" fmla="*/ 598812 h 1059043"/>
                <a:gd name="connsiteX379" fmla="*/ 2839395 w 3024845"/>
                <a:gd name="connsiteY379" fmla="*/ 648533 h 1059043"/>
                <a:gd name="connsiteX380" fmla="*/ 2871822 w 3024845"/>
                <a:gd name="connsiteY380" fmla="*/ 648533 h 1059043"/>
                <a:gd name="connsiteX381" fmla="*/ 2871822 w 3024845"/>
                <a:gd name="connsiteY381" fmla="*/ 622592 h 1059043"/>
                <a:gd name="connsiteX382" fmla="*/ 2910329 w 3024845"/>
                <a:gd name="connsiteY382" fmla="*/ 622592 h 1059043"/>
                <a:gd name="connsiteX383" fmla="*/ 2910329 w 3024845"/>
                <a:gd name="connsiteY383" fmla="*/ 592327 h 1059043"/>
                <a:gd name="connsiteX384" fmla="*/ 2958970 w 3024845"/>
                <a:gd name="connsiteY384" fmla="*/ 592327 h 1059043"/>
                <a:gd name="connsiteX385" fmla="*/ 2958970 w 3024845"/>
                <a:gd name="connsiteY385" fmla="*/ 703483 h 1059043"/>
                <a:gd name="connsiteX386" fmla="*/ 2958970 w 3024845"/>
                <a:gd name="connsiteY386" fmla="*/ 717262 h 1059043"/>
                <a:gd name="connsiteX387" fmla="*/ 3024845 w 3024845"/>
                <a:gd name="connsiteY387" fmla="*/ 717262 h 1059043"/>
                <a:gd name="connsiteX388" fmla="*/ 3024845 w 3024845"/>
                <a:gd name="connsiteY388" fmla="*/ 1059043 h 1059043"/>
                <a:gd name="connsiteX389" fmla="*/ 2054 w 3024845"/>
                <a:gd name="connsiteY389" fmla="*/ 1056710 h 1059043"/>
                <a:gd name="connsiteX390" fmla="*/ 0 w 3024845"/>
                <a:gd name="connsiteY390" fmla="*/ 622592 h 1059043"/>
                <a:gd name="connsiteX391" fmla="*/ 20267 w 3024845"/>
                <a:gd name="connsiteY391" fmla="*/ 622592 h 1059043"/>
                <a:gd name="connsiteX392" fmla="*/ 20774 w 3024845"/>
                <a:gd name="connsiteY392" fmla="*/ 621511 h 1059043"/>
                <a:gd name="connsiteX393" fmla="*/ 24320 w 3024845"/>
                <a:gd name="connsiteY393" fmla="*/ 613945 h 1059043"/>
                <a:gd name="connsiteX394" fmla="*/ 26094 w 3024845"/>
                <a:gd name="connsiteY394" fmla="*/ 614215 h 1059043"/>
                <a:gd name="connsiteX395" fmla="*/ 38507 w 3024845"/>
                <a:gd name="connsiteY395" fmla="*/ 616106 h 1059043"/>
                <a:gd name="connsiteX396" fmla="*/ 39014 w 3024845"/>
                <a:gd name="connsiteY396" fmla="*/ 617458 h 1059043"/>
                <a:gd name="connsiteX397" fmla="*/ 42560 w 3024845"/>
                <a:gd name="connsiteY397" fmla="*/ 626915 h 1059043"/>
                <a:gd name="connsiteX398" fmla="*/ 68907 w 3024845"/>
                <a:gd name="connsiteY398" fmla="*/ 629077 h 1059043"/>
                <a:gd name="connsiteX399" fmla="*/ 68907 w 3024845"/>
                <a:gd name="connsiteY399" fmla="*/ 505856 h 1059043"/>
                <a:gd name="connsiteX400" fmla="*/ 70934 w 3024845"/>
                <a:gd name="connsiteY400" fmla="*/ 505856 h 1059043"/>
                <a:gd name="connsiteX401" fmla="*/ 85121 w 3024845"/>
                <a:gd name="connsiteY401" fmla="*/ 505856 h 1059043"/>
                <a:gd name="connsiteX402" fmla="*/ 85121 w 3024845"/>
                <a:gd name="connsiteY402" fmla="*/ 369664 h 1059043"/>
                <a:gd name="connsiteX403" fmla="*/ 86894 w 3024845"/>
                <a:gd name="connsiteY403" fmla="*/ 369664 h 1059043"/>
                <a:gd name="connsiteX404" fmla="*/ 99308 w 3024845"/>
                <a:gd name="connsiteY404" fmla="*/ 369664 h 1059043"/>
                <a:gd name="connsiteX405" fmla="*/ 99308 w 3024845"/>
                <a:gd name="connsiteY405" fmla="*/ 255090 h 1059043"/>
                <a:gd name="connsiteX406" fmla="*/ 103361 w 3024845"/>
                <a:gd name="connsiteY406" fmla="*/ 226986 h 1059043"/>
                <a:gd name="connsiteX407" fmla="*/ 105388 w 3024845"/>
                <a:gd name="connsiteY407" fmla="*/ 226986 h 1059043"/>
                <a:gd name="connsiteX408" fmla="*/ 119575 w 3024845"/>
                <a:gd name="connsiteY40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14016 h 1059043"/>
                <a:gd name="connsiteX315" fmla="*/ 2146266 w 3024845"/>
                <a:gd name="connsiteY315" fmla="*/ 131868 h 1059043"/>
                <a:gd name="connsiteX316" fmla="*/ 2144240 w 3024845"/>
                <a:gd name="connsiteY316" fmla="*/ 125383 h 1059043"/>
                <a:gd name="connsiteX317" fmla="*/ 2150320 w 3024845"/>
                <a:gd name="connsiteY317" fmla="*/ 118897 h 1059043"/>
                <a:gd name="connsiteX318" fmla="*/ 2150320 w 3024845"/>
                <a:gd name="connsiteY318" fmla="*/ 60529 h 1059043"/>
                <a:gd name="connsiteX319" fmla="*/ 2152346 w 3024845"/>
                <a:gd name="connsiteY319" fmla="*/ 56206 h 1059043"/>
                <a:gd name="connsiteX320" fmla="*/ 2152346 w 3024845"/>
                <a:gd name="connsiteY320" fmla="*/ 0 h 1059043"/>
                <a:gd name="connsiteX321" fmla="*/ 2162480 w 3024845"/>
                <a:gd name="connsiteY321" fmla="*/ 118897 h 1059043"/>
                <a:gd name="connsiteX322" fmla="*/ 2168560 w 3024845"/>
                <a:gd name="connsiteY322" fmla="*/ 125383 h 1059043"/>
                <a:gd name="connsiteX323" fmla="*/ 2166533 w 3024845"/>
                <a:gd name="connsiteY323" fmla="*/ 131868 h 1059043"/>
                <a:gd name="connsiteX324" fmla="*/ 2180720 w 3024845"/>
                <a:gd name="connsiteY324" fmla="*/ 555577 h 1059043"/>
                <a:gd name="connsiteX325" fmla="*/ 2245574 w 3024845"/>
                <a:gd name="connsiteY325" fmla="*/ 555577 h 1059043"/>
                <a:gd name="connsiteX326" fmla="*/ 2245574 w 3024845"/>
                <a:gd name="connsiteY326" fmla="*/ 631239 h 1059043"/>
                <a:gd name="connsiteX327" fmla="*/ 2253681 w 3024845"/>
                <a:gd name="connsiteY327" fmla="*/ 631239 h 1059043"/>
                <a:gd name="connsiteX328" fmla="*/ 2255708 w 3024845"/>
                <a:gd name="connsiteY328" fmla="*/ 624754 h 1059043"/>
                <a:gd name="connsiteX329" fmla="*/ 2261788 w 3024845"/>
                <a:gd name="connsiteY329" fmla="*/ 624754 h 1059043"/>
                <a:gd name="connsiteX330" fmla="*/ 2263815 w 3024845"/>
                <a:gd name="connsiteY330" fmla="*/ 633401 h 1059043"/>
                <a:gd name="connsiteX331" fmla="*/ 2275975 w 3024845"/>
                <a:gd name="connsiteY331" fmla="*/ 633401 h 1059043"/>
                <a:gd name="connsiteX332" fmla="*/ 2275975 w 3024845"/>
                <a:gd name="connsiteY332" fmla="*/ 626915 h 1059043"/>
                <a:gd name="connsiteX333" fmla="*/ 2298268 w 3024845"/>
                <a:gd name="connsiteY333" fmla="*/ 626915 h 1059043"/>
                <a:gd name="connsiteX334" fmla="*/ 2298268 w 3024845"/>
                <a:gd name="connsiteY334" fmla="*/ 633401 h 1059043"/>
                <a:gd name="connsiteX335" fmla="*/ 2318535 w 3024845"/>
                <a:gd name="connsiteY335" fmla="*/ 633401 h 1059043"/>
                <a:gd name="connsiteX336" fmla="*/ 2318535 w 3024845"/>
                <a:gd name="connsiteY336" fmla="*/ 678798 h 1059043"/>
                <a:gd name="connsiteX337" fmla="*/ 2332722 w 3024845"/>
                <a:gd name="connsiteY337" fmla="*/ 678798 h 1059043"/>
                <a:gd name="connsiteX338" fmla="*/ 2332722 w 3024845"/>
                <a:gd name="connsiteY338" fmla="*/ 665827 h 1059043"/>
                <a:gd name="connsiteX339" fmla="*/ 2348936 w 3024845"/>
                <a:gd name="connsiteY339" fmla="*/ 665827 h 1059043"/>
                <a:gd name="connsiteX340" fmla="*/ 2348936 w 3024845"/>
                <a:gd name="connsiteY340" fmla="*/ 486400 h 1059043"/>
                <a:gd name="connsiteX341" fmla="*/ 2355016 w 3024845"/>
                <a:gd name="connsiteY341" fmla="*/ 479914 h 1059043"/>
                <a:gd name="connsiteX342" fmla="*/ 2427977 w 3024845"/>
                <a:gd name="connsiteY342" fmla="*/ 479914 h 1059043"/>
                <a:gd name="connsiteX343" fmla="*/ 2427977 w 3024845"/>
                <a:gd name="connsiteY343" fmla="*/ 488562 h 1059043"/>
                <a:gd name="connsiteX344" fmla="*/ 2438110 w 3024845"/>
                <a:gd name="connsiteY344" fmla="*/ 488562 h 1059043"/>
                <a:gd name="connsiteX345" fmla="*/ 2438110 w 3024845"/>
                <a:gd name="connsiteY345" fmla="*/ 603136 h 1059043"/>
                <a:gd name="connsiteX346" fmla="*/ 2460404 w 3024845"/>
                <a:gd name="connsiteY346" fmla="*/ 603136 h 1059043"/>
                <a:gd name="connsiteX347" fmla="*/ 2460404 w 3024845"/>
                <a:gd name="connsiteY347" fmla="*/ 536121 h 1059043"/>
                <a:gd name="connsiteX348" fmla="*/ 2486751 w 3024845"/>
                <a:gd name="connsiteY348" fmla="*/ 536121 h 1059043"/>
                <a:gd name="connsiteX349" fmla="*/ 2490804 w 3024845"/>
                <a:gd name="connsiteY349" fmla="*/ 531797 h 1059043"/>
                <a:gd name="connsiteX350" fmla="*/ 2498911 w 3024845"/>
                <a:gd name="connsiteY350" fmla="*/ 531797 h 1059043"/>
                <a:gd name="connsiteX351" fmla="*/ 2502964 w 3024845"/>
                <a:gd name="connsiteY351" fmla="*/ 536121 h 1059043"/>
                <a:gd name="connsiteX352" fmla="*/ 2525258 w 3024845"/>
                <a:gd name="connsiteY352" fmla="*/ 536121 h 1059043"/>
                <a:gd name="connsiteX353" fmla="*/ 2525258 w 3024845"/>
                <a:gd name="connsiteY353" fmla="*/ 419385 h 1059043"/>
                <a:gd name="connsiteX354" fmla="*/ 2582005 w 3024845"/>
                <a:gd name="connsiteY354" fmla="*/ 408576 h 1059043"/>
                <a:gd name="connsiteX355" fmla="*/ 2582005 w 3024845"/>
                <a:gd name="connsiteY355" fmla="*/ 409657 h 1059043"/>
                <a:gd name="connsiteX356" fmla="*/ 2582005 w 3024845"/>
                <a:gd name="connsiteY356" fmla="*/ 417223 h 1059043"/>
                <a:gd name="connsiteX357" fmla="*/ 2608352 w 3024845"/>
                <a:gd name="connsiteY357" fmla="*/ 417223 h 1059043"/>
                <a:gd name="connsiteX358" fmla="*/ 2608352 w 3024845"/>
                <a:gd name="connsiteY358" fmla="*/ 672313 h 1059043"/>
                <a:gd name="connsiteX359" fmla="*/ 2630646 w 3024845"/>
                <a:gd name="connsiteY359" fmla="*/ 672313 h 1059043"/>
                <a:gd name="connsiteX360" fmla="*/ 2630646 w 3024845"/>
                <a:gd name="connsiteY360" fmla="*/ 667989 h 1059043"/>
                <a:gd name="connsiteX361" fmla="*/ 2642806 w 3024845"/>
                <a:gd name="connsiteY361" fmla="*/ 667989 h 1059043"/>
                <a:gd name="connsiteX362" fmla="*/ 2642806 w 3024845"/>
                <a:gd name="connsiteY362" fmla="*/ 672313 h 1059043"/>
                <a:gd name="connsiteX363" fmla="*/ 2667126 w 3024845"/>
                <a:gd name="connsiteY363" fmla="*/ 672313 h 1059043"/>
                <a:gd name="connsiteX364" fmla="*/ 2667126 w 3024845"/>
                <a:gd name="connsiteY364" fmla="*/ 659342 h 1059043"/>
                <a:gd name="connsiteX365" fmla="*/ 2695500 w 3024845"/>
                <a:gd name="connsiteY365" fmla="*/ 659342 h 1059043"/>
                <a:gd name="connsiteX366" fmla="*/ 2707660 w 3024845"/>
                <a:gd name="connsiteY366" fmla="*/ 655018 h 1059043"/>
                <a:gd name="connsiteX367" fmla="*/ 2727927 w 3024845"/>
                <a:gd name="connsiteY367" fmla="*/ 659342 h 1059043"/>
                <a:gd name="connsiteX368" fmla="*/ 2727927 w 3024845"/>
                <a:gd name="connsiteY368" fmla="*/ 642048 h 1059043"/>
                <a:gd name="connsiteX369" fmla="*/ 2736034 w 3024845"/>
                <a:gd name="connsiteY369" fmla="*/ 642048 h 1059043"/>
                <a:gd name="connsiteX370" fmla="*/ 2736034 w 3024845"/>
                <a:gd name="connsiteY370" fmla="*/ 629077 h 1059043"/>
                <a:gd name="connsiteX371" fmla="*/ 2792781 w 3024845"/>
                <a:gd name="connsiteY371" fmla="*/ 629077 h 1059043"/>
                <a:gd name="connsiteX372" fmla="*/ 2792781 w 3024845"/>
                <a:gd name="connsiteY372" fmla="*/ 598812 h 1059043"/>
                <a:gd name="connsiteX373" fmla="*/ 2811021 w 3024845"/>
                <a:gd name="connsiteY373" fmla="*/ 598812 h 1059043"/>
                <a:gd name="connsiteX374" fmla="*/ 2811021 w 3024845"/>
                <a:gd name="connsiteY374" fmla="*/ 592327 h 1059043"/>
                <a:gd name="connsiteX375" fmla="*/ 2823181 w 3024845"/>
                <a:gd name="connsiteY375" fmla="*/ 592327 h 1059043"/>
                <a:gd name="connsiteX376" fmla="*/ 2823181 w 3024845"/>
                <a:gd name="connsiteY376" fmla="*/ 598812 h 1059043"/>
                <a:gd name="connsiteX377" fmla="*/ 2839395 w 3024845"/>
                <a:gd name="connsiteY377" fmla="*/ 598812 h 1059043"/>
                <a:gd name="connsiteX378" fmla="*/ 2839395 w 3024845"/>
                <a:gd name="connsiteY378" fmla="*/ 648533 h 1059043"/>
                <a:gd name="connsiteX379" fmla="*/ 2871822 w 3024845"/>
                <a:gd name="connsiteY379" fmla="*/ 648533 h 1059043"/>
                <a:gd name="connsiteX380" fmla="*/ 2871822 w 3024845"/>
                <a:gd name="connsiteY380" fmla="*/ 622592 h 1059043"/>
                <a:gd name="connsiteX381" fmla="*/ 2910329 w 3024845"/>
                <a:gd name="connsiteY381" fmla="*/ 622592 h 1059043"/>
                <a:gd name="connsiteX382" fmla="*/ 2910329 w 3024845"/>
                <a:gd name="connsiteY382" fmla="*/ 592327 h 1059043"/>
                <a:gd name="connsiteX383" fmla="*/ 2958970 w 3024845"/>
                <a:gd name="connsiteY383" fmla="*/ 592327 h 1059043"/>
                <a:gd name="connsiteX384" fmla="*/ 2958970 w 3024845"/>
                <a:gd name="connsiteY384" fmla="*/ 703483 h 1059043"/>
                <a:gd name="connsiteX385" fmla="*/ 2958970 w 3024845"/>
                <a:gd name="connsiteY385" fmla="*/ 717262 h 1059043"/>
                <a:gd name="connsiteX386" fmla="*/ 3024845 w 3024845"/>
                <a:gd name="connsiteY386" fmla="*/ 717262 h 1059043"/>
                <a:gd name="connsiteX387" fmla="*/ 3024845 w 3024845"/>
                <a:gd name="connsiteY387" fmla="*/ 1059043 h 1059043"/>
                <a:gd name="connsiteX388" fmla="*/ 2054 w 3024845"/>
                <a:gd name="connsiteY388" fmla="*/ 1056710 h 1059043"/>
                <a:gd name="connsiteX389" fmla="*/ 0 w 3024845"/>
                <a:gd name="connsiteY389" fmla="*/ 622592 h 1059043"/>
                <a:gd name="connsiteX390" fmla="*/ 20267 w 3024845"/>
                <a:gd name="connsiteY390" fmla="*/ 622592 h 1059043"/>
                <a:gd name="connsiteX391" fmla="*/ 20774 w 3024845"/>
                <a:gd name="connsiteY391" fmla="*/ 621511 h 1059043"/>
                <a:gd name="connsiteX392" fmla="*/ 24320 w 3024845"/>
                <a:gd name="connsiteY392" fmla="*/ 613945 h 1059043"/>
                <a:gd name="connsiteX393" fmla="*/ 26094 w 3024845"/>
                <a:gd name="connsiteY393" fmla="*/ 614215 h 1059043"/>
                <a:gd name="connsiteX394" fmla="*/ 38507 w 3024845"/>
                <a:gd name="connsiteY394" fmla="*/ 616106 h 1059043"/>
                <a:gd name="connsiteX395" fmla="*/ 39014 w 3024845"/>
                <a:gd name="connsiteY395" fmla="*/ 617458 h 1059043"/>
                <a:gd name="connsiteX396" fmla="*/ 42560 w 3024845"/>
                <a:gd name="connsiteY396" fmla="*/ 626915 h 1059043"/>
                <a:gd name="connsiteX397" fmla="*/ 68907 w 3024845"/>
                <a:gd name="connsiteY397" fmla="*/ 629077 h 1059043"/>
                <a:gd name="connsiteX398" fmla="*/ 68907 w 3024845"/>
                <a:gd name="connsiteY398" fmla="*/ 505856 h 1059043"/>
                <a:gd name="connsiteX399" fmla="*/ 70934 w 3024845"/>
                <a:gd name="connsiteY399" fmla="*/ 505856 h 1059043"/>
                <a:gd name="connsiteX400" fmla="*/ 85121 w 3024845"/>
                <a:gd name="connsiteY400" fmla="*/ 505856 h 1059043"/>
                <a:gd name="connsiteX401" fmla="*/ 85121 w 3024845"/>
                <a:gd name="connsiteY401" fmla="*/ 369664 h 1059043"/>
                <a:gd name="connsiteX402" fmla="*/ 86894 w 3024845"/>
                <a:gd name="connsiteY402" fmla="*/ 369664 h 1059043"/>
                <a:gd name="connsiteX403" fmla="*/ 99308 w 3024845"/>
                <a:gd name="connsiteY403" fmla="*/ 369664 h 1059043"/>
                <a:gd name="connsiteX404" fmla="*/ 99308 w 3024845"/>
                <a:gd name="connsiteY404" fmla="*/ 255090 h 1059043"/>
                <a:gd name="connsiteX405" fmla="*/ 103361 w 3024845"/>
                <a:gd name="connsiteY405" fmla="*/ 226986 h 1059043"/>
                <a:gd name="connsiteX406" fmla="*/ 105388 w 3024845"/>
                <a:gd name="connsiteY406" fmla="*/ 226986 h 1059043"/>
                <a:gd name="connsiteX407" fmla="*/ 119575 w 3024845"/>
                <a:gd name="connsiteY40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44240 w 3024845"/>
                <a:gd name="connsiteY313" fmla="*/ 214016 h 1059043"/>
                <a:gd name="connsiteX314" fmla="*/ 2146266 w 3024845"/>
                <a:gd name="connsiteY314" fmla="*/ 131868 h 1059043"/>
                <a:gd name="connsiteX315" fmla="*/ 2144240 w 3024845"/>
                <a:gd name="connsiteY315" fmla="*/ 125383 h 1059043"/>
                <a:gd name="connsiteX316" fmla="*/ 2150320 w 3024845"/>
                <a:gd name="connsiteY316" fmla="*/ 118897 h 1059043"/>
                <a:gd name="connsiteX317" fmla="*/ 2150320 w 3024845"/>
                <a:gd name="connsiteY317" fmla="*/ 60529 h 1059043"/>
                <a:gd name="connsiteX318" fmla="*/ 2152346 w 3024845"/>
                <a:gd name="connsiteY318" fmla="*/ 56206 h 1059043"/>
                <a:gd name="connsiteX319" fmla="*/ 2152346 w 3024845"/>
                <a:gd name="connsiteY319" fmla="*/ 0 h 1059043"/>
                <a:gd name="connsiteX320" fmla="*/ 2162480 w 3024845"/>
                <a:gd name="connsiteY320" fmla="*/ 118897 h 1059043"/>
                <a:gd name="connsiteX321" fmla="*/ 2168560 w 3024845"/>
                <a:gd name="connsiteY321" fmla="*/ 125383 h 1059043"/>
                <a:gd name="connsiteX322" fmla="*/ 2166533 w 3024845"/>
                <a:gd name="connsiteY322" fmla="*/ 131868 h 1059043"/>
                <a:gd name="connsiteX323" fmla="*/ 2180720 w 3024845"/>
                <a:gd name="connsiteY323" fmla="*/ 555577 h 1059043"/>
                <a:gd name="connsiteX324" fmla="*/ 2245574 w 3024845"/>
                <a:gd name="connsiteY324" fmla="*/ 555577 h 1059043"/>
                <a:gd name="connsiteX325" fmla="*/ 2245574 w 3024845"/>
                <a:gd name="connsiteY325" fmla="*/ 631239 h 1059043"/>
                <a:gd name="connsiteX326" fmla="*/ 2253681 w 3024845"/>
                <a:gd name="connsiteY326" fmla="*/ 631239 h 1059043"/>
                <a:gd name="connsiteX327" fmla="*/ 2255708 w 3024845"/>
                <a:gd name="connsiteY327" fmla="*/ 624754 h 1059043"/>
                <a:gd name="connsiteX328" fmla="*/ 2261788 w 3024845"/>
                <a:gd name="connsiteY328" fmla="*/ 624754 h 1059043"/>
                <a:gd name="connsiteX329" fmla="*/ 2263815 w 3024845"/>
                <a:gd name="connsiteY329" fmla="*/ 633401 h 1059043"/>
                <a:gd name="connsiteX330" fmla="*/ 2275975 w 3024845"/>
                <a:gd name="connsiteY330" fmla="*/ 633401 h 1059043"/>
                <a:gd name="connsiteX331" fmla="*/ 2275975 w 3024845"/>
                <a:gd name="connsiteY331" fmla="*/ 626915 h 1059043"/>
                <a:gd name="connsiteX332" fmla="*/ 2298268 w 3024845"/>
                <a:gd name="connsiteY332" fmla="*/ 626915 h 1059043"/>
                <a:gd name="connsiteX333" fmla="*/ 2298268 w 3024845"/>
                <a:gd name="connsiteY333" fmla="*/ 633401 h 1059043"/>
                <a:gd name="connsiteX334" fmla="*/ 2318535 w 3024845"/>
                <a:gd name="connsiteY334" fmla="*/ 633401 h 1059043"/>
                <a:gd name="connsiteX335" fmla="*/ 2318535 w 3024845"/>
                <a:gd name="connsiteY335" fmla="*/ 678798 h 1059043"/>
                <a:gd name="connsiteX336" fmla="*/ 2332722 w 3024845"/>
                <a:gd name="connsiteY336" fmla="*/ 678798 h 1059043"/>
                <a:gd name="connsiteX337" fmla="*/ 2332722 w 3024845"/>
                <a:gd name="connsiteY337" fmla="*/ 665827 h 1059043"/>
                <a:gd name="connsiteX338" fmla="*/ 2348936 w 3024845"/>
                <a:gd name="connsiteY338" fmla="*/ 665827 h 1059043"/>
                <a:gd name="connsiteX339" fmla="*/ 2348936 w 3024845"/>
                <a:gd name="connsiteY339" fmla="*/ 486400 h 1059043"/>
                <a:gd name="connsiteX340" fmla="*/ 2355016 w 3024845"/>
                <a:gd name="connsiteY340" fmla="*/ 479914 h 1059043"/>
                <a:gd name="connsiteX341" fmla="*/ 2427977 w 3024845"/>
                <a:gd name="connsiteY341" fmla="*/ 479914 h 1059043"/>
                <a:gd name="connsiteX342" fmla="*/ 2427977 w 3024845"/>
                <a:gd name="connsiteY342" fmla="*/ 488562 h 1059043"/>
                <a:gd name="connsiteX343" fmla="*/ 2438110 w 3024845"/>
                <a:gd name="connsiteY343" fmla="*/ 488562 h 1059043"/>
                <a:gd name="connsiteX344" fmla="*/ 2438110 w 3024845"/>
                <a:gd name="connsiteY344" fmla="*/ 603136 h 1059043"/>
                <a:gd name="connsiteX345" fmla="*/ 2460404 w 3024845"/>
                <a:gd name="connsiteY345" fmla="*/ 603136 h 1059043"/>
                <a:gd name="connsiteX346" fmla="*/ 2460404 w 3024845"/>
                <a:gd name="connsiteY346" fmla="*/ 536121 h 1059043"/>
                <a:gd name="connsiteX347" fmla="*/ 2486751 w 3024845"/>
                <a:gd name="connsiteY347" fmla="*/ 536121 h 1059043"/>
                <a:gd name="connsiteX348" fmla="*/ 2490804 w 3024845"/>
                <a:gd name="connsiteY348" fmla="*/ 531797 h 1059043"/>
                <a:gd name="connsiteX349" fmla="*/ 2498911 w 3024845"/>
                <a:gd name="connsiteY349" fmla="*/ 531797 h 1059043"/>
                <a:gd name="connsiteX350" fmla="*/ 2502964 w 3024845"/>
                <a:gd name="connsiteY350" fmla="*/ 536121 h 1059043"/>
                <a:gd name="connsiteX351" fmla="*/ 2525258 w 3024845"/>
                <a:gd name="connsiteY351" fmla="*/ 536121 h 1059043"/>
                <a:gd name="connsiteX352" fmla="*/ 2525258 w 3024845"/>
                <a:gd name="connsiteY352" fmla="*/ 419385 h 1059043"/>
                <a:gd name="connsiteX353" fmla="*/ 2582005 w 3024845"/>
                <a:gd name="connsiteY353" fmla="*/ 408576 h 1059043"/>
                <a:gd name="connsiteX354" fmla="*/ 2582005 w 3024845"/>
                <a:gd name="connsiteY354" fmla="*/ 409657 h 1059043"/>
                <a:gd name="connsiteX355" fmla="*/ 2582005 w 3024845"/>
                <a:gd name="connsiteY355" fmla="*/ 417223 h 1059043"/>
                <a:gd name="connsiteX356" fmla="*/ 2608352 w 3024845"/>
                <a:gd name="connsiteY356" fmla="*/ 417223 h 1059043"/>
                <a:gd name="connsiteX357" fmla="*/ 2608352 w 3024845"/>
                <a:gd name="connsiteY357" fmla="*/ 672313 h 1059043"/>
                <a:gd name="connsiteX358" fmla="*/ 2630646 w 3024845"/>
                <a:gd name="connsiteY358" fmla="*/ 672313 h 1059043"/>
                <a:gd name="connsiteX359" fmla="*/ 2630646 w 3024845"/>
                <a:gd name="connsiteY359" fmla="*/ 667989 h 1059043"/>
                <a:gd name="connsiteX360" fmla="*/ 2642806 w 3024845"/>
                <a:gd name="connsiteY360" fmla="*/ 667989 h 1059043"/>
                <a:gd name="connsiteX361" fmla="*/ 2642806 w 3024845"/>
                <a:gd name="connsiteY361" fmla="*/ 672313 h 1059043"/>
                <a:gd name="connsiteX362" fmla="*/ 2667126 w 3024845"/>
                <a:gd name="connsiteY362" fmla="*/ 672313 h 1059043"/>
                <a:gd name="connsiteX363" fmla="*/ 2667126 w 3024845"/>
                <a:gd name="connsiteY363" fmla="*/ 659342 h 1059043"/>
                <a:gd name="connsiteX364" fmla="*/ 2695500 w 3024845"/>
                <a:gd name="connsiteY364" fmla="*/ 659342 h 1059043"/>
                <a:gd name="connsiteX365" fmla="*/ 2707660 w 3024845"/>
                <a:gd name="connsiteY365" fmla="*/ 655018 h 1059043"/>
                <a:gd name="connsiteX366" fmla="*/ 2727927 w 3024845"/>
                <a:gd name="connsiteY366" fmla="*/ 659342 h 1059043"/>
                <a:gd name="connsiteX367" fmla="*/ 2727927 w 3024845"/>
                <a:gd name="connsiteY367" fmla="*/ 642048 h 1059043"/>
                <a:gd name="connsiteX368" fmla="*/ 2736034 w 3024845"/>
                <a:gd name="connsiteY368" fmla="*/ 642048 h 1059043"/>
                <a:gd name="connsiteX369" fmla="*/ 2736034 w 3024845"/>
                <a:gd name="connsiteY369" fmla="*/ 629077 h 1059043"/>
                <a:gd name="connsiteX370" fmla="*/ 2792781 w 3024845"/>
                <a:gd name="connsiteY370" fmla="*/ 629077 h 1059043"/>
                <a:gd name="connsiteX371" fmla="*/ 2792781 w 3024845"/>
                <a:gd name="connsiteY371" fmla="*/ 598812 h 1059043"/>
                <a:gd name="connsiteX372" fmla="*/ 2811021 w 3024845"/>
                <a:gd name="connsiteY372" fmla="*/ 598812 h 1059043"/>
                <a:gd name="connsiteX373" fmla="*/ 2811021 w 3024845"/>
                <a:gd name="connsiteY373" fmla="*/ 592327 h 1059043"/>
                <a:gd name="connsiteX374" fmla="*/ 2823181 w 3024845"/>
                <a:gd name="connsiteY374" fmla="*/ 592327 h 1059043"/>
                <a:gd name="connsiteX375" fmla="*/ 2823181 w 3024845"/>
                <a:gd name="connsiteY375" fmla="*/ 598812 h 1059043"/>
                <a:gd name="connsiteX376" fmla="*/ 2839395 w 3024845"/>
                <a:gd name="connsiteY376" fmla="*/ 598812 h 1059043"/>
                <a:gd name="connsiteX377" fmla="*/ 2839395 w 3024845"/>
                <a:gd name="connsiteY377" fmla="*/ 648533 h 1059043"/>
                <a:gd name="connsiteX378" fmla="*/ 2871822 w 3024845"/>
                <a:gd name="connsiteY378" fmla="*/ 648533 h 1059043"/>
                <a:gd name="connsiteX379" fmla="*/ 2871822 w 3024845"/>
                <a:gd name="connsiteY379" fmla="*/ 622592 h 1059043"/>
                <a:gd name="connsiteX380" fmla="*/ 2910329 w 3024845"/>
                <a:gd name="connsiteY380" fmla="*/ 622592 h 1059043"/>
                <a:gd name="connsiteX381" fmla="*/ 2910329 w 3024845"/>
                <a:gd name="connsiteY381" fmla="*/ 592327 h 1059043"/>
                <a:gd name="connsiteX382" fmla="*/ 2958970 w 3024845"/>
                <a:gd name="connsiteY382" fmla="*/ 592327 h 1059043"/>
                <a:gd name="connsiteX383" fmla="*/ 2958970 w 3024845"/>
                <a:gd name="connsiteY383" fmla="*/ 703483 h 1059043"/>
                <a:gd name="connsiteX384" fmla="*/ 2958970 w 3024845"/>
                <a:gd name="connsiteY384" fmla="*/ 717262 h 1059043"/>
                <a:gd name="connsiteX385" fmla="*/ 3024845 w 3024845"/>
                <a:gd name="connsiteY385" fmla="*/ 717262 h 1059043"/>
                <a:gd name="connsiteX386" fmla="*/ 3024845 w 3024845"/>
                <a:gd name="connsiteY386" fmla="*/ 1059043 h 1059043"/>
                <a:gd name="connsiteX387" fmla="*/ 2054 w 3024845"/>
                <a:gd name="connsiteY387" fmla="*/ 1056710 h 1059043"/>
                <a:gd name="connsiteX388" fmla="*/ 0 w 3024845"/>
                <a:gd name="connsiteY388" fmla="*/ 622592 h 1059043"/>
                <a:gd name="connsiteX389" fmla="*/ 20267 w 3024845"/>
                <a:gd name="connsiteY389" fmla="*/ 622592 h 1059043"/>
                <a:gd name="connsiteX390" fmla="*/ 20774 w 3024845"/>
                <a:gd name="connsiteY390" fmla="*/ 621511 h 1059043"/>
                <a:gd name="connsiteX391" fmla="*/ 24320 w 3024845"/>
                <a:gd name="connsiteY391" fmla="*/ 613945 h 1059043"/>
                <a:gd name="connsiteX392" fmla="*/ 26094 w 3024845"/>
                <a:gd name="connsiteY392" fmla="*/ 614215 h 1059043"/>
                <a:gd name="connsiteX393" fmla="*/ 38507 w 3024845"/>
                <a:gd name="connsiteY393" fmla="*/ 616106 h 1059043"/>
                <a:gd name="connsiteX394" fmla="*/ 39014 w 3024845"/>
                <a:gd name="connsiteY394" fmla="*/ 617458 h 1059043"/>
                <a:gd name="connsiteX395" fmla="*/ 42560 w 3024845"/>
                <a:gd name="connsiteY395" fmla="*/ 626915 h 1059043"/>
                <a:gd name="connsiteX396" fmla="*/ 68907 w 3024845"/>
                <a:gd name="connsiteY396" fmla="*/ 629077 h 1059043"/>
                <a:gd name="connsiteX397" fmla="*/ 68907 w 3024845"/>
                <a:gd name="connsiteY397" fmla="*/ 505856 h 1059043"/>
                <a:gd name="connsiteX398" fmla="*/ 70934 w 3024845"/>
                <a:gd name="connsiteY398" fmla="*/ 505856 h 1059043"/>
                <a:gd name="connsiteX399" fmla="*/ 85121 w 3024845"/>
                <a:gd name="connsiteY399" fmla="*/ 505856 h 1059043"/>
                <a:gd name="connsiteX400" fmla="*/ 85121 w 3024845"/>
                <a:gd name="connsiteY400" fmla="*/ 369664 h 1059043"/>
                <a:gd name="connsiteX401" fmla="*/ 86894 w 3024845"/>
                <a:gd name="connsiteY401" fmla="*/ 369664 h 1059043"/>
                <a:gd name="connsiteX402" fmla="*/ 99308 w 3024845"/>
                <a:gd name="connsiteY402" fmla="*/ 369664 h 1059043"/>
                <a:gd name="connsiteX403" fmla="*/ 99308 w 3024845"/>
                <a:gd name="connsiteY403" fmla="*/ 255090 h 1059043"/>
                <a:gd name="connsiteX404" fmla="*/ 103361 w 3024845"/>
                <a:gd name="connsiteY404" fmla="*/ 226986 h 1059043"/>
                <a:gd name="connsiteX405" fmla="*/ 105388 w 3024845"/>
                <a:gd name="connsiteY405" fmla="*/ 226986 h 1059043"/>
                <a:gd name="connsiteX406" fmla="*/ 119575 w 3024845"/>
                <a:gd name="connsiteY40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44240 w 3024845"/>
                <a:gd name="connsiteY312" fmla="*/ 214016 h 1059043"/>
                <a:gd name="connsiteX313" fmla="*/ 2146266 w 3024845"/>
                <a:gd name="connsiteY313" fmla="*/ 131868 h 1059043"/>
                <a:gd name="connsiteX314" fmla="*/ 2144240 w 3024845"/>
                <a:gd name="connsiteY314" fmla="*/ 125383 h 1059043"/>
                <a:gd name="connsiteX315" fmla="*/ 2150320 w 3024845"/>
                <a:gd name="connsiteY315" fmla="*/ 118897 h 1059043"/>
                <a:gd name="connsiteX316" fmla="*/ 2150320 w 3024845"/>
                <a:gd name="connsiteY316" fmla="*/ 60529 h 1059043"/>
                <a:gd name="connsiteX317" fmla="*/ 2152346 w 3024845"/>
                <a:gd name="connsiteY317" fmla="*/ 56206 h 1059043"/>
                <a:gd name="connsiteX318" fmla="*/ 2152346 w 3024845"/>
                <a:gd name="connsiteY318" fmla="*/ 0 h 1059043"/>
                <a:gd name="connsiteX319" fmla="*/ 2162480 w 3024845"/>
                <a:gd name="connsiteY319" fmla="*/ 118897 h 1059043"/>
                <a:gd name="connsiteX320" fmla="*/ 2168560 w 3024845"/>
                <a:gd name="connsiteY320" fmla="*/ 125383 h 1059043"/>
                <a:gd name="connsiteX321" fmla="*/ 2166533 w 3024845"/>
                <a:gd name="connsiteY321" fmla="*/ 131868 h 1059043"/>
                <a:gd name="connsiteX322" fmla="*/ 2180720 w 3024845"/>
                <a:gd name="connsiteY322" fmla="*/ 555577 h 1059043"/>
                <a:gd name="connsiteX323" fmla="*/ 2245574 w 3024845"/>
                <a:gd name="connsiteY323" fmla="*/ 555577 h 1059043"/>
                <a:gd name="connsiteX324" fmla="*/ 2245574 w 3024845"/>
                <a:gd name="connsiteY324" fmla="*/ 631239 h 1059043"/>
                <a:gd name="connsiteX325" fmla="*/ 2253681 w 3024845"/>
                <a:gd name="connsiteY325" fmla="*/ 631239 h 1059043"/>
                <a:gd name="connsiteX326" fmla="*/ 2255708 w 3024845"/>
                <a:gd name="connsiteY326" fmla="*/ 624754 h 1059043"/>
                <a:gd name="connsiteX327" fmla="*/ 2261788 w 3024845"/>
                <a:gd name="connsiteY327" fmla="*/ 624754 h 1059043"/>
                <a:gd name="connsiteX328" fmla="*/ 2263815 w 3024845"/>
                <a:gd name="connsiteY328" fmla="*/ 633401 h 1059043"/>
                <a:gd name="connsiteX329" fmla="*/ 2275975 w 3024845"/>
                <a:gd name="connsiteY329" fmla="*/ 633401 h 1059043"/>
                <a:gd name="connsiteX330" fmla="*/ 2275975 w 3024845"/>
                <a:gd name="connsiteY330" fmla="*/ 626915 h 1059043"/>
                <a:gd name="connsiteX331" fmla="*/ 2298268 w 3024845"/>
                <a:gd name="connsiteY331" fmla="*/ 626915 h 1059043"/>
                <a:gd name="connsiteX332" fmla="*/ 2298268 w 3024845"/>
                <a:gd name="connsiteY332" fmla="*/ 633401 h 1059043"/>
                <a:gd name="connsiteX333" fmla="*/ 2318535 w 3024845"/>
                <a:gd name="connsiteY333" fmla="*/ 633401 h 1059043"/>
                <a:gd name="connsiteX334" fmla="*/ 2318535 w 3024845"/>
                <a:gd name="connsiteY334" fmla="*/ 678798 h 1059043"/>
                <a:gd name="connsiteX335" fmla="*/ 2332722 w 3024845"/>
                <a:gd name="connsiteY335" fmla="*/ 678798 h 1059043"/>
                <a:gd name="connsiteX336" fmla="*/ 2332722 w 3024845"/>
                <a:gd name="connsiteY336" fmla="*/ 665827 h 1059043"/>
                <a:gd name="connsiteX337" fmla="*/ 2348936 w 3024845"/>
                <a:gd name="connsiteY337" fmla="*/ 665827 h 1059043"/>
                <a:gd name="connsiteX338" fmla="*/ 2348936 w 3024845"/>
                <a:gd name="connsiteY338" fmla="*/ 486400 h 1059043"/>
                <a:gd name="connsiteX339" fmla="*/ 2355016 w 3024845"/>
                <a:gd name="connsiteY339" fmla="*/ 479914 h 1059043"/>
                <a:gd name="connsiteX340" fmla="*/ 2427977 w 3024845"/>
                <a:gd name="connsiteY340" fmla="*/ 479914 h 1059043"/>
                <a:gd name="connsiteX341" fmla="*/ 2427977 w 3024845"/>
                <a:gd name="connsiteY341" fmla="*/ 488562 h 1059043"/>
                <a:gd name="connsiteX342" fmla="*/ 2438110 w 3024845"/>
                <a:gd name="connsiteY342" fmla="*/ 488562 h 1059043"/>
                <a:gd name="connsiteX343" fmla="*/ 2438110 w 3024845"/>
                <a:gd name="connsiteY343" fmla="*/ 603136 h 1059043"/>
                <a:gd name="connsiteX344" fmla="*/ 2460404 w 3024845"/>
                <a:gd name="connsiteY344" fmla="*/ 603136 h 1059043"/>
                <a:gd name="connsiteX345" fmla="*/ 2460404 w 3024845"/>
                <a:gd name="connsiteY345" fmla="*/ 536121 h 1059043"/>
                <a:gd name="connsiteX346" fmla="*/ 2486751 w 3024845"/>
                <a:gd name="connsiteY346" fmla="*/ 536121 h 1059043"/>
                <a:gd name="connsiteX347" fmla="*/ 2490804 w 3024845"/>
                <a:gd name="connsiteY347" fmla="*/ 531797 h 1059043"/>
                <a:gd name="connsiteX348" fmla="*/ 2498911 w 3024845"/>
                <a:gd name="connsiteY348" fmla="*/ 531797 h 1059043"/>
                <a:gd name="connsiteX349" fmla="*/ 2502964 w 3024845"/>
                <a:gd name="connsiteY349" fmla="*/ 536121 h 1059043"/>
                <a:gd name="connsiteX350" fmla="*/ 2525258 w 3024845"/>
                <a:gd name="connsiteY350" fmla="*/ 536121 h 1059043"/>
                <a:gd name="connsiteX351" fmla="*/ 2525258 w 3024845"/>
                <a:gd name="connsiteY351" fmla="*/ 419385 h 1059043"/>
                <a:gd name="connsiteX352" fmla="*/ 2582005 w 3024845"/>
                <a:gd name="connsiteY352" fmla="*/ 408576 h 1059043"/>
                <a:gd name="connsiteX353" fmla="*/ 2582005 w 3024845"/>
                <a:gd name="connsiteY353" fmla="*/ 409657 h 1059043"/>
                <a:gd name="connsiteX354" fmla="*/ 2582005 w 3024845"/>
                <a:gd name="connsiteY354" fmla="*/ 417223 h 1059043"/>
                <a:gd name="connsiteX355" fmla="*/ 2608352 w 3024845"/>
                <a:gd name="connsiteY355" fmla="*/ 417223 h 1059043"/>
                <a:gd name="connsiteX356" fmla="*/ 2608352 w 3024845"/>
                <a:gd name="connsiteY356" fmla="*/ 672313 h 1059043"/>
                <a:gd name="connsiteX357" fmla="*/ 2630646 w 3024845"/>
                <a:gd name="connsiteY357" fmla="*/ 672313 h 1059043"/>
                <a:gd name="connsiteX358" fmla="*/ 2630646 w 3024845"/>
                <a:gd name="connsiteY358" fmla="*/ 667989 h 1059043"/>
                <a:gd name="connsiteX359" fmla="*/ 2642806 w 3024845"/>
                <a:gd name="connsiteY359" fmla="*/ 667989 h 1059043"/>
                <a:gd name="connsiteX360" fmla="*/ 2642806 w 3024845"/>
                <a:gd name="connsiteY360" fmla="*/ 672313 h 1059043"/>
                <a:gd name="connsiteX361" fmla="*/ 2667126 w 3024845"/>
                <a:gd name="connsiteY361" fmla="*/ 672313 h 1059043"/>
                <a:gd name="connsiteX362" fmla="*/ 2667126 w 3024845"/>
                <a:gd name="connsiteY362" fmla="*/ 659342 h 1059043"/>
                <a:gd name="connsiteX363" fmla="*/ 2695500 w 3024845"/>
                <a:gd name="connsiteY363" fmla="*/ 659342 h 1059043"/>
                <a:gd name="connsiteX364" fmla="*/ 2707660 w 3024845"/>
                <a:gd name="connsiteY364" fmla="*/ 655018 h 1059043"/>
                <a:gd name="connsiteX365" fmla="*/ 2727927 w 3024845"/>
                <a:gd name="connsiteY365" fmla="*/ 659342 h 1059043"/>
                <a:gd name="connsiteX366" fmla="*/ 2727927 w 3024845"/>
                <a:gd name="connsiteY366" fmla="*/ 642048 h 1059043"/>
                <a:gd name="connsiteX367" fmla="*/ 2736034 w 3024845"/>
                <a:gd name="connsiteY367" fmla="*/ 642048 h 1059043"/>
                <a:gd name="connsiteX368" fmla="*/ 2736034 w 3024845"/>
                <a:gd name="connsiteY368" fmla="*/ 629077 h 1059043"/>
                <a:gd name="connsiteX369" fmla="*/ 2792781 w 3024845"/>
                <a:gd name="connsiteY369" fmla="*/ 629077 h 1059043"/>
                <a:gd name="connsiteX370" fmla="*/ 2792781 w 3024845"/>
                <a:gd name="connsiteY370" fmla="*/ 598812 h 1059043"/>
                <a:gd name="connsiteX371" fmla="*/ 2811021 w 3024845"/>
                <a:gd name="connsiteY371" fmla="*/ 598812 h 1059043"/>
                <a:gd name="connsiteX372" fmla="*/ 2811021 w 3024845"/>
                <a:gd name="connsiteY372" fmla="*/ 592327 h 1059043"/>
                <a:gd name="connsiteX373" fmla="*/ 2823181 w 3024845"/>
                <a:gd name="connsiteY373" fmla="*/ 592327 h 1059043"/>
                <a:gd name="connsiteX374" fmla="*/ 2823181 w 3024845"/>
                <a:gd name="connsiteY374" fmla="*/ 598812 h 1059043"/>
                <a:gd name="connsiteX375" fmla="*/ 2839395 w 3024845"/>
                <a:gd name="connsiteY375" fmla="*/ 598812 h 1059043"/>
                <a:gd name="connsiteX376" fmla="*/ 2839395 w 3024845"/>
                <a:gd name="connsiteY376" fmla="*/ 648533 h 1059043"/>
                <a:gd name="connsiteX377" fmla="*/ 2871822 w 3024845"/>
                <a:gd name="connsiteY377" fmla="*/ 648533 h 1059043"/>
                <a:gd name="connsiteX378" fmla="*/ 2871822 w 3024845"/>
                <a:gd name="connsiteY378" fmla="*/ 622592 h 1059043"/>
                <a:gd name="connsiteX379" fmla="*/ 2910329 w 3024845"/>
                <a:gd name="connsiteY379" fmla="*/ 622592 h 1059043"/>
                <a:gd name="connsiteX380" fmla="*/ 2910329 w 3024845"/>
                <a:gd name="connsiteY380" fmla="*/ 592327 h 1059043"/>
                <a:gd name="connsiteX381" fmla="*/ 2958970 w 3024845"/>
                <a:gd name="connsiteY381" fmla="*/ 592327 h 1059043"/>
                <a:gd name="connsiteX382" fmla="*/ 2958970 w 3024845"/>
                <a:gd name="connsiteY382" fmla="*/ 703483 h 1059043"/>
                <a:gd name="connsiteX383" fmla="*/ 2958970 w 3024845"/>
                <a:gd name="connsiteY383" fmla="*/ 717262 h 1059043"/>
                <a:gd name="connsiteX384" fmla="*/ 3024845 w 3024845"/>
                <a:gd name="connsiteY384" fmla="*/ 717262 h 1059043"/>
                <a:gd name="connsiteX385" fmla="*/ 3024845 w 3024845"/>
                <a:gd name="connsiteY385" fmla="*/ 1059043 h 1059043"/>
                <a:gd name="connsiteX386" fmla="*/ 2054 w 3024845"/>
                <a:gd name="connsiteY386" fmla="*/ 1056710 h 1059043"/>
                <a:gd name="connsiteX387" fmla="*/ 0 w 3024845"/>
                <a:gd name="connsiteY387" fmla="*/ 622592 h 1059043"/>
                <a:gd name="connsiteX388" fmla="*/ 20267 w 3024845"/>
                <a:gd name="connsiteY388" fmla="*/ 622592 h 1059043"/>
                <a:gd name="connsiteX389" fmla="*/ 20774 w 3024845"/>
                <a:gd name="connsiteY389" fmla="*/ 621511 h 1059043"/>
                <a:gd name="connsiteX390" fmla="*/ 24320 w 3024845"/>
                <a:gd name="connsiteY390" fmla="*/ 613945 h 1059043"/>
                <a:gd name="connsiteX391" fmla="*/ 26094 w 3024845"/>
                <a:gd name="connsiteY391" fmla="*/ 614215 h 1059043"/>
                <a:gd name="connsiteX392" fmla="*/ 38507 w 3024845"/>
                <a:gd name="connsiteY392" fmla="*/ 616106 h 1059043"/>
                <a:gd name="connsiteX393" fmla="*/ 39014 w 3024845"/>
                <a:gd name="connsiteY393" fmla="*/ 617458 h 1059043"/>
                <a:gd name="connsiteX394" fmla="*/ 42560 w 3024845"/>
                <a:gd name="connsiteY394" fmla="*/ 626915 h 1059043"/>
                <a:gd name="connsiteX395" fmla="*/ 68907 w 3024845"/>
                <a:gd name="connsiteY395" fmla="*/ 629077 h 1059043"/>
                <a:gd name="connsiteX396" fmla="*/ 68907 w 3024845"/>
                <a:gd name="connsiteY396" fmla="*/ 505856 h 1059043"/>
                <a:gd name="connsiteX397" fmla="*/ 70934 w 3024845"/>
                <a:gd name="connsiteY397" fmla="*/ 505856 h 1059043"/>
                <a:gd name="connsiteX398" fmla="*/ 85121 w 3024845"/>
                <a:gd name="connsiteY398" fmla="*/ 505856 h 1059043"/>
                <a:gd name="connsiteX399" fmla="*/ 85121 w 3024845"/>
                <a:gd name="connsiteY399" fmla="*/ 369664 h 1059043"/>
                <a:gd name="connsiteX400" fmla="*/ 86894 w 3024845"/>
                <a:gd name="connsiteY400" fmla="*/ 369664 h 1059043"/>
                <a:gd name="connsiteX401" fmla="*/ 99308 w 3024845"/>
                <a:gd name="connsiteY401" fmla="*/ 369664 h 1059043"/>
                <a:gd name="connsiteX402" fmla="*/ 99308 w 3024845"/>
                <a:gd name="connsiteY402" fmla="*/ 255090 h 1059043"/>
                <a:gd name="connsiteX403" fmla="*/ 103361 w 3024845"/>
                <a:gd name="connsiteY403" fmla="*/ 226986 h 1059043"/>
                <a:gd name="connsiteX404" fmla="*/ 105388 w 3024845"/>
                <a:gd name="connsiteY404" fmla="*/ 226986 h 1059043"/>
                <a:gd name="connsiteX405" fmla="*/ 119575 w 3024845"/>
                <a:gd name="connsiteY40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44240 w 3024845"/>
                <a:gd name="connsiteY311" fmla="*/ 214016 h 1059043"/>
                <a:gd name="connsiteX312" fmla="*/ 2146266 w 3024845"/>
                <a:gd name="connsiteY312" fmla="*/ 131868 h 1059043"/>
                <a:gd name="connsiteX313" fmla="*/ 2144240 w 3024845"/>
                <a:gd name="connsiteY313" fmla="*/ 125383 h 1059043"/>
                <a:gd name="connsiteX314" fmla="*/ 2150320 w 3024845"/>
                <a:gd name="connsiteY314" fmla="*/ 118897 h 1059043"/>
                <a:gd name="connsiteX315" fmla="*/ 2150320 w 3024845"/>
                <a:gd name="connsiteY315" fmla="*/ 60529 h 1059043"/>
                <a:gd name="connsiteX316" fmla="*/ 2152346 w 3024845"/>
                <a:gd name="connsiteY316" fmla="*/ 56206 h 1059043"/>
                <a:gd name="connsiteX317" fmla="*/ 2152346 w 3024845"/>
                <a:gd name="connsiteY317" fmla="*/ 0 h 1059043"/>
                <a:gd name="connsiteX318" fmla="*/ 2162480 w 3024845"/>
                <a:gd name="connsiteY318" fmla="*/ 118897 h 1059043"/>
                <a:gd name="connsiteX319" fmla="*/ 2168560 w 3024845"/>
                <a:gd name="connsiteY319" fmla="*/ 125383 h 1059043"/>
                <a:gd name="connsiteX320" fmla="*/ 2166533 w 3024845"/>
                <a:gd name="connsiteY320" fmla="*/ 131868 h 1059043"/>
                <a:gd name="connsiteX321" fmla="*/ 2180720 w 3024845"/>
                <a:gd name="connsiteY321" fmla="*/ 555577 h 1059043"/>
                <a:gd name="connsiteX322" fmla="*/ 2245574 w 3024845"/>
                <a:gd name="connsiteY322" fmla="*/ 555577 h 1059043"/>
                <a:gd name="connsiteX323" fmla="*/ 2245574 w 3024845"/>
                <a:gd name="connsiteY323" fmla="*/ 631239 h 1059043"/>
                <a:gd name="connsiteX324" fmla="*/ 2253681 w 3024845"/>
                <a:gd name="connsiteY324" fmla="*/ 631239 h 1059043"/>
                <a:gd name="connsiteX325" fmla="*/ 2255708 w 3024845"/>
                <a:gd name="connsiteY325" fmla="*/ 624754 h 1059043"/>
                <a:gd name="connsiteX326" fmla="*/ 2261788 w 3024845"/>
                <a:gd name="connsiteY326" fmla="*/ 624754 h 1059043"/>
                <a:gd name="connsiteX327" fmla="*/ 2263815 w 3024845"/>
                <a:gd name="connsiteY327" fmla="*/ 633401 h 1059043"/>
                <a:gd name="connsiteX328" fmla="*/ 2275975 w 3024845"/>
                <a:gd name="connsiteY328" fmla="*/ 633401 h 1059043"/>
                <a:gd name="connsiteX329" fmla="*/ 2275975 w 3024845"/>
                <a:gd name="connsiteY329" fmla="*/ 626915 h 1059043"/>
                <a:gd name="connsiteX330" fmla="*/ 2298268 w 3024845"/>
                <a:gd name="connsiteY330" fmla="*/ 626915 h 1059043"/>
                <a:gd name="connsiteX331" fmla="*/ 2298268 w 3024845"/>
                <a:gd name="connsiteY331" fmla="*/ 633401 h 1059043"/>
                <a:gd name="connsiteX332" fmla="*/ 2318535 w 3024845"/>
                <a:gd name="connsiteY332" fmla="*/ 633401 h 1059043"/>
                <a:gd name="connsiteX333" fmla="*/ 2318535 w 3024845"/>
                <a:gd name="connsiteY333" fmla="*/ 678798 h 1059043"/>
                <a:gd name="connsiteX334" fmla="*/ 2332722 w 3024845"/>
                <a:gd name="connsiteY334" fmla="*/ 678798 h 1059043"/>
                <a:gd name="connsiteX335" fmla="*/ 2332722 w 3024845"/>
                <a:gd name="connsiteY335" fmla="*/ 665827 h 1059043"/>
                <a:gd name="connsiteX336" fmla="*/ 2348936 w 3024845"/>
                <a:gd name="connsiteY336" fmla="*/ 665827 h 1059043"/>
                <a:gd name="connsiteX337" fmla="*/ 2348936 w 3024845"/>
                <a:gd name="connsiteY337" fmla="*/ 486400 h 1059043"/>
                <a:gd name="connsiteX338" fmla="*/ 2355016 w 3024845"/>
                <a:gd name="connsiteY338" fmla="*/ 479914 h 1059043"/>
                <a:gd name="connsiteX339" fmla="*/ 2427977 w 3024845"/>
                <a:gd name="connsiteY339" fmla="*/ 479914 h 1059043"/>
                <a:gd name="connsiteX340" fmla="*/ 2427977 w 3024845"/>
                <a:gd name="connsiteY340" fmla="*/ 488562 h 1059043"/>
                <a:gd name="connsiteX341" fmla="*/ 2438110 w 3024845"/>
                <a:gd name="connsiteY341" fmla="*/ 488562 h 1059043"/>
                <a:gd name="connsiteX342" fmla="*/ 2438110 w 3024845"/>
                <a:gd name="connsiteY342" fmla="*/ 603136 h 1059043"/>
                <a:gd name="connsiteX343" fmla="*/ 2460404 w 3024845"/>
                <a:gd name="connsiteY343" fmla="*/ 603136 h 1059043"/>
                <a:gd name="connsiteX344" fmla="*/ 2460404 w 3024845"/>
                <a:gd name="connsiteY344" fmla="*/ 536121 h 1059043"/>
                <a:gd name="connsiteX345" fmla="*/ 2486751 w 3024845"/>
                <a:gd name="connsiteY345" fmla="*/ 536121 h 1059043"/>
                <a:gd name="connsiteX346" fmla="*/ 2490804 w 3024845"/>
                <a:gd name="connsiteY346" fmla="*/ 531797 h 1059043"/>
                <a:gd name="connsiteX347" fmla="*/ 2498911 w 3024845"/>
                <a:gd name="connsiteY347" fmla="*/ 531797 h 1059043"/>
                <a:gd name="connsiteX348" fmla="*/ 2502964 w 3024845"/>
                <a:gd name="connsiteY348" fmla="*/ 536121 h 1059043"/>
                <a:gd name="connsiteX349" fmla="*/ 2525258 w 3024845"/>
                <a:gd name="connsiteY349" fmla="*/ 536121 h 1059043"/>
                <a:gd name="connsiteX350" fmla="*/ 2525258 w 3024845"/>
                <a:gd name="connsiteY350" fmla="*/ 419385 h 1059043"/>
                <a:gd name="connsiteX351" fmla="*/ 2582005 w 3024845"/>
                <a:gd name="connsiteY351" fmla="*/ 408576 h 1059043"/>
                <a:gd name="connsiteX352" fmla="*/ 2582005 w 3024845"/>
                <a:gd name="connsiteY352" fmla="*/ 409657 h 1059043"/>
                <a:gd name="connsiteX353" fmla="*/ 2582005 w 3024845"/>
                <a:gd name="connsiteY353" fmla="*/ 417223 h 1059043"/>
                <a:gd name="connsiteX354" fmla="*/ 2608352 w 3024845"/>
                <a:gd name="connsiteY354" fmla="*/ 417223 h 1059043"/>
                <a:gd name="connsiteX355" fmla="*/ 2608352 w 3024845"/>
                <a:gd name="connsiteY355" fmla="*/ 672313 h 1059043"/>
                <a:gd name="connsiteX356" fmla="*/ 2630646 w 3024845"/>
                <a:gd name="connsiteY356" fmla="*/ 672313 h 1059043"/>
                <a:gd name="connsiteX357" fmla="*/ 2630646 w 3024845"/>
                <a:gd name="connsiteY357" fmla="*/ 667989 h 1059043"/>
                <a:gd name="connsiteX358" fmla="*/ 2642806 w 3024845"/>
                <a:gd name="connsiteY358" fmla="*/ 667989 h 1059043"/>
                <a:gd name="connsiteX359" fmla="*/ 2642806 w 3024845"/>
                <a:gd name="connsiteY359" fmla="*/ 672313 h 1059043"/>
                <a:gd name="connsiteX360" fmla="*/ 2667126 w 3024845"/>
                <a:gd name="connsiteY360" fmla="*/ 672313 h 1059043"/>
                <a:gd name="connsiteX361" fmla="*/ 2667126 w 3024845"/>
                <a:gd name="connsiteY361" fmla="*/ 659342 h 1059043"/>
                <a:gd name="connsiteX362" fmla="*/ 2695500 w 3024845"/>
                <a:gd name="connsiteY362" fmla="*/ 659342 h 1059043"/>
                <a:gd name="connsiteX363" fmla="*/ 2707660 w 3024845"/>
                <a:gd name="connsiteY363" fmla="*/ 655018 h 1059043"/>
                <a:gd name="connsiteX364" fmla="*/ 2727927 w 3024845"/>
                <a:gd name="connsiteY364" fmla="*/ 659342 h 1059043"/>
                <a:gd name="connsiteX365" fmla="*/ 2727927 w 3024845"/>
                <a:gd name="connsiteY365" fmla="*/ 642048 h 1059043"/>
                <a:gd name="connsiteX366" fmla="*/ 2736034 w 3024845"/>
                <a:gd name="connsiteY366" fmla="*/ 642048 h 1059043"/>
                <a:gd name="connsiteX367" fmla="*/ 2736034 w 3024845"/>
                <a:gd name="connsiteY367" fmla="*/ 629077 h 1059043"/>
                <a:gd name="connsiteX368" fmla="*/ 2792781 w 3024845"/>
                <a:gd name="connsiteY368" fmla="*/ 629077 h 1059043"/>
                <a:gd name="connsiteX369" fmla="*/ 2792781 w 3024845"/>
                <a:gd name="connsiteY369" fmla="*/ 598812 h 1059043"/>
                <a:gd name="connsiteX370" fmla="*/ 2811021 w 3024845"/>
                <a:gd name="connsiteY370" fmla="*/ 598812 h 1059043"/>
                <a:gd name="connsiteX371" fmla="*/ 2811021 w 3024845"/>
                <a:gd name="connsiteY371" fmla="*/ 592327 h 1059043"/>
                <a:gd name="connsiteX372" fmla="*/ 2823181 w 3024845"/>
                <a:gd name="connsiteY372" fmla="*/ 592327 h 1059043"/>
                <a:gd name="connsiteX373" fmla="*/ 2823181 w 3024845"/>
                <a:gd name="connsiteY373" fmla="*/ 598812 h 1059043"/>
                <a:gd name="connsiteX374" fmla="*/ 2839395 w 3024845"/>
                <a:gd name="connsiteY374" fmla="*/ 598812 h 1059043"/>
                <a:gd name="connsiteX375" fmla="*/ 2839395 w 3024845"/>
                <a:gd name="connsiteY375" fmla="*/ 648533 h 1059043"/>
                <a:gd name="connsiteX376" fmla="*/ 2871822 w 3024845"/>
                <a:gd name="connsiteY376" fmla="*/ 648533 h 1059043"/>
                <a:gd name="connsiteX377" fmla="*/ 2871822 w 3024845"/>
                <a:gd name="connsiteY377" fmla="*/ 622592 h 1059043"/>
                <a:gd name="connsiteX378" fmla="*/ 2910329 w 3024845"/>
                <a:gd name="connsiteY378" fmla="*/ 622592 h 1059043"/>
                <a:gd name="connsiteX379" fmla="*/ 2910329 w 3024845"/>
                <a:gd name="connsiteY379" fmla="*/ 592327 h 1059043"/>
                <a:gd name="connsiteX380" fmla="*/ 2958970 w 3024845"/>
                <a:gd name="connsiteY380" fmla="*/ 592327 h 1059043"/>
                <a:gd name="connsiteX381" fmla="*/ 2958970 w 3024845"/>
                <a:gd name="connsiteY381" fmla="*/ 703483 h 1059043"/>
                <a:gd name="connsiteX382" fmla="*/ 2958970 w 3024845"/>
                <a:gd name="connsiteY382" fmla="*/ 717262 h 1059043"/>
                <a:gd name="connsiteX383" fmla="*/ 3024845 w 3024845"/>
                <a:gd name="connsiteY383" fmla="*/ 717262 h 1059043"/>
                <a:gd name="connsiteX384" fmla="*/ 3024845 w 3024845"/>
                <a:gd name="connsiteY384" fmla="*/ 1059043 h 1059043"/>
                <a:gd name="connsiteX385" fmla="*/ 2054 w 3024845"/>
                <a:gd name="connsiteY385" fmla="*/ 1056710 h 1059043"/>
                <a:gd name="connsiteX386" fmla="*/ 0 w 3024845"/>
                <a:gd name="connsiteY386" fmla="*/ 622592 h 1059043"/>
                <a:gd name="connsiteX387" fmla="*/ 20267 w 3024845"/>
                <a:gd name="connsiteY387" fmla="*/ 622592 h 1059043"/>
                <a:gd name="connsiteX388" fmla="*/ 20774 w 3024845"/>
                <a:gd name="connsiteY388" fmla="*/ 621511 h 1059043"/>
                <a:gd name="connsiteX389" fmla="*/ 24320 w 3024845"/>
                <a:gd name="connsiteY389" fmla="*/ 613945 h 1059043"/>
                <a:gd name="connsiteX390" fmla="*/ 26094 w 3024845"/>
                <a:gd name="connsiteY390" fmla="*/ 614215 h 1059043"/>
                <a:gd name="connsiteX391" fmla="*/ 38507 w 3024845"/>
                <a:gd name="connsiteY391" fmla="*/ 616106 h 1059043"/>
                <a:gd name="connsiteX392" fmla="*/ 39014 w 3024845"/>
                <a:gd name="connsiteY392" fmla="*/ 617458 h 1059043"/>
                <a:gd name="connsiteX393" fmla="*/ 42560 w 3024845"/>
                <a:gd name="connsiteY393" fmla="*/ 626915 h 1059043"/>
                <a:gd name="connsiteX394" fmla="*/ 68907 w 3024845"/>
                <a:gd name="connsiteY394" fmla="*/ 629077 h 1059043"/>
                <a:gd name="connsiteX395" fmla="*/ 68907 w 3024845"/>
                <a:gd name="connsiteY395" fmla="*/ 505856 h 1059043"/>
                <a:gd name="connsiteX396" fmla="*/ 70934 w 3024845"/>
                <a:gd name="connsiteY396" fmla="*/ 505856 h 1059043"/>
                <a:gd name="connsiteX397" fmla="*/ 85121 w 3024845"/>
                <a:gd name="connsiteY397" fmla="*/ 505856 h 1059043"/>
                <a:gd name="connsiteX398" fmla="*/ 85121 w 3024845"/>
                <a:gd name="connsiteY398" fmla="*/ 369664 h 1059043"/>
                <a:gd name="connsiteX399" fmla="*/ 86894 w 3024845"/>
                <a:gd name="connsiteY399" fmla="*/ 369664 h 1059043"/>
                <a:gd name="connsiteX400" fmla="*/ 99308 w 3024845"/>
                <a:gd name="connsiteY400" fmla="*/ 369664 h 1059043"/>
                <a:gd name="connsiteX401" fmla="*/ 99308 w 3024845"/>
                <a:gd name="connsiteY401" fmla="*/ 255090 h 1059043"/>
                <a:gd name="connsiteX402" fmla="*/ 103361 w 3024845"/>
                <a:gd name="connsiteY402" fmla="*/ 226986 h 1059043"/>
                <a:gd name="connsiteX403" fmla="*/ 105388 w 3024845"/>
                <a:gd name="connsiteY403" fmla="*/ 226986 h 1059043"/>
                <a:gd name="connsiteX404" fmla="*/ 119575 w 3024845"/>
                <a:gd name="connsiteY40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4240 w 3024845"/>
                <a:gd name="connsiteY310" fmla="*/ 214016 h 1059043"/>
                <a:gd name="connsiteX311" fmla="*/ 2146266 w 3024845"/>
                <a:gd name="connsiteY311" fmla="*/ 131868 h 1059043"/>
                <a:gd name="connsiteX312" fmla="*/ 2144240 w 3024845"/>
                <a:gd name="connsiteY312" fmla="*/ 125383 h 1059043"/>
                <a:gd name="connsiteX313" fmla="*/ 2150320 w 3024845"/>
                <a:gd name="connsiteY313" fmla="*/ 118897 h 1059043"/>
                <a:gd name="connsiteX314" fmla="*/ 2150320 w 3024845"/>
                <a:gd name="connsiteY314" fmla="*/ 60529 h 1059043"/>
                <a:gd name="connsiteX315" fmla="*/ 2152346 w 3024845"/>
                <a:gd name="connsiteY315" fmla="*/ 56206 h 1059043"/>
                <a:gd name="connsiteX316" fmla="*/ 2152346 w 3024845"/>
                <a:gd name="connsiteY316" fmla="*/ 0 h 1059043"/>
                <a:gd name="connsiteX317" fmla="*/ 2162480 w 3024845"/>
                <a:gd name="connsiteY317" fmla="*/ 118897 h 1059043"/>
                <a:gd name="connsiteX318" fmla="*/ 2168560 w 3024845"/>
                <a:gd name="connsiteY318" fmla="*/ 125383 h 1059043"/>
                <a:gd name="connsiteX319" fmla="*/ 2166533 w 3024845"/>
                <a:gd name="connsiteY319" fmla="*/ 131868 h 1059043"/>
                <a:gd name="connsiteX320" fmla="*/ 2180720 w 3024845"/>
                <a:gd name="connsiteY320" fmla="*/ 555577 h 1059043"/>
                <a:gd name="connsiteX321" fmla="*/ 2245574 w 3024845"/>
                <a:gd name="connsiteY321" fmla="*/ 555577 h 1059043"/>
                <a:gd name="connsiteX322" fmla="*/ 2245574 w 3024845"/>
                <a:gd name="connsiteY322" fmla="*/ 631239 h 1059043"/>
                <a:gd name="connsiteX323" fmla="*/ 2253681 w 3024845"/>
                <a:gd name="connsiteY323" fmla="*/ 631239 h 1059043"/>
                <a:gd name="connsiteX324" fmla="*/ 2255708 w 3024845"/>
                <a:gd name="connsiteY324" fmla="*/ 624754 h 1059043"/>
                <a:gd name="connsiteX325" fmla="*/ 2261788 w 3024845"/>
                <a:gd name="connsiteY325" fmla="*/ 624754 h 1059043"/>
                <a:gd name="connsiteX326" fmla="*/ 2263815 w 3024845"/>
                <a:gd name="connsiteY326" fmla="*/ 633401 h 1059043"/>
                <a:gd name="connsiteX327" fmla="*/ 2275975 w 3024845"/>
                <a:gd name="connsiteY327" fmla="*/ 633401 h 1059043"/>
                <a:gd name="connsiteX328" fmla="*/ 2275975 w 3024845"/>
                <a:gd name="connsiteY328" fmla="*/ 626915 h 1059043"/>
                <a:gd name="connsiteX329" fmla="*/ 2298268 w 3024845"/>
                <a:gd name="connsiteY329" fmla="*/ 626915 h 1059043"/>
                <a:gd name="connsiteX330" fmla="*/ 2298268 w 3024845"/>
                <a:gd name="connsiteY330" fmla="*/ 633401 h 1059043"/>
                <a:gd name="connsiteX331" fmla="*/ 2318535 w 3024845"/>
                <a:gd name="connsiteY331" fmla="*/ 633401 h 1059043"/>
                <a:gd name="connsiteX332" fmla="*/ 2318535 w 3024845"/>
                <a:gd name="connsiteY332" fmla="*/ 678798 h 1059043"/>
                <a:gd name="connsiteX333" fmla="*/ 2332722 w 3024845"/>
                <a:gd name="connsiteY333" fmla="*/ 678798 h 1059043"/>
                <a:gd name="connsiteX334" fmla="*/ 2332722 w 3024845"/>
                <a:gd name="connsiteY334" fmla="*/ 665827 h 1059043"/>
                <a:gd name="connsiteX335" fmla="*/ 2348936 w 3024845"/>
                <a:gd name="connsiteY335" fmla="*/ 665827 h 1059043"/>
                <a:gd name="connsiteX336" fmla="*/ 2348936 w 3024845"/>
                <a:gd name="connsiteY336" fmla="*/ 486400 h 1059043"/>
                <a:gd name="connsiteX337" fmla="*/ 2355016 w 3024845"/>
                <a:gd name="connsiteY337" fmla="*/ 479914 h 1059043"/>
                <a:gd name="connsiteX338" fmla="*/ 2427977 w 3024845"/>
                <a:gd name="connsiteY338" fmla="*/ 479914 h 1059043"/>
                <a:gd name="connsiteX339" fmla="*/ 2427977 w 3024845"/>
                <a:gd name="connsiteY339" fmla="*/ 488562 h 1059043"/>
                <a:gd name="connsiteX340" fmla="*/ 2438110 w 3024845"/>
                <a:gd name="connsiteY340" fmla="*/ 488562 h 1059043"/>
                <a:gd name="connsiteX341" fmla="*/ 2438110 w 3024845"/>
                <a:gd name="connsiteY341" fmla="*/ 603136 h 1059043"/>
                <a:gd name="connsiteX342" fmla="*/ 2460404 w 3024845"/>
                <a:gd name="connsiteY342" fmla="*/ 603136 h 1059043"/>
                <a:gd name="connsiteX343" fmla="*/ 2460404 w 3024845"/>
                <a:gd name="connsiteY343" fmla="*/ 536121 h 1059043"/>
                <a:gd name="connsiteX344" fmla="*/ 2486751 w 3024845"/>
                <a:gd name="connsiteY344" fmla="*/ 536121 h 1059043"/>
                <a:gd name="connsiteX345" fmla="*/ 2490804 w 3024845"/>
                <a:gd name="connsiteY345" fmla="*/ 531797 h 1059043"/>
                <a:gd name="connsiteX346" fmla="*/ 2498911 w 3024845"/>
                <a:gd name="connsiteY346" fmla="*/ 531797 h 1059043"/>
                <a:gd name="connsiteX347" fmla="*/ 2502964 w 3024845"/>
                <a:gd name="connsiteY347" fmla="*/ 536121 h 1059043"/>
                <a:gd name="connsiteX348" fmla="*/ 2525258 w 3024845"/>
                <a:gd name="connsiteY348" fmla="*/ 536121 h 1059043"/>
                <a:gd name="connsiteX349" fmla="*/ 2525258 w 3024845"/>
                <a:gd name="connsiteY349" fmla="*/ 419385 h 1059043"/>
                <a:gd name="connsiteX350" fmla="*/ 2582005 w 3024845"/>
                <a:gd name="connsiteY350" fmla="*/ 408576 h 1059043"/>
                <a:gd name="connsiteX351" fmla="*/ 2582005 w 3024845"/>
                <a:gd name="connsiteY351" fmla="*/ 409657 h 1059043"/>
                <a:gd name="connsiteX352" fmla="*/ 2582005 w 3024845"/>
                <a:gd name="connsiteY352" fmla="*/ 417223 h 1059043"/>
                <a:gd name="connsiteX353" fmla="*/ 2608352 w 3024845"/>
                <a:gd name="connsiteY353" fmla="*/ 417223 h 1059043"/>
                <a:gd name="connsiteX354" fmla="*/ 2608352 w 3024845"/>
                <a:gd name="connsiteY354" fmla="*/ 672313 h 1059043"/>
                <a:gd name="connsiteX355" fmla="*/ 2630646 w 3024845"/>
                <a:gd name="connsiteY355" fmla="*/ 672313 h 1059043"/>
                <a:gd name="connsiteX356" fmla="*/ 2630646 w 3024845"/>
                <a:gd name="connsiteY356" fmla="*/ 667989 h 1059043"/>
                <a:gd name="connsiteX357" fmla="*/ 2642806 w 3024845"/>
                <a:gd name="connsiteY357" fmla="*/ 667989 h 1059043"/>
                <a:gd name="connsiteX358" fmla="*/ 2642806 w 3024845"/>
                <a:gd name="connsiteY358" fmla="*/ 672313 h 1059043"/>
                <a:gd name="connsiteX359" fmla="*/ 2667126 w 3024845"/>
                <a:gd name="connsiteY359" fmla="*/ 672313 h 1059043"/>
                <a:gd name="connsiteX360" fmla="*/ 2667126 w 3024845"/>
                <a:gd name="connsiteY360" fmla="*/ 659342 h 1059043"/>
                <a:gd name="connsiteX361" fmla="*/ 2695500 w 3024845"/>
                <a:gd name="connsiteY361" fmla="*/ 659342 h 1059043"/>
                <a:gd name="connsiteX362" fmla="*/ 2707660 w 3024845"/>
                <a:gd name="connsiteY362" fmla="*/ 655018 h 1059043"/>
                <a:gd name="connsiteX363" fmla="*/ 2727927 w 3024845"/>
                <a:gd name="connsiteY363" fmla="*/ 659342 h 1059043"/>
                <a:gd name="connsiteX364" fmla="*/ 2727927 w 3024845"/>
                <a:gd name="connsiteY364" fmla="*/ 642048 h 1059043"/>
                <a:gd name="connsiteX365" fmla="*/ 2736034 w 3024845"/>
                <a:gd name="connsiteY365" fmla="*/ 642048 h 1059043"/>
                <a:gd name="connsiteX366" fmla="*/ 2736034 w 3024845"/>
                <a:gd name="connsiteY366" fmla="*/ 629077 h 1059043"/>
                <a:gd name="connsiteX367" fmla="*/ 2792781 w 3024845"/>
                <a:gd name="connsiteY367" fmla="*/ 629077 h 1059043"/>
                <a:gd name="connsiteX368" fmla="*/ 2792781 w 3024845"/>
                <a:gd name="connsiteY368" fmla="*/ 598812 h 1059043"/>
                <a:gd name="connsiteX369" fmla="*/ 2811021 w 3024845"/>
                <a:gd name="connsiteY369" fmla="*/ 598812 h 1059043"/>
                <a:gd name="connsiteX370" fmla="*/ 2811021 w 3024845"/>
                <a:gd name="connsiteY370" fmla="*/ 592327 h 1059043"/>
                <a:gd name="connsiteX371" fmla="*/ 2823181 w 3024845"/>
                <a:gd name="connsiteY371" fmla="*/ 592327 h 1059043"/>
                <a:gd name="connsiteX372" fmla="*/ 2823181 w 3024845"/>
                <a:gd name="connsiteY372" fmla="*/ 598812 h 1059043"/>
                <a:gd name="connsiteX373" fmla="*/ 2839395 w 3024845"/>
                <a:gd name="connsiteY373" fmla="*/ 598812 h 1059043"/>
                <a:gd name="connsiteX374" fmla="*/ 2839395 w 3024845"/>
                <a:gd name="connsiteY374" fmla="*/ 648533 h 1059043"/>
                <a:gd name="connsiteX375" fmla="*/ 2871822 w 3024845"/>
                <a:gd name="connsiteY375" fmla="*/ 648533 h 1059043"/>
                <a:gd name="connsiteX376" fmla="*/ 2871822 w 3024845"/>
                <a:gd name="connsiteY376" fmla="*/ 622592 h 1059043"/>
                <a:gd name="connsiteX377" fmla="*/ 2910329 w 3024845"/>
                <a:gd name="connsiteY377" fmla="*/ 622592 h 1059043"/>
                <a:gd name="connsiteX378" fmla="*/ 2910329 w 3024845"/>
                <a:gd name="connsiteY378" fmla="*/ 592327 h 1059043"/>
                <a:gd name="connsiteX379" fmla="*/ 2958970 w 3024845"/>
                <a:gd name="connsiteY379" fmla="*/ 592327 h 1059043"/>
                <a:gd name="connsiteX380" fmla="*/ 2958970 w 3024845"/>
                <a:gd name="connsiteY380" fmla="*/ 703483 h 1059043"/>
                <a:gd name="connsiteX381" fmla="*/ 2958970 w 3024845"/>
                <a:gd name="connsiteY381" fmla="*/ 717262 h 1059043"/>
                <a:gd name="connsiteX382" fmla="*/ 3024845 w 3024845"/>
                <a:gd name="connsiteY382" fmla="*/ 717262 h 1059043"/>
                <a:gd name="connsiteX383" fmla="*/ 3024845 w 3024845"/>
                <a:gd name="connsiteY383" fmla="*/ 1059043 h 1059043"/>
                <a:gd name="connsiteX384" fmla="*/ 2054 w 3024845"/>
                <a:gd name="connsiteY384" fmla="*/ 1056710 h 1059043"/>
                <a:gd name="connsiteX385" fmla="*/ 0 w 3024845"/>
                <a:gd name="connsiteY385" fmla="*/ 622592 h 1059043"/>
                <a:gd name="connsiteX386" fmla="*/ 20267 w 3024845"/>
                <a:gd name="connsiteY386" fmla="*/ 622592 h 1059043"/>
                <a:gd name="connsiteX387" fmla="*/ 20774 w 3024845"/>
                <a:gd name="connsiteY387" fmla="*/ 621511 h 1059043"/>
                <a:gd name="connsiteX388" fmla="*/ 24320 w 3024845"/>
                <a:gd name="connsiteY388" fmla="*/ 613945 h 1059043"/>
                <a:gd name="connsiteX389" fmla="*/ 26094 w 3024845"/>
                <a:gd name="connsiteY389" fmla="*/ 614215 h 1059043"/>
                <a:gd name="connsiteX390" fmla="*/ 38507 w 3024845"/>
                <a:gd name="connsiteY390" fmla="*/ 616106 h 1059043"/>
                <a:gd name="connsiteX391" fmla="*/ 39014 w 3024845"/>
                <a:gd name="connsiteY391" fmla="*/ 617458 h 1059043"/>
                <a:gd name="connsiteX392" fmla="*/ 42560 w 3024845"/>
                <a:gd name="connsiteY392" fmla="*/ 626915 h 1059043"/>
                <a:gd name="connsiteX393" fmla="*/ 68907 w 3024845"/>
                <a:gd name="connsiteY393" fmla="*/ 629077 h 1059043"/>
                <a:gd name="connsiteX394" fmla="*/ 68907 w 3024845"/>
                <a:gd name="connsiteY394" fmla="*/ 505856 h 1059043"/>
                <a:gd name="connsiteX395" fmla="*/ 70934 w 3024845"/>
                <a:gd name="connsiteY395" fmla="*/ 505856 h 1059043"/>
                <a:gd name="connsiteX396" fmla="*/ 85121 w 3024845"/>
                <a:gd name="connsiteY396" fmla="*/ 505856 h 1059043"/>
                <a:gd name="connsiteX397" fmla="*/ 85121 w 3024845"/>
                <a:gd name="connsiteY397" fmla="*/ 369664 h 1059043"/>
                <a:gd name="connsiteX398" fmla="*/ 86894 w 3024845"/>
                <a:gd name="connsiteY398" fmla="*/ 369664 h 1059043"/>
                <a:gd name="connsiteX399" fmla="*/ 99308 w 3024845"/>
                <a:gd name="connsiteY399" fmla="*/ 369664 h 1059043"/>
                <a:gd name="connsiteX400" fmla="*/ 99308 w 3024845"/>
                <a:gd name="connsiteY400" fmla="*/ 255090 h 1059043"/>
                <a:gd name="connsiteX401" fmla="*/ 103361 w 3024845"/>
                <a:gd name="connsiteY401" fmla="*/ 226986 h 1059043"/>
                <a:gd name="connsiteX402" fmla="*/ 105388 w 3024845"/>
                <a:gd name="connsiteY402" fmla="*/ 226986 h 1059043"/>
                <a:gd name="connsiteX403" fmla="*/ 119575 w 3024845"/>
                <a:gd name="connsiteY40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66533 w 3024845"/>
                <a:gd name="connsiteY318" fmla="*/ 131868 h 1059043"/>
                <a:gd name="connsiteX319" fmla="*/ 2180720 w 3024845"/>
                <a:gd name="connsiteY319" fmla="*/ 555577 h 1059043"/>
                <a:gd name="connsiteX320" fmla="*/ 2245574 w 3024845"/>
                <a:gd name="connsiteY320" fmla="*/ 555577 h 1059043"/>
                <a:gd name="connsiteX321" fmla="*/ 2245574 w 3024845"/>
                <a:gd name="connsiteY321" fmla="*/ 631239 h 1059043"/>
                <a:gd name="connsiteX322" fmla="*/ 2253681 w 3024845"/>
                <a:gd name="connsiteY322" fmla="*/ 631239 h 1059043"/>
                <a:gd name="connsiteX323" fmla="*/ 2255708 w 3024845"/>
                <a:gd name="connsiteY323" fmla="*/ 624754 h 1059043"/>
                <a:gd name="connsiteX324" fmla="*/ 2261788 w 3024845"/>
                <a:gd name="connsiteY324" fmla="*/ 624754 h 1059043"/>
                <a:gd name="connsiteX325" fmla="*/ 2263815 w 3024845"/>
                <a:gd name="connsiteY325" fmla="*/ 633401 h 1059043"/>
                <a:gd name="connsiteX326" fmla="*/ 2275975 w 3024845"/>
                <a:gd name="connsiteY326" fmla="*/ 633401 h 1059043"/>
                <a:gd name="connsiteX327" fmla="*/ 2275975 w 3024845"/>
                <a:gd name="connsiteY327" fmla="*/ 626915 h 1059043"/>
                <a:gd name="connsiteX328" fmla="*/ 2298268 w 3024845"/>
                <a:gd name="connsiteY328" fmla="*/ 626915 h 1059043"/>
                <a:gd name="connsiteX329" fmla="*/ 2298268 w 3024845"/>
                <a:gd name="connsiteY329" fmla="*/ 633401 h 1059043"/>
                <a:gd name="connsiteX330" fmla="*/ 2318535 w 3024845"/>
                <a:gd name="connsiteY330" fmla="*/ 633401 h 1059043"/>
                <a:gd name="connsiteX331" fmla="*/ 2318535 w 3024845"/>
                <a:gd name="connsiteY331" fmla="*/ 678798 h 1059043"/>
                <a:gd name="connsiteX332" fmla="*/ 2332722 w 3024845"/>
                <a:gd name="connsiteY332" fmla="*/ 678798 h 1059043"/>
                <a:gd name="connsiteX333" fmla="*/ 2332722 w 3024845"/>
                <a:gd name="connsiteY333" fmla="*/ 665827 h 1059043"/>
                <a:gd name="connsiteX334" fmla="*/ 2348936 w 3024845"/>
                <a:gd name="connsiteY334" fmla="*/ 665827 h 1059043"/>
                <a:gd name="connsiteX335" fmla="*/ 2348936 w 3024845"/>
                <a:gd name="connsiteY335" fmla="*/ 486400 h 1059043"/>
                <a:gd name="connsiteX336" fmla="*/ 2355016 w 3024845"/>
                <a:gd name="connsiteY336" fmla="*/ 479914 h 1059043"/>
                <a:gd name="connsiteX337" fmla="*/ 2427977 w 3024845"/>
                <a:gd name="connsiteY337" fmla="*/ 479914 h 1059043"/>
                <a:gd name="connsiteX338" fmla="*/ 2427977 w 3024845"/>
                <a:gd name="connsiteY338" fmla="*/ 488562 h 1059043"/>
                <a:gd name="connsiteX339" fmla="*/ 2438110 w 3024845"/>
                <a:gd name="connsiteY339" fmla="*/ 488562 h 1059043"/>
                <a:gd name="connsiteX340" fmla="*/ 2438110 w 3024845"/>
                <a:gd name="connsiteY340" fmla="*/ 603136 h 1059043"/>
                <a:gd name="connsiteX341" fmla="*/ 2460404 w 3024845"/>
                <a:gd name="connsiteY341" fmla="*/ 603136 h 1059043"/>
                <a:gd name="connsiteX342" fmla="*/ 2460404 w 3024845"/>
                <a:gd name="connsiteY342" fmla="*/ 536121 h 1059043"/>
                <a:gd name="connsiteX343" fmla="*/ 2486751 w 3024845"/>
                <a:gd name="connsiteY343" fmla="*/ 536121 h 1059043"/>
                <a:gd name="connsiteX344" fmla="*/ 2490804 w 3024845"/>
                <a:gd name="connsiteY344" fmla="*/ 531797 h 1059043"/>
                <a:gd name="connsiteX345" fmla="*/ 2498911 w 3024845"/>
                <a:gd name="connsiteY345" fmla="*/ 531797 h 1059043"/>
                <a:gd name="connsiteX346" fmla="*/ 2502964 w 3024845"/>
                <a:gd name="connsiteY346" fmla="*/ 536121 h 1059043"/>
                <a:gd name="connsiteX347" fmla="*/ 2525258 w 3024845"/>
                <a:gd name="connsiteY347" fmla="*/ 536121 h 1059043"/>
                <a:gd name="connsiteX348" fmla="*/ 2525258 w 3024845"/>
                <a:gd name="connsiteY348" fmla="*/ 419385 h 1059043"/>
                <a:gd name="connsiteX349" fmla="*/ 2582005 w 3024845"/>
                <a:gd name="connsiteY349" fmla="*/ 408576 h 1059043"/>
                <a:gd name="connsiteX350" fmla="*/ 2582005 w 3024845"/>
                <a:gd name="connsiteY350" fmla="*/ 409657 h 1059043"/>
                <a:gd name="connsiteX351" fmla="*/ 2582005 w 3024845"/>
                <a:gd name="connsiteY351" fmla="*/ 417223 h 1059043"/>
                <a:gd name="connsiteX352" fmla="*/ 2608352 w 3024845"/>
                <a:gd name="connsiteY352" fmla="*/ 417223 h 1059043"/>
                <a:gd name="connsiteX353" fmla="*/ 2608352 w 3024845"/>
                <a:gd name="connsiteY353" fmla="*/ 672313 h 1059043"/>
                <a:gd name="connsiteX354" fmla="*/ 2630646 w 3024845"/>
                <a:gd name="connsiteY354" fmla="*/ 672313 h 1059043"/>
                <a:gd name="connsiteX355" fmla="*/ 2630646 w 3024845"/>
                <a:gd name="connsiteY355" fmla="*/ 667989 h 1059043"/>
                <a:gd name="connsiteX356" fmla="*/ 2642806 w 3024845"/>
                <a:gd name="connsiteY356" fmla="*/ 667989 h 1059043"/>
                <a:gd name="connsiteX357" fmla="*/ 2642806 w 3024845"/>
                <a:gd name="connsiteY357" fmla="*/ 672313 h 1059043"/>
                <a:gd name="connsiteX358" fmla="*/ 2667126 w 3024845"/>
                <a:gd name="connsiteY358" fmla="*/ 672313 h 1059043"/>
                <a:gd name="connsiteX359" fmla="*/ 2667126 w 3024845"/>
                <a:gd name="connsiteY359" fmla="*/ 659342 h 1059043"/>
                <a:gd name="connsiteX360" fmla="*/ 2695500 w 3024845"/>
                <a:gd name="connsiteY360" fmla="*/ 659342 h 1059043"/>
                <a:gd name="connsiteX361" fmla="*/ 2707660 w 3024845"/>
                <a:gd name="connsiteY361" fmla="*/ 655018 h 1059043"/>
                <a:gd name="connsiteX362" fmla="*/ 2727927 w 3024845"/>
                <a:gd name="connsiteY362" fmla="*/ 659342 h 1059043"/>
                <a:gd name="connsiteX363" fmla="*/ 2727927 w 3024845"/>
                <a:gd name="connsiteY363" fmla="*/ 642048 h 1059043"/>
                <a:gd name="connsiteX364" fmla="*/ 2736034 w 3024845"/>
                <a:gd name="connsiteY364" fmla="*/ 642048 h 1059043"/>
                <a:gd name="connsiteX365" fmla="*/ 2736034 w 3024845"/>
                <a:gd name="connsiteY365" fmla="*/ 629077 h 1059043"/>
                <a:gd name="connsiteX366" fmla="*/ 2792781 w 3024845"/>
                <a:gd name="connsiteY366" fmla="*/ 629077 h 1059043"/>
                <a:gd name="connsiteX367" fmla="*/ 2792781 w 3024845"/>
                <a:gd name="connsiteY367" fmla="*/ 598812 h 1059043"/>
                <a:gd name="connsiteX368" fmla="*/ 2811021 w 3024845"/>
                <a:gd name="connsiteY368" fmla="*/ 598812 h 1059043"/>
                <a:gd name="connsiteX369" fmla="*/ 2811021 w 3024845"/>
                <a:gd name="connsiteY369" fmla="*/ 592327 h 1059043"/>
                <a:gd name="connsiteX370" fmla="*/ 2823181 w 3024845"/>
                <a:gd name="connsiteY370" fmla="*/ 592327 h 1059043"/>
                <a:gd name="connsiteX371" fmla="*/ 2823181 w 3024845"/>
                <a:gd name="connsiteY371" fmla="*/ 598812 h 1059043"/>
                <a:gd name="connsiteX372" fmla="*/ 2839395 w 3024845"/>
                <a:gd name="connsiteY372" fmla="*/ 598812 h 1059043"/>
                <a:gd name="connsiteX373" fmla="*/ 2839395 w 3024845"/>
                <a:gd name="connsiteY373" fmla="*/ 648533 h 1059043"/>
                <a:gd name="connsiteX374" fmla="*/ 2871822 w 3024845"/>
                <a:gd name="connsiteY374" fmla="*/ 648533 h 1059043"/>
                <a:gd name="connsiteX375" fmla="*/ 2871822 w 3024845"/>
                <a:gd name="connsiteY375" fmla="*/ 622592 h 1059043"/>
                <a:gd name="connsiteX376" fmla="*/ 2910329 w 3024845"/>
                <a:gd name="connsiteY376" fmla="*/ 622592 h 1059043"/>
                <a:gd name="connsiteX377" fmla="*/ 2910329 w 3024845"/>
                <a:gd name="connsiteY377" fmla="*/ 592327 h 1059043"/>
                <a:gd name="connsiteX378" fmla="*/ 2958970 w 3024845"/>
                <a:gd name="connsiteY378" fmla="*/ 592327 h 1059043"/>
                <a:gd name="connsiteX379" fmla="*/ 2958970 w 3024845"/>
                <a:gd name="connsiteY379" fmla="*/ 703483 h 1059043"/>
                <a:gd name="connsiteX380" fmla="*/ 2958970 w 3024845"/>
                <a:gd name="connsiteY380" fmla="*/ 717262 h 1059043"/>
                <a:gd name="connsiteX381" fmla="*/ 3024845 w 3024845"/>
                <a:gd name="connsiteY381" fmla="*/ 717262 h 1059043"/>
                <a:gd name="connsiteX382" fmla="*/ 3024845 w 3024845"/>
                <a:gd name="connsiteY382" fmla="*/ 1059043 h 1059043"/>
                <a:gd name="connsiteX383" fmla="*/ 2054 w 3024845"/>
                <a:gd name="connsiteY383" fmla="*/ 1056710 h 1059043"/>
                <a:gd name="connsiteX384" fmla="*/ 0 w 3024845"/>
                <a:gd name="connsiteY384" fmla="*/ 622592 h 1059043"/>
                <a:gd name="connsiteX385" fmla="*/ 20267 w 3024845"/>
                <a:gd name="connsiteY385" fmla="*/ 622592 h 1059043"/>
                <a:gd name="connsiteX386" fmla="*/ 20774 w 3024845"/>
                <a:gd name="connsiteY386" fmla="*/ 621511 h 1059043"/>
                <a:gd name="connsiteX387" fmla="*/ 24320 w 3024845"/>
                <a:gd name="connsiteY387" fmla="*/ 613945 h 1059043"/>
                <a:gd name="connsiteX388" fmla="*/ 26094 w 3024845"/>
                <a:gd name="connsiteY388" fmla="*/ 614215 h 1059043"/>
                <a:gd name="connsiteX389" fmla="*/ 38507 w 3024845"/>
                <a:gd name="connsiteY389" fmla="*/ 616106 h 1059043"/>
                <a:gd name="connsiteX390" fmla="*/ 39014 w 3024845"/>
                <a:gd name="connsiteY390" fmla="*/ 617458 h 1059043"/>
                <a:gd name="connsiteX391" fmla="*/ 42560 w 3024845"/>
                <a:gd name="connsiteY391" fmla="*/ 626915 h 1059043"/>
                <a:gd name="connsiteX392" fmla="*/ 68907 w 3024845"/>
                <a:gd name="connsiteY392" fmla="*/ 629077 h 1059043"/>
                <a:gd name="connsiteX393" fmla="*/ 68907 w 3024845"/>
                <a:gd name="connsiteY393" fmla="*/ 505856 h 1059043"/>
                <a:gd name="connsiteX394" fmla="*/ 70934 w 3024845"/>
                <a:gd name="connsiteY394" fmla="*/ 505856 h 1059043"/>
                <a:gd name="connsiteX395" fmla="*/ 85121 w 3024845"/>
                <a:gd name="connsiteY395" fmla="*/ 505856 h 1059043"/>
                <a:gd name="connsiteX396" fmla="*/ 85121 w 3024845"/>
                <a:gd name="connsiteY396" fmla="*/ 369664 h 1059043"/>
                <a:gd name="connsiteX397" fmla="*/ 86894 w 3024845"/>
                <a:gd name="connsiteY397" fmla="*/ 369664 h 1059043"/>
                <a:gd name="connsiteX398" fmla="*/ 99308 w 3024845"/>
                <a:gd name="connsiteY398" fmla="*/ 369664 h 1059043"/>
                <a:gd name="connsiteX399" fmla="*/ 99308 w 3024845"/>
                <a:gd name="connsiteY399" fmla="*/ 255090 h 1059043"/>
                <a:gd name="connsiteX400" fmla="*/ 103361 w 3024845"/>
                <a:gd name="connsiteY400" fmla="*/ 226986 h 1059043"/>
                <a:gd name="connsiteX401" fmla="*/ 105388 w 3024845"/>
                <a:gd name="connsiteY401" fmla="*/ 226986 h 1059043"/>
                <a:gd name="connsiteX402" fmla="*/ 119575 w 3024845"/>
                <a:gd name="connsiteY40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80720 w 3024845"/>
                <a:gd name="connsiteY318" fmla="*/ 555577 h 1059043"/>
                <a:gd name="connsiteX319" fmla="*/ 2245574 w 3024845"/>
                <a:gd name="connsiteY319" fmla="*/ 555577 h 1059043"/>
                <a:gd name="connsiteX320" fmla="*/ 2245574 w 3024845"/>
                <a:gd name="connsiteY320" fmla="*/ 631239 h 1059043"/>
                <a:gd name="connsiteX321" fmla="*/ 2253681 w 3024845"/>
                <a:gd name="connsiteY321" fmla="*/ 631239 h 1059043"/>
                <a:gd name="connsiteX322" fmla="*/ 2255708 w 3024845"/>
                <a:gd name="connsiteY322" fmla="*/ 624754 h 1059043"/>
                <a:gd name="connsiteX323" fmla="*/ 2261788 w 3024845"/>
                <a:gd name="connsiteY323" fmla="*/ 624754 h 1059043"/>
                <a:gd name="connsiteX324" fmla="*/ 2263815 w 3024845"/>
                <a:gd name="connsiteY324" fmla="*/ 633401 h 1059043"/>
                <a:gd name="connsiteX325" fmla="*/ 2275975 w 3024845"/>
                <a:gd name="connsiteY325" fmla="*/ 633401 h 1059043"/>
                <a:gd name="connsiteX326" fmla="*/ 2275975 w 3024845"/>
                <a:gd name="connsiteY326" fmla="*/ 626915 h 1059043"/>
                <a:gd name="connsiteX327" fmla="*/ 2298268 w 3024845"/>
                <a:gd name="connsiteY327" fmla="*/ 626915 h 1059043"/>
                <a:gd name="connsiteX328" fmla="*/ 2298268 w 3024845"/>
                <a:gd name="connsiteY328" fmla="*/ 633401 h 1059043"/>
                <a:gd name="connsiteX329" fmla="*/ 2318535 w 3024845"/>
                <a:gd name="connsiteY329" fmla="*/ 633401 h 1059043"/>
                <a:gd name="connsiteX330" fmla="*/ 2318535 w 3024845"/>
                <a:gd name="connsiteY330" fmla="*/ 678798 h 1059043"/>
                <a:gd name="connsiteX331" fmla="*/ 2332722 w 3024845"/>
                <a:gd name="connsiteY331" fmla="*/ 678798 h 1059043"/>
                <a:gd name="connsiteX332" fmla="*/ 2332722 w 3024845"/>
                <a:gd name="connsiteY332" fmla="*/ 665827 h 1059043"/>
                <a:gd name="connsiteX333" fmla="*/ 2348936 w 3024845"/>
                <a:gd name="connsiteY333" fmla="*/ 665827 h 1059043"/>
                <a:gd name="connsiteX334" fmla="*/ 2348936 w 3024845"/>
                <a:gd name="connsiteY334" fmla="*/ 486400 h 1059043"/>
                <a:gd name="connsiteX335" fmla="*/ 2355016 w 3024845"/>
                <a:gd name="connsiteY335" fmla="*/ 479914 h 1059043"/>
                <a:gd name="connsiteX336" fmla="*/ 2427977 w 3024845"/>
                <a:gd name="connsiteY336" fmla="*/ 479914 h 1059043"/>
                <a:gd name="connsiteX337" fmla="*/ 2427977 w 3024845"/>
                <a:gd name="connsiteY337" fmla="*/ 488562 h 1059043"/>
                <a:gd name="connsiteX338" fmla="*/ 2438110 w 3024845"/>
                <a:gd name="connsiteY338" fmla="*/ 488562 h 1059043"/>
                <a:gd name="connsiteX339" fmla="*/ 2438110 w 3024845"/>
                <a:gd name="connsiteY339" fmla="*/ 603136 h 1059043"/>
                <a:gd name="connsiteX340" fmla="*/ 2460404 w 3024845"/>
                <a:gd name="connsiteY340" fmla="*/ 603136 h 1059043"/>
                <a:gd name="connsiteX341" fmla="*/ 2460404 w 3024845"/>
                <a:gd name="connsiteY341" fmla="*/ 536121 h 1059043"/>
                <a:gd name="connsiteX342" fmla="*/ 2486751 w 3024845"/>
                <a:gd name="connsiteY342" fmla="*/ 536121 h 1059043"/>
                <a:gd name="connsiteX343" fmla="*/ 2490804 w 3024845"/>
                <a:gd name="connsiteY343" fmla="*/ 531797 h 1059043"/>
                <a:gd name="connsiteX344" fmla="*/ 2498911 w 3024845"/>
                <a:gd name="connsiteY344" fmla="*/ 531797 h 1059043"/>
                <a:gd name="connsiteX345" fmla="*/ 2502964 w 3024845"/>
                <a:gd name="connsiteY345" fmla="*/ 536121 h 1059043"/>
                <a:gd name="connsiteX346" fmla="*/ 2525258 w 3024845"/>
                <a:gd name="connsiteY346" fmla="*/ 536121 h 1059043"/>
                <a:gd name="connsiteX347" fmla="*/ 2525258 w 3024845"/>
                <a:gd name="connsiteY347" fmla="*/ 419385 h 1059043"/>
                <a:gd name="connsiteX348" fmla="*/ 2582005 w 3024845"/>
                <a:gd name="connsiteY348" fmla="*/ 408576 h 1059043"/>
                <a:gd name="connsiteX349" fmla="*/ 2582005 w 3024845"/>
                <a:gd name="connsiteY349" fmla="*/ 409657 h 1059043"/>
                <a:gd name="connsiteX350" fmla="*/ 2582005 w 3024845"/>
                <a:gd name="connsiteY350" fmla="*/ 417223 h 1059043"/>
                <a:gd name="connsiteX351" fmla="*/ 2608352 w 3024845"/>
                <a:gd name="connsiteY351" fmla="*/ 417223 h 1059043"/>
                <a:gd name="connsiteX352" fmla="*/ 2608352 w 3024845"/>
                <a:gd name="connsiteY352" fmla="*/ 672313 h 1059043"/>
                <a:gd name="connsiteX353" fmla="*/ 2630646 w 3024845"/>
                <a:gd name="connsiteY353" fmla="*/ 672313 h 1059043"/>
                <a:gd name="connsiteX354" fmla="*/ 2630646 w 3024845"/>
                <a:gd name="connsiteY354" fmla="*/ 667989 h 1059043"/>
                <a:gd name="connsiteX355" fmla="*/ 2642806 w 3024845"/>
                <a:gd name="connsiteY355" fmla="*/ 667989 h 1059043"/>
                <a:gd name="connsiteX356" fmla="*/ 2642806 w 3024845"/>
                <a:gd name="connsiteY356" fmla="*/ 672313 h 1059043"/>
                <a:gd name="connsiteX357" fmla="*/ 2667126 w 3024845"/>
                <a:gd name="connsiteY357" fmla="*/ 672313 h 1059043"/>
                <a:gd name="connsiteX358" fmla="*/ 2667126 w 3024845"/>
                <a:gd name="connsiteY358" fmla="*/ 659342 h 1059043"/>
                <a:gd name="connsiteX359" fmla="*/ 2695500 w 3024845"/>
                <a:gd name="connsiteY359" fmla="*/ 659342 h 1059043"/>
                <a:gd name="connsiteX360" fmla="*/ 2707660 w 3024845"/>
                <a:gd name="connsiteY360" fmla="*/ 655018 h 1059043"/>
                <a:gd name="connsiteX361" fmla="*/ 2727927 w 3024845"/>
                <a:gd name="connsiteY361" fmla="*/ 659342 h 1059043"/>
                <a:gd name="connsiteX362" fmla="*/ 2727927 w 3024845"/>
                <a:gd name="connsiteY362" fmla="*/ 642048 h 1059043"/>
                <a:gd name="connsiteX363" fmla="*/ 2736034 w 3024845"/>
                <a:gd name="connsiteY363" fmla="*/ 642048 h 1059043"/>
                <a:gd name="connsiteX364" fmla="*/ 2736034 w 3024845"/>
                <a:gd name="connsiteY364" fmla="*/ 629077 h 1059043"/>
                <a:gd name="connsiteX365" fmla="*/ 2792781 w 3024845"/>
                <a:gd name="connsiteY365" fmla="*/ 629077 h 1059043"/>
                <a:gd name="connsiteX366" fmla="*/ 2792781 w 3024845"/>
                <a:gd name="connsiteY366" fmla="*/ 598812 h 1059043"/>
                <a:gd name="connsiteX367" fmla="*/ 2811021 w 3024845"/>
                <a:gd name="connsiteY367" fmla="*/ 598812 h 1059043"/>
                <a:gd name="connsiteX368" fmla="*/ 2811021 w 3024845"/>
                <a:gd name="connsiteY368" fmla="*/ 592327 h 1059043"/>
                <a:gd name="connsiteX369" fmla="*/ 2823181 w 3024845"/>
                <a:gd name="connsiteY369" fmla="*/ 592327 h 1059043"/>
                <a:gd name="connsiteX370" fmla="*/ 2823181 w 3024845"/>
                <a:gd name="connsiteY370" fmla="*/ 598812 h 1059043"/>
                <a:gd name="connsiteX371" fmla="*/ 2839395 w 3024845"/>
                <a:gd name="connsiteY371" fmla="*/ 598812 h 1059043"/>
                <a:gd name="connsiteX372" fmla="*/ 2839395 w 3024845"/>
                <a:gd name="connsiteY372" fmla="*/ 648533 h 1059043"/>
                <a:gd name="connsiteX373" fmla="*/ 2871822 w 3024845"/>
                <a:gd name="connsiteY373" fmla="*/ 648533 h 1059043"/>
                <a:gd name="connsiteX374" fmla="*/ 2871822 w 3024845"/>
                <a:gd name="connsiteY374" fmla="*/ 622592 h 1059043"/>
                <a:gd name="connsiteX375" fmla="*/ 2910329 w 3024845"/>
                <a:gd name="connsiteY375" fmla="*/ 622592 h 1059043"/>
                <a:gd name="connsiteX376" fmla="*/ 2910329 w 3024845"/>
                <a:gd name="connsiteY376" fmla="*/ 592327 h 1059043"/>
                <a:gd name="connsiteX377" fmla="*/ 2958970 w 3024845"/>
                <a:gd name="connsiteY377" fmla="*/ 592327 h 1059043"/>
                <a:gd name="connsiteX378" fmla="*/ 2958970 w 3024845"/>
                <a:gd name="connsiteY378" fmla="*/ 703483 h 1059043"/>
                <a:gd name="connsiteX379" fmla="*/ 2958970 w 3024845"/>
                <a:gd name="connsiteY379" fmla="*/ 717262 h 1059043"/>
                <a:gd name="connsiteX380" fmla="*/ 3024845 w 3024845"/>
                <a:gd name="connsiteY380" fmla="*/ 717262 h 1059043"/>
                <a:gd name="connsiteX381" fmla="*/ 3024845 w 3024845"/>
                <a:gd name="connsiteY381" fmla="*/ 1059043 h 1059043"/>
                <a:gd name="connsiteX382" fmla="*/ 2054 w 3024845"/>
                <a:gd name="connsiteY382" fmla="*/ 1056710 h 1059043"/>
                <a:gd name="connsiteX383" fmla="*/ 0 w 3024845"/>
                <a:gd name="connsiteY383" fmla="*/ 622592 h 1059043"/>
                <a:gd name="connsiteX384" fmla="*/ 20267 w 3024845"/>
                <a:gd name="connsiteY384" fmla="*/ 622592 h 1059043"/>
                <a:gd name="connsiteX385" fmla="*/ 20774 w 3024845"/>
                <a:gd name="connsiteY385" fmla="*/ 621511 h 1059043"/>
                <a:gd name="connsiteX386" fmla="*/ 24320 w 3024845"/>
                <a:gd name="connsiteY386" fmla="*/ 613945 h 1059043"/>
                <a:gd name="connsiteX387" fmla="*/ 26094 w 3024845"/>
                <a:gd name="connsiteY387" fmla="*/ 614215 h 1059043"/>
                <a:gd name="connsiteX388" fmla="*/ 38507 w 3024845"/>
                <a:gd name="connsiteY388" fmla="*/ 616106 h 1059043"/>
                <a:gd name="connsiteX389" fmla="*/ 39014 w 3024845"/>
                <a:gd name="connsiteY389" fmla="*/ 617458 h 1059043"/>
                <a:gd name="connsiteX390" fmla="*/ 42560 w 3024845"/>
                <a:gd name="connsiteY390" fmla="*/ 626915 h 1059043"/>
                <a:gd name="connsiteX391" fmla="*/ 68907 w 3024845"/>
                <a:gd name="connsiteY391" fmla="*/ 629077 h 1059043"/>
                <a:gd name="connsiteX392" fmla="*/ 68907 w 3024845"/>
                <a:gd name="connsiteY392" fmla="*/ 505856 h 1059043"/>
                <a:gd name="connsiteX393" fmla="*/ 70934 w 3024845"/>
                <a:gd name="connsiteY393" fmla="*/ 505856 h 1059043"/>
                <a:gd name="connsiteX394" fmla="*/ 85121 w 3024845"/>
                <a:gd name="connsiteY394" fmla="*/ 505856 h 1059043"/>
                <a:gd name="connsiteX395" fmla="*/ 85121 w 3024845"/>
                <a:gd name="connsiteY395" fmla="*/ 369664 h 1059043"/>
                <a:gd name="connsiteX396" fmla="*/ 86894 w 3024845"/>
                <a:gd name="connsiteY396" fmla="*/ 369664 h 1059043"/>
                <a:gd name="connsiteX397" fmla="*/ 99308 w 3024845"/>
                <a:gd name="connsiteY397" fmla="*/ 369664 h 1059043"/>
                <a:gd name="connsiteX398" fmla="*/ 99308 w 3024845"/>
                <a:gd name="connsiteY398" fmla="*/ 255090 h 1059043"/>
                <a:gd name="connsiteX399" fmla="*/ 103361 w 3024845"/>
                <a:gd name="connsiteY399" fmla="*/ 226986 h 1059043"/>
                <a:gd name="connsiteX400" fmla="*/ 105388 w 3024845"/>
                <a:gd name="connsiteY400" fmla="*/ 226986 h 1059043"/>
                <a:gd name="connsiteX401" fmla="*/ 119575 w 3024845"/>
                <a:gd name="connsiteY40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8560 w 3024845"/>
                <a:gd name="connsiteY316" fmla="*/ 125383 h 1059043"/>
                <a:gd name="connsiteX317" fmla="*/ 2180720 w 3024845"/>
                <a:gd name="connsiteY317" fmla="*/ 555577 h 1059043"/>
                <a:gd name="connsiteX318" fmla="*/ 2245574 w 3024845"/>
                <a:gd name="connsiteY318" fmla="*/ 555577 h 1059043"/>
                <a:gd name="connsiteX319" fmla="*/ 2245574 w 3024845"/>
                <a:gd name="connsiteY319" fmla="*/ 631239 h 1059043"/>
                <a:gd name="connsiteX320" fmla="*/ 2253681 w 3024845"/>
                <a:gd name="connsiteY320" fmla="*/ 631239 h 1059043"/>
                <a:gd name="connsiteX321" fmla="*/ 2255708 w 3024845"/>
                <a:gd name="connsiteY321" fmla="*/ 624754 h 1059043"/>
                <a:gd name="connsiteX322" fmla="*/ 2261788 w 3024845"/>
                <a:gd name="connsiteY322" fmla="*/ 624754 h 1059043"/>
                <a:gd name="connsiteX323" fmla="*/ 2263815 w 3024845"/>
                <a:gd name="connsiteY323" fmla="*/ 633401 h 1059043"/>
                <a:gd name="connsiteX324" fmla="*/ 2275975 w 3024845"/>
                <a:gd name="connsiteY324" fmla="*/ 633401 h 1059043"/>
                <a:gd name="connsiteX325" fmla="*/ 2275975 w 3024845"/>
                <a:gd name="connsiteY325" fmla="*/ 626915 h 1059043"/>
                <a:gd name="connsiteX326" fmla="*/ 2298268 w 3024845"/>
                <a:gd name="connsiteY326" fmla="*/ 626915 h 1059043"/>
                <a:gd name="connsiteX327" fmla="*/ 2298268 w 3024845"/>
                <a:gd name="connsiteY327" fmla="*/ 633401 h 1059043"/>
                <a:gd name="connsiteX328" fmla="*/ 2318535 w 3024845"/>
                <a:gd name="connsiteY328" fmla="*/ 633401 h 1059043"/>
                <a:gd name="connsiteX329" fmla="*/ 2318535 w 3024845"/>
                <a:gd name="connsiteY329" fmla="*/ 678798 h 1059043"/>
                <a:gd name="connsiteX330" fmla="*/ 2332722 w 3024845"/>
                <a:gd name="connsiteY330" fmla="*/ 678798 h 1059043"/>
                <a:gd name="connsiteX331" fmla="*/ 2332722 w 3024845"/>
                <a:gd name="connsiteY331" fmla="*/ 665827 h 1059043"/>
                <a:gd name="connsiteX332" fmla="*/ 2348936 w 3024845"/>
                <a:gd name="connsiteY332" fmla="*/ 665827 h 1059043"/>
                <a:gd name="connsiteX333" fmla="*/ 2348936 w 3024845"/>
                <a:gd name="connsiteY333" fmla="*/ 486400 h 1059043"/>
                <a:gd name="connsiteX334" fmla="*/ 2355016 w 3024845"/>
                <a:gd name="connsiteY334" fmla="*/ 479914 h 1059043"/>
                <a:gd name="connsiteX335" fmla="*/ 2427977 w 3024845"/>
                <a:gd name="connsiteY335" fmla="*/ 479914 h 1059043"/>
                <a:gd name="connsiteX336" fmla="*/ 2427977 w 3024845"/>
                <a:gd name="connsiteY336" fmla="*/ 488562 h 1059043"/>
                <a:gd name="connsiteX337" fmla="*/ 2438110 w 3024845"/>
                <a:gd name="connsiteY337" fmla="*/ 488562 h 1059043"/>
                <a:gd name="connsiteX338" fmla="*/ 2438110 w 3024845"/>
                <a:gd name="connsiteY338" fmla="*/ 603136 h 1059043"/>
                <a:gd name="connsiteX339" fmla="*/ 2460404 w 3024845"/>
                <a:gd name="connsiteY339" fmla="*/ 603136 h 1059043"/>
                <a:gd name="connsiteX340" fmla="*/ 2460404 w 3024845"/>
                <a:gd name="connsiteY340" fmla="*/ 536121 h 1059043"/>
                <a:gd name="connsiteX341" fmla="*/ 2486751 w 3024845"/>
                <a:gd name="connsiteY341" fmla="*/ 536121 h 1059043"/>
                <a:gd name="connsiteX342" fmla="*/ 2490804 w 3024845"/>
                <a:gd name="connsiteY342" fmla="*/ 531797 h 1059043"/>
                <a:gd name="connsiteX343" fmla="*/ 2498911 w 3024845"/>
                <a:gd name="connsiteY343" fmla="*/ 531797 h 1059043"/>
                <a:gd name="connsiteX344" fmla="*/ 2502964 w 3024845"/>
                <a:gd name="connsiteY344" fmla="*/ 536121 h 1059043"/>
                <a:gd name="connsiteX345" fmla="*/ 2525258 w 3024845"/>
                <a:gd name="connsiteY345" fmla="*/ 536121 h 1059043"/>
                <a:gd name="connsiteX346" fmla="*/ 2525258 w 3024845"/>
                <a:gd name="connsiteY346" fmla="*/ 419385 h 1059043"/>
                <a:gd name="connsiteX347" fmla="*/ 2582005 w 3024845"/>
                <a:gd name="connsiteY347" fmla="*/ 408576 h 1059043"/>
                <a:gd name="connsiteX348" fmla="*/ 2582005 w 3024845"/>
                <a:gd name="connsiteY348" fmla="*/ 409657 h 1059043"/>
                <a:gd name="connsiteX349" fmla="*/ 2582005 w 3024845"/>
                <a:gd name="connsiteY349" fmla="*/ 417223 h 1059043"/>
                <a:gd name="connsiteX350" fmla="*/ 2608352 w 3024845"/>
                <a:gd name="connsiteY350" fmla="*/ 417223 h 1059043"/>
                <a:gd name="connsiteX351" fmla="*/ 2608352 w 3024845"/>
                <a:gd name="connsiteY351" fmla="*/ 672313 h 1059043"/>
                <a:gd name="connsiteX352" fmla="*/ 2630646 w 3024845"/>
                <a:gd name="connsiteY352" fmla="*/ 672313 h 1059043"/>
                <a:gd name="connsiteX353" fmla="*/ 2630646 w 3024845"/>
                <a:gd name="connsiteY353" fmla="*/ 667989 h 1059043"/>
                <a:gd name="connsiteX354" fmla="*/ 2642806 w 3024845"/>
                <a:gd name="connsiteY354" fmla="*/ 667989 h 1059043"/>
                <a:gd name="connsiteX355" fmla="*/ 2642806 w 3024845"/>
                <a:gd name="connsiteY355" fmla="*/ 672313 h 1059043"/>
                <a:gd name="connsiteX356" fmla="*/ 2667126 w 3024845"/>
                <a:gd name="connsiteY356" fmla="*/ 672313 h 1059043"/>
                <a:gd name="connsiteX357" fmla="*/ 2667126 w 3024845"/>
                <a:gd name="connsiteY357" fmla="*/ 659342 h 1059043"/>
                <a:gd name="connsiteX358" fmla="*/ 2695500 w 3024845"/>
                <a:gd name="connsiteY358" fmla="*/ 659342 h 1059043"/>
                <a:gd name="connsiteX359" fmla="*/ 2707660 w 3024845"/>
                <a:gd name="connsiteY359" fmla="*/ 655018 h 1059043"/>
                <a:gd name="connsiteX360" fmla="*/ 2727927 w 3024845"/>
                <a:gd name="connsiteY360" fmla="*/ 659342 h 1059043"/>
                <a:gd name="connsiteX361" fmla="*/ 2727927 w 3024845"/>
                <a:gd name="connsiteY361" fmla="*/ 642048 h 1059043"/>
                <a:gd name="connsiteX362" fmla="*/ 2736034 w 3024845"/>
                <a:gd name="connsiteY362" fmla="*/ 642048 h 1059043"/>
                <a:gd name="connsiteX363" fmla="*/ 2736034 w 3024845"/>
                <a:gd name="connsiteY363" fmla="*/ 629077 h 1059043"/>
                <a:gd name="connsiteX364" fmla="*/ 2792781 w 3024845"/>
                <a:gd name="connsiteY364" fmla="*/ 629077 h 1059043"/>
                <a:gd name="connsiteX365" fmla="*/ 2792781 w 3024845"/>
                <a:gd name="connsiteY365" fmla="*/ 598812 h 1059043"/>
                <a:gd name="connsiteX366" fmla="*/ 2811021 w 3024845"/>
                <a:gd name="connsiteY366" fmla="*/ 598812 h 1059043"/>
                <a:gd name="connsiteX367" fmla="*/ 2811021 w 3024845"/>
                <a:gd name="connsiteY367" fmla="*/ 592327 h 1059043"/>
                <a:gd name="connsiteX368" fmla="*/ 2823181 w 3024845"/>
                <a:gd name="connsiteY368" fmla="*/ 592327 h 1059043"/>
                <a:gd name="connsiteX369" fmla="*/ 2823181 w 3024845"/>
                <a:gd name="connsiteY369" fmla="*/ 598812 h 1059043"/>
                <a:gd name="connsiteX370" fmla="*/ 2839395 w 3024845"/>
                <a:gd name="connsiteY370" fmla="*/ 598812 h 1059043"/>
                <a:gd name="connsiteX371" fmla="*/ 2839395 w 3024845"/>
                <a:gd name="connsiteY371" fmla="*/ 648533 h 1059043"/>
                <a:gd name="connsiteX372" fmla="*/ 2871822 w 3024845"/>
                <a:gd name="connsiteY372" fmla="*/ 648533 h 1059043"/>
                <a:gd name="connsiteX373" fmla="*/ 2871822 w 3024845"/>
                <a:gd name="connsiteY373" fmla="*/ 622592 h 1059043"/>
                <a:gd name="connsiteX374" fmla="*/ 2910329 w 3024845"/>
                <a:gd name="connsiteY374" fmla="*/ 622592 h 1059043"/>
                <a:gd name="connsiteX375" fmla="*/ 2910329 w 3024845"/>
                <a:gd name="connsiteY375" fmla="*/ 592327 h 1059043"/>
                <a:gd name="connsiteX376" fmla="*/ 2958970 w 3024845"/>
                <a:gd name="connsiteY376" fmla="*/ 592327 h 1059043"/>
                <a:gd name="connsiteX377" fmla="*/ 2958970 w 3024845"/>
                <a:gd name="connsiteY377" fmla="*/ 703483 h 1059043"/>
                <a:gd name="connsiteX378" fmla="*/ 2958970 w 3024845"/>
                <a:gd name="connsiteY378" fmla="*/ 717262 h 1059043"/>
                <a:gd name="connsiteX379" fmla="*/ 3024845 w 3024845"/>
                <a:gd name="connsiteY379" fmla="*/ 717262 h 1059043"/>
                <a:gd name="connsiteX380" fmla="*/ 3024845 w 3024845"/>
                <a:gd name="connsiteY380" fmla="*/ 1059043 h 1059043"/>
                <a:gd name="connsiteX381" fmla="*/ 2054 w 3024845"/>
                <a:gd name="connsiteY381" fmla="*/ 1056710 h 1059043"/>
                <a:gd name="connsiteX382" fmla="*/ 0 w 3024845"/>
                <a:gd name="connsiteY382" fmla="*/ 622592 h 1059043"/>
                <a:gd name="connsiteX383" fmla="*/ 20267 w 3024845"/>
                <a:gd name="connsiteY383" fmla="*/ 622592 h 1059043"/>
                <a:gd name="connsiteX384" fmla="*/ 20774 w 3024845"/>
                <a:gd name="connsiteY384" fmla="*/ 621511 h 1059043"/>
                <a:gd name="connsiteX385" fmla="*/ 24320 w 3024845"/>
                <a:gd name="connsiteY385" fmla="*/ 613945 h 1059043"/>
                <a:gd name="connsiteX386" fmla="*/ 26094 w 3024845"/>
                <a:gd name="connsiteY386" fmla="*/ 614215 h 1059043"/>
                <a:gd name="connsiteX387" fmla="*/ 38507 w 3024845"/>
                <a:gd name="connsiteY387" fmla="*/ 616106 h 1059043"/>
                <a:gd name="connsiteX388" fmla="*/ 39014 w 3024845"/>
                <a:gd name="connsiteY388" fmla="*/ 617458 h 1059043"/>
                <a:gd name="connsiteX389" fmla="*/ 42560 w 3024845"/>
                <a:gd name="connsiteY389" fmla="*/ 626915 h 1059043"/>
                <a:gd name="connsiteX390" fmla="*/ 68907 w 3024845"/>
                <a:gd name="connsiteY390" fmla="*/ 629077 h 1059043"/>
                <a:gd name="connsiteX391" fmla="*/ 68907 w 3024845"/>
                <a:gd name="connsiteY391" fmla="*/ 505856 h 1059043"/>
                <a:gd name="connsiteX392" fmla="*/ 70934 w 3024845"/>
                <a:gd name="connsiteY392" fmla="*/ 505856 h 1059043"/>
                <a:gd name="connsiteX393" fmla="*/ 85121 w 3024845"/>
                <a:gd name="connsiteY393" fmla="*/ 505856 h 1059043"/>
                <a:gd name="connsiteX394" fmla="*/ 85121 w 3024845"/>
                <a:gd name="connsiteY394" fmla="*/ 369664 h 1059043"/>
                <a:gd name="connsiteX395" fmla="*/ 86894 w 3024845"/>
                <a:gd name="connsiteY395" fmla="*/ 369664 h 1059043"/>
                <a:gd name="connsiteX396" fmla="*/ 99308 w 3024845"/>
                <a:gd name="connsiteY396" fmla="*/ 369664 h 1059043"/>
                <a:gd name="connsiteX397" fmla="*/ 99308 w 3024845"/>
                <a:gd name="connsiteY397" fmla="*/ 255090 h 1059043"/>
                <a:gd name="connsiteX398" fmla="*/ 103361 w 3024845"/>
                <a:gd name="connsiteY398" fmla="*/ 226986 h 1059043"/>
                <a:gd name="connsiteX399" fmla="*/ 105388 w 3024845"/>
                <a:gd name="connsiteY399" fmla="*/ 226986 h 1059043"/>
                <a:gd name="connsiteX400" fmla="*/ 119575 w 3024845"/>
                <a:gd name="connsiteY40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80720 w 3024845"/>
                <a:gd name="connsiteY316" fmla="*/ 555577 h 1059043"/>
                <a:gd name="connsiteX317" fmla="*/ 2245574 w 3024845"/>
                <a:gd name="connsiteY317" fmla="*/ 555577 h 1059043"/>
                <a:gd name="connsiteX318" fmla="*/ 2245574 w 3024845"/>
                <a:gd name="connsiteY318" fmla="*/ 631239 h 1059043"/>
                <a:gd name="connsiteX319" fmla="*/ 2253681 w 3024845"/>
                <a:gd name="connsiteY319" fmla="*/ 631239 h 1059043"/>
                <a:gd name="connsiteX320" fmla="*/ 2255708 w 3024845"/>
                <a:gd name="connsiteY320" fmla="*/ 624754 h 1059043"/>
                <a:gd name="connsiteX321" fmla="*/ 2261788 w 3024845"/>
                <a:gd name="connsiteY321" fmla="*/ 624754 h 1059043"/>
                <a:gd name="connsiteX322" fmla="*/ 2263815 w 3024845"/>
                <a:gd name="connsiteY322" fmla="*/ 633401 h 1059043"/>
                <a:gd name="connsiteX323" fmla="*/ 2275975 w 3024845"/>
                <a:gd name="connsiteY323" fmla="*/ 633401 h 1059043"/>
                <a:gd name="connsiteX324" fmla="*/ 2275975 w 3024845"/>
                <a:gd name="connsiteY324" fmla="*/ 626915 h 1059043"/>
                <a:gd name="connsiteX325" fmla="*/ 2298268 w 3024845"/>
                <a:gd name="connsiteY325" fmla="*/ 626915 h 1059043"/>
                <a:gd name="connsiteX326" fmla="*/ 2298268 w 3024845"/>
                <a:gd name="connsiteY326" fmla="*/ 633401 h 1059043"/>
                <a:gd name="connsiteX327" fmla="*/ 2318535 w 3024845"/>
                <a:gd name="connsiteY327" fmla="*/ 633401 h 1059043"/>
                <a:gd name="connsiteX328" fmla="*/ 2318535 w 3024845"/>
                <a:gd name="connsiteY328" fmla="*/ 678798 h 1059043"/>
                <a:gd name="connsiteX329" fmla="*/ 2332722 w 3024845"/>
                <a:gd name="connsiteY329" fmla="*/ 678798 h 1059043"/>
                <a:gd name="connsiteX330" fmla="*/ 2332722 w 3024845"/>
                <a:gd name="connsiteY330" fmla="*/ 665827 h 1059043"/>
                <a:gd name="connsiteX331" fmla="*/ 2348936 w 3024845"/>
                <a:gd name="connsiteY331" fmla="*/ 665827 h 1059043"/>
                <a:gd name="connsiteX332" fmla="*/ 2348936 w 3024845"/>
                <a:gd name="connsiteY332" fmla="*/ 486400 h 1059043"/>
                <a:gd name="connsiteX333" fmla="*/ 2355016 w 3024845"/>
                <a:gd name="connsiteY333" fmla="*/ 479914 h 1059043"/>
                <a:gd name="connsiteX334" fmla="*/ 2427977 w 3024845"/>
                <a:gd name="connsiteY334" fmla="*/ 479914 h 1059043"/>
                <a:gd name="connsiteX335" fmla="*/ 2427977 w 3024845"/>
                <a:gd name="connsiteY335" fmla="*/ 488562 h 1059043"/>
                <a:gd name="connsiteX336" fmla="*/ 2438110 w 3024845"/>
                <a:gd name="connsiteY336" fmla="*/ 488562 h 1059043"/>
                <a:gd name="connsiteX337" fmla="*/ 2438110 w 3024845"/>
                <a:gd name="connsiteY337" fmla="*/ 603136 h 1059043"/>
                <a:gd name="connsiteX338" fmla="*/ 2460404 w 3024845"/>
                <a:gd name="connsiteY338" fmla="*/ 603136 h 1059043"/>
                <a:gd name="connsiteX339" fmla="*/ 2460404 w 3024845"/>
                <a:gd name="connsiteY339" fmla="*/ 536121 h 1059043"/>
                <a:gd name="connsiteX340" fmla="*/ 2486751 w 3024845"/>
                <a:gd name="connsiteY340" fmla="*/ 536121 h 1059043"/>
                <a:gd name="connsiteX341" fmla="*/ 2490804 w 3024845"/>
                <a:gd name="connsiteY341" fmla="*/ 531797 h 1059043"/>
                <a:gd name="connsiteX342" fmla="*/ 2498911 w 3024845"/>
                <a:gd name="connsiteY342" fmla="*/ 531797 h 1059043"/>
                <a:gd name="connsiteX343" fmla="*/ 2502964 w 3024845"/>
                <a:gd name="connsiteY343" fmla="*/ 536121 h 1059043"/>
                <a:gd name="connsiteX344" fmla="*/ 2525258 w 3024845"/>
                <a:gd name="connsiteY344" fmla="*/ 536121 h 1059043"/>
                <a:gd name="connsiteX345" fmla="*/ 2525258 w 3024845"/>
                <a:gd name="connsiteY345" fmla="*/ 419385 h 1059043"/>
                <a:gd name="connsiteX346" fmla="*/ 2582005 w 3024845"/>
                <a:gd name="connsiteY346" fmla="*/ 408576 h 1059043"/>
                <a:gd name="connsiteX347" fmla="*/ 2582005 w 3024845"/>
                <a:gd name="connsiteY347" fmla="*/ 409657 h 1059043"/>
                <a:gd name="connsiteX348" fmla="*/ 2582005 w 3024845"/>
                <a:gd name="connsiteY348" fmla="*/ 417223 h 1059043"/>
                <a:gd name="connsiteX349" fmla="*/ 2608352 w 3024845"/>
                <a:gd name="connsiteY349" fmla="*/ 417223 h 1059043"/>
                <a:gd name="connsiteX350" fmla="*/ 2608352 w 3024845"/>
                <a:gd name="connsiteY350" fmla="*/ 672313 h 1059043"/>
                <a:gd name="connsiteX351" fmla="*/ 2630646 w 3024845"/>
                <a:gd name="connsiteY351" fmla="*/ 672313 h 1059043"/>
                <a:gd name="connsiteX352" fmla="*/ 2630646 w 3024845"/>
                <a:gd name="connsiteY352" fmla="*/ 667989 h 1059043"/>
                <a:gd name="connsiteX353" fmla="*/ 2642806 w 3024845"/>
                <a:gd name="connsiteY353" fmla="*/ 667989 h 1059043"/>
                <a:gd name="connsiteX354" fmla="*/ 2642806 w 3024845"/>
                <a:gd name="connsiteY354" fmla="*/ 672313 h 1059043"/>
                <a:gd name="connsiteX355" fmla="*/ 2667126 w 3024845"/>
                <a:gd name="connsiteY355" fmla="*/ 672313 h 1059043"/>
                <a:gd name="connsiteX356" fmla="*/ 2667126 w 3024845"/>
                <a:gd name="connsiteY356" fmla="*/ 659342 h 1059043"/>
                <a:gd name="connsiteX357" fmla="*/ 2695500 w 3024845"/>
                <a:gd name="connsiteY357" fmla="*/ 659342 h 1059043"/>
                <a:gd name="connsiteX358" fmla="*/ 2707660 w 3024845"/>
                <a:gd name="connsiteY358" fmla="*/ 655018 h 1059043"/>
                <a:gd name="connsiteX359" fmla="*/ 2727927 w 3024845"/>
                <a:gd name="connsiteY359" fmla="*/ 659342 h 1059043"/>
                <a:gd name="connsiteX360" fmla="*/ 2727927 w 3024845"/>
                <a:gd name="connsiteY360" fmla="*/ 642048 h 1059043"/>
                <a:gd name="connsiteX361" fmla="*/ 2736034 w 3024845"/>
                <a:gd name="connsiteY361" fmla="*/ 642048 h 1059043"/>
                <a:gd name="connsiteX362" fmla="*/ 2736034 w 3024845"/>
                <a:gd name="connsiteY362" fmla="*/ 629077 h 1059043"/>
                <a:gd name="connsiteX363" fmla="*/ 2792781 w 3024845"/>
                <a:gd name="connsiteY363" fmla="*/ 629077 h 1059043"/>
                <a:gd name="connsiteX364" fmla="*/ 2792781 w 3024845"/>
                <a:gd name="connsiteY364" fmla="*/ 598812 h 1059043"/>
                <a:gd name="connsiteX365" fmla="*/ 2811021 w 3024845"/>
                <a:gd name="connsiteY365" fmla="*/ 598812 h 1059043"/>
                <a:gd name="connsiteX366" fmla="*/ 2811021 w 3024845"/>
                <a:gd name="connsiteY366" fmla="*/ 592327 h 1059043"/>
                <a:gd name="connsiteX367" fmla="*/ 2823181 w 3024845"/>
                <a:gd name="connsiteY367" fmla="*/ 592327 h 1059043"/>
                <a:gd name="connsiteX368" fmla="*/ 2823181 w 3024845"/>
                <a:gd name="connsiteY368" fmla="*/ 598812 h 1059043"/>
                <a:gd name="connsiteX369" fmla="*/ 2839395 w 3024845"/>
                <a:gd name="connsiteY369" fmla="*/ 598812 h 1059043"/>
                <a:gd name="connsiteX370" fmla="*/ 2839395 w 3024845"/>
                <a:gd name="connsiteY370" fmla="*/ 648533 h 1059043"/>
                <a:gd name="connsiteX371" fmla="*/ 2871822 w 3024845"/>
                <a:gd name="connsiteY371" fmla="*/ 648533 h 1059043"/>
                <a:gd name="connsiteX372" fmla="*/ 2871822 w 3024845"/>
                <a:gd name="connsiteY372" fmla="*/ 622592 h 1059043"/>
                <a:gd name="connsiteX373" fmla="*/ 2910329 w 3024845"/>
                <a:gd name="connsiteY373" fmla="*/ 622592 h 1059043"/>
                <a:gd name="connsiteX374" fmla="*/ 2910329 w 3024845"/>
                <a:gd name="connsiteY374" fmla="*/ 592327 h 1059043"/>
                <a:gd name="connsiteX375" fmla="*/ 2958970 w 3024845"/>
                <a:gd name="connsiteY375" fmla="*/ 592327 h 1059043"/>
                <a:gd name="connsiteX376" fmla="*/ 2958970 w 3024845"/>
                <a:gd name="connsiteY376" fmla="*/ 703483 h 1059043"/>
                <a:gd name="connsiteX377" fmla="*/ 2958970 w 3024845"/>
                <a:gd name="connsiteY377" fmla="*/ 717262 h 1059043"/>
                <a:gd name="connsiteX378" fmla="*/ 3024845 w 3024845"/>
                <a:gd name="connsiteY378" fmla="*/ 717262 h 1059043"/>
                <a:gd name="connsiteX379" fmla="*/ 3024845 w 3024845"/>
                <a:gd name="connsiteY379" fmla="*/ 1059043 h 1059043"/>
                <a:gd name="connsiteX380" fmla="*/ 2054 w 3024845"/>
                <a:gd name="connsiteY380" fmla="*/ 1056710 h 1059043"/>
                <a:gd name="connsiteX381" fmla="*/ 0 w 3024845"/>
                <a:gd name="connsiteY381" fmla="*/ 622592 h 1059043"/>
                <a:gd name="connsiteX382" fmla="*/ 20267 w 3024845"/>
                <a:gd name="connsiteY382" fmla="*/ 622592 h 1059043"/>
                <a:gd name="connsiteX383" fmla="*/ 20774 w 3024845"/>
                <a:gd name="connsiteY383" fmla="*/ 621511 h 1059043"/>
                <a:gd name="connsiteX384" fmla="*/ 24320 w 3024845"/>
                <a:gd name="connsiteY384" fmla="*/ 613945 h 1059043"/>
                <a:gd name="connsiteX385" fmla="*/ 26094 w 3024845"/>
                <a:gd name="connsiteY385" fmla="*/ 614215 h 1059043"/>
                <a:gd name="connsiteX386" fmla="*/ 38507 w 3024845"/>
                <a:gd name="connsiteY386" fmla="*/ 616106 h 1059043"/>
                <a:gd name="connsiteX387" fmla="*/ 39014 w 3024845"/>
                <a:gd name="connsiteY387" fmla="*/ 617458 h 1059043"/>
                <a:gd name="connsiteX388" fmla="*/ 42560 w 3024845"/>
                <a:gd name="connsiteY388" fmla="*/ 626915 h 1059043"/>
                <a:gd name="connsiteX389" fmla="*/ 68907 w 3024845"/>
                <a:gd name="connsiteY389" fmla="*/ 629077 h 1059043"/>
                <a:gd name="connsiteX390" fmla="*/ 68907 w 3024845"/>
                <a:gd name="connsiteY390" fmla="*/ 505856 h 1059043"/>
                <a:gd name="connsiteX391" fmla="*/ 70934 w 3024845"/>
                <a:gd name="connsiteY391" fmla="*/ 505856 h 1059043"/>
                <a:gd name="connsiteX392" fmla="*/ 85121 w 3024845"/>
                <a:gd name="connsiteY392" fmla="*/ 505856 h 1059043"/>
                <a:gd name="connsiteX393" fmla="*/ 85121 w 3024845"/>
                <a:gd name="connsiteY393" fmla="*/ 369664 h 1059043"/>
                <a:gd name="connsiteX394" fmla="*/ 86894 w 3024845"/>
                <a:gd name="connsiteY394" fmla="*/ 369664 h 1059043"/>
                <a:gd name="connsiteX395" fmla="*/ 99308 w 3024845"/>
                <a:gd name="connsiteY395" fmla="*/ 369664 h 1059043"/>
                <a:gd name="connsiteX396" fmla="*/ 99308 w 3024845"/>
                <a:gd name="connsiteY396" fmla="*/ 255090 h 1059043"/>
                <a:gd name="connsiteX397" fmla="*/ 103361 w 3024845"/>
                <a:gd name="connsiteY397" fmla="*/ 226986 h 1059043"/>
                <a:gd name="connsiteX398" fmla="*/ 105388 w 3024845"/>
                <a:gd name="connsiteY398" fmla="*/ 226986 h 1059043"/>
                <a:gd name="connsiteX399" fmla="*/ 119575 w 3024845"/>
                <a:gd name="connsiteY39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60529 h 1059043"/>
                <a:gd name="connsiteX313" fmla="*/ 2152346 w 3024845"/>
                <a:gd name="connsiteY313" fmla="*/ 56206 h 1059043"/>
                <a:gd name="connsiteX314" fmla="*/ 2152346 w 3024845"/>
                <a:gd name="connsiteY314" fmla="*/ 0 h 1059043"/>
                <a:gd name="connsiteX315" fmla="*/ 2180720 w 3024845"/>
                <a:gd name="connsiteY315" fmla="*/ 555577 h 1059043"/>
                <a:gd name="connsiteX316" fmla="*/ 2245574 w 3024845"/>
                <a:gd name="connsiteY316" fmla="*/ 555577 h 1059043"/>
                <a:gd name="connsiteX317" fmla="*/ 2245574 w 3024845"/>
                <a:gd name="connsiteY317" fmla="*/ 631239 h 1059043"/>
                <a:gd name="connsiteX318" fmla="*/ 2253681 w 3024845"/>
                <a:gd name="connsiteY318" fmla="*/ 631239 h 1059043"/>
                <a:gd name="connsiteX319" fmla="*/ 2255708 w 3024845"/>
                <a:gd name="connsiteY319" fmla="*/ 624754 h 1059043"/>
                <a:gd name="connsiteX320" fmla="*/ 2261788 w 3024845"/>
                <a:gd name="connsiteY320" fmla="*/ 624754 h 1059043"/>
                <a:gd name="connsiteX321" fmla="*/ 2263815 w 3024845"/>
                <a:gd name="connsiteY321" fmla="*/ 633401 h 1059043"/>
                <a:gd name="connsiteX322" fmla="*/ 2275975 w 3024845"/>
                <a:gd name="connsiteY322" fmla="*/ 633401 h 1059043"/>
                <a:gd name="connsiteX323" fmla="*/ 2275975 w 3024845"/>
                <a:gd name="connsiteY323" fmla="*/ 626915 h 1059043"/>
                <a:gd name="connsiteX324" fmla="*/ 2298268 w 3024845"/>
                <a:gd name="connsiteY324" fmla="*/ 626915 h 1059043"/>
                <a:gd name="connsiteX325" fmla="*/ 2298268 w 3024845"/>
                <a:gd name="connsiteY325" fmla="*/ 633401 h 1059043"/>
                <a:gd name="connsiteX326" fmla="*/ 2318535 w 3024845"/>
                <a:gd name="connsiteY326" fmla="*/ 633401 h 1059043"/>
                <a:gd name="connsiteX327" fmla="*/ 2318535 w 3024845"/>
                <a:gd name="connsiteY327" fmla="*/ 678798 h 1059043"/>
                <a:gd name="connsiteX328" fmla="*/ 2332722 w 3024845"/>
                <a:gd name="connsiteY328" fmla="*/ 678798 h 1059043"/>
                <a:gd name="connsiteX329" fmla="*/ 2332722 w 3024845"/>
                <a:gd name="connsiteY329" fmla="*/ 665827 h 1059043"/>
                <a:gd name="connsiteX330" fmla="*/ 2348936 w 3024845"/>
                <a:gd name="connsiteY330" fmla="*/ 665827 h 1059043"/>
                <a:gd name="connsiteX331" fmla="*/ 2348936 w 3024845"/>
                <a:gd name="connsiteY331" fmla="*/ 486400 h 1059043"/>
                <a:gd name="connsiteX332" fmla="*/ 2355016 w 3024845"/>
                <a:gd name="connsiteY332" fmla="*/ 479914 h 1059043"/>
                <a:gd name="connsiteX333" fmla="*/ 2427977 w 3024845"/>
                <a:gd name="connsiteY333" fmla="*/ 479914 h 1059043"/>
                <a:gd name="connsiteX334" fmla="*/ 2427977 w 3024845"/>
                <a:gd name="connsiteY334" fmla="*/ 488562 h 1059043"/>
                <a:gd name="connsiteX335" fmla="*/ 2438110 w 3024845"/>
                <a:gd name="connsiteY335" fmla="*/ 488562 h 1059043"/>
                <a:gd name="connsiteX336" fmla="*/ 2438110 w 3024845"/>
                <a:gd name="connsiteY336" fmla="*/ 603136 h 1059043"/>
                <a:gd name="connsiteX337" fmla="*/ 2460404 w 3024845"/>
                <a:gd name="connsiteY337" fmla="*/ 603136 h 1059043"/>
                <a:gd name="connsiteX338" fmla="*/ 2460404 w 3024845"/>
                <a:gd name="connsiteY338" fmla="*/ 536121 h 1059043"/>
                <a:gd name="connsiteX339" fmla="*/ 2486751 w 3024845"/>
                <a:gd name="connsiteY339" fmla="*/ 536121 h 1059043"/>
                <a:gd name="connsiteX340" fmla="*/ 2490804 w 3024845"/>
                <a:gd name="connsiteY340" fmla="*/ 531797 h 1059043"/>
                <a:gd name="connsiteX341" fmla="*/ 2498911 w 3024845"/>
                <a:gd name="connsiteY341" fmla="*/ 531797 h 1059043"/>
                <a:gd name="connsiteX342" fmla="*/ 2502964 w 3024845"/>
                <a:gd name="connsiteY342" fmla="*/ 536121 h 1059043"/>
                <a:gd name="connsiteX343" fmla="*/ 2525258 w 3024845"/>
                <a:gd name="connsiteY343" fmla="*/ 536121 h 1059043"/>
                <a:gd name="connsiteX344" fmla="*/ 2525258 w 3024845"/>
                <a:gd name="connsiteY344" fmla="*/ 419385 h 1059043"/>
                <a:gd name="connsiteX345" fmla="*/ 2582005 w 3024845"/>
                <a:gd name="connsiteY345" fmla="*/ 408576 h 1059043"/>
                <a:gd name="connsiteX346" fmla="*/ 2582005 w 3024845"/>
                <a:gd name="connsiteY346" fmla="*/ 409657 h 1059043"/>
                <a:gd name="connsiteX347" fmla="*/ 2582005 w 3024845"/>
                <a:gd name="connsiteY347" fmla="*/ 417223 h 1059043"/>
                <a:gd name="connsiteX348" fmla="*/ 2608352 w 3024845"/>
                <a:gd name="connsiteY348" fmla="*/ 417223 h 1059043"/>
                <a:gd name="connsiteX349" fmla="*/ 2608352 w 3024845"/>
                <a:gd name="connsiteY349" fmla="*/ 672313 h 1059043"/>
                <a:gd name="connsiteX350" fmla="*/ 2630646 w 3024845"/>
                <a:gd name="connsiteY350" fmla="*/ 672313 h 1059043"/>
                <a:gd name="connsiteX351" fmla="*/ 2630646 w 3024845"/>
                <a:gd name="connsiteY351" fmla="*/ 667989 h 1059043"/>
                <a:gd name="connsiteX352" fmla="*/ 2642806 w 3024845"/>
                <a:gd name="connsiteY352" fmla="*/ 667989 h 1059043"/>
                <a:gd name="connsiteX353" fmla="*/ 2642806 w 3024845"/>
                <a:gd name="connsiteY353" fmla="*/ 672313 h 1059043"/>
                <a:gd name="connsiteX354" fmla="*/ 2667126 w 3024845"/>
                <a:gd name="connsiteY354" fmla="*/ 672313 h 1059043"/>
                <a:gd name="connsiteX355" fmla="*/ 2667126 w 3024845"/>
                <a:gd name="connsiteY355" fmla="*/ 659342 h 1059043"/>
                <a:gd name="connsiteX356" fmla="*/ 2695500 w 3024845"/>
                <a:gd name="connsiteY356" fmla="*/ 659342 h 1059043"/>
                <a:gd name="connsiteX357" fmla="*/ 2707660 w 3024845"/>
                <a:gd name="connsiteY357" fmla="*/ 655018 h 1059043"/>
                <a:gd name="connsiteX358" fmla="*/ 2727927 w 3024845"/>
                <a:gd name="connsiteY358" fmla="*/ 659342 h 1059043"/>
                <a:gd name="connsiteX359" fmla="*/ 2727927 w 3024845"/>
                <a:gd name="connsiteY359" fmla="*/ 642048 h 1059043"/>
                <a:gd name="connsiteX360" fmla="*/ 2736034 w 3024845"/>
                <a:gd name="connsiteY360" fmla="*/ 642048 h 1059043"/>
                <a:gd name="connsiteX361" fmla="*/ 2736034 w 3024845"/>
                <a:gd name="connsiteY361" fmla="*/ 629077 h 1059043"/>
                <a:gd name="connsiteX362" fmla="*/ 2792781 w 3024845"/>
                <a:gd name="connsiteY362" fmla="*/ 629077 h 1059043"/>
                <a:gd name="connsiteX363" fmla="*/ 2792781 w 3024845"/>
                <a:gd name="connsiteY363" fmla="*/ 598812 h 1059043"/>
                <a:gd name="connsiteX364" fmla="*/ 2811021 w 3024845"/>
                <a:gd name="connsiteY364" fmla="*/ 598812 h 1059043"/>
                <a:gd name="connsiteX365" fmla="*/ 2811021 w 3024845"/>
                <a:gd name="connsiteY365" fmla="*/ 592327 h 1059043"/>
                <a:gd name="connsiteX366" fmla="*/ 2823181 w 3024845"/>
                <a:gd name="connsiteY366" fmla="*/ 592327 h 1059043"/>
                <a:gd name="connsiteX367" fmla="*/ 2823181 w 3024845"/>
                <a:gd name="connsiteY367" fmla="*/ 598812 h 1059043"/>
                <a:gd name="connsiteX368" fmla="*/ 2839395 w 3024845"/>
                <a:gd name="connsiteY368" fmla="*/ 598812 h 1059043"/>
                <a:gd name="connsiteX369" fmla="*/ 2839395 w 3024845"/>
                <a:gd name="connsiteY369" fmla="*/ 648533 h 1059043"/>
                <a:gd name="connsiteX370" fmla="*/ 2871822 w 3024845"/>
                <a:gd name="connsiteY370" fmla="*/ 648533 h 1059043"/>
                <a:gd name="connsiteX371" fmla="*/ 2871822 w 3024845"/>
                <a:gd name="connsiteY371" fmla="*/ 622592 h 1059043"/>
                <a:gd name="connsiteX372" fmla="*/ 2910329 w 3024845"/>
                <a:gd name="connsiteY372" fmla="*/ 622592 h 1059043"/>
                <a:gd name="connsiteX373" fmla="*/ 2910329 w 3024845"/>
                <a:gd name="connsiteY373" fmla="*/ 592327 h 1059043"/>
                <a:gd name="connsiteX374" fmla="*/ 2958970 w 3024845"/>
                <a:gd name="connsiteY374" fmla="*/ 592327 h 1059043"/>
                <a:gd name="connsiteX375" fmla="*/ 2958970 w 3024845"/>
                <a:gd name="connsiteY375" fmla="*/ 703483 h 1059043"/>
                <a:gd name="connsiteX376" fmla="*/ 2958970 w 3024845"/>
                <a:gd name="connsiteY376" fmla="*/ 717262 h 1059043"/>
                <a:gd name="connsiteX377" fmla="*/ 3024845 w 3024845"/>
                <a:gd name="connsiteY377" fmla="*/ 717262 h 1059043"/>
                <a:gd name="connsiteX378" fmla="*/ 3024845 w 3024845"/>
                <a:gd name="connsiteY378" fmla="*/ 1059043 h 1059043"/>
                <a:gd name="connsiteX379" fmla="*/ 2054 w 3024845"/>
                <a:gd name="connsiteY379" fmla="*/ 1056710 h 1059043"/>
                <a:gd name="connsiteX380" fmla="*/ 0 w 3024845"/>
                <a:gd name="connsiteY380" fmla="*/ 622592 h 1059043"/>
                <a:gd name="connsiteX381" fmla="*/ 20267 w 3024845"/>
                <a:gd name="connsiteY381" fmla="*/ 622592 h 1059043"/>
                <a:gd name="connsiteX382" fmla="*/ 20774 w 3024845"/>
                <a:gd name="connsiteY382" fmla="*/ 621511 h 1059043"/>
                <a:gd name="connsiteX383" fmla="*/ 24320 w 3024845"/>
                <a:gd name="connsiteY383" fmla="*/ 613945 h 1059043"/>
                <a:gd name="connsiteX384" fmla="*/ 26094 w 3024845"/>
                <a:gd name="connsiteY384" fmla="*/ 614215 h 1059043"/>
                <a:gd name="connsiteX385" fmla="*/ 38507 w 3024845"/>
                <a:gd name="connsiteY385" fmla="*/ 616106 h 1059043"/>
                <a:gd name="connsiteX386" fmla="*/ 39014 w 3024845"/>
                <a:gd name="connsiteY386" fmla="*/ 617458 h 1059043"/>
                <a:gd name="connsiteX387" fmla="*/ 42560 w 3024845"/>
                <a:gd name="connsiteY387" fmla="*/ 626915 h 1059043"/>
                <a:gd name="connsiteX388" fmla="*/ 68907 w 3024845"/>
                <a:gd name="connsiteY388" fmla="*/ 629077 h 1059043"/>
                <a:gd name="connsiteX389" fmla="*/ 68907 w 3024845"/>
                <a:gd name="connsiteY389" fmla="*/ 505856 h 1059043"/>
                <a:gd name="connsiteX390" fmla="*/ 70934 w 3024845"/>
                <a:gd name="connsiteY390" fmla="*/ 505856 h 1059043"/>
                <a:gd name="connsiteX391" fmla="*/ 85121 w 3024845"/>
                <a:gd name="connsiteY391" fmla="*/ 505856 h 1059043"/>
                <a:gd name="connsiteX392" fmla="*/ 85121 w 3024845"/>
                <a:gd name="connsiteY392" fmla="*/ 369664 h 1059043"/>
                <a:gd name="connsiteX393" fmla="*/ 86894 w 3024845"/>
                <a:gd name="connsiteY393" fmla="*/ 369664 h 1059043"/>
                <a:gd name="connsiteX394" fmla="*/ 99308 w 3024845"/>
                <a:gd name="connsiteY394" fmla="*/ 369664 h 1059043"/>
                <a:gd name="connsiteX395" fmla="*/ 99308 w 3024845"/>
                <a:gd name="connsiteY395" fmla="*/ 255090 h 1059043"/>
                <a:gd name="connsiteX396" fmla="*/ 103361 w 3024845"/>
                <a:gd name="connsiteY396" fmla="*/ 226986 h 1059043"/>
                <a:gd name="connsiteX397" fmla="*/ 105388 w 3024845"/>
                <a:gd name="connsiteY397" fmla="*/ 226986 h 1059043"/>
                <a:gd name="connsiteX398" fmla="*/ 119575 w 3024845"/>
                <a:gd name="connsiteY39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50320 w 3024845"/>
                <a:gd name="connsiteY311" fmla="*/ 60529 h 1059043"/>
                <a:gd name="connsiteX312" fmla="*/ 2152346 w 3024845"/>
                <a:gd name="connsiteY312" fmla="*/ 56206 h 1059043"/>
                <a:gd name="connsiteX313" fmla="*/ 2152346 w 3024845"/>
                <a:gd name="connsiteY313" fmla="*/ 0 h 1059043"/>
                <a:gd name="connsiteX314" fmla="*/ 2180720 w 3024845"/>
                <a:gd name="connsiteY314" fmla="*/ 555577 h 1059043"/>
                <a:gd name="connsiteX315" fmla="*/ 2245574 w 3024845"/>
                <a:gd name="connsiteY315" fmla="*/ 555577 h 1059043"/>
                <a:gd name="connsiteX316" fmla="*/ 2245574 w 3024845"/>
                <a:gd name="connsiteY316" fmla="*/ 631239 h 1059043"/>
                <a:gd name="connsiteX317" fmla="*/ 2253681 w 3024845"/>
                <a:gd name="connsiteY317" fmla="*/ 631239 h 1059043"/>
                <a:gd name="connsiteX318" fmla="*/ 2255708 w 3024845"/>
                <a:gd name="connsiteY318" fmla="*/ 624754 h 1059043"/>
                <a:gd name="connsiteX319" fmla="*/ 2261788 w 3024845"/>
                <a:gd name="connsiteY319" fmla="*/ 624754 h 1059043"/>
                <a:gd name="connsiteX320" fmla="*/ 2263815 w 3024845"/>
                <a:gd name="connsiteY320" fmla="*/ 633401 h 1059043"/>
                <a:gd name="connsiteX321" fmla="*/ 2275975 w 3024845"/>
                <a:gd name="connsiteY321" fmla="*/ 633401 h 1059043"/>
                <a:gd name="connsiteX322" fmla="*/ 2275975 w 3024845"/>
                <a:gd name="connsiteY322" fmla="*/ 626915 h 1059043"/>
                <a:gd name="connsiteX323" fmla="*/ 2298268 w 3024845"/>
                <a:gd name="connsiteY323" fmla="*/ 626915 h 1059043"/>
                <a:gd name="connsiteX324" fmla="*/ 2298268 w 3024845"/>
                <a:gd name="connsiteY324" fmla="*/ 633401 h 1059043"/>
                <a:gd name="connsiteX325" fmla="*/ 2318535 w 3024845"/>
                <a:gd name="connsiteY325" fmla="*/ 633401 h 1059043"/>
                <a:gd name="connsiteX326" fmla="*/ 2318535 w 3024845"/>
                <a:gd name="connsiteY326" fmla="*/ 678798 h 1059043"/>
                <a:gd name="connsiteX327" fmla="*/ 2332722 w 3024845"/>
                <a:gd name="connsiteY327" fmla="*/ 678798 h 1059043"/>
                <a:gd name="connsiteX328" fmla="*/ 2332722 w 3024845"/>
                <a:gd name="connsiteY328" fmla="*/ 665827 h 1059043"/>
                <a:gd name="connsiteX329" fmla="*/ 2348936 w 3024845"/>
                <a:gd name="connsiteY329" fmla="*/ 665827 h 1059043"/>
                <a:gd name="connsiteX330" fmla="*/ 2348936 w 3024845"/>
                <a:gd name="connsiteY330" fmla="*/ 486400 h 1059043"/>
                <a:gd name="connsiteX331" fmla="*/ 2355016 w 3024845"/>
                <a:gd name="connsiteY331" fmla="*/ 479914 h 1059043"/>
                <a:gd name="connsiteX332" fmla="*/ 2427977 w 3024845"/>
                <a:gd name="connsiteY332" fmla="*/ 479914 h 1059043"/>
                <a:gd name="connsiteX333" fmla="*/ 2427977 w 3024845"/>
                <a:gd name="connsiteY333" fmla="*/ 488562 h 1059043"/>
                <a:gd name="connsiteX334" fmla="*/ 2438110 w 3024845"/>
                <a:gd name="connsiteY334" fmla="*/ 488562 h 1059043"/>
                <a:gd name="connsiteX335" fmla="*/ 2438110 w 3024845"/>
                <a:gd name="connsiteY335" fmla="*/ 603136 h 1059043"/>
                <a:gd name="connsiteX336" fmla="*/ 2460404 w 3024845"/>
                <a:gd name="connsiteY336" fmla="*/ 603136 h 1059043"/>
                <a:gd name="connsiteX337" fmla="*/ 2460404 w 3024845"/>
                <a:gd name="connsiteY337" fmla="*/ 536121 h 1059043"/>
                <a:gd name="connsiteX338" fmla="*/ 2486751 w 3024845"/>
                <a:gd name="connsiteY338" fmla="*/ 536121 h 1059043"/>
                <a:gd name="connsiteX339" fmla="*/ 2490804 w 3024845"/>
                <a:gd name="connsiteY339" fmla="*/ 531797 h 1059043"/>
                <a:gd name="connsiteX340" fmla="*/ 2498911 w 3024845"/>
                <a:gd name="connsiteY340" fmla="*/ 531797 h 1059043"/>
                <a:gd name="connsiteX341" fmla="*/ 2502964 w 3024845"/>
                <a:gd name="connsiteY341" fmla="*/ 536121 h 1059043"/>
                <a:gd name="connsiteX342" fmla="*/ 2525258 w 3024845"/>
                <a:gd name="connsiteY342" fmla="*/ 536121 h 1059043"/>
                <a:gd name="connsiteX343" fmla="*/ 2525258 w 3024845"/>
                <a:gd name="connsiteY343" fmla="*/ 419385 h 1059043"/>
                <a:gd name="connsiteX344" fmla="*/ 2582005 w 3024845"/>
                <a:gd name="connsiteY344" fmla="*/ 408576 h 1059043"/>
                <a:gd name="connsiteX345" fmla="*/ 2582005 w 3024845"/>
                <a:gd name="connsiteY345" fmla="*/ 409657 h 1059043"/>
                <a:gd name="connsiteX346" fmla="*/ 2582005 w 3024845"/>
                <a:gd name="connsiteY346" fmla="*/ 417223 h 1059043"/>
                <a:gd name="connsiteX347" fmla="*/ 2608352 w 3024845"/>
                <a:gd name="connsiteY347" fmla="*/ 417223 h 1059043"/>
                <a:gd name="connsiteX348" fmla="*/ 2608352 w 3024845"/>
                <a:gd name="connsiteY348" fmla="*/ 672313 h 1059043"/>
                <a:gd name="connsiteX349" fmla="*/ 2630646 w 3024845"/>
                <a:gd name="connsiteY349" fmla="*/ 672313 h 1059043"/>
                <a:gd name="connsiteX350" fmla="*/ 2630646 w 3024845"/>
                <a:gd name="connsiteY350" fmla="*/ 667989 h 1059043"/>
                <a:gd name="connsiteX351" fmla="*/ 2642806 w 3024845"/>
                <a:gd name="connsiteY351" fmla="*/ 667989 h 1059043"/>
                <a:gd name="connsiteX352" fmla="*/ 2642806 w 3024845"/>
                <a:gd name="connsiteY352" fmla="*/ 672313 h 1059043"/>
                <a:gd name="connsiteX353" fmla="*/ 2667126 w 3024845"/>
                <a:gd name="connsiteY353" fmla="*/ 672313 h 1059043"/>
                <a:gd name="connsiteX354" fmla="*/ 2667126 w 3024845"/>
                <a:gd name="connsiteY354" fmla="*/ 659342 h 1059043"/>
                <a:gd name="connsiteX355" fmla="*/ 2695500 w 3024845"/>
                <a:gd name="connsiteY355" fmla="*/ 659342 h 1059043"/>
                <a:gd name="connsiteX356" fmla="*/ 2707660 w 3024845"/>
                <a:gd name="connsiteY356" fmla="*/ 655018 h 1059043"/>
                <a:gd name="connsiteX357" fmla="*/ 2727927 w 3024845"/>
                <a:gd name="connsiteY357" fmla="*/ 659342 h 1059043"/>
                <a:gd name="connsiteX358" fmla="*/ 2727927 w 3024845"/>
                <a:gd name="connsiteY358" fmla="*/ 642048 h 1059043"/>
                <a:gd name="connsiteX359" fmla="*/ 2736034 w 3024845"/>
                <a:gd name="connsiteY359" fmla="*/ 642048 h 1059043"/>
                <a:gd name="connsiteX360" fmla="*/ 2736034 w 3024845"/>
                <a:gd name="connsiteY360" fmla="*/ 629077 h 1059043"/>
                <a:gd name="connsiteX361" fmla="*/ 2792781 w 3024845"/>
                <a:gd name="connsiteY361" fmla="*/ 629077 h 1059043"/>
                <a:gd name="connsiteX362" fmla="*/ 2792781 w 3024845"/>
                <a:gd name="connsiteY362" fmla="*/ 598812 h 1059043"/>
                <a:gd name="connsiteX363" fmla="*/ 2811021 w 3024845"/>
                <a:gd name="connsiteY363" fmla="*/ 598812 h 1059043"/>
                <a:gd name="connsiteX364" fmla="*/ 2811021 w 3024845"/>
                <a:gd name="connsiteY364" fmla="*/ 592327 h 1059043"/>
                <a:gd name="connsiteX365" fmla="*/ 2823181 w 3024845"/>
                <a:gd name="connsiteY365" fmla="*/ 592327 h 1059043"/>
                <a:gd name="connsiteX366" fmla="*/ 2823181 w 3024845"/>
                <a:gd name="connsiteY366" fmla="*/ 598812 h 1059043"/>
                <a:gd name="connsiteX367" fmla="*/ 2839395 w 3024845"/>
                <a:gd name="connsiteY367" fmla="*/ 598812 h 1059043"/>
                <a:gd name="connsiteX368" fmla="*/ 2839395 w 3024845"/>
                <a:gd name="connsiteY368" fmla="*/ 648533 h 1059043"/>
                <a:gd name="connsiteX369" fmla="*/ 2871822 w 3024845"/>
                <a:gd name="connsiteY369" fmla="*/ 648533 h 1059043"/>
                <a:gd name="connsiteX370" fmla="*/ 2871822 w 3024845"/>
                <a:gd name="connsiteY370" fmla="*/ 622592 h 1059043"/>
                <a:gd name="connsiteX371" fmla="*/ 2910329 w 3024845"/>
                <a:gd name="connsiteY371" fmla="*/ 622592 h 1059043"/>
                <a:gd name="connsiteX372" fmla="*/ 2910329 w 3024845"/>
                <a:gd name="connsiteY372" fmla="*/ 592327 h 1059043"/>
                <a:gd name="connsiteX373" fmla="*/ 2958970 w 3024845"/>
                <a:gd name="connsiteY373" fmla="*/ 592327 h 1059043"/>
                <a:gd name="connsiteX374" fmla="*/ 2958970 w 3024845"/>
                <a:gd name="connsiteY374" fmla="*/ 703483 h 1059043"/>
                <a:gd name="connsiteX375" fmla="*/ 2958970 w 3024845"/>
                <a:gd name="connsiteY375" fmla="*/ 717262 h 1059043"/>
                <a:gd name="connsiteX376" fmla="*/ 3024845 w 3024845"/>
                <a:gd name="connsiteY376" fmla="*/ 717262 h 1059043"/>
                <a:gd name="connsiteX377" fmla="*/ 3024845 w 3024845"/>
                <a:gd name="connsiteY377" fmla="*/ 1059043 h 1059043"/>
                <a:gd name="connsiteX378" fmla="*/ 2054 w 3024845"/>
                <a:gd name="connsiteY378" fmla="*/ 1056710 h 1059043"/>
                <a:gd name="connsiteX379" fmla="*/ 0 w 3024845"/>
                <a:gd name="connsiteY379" fmla="*/ 622592 h 1059043"/>
                <a:gd name="connsiteX380" fmla="*/ 20267 w 3024845"/>
                <a:gd name="connsiteY380" fmla="*/ 622592 h 1059043"/>
                <a:gd name="connsiteX381" fmla="*/ 20774 w 3024845"/>
                <a:gd name="connsiteY381" fmla="*/ 621511 h 1059043"/>
                <a:gd name="connsiteX382" fmla="*/ 24320 w 3024845"/>
                <a:gd name="connsiteY382" fmla="*/ 613945 h 1059043"/>
                <a:gd name="connsiteX383" fmla="*/ 26094 w 3024845"/>
                <a:gd name="connsiteY383" fmla="*/ 614215 h 1059043"/>
                <a:gd name="connsiteX384" fmla="*/ 38507 w 3024845"/>
                <a:gd name="connsiteY384" fmla="*/ 616106 h 1059043"/>
                <a:gd name="connsiteX385" fmla="*/ 39014 w 3024845"/>
                <a:gd name="connsiteY385" fmla="*/ 617458 h 1059043"/>
                <a:gd name="connsiteX386" fmla="*/ 42560 w 3024845"/>
                <a:gd name="connsiteY386" fmla="*/ 626915 h 1059043"/>
                <a:gd name="connsiteX387" fmla="*/ 68907 w 3024845"/>
                <a:gd name="connsiteY387" fmla="*/ 629077 h 1059043"/>
                <a:gd name="connsiteX388" fmla="*/ 68907 w 3024845"/>
                <a:gd name="connsiteY388" fmla="*/ 505856 h 1059043"/>
                <a:gd name="connsiteX389" fmla="*/ 70934 w 3024845"/>
                <a:gd name="connsiteY389" fmla="*/ 505856 h 1059043"/>
                <a:gd name="connsiteX390" fmla="*/ 85121 w 3024845"/>
                <a:gd name="connsiteY390" fmla="*/ 505856 h 1059043"/>
                <a:gd name="connsiteX391" fmla="*/ 85121 w 3024845"/>
                <a:gd name="connsiteY391" fmla="*/ 369664 h 1059043"/>
                <a:gd name="connsiteX392" fmla="*/ 86894 w 3024845"/>
                <a:gd name="connsiteY392" fmla="*/ 369664 h 1059043"/>
                <a:gd name="connsiteX393" fmla="*/ 99308 w 3024845"/>
                <a:gd name="connsiteY393" fmla="*/ 369664 h 1059043"/>
                <a:gd name="connsiteX394" fmla="*/ 99308 w 3024845"/>
                <a:gd name="connsiteY394" fmla="*/ 255090 h 1059043"/>
                <a:gd name="connsiteX395" fmla="*/ 103361 w 3024845"/>
                <a:gd name="connsiteY395" fmla="*/ 226986 h 1059043"/>
                <a:gd name="connsiteX396" fmla="*/ 105388 w 3024845"/>
                <a:gd name="connsiteY396" fmla="*/ 226986 h 1059043"/>
                <a:gd name="connsiteX397" fmla="*/ 119575 w 3024845"/>
                <a:gd name="connsiteY397" fmla="*/ 226986 h 1059043"/>
                <a:gd name="connsiteX0" fmla="*/ 119575 w 3024845"/>
                <a:gd name="connsiteY0" fmla="*/ 255427 h 1087484"/>
                <a:gd name="connsiteX1" fmla="*/ 200642 w 3024845"/>
                <a:gd name="connsiteY1" fmla="*/ 253266 h 1087484"/>
                <a:gd name="connsiteX2" fmla="*/ 202669 w 3024845"/>
                <a:gd name="connsiteY2" fmla="*/ 253266 h 1087484"/>
                <a:gd name="connsiteX3" fmla="*/ 216856 w 3024845"/>
                <a:gd name="connsiteY3" fmla="*/ 253266 h 1087484"/>
                <a:gd name="connsiteX4" fmla="*/ 216856 w 3024845"/>
                <a:gd name="connsiteY4" fmla="*/ 277045 h 1087484"/>
                <a:gd name="connsiteX5" fmla="*/ 217363 w 3024845"/>
                <a:gd name="connsiteY5" fmla="*/ 277856 h 1087484"/>
                <a:gd name="connsiteX6" fmla="*/ 220909 w 3024845"/>
                <a:gd name="connsiteY6" fmla="*/ 283531 h 1087484"/>
                <a:gd name="connsiteX7" fmla="*/ 220909 w 3024845"/>
                <a:gd name="connsiteY7" fmla="*/ 398105 h 1087484"/>
                <a:gd name="connsiteX8" fmla="*/ 223189 w 3024845"/>
                <a:gd name="connsiteY8" fmla="*/ 398105 h 1087484"/>
                <a:gd name="connsiteX9" fmla="*/ 239150 w 3024845"/>
                <a:gd name="connsiteY9" fmla="*/ 398105 h 1087484"/>
                <a:gd name="connsiteX10" fmla="*/ 239150 w 3024845"/>
                <a:gd name="connsiteY10" fmla="*/ 538620 h 1087484"/>
                <a:gd name="connsiteX11" fmla="*/ 240670 w 3024845"/>
                <a:gd name="connsiteY11" fmla="*/ 538350 h 1087484"/>
                <a:gd name="connsiteX12" fmla="*/ 251310 w 3024845"/>
                <a:gd name="connsiteY12" fmla="*/ 536459 h 1087484"/>
                <a:gd name="connsiteX13" fmla="*/ 249283 w 3024845"/>
                <a:gd name="connsiteY13" fmla="*/ 625091 h 1087484"/>
                <a:gd name="connsiteX14" fmla="*/ 250803 w 3024845"/>
                <a:gd name="connsiteY14" fmla="*/ 625362 h 1087484"/>
                <a:gd name="connsiteX15" fmla="*/ 261443 w 3024845"/>
                <a:gd name="connsiteY15" fmla="*/ 627253 h 1087484"/>
                <a:gd name="connsiteX16" fmla="*/ 261696 w 3024845"/>
                <a:gd name="connsiteY16" fmla="*/ 628064 h 1087484"/>
                <a:gd name="connsiteX17" fmla="*/ 263470 w 3024845"/>
                <a:gd name="connsiteY17" fmla="*/ 633739 h 1087484"/>
                <a:gd name="connsiteX18" fmla="*/ 264230 w 3024845"/>
                <a:gd name="connsiteY18" fmla="*/ 631307 h 1087484"/>
                <a:gd name="connsiteX19" fmla="*/ 269550 w 3024845"/>
                <a:gd name="connsiteY19" fmla="*/ 614283 h 1087484"/>
                <a:gd name="connsiteX20" fmla="*/ 271323 w 3024845"/>
                <a:gd name="connsiteY20" fmla="*/ 614283 h 1087484"/>
                <a:gd name="connsiteX21" fmla="*/ 283737 w 3024845"/>
                <a:gd name="connsiteY21" fmla="*/ 614283 h 1087484"/>
                <a:gd name="connsiteX22" fmla="*/ 283737 w 3024845"/>
                <a:gd name="connsiteY22" fmla="*/ 646709 h 1087484"/>
                <a:gd name="connsiteX23" fmla="*/ 284750 w 3024845"/>
                <a:gd name="connsiteY23" fmla="*/ 647250 h 1087484"/>
                <a:gd name="connsiteX24" fmla="*/ 291844 w 3024845"/>
                <a:gd name="connsiteY24" fmla="*/ 651033 h 1087484"/>
                <a:gd name="connsiteX25" fmla="*/ 291844 w 3024845"/>
                <a:gd name="connsiteY25" fmla="*/ 652384 h 1087484"/>
                <a:gd name="connsiteX26" fmla="*/ 291844 w 3024845"/>
                <a:gd name="connsiteY26" fmla="*/ 661842 h 1087484"/>
                <a:gd name="connsiteX27" fmla="*/ 336431 w 3024845"/>
                <a:gd name="connsiteY27" fmla="*/ 661842 h 1087484"/>
                <a:gd name="connsiteX28" fmla="*/ 336431 w 3024845"/>
                <a:gd name="connsiteY28" fmla="*/ 662923 h 1087484"/>
                <a:gd name="connsiteX29" fmla="*/ 336431 w 3024845"/>
                <a:gd name="connsiteY29" fmla="*/ 670489 h 1087484"/>
                <a:gd name="connsiteX30" fmla="*/ 338457 w 3024845"/>
                <a:gd name="connsiteY30" fmla="*/ 670489 h 1087484"/>
                <a:gd name="connsiteX31" fmla="*/ 352644 w 3024845"/>
                <a:gd name="connsiteY31" fmla="*/ 670489 h 1087484"/>
                <a:gd name="connsiteX32" fmla="*/ 352644 w 3024845"/>
                <a:gd name="connsiteY32" fmla="*/ 640224 h 1087484"/>
                <a:gd name="connsiteX33" fmla="*/ 397231 w 3024845"/>
                <a:gd name="connsiteY33" fmla="*/ 640224 h 1087484"/>
                <a:gd name="connsiteX34" fmla="*/ 397231 w 3024845"/>
                <a:gd name="connsiteY34" fmla="*/ 638873 h 1087484"/>
                <a:gd name="connsiteX35" fmla="*/ 397231 w 3024845"/>
                <a:gd name="connsiteY35" fmla="*/ 629415 h 1087484"/>
                <a:gd name="connsiteX36" fmla="*/ 398245 w 3024845"/>
                <a:gd name="connsiteY36" fmla="*/ 629415 h 1087484"/>
                <a:gd name="connsiteX37" fmla="*/ 405338 w 3024845"/>
                <a:gd name="connsiteY37" fmla="*/ 629415 h 1087484"/>
                <a:gd name="connsiteX38" fmla="*/ 405338 w 3024845"/>
                <a:gd name="connsiteY38" fmla="*/ 627524 h 1087484"/>
                <a:gd name="connsiteX39" fmla="*/ 405338 w 3024845"/>
                <a:gd name="connsiteY39" fmla="*/ 614283 h 1087484"/>
                <a:gd name="connsiteX40" fmla="*/ 406098 w 3024845"/>
                <a:gd name="connsiteY40" fmla="*/ 614283 h 1087484"/>
                <a:gd name="connsiteX41" fmla="*/ 411418 w 3024845"/>
                <a:gd name="connsiteY41" fmla="*/ 614283 h 1087484"/>
                <a:gd name="connsiteX42" fmla="*/ 411418 w 3024845"/>
                <a:gd name="connsiteY42" fmla="*/ 613202 h 1087484"/>
                <a:gd name="connsiteX43" fmla="*/ 411418 w 3024845"/>
                <a:gd name="connsiteY43" fmla="*/ 605635 h 1087484"/>
                <a:gd name="connsiteX44" fmla="*/ 413445 w 3024845"/>
                <a:gd name="connsiteY44" fmla="*/ 605635 h 1087484"/>
                <a:gd name="connsiteX45" fmla="*/ 427632 w 3024845"/>
                <a:gd name="connsiteY45" fmla="*/ 605635 h 1087484"/>
                <a:gd name="connsiteX46" fmla="*/ 427632 w 3024845"/>
                <a:gd name="connsiteY46" fmla="*/ 606716 h 1087484"/>
                <a:gd name="connsiteX47" fmla="*/ 427632 w 3024845"/>
                <a:gd name="connsiteY47" fmla="*/ 614283 h 1087484"/>
                <a:gd name="connsiteX48" fmla="*/ 449925 w 3024845"/>
                <a:gd name="connsiteY48" fmla="*/ 614283 h 1087484"/>
                <a:gd name="connsiteX49" fmla="*/ 449925 w 3024845"/>
                <a:gd name="connsiteY49" fmla="*/ 612391 h 1087484"/>
                <a:gd name="connsiteX50" fmla="*/ 449925 w 3024845"/>
                <a:gd name="connsiteY50" fmla="*/ 599150 h 1087484"/>
                <a:gd name="connsiteX51" fmla="*/ 451699 w 3024845"/>
                <a:gd name="connsiteY51" fmla="*/ 599150 h 1087484"/>
                <a:gd name="connsiteX52" fmla="*/ 464112 w 3024845"/>
                <a:gd name="connsiteY52" fmla="*/ 599150 h 1087484"/>
                <a:gd name="connsiteX53" fmla="*/ 464112 w 3024845"/>
                <a:gd name="connsiteY53" fmla="*/ 622930 h 1087484"/>
                <a:gd name="connsiteX54" fmla="*/ 465126 w 3024845"/>
                <a:gd name="connsiteY54" fmla="*/ 622930 h 1087484"/>
                <a:gd name="connsiteX55" fmla="*/ 472219 w 3024845"/>
                <a:gd name="connsiteY55" fmla="*/ 622930 h 1087484"/>
                <a:gd name="connsiteX56" fmla="*/ 472219 w 3024845"/>
                <a:gd name="connsiteY56" fmla="*/ 621849 h 1087484"/>
                <a:gd name="connsiteX57" fmla="*/ 472219 w 3024845"/>
                <a:gd name="connsiteY57" fmla="*/ 614283 h 1087484"/>
                <a:gd name="connsiteX58" fmla="*/ 473992 w 3024845"/>
                <a:gd name="connsiteY58" fmla="*/ 614283 h 1087484"/>
                <a:gd name="connsiteX59" fmla="*/ 486406 w 3024845"/>
                <a:gd name="connsiteY59" fmla="*/ 614283 h 1087484"/>
                <a:gd name="connsiteX60" fmla="*/ 486406 w 3024845"/>
                <a:gd name="connsiteY60" fmla="*/ 640224 h 1087484"/>
                <a:gd name="connsiteX61" fmla="*/ 488433 w 3024845"/>
                <a:gd name="connsiteY61" fmla="*/ 640224 h 1087484"/>
                <a:gd name="connsiteX62" fmla="*/ 502619 w 3024845"/>
                <a:gd name="connsiteY62" fmla="*/ 640224 h 1087484"/>
                <a:gd name="connsiteX63" fmla="*/ 502619 w 3024845"/>
                <a:gd name="connsiteY63" fmla="*/ 641845 h 1087484"/>
                <a:gd name="connsiteX64" fmla="*/ 502619 w 3024845"/>
                <a:gd name="connsiteY64" fmla="*/ 653195 h 1087484"/>
                <a:gd name="connsiteX65" fmla="*/ 503379 w 3024845"/>
                <a:gd name="connsiteY65" fmla="*/ 653195 h 1087484"/>
                <a:gd name="connsiteX66" fmla="*/ 508700 w 3024845"/>
                <a:gd name="connsiteY66" fmla="*/ 653195 h 1087484"/>
                <a:gd name="connsiteX67" fmla="*/ 508700 w 3024845"/>
                <a:gd name="connsiteY67" fmla="*/ 652384 h 1087484"/>
                <a:gd name="connsiteX68" fmla="*/ 508700 w 3024845"/>
                <a:gd name="connsiteY68" fmla="*/ 646709 h 1087484"/>
                <a:gd name="connsiteX69" fmla="*/ 539100 w 3024845"/>
                <a:gd name="connsiteY69" fmla="*/ 646709 h 1087484"/>
                <a:gd name="connsiteX70" fmla="*/ 539100 w 3024845"/>
                <a:gd name="connsiteY70" fmla="*/ 670489 h 1087484"/>
                <a:gd name="connsiteX71" fmla="*/ 540113 w 3024845"/>
                <a:gd name="connsiteY71" fmla="*/ 670489 h 1087484"/>
                <a:gd name="connsiteX72" fmla="*/ 547207 w 3024845"/>
                <a:gd name="connsiteY72" fmla="*/ 670489 h 1087484"/>
                <a:gd name="connsiteX73" fmla="*/ 547207 w 3024845"/>
                <a:gd name="connsiteY73" fmla="*/ 671570 h 1087484"/>
                <a:gd name="connsiteX74" fmla="*/ 547207 w 3024845"/>
                <a:gd name="connsiteY74" fmla="*/ 679136 h 1087484"/>
                <a:gd name="connsiteX75" fmla="*/ 547967 w 3024845"/>
                <a:gd name="connsiteY75" fmla="*/ 679136 h 1087484"/>
                <a:gd name="connsiteX76" fmla="*/ 553287 w 3024845"/>
                <a:gd name="connsiteY76" fmla="*/ 679136 h 1087484"/>
                <a:gd name="connsiteX77" fmla="*/ 553287 w 3024845"/>
                <a:gd name="connsiteY77" fmla="*/ 676974 h 1087484"/>
                <a:gd name="connsiteX78" fmla="*/ 553287 w 3024845"/>
                <a:gd name="connsiteY78" fmla="*/ 661842 h 1087484"/>
                <a:gd name="connsiteX79" fmla="*/ 554300 w 3024845"/>
                <a:gd name="connsiteY79" fmla="*/ 661842 h 1087484"/>
                <a:gd name="connsiteX80" fmla="*/ 561394 w 3024845"/>
                <a:gd name="connsiteY80" fmla="*/ 661842 h 1087484"/>
                <a:gd name="connsiteX81" fmla="*/ 561394 w 3024845"/>
                <a:gd name="connsiteY81" fmla="*/ 662923 h 1087484"/>
                <a:gd name="connsiteX82" fmla="*/ 561394 w 3024845"/>
                <a:gd name="connsiteY82" fmla="*/ 670489 h 1087484"/>
                <a:gd name="connsiteX83" fmla="*/ 566714 w 3024845"/>
                <a:gd name="connsiteY83" fmla="*/ 668496 h 1087484"/>
                <a:gd name="connsiteX84" fmla="*/ 567474 w 3024845"/>
                <a:gd name="connsiteY84" fmla="*/ 667516 h 1087484"/>
                <a:gd name="connsiteX85" fmla="*/ 567474 w 3024845"/>
                <a:gd name="connsiteY85" fmla="*/ 661842 h 1087484"/>
                <a:gd name="connsiteX86" fmla="*/ 605981 w 3024845"/>
                <a:gd name="connsiteY86" fmla="*/ 661842 h 1087484"/>
                <a:gd name="connsiteX87" fmla="*/ 605981 w 3024845"/>
                <a:gd name="connsiteY87" fmla="*/ 685621 h 1087484"/>
                <a:gd name="connsiteX88" fmla="*/ 608007 w 3024845"/>
                <a:gd name="connsiteY88" fmla="*/ 685621 h 1087484"/>
                <a:gd name="connsiteX89" fmla="*/ 622194 w 3024845"/>
                <a:gd name="connsiteY89" fmla="*/ 685621 h 1087484"/>
                <a:gd name="connsiteX90" fmla="*/ 622194 w 3024845"/>
                <a:gd name="connsiteY90" fmla="*/ 686702 h 1087484"/>
                <a:gd name="connsiteX91" fmla="*/ 622194 w 3024845"/>
                <a:gd name="connsiteY91" fmla="*/ 694268 h 1087484"/>
                <a:gd name="connsiteX92" fmla="*/ 623968 w 3024845"/>
                <a:gd name="connsiteY92" fmla="*/ 694268 h 1087484"/>
                <a:gd name="connsiteX93" fmla="*/ 636381 w 3024845"/>
                <a:gd name="connsiteY93" fmla="*/ 694268 h 1087484"/>
                <a:gd name="connsiteX94" fmla="*/ 636381 w 3024845"/>
                <a:gd name="connsiteY94" fmla="*/ 670489 h 1087484"/>
                <a:gd name="connsiteX95" fmla="*/ 637394 w 3024845"/>
                <a:gd name="connsiteY95" fmla="*/ 670489 h 1087484"/>
                <a:gd name="connsiteX96" fmla="*/ 644488 w 3024845"/>
                <a:gd name="connsiteY96" fmla="*/ 670489 h 1087484"/>
                <a:gd name="connsiteX97" fmla="*/ 644488 w 3024845"/>
                <a:gd name="connsiteY97" fmla="*/ 638062 h 1087484"/>
                <a:gd name="connsiteX98" fmla="*/ 645501 w 3024845"/>
                <a:gd name="connsiteY98" fmla="*/ 638062 h 1087484"/>
                <a:gd name="connsiteX99" fmla="*/ 652595 w 3024845"/>
                <a:gd name="connsiteY99" fmla="*/ 638062 h 1087484"/>
                <a:gd name="connsiteX100" fmla="*/ 652595 w 3024845"/>
                <a:gd name="connsiteY100" fmla="*/ 636171 h 1087484"/>
                <a:gd name="connsiteX101" fmla="*/ 652595 w 3024845"/>
                <a:gd name="connsiteY101" fmla="*/ 622930 h 1087484"/>
                <a:gd name="connsiteX102" fmla="*/ 651328 w 3024845"/>
                <a:gd name="connsiteY102" fmla="*/ 621308 h 1087484"/>
                <a:gd name="connsiteX103" fmla="*/ 656648 w 3024845"/>
                <a:gd name="connsiteY103" fmla="*/ 609959 h 1087484"/>
                <a:gd name="connsiteX104" fmla="*/ 664755 w 3024845"/>
                <a:gd name="connsiteY104" fmla="*/ 638062 h 1087484"/>
                <a:gd name="connsiteX105" fmla="*/ 665515 w 3024845"/>
                <a:gd name="connsiteY105" fmla="*/ 638062 h 1087484"/>
                <a:gd name="connsiteX106" fmla="*/ 670835 w 3024845"/>
                <a:gd name="connsiteY106" fmla="*/ 638062 h 1087484"/>
                <a:gd name="connsiteX107" fmla="*/ 670835 w 3024845"/>
                <a:gd name="connsiteY107" fmla="*/ 532135 h 1087484"/>
                <a:gd name="connsiteX108" fmla="*/ 672355 w 3024845"/>
                <a:gd name="connsiteY108" fmla="*/ 532135 h 1087484"/>
                <a:gd name="connsiteX109" fmla="*/ 682995 w 3024845"/>
                <a:gd name="connsiteY109" fmla="*/ 532135 h 1087484"/>
                <a:gd name="connsiteX110" fmla="*/ 682995 w 3024845"/>
                <a:gd name="connsiteY110" fmla="*/ 484576 h 1087484"/>
                <a:gd name="connsiteX111" fmla="*/ 709342 w 3024845"/>
                <a:gd name="connsiteY111" fmla="*/ 484576 h 1087484"/>
                <a:gd name="connsiteX112" fmla="*/ 709342 w 3024845"/>
                <a:gd name="connsiteY112" fmla="*/ 462958 h 1087484"/>
                <a:gd name="connsiteX113" fmla="*/ 743796 w 3024845"/>
                <a:gd name="connsiteY113" fmla="*/ 462958 h 1087484"/>
                <a:gd name="connsiteX114" fmla="*/ 743796 w 3024845"/>
                <a:gd name="connsiteY114" fmla="*/ 465390 h 1087484"/>
                <a:gd name="connsiteX115" fmla="*/ 743796 w 3024845"/>
                <a:gd name="connsiteY115" fmla="*/ 482414 h 1087484"/>
                <a:gd name="connsiteX116" fmla="*/ 746076 w 3024845"/>
                <a:gd name="connsiteY116" fmla="*/ 482414 h 1087484"/>
                <a:gd name="connsiteX117" fmla="*/ 762036 w 3024845"/>
                <a:gd name="connsiteY117" fmla="*/ 482414 h 1087484"/>
                <a:gd name="connsiteX118" fmla="*/ 762036 w 3024845"/>
                <a:gd name="connsiteY118" fmla="*/ 529973 h 1087484"/>
                <a:gd name="connsiteX119" fmla="*/ 763049 w 3024845"/>
                <a:gd name="connsiteY119" fmla="*/ 529973 h 1087484"/>
                <a:gd name="connsiteX120" fmla="*/ 770143 w 3024845"/>
                <a:gd name="connsiteY120" fmla="*/ 529973 h 1087484"/>
                <a:gd name="connsiteX121" fmla="*/ 784330 w 3024845"/>
                <a:gd name="connsiteY121" fmla="*/ 534297 h 1087484"/>
                <a:gd name="connsiteX122" fmla="*/ 784330 w 3024845"/>
                <a:gd name="connsiteY122" fmla="*/ 573209 h 1087484"/>
                <a:gd name="connsiteX123" fmla="*/ 785343 w 3024845"/>
                <a:gd name="connsiteY123" fmla="*/ 573209 h 1087484"/>
                <a:gd name="connsiteX124" fmla="*/ 792436 w 3024845"/>
                <a:gd name="connsiteY124" fmla="*/ 573209 h 1087484"/>
                <a:gd name="connsiteX125" fmla="*/ 792436 w 3024845"/>
                <a:gd name="connsiteY125" fmla="*/ 574830 h 1087484"/>
                <a:gd name="connsiteX126" fmla="*/ 792436 w 3024845"/>
                <a:gd name="connsiteY126" fmla="*/ 586179 h 1087484"/>
                <a:gd name="connsiteX127" fmla="*/ 794463 w 3024845"/>
                <a:gd name="connsiteY127" fmla="*/ 586179 h 1087484"/>
                <a:gd name="connsiteX128" fmla="*/ 808650 w 3024845"/>
                <a:gd name="connsiteY128" fmla="*/ 586179 h 1087484"/>
                <a:gd name="connsiteX129" fmla="*/ 814730 w 3024845"/>
                <a:gd name="connsiteY129" fmla="*/ 592665 h 1087484"/>
                <a:gd name="connsiteX130" fmla="*/ 814730 w 3024845"/>
                <a:gd name="connsiteY130" fmla="*/ 614283 h 1087484"/>
                <a:gd name="connsiteX131" fmla="*/ 817010 w 3024845"/>
                <a:gd name="connsiteY131" fmla="*/ 614283 h 1087484"/>
                <a:gd name="connsiteX132" fmla="*/ 832970 w 3024845"/>
                <a:gd name="connsiteY132" fmla="*/ 614283 h 1087484"/>
                <a:gd name="connsiteX133" fmla="*/ 832970 w 3024845"/>
                <a:gd name="connsiteY133" fmla="*/ 615363 h 1087484"/>
                <a:gd name="connsiteX134" fmla="*/ 832970 w 3024845"/>
                <a:gd name="connsiteY134" fmla="*/ 622930 h 1087484"/>
                <a:gd name="connsiteX135" fmla="*/ 834237 w 3024845"/>
                <a:gd name="connsiteY135" fmla="*/ 622930 h 1087484"/>
                <a:gd name="connsiteX136" fmla="*/ 843104 w 3024845"/>
                <a:gd name="connsiteY136" fmla="*/ 622930 h 1087484"/>
                <a:gd name="connsiteX137" fmla="*/ 843104 w 3024845"/>
                <a:gd name="connsiteY137" fmla="*/ 625091 h 1087484"/>
                <a:gd name="connsiteX138" fmla="*/ 843104 w 3024845"/>
                <a:gd name="connsiteY138" fmla="*/ 640224 h 1087484"/>
                <a:gd name="connsiteX139" fmla="*/ 847157 w 3024845"/>
                <a:gd name="connsiteY139" fmla="*/ 638332 h 1087484"/>
                <a:gd name="connsiteX140" fmla="*/ 847157 w 3024845"/>
                <a:gd name="connsiteY140" fmla="*/ 625091 h 1087484"/>
                <a:gd name="connsiteX141" fmla="*/ 848170 w 3024845"/>
                <a:gd name="connsiteY141" fmla="*/ 625091 h 1087484"/>
                <a:gd name="connsiteX142" fmla="*/ 855264 w 3024845"/>
                <a:gd name="connsiteY142" fmla="*/ 625091 h 1087484"/>
                <a:gd name="connsiteX143" fmla="*/ 855264 w 3024845"/>
                <a:gd name="connsiteY143" fmla="*/ 626713 h 1087484"/>
                <a:gd name="connsiteX144" fmla="*/ 855264 w 3024845"/>
                <a:gd name="connsiteY144" fmla="*/ 638062 h 1087484"/>
                <a:gd name="connsiteX145" fmla="*/ 856024 w 3024845"/>
                <a:gd name="connsiteY145" fmla="*/ 638062 h 1087484"/>
                <a:gd name="connsiteX146" fmla="*/ 861344 w 3024845"/>
                <a:gd name="connsiteY146" fmla="*/ 638062 h 1087484"/>
                <a:gd name="connsiteX147" fmla="*/ 909984 w 3024845"/>
                <a:gd name="connsiteY147" fmla="*/ 633739 h 1087484"/>
                <a:gd name="connsiteX148" fmla="*/ 909984 w 3024845"/>
                <a:gd name="connsiteY148" fmla="*/ 635090 h 1087484"/>
                <a:gd name="connsiteX149" fmla="*/ 909984 w 3024845"/>
                <a:gd name="connsiteY149" fmla="*/ 644547 h 1087484"/>
                <a:gd name="connsiteX150" fmla="*/ 910744 w 3024845"/>
                <a:gd name="connsiteY150" fmla="*/ 644547 h 1087484"/>
                <a:gd name="connsiteX151" fmla="*/ 916065 w 3024845"/>
                <a:gd name="connsiteY151" fmla="*/ 644547 h 1087484"/>
                <a:gd name="connsiteX152" fmla="*/ 916065 w 3024845"/>
                <a:gd name="connsiteY152" fmla="*/ 646709 h 1087484"/>
                <a:gd name="connsiteX153" fmla="*/ 916065 w 3024845"/>
                <a:gd name="connsiteY153" fmla="*/ 661842 h 1087484"/>
                <a:gd name="connsiteX154" fmla="*/ 918091 w 3024845"/>
                <a:gd name="connsiteY154" fmla="*/ 660491 h 1087484"/>
                <a:gd name="connsiteX155" fmla="*/ 932278 w 3024845"/>
                <a:gd name="connsiteY155" fmla="*/ 651033 h 1087484"/>
                <a:gd name="connsiteX156" fmla="*/ 938358 w 3024845"/>
                <a:gd name="connsiteY156" fmla="*/ 609959 h 1087484"/>
                <a:gd name="connsiteX157" fmla="*/ 939118 w 3024845"/>
                <a:gd name="connsiteY157" fmla="*/ 609689 h 1087484"/>
                <a:gd name="connsiteX158" fmla="*/ 944438 w 3024845"/>
                <a:gd name="connsiteY158" fmla="*/ 607797 h 1087484"/>
                <a:gd name="connsiteX159" fmla="*/ 946465 w 3024845"/>
                <a:gd name="connsiteY159" fmla="*/ 538620 h 1087484"/>
                <a:gd name="connsiteX160" fmla="*/ 948492 w 3024845"/>
                <a:gd name="connsiteY160" fmla="*/ 607797 h 1087484"/>
                <a:gd name="connsiteX161" fmla="*/ 949252 w 3024845"/>
                <a:gd name="connsiteY161" fmla="*/ 608067 h 1087484"/>
                <a:gd name="connsiteX162" fmla="*/ 954572 w 3024845"/>
                <a:gd name="connsiteY162" fmla="*/ 609959 h 1087484"/>
                <a:gd name="connsiteX163" fmla="*/ 954572 w 3024845"/>
                <a:gd name="connsiteY163" fmla="*/ 523488 h 1087484"/>
                <a:gd name="connsiteX164" fmla="*/ 958625 w 3024845"/>
                <a:gd name="connsiteY164" fmla="*/ 491061 h 1087484"/>
                <a:gd name="connsiteX165" fmla="*/ 997132 w 3024845"/>
                <a:gd name="connsiteY165" fmla="*/ 491061 h 1087484"/>
                <a:gd name="connsiteX166" fmla="*/ 997132 w 3024845"/>
                <a:gd name="connsiteY166" fmla="*/ 523488 h 1087484"/>
                <a:gd name="connsiteX167" fmla="*/ 997892 w 3024845"/>
                <a:gd name="connsiteY167" fmla="*/ 523488 h 1087484"/>
                <a:gd name="connsiteX168" fmla="*/ 1003212 w 3024845"/>
                <a:gd name="connsiteY168" fmla="*/ 523488 h 1087484"/>
                <a:gd name="connsiteX169" fmla="*/ 1003212 w 3024845"/>
                <a:gd name="connsiteY169" fmla="*/ 441340 h 1087484"/>
                <a:gd name="connsiteX170" fmla="*/ 1004986 w 3024845"/>
                <a:gd name="connsiteY170" fmla="*/ 441340 h 1087484"/>
                <a:gd name="connsiteX171" fmla="*/ 1017399 w 3024845"/>
                <a:gd name="connsiteY171" fmla="*/ 441340 h 1087484"/>
                <a:gd name="connsiteX172" fmla="*/ 1017399 w 3024845"/>
                <a:gd name="connsiteY172" fmla="*/ 439449 h 1087484"/>
                <a:gd name="connsiteX173" fmla="*/ 1017399 w 3024845"/>
                <a:gd name="connsiteY173" fmla="*/ 426208 h 1087484"/>
                <a:gd name="connsiteX174" fmla="*/ 1039693 w 3024845"/>
                <a:gd name="connsiteY174" fmla="*/ 426208 h 1087484"/>
                <a:gd name="connsiteX175" fmla="*/ 1039693 w 3024845"/>
                <a:gd name="connsiteY175" fmla="*/ 425127 h 1087484"/>
                <a:gd name="connsiteX176" fmla="*/ 1039693 w 3024845"/>
                <a:gd name="connsiteY176" fmla="*/ 417561 h 1087484"/>
                <a:gd name="connsiteX177" fmla="*/ 1041466 w 3024845"/>
                <a:gd name="connsiteY177" fmla="*/ 417561 h 1087484"/>
                <a:gd name="connsiteX178" fmla="*/ 1053880 w 3024845"/>
                <a:gd name="connsiteY178" fmla="*/ 417561 h 1087484"/>
                <a:gd name="connsiteX179" fmla="*/ 1053880 w 3024845"/>
                <a:gd name="connsiteY179" fmla="*/ 418642 h 1087484"/>
                <a:gd name="connsiteX180" fmla="*/ 1053880 w 3024845"/>
                <a:gd name="connsiteY180" fmla="*/ 426208 h 1087484"/>
                <a:gd name="connsiteX181" fmla="*/ 1054640 w 3024845"/>
                <a:gd name="connsiteY181" fmla="*/ 426208 h 1087484"/>
                <a:gd name="connsiteX182" fmla="*/ 1059960 w 3024845"/>
                <a:gd name="connsiteY182" fmla="*/ 426208 h 1087484"/>
                <a:gd name="connsiteX183" fmla="*/ 1070093 w 3024845"/>
                <a:gd name="connsiteY183" fmla="*/ 421884 h 1087484"/>
                <a:gd name="connsiteX184" fmla="*/ 1074146 w 3024845"/>
                <a:gd name="connsiteY184" fmla="*/ 425127 h 1087484"/>
                <a:gd name="connsiteX185" fmla="*/ 1074146 w 3024845"/>
                <a:gd name="connsiteY185" fmla="*/ 417561 h 1087484"/>
                <a:gd name="connsiteX186" fmla="*/ 1076426 w 3024845"/>
                <a:gd name="connsiteY186" fmla="*/ 417561 h 1087484"/>
                <a:gd name="connsiteX187" fmla="*/ 1092387 w 3024845"/>
                <a:gd name="connsiteY187" fmla="*/ 417561 h 1087484"/>
                <a:gd name="connsiteX188" fmla="*/ 1092387 w 3024845"/>
                <a:gd name="connsiteY188" fmla="*/ 418642 h 1087484"/>
                <a:gd name="connsiteX189" fmla="*/ 1092387 w 3024845"/>
                <a:gd name="connsiteY189" fmla="*/ 426208 h 1087484"/>
                <a:gd name="connsiteX190" fmla="*/ 1122787 w 3024845"/>
                <a:gd name="connsiteY190" fmla="*/ 426208 h 1087484"/>
                <a:gd name="connsiteX191" fmla="*/ 1122787 w 3024845"/>
                <a:gd name="connsiteY191" fmla="*/ 427829 h 1087484"/>
                <a:gd name="connsiteX192" fmla="*/ 1122787 w 3024845"/>
                <a:gd name="connsiteY192" fmla="*/ 439179 h 1087484"/>
                <a:gd name="connsiteX193" fmla="*/ 1149134 w 3024845"/>
                <a:gd name="connsiteY193" fmla="*/ 439179 h 1087484"/>
                <a:gd name="connsiteX194" fmla="*/ 1149134 w 3024845"/>
                <a:gd name="connsiteY194" fmla="*/ 469443 h 1087484"/>
                <a:gd name="connsiteX195" fmla="*/ 1149894 w 3024845"/>
                <a:gd name="connsiteY195" fmla="*/ 469443 h 1087484"/>
                <a:gd name="connsiteX196" fmla="*/ 1155214 w 3024845"/>
                <a:gd name="connsiteY196" fmla="*/ 469443 h 1087484"/>
                <a:gd name="connsiteX197" fmla="*/ 1155214 w 3024845"/>
                <a:gd name="connsiteY197" fmla="*/ 470524 h 1087484"/>
                <a:gd name="connsiteX198" fmla="*/ 1155214 w 3024845"/>
                <a:gd name="connsiteY198" fmla="*/ 478091 h 1087484"/>
                <a:gd name="connsiteX199" fmla="*/ 1159268 w 3024845"/>
                <a:gd name="connsiteY199" fmla="*/ 508355 h 1087484"/>
                <a:gd name="connsiteX200" fmla="*/ 1160028 w 3024845"/>
                <a:gd name="connsiteY200" fmla="*/ 508355 h 1087484"/>
                <a:gd name="connsiteX201" fmla="*/ 1165348 w 3024845"/>
                <a:gd name="connsiteY201" fmla="*/ 508355 h 1087484"/>
                <a:gd name="connsiteX202" fmla="*/ 1165348 w 3024845"/>
                <a:gd name="connsiteY202" fmla="*/ 509166 h 1087484"/>
                <a:gd name="connsiteX203" fmla="*/ 1165348 w 3024845"/>
                <a:gd name="connsiteY203" fmla="*/ 514841 h 1087484"/>
                <a:gd name="connsiteX204" fmla="*/ 1166361 w 3024845"/>
                <a:gd name="connsiteY204" fmla="*/ 514841 h 1087484"/>
                <a:gd name="connsiteX205" fmla="*/ 1173454 w 3024845"/>
                <a:gd name="connsiteY205" fmla="*/ 514841 h 1087484"/>
                <a:gd name="connsiteX206" fmla="*/ 1173454 w 3024845"/>
                <a:gd name="connsiteY206" fmla="*/ 545106 h 1087484"/>
                <a:gd name="connsiteX207" fmla="*/ 1175481 w 3024845"/>
                <a:gd name="connsiteY207" fmla="*/ 545106 h 1087484"/>
                <a:gd name="connsiteX208" fmla="*/ 1189668 w 3024845"/>
                <a:gd name="connsiteY208" fmla="*/ 545106 h 1087484"/>
                <a:gd name="connsiteX209" fmla="*/ 1189668 w 3024845"/>
                <a:gd name="connsiteY209" fmla="*/ 568885 h 1087484"/>
                <a:gd name="connsiteX210" fmla="*/ 1191695 w 3024845"/>
                <a:gd name="connsiteY210" fmla="*/ 570506 h 1087484"/>
                <a:gd name="connsiteX211" fmla="*/ 1191695 w 3024845"/>
                <a:gd name="connsiteY211" fmla="*/ 581856 h 1087484"/>
                <a:gd name="connsiteX212" fmla="*/ 1192455 w 3024845"/>
                <a:gd name="connsiteY212" fmla="*/ 581856 h 1087484"/>
                <a:gd name="connsiteX213" fmla="*/ 1197775 w 3024845"/>
                <a:gd name="connsiteY213" fmla="*/ 581856 h 1087484"/>
                <a:gd name="connsiteX214" fmla="*/ 1197775 w 3024845"/>
                <a:gd name="connsiteY214" fmla="*/ 605635 h 1087484"/>
                <a:gd name="connsiteX215" fmla="*/ 1199041 w 3024845"/>
                <a:gd name="connsiteY215" fmla="*/ 605635 h 1087484"/>
                <a:gd name="connsiteX216" fmla="*/ 1207908 w 3024845"/>
                <a:gd name="connsiteY216" fmla="*/ 605635 h 1087484"/>
                <a:gd name="connsiteX217" fmla="*/ 1209935 w 3024845"/>
                <a:gd name="connsiteY217" fmla="*/ 609689 h 1087484"/>
                <a:gd name="connsiteX218" fmla="*/ 1209935 w 3024845"/>
                <a:gd name="connsiteY218" fmla="*/ 622930 h 1087484"/>
                <a:gd name="connsiteX219" fmla="*/ 1211455 w 3024845"/>
                <a:gd name="connsiteY219" fmla="*/ 621038 h 1087484"/>
                <a:gd name="connsiteX220" fmla="*/ 1222095 w 3024845"/>
                <a:gd name="connsiteY220" fmla="*/ 607797 h 1087484"/>
                <a:gd name="connsiteX221" fmla="*/ 1250469 w 3024845"/>
                <a:gd name="connsiteY221" fmla="*/ 607797 h 1087484"/>
                <a:gd name="connsiteX222" fmla="*/ 1250469 w 3024845"/>
                <a:gd name="connsiteY222" fmla="*/ 694268 h 1087484"/>
                <a:gd name="connsiteX223" fmla="*/ 1251229 w 3024845"/>
                <a:gd name="connsiteY223" fmla="*/ 694268 h 1087484"/>
                <a:gd name="connsiteX224" fmla="*/ 1256549 w 3024845"/>
                <a:gd name="connsiteY224" fmla="*/ 694268 h 1087484"/>
                <a:gd name="connsiteX225" fmla="*/ 1257309 w 3024845"/>
                <a:gd name="connsiteY225" fmla="*/ 692917 h 1087484"/>
                <a:gd name="connsiteX226" fmla="*/ 1262629 w 3024845"/>
                <a:gd name="connsiteY226" fmla="*/ 683459 h 1087484"/>
                <a:gd name="connsiteX227" fmla="*/ 1262629 w 3024845"/>
                <a:gd name="connsiteY227" fmla="*/ 685351 h 1087484"/>
                <a:gd name="connsiteX228" fmla="*/ 1262629 w 3024845"/>
                <a:gd name="connsiteY228" fmla="*/ 698592 h 1087484"/>
                <a:gd name="connsiteX229" fmla="*/ 1266682 w 3024845"/>
                <a:gd name="connsiteY229" fmla="*/ 653195 h 1087484"/>
                <a:gd name="connsiteX230" fmla="*/ 1267442 w 3024845"/>
                <a:gd name="connsiteY230" fmla="*/ 653195 h 1087484"/>
                <a:gd name="connsiteX231" fmla="*/ 1272762 w 3024845"/>
                <a:gd name="connsiteY231" fmla="*/ 653195 h 1087484"/>
                <a:gd name="connsiteX232" fmla="*/ 1272762 w 3024845"/>
                <a:gd name="connsiteY232" fmla="*/ 588341 h 1087484"/>
                <a:gd name="connsiteX233" fmla="*/ 1273776 w 3024845"/>
                <a:gd name="connsiteY233" fmla="*/ 588341 h 1087484"/>
                <a:gd name="connsiteX234" fmla="*/ 1280869 w 3024845"/>
                <a:gd name="connsiteY234" fmla="*/ 588341 h 1087484"/>
                <a:gd name="connsiteX235" fmla="*/ 1293029 w 3024845"/>
                <a:gd name="connsiteY235" fmla="*/ 545106 h 1087484"/>
                <a:gd name="connsiteX236" fmla="*/ 1294296 w 3024845"/>
                <a:gd name="connsiteY236" fmla="*/ 545106 h 1087484"/>
                <a:gd name="connsiteX237" fmla="*/ 1303163 w 3024845"/>
                <a:gd name="connsiteY237" fmla="*/ 545106 h 1087484"/>
                <a:gd name="connsiteX238" fmla="*/ 1313296 w 3024845"/>
                <a:gd name="connsiteY238" fmla="*/ 588341 h 1087484"/>
                <a:gd name="connsiteX239" fmla="*/ 1314309 w 3024845"/>
                <a:gd name="connsiteY239" fmla="*/ 588341 h 1087484"/>
                <a:gd name="connsiteX240" fmla="*/ 1321403 w 3024845"/>
                <a:gd name="connsiteY240" fmla="*/ 588341 h 1087484"/>
                <a:gd name="connsiteX241" fmla="*/ 1321403 w 3024845"/>
                <a:gd name="connsiteY241" fmla="*/ 627253 h 1087484"/>
                <a:gd name="connsiteX242" fmla="*/ 1323176 w 3024845"/>
                <a:gd name="connsiteY242" fmla="*/ 627253 h 1087484"/>
                <a:gd name="connsiteX243" fmla="*/ 1335590 w 3024845"/>
                <a:gd name="connsiteY243" fmla="*/ 627253 h 1087484"/>
                <a:gd name="connsiteX244" fmla="*/ 1335590 w 3024845"/>
                <a:gd name="connsiteY244" fmla="*/ 629415 h 1087484"/>
                <a:gd name="connsiteX245" fmla="*/ 1335590 w 3024845"/>
                <a:gd name="connsiteY245" fmla="*/ 644547 h 1087484"/>
                <a:gd name="connsiteX246" fmla="*/ 1339643 w 3024845"/>
                <a:gd name="connsiteY246" fmla="*/ 642386 h 1087484"/>
                <a:gd name="connsiteX247" fmla="*/ 1339643 w 3024845"/>
                <a:gd name="connsiteY247" fmla="*/ 627253 h 1087484"/>
                <a:gd name="connsiteX248" fmla="*/ 1341163 w 3024845"/>
                <a:gd name="connsiteY248" fmla="*/ 627253 h 1087484"/>
                <a:gd name="connsiteX249" fmla="*/ 1351803 w 3024845"/>
                <a:gd name="connsiteY249" fmla="*/ 627253 h 1087484"/>
                <a:gd name="connsiteX250" fmla="*/ 1351803 w 3024845"/>
                <a:gd name="connsiteY250" fmla="*/ 628874 h 1087484"/>
                <a:gd name="connsiteX251" fmla="*/ 1351803 w 3024845"/>
                <a:gd name="connsiteY251" fmla="*/ 640224 h 1087484"/>
                <a:gd name="connsiteX252" fmla="*/ 1382204 w 3024845"/>
                <a:gd name="connsiteY252" fmla="*/ 640224 h 1087484"/>
                <a:gd name="connsiteX253" fmla="*/ 1382204 w 3024845"/>
                <a:gd name="connsiteY253" fmla="*/ 603474 h 1087484"/>
                <a:gd name="connsiteX254" fmla="*/ 1383470 w 3024845"/>
                <a:gd name="connsiteY254" fmla="*/ 603474 h 1087484"/>
                <a:gd name="connsiteX255" fmla="*/ 1392337 w 3024845"/>
                <a:gd name="connsiteY255" fmla="*/ 603474 h 1087484"/>
                <a:gd name="connsiteX256" fmla="*/ 1392337 w 3024845"/>
                <a:gd name="connsiteY256" fmla="*/ 625091 h 1087484"/>
                <a:gd name="connsiteX257" fmla="*/ 1394364 w 3024845"/>
                <a:gd name="connsiteY257" fmla="*/ 592665 h 1087484"/>
                <a:gd name="connsiteX258" fmla="*/ 1416657 w 3024845"/>
                <a:gd name="connsiteY258" fmla="*/ 592665 h 1087484"/>
                <a:gd name="connsiteX259" fmla="*/ 1416657 w 3024845"/>
                <a:gd name="connsiteY259" fmla="*/ 591043 h 1087484"/>
                <a:gd name="connsiteX260" fmla="*/ 1416657 w 3024845"/>
                <a:gd name="connsiteY260" fmla="*/ 579694 h 1087484"/>
                <a:gd name="connsiteX261" fmla="*/ 1417417 w 3024845"/>
                <a:gd name="connsiteY261" fmla="*/ 579694 h 1087484"/>
                <a:gd name="connsiteX262" fmla="*/ 1422737 w 3024845"/>
                <a:gd name="connsiteY262" fmla="*/ 579694 h 1087484"/>
                <a:gd name="connsiteX263" fmla="*/ 1422737 w 3024845"/>
                <a:gd name="connsiteY263" fmla="*/ 577803 h 1087484"/>
                <a:gd name="connsiteX264" fmla="*/ 1422737 w 3024845"/>
                <a:gd name="connsiteY264" fmla="*/ 564562 h 1087484"/>
                <a:gd name="connsiteX265" fmla="*/ 1426791 w 3024845"/>
                <a:gd name="connsiteY265" fmla="*/ 571047 h 1087484"/>
                <a:gd name="connsiteX266" fmla="*/ 1429071 w 3024845"/>
                <a:gd name="connsiteY266" fmla="*/ 571047 h 1087484"/>
                <a:gd name="connsiteX267" fmla="*/ 1445031 w 3024845"/>
                <a:gd name="connsiteY267" fmla="*/ 571047 h 1087484"/>
                <a:gd name="connsiteX268" fmla="*/ 1445031 w 3024845"/>
                <a:gd name="connsiteY268" fmla="*/ 570236 h 1087484"/>
                <a:gd name="connsiteX269" fmla="*/ 1445031 w 3024845"/>
                <a:gd name="connsiteY269" fmla="*/ 564562 h 1087484"/>
                <a:gd name="connsiteX270" fmla="*/ 1445791 w 3024845"/>
                <a:gd name="connsiteY270" fmla="*/ 564562 h 1087484"/>
                <a:gd name="connsiteX271" fmla="*/ 1451111 w 3024845"/>
                <a:gd name="connsiteY271" fmla="*/ 564562 h 1087484"/>
                <a:gd name="connsiteX272" fmla="*/ 1451111 w 3024845"/>
                <a:gd name="connsiteY272" fmla="*/ 565913 h 1087484"/>
                <a:gd name="connsiteX273" fmla="*/ 1451111 w 3024845"/>
                <a:gd name="connsiteY273" fmla="*/ 575371 h 1087484"/>
                <a:gd name="connsiteX274" fmla="*/ 1489618 w 3024845"/>
                <a:gd name="connsiteY274" fmla="*/ 575371 h 1087484"/>
                <a:gd name="connsiteX275" fmla="*/ 1489618 w 3024845"/>
                <a:gd name="connsiteY275" fmla="*/ 713724 h 1087484"/>
                <a:gd name="connsiteX276" fmla="*/ 1491138 w 3024845"/>
                <a:gd name="connsiteY276" fmla="*/ 713724 h 1087484"/>
                <a:gd name="connsiteX277" fmla="*/ 1501778 w 3024845"/>
                <a:gd name="connsiteY277" fmla="*/ 713724 h 1087484"/>
                <a:gd name="connsiteX278" fmla="*/ 1501778 w 3024845"/>
                <a:gd name="connsiteY278" fmla="*/ 700754 h 1087484"/>
                <a:gd name="connsiteX279" fmla="*/ 1505832 w 3024845"/>
                <a:gd name="connsiteY279" fmla="*/ 700754 h 1087484"/>
                <a:gd name="connsiteX280" fmla="*/ 1505832 w 3024845"/>
                <a:gd name="connsiteY280" fmla="*/ 713724 h 1087484"/>
                <a:gd name="connsiteX281" fmla="*/ 1536232 w 3024845"/>
                <a:gd name="connsiteY281" fmla="*/ 713724 h 1087484"/>
                <a:gd name="connsiteX282" fmla="*/ 1536232 w 3024845"/>
                <a:gd name="connsiteY282" fmla="*/ 683459 h 1087484"/>
                <a:gd name="connsiteX283" fmla="*/ 1548392 w 3024845"/>
                <a:gd name="connsiteY283" fmla="*/ 683459 h 1087484"/>
                <a:gd name="connsiteX284" fmla="*/ 1560552 w 3024845"/>
                <a:gd name="connsiteY284" fmla="*/ 681298 h 1087484"/>
                <a:gd name="connsiteX285" fmla="*/ 1564606 w 3024845"/>
                <a:gd name="connsiteY285" fmla="*/ 683459 h 1087484"/>
                <a:gd name="connsiteX286" fmla="*/ 1574739 w 3024845"/>
                <a:gd name="connsiteY286" fmla="*/ 683459 h 1087484"/>
                <a:gd name="connsiteX287" fmla="*/ 1574739 w 3024845"/>
                <a:gd name="connsiteY287" fmla="*/ 713724 h 1087484"/>
                <a:gd name="connsiteX288" fmla="*/ 1582846 w 3024845"/>
                <a:gd name="connsiteY288" fmla="*/ 713724 h 1087484"/>
                <a:gd name="connsiteX289" fmla="*/ 1582846 w 3024845"/>
                <a:gd name="connsiteY289" fmla="*/ 731019 h 1087484"/>
                <a:gd name="connsiteX290" fmla="*/ 1592182 w 3024845"/>
                <a:gd name="connsiteY290" fmla="*/ 731924 h 1087484"/>
                <a:gd name="connsiteX291" fmla="*/ 1605140 w 3024845"/>
                <a:gd name="connsiteY291" fmla="*/ 731924 h 1087484"/>
                <a:gd name="connsiteX292" fmla="*/ 1605140 w 3024845"/>
                <a:gd name="connsiteY292" fmla="*/ 715886 h 1087484"/>
                <a:gd name="connsiteX293" fmla="*/ 1673096 w 3024845"/>
                <a:gd name="connsiteY293" fmla="*/ 715886 h 1087484"/>
                <a:gd name="connsiteX294" fmla="*/ 1673096 w 3024845"/>
                <a:gd name="connsiteY294" fmla="*/ 630633 h 1087484"/>
                <a:gd name="connsiteX295" fmla="*/ 1745104 w 3024845"/>
                <a:gd name="connsiteY295" fmla="*/ 630633 h 1087484"/>
                <a:gd name="connsiteX296" fmla="*/ 1745104 w 3024845"/>
                <a:gd name="connsiteY296" fmla="*/ 709401 h 1087484"/>
                <a:gd name="connsiteX297" fmla="*/ 1747008 w 3024845"/>
                <a:gd name="connsiteY297" fmla="*/ 709401 h 1087484"/>
                <a:gd name="connsiteX298" fmla="*/ 1748250 w 3024845"/>
                <a:gd name="connsiteY298" fmla="*/ 731924 h 1087484"/>
                <a:gd name="connsiteX299" fmla="*/ 1757926 w 3024845"/>
                <a:gd name="connsiteY299" fmla="*/ 731924 h 1087484"/>
                <a:gd name="connsiteX300" fmla="*/ 1759168 w 3024845"/>
                <a:gd name="connsiteY300" fmla="*/ 709401 h 1087484"/>
                <a:gd name="connsiteX301" fmla="*/ 1765248 w 3024845"/>
                <a:gd name="connsiteY301" fmla="*/ 709401 h 1087484"/>
                <a:gd name="connsiteX302" fmla="*/ 1766490 w 3024845"/>
                <a:gd name="connsiteY302" fmla="*/ 731924 h 1087484"/>
                <a:gd name="connsiteX303" fmla="*/ 1817112 w 3024845"/>
                <a:gd name="connsiteY303" fmla="*/ 731924 h 1087484"/>
                <a:gd name="connsiteX304" fmla="*/ 1817112 w 3024845"/>
                <a:gd name="connsiteY304" fmla="*/ 568896 h 1087484"/>
                <a:gd name="connsiteX305" fmla="*/ 2014439 w 3024845"/>
                <a:gd name="connsiteY305" fmla="*/ 568896 h 1087484"/>
                <a:gd name="connsiteX306" fmla="*/ 2014439 w 3024845"/>
                <a:gd name="connsiteY306" fmla="*/ 731924 h 1087484"/>
                <a:gd name="connsiteX307" fmla="*/ 2033136 w 3024845"/>
                <a:gd name="connsiteY307" fmla="*/ 731924 h 1087484"/>
                <a:gd name="connsiteX308" fmla="*/ 2033136 w 3024845"/>
                <a:gd name="connsiteY308" fmla="*/ 649231 h 1087484"/>
                <a:gd name="connsiteX309" fmla="*/ 2128256 w 3024845"/>
                <a:gd name="connsiteY309" fmla="*/ 649231 h 1087484"/>
                <a:gd name="connsiteX310" fmla="*/ 2146266 w 3024845"/>
                <a:gd name="connsiteY310" fmla="*/ 160309 h 1087484"/>
                <a:gd name="connsiteX311" fmla="*/ 2150320 w 3024845"/>
                <a:gd name="connsiteY311" fmla="*/ 88970 h 1087484"/>
                <a:gd name="connsiteX312" fmla="*/ 2152346 w 3024845"/>
                <a:gd name="connsiteY312" fmla="*/ 28441 h 1087484"/>
                <a:gd name="connsiteX313" fmla="*/ 2180720 w 3024845"/>
                <a:gd name="connsiteY313" fmla="*/ 584018 h 1087484"/>
                <a:gd name="connsiteX314" fmla="*/ 2245574 w 3024845"/>
                <a:gd name="connsiteY314" fmla="*/ 584018 h 1087484"/>
                <a:gd name="connsiteX315" fmla="*/ 2245574 w 3024845"/>
                <a:gd name="connsiteY315" fmla="*/ 659680 h 1087484"/>
                <a:gd name="connsiteX316" fmla="*/ 2253681 w 3024845"/>
                <a:gd name="connsiteY316" fmla="*/ 659680 h 1087484"/>
                <a:gd name="connsiteX317" fmla="*/ 2255708 w 3024845"/>
                <a:gd name="connsiteY317" fmla="*/ 653195 h 1087484"/>
                <a:gd name="connsiteX318" fmla="*/ 2261788 w 3024845"/>
                <a:gd name="connsiteY318" fmla="*/ 653195 h 1087484"/>
                <a:gd name="connsiteX319" fmla="*/ 2263815 w 3024845"/>
                <a:gd name="connsiteY319" fmla="*/ 661842 h 1087484"/>
                <a:gd name="connsiteX320" fmla="*/ 2275975 w 3024845"/>
                <a:gd name="connsiteY320" fmla="*/ 661842 h 1087484"/>
                <a:gd name="connsiteX321" fmla="*/ 2275975 w 3024845"/>
                <a:gd name="connsiteY321" fmla="*/ 655356 h 1087484"/>
                <a:gd name="connsiteX322" fmla="*/ 2298268 w 3024845"/>
                <a:gd name="connsiteY322" fmla="*/ 655356 h 1087484"/>
                <a:gd name="connsiteX323" fmla="*/ 2298268 w 3024845"/>
                <a:gd name="connsiteY323" fmla="*/ 661842 h 1087484"/>
                <a:gd name="connsiteX324" fmla="*/ 2318535 w 3024845"/>
                <a:gd name="connsiteY324" fmla="*/ 661842 h 1087484"/>
                <a:gd name="connsiteX325" fmla="*/ 2318535 w 3024845"/>
                <a:gd name="connsiteY325" fmla="*/ 707239 h 1087484"/>
                <a:gd name="connsiteX326" fmla="*/ 2332722 w 3024845"/>
                <a:gd name="connsiteY326" fmla="*/ 707239 h 1087484"/>
                <a:gd name="connsiteX327" fmla="*/ 2332722 w 3024845"/>
                <a:gd name="connsiteY327" fmla="*/ 694268 h 1087484"/>
                <a:gd name="connsiteX328" fmla="*/ 2348936 w 3024845"/>
                <a:gd name="connsiteY328" fmla="*/ 694268 h 1087484"/>
                <a:gd name="connsiteX329" fmla="*/ 2348936 w 3024845"/>
                <a:gd name="connsiteY329" fmla="*/ 514841 h 1087484"/>
                <a:gd name="connsiteX330" fmla="*/ 2355016 w 3024845"/>
                <a:gd name="connsiteY330" fmla="*/ 508355 h 1087484"/>
                <a:gd name="connsiteX331" fmla="*/ 2427977 w 3024845"/>
                <a:gd name="connsiteY331" fmla="*/ 508355 h 1087484"/>
                <a:gd name="connsiteX332" fmla="*/ 2427977 w 3024845"/>
                <a:gd name="connsiteY332" fmla="*/ 517003 h 1087484"/>
                <a:gd name="connsiteX333" fmla="*/ 2438110 w 3024845"/>
                <a:gd name="connsiteY333" fmla="*/ 517003 h 1087484"/>
                <a:gd name="connsiteX334" fmla="*/ 2438110 w 3024845"/>
                <a:gd name="connsiteY334" fmla="*/ 631577 h 1087484"/>
                <a:gd name="connsiteX335" fmla="*/ 2460404 w 3024845"/>
                <a:gd name="connsiteY335" fmla="*/ 631577 h 1087484"/>
                <a:gd name="connsiteX336" fmla="*/ 2460404 w 3024845"/>
                <a:gd name="connsiteY336" fmla="*/ 564562 h 1087484"/>
                <a:gd name="connsiteX337" fmla="*/ 2486751 w 3024845"/>
                <a:gd name="connsiteY337" fmla="*/ 564562 h 1087484"/>
                <a:gd name="connsiteX338" fmla="*/ 2490804 w 3024845"/>
                <a:gd name="connsiteY338" fmla="*/ 560238 h 1087484"/>
                <a:gd name="connsiteX339" fmla="*/ 2498911 w 3024845"/>
                <a:gd name="connsiteY339" fmla="*/ 560238 h 1087484"/>
                <a:gd name="connsiteX340" fmla="*/ 2502964 w 3024845"/>
                <a:gd name="connsiteY340" fmla="*/ 564562 h 1087484"/>
                <a:gd name="connsiteX341" fmla="*/ 2525258 w 3024845"/>
                <a:gd name="connsiteY341" fmla="*/ 564562 h 1087484"/>
                <a:gd name="connsiteX342" fmla="*/ 2525258 w 3024845"/>
                <a:gd name="connsiteY342" fmla="*/ 447826 h 1087484"/>
                <a:gd name="connsiteX343" fmla="*/ 2582005 w 3024845"/>
                <a:gd name="connsiteY343" fmla="*/ 437017 h 1087484"/>
                <a:gd name="connsiteX344" fmla="*/ 2582005 w 3024845"/>
                <a:gd name="connsiteY344" fmla="*/ 438098 h 1087484"/>
                <a:gd name="connsiteX345" fmla="*/ 2582005 w 3024845"/>
                <a:gd name="connsiteY345" fmla="*/ 445664 h 1087484"/>
                <a:gd name="connsiteX346" fmla="*/ 2608352 w 3024845"/>
                <a:gd name="connsiteY346" fmla="*/ 445664 h 1087484"/>
                <a:gd name="connsiteX347" fmla="*/ 2608352 w 3024845"/>
                <a:gd name="connsiteY347" fmla="*/ 700754 h 1087484"/>
                <a:gd name="connsiteX348" fmla="*/ 2630646 w 3024845"/>
                <a:gd name="connsiteY348" fmla="*/ 700754 h 1087484"/>
                <a:gd name="connsiteX349" fmla="*/ 2630646 w 3024845"/>
                <a:gd name="connsiteY349" fmla="*/ 696430 h 1087484"/>
                <a:gd name="connsiteX350" fmla="*/ 2642806 w 3024845"/>
                <a:gd name="connsiteY350" fmla="*/ 696430 h 1087484"/>
                <a:gd name="connsiteX351" fmla="*/ 2642806 w 3024845"/>
                <a:gd name="connsiteY351" fmla="*/ 700754 h 1087484"/>
                <a:gd name="connsiteX352" fmla="*/ 2667126 w 3024845"/>
                <a:gd name="connsiteY352" fmla="*/ 700754 h 1087484"/>
                <a:gd name="connsiteX353" fmla="*/ 2667126 w 3024845"/>
                <a:gd name="connsiteY353" fmla="*/ 687783 h 1087484"/>
                <a:gd name="connsiteX354" fmla="*/ 2695500 w 3024845"/>
                <a:gd name="connsiteY354" fmla="*/ 687783 h 1087484"/>
                <a:gd name="connsiteX355" fmla="*/ 2707660 w 3024845"/>
                <a:gd name="connsiteY355" fmla="*/ 683459 h 1087484"/>
                <a:gd name="connsiteX356" fmla="*/ 2727927 w 3024845"/>
                <a:gd name="connsiteY356" fmla="*/ 687783 h 1087484"/>
                <a:gd name="connsiteX357" fmla="*/ 2727927 w 3024845"/>
                <a:gd name="connsiteY357" fmla="*/ 670489 h 1087484"/>
                <a:gd name="connsiteX358" fmla="*/ 2736034 w 3024845"/>
                <a:gd name="connsiteY358" fmla="*/ 670489 h 1087484"/>
                <a:gd name="connsiteX359" fmla="*/ 2736034 w 3024845"/>
                <a:gd name="connsiteY359" fmla="*/ 657518 h 1087484"/>
                <a:gd name="connsiteX360" fmla="*/ 2792781 w 3024845"/>
                <a:gd name="connsiteY360" fmla="*/ 657518 h 1087484"/>
                <a:gd name="connsiteX361" fmla="*/ 2792781 w 3024845"/>
                <a:gd name="connsiteY361" fmla="*/ 627253 h 1087484"/>
                <a:gd name="connsiteX362" fmla="*/ 2811021 w 3024845"/>
                <a:gd name="connsiteY362" fmla="*/ 627253 h 1087484"/>
                <a:gd name="connsiteX363" fmla="*/ 2811021 w 3024845"/>
                <a:gd name="connsiteY363" fmla="*/ 620768 h 1087484"/>
                <a:gd name="connsiteX364" fmla="*/ 2823181 w 3024845"/>
                <a:gd name="connsiteY364" fmla="*/ 620768 h 1087484"/>
                <a:gd name="connsiteX365" fmla="*/ 2823181 w 3024845"/>
                <a:gd name="connsiteY365" fmla="*/ 627253 h 1087484"/>
                <a:gd name="connsiteX366" fmla="*/ 2839395 w 3024845"/>
                <a:gd name="connsiteY366" fmla="*/ 627253 h 1087484"/>
                <a:gd name="connsiteX367" fmla="*/ 2839395 w 3024845"/>
                <a:gd name="connsiteY367" fmla="*/ 676974 h 1087484"/>
                <a:gd name="connsiteX368" fmla="*/ 2871822 w 3024845"/>
                <a:gd name="connsiteY368" fmla="*/ 676974 h 1087484"/>
                <a:gd name="connsiteX369" fmla="*/ 2871822 w 3024845"/>
                <a:gd name="connsiteY369" fmla="*/ 651033 h 1087484"/>
                <a:gd name="connsiteX370" fmla="*/ 2910329 w 3024845"/>
                <a:gd name="connsiteY370" fmla="*/ 651033 h 1087484"/>
                <a:gd name="connsiteX371" fmla="*/ 2910329 w 3024845"/>
                <a:gd name="connsiteY371" fmla="*/ 620768 h 1087484"/>
                <a:gd name="connsiteX372" fmla="*/ 2958970 w 3024845"/>
                <a:gd name="connsiteY372" fmla="*/ 620768 h 1087484"/>
                <a:gd name="connsiteX373" fmla="*/ 2958970 w 3024845"/>
                <a:gd name="connsiteY373" fmla="*/ 731924 h 1087484"/>
                <a:gd name="connsiteX374" fmla="*/ 2958970 w 3024845"/>
                <a:gd name="connsiteY374" fmla="*/ 745703 h 1087484"/>
                <a:gd name="connsiteX375" fmla="*/ 3024845 w 3024845"/>
                <a:gd name="connsiteY375" fmla="*/ 745703 h 1087484"/>
                <a:gd name="connsiteX376" fmla="*/ 3024845 w 3024845"/>
                <a:gd name="connsiteY376" fmla="*/ 1087484 h 1087484"/>
                <a:gd name="connsiteX377" fmla="*/ 2054 w 3024845"/>
                <a:gd name="connsiteY377" fmla="*/ 1085151 h 1087484"/>
                <a:gd name="connsiteX378" fmla="*/ 0 w 3024845"/>
                <a:gd name="connsiteY378" fmla="*/ 651033 h 1087484"/>
                <a:gd name="connsiteX379" fmla="*/ 20267 w 3024845"/>
                <a:gd name="connsiteY379" fmla="*/ 651033 h 1087484"/>
                <a:gd name="connsiteX380" fmla="*/ 20774 w 3024845"/>
                <a:gd name="connsiteY380" fmla="*/ 649952 h 1087484"/>
                <a:gd name="connsiteX381" fmla="*/ 24320 w 3024845"/>
                <a:gd name="connsiteY381" fmla="*/ 642386 h 1087484"/>
                <a:gd name="connsiteX382" fmla="*/ 26094 w 3024845"/>
                <a:gd name="connsiteY382" fmla="*/ 642656 h 1087484"/>
                <a:gd name="connsiteX383" fmla="*/ 38507 w 3024845"/>
                <a:gd name="connsiteY383" fmla="*/ 644547 h 1087484"/>
                <a:gd name="connsiteX384" fmla="*/ 39014 w 3024845"/>
                <a:gd name="connsiteY384" fmla="*/ 645899 h 1087484"/>
                <a:gd name="connsiteX385" fmla="*/ 42560 w 3024845"/>
                <a:gd name="connsiteY385" fmla="*/ 655356 h 1087484"/>
                <a:gd name="connsiteX386" fmla="*/ 68907 w 3024845"/>
                <a:gd name="connsiteY386" fmla="*/ 657518 h 1087484"/>
                <a:gd name="connsiteX387" fmla="*/ 68907 w 3024845"/>
                <a:gd name="connsiteY387" fmla="*/ 534297 h 1087484"/>
                <a:gd name="connsiteX388" fmla="*/ 70934 w 3024845"/>
                <a:gd name="connsiteY388" fmla="*/ 534297 h 1087484"/>
                <a:gd name="connsiteX389" fmla="*/ 85121 w 3024845"/>
                <a:gd name="connsiteY389" fmla="*/ 534297 h 1087484"/>
                <a:gd name="connsiteX390" fmla="*/ 85121 w 3024845"/>
                <a:gd name="connsiteY390" fmla="*/ 398105 h 1087484"/>
                <a:gd name="connsiteX391" fmla="*/ 86894 w 3024845"/>
                <a:gd name="connsiteY391" fmla="*/ 398105 h 1087484"/>
                <a:gd name="connsiteX392" fmla="*/ 99308 w 3024845"/>
                <a:gd name="connsiteY392" fmla="*/ 398105 h 1087484"/>
                <a:gd name="connsiteX393" fmla="*/ 99308 w 3024845"/>
                <a:gd name="connsiteY393" fmla="*/ 283531 h 1087484"/>
                <a:gd name="connsiteX394" fmla="*/ 103361 w 3024845"/>
                <a:gd name="connsiteY394" fmla="*/ 255427 h 1087484"/>
                <a:gd name="connsiteX395" fmla="*/ 105388 w 3024845"/>
                <a:gd name="connsiteY395" fmla="*/ 255427 h 1087484"/>
                <a:gd name="connsiteX396" fmla="*/ 119575 w 3024845"/>
                <a:gd name="connsiteY396" fmla="*/ 255427 h 1087484"/>
                <a:gd name="connsiteX0" fmla="*/ 119575 w 3024845"/>
                <a:gd name="connsiteY0" fmla="*/ 200101 h 1032158"/>
                <a:gd name="connsiteX1" fmla="*/ 200642 w 3024845"/>
                <a:gd name="connsiteY1" fmla="*/ 197940 h 1032158"/>
                <a:gd name="connsiteX2" fmla="*/ 202669 w 3024845"/>
                <a:gd name="connsiteY2" fmla="*/ 197940 h 1032158"/>
                <a:gd name="connsiteX3" fmla="*/ 216856 w 3024845"/>
                <a:gd name="connsiteY3" fmla="*/ 197940 h 1032158"/>
                <a:gd name="connsiteX4" fmla="*/ 216856 w 3024845"/>
                <a:gd name="connsiteY4" fmla="*/ 221719 h 1032158"/>
                <a:gd name="connsiteX5" fmla="*/ 217363 w 3024845"/>
                <a:gd name="connsiteY5" fmla="*/ 222530 h 1032158"/>
                <a:gd name="connsiteX6" fmla="*/ 220909 w 3024845"/>
                <a:gd name="connsiteY6" fmla="*/ 228205 h 1032158"/>
                <a:gd name="connsiteX7" fmla="*/ 220909 w 3024845"/>
                <a:gd name="connsiteY7" fmla="*/ 342779 h 1032158"/>
                <a:gd name="connsiteX8" fmla="*/ 223189 w 3024845"/>
                <a:gd name="connsiteY8" fmla="*/ 342779 h 1032158"/>
                <a:gd name="connsiteX9" fmla="*/ 239150 w 3024845"/>
                <a:gd name="connsiteY9" fmla="*/ 342779 h 1032158"/>
                <a:gd name="connsiteX10" fmla="*/ 239150 w 3024845"/>
                <a:gd name="connsiteY10" fmla="*/ 483294 h 1032158"/>
                <a:gd name="connsiteX11" fmla="*/ 240670 w 3024845"/>
                <a:gd name="connsiteY11" fmla="*/ 483024 h 1032158"/>
                <a:gd name="connsiteX12" fmla="*/ 251310 w 3024845"/>
                <a:gd name="connsiteY12" fmla="*/ 481133 h 1032158"/>
                <a:gd name="connsiteX13" fmla="*/ 249283 w 3024845"/>
                <a:gd name="connsiteY13" fmla="*/ 569765 h 1032158"/>
                <a:gd name="connsiteX14" fmla="*/ 250803 w 3024845"/>
                <a:gd name="connsiteY14" fmla="*/ 570036 h 1032158"/>
                <a:gd name="connsiteX15" fmla="*/ 261443 w 3024845"/>
                <a:gd name="connsiteY15" fmla="*/ 571927 h 1032158"/>
                <a:gd name="connsiteX16" fmla="*/ 261696 w 3024845"/>
                <a:gd name="connsiteY16" fmla="*/ 572738 h 1032158"/>
                <a:gd name="connsiteX17" fmla="*/ 263470 w 3024845"/>
                <a:gd name="connsiteY17" fmla="*/ 578413 h 1032158"/>
                <a:gd name="connsiteX18" fmla="*/ 264230 w 3024845"/>
                <a:gd name="connsiteY18" fmla="*/ 575981 h 1032158"/>
                <a:gd name="connsiteX19" fmla="*/ 269550 w 3024845"/>
                <a:gd name="connsiteY19" fmla="*/ 558957 h 1032158"/>
                <a:gd name="connsiteX20" fmla="*/ 271323 w 3024845"/>
                <a:gd name="connsiteY20" fmla="*/ 558957 h 1032158"/>
                <a:gd name="connsiteX21" fmla="*/ 283737 w 3024845"/>
                <a:gd name="connsiteY21" fmla="*/ 558957 h 1032158"/>
                <a:gd name="connsiteX22" fmla="*/ 283737 w 3024845"/>
                <a:gd name="connsiteY22" fmla="*/ 591383 h 1032158"/>
                <a:gd name="connsiteX23" fmla="*/ 284750 w 3024845"/>
                <a:gd name="connsiteY23" fmla="*/ 591924 h 1032158"/>
                <a:gd name="connsiteX24" fmla="*/ 291844 w 3024845"/>
                <a:gd name="connsiteY24" fmla="*/ 595707 h 1032158"/>
                <a:gd name="connsiteX25" fmla="*/ 291844 w 3024845"/>
                <a:gd name="connsiteY25" fmla="*/ 597058 h 1032158"/>
                <a:gd name="connsiteX26" fmla="*/ 291844 w 3024845"/>
                <a:gd name="connsiteY26" fmla="*/ 606516 h 1032158"/>
                <a:gd name="connsiteX27" fmla="*/ 336431 w 3024845"/>
                <a:gd name="connsiteY27" fmla="*/ 606516 h 1032158"/>
                <a:gd name="connsiteX28" fmla="*/ 336431 w 3024845"/>
                <a:gd name="connsiteY28" fmla="*/ 607597 h 1032158"/>
                <a:gd name="connsiteX29" fmla="*/ 336431 w 3024845"/>
                <a:gd name="connsiteY29" fmla="*/ 615163 h 1032158"/>
                <a:gd name="connsiteX30" fmla="*/ 338457 w 3024845"/>
                <a:gd name="connsiteY30" fmla="*/ 615163 h 1032158"/>
                <a:gd name="connsiteX31" fmla="*/ 352644 w 3024845"/>
                <a:gd name="connsiteY31" fmla="*/ 615163 h 1032158"/>
                <a:gd name="connsiteX32" fmla="*/ 352644 w 3024845"/>
                <a:gd name="connsiteY32" fmla="*/ 584898 h 1032158"/>
                <a:gd name="connsiteX33" fmla="*/ 397231 w 3024845"/>
                <a:gd name="connsiteY33" fmla="*/ 584898 h 1032158"/>
                <a:gd name="connsiteX34" fmla="*/ 397231 w 3024845"/>
                <a:gd name="connsiteY34" fmla="*/ 583547 h 1032158"/>
                <a:gd name="connsiteX35" fmla="*/ 397231 w 3024845"/>
                <a:gd name="connsiteY35" fmla="*/ 574089 h 1032158"/>
                <a:gd name="connsiteX36" fmla="*/ 398245 w 3024845"/>
                <a:gd name="connsiteY36" fmla="*/ 574089 h 1032158"/>
                <a:gd name="connsiteX37" fmla="*/ 405338 w 3024845"/>
                <a:gd name="connsiteY37" fmla="*/ 574089 h 1032158"/>
                <a:gd name="connsiteX38" fmla="*/ 405338 w 3024845"/>
                <a:gd name="connsiteY38" fmla="*/ 572198 h 1032158"/>
                <a:gd name="connsiteX39" fmla="*/ 405338 w 3024845"/>
                <a:gd name="connsiteY39" fmla="*/ 558957 h 1032158"/>
                <a:gd name="connsiteX40" fmla="*/ 406098 w 3024845"/>
                <a:gd name="connsiteY40" fmla="*/ 558957 h 1032158"/>
                <a:gd name="connsiteX41" fmla="*/ 411418 w 3024845"/>
                <a:gd name="connsiteY41" fmla="*/ 558957 h 1032158"/>
                <a:gd name="connsiteX42" fmla="*/ 411418 w 3024845"/>
                <a:gd name="connsiteY42" fmla="*/ 557876 h 1032158"/>
                <a:gd name="connsiteX43" fmla="*/ 411418 w 3024845"/>
                <a:gd name="connsiteY43" fmla="*/ 550309 h 1032158"/>
                <a:gd name="connsiteX44" fmla="*/ 413445 w 3024845"/>
                <a:gd name="connsiteY44" fmla="*/ 550309 h 1032158"/>
                <a:gd name="connsiteX45" fmla="*/ 427632 w 3024845"/>
                <a:gd name="connsiteY45" fmla="*/ 550309 h 1032158"/>
                <a:gd name="connsiteX46" fmla="*/ 427632 w 3024845"/>
                <a:gd name="connsiteY46" fmla="*/ 551390 h 1032158"/>
                <a:gd name="connsiteX47" fmla="*/ 427632 w 3024845"/>
                <a:gd name="connsiteY47" fmla="*/ 558957 h 1032158"/>
                <a:gd name="connsiteX48" fmla="*/ 449925 w 3024845"/>
                <a:gd name="connsiteY48" fmla="*/ 558957 h 1032158"/>
                <a:gd name="connsiteX49" fmla="*/ 449925 w 3024845"/>
                <a:gd name="connsiteY49" fmla="*/ 557065 h 1032158"/>
                <a:gd name="connsiteX50" fmla="*/ 449925 w 3024845"/>
                <a:gd name="connsiteY50" fmla="*/ 543824 h 1032158"/>
                <a:gd name="connsiteX51" fmla="*/ 451699 w 3024845"/>
                <a:gd name="connsiteY51" fmla="*/ 543824 h 1032158"/>
                <a:gd name="connsiteX52" fmla="*/ 464112 w 3024845"/>
                <a:gd name="connsiteY52" fmla="*/ 543824 h 1032158"/>
                <a:gd name="connsiteX53" fmla="*/ 464112 w 3024845"/>
                <a:gd name="connsiteY53" fmla="*/ 567604 h 1032158"/>
                <a:gd name="connsiteX54" fmla="*/ 465126 w 3024845"/>
                <a:gd name="connsiteY54" fmla="*/ 567604 h 1032158"/>
                <a:gd name="connsiteX55" fmla="*/ 472219 w 3024845"/>
                <a:gd name="connsiteY55" fmla="*/ 567604 h 1032158"/>
                <a:gd name="connsiteX56" fmla="*/ 472219 w 3024845"/>
                <a:gd name="connsiteY56" fmla="*/ 566523 h 1032158"/>
                <a:gd name="connsiteX57" fmla="*/ 472219 w 3024845"/>
                <a:gd name="connsiteY57" fmla="*/ 558957 h 1032158"/>
                <a:gd name="connsiteX58" fmla="*/ 473992 w 3024845"/>
                <a:gd name="connsiteY58" fmla="*/ 558957 h 1032158"/>
                <a:gd name="connsiteX59" fmla="*/ 486406 w 3024845"/>
                <a:gd name="connsiteY59" fmla="*/ 558957 h 1032158"/>
                <a:gd name="connsiteX60" fmla="*/ 486406 w 3024845"/>
                <a:gd name="connsiteY60" fmla="*/ 584898 h 1032158"/>
                <a:gd name="connsiteX61" fmla="*/ 488433 w 3024845"/>
                <a:gd name="connsiteY61" fmla="*/ 584898 h 1032158"/>
                <a:gd name="connsiteX62" fmla="*/ 502619 w 3024845"/>
                <a:gd name="connsiteY62" fmla="*/ 584898 h 1032158"/>
                <a:gd name="connsiteX63" fmla="*/ 502619 w 3024845"/>
                <a:gd name="connsiteY63" fmla="*/ 586519 h 1032158"/>
                <a:gd name="connsiteX64" fmla="*/ 502619 w 3024845"/>
                <a:gd name="connsiteY64" fmla="*/ 597869 h 1032158"/>
                <a:gd name="connsiteX65" fmla="*/ 503379 w 3024845"/>
                <a:gd name="connsiteY65" fmla="*/ 597869 h 1032158"/>
                <a:gd name="connsiteX66" fmla="*/ 508700 w 3024845"/>
                <a:gd name="connsiteY66" fmla="*/ 597869 h 1032158"/>
                <a:gd name="connsiteX67" fmla="*/ 508700 w 3024845"/>
                <a:gd name="connsiteY67" fmla="*/ 597058 h 1032158"/>
                <a:gd name="connsiteX68" fmla="*/ 508700 w 3024845"/>
                <a:gd name="connsiteY68" fmla="*/ 591383 h 1032158"/>
                <a:gd name="connsiteX69" fmla="*/ 539100 w 3024845"/>
                <a:gd name="connsiteY69" fmla="*/ 591383 h 1032158"/>
                <a:gd name="connsiteX70" fmla="*/ 539100 w 3024845"/>
                <a:gd name="connsiteY70" fmla="*/ 615163 h 1032158"/>
                <a:gd name="connsiteX71" fmla="*/ 540113 w 3024845"/>
                <a:gd name="connsiteY71" fmla="*/ 615163 h 1032158"/>
                <a:gd name="connsiteX72" fmla="*/ 547207 w 3024845"/>
                <a:gd name="connsiteY72" fmla="*/ 615163 h 1032158"/>
                <a:gd name="connsiteX73" fmla="*/ 547207 w 3024845"/>
                <a:gd name="connsiteY73" fmla="*/ 616244 h 1032158"/>
                <a:gd name="connsiteX74" fmla="*/ 547207 w 3024845"/>
                <a:gd name="connsiteY74" fmla="*/ 623810 h 1032158"/>
                <a:gd name="connsiteX75" fmla="*/ 547967 w 3024845"/>
                <a:gd name="connsiteY75" fmla="*/ 623810 h 1032158"/>
                <a:gd name="connsiteX76" fmla="*/ 553287 w 3024845"/>
                <a:gd name="connsiteY76" fmla="*/ 623810 h 1032158"/>
                <a:gd name="connsiteX77" fmla="*/ 553287 w 3024845"/>
                <a:gd name="connsiteY77" fmla="*/ 621648 h 1032158"/>
                <a:gd name="connsiteX78" fmla="*/ 553287 w 3024845"/>
                <a:gd name="connsiteY78" fmla="*/ 606516 h 1032158"/>
                <a:gd name="connsiteX79" fmla="*/ 554300 w 3024845"/>
                <a:gd name="connsiteY79" fmla="*/ 606516 h 1032158"/>
                <a:gd name="connsiteX80" fmla="*/ 561394 w 3024845"/>
                <a:gd name="connsiteY80" fmla="*/ 606516 h 1032158"/>
                <a:gd name="connsiteX81" fmla="*/ 561394 w 3024845"/>
                <a:gd name="connsiteY81" fmla="*/ 607597 h 1032158"/>
                <a:gd name="connsiteX82" fmla="*/ 561394 w 3024845"/>
                <a:gd name="connsiteY82" fmla="*/ 615163 h 1032158"/>
                <a:gd name="connsiteX83" fmla="*/ 566714 w 3024845"/>
                <a:gd name="connsiteY83" fmla="*/ 613170 h 1032158"/>
                <a:gd name="connsiteX84" fmla="*/ 567474 w 3024845"/>
                <a:gd name="connsiteY84" fmla="*/ 612190 h 1032158"/>
                <a:gd name="connsiteX85" fmla="*/ 567474 w 3024845"/>
                <a:gd name="connsiteY85" fmla="*/ 606516 h 1032158"/>
                <a:gd name="connsiteX86" fmla="*/ 605981 w 3024845"/>
                <a:gd name="connsiteY86" fmla="*/ 606516 h 1032158"/>
                <a:gd name="connsiteX87" fmla="*/ 605981 w 3024845"/>
                <a:gd name="connsiteY87" fmla="*/ 630295 h 1032158"/>
                <a:gd name="connsiteX88" fmla="*/ 608007 w 3024845"/>
                <a:gd name="connsiteY88" fmla="*/ 630295 h 1032158"/>
                <a:gd name="connsiteX89" fmla="*/ 622194 w 3024845"/>
                <a:gd name="connsiteY89" fmla="*/ 630295 h 1032158"/>
                <a:gd name="connsiteX90" fmla="*/ 622194 w 3024845"/>
                <a:gd name="connsiteY90" fmla="*/ 631376 h 1032158"/>
                <a:gd name="connsiteX91" fmla="*/ 622194 w 3024845"/>
                <a:gd name="connsiteY91" fmla="*/ 638942 h 1032158"/>
                <a:gd name="connsiteX92" fmla="*/ 623968 w 3024845"/>
                <a:gd name="connsiteY92" fmla="*/ 638942 h 1032158"/>
                <a:gd name="connsiteX93" fmla="*/ 636381 w 3024845"/>
                <a:gd name="connsiteY93" fmla="*/ 638942 h 1032158"/>
                <a:gd name="connsiteX94" fmla="*/ 636381 w 3024845"/>
                <a:gd name="connsiteY94" fmla="*/ 615163 h 1032158"/>
                <a:gd name="connsiteX95" fmla="*/ 637394 w 3024845"/>
                <a:gd name="connsiteY95" fmla="*/ 615163 h 1032158"/>
                <a:gd name="connsiteX96" fmla="*/ 644488 w 3024845"/>
                <a:gd name="connsiteY96" fmla="*/ 615163 h 1032158"/>
                <a:gd name="connsiteX97" fmla="*/ 644488 w 3024845"/>
                <a:gd name="connsiteY97" fmla="*/ 582736 h 1032158"/>
                <a:gd name="connsiteX98" fmla="*/ 645501 w 3024845"/>
                <a:gd name="connsiteY98" fmla="*/ 582736 h 1032158"/>
                <a:gd name="connsiteX99" fmla="*/ 652595 w 3024845"/>
                <a:gd name="connsiteY99" fmla="*/ 582736 h 1032158"/>
                <a:gd name="connsiteX100" fmla="*/ 652595 w 3024845"/>
                <a:gd name="connsiteY100" fmla="*/ 580845 h 1032158"/>
                <a:gd name="connsiteX101" fmla="*/ 652595 w 3024845"/>
                <a:gd name="connsiteY101" fmla="*/ 567604 h 1032158"/>
                <a:gd name="connsiteX102" fmla="*/ 651328 w 3024845"/>
                <a:gd name="connsiteY102" fmla="*/ 565982 h 1032158"/>
                <a:gd name="connsiteX103" fmla="*/ 656648 w 3024845"/>
                <a:gd name="connsiteY103" fmla="*/ 554633 h 1032158"/>
                <a:gd name="connsiteX104" fmla="*/ 664755 w 3024845"/>
                <a:gd name="connsiteY104" fmla="*/ 582736 h 1032158"/>
                <a:gd name="connsiteX105" fmla="*/ 665515 w 3024845"/>
                <a:gd name="connsiteY105" fmla="*/ 582736 h 1032158"/>
                <a:gd name="connsiteX106" fmla="*/ 670835 w 3024845"/>
                <a:gd name="connsiteY106" fmla="*/ 582736 h 1032158"/>
                <a:gd name="connsiteX107" fmla="*/ 670835 w 3024845"/>
                <a:gd name="connsiteY107" fmla="*/ 476809 h 1032158"/>
                <a:gd name="connsiteX108" fmla="*/ 672355 w 3024845"/>
                <a:gd name="connsiteY108" fmla="*/ 476809 h 1032158"/>
                <a:gd name="connsiteX109" fmla="*/ 682995 w 3024845"/>
                <a:gd name="connsiteY109" fmla="*/ 476809 h 1032158"/>
                <a:gd name="connsiteX110" fmla="*/ 682995 w 3024845"/>
                <a:gd name="connsiteY110" fmla="*/ 429250 h 1032158"/>
                <a:gd name="connsiteX111" fmla="*/ 709342 w 3024845"/>
                <a:gd name="connsiteY111" fmla="*/ 429250 h 1032158"/>
                <a:gd name="connsiteX112" fmla="*/ 709342 w 3024845"/>
                <a:gd name="connsiteY112" fmla="*/ 407632 h 1032158"/>
                <a:gd name="connsiteX113" fmla="*/ 743796 w 3024845"/>
                <a:gd name="connsiteY113" fmla="*/ 407632 h 1032158"/>
                <a:gd name="connsiteX114" fmla="*/ 743796 w 3024845"/>
                <a:gd name="connsiteY114" fmla="*/ 410064 h 1032158"/>
                <a:gd name="connsiteX115" fmla="*/ 743796 w 3024845"/>
                <a:gd name="connsiteY115" fmla="*/ 427088 h 1032158"/>
                <a:gd name="connsiteX116" fmla="*/ 746076 w 3024845"/>
                <a:gd name="connsiteY116" fmla="*/ 427088 h 1032158"/>
                <a:gd name="connsiteX117" fmla="*/ 762036 w 3024845"/>
                <a:gd name="connsiteY117" fmla="*/ 427088 h 1032158"/>
                <a:gd name="connsiteX118" fmla="*/ 762036 w 3024845"/>
                <a:gd name="connsiteY118" fmla="*/ 474647 h 1032158"/>
                <a:gd name="connsiteX119" fmla="*/ 763049 w 3024845"/>
                <a:gd name="connsiteY119" fmla="*/ 474647 h 1032158"/>
                <a:gd name="connsiteX120" fmla="*/ 770143 w 3024845"/>
                <a:gd name="connsiteY120" fmla="*/ 474647 h 1032158"/>
                <a:gd name="connsiteX121" fmla="*/ 784330 w 3024845"/>
                <a:gd name="connsiteY121" fmla="*/ 478971 h 1032158"/>
                <a:gd name="connsiteX122" fmla="*/ 784330 w 3024845"/>
                <a:gd name="connsiteY122" fmla="*/ 517883 h 1032158"/>
                <a:gd name="connsiteX123" fmla="*/ 785343 w 3024845"/>
                <a:gd name="connsiteY123" fmla="*/ 517883 h 1032158"/>
                <a:gd name="connsiteX124" fmla="*/ 792436 w 3024845"/>
                <a:gd name="connsiteY124" fmla="*/ 517883 h 1032158"/>
                <a:gd name="connsiteX125" fmla="*/ 792436 w 3024845"/>
                <a:gd name="connsiteY125" fmla="*/ 519504 h 1032158"/>
                <a:gd name="connsiteX126" fmla="*/ 792436 w 3024845"/>
                <a:gd name="connsiteY126" fmla="*/ 530853 h 1032158"/>
                <a:gd name="connsiteX127" fmla="*/ 794463 w 3024845"/>
                <a:gd name="connsiteY127" fmla="*/ 530853 h 1032158"/>
                <a:gd name="connsiteX128" fmla="*/ 808650 w 3024845"/>
                <a:gd name="connsiteY128" fmla="*/ 530853 h 1032158"/>
                <a:gd name="connsiteX129" fmla="*/ 814730 w 3024845"/>
                <a:gd name="connsiteY129" fmla="*/ 537339 h 1032158"/>
                <a:gd name="connsiteX130" fmla="*/ 814730 w 3024845"/>
                <a:gd name="connsiteY130" fmla="*/ 558957 h 1032158"/>
                <a:gd name="connsiteX131" fmla="*/ 817010 w 3024845"/>
                <a:gd name="connsiteY131" fmla="*/ 558957 h 1032158"/>
                <a:gd name="connsiteX132" fmla="*/ 832970 w 3024845"/>
                <a:gd name="connsiteY132" fmla="*/ 558957 h 1032158"/>
                <a:gd name="connsiteX133" fmla="*/ 832970 w 3024845"/>
                <a:gd name="connsiteY133" fmla="*/ 560037 h 1032158"/>
                <a:gd name="connsiteX134" fmla="*/ 832970 w 3024845"/>
                <a:gd name="connsiteY134" fmla="*/ 567604 h 1032158"/>
                <a:gd name="connsiteX135" fmla="*/ 834237 w 3024845"/>
                <a:gd name="connsiteY135" fmla="*/ 567604 h 1032158"/>
                <a:gd name="connsiteX136" fmla="*/ 843104 w 3024845"/>
                <a:gd name="connsiteY136" fmla="*/ 567604 h 1032158"/>
                <a:gd name="connsiteX137" fmla="*/ 843104 w 3024845"/>
                <a:gd name="connsiteY137" fmla="*/ 569765 h 1032158"/>
                <a:gd name="connsiteX138" fmla="*/ 843104 w 3024845"/>
                <a:gd name="connsiteY138" fmla="*/ 584898 h 1032158"/>
                <a:gd name="connsiteX139" fmla="*/ 847157 w 3024845"/>
                <a:gd name="connsiteY139" fmla="*/ 583006 h 1032158"/>
                <a:gd name="connsiteX140" fmla="*/ 847157 w 3024845"/>
                <a:gd name="connsiteY140" fmla="*/ 569765 h 1032158"/>
                <a:gd name="connsiteX141" fmla="*/ 848170 w 3024845"/>
                <a:gd name="connsiteY141" fmla="*/ 569765 h 1032158"/>
                <a:gd name="connsiteX142" fmla="*/ 855264 w 3024845"/>
                <a:gd name="connsiteY142" fmla="*/ 569765 h 1032158"/>
                <a:gd name="connsiteX143" fmla="*/ 855264 w 3024845"/>
                <a:gd name="connsiteY143" fmla="*/ 571387 h 1032158"/>
                <a:gd name="connsiteX144" fmla="*/ 855264 w 3024845"/>
                <a:gd name="connsiteY144" fmla="*/ 582736 h 1032158"/>
                <a:gd name="connsiteX145" fmla="*/ 856024 w 3024845"/>
                <a:gd name="connsiteY145" fmla="*/ 582736 h 1032158"/>
                <a:gd name="connsiteX146" fmla="*/ 861344 w 3024845"/>
                <a:gd name="connsiteY146" fmla="*/ 582736 h 1032158"/>
                <a:gd name="connsiteX147" fmla="*/ 909984 w 3024845"/>
                <a:gd name="connsiteY147" fmla="*/ 578413 h 1032158"/>
                <a:gd name="connsiteX148" fmla="*/ 909984 w 3024845"/>
                <a:gd name="connsiteY148" fmla="*/ 579764 h 1032158"/>
                <a:gd name="connsiteX149" fmla="*/ 909984 w 3024845"/>
                <a:gd name="connsiteY149" fmla="*/ 589221 h 1032158"/>
                <a:gd name="connsiteX150" fmla="*/ 910744 w 3024845"/>
                <a:gd name="connsiteY150" fmla="*/ 589221 h 1032158"/>
                <a:gd name="connsiteX151" fmla="*/ 916065 w 3024845"/>
                <a:gd name="connsiteY151" fmla="*/ 589221 h 1032158"/>
                <a:gd name="connsiteX152" fmla="*/ 916065 w 3024845"/>
                <a:gd name="connsiteY152" fmla="*/ 591383 h 1032158"/>
                <a:gd name="connsiteX153" fmla="*/ 916065 w 3024845"/>
                <a:gd name="connsiteY153" fmla="*/ 606516 h 1032158"/>
                <a:gd name="connsiteX154" fmla="*/ 918091 w 3024845"/>
                <a:gd name="connsiteY154" fmla="*/ 605165 h 1032158"/>
                <a:gd name="connsiteX155" fmla="*/ 932278 w 3024845"/>
                <a:gd name="connsiteY155" fmla="*/ 595707 h 1032158"/>
                <a:gd name="connsiteX156" fmla="*/ 938358 w 3024845"/>
                <a:gd name="connsiteY156" fmla="*/ 554633 h 1032158"/>
                <a:gd name="connsiteX157" fmla="*/ 939118 w 3024845"/>
                <a:gd name="connsiteY157" fmla="*/ 554363 h 1032158"/>
                <a:gd name="connsiteX158" fmla="*/ 944438 w 3024845"/>
                <a:gd name="connsiteY158" fmla="*/ 552471 h 1032158"/>
                <a:gd name="connsiteX159" fmla="*/ 946465 w 3024845"/>
                <a:gd name="connsiteY159" fmla="*/ 483294 h 1032158"/>
                <a:gd name="connsiteX160" fmla="*/ 948492 w 3024845"/>
                <a:gd name="connsiteY160" fmla="*/ 552471 h 1032158"/>
                <a:gd name="connsiteX161" fmla="*/ 949252 w 3024845"/>
                <a:gd name="connsiteY161" fmla="*/ 552741 h 1032158"/>
                <a:gd name="connsiteX162" fmla="*/ 954572 w 3024845"/>
                <a:gd name="connsiteY162" fmla="*/ 554633 h 1032158"/>
                <a:gd name="connsiteX163" fmla="*/ 954572 w 3024845"/>
                <a:gd name="connsiteY163" fmla="*/ 468162 h 1032158"/>
                <a:gd name="connsiteX164" fmla="*/ 958625 w 3024845"/>
                <a:gd name="connsiteY164" fmla="*/ 435735 h 1032158"/>
                <a:gd name="connsiteX165" fmla="*/ 997132 w 3024845"/>
                <a:gd name="connsiteY165" fmla="*/ 435735 h 1032158"/>
                <a:gd name="connsiteX166" fmla="*/ 997132 w 3024845"/>
                <a:gd name="connsiteY166" fmla="*/ 468162 h 1032158"/>
                <a:gd name="connsiteX167" fmla="*/ 997892 w 3024845"/>
                <a:gd name="connsiteY167" fmla="*/ 468162 h 1032158"/>
                <a:gd name="connsiteX168" fmla="*/ 1003212 w 3024845"/>
                <a:gd name="connsiteY168" fmla="*/ 468162 h 1032158"/>
                <a:gd name="connsiteX169" fmla="*/ 1003212 w 3024845"/>
                <a:gd name="connsiteY169" fmla="*/ 386014 h 1032158"/>
                <a:gd name="connsiteX170" fmla="*/ 1004986 w 3024845"/>
                <a:gd name="connsiteY170" fmla="*/ 386014 h 1032158"/>
                <a:gd name="connsiteX171" fmla="*/ 1017399 w 3024845"/>
                <a:gd name="connsiteY171" fmla="*/ 386014 h 1032158"/>
                <a:gd name="connsiteX172" fmla="*/ 1017399 w 3024845"/>
                <a:gd name="connsiteY172" fmla="*/ 384123 h 1032158"/>
                <a:gd name="connsiteX173" fmla="*/ 1017399 w 3024845"/>
                <a:gd name="connsiteY173" fmla="*/ 370882 h 1032158"/>
                <a:gd name="connsiteX174" fmla="*/ 1039693 w 3024845"/>
                <a:gd name="connsiteY174" fmla="*/ 370882 h 1032158"/>
                <a:gd name="connsiteX175" fmla="*/ 1039693 w 3024845"/>
                <a:gd name="connsiteY175" fmla="*/ 369801 h 1032158"/>
                <a:gd name="connsiteX176" fmla="*/ 1039693 w 3024845"/>
                <a:gd name="connsiteY176" fmla="*/ 362235 h 1032158"/>
                <a:gd name="connsiteX177" fmla="*/ 1041466 w 3024845"/>
                <a:gd name="connsiteY177" fmla="*/ 362235 h 1032158"/>
                <a:gd name="connsiteX178" fmla="*/ 1053880 w 3024845"/>
                <a:gd name="connsiteY178" fmla="*/ 362235 h 1032158"/>
                <a:gd name="connsiteX179" fmla="*/ 1053880 w 3024845"/>
                <a:gd name="connsiteY179" fmla="*/ 363316 h 1032158"/>
                <a:gd name="connsiteX180" fmla="*/ 1053880 w 3024845"/>
                <a:gd name="connsiteY180" fmla="*/ 370882 h 1032158"/>
                <a:gd name="connsiteX181" fmla="*/ 1054640 w 3024845"/>
                <a:gd name="connsiteY181" fmla="*/ 370882 h 1032158"/>
                <a:gd name="connsiteX182" fmla="*/ 1059960 w 3024845"/>
                <a:gd name="connsiteY182" fmla="*/ 370882 h 1032158"/>
                <a:gd name="connsiteX183" fmla="*/ 1070093 w 3024845"/>
                <a:gd name="connsiteY183" fmla="*/ 366558 h 1032158"/>
                <a:gd name="connsiteX184" fmla="*/ 1074146 w 3024845"/>
                <a:gd name="connsiteY184" fmla="*/ 369801 h 1032158"/>
                <a:gd name="connsiteX185" fmla="*/ 1074146 w 3024845"/>
                <a:gd name="connsiteY185" fmla="*/ 362235 h 1032158"/>
                <a:gd name="connsiteX186" fmla="*/ 1076426 w 3024845"/>
                <a:gd name="connsiteY186" fmla="*/ 362235 h 1032158"/>
                <a:gd name="connsiteX187" fmla="*/ 1092387 w 3024845"/>
                <a:gd name="connsiteY187" fmla="*/ 362235 h 1032158"/>
                <a:gd name="connsiteX188" fmla="*/ 1092387 w 3024845"/>
                <a:gd name="connsiteY188" fmla="*/ 363316 h 1032158"/>
                <a:gd name="connsiteX189" fmla="*/ 1092387 w 3024845"/>
                <a:gd name="connsiteY189" fmla="*/ 370882 h 1032158"/>
                <a:gd name="connsiteX190" fmla="*/ 1122787 w 3024845"/>
                <a:gd name="connsiteY190" fmla="*/ 370882 h 1032158"/>
                <a:gd name="connsiteX191" fmla="*/ 1122787 w 3024845"/>
                <a:gd name="connsiteY191" fmla="*/ 372503 h 1032158"/>
                <a:gd name="connsiteX192" fmla="*/ 1122787 w 3024845"/>
                <a:gd name="connsiteY192" fmla="*/ 383853 h 1032158"/>
                <a:gd name="connsiteX193" fmla="*/ 1149134 w 3024845"/>
                <a:gd name="connsiteY193" fmla="*/ 383853 h 1032158"/>
                <a:gd name="connsiteX194" fmla="*/ 1149134 w 3024845"/>
                <a:gd name="connsiteY194" fmla="*/ 414117 h 1032158"/>
                <a:gd name="connsiteX195" fmla="*/ 1149894 w 3024845"/>
                <a:gd name="connsiteY195" fmla="*/ 414117 h 1032158"/>
                <a:gd name="connsiteX196" fmla="*/ 1155214 w 3024845"/>
                <a:gd name="connsiteY196" fmla="*/ 414117 h 1032158"/>
                <a:gd name="connsiteX197" fmla="*/ 1155214 w 3024845"/>
                <a:gd name="connsiteY197" fmla="*/ 415198 h 1032158"/>
                <a:gd name="connsiteX198" fmla="*/ 1155214 w 3024845"/>
                <a:gd name="connsiteY198" fmla="*/ 422765 h 1032158"/>
                <a:gd name="connsiteX199" fmla="*/ 1159268 w 3024845"/>
                <a:gd name="connsiteY199" fmla="*/ 453029 h 1032158"/>
                <a:gd name="connsiteX200" fmla="*/ 1160028 w 3024845"/>
                <a:gd name="connsiteY200" fmla="*/ 453029 h 1032158"/>
                <a:gd name="connsiteX201" fmla="*/ 1165348 w 3024845"/>
                <a:gd name="connsiteY201" fmla="*/ 453029 h 1032158"/>
                <a:gd name="connsiteX202" fmla="*/ 1165348 w 3024845"/>
                <a:gd name="connsiteY202" fmla="*/ 453840 h 1032158"/>
                <a:gd name="connsiteX203" fmla="*/ 1165348 w 3024845"/>
                <a:gd name="connsiteY203" fmla="*/ 459515 h 1032158"/>
                <a:gd name="connsiteX204" fmla="*/ 1166361 w 3024845"/>
                <a:gd name="connsiteY204" fmla="*/ 459515 h 1032158"/>
                <a:gd name="connsiteX205" fmla="*/ 1173454 w 3024845"/>
                <a:gd name="connsiteY205" fmla="*/ 459515 h 1032158"/>
                <a:gd name="connsiteX206" fmla="*/ 1173454 w 3024845"/>
                <a:gd name="connsiteY206" fmla="*/ 489780 h 1032158"/>
                <a:gd name="connsiteX207" fmla="*/ 1175481 w 3024845"/>
                <a:gd name="connsiteY207" fmla="*/ 489780 h 1032158"/>
                <a:gd name="connsiteX208" fmla="*/ 1189668 w 3024845"/>
                <a:gd name="connsiteY208" fmla="*/ 489780 h 1032158"/>
                <a:gd name="connsiteX209" fmla="*/ 1189668 w 3024845"/>
                <a:gd name="connsiteY209" fmla="*/ 513559 h 1032158"/>
                <a:gd name="connsiteX210" fmla="*/ 1191695 w 3024845"/>
                <a:gd name="connsiteY210" fmla="*/ 515180 h 1032158"/>
                <a:gd name="connsiteX211" fmla="*/ 1191695 w 3024845"/>
                <a:gd name="connsiteY211" fmla="*/ 526530 h 1032158"/>
                <a:gd name="connsiteX212" fmla="*/ 1192455 w 3024845"/>
                <a:gd name="connsiteY212" fmla="*/ 526530 h 1032158"/>
                <a:gd name="connsiteX213" fmla="*/ 1197775 w 3024845"/>
                <a:gd name="connsiteY213" fmla="*/ 526530 h 1032158"/>
                <a:gd name="connsiteX214" fmla="*/ 1197775 w 3024845"/>
                <a:gd name="connsiteY214" fmla="*/ 550309 h 1032158"/>
                <a:gd name="connsiteX215" fmla="*/ 1199041 w 3024845"/>
                <a:gd name="connsiteY215" fmla="*/ 550309 h 1032158"/>
                <a:gd name="connsiteX216" fmla="*/ 1207908 w 3024845"/>
                <a:gd name="connsiteY216" fmla="*/ 550309 h 1032158"/>
                <a:gd name="connsiteX217" fmla="*/ 1209935 w 3024845"/>
                <a:gd name="connsiteY217" fmla="*/ 554363 h 1032158"/>
                <a:gd name="connsiteX218" fmla="*/ 1209935 w 3024845"/>
                <a:gd name="connsiteY218" fmla="*/ 567604 h 1032158"/>
                <a:gd name="connsiteX219" fmla="*/ 1211455 w 3024845"/>
                <a:gd name="connsiteY219" fmla="*/ 565712 h 1032158"/>
                <a:gd name="connsiteX220" fmla="*/ 1222095 w 3024845"/>
                <a:gd name="connsiteY220" fmla="*/ 552471 h 1032158"/>
                <a:gd name="connsiteX221" fmla="*/ 1250469 w 3024845"/>
                <a:gd name="connsiteY221" fmla="*/ 552471 h 1032158"/>
                <a:gd name="connsiteX222" fmla="*/ 1250469 w 3024845"/>
                <a:gd name="connsiteY222" fmla="*/ 638942 h 1032158"/>
                <a:gd name="connsiteX223" fmla="*/ 1251229 w 3024845"/>
                <a:gd name="connsiteY223" fmla="*/ 638942 h 1032158"/>
                <a:gd name="connsiteX224" fmla="*/ 1256549 w 3024845"/>
                <a:gd name="connsiteY224" fmla="*/ 638942 h 1032158"/>
                <a:gd name="connsiteX225" fmla="*/ 1257309 w 3024845"/>
                <a:gd name="connsiteY225" fmla="*/ 637591 h 1032158"/>
                <a:gd name="connsiteX226" fmla="*/ 1262629 w 3024845"/>
                <a:gd name="connsiteY226" fmla="*/ 628133 h 1032158"/>
                <a:gd name="connsiteX227" fmla="*/ 1262629 w 3024845"/>
                <a:gd name="connsiteY227" fmla="*/ 630025 h 1032158"/>
                <a:gd name="connsiteX228" fmla="*/ 1262629 w 3024845"/>
                <a:gd name="connsiteY228" fmla="*/ 643266 h 1032158"/>
                <a:gd name="connsiteX229" fmla="*/ 1266682 w 3024845"/>
                <a:gd name="connsiteY229" fmla="*/ 597869 h 1032158"/>
                <a:gd name="connsiteX230" fmla="*/ 1267442 w 3024845"/>
                <a:gd name="connsiteY230" fmla="*/ 597869 h 1032158"/>
                <a:gd name="connsiteX231" fmla="*/ 1272762 w 3024845"/>
                <a:gd name="connsiteY231" fmla="*/ 597869 h 1032158"/>
                <a:gd name="connsiteX232" fmla="*/ 1272762 w 3024845"/>
                <a:gd name="connsiteY232" fmla="*/ 533015 h 1032158"/>
                <a:gd name="connsiteX233" fmla="*/ 1273776 w 3024845"/>
                <a:gd name="connsiteY233" fmla="*/ 533015 h 1032158"/>
                <a:gd name="connsiteX234" fmla="*/ 1280869 w 3024845"/>
                <a:gd name="connsiteY234" fmla="*/ 533015 h 1032158"/>
                <a:gd name="connsiteX235" fmla="*/ 1293029 w 3024845"/>
                <a:gd name="connsiteY235" fmla="*/ 489780 h 1032158"/>
                <a:gd name="connsiteX236" fmla="*/ 1294296 w 3024845"/>
                <a:gd name="connsiteY236" fmla="*/ 489780 h 1032158"/>
                <a:gd name="connsiteX237" fmla="*/ 1303163 w 3024845"/>
                <a:gd name="connsiteY237" fmla="*/ 489780 h 1032158"/>
                <a:gd name="connsiteX238" fmla="*/ 1313296 w 3024845"/>
                <a:gd name="connsiteY238" fmla="*/ 533015 h 1032158"/>
                <a:gd name="connsiteX239" fmla="*/ 1314309 w 3024845"/>
                <a:gd name="connsiteY239" fmla="*/ 533015 h 1032158"/>
                <a:gd name="connsiteX240" fmla="*/ 1321403 w 3024845"/>
                <a:gd name="connsiteY240" fmla="*/ 533015 h 1032158"/>
                <a:gd name="connsiteX241" fmla="*/ 1321403 w 3024845"/>
                <a:gd name="connsiteY241" fmla="*/ 571927 h 1032158"/>
                <a:gd name="connsiteX242" fmla="*/ 1323176 w 3024845"/>
                <a:gd name="connsiteY242" fmla="*/ 571927 h 1032158"/>
                <a:gd name="connsiteX243" fmla="*/ 1335590 w 3024845"/>
                <a:gd name="connsiteY243" fmla="*/ 571927 h 1032158"/>
                <a:gd name="connsiteX244" fmla="*/ 1335590 w 3024845"/>
                <a:gd name="connsiteY244" fmla="*/ 574089 h 1032158"/>
                <a:gd name="connsiteX245" fmla="*/ 1335590 w 3024845"/>
                <a:gd name="connsiteY245" fmla="*/ 589221 h 1032158"/>
                <a:gd name="connsiteX246" fmla="*/ 1339643 w 3024845"/>
                <a:gd name="connsiteY246" fmla="*/ 587060 h 1032158"/>
                <a:gd name="connsiteX247" fmla="*/ 1339643 w 3024845"/>
                <a:gd name="connsiteY247" fmla="*/ 571927 h 1032158"/>
                <a:gd name="connsiteX248" fmla="*/ 1341163 w 3024845"/>
                <a:gd name="connsiteY248" fmla="*/ 571927 h 1032158"/>
                <a:gd name="connsiteX249" fmla="*/ 1351803 w 3024845"/>
                <a:gd name="connsiteY249" fmla="*/ 571927 h 1032158"/>
                <a:gd name="connsiteX250" fmla="*/ 1351803 w 3024845"/>
                <a:gd name="connsiteY250" fmla="*/ 573548 h 1032158"/>
                <a:gd name="connsiteX251" fmla="*/ 1351803 w 3024845"/>
                <a:gd name="connsiteY251" fmla="*/ 584898 h 1032158"/>
                <a:gd name="connsiteX252" fmla="*/ 1382204 w 3024845"/>
                <a:gd name="connsiteY252" fmla="*/ 584898 h 1032158"/>
                <a:gd name="connsiteX253" fmla="*/ 1382204 w 3024845"/>
                <a:gd name="connsiteY253" fmla="*/ 548148 h 1032158"/>
                <a:gd name="connsiteX254" fmla="*/ 1383470 w 3024845"/>
                <a:gd name="connsiteY254" fmla="*/ 548148 h 1032158"/>
                <a:gd name="connsiteX255" fmla="*/ 1392337 w 3024845"/>
                <a:gd name="connsiteY255" fmla="*/ 548148 h 1032158"/>
                <a:gd name="connsiteX256" fmla="*/ 1392337 w 3024845"/>
                <a:gd name="connsiteY256" fmla="*/ 569765 h 1032158"/>
                <a:gd name="connsiteX257" fmla="*/ 1394364 w 3024845"/>
                <a:gd name="connsiteY257" fmla="*/ 537339 h 1032158"/>
                <a:gd name="connsiteX258" fmla="*/ 1416657 w 3024845"/>
                <a:gd name="connsiteY258" fmla="*/ 537339 h 1032158"/>
                <a:gd name="connsiteX259" fmla="*/ 1416657 w 3024845"/>
                <a:gd name="connsiteY259" fmla="*/ 535717 h 1032158"/>
                <a:gd name="connsiteX260" fmla="*/ 1416657 w 3024845"/>
                <a:gd name="connsiteY260" fmla="*/ 524368 h 1032158"/>
                <a:gd name="connsiteX261" fmla="*/ 1417417 w 3024845"/>
                <a:gd name="connsiteY261" fmla="*/ 524368 h 1032158"/>
                <a:gd name="connsiteX262" fmla="*/ 1422737 w 3024845"/>
                <a:gd name="connsiteY262" fmla="*/ 524368 h 1032158"/>
                <a:gd name="connsiteX263" fmla="*/ 1422737 w 3024845"/>
                <a:gd name="connsiteY263" fmla="*/ 522477 h 1032158"/>
                <a:gd name="connsiteX264" fmla="*/ 1422737 w 3024845"/>
                <a:gd name="connsiteY264" fmla="*/ 509236 h 1032158"/>
                <a:gd name="connsiteX265" fmla="*/ 1426791 w 3024845"/>
                <a:gd name="connsiteY265" fmla="*/ 515721 h 1032158"/>
                <a:gd name="connsiteX266" fmla="*/ 1429071 w 3024845"/>
                <a:gd name="connsiteY266" fmla="*/ 515721 h 1032158"/>
                <a:gd name="connsiteX267" fmla="*/ 1445031 w 3024845"/>
                <a:gd name="connsiteY267" fmla="*/ 515721 h 1032158"/>
                <a:gd name="connsiteX268" fmla="*/ 1445031 w 3024845"/>
                <a:gd name="connsiteY268" fmla="*/ 514910 h 1032158"/>
                <a:gd name="connsiteX269" fmla="*/ 1445031 w 3024845"/>
                <a:gd name="connsiteY269" fmla="*/ 509236 h 1032158"/>
                <a:gd name="connsiteX270" fmla="*/ 1445791 w 3024845"/>
                <a:gd name="connsiteY270" fmla="*/ 509236 h 1032158"/>
                <a:gd name="connsiteX271" fmla="*/ 1451111 w 3024845"/>
                <a:gd name="connsiteY271" fmla="*/ 509236 h 1032158"/>
                <a:gd name="connsiteX272" fmla="*/ 1451111 w 3024845"/>
                <a:gd name="connsiteY272" fmla="*/ 510587 h 1032158"/>
                <a:gd name="connsiteX273" fmla="*/ 1451111 w 3024845"/>
                <a:gd name="connsiteY273" fmla="*/ 520045 h 1032158"/>
                <a:gd name="connsiteX274" fmla="*/ 1489618 w 3024845"/>
                <a:gd name="connsiteY274" fmla="*/ 520045 h 1032158"/>
                <a:gd name="connsiteX275" fmla="*/ 1489618 w 3024845"/>
                <a:gd name="connsiteY275" fmla="*/ 658398 h 1032158"/>
                <a:gd name="connsiteX276" fmla="*/ 1491138 w 3024845"/>
                <a:gd name="connsiteY276" fmla="*/ 658398 h 1032158"/>
                <a:gd name="connsiteX277" fmla="*/ 1501778 w 3024845"/>
                <a:gd name="connsiteY277" fmla="*/ 658398 h 1032158"/>
                <a:gd name="connsiteX278" fmla="*/ 1501778 w 3024845"/>
                <a:gd name="connsiteY278" fmla="*/ 645428 h 1032158"/>
                <a:gd name="connsiteX279" fmla="*/ 1505832 w 3024845"/>
                <a:gd name="connsiteY279" fmla="*/ 645428 h 1032158"/>
                <a:gd name="connsiteX280" fmla="*/ 1505832 w 3024845"/>
                <a:gd name="connsiteY280" fmla="*/ 658398 h 1032158"/>
                <a:gd name="connsiteX281" fmla="*/ 1536232 w 3024845"/>
                <a:gd name="connsiteY281" fmla="*/ 658398 h 1032158"/>
                <a:gd name="connsiteX282" fmla="*/ 1536232 w 3024845"/>
                <a:gd name="connsiteY282" fmla="*/ 628133 h 1032158"/>
                <a:gd name="connsiteX283" fmla="*/ 1548392 w 3024845"/>
                <a:gd name="connsiteY283" fmla="*/ 628133 h 1032158"/>
                <a:gd name="connsiteX284" fmla="*/ 1560552 w 3024845"/>
                <a:gd name="connsiteY284" fmla="*/ 625972 h 1032158"/>
                <a:gd name="connsiteX285" fmla="*/ 1564606 w 3024845"/>
                <a:gd name="connsiteY285" fmla="*/ 628133 h 1032158"/>
                <a:gd name="connsiteX286" fmla="*/ 1574739 w 3024845"/>
                <a:gd name="connsiteY286" fmla="*/ 628133 h 1032158"/>
                <a:gd name="connsiteX287" fmla="*/ 1574739 w 3024845"/>
                <a:gd name="connsiteY287" fmla="*/ 658398 h 1032158"/>
                <a:gd name="connsiteX288" fmla="*/ 1582846 w 3024845"/>
                <a:gd name="connsiteY288" fmla="*/ 658398 h 1032158"/>
                <a:gd name="connsiteX289" fmla="*/ 1582846 w 3024845"/>
                <a:gd name="connsiteY289" fmla="*/ 675693 h 1032158"/>
                <a:gd name="connsiteX290" fmla="*/ 1592182 w 3024845"/>
                <a:gd name="connsiteY290" fmla="*/ 676598 h 1032158"/>
                <a:gd name="connsiteX291" fmla="*/ 1605140 w 3024845"/>
                <a:gd name="connsiteY291" fmla="*/ 676598 h 1032158"/>
                <a:gd name="connsiteX292" fmla="*/ 1605140 w 3024845"/>
                <a:gd name="connsiteY292" fmla="*/ 660560 h 1032158"/>
                <a:gd name="connsiteX293" fmla="*/ 1673096 w 3024845"/>
                <a:gd name="connsiteY293" fmla="*/ 660560 h 1032158"/>
                <a:gd name="connsiteX294" fmla="*/ 1673096 w 3024845"/>
                <a:gd name="connsiteY294" fmla="*/ 575307 h 1032158"/>
                <a:gd name="connsiteX295" fmla="*/ 1745104 w 3024845"/>
                <a:gd name="connsiteY295" fmla="*/ 575307 h 1032158"/>
                <a:gd name="connsiteX296" fmla="*/ 1745104 w 3024845"/>
                <a:gd name="connsiteY296" fmla="*/ 654075 h 1032158"/>
                <a:gd name="connsiteX297" fmla="*/ 1747008 w 3024845"/>
                <a:gd name="connsiteY297" fmla="*/ 654075 h 1032158"/>
                <a:gd name="connsiteX298" fmla="*/ 1748250 w 3024845"/>
                <a:gd name="connsiteY298" fmla="*/ 676598 h 1032158"/>
                <a:gd name="connsiteX299" fmla="*/ 1757926 w 3024845"/>
                <a:gd name="connsiteY299" fmla="*/ 676598 h 1032158"/>
                <a:gd name="connsiteX300" fmla="*/ 1759168 w 3024845"/>
                <a:gd name="connsiteY300" fmla="*/ 654075 h 1032158"/>
                <a:gd name="connsiteX301" fmla="*/ 1765248 w 3024845"/>
                <a:gd name="connsiteY301" fmla="*/ 654075 h 1032158"/>
                <a:gd name="connsiteX302" fmla="*/ 1766490 w 3024845"/>
                <a:gd name="connsiteY302" fmla="*/ 676598 h 1032158"/>
                <a:gd name="connsiteX303" fmla="*/ 1817112 w 3024845"/>
                <a:gd name="connsiteY303" fmla="*/ 676598 h 1032158"/>
                <a:gd name="connsiteX304" fmla="*/ 1817112 w 3024845"/>
                <a:gd name="connsiteY304" fmla="*/ 513570 h 1032158"/>
                <a:gd name="connsiteX305" fmla="*/ 2014439 w 3024845"/>
                <a:gd name="connsiteY305" fmla="*/ 513570 h 1032158"/>
                <a:gd name="connsiteX306" fmla="*/ 2014439 w 3024845"/>
                <a:gd name="connsiteY306" fmla="*/ 676598 h 1032158"/>
                <a:gd name="connsiteX307" fmla="*/ 2033136 w 3024845"/>
                <a:gd name="connsiteY307" fmla="*/ 676598 h 1032158"/>
                <a:gd name="connsiteX308" fmla="*/ 2033136 w 3024845"/>
                <a:gd name="connsiteY308" fmla="*/ 593905 h 1032158"/>
                <a:gd name="connsiteX309" fmla="*/ 2128256 w 3024845"/>
                <a:gd name="connsiteY309" fmla="*/ 593905 h 1032158"/>
                <a:gd name="connsiteX310" fmla="*/ 2146266 w 3024845"/>
                <a:gd name="connsiteY310" fmla="*/ 104983 h 1032158"/>
                <a:gd name="connsiteX311" fmla="*/ 2150320 w 3024845"/>
                <a:gd name="connsiteY311" fmla="*/ 33644 h 1032158"/>
                <a:gd name="connsiteX312" fmla="*/ 2180720 w 3024845"/>
                <a:gd name="connsiteY312" fmla="*/ 528692 h 1032158"/>
                <a:gd name="connsiteX313" fmla="*/ 2245574 w 3024845"/>
                <a:gd name="connsiteY313" fmla="*/ 528692 h 1032158"/>
                <a:gd name="connsiteX314" fmla="*/ 2245574 w 3024845"/>
                <a:gd name="connsiteY314" fmla="*/ 604354 h 1032158"/>
                <a:gd name="connsiteX315" fmla="*/ 2253681 w 3024845"/>
                <a:gd name="connsiteY315" fmla="*/ 604354 h 1032158"/>
                <a:gd name="connsiteX316" fmla="*/ 2255708 w 3024845"/>
                <a:gd name="connsiteY316" fmla="*/ 597869 h 1032158"/>
                <a:gd name="connsiteX317" fmla="*/ 2261788 w 3024845"/>
                <a:gd name="connsiteY317" fmla="*/ 597869 h 1032158"/>
                <a:gd name="connsiteX318" fmla="*/ 2263815 w 3024845"/>
                <a:gd name="connsiteY318" fmla="*/ 606516 h 1032158"/>
                <a:gd name="connsiteX319" fmla="*/ 2275975 w 3024845"/>
                <a:gd name="connsiteY319" fmla="*/ 606516 h 1032158"/>
                <a:gd name="connsiteX320" fmla="*/ 2275975 w 3024845"/>
                <a:gd name="connsiteY320" fmla="*/ 600030 h 1032158"/>
                <a:gd name="connsiteX321" fmla="*/ 2298268 w 3024845"/>
                <a:gd name="connsiteY321" fmla="*/ 600030 h 1032158"/>
                <a:gd name="connsiteX322" fmla="*/ 2298268 w 3024845"/>
                <a:gd name="connsiteY322" fmla="*/ 606516 h 1032158"/>
                <a:gd name="connsiteX323" fmla="*/ 2318535 w 3024845"/>
                <a:gd name="connsiteY323" fmla="*/ 606516 h 1032158"/>
                <a:gd name="connsiteX324" fmla="*/ 2318535 w 3024845"/>
                <a:gd name="connsiteY324" fmla="*/ 651913 h 1032158"/>
                <a:gd name="connsiteX325" fmla="*/ 2332722 w 3024845"/>
                <a:gd name="connsiteY325" fmla="*/ 651913 h 1032158"/>
                <a:gd name="connsiteX326" fmla="*/ 2332722 w 3024845"/>
                <a:gd name="connsiteY326" fmla="*/ 638942 h 1032158"/>
                <a:gd name="connsiteX327" fmla="*/ 2348936 w 3024845"/>
                <a:gd name="connsiteY327" fmla="*/ 638942 h 1032158"/>
                <a:gd name="connsiteX328" fmla="*/ 2348936 w 3024845"/>
                <a:gd name="connsiteY328" fmla="*/ 459515 h 1032158"/>
                <a:gd name="connsiteX329" fmla="*/ 2355016 w 3024845"/>
                <a:gd name="connsiteY329" fmla="*/ 453029 h 1032158"/>
                <a:gd name="connsiteX330" fmla="*/ 2427977 w 3024845"/>
                <a:gd name="connsiteY330" fmla="*/ 453029 h 1032158"/>
                <a:gd name="connsiteX331" fmla="*/ 2427977 w 3024845"/>
                <a:gd name="connsiteY331" fmla="*/ 461677 h 1032158"/>
                <a:gd name="connsiteX332" fmla="*/ 2438110 w 3024845"/>
                <a:gd name="connsiteY332" fmla="*/ 461677 h 1032158"/>
                <a:gd name="connsiteX333" fmla="*/ 2438110 w 3024845"/>
                <a:gd name="connsiteY333" fmla="*/ 576251 h 1032158"/>
                <a:gd name="connsiteX334" fmla="*/ 2460404 w 3024845"/>
                <a:gd name="connsiteY334" fmla="*/ 576251 h 1032158"/>
                <a:gd name="connsiteX335" fmla="*/ 2460404 w 3024845"/>
                <a:gd name="connsiteY335" fmla="*/ 509236 h 1032158"/>
                <a:gd name="connsiteX336" fmla="*/ 2486751 w 3024845"/>
                <a:gd name="connsiteY336" fmla="*/ 509236 h 1032158"/>
                <a:gd name="connsiteX337" fmla="*/ 2490804 w 3024845"/>
                <a:gd name="connsiteY337" fmla="*/ 504912 h 1032158"/>
                <a:gd name="connsiteX338" fmla="*/ 2498911 w 3024845"/>
                <a:gd name="connsiteY338" fmla="*/ 504912 h 1032158"/>
                <a:gd name="connsiteX339" fmla="*/ 2502964 w 3024845"/>
                <a:gd name="connsiteY339" fmla="*/ 509236 h 1032158"/>
                <a:gd name="connsiteX340" fmla="*/ 2525258 w 3024845"/>
                <a:gd name="connsiteY340" fmla="*/ 509236 h 1032158"/>
                <a:gd name="connsiteX341" fmla="*/ 2525258 w 3024845"/>
                <a:gd name="connsiteY341" fmla="*/ 392500 h 1032158"/>
                <a:gd name="connsiteX342" fmla="*/ 2582005 w 3024845"/>
                <a:gd name="connsiteY342" fmla="*/ 381691 h 1032158"/>
                <a:gd name="connsiteX343" fmla="*/ 2582005 w 3024845"/>
                <a:gd name="connsiteY343" fmla="*/ 382772 h 1032158"/>
                <a:gd name="connsiteX344" fmla="*/ 2582005 w 3024845"/>
                <a:gd name="connsiteY344" fmla="*/ 390338 h 1032158"/>
                <a:gd name="connsiteX345" fmla="*/ 2608352 w 3024845"/>
                <a:gd name="connsiteY345" fmla="*/ 390338 h 1032158"/>
                <a:gd name="connsiteX346" fmla="*/ 2608352 w 3024845"/>
                <a:gd name="connsiteY346" fmla="*/ 645428 h 1032158"/>
                <a:gd name="connsiteX347" fmla="*/ 2630646 w 3024845"/>
                <a:gd name="connsiteY347" fmla="*/ 645428 h 1032158"/>
                <a:gd name="connsiteX348" fmla="*/ 2630646 w 3024845"/>
                <a:gd name="connsiteY348" fmla="*/ 641104 h 1032158"/>
                <a:gd name="connsiteX349" fmla="*/ 2642806 w 3024845"/>
                <a:gd name="connsiteY349" fmla="*/ 641104 h 1032158"/>
                <a:gd name="connsiteX350" fmla="*/ 2642806 w 3024845"/>
                <a:gd name="connsiteY350" fmla="*/ 645428 h 1032158"/>
                <a:gd name="connsiteX351" fmla="*/ 2667126 w 3024845"/>
                <a:gd name="connsiteY351" fmla="*/ 645428 h 1032158"/>
                <a:gd name="connsiteX352" fmla="*/ 2667126 w 3024845"/>
                <a:gd name="connsiteY352" fmla="*/ 632457 h 1032158"/>
                <a:gd name="connsiteX353" fmla="*/ 2695500 w 3024845"/>
                <a:gd name="connsiteY353" fmla="*/ 632457 h 1032158"/>
                <a:gd name="connsiteX354" fmla="*/ 2707660 w 3024845"/>
                <a:gd name="connsiteY354" fmla="*/ 628133 h 1032158"/>
                <a:gd name="connsiteX355" fmla="*/ 2727927 w 3024845"/>
                <a:gd name="connsiteY355" fmla="*/ 632457 h 1032158"/>
                <a:gd name="connsiteX356" fmla="*/ 2727927 w 3024845"/>
                <a:gd name="connsiteY356" fmla="*/ 615163 h 1032158"/>
                <a:gd name="connsiteX357" fmla="*/ 2736034 w 3024845"/>
                <a:gd name="connsiteY357" fmla="*/ 615163 h 1032158"/>
                <a:gd name="connsiteX358" fmla="*/ 2736034 w 3024845"/>
                <a:gd name="connsiteY358" fmla="*/ 602192 h 1032158"/>
                <a:gd name="connsiteX359" fmla="*/ 2792781 w 3024845"/>
                <a:gd name="connsiteY359" fmla="*/ 602192 h 1032158"/>
                <a:gd name="connsiteX360" fmla="*/ 2792781 w 3024845"/>
                <a:gd name="connsiteY360" fmla="*/ 571927 h 1032158"/>
                <a:gd name="connsiteX361" fmla="*/ 2811021 w 3024845"/>
                <a:gd name="connsiteY361" fmla="*/ 571927 h 1032158"/>
                <a:gd name="connsiteX362" fmla="*/ 2811021 w 3024845"/>
                <a:gd name="connsiteY362" fmla="*/ 565442 h 1032158"/>
                <a:gd name="connsiteX363" fmla="*/ 2823181 w 3024845"/>
                <a:gd name="connsiteY363" fmla="*/ 565442 h 1032158"/>
                <a:gd name="connsiteX364" fmla="*/ 2823181 w 3024845"/>
                <a:gd name="connsiteY364" fmla="*/ 571927 h 1032158"/>
                <a:gd name="connsiteX365" fmla="*/ 2839395 w 3024845"/>
                <a:gd name="connsiteY365" fmla="*/ 571927 h 1032158"/>
                <a:gd name="connsiteX366" fmla="*/ 2839395 w 3024845"/>
                <a:gd name="connsiteY366" fmla="*/ 621648 h 1032158"/>
                <a:gd name="connsiteX367" fmla="*/ 2871822 w 3024845"/>
                <a:gd name="connsiteY367" fmla="*/ 621648 h 1032158"/>
                <a:gd name="connsiteX368" fmla="*/ 2871822 w 3024845"/>
                <a:gd name="connsiteY368" fmla="*/ 595707 h 1032158"/>
                <a:gd name="connsiteX369" fmla="*/ 2910329 w 3024845"/>
                <a:gd name="connsiteY369" fmla="*/ 595707 h 1032158"/>
                <a:gd name="connsiteX370" fmla="*/ 2910329 w 3024845"/>
                <a:gd name="connsiteY370" fmla="*/ 565442 h 1032158"/>
                <a:gd name="connsiteX371" fmla="*/ 2958970 w 3024845"/>
                <a:gd name="connsiteY371" fmla="*/ 565442 h 1032158"/>
                <a:gd name="connsiteX372" fmla="*/ 2958970 w 3024845"/>
                <a:gd name="connsiteY372" fmla="*/ 676598 h 1032158"/>
                <a:gd name="connsiteX373" fmla="*/ 2958970 w 3024845"/>
                <a:gd name="connsiteY373" fmla="*/ 690377 h 1032158"/>
                <a:gd name="connsiteX374" fmla="*/ 3024845 w 3024845"/>
                <a:gd name="connsiteY374" fmla="*/ 690377 h 1032158"/>
                <a:gd name="connsiteX375" fmla="*/ 3024845 w 3024845"/>
                <a:gd name="connsiteY375" fmla="*/ 1032158 h 1032158"/>
                <a:gd name="connsiteX376" fmla="*/ 2054 w 3024845"/>
                <a:gd name="connsiteY376" fmla="*/ 1029825 h 1032158"/>
                <a:gd name="connsiteX377" fmla="*/ 0 w 3024845"/>
                <a:gd name="connsiteY377" fmla="*/ 595707 h 1032158"/>
                <a:gd name="connsiteX378" fmla="*/ 20267 w 3024845"/>
                <a:gd name="connsiteY378" fmla="*/ 595707 h 1032158"/>
                <a:gd name="connsiteX379" fmla="*/ 20774 w 3024845"/>
                <a:gd name="connsiteY379" fmla="*/ 594626 h 1032158"/>
                <a:gd name="connsiteX380" fmla="*/ 24320 w 3024845"/>
                <a:gd name="connsiteY380" fmla="*/ 587060 h 1032158"/>
                <a:gd name="connsiteX381" fmla="*/ 26094 w 3024845"/>
                <a:gd name="connsiteY381" fmla="*/ 587330 h 1032158"/>
                <a:gd name="connsiteX382" fmla="*/ 38507 w 3024845"/>
                <a:gd name="connsiteY382" fmla="*/ 589221 h 1032158"/>
                <a:gd name="connsiteX383" fmla="*/ 39014 w 3024845"/>
                <a:gd name="connsiteY383" fmla="*/ 590573 h 1032158"/>
                <a:gd name="connsiteX384" fmla="*/ 42560 w 3024845"/>
                <a:gd name="connsiteY384" fmla="*/ 600030 h 1032158"/>
                <a:gd name="connsiteX385" fmla="*/ 68907 w 3024845"/>
                <a:gd name="connsiteY385" fmla="*/ 602192 h 1032158"/>
                <a:gd name="connsiteX386" fmla="*/ 68907 w 3024845"/>
                <a:gd name="connsiteY386" fmla="*/ 478971 h 1032158"/>
                <a:gd name="connsiteX387" fmla="*/ 70934 w 3024845"/>
                <a:gd name="connsiteY387" fmla="*/ 478971 h 1032158"/>
                <a:gd name="connsiteX388" fmla="*/ 85121 w 3024845"/>
                <a:gd name="connsiteY388" fmla="*/ 478971 h 1032158"/>
                <a:gd name="connsiteX389" fmla="*/ 85121 w 3024845"/>
                <a:gd name="connsiteY389" fmla="*/ 342779 h 1032158"/>
                <a:gd name="connsiteX390" fmla="*/ 86894 w 3024845"/>
                <a:gd name="connsiteY390" fmla="*/ 342779 h 1032158"/>
                <a:gd name="connsiteX391" fmla="*/ 99308 w 3024845"/>
                <a:gd name="connsiteY391" fmla="*/ 342779 h 1032158"/>
                <a:gd name="connsiteX392" fmla="*/ 99308 w 3024845"/>
                <a:gd name="connsiteY392" fmla="*/ 228205 h 1032158"/>
                <a:gd name="connsiteX393" fmla="*/ 103361 w 3024845"/>
                <a:gd name="connsiteY393" fmla="*/ 200101 h 1032158"/>
                <a:gd name="connsiteX394" fmla="*/ 105388 w 3024845"/>
                <a:gd name="connsiteY394" fmla="*/ 200101 h 1032158"/>
                <a:gd name="connsiteX395" fmla="*/ 119575 w 3024845"/>
                <a:gd name="connsiteY395" fmla="*/ 200101 h 1032158"/>
                <a:gd name="connsiteX0" fmla="*/ 119575 w 3024845"/>
                <a:gd name="connsiteY0" fmla="*/ 95357 h 927414"/>
                <a:gd name="connsiteX1" fmla="*/ 200642 w 3024845"/>
                <a:gd name="connsiteY1" fmla="*/ 93196 h 927414"/>
                <a:gd name="connsiteX2" fmla="*/ 202669 w 3024845"/>
                <a:gd name="connsiteY2" fmla="*/ 93196 h 927414"/>
                <a:gd name="connsiteX3" fmla="*/ 216856 w 3024845"/>
                <a:gd name="connsiteY3" fmla="*/ 93196 h 927414"/>
                <a:gd name="connsiteX4" fmla="*/ 216856 w 3024845"/>
                <a:gd name="connsiteY4" fmla="*/ 116975 h 927414"/>
                <a:gd name="connsiteX5" fmla="*/ 217363 w 3024845"/>
                <a:gd name="connsiteY5" fmla="*/ 117786 h 927414"/>
                <a:gd name="connsiteX6" fmla="*/ 220909 w 3024845"/>
                <a:gd name="connsiteY6" fmla="*/ 123461 h 927414"/>
                <a:gd name="connsiteX7" fmla="*/ 220909 w 3024845"/>
                <a:gd name="connsiteY7" fmla="*/ 238035 h 927414"/>
                <a:gd name="connsiteX8" fmla="*/ 223189 w 3024845"/>
                <a:gd name="connsiteY8" fmla="*/ 238035 h 927414"/>
                <a:gd name="connsiteX9" fmla="*/ 239150 w 3024845"/>
                <a:gd name="connsiteY9" fmla="*/ 238035 h 927414"/>
                <a:gd name="connsiteX10" fmla="*/ 239150 w 3024845"/>
                <a:gd name="connsiteY10" fmla="*/ 378550 h 927414"/>
                <a:gd name="connsiteX11" fmla="*/ 240670 w 3024845"/>
                <a:gd name="connsiteY11" fmla="*/ 378280 h 927414"/>
                <a:gd name="connsiteX12" fmla="*/ 251310 w 3024845"/>
                <a:gd name="connsiteY12" fmla="*/ 376389 h 927414"/>
                <a:gd name="connsiteX13" fmla="*/ 249283 w 3024845"/>
                <a:gd name="connsiteY13" fmla="*/ 465021 h 927414"/>
                <a:gd name="connsiteX14" fmla="*/ 250803 w 3024845"/>
                <a:gd name="connsiteY14" fmla="*/ 465292 h 927414"/>
                <a:gd name="connsiteX15" fmla="*/ 261443 w 3024845"/>
                <a:gd name="connsiteY15" fmla="*/ 467183 h 927414"/>
                <a:gd name="connsiteX16" fmla="*/ 261696 w 3024845"/>
                <a:gd name="connsiteY16" fmla="*/ 467994 h 927414"/>
                <a:gd name="connsiteX17" fmla="*/ 263470 w 3024845"/>
                <a:gd name="connsiteY17" fmla="*/ 473669 h 927414"/>
                <a:gd name="connsiteX18" fmla="*/ 264230 w 3024845"/>
                <a:gd name="connsiteY18" fmla="*/ 471237 h 927414"/>
                <a:gd name="connsiteX19" fmla="*/ 269550 w 3024845"/>
                <a:gd name="connsiteY19" fmla="*/ 454213 h 927414"/>
                <a:gd name="connsiteX20" fmla="*/ 271323 w 3024845"/>
                <a:gd name="connsiteY20" fmla="*/ 454213 h 927414"/>
                <a:gd name="connsiteX21" fmla="*/ 283737 w 3024845"/>
                <a:gd name="connsiteY21" fmla="*/ 454213 h 927414"/>
                <a:gd name="connsiteX22" fmla="*/ 283737 w 3024845"/>
                <a:gd name="connsiteY22" fmla="*/ 486639 h 927414"/>
                <a:gd name="connsiteX23" fmla="*/ 284750 w 3024845"/>
                <a:gd name="connsiteY23" fmla="*/ 487180 h 927414"/>
                <a:gd name="connsiteX24" fmla="*/ 291844 w 3024845"/>
                <a:gd name="connsiteY24" fmla="*/ 490963 h 927414"/>
                <a:gd name="connsiteX25" fmla="*/ 291844 w 3024845"/>
                <a:gd name="connsiteY25" fmla="*/ 492314 h 927414"/>
                <a:gd name="connsiteX26" fmla="*/ 291844 w 3024845"/>
                <a:gd name="connsiteY26" fmla="*/ 501772 h 927414"/>
                <a:gd name="connsiteX27" fmla="*/ 336431 w 3024845"/>
                <a:gd name="connsiteY27" fmla="*/ 501772 h 927414"/>
                <a:gd name="connsiteX28" fmla="*/ 336431 w 3024845"/>
                <a:gd name="connsiteY28" fmla="*/ 502853 h 927414"/>
                <a:gd name="connsiteX29" fmla="*/ 336431 w 3024845"/>
                <a:gd name="connsiteY29" fmla="*/ 510419 h 927414"/>
                <a:gd name="connsiteX30" fmla="*/ 338457 w 3024845"/>
                <a:gd name="connsiteY30" fmla="*/ 510419 h 927414"/>
                <a:gd name="connsiteX31" fmla="*/ 352644 w 3024845"/>
                <a:gd name="connsiteY31" fmla="*/ 510419 h 927414"/>
                <a:gd name="connsiteX32" fmla="*/ 352644 w 3024845"/>
                <a:gd name="connsiteY32" fmla="*/ 480154 h 927414"/>
                <a:gd name="connsiteX33" fmla="*/ 397231 w 3024845"/>
                <a:gd name="connsiteY33" fmla="*/ 480154 h 927414"/>
                <a:gd name="connsiteX34" fmla="*/ 397231 w 3024845"/>
                <a:gd name="connsiteY34" fmla="*/ 478803 h 927414"/>
                <a:gd name="connsiteX35" fmla="*/ 397231 w 3024845"/>
                <a:gd name="connsiteY35" fmla="*/ 469345 h 927414"/>
                <a:gd name="connsiteX36" fmla="*/ 398245 w 3024845"/>
                <a:gd name="connsiteY36" fmla="*/ 469345 h 927414"/>
                <a:gd name="connsiteX37" fmla="*/ 405338 w 3024845"/>
                <a:gd name="connsiteY37" fmla="*/ 469345 h 927414"/>
                <a:gd name="connsiteX38" fmla="*/ 405338 w 3024845"/>
                <a:gd name="connsiteY38" fmla="*/ 467454 h 927414"/>
                <a:gd name="connsiteX39" fmla="*/ 405338 w 3024845"/>
                <a:gd name="connsiteY39" fmla="*/ 454213 h 927414"/>
                <a:gd name="connsiteX40" fmla="*/ 406098 w 3024845"/>
                <a:gd name="connsiteY40" fmla="*/ 454213 h 927414"/>
                <a:gd name="connsiteX41" fmla="*/ 411418 w 3024845"/>
                <a:gd name="connsiteY41" fmla="*/ 454213 h 927414"/>
                <a:gd name="connsiteX42" fmla="*/ 411418 w 3024845"/>
                <a:gd name="connsiteY42" fmla="*/ 453132 h 927414"/>
                <a:gd name="connsiteX43" fmla="*/ 411418 w 3024845"/>
                <a:gd name="connsiteY43" fmla="*/ 445565 h 927414"/>
                <a:gd name="connsiteX44" fmla="*/ 413445 w 3024845"/>
                <a:gd name="connsiteY44" fmla="*/ 445565 h 927414"/>
                <a:gd name="connsiteX45" fmla="*/ 427632 w 3024845"/>
                <a:gd name="connsiteY45" fmla="*/ 445565 h 927414"/>
                <a:gd name="connsiteX46" fmla="*/ 427632 w 3024845"/>
                <a:gd name="connsiteY46" fmla="*/ 446646 h 927414"/>
                <a:gd name="connsiteX47" fmla="*/ 427632 w 3024845"/>
                <a:gd name="connsiteY47" fmla="*/ 454213 h 927414"/>
                <a:gd name="connsiteX48" fmla="*/ 449925 w 3024845"/>
                <a:gd name="connsiteY48" fmla="*/ 454213 h 927414"/>
                <a:gd name="connsiteX49" fmla="*/ 449925 w 3024845"/>
                <a:gd name="connsiteY49" fmla="*/ 452321 h 927414"/>
                <a:gd name="connsiteX50" fmla="*/ 449925 w 3024845"/>
                <a:gd name="connsiteY50" fmla="*/ 439080 h 927414"/>
                <a:gd name="connsiteX51" fmla="*/ 451699 w 3024845"/>
                <a:gd name="connsiteY51" fmla="*/ 439080 h 927414"/>
                <a:gd name="connsiteX52" fmla="*/ 464112 w 3024845"/>
                <a:gd name="connsiteY52" fmla="*/ 439080 h 927414"/>
                <a:gd name="connsiteX53" fmla="*/ 464112 w 3024845"/>
                <a:gd name="connsiteY53" fmla="*/ 462860 h 927414"/>
                <a:gd name="connsiteX54" fmla="*/ 465126 w 3024845"/>
                <a:gd name="connsiteY54" fmla="*/ 462860 h 927414"/>
                <a:gd name="connsiteX55" fmla="*/ 472219 w 3024845"/>
                <a:gd name="connsiteY55" fmla="*/ 462860 h 927414"/>
                <a:gd name="connsiteX56" fmla="*/ 472219 w 3024845"/>
                <a:gd name="connsiteY56" fmla="*/ 461779 h 927414"/>
                <a:gd name="connsiteX57" fmla="*/ 472219 w 3024845"/>
                <a:gd name="connsiteY57" fmla="*/ 454213 h 927414"/>
                <a:gd name="connsiteX58" fmla="*/ 473992 w 3024845"/>
                <a:gd name="connsiteY58" fmla="*/ 454213 h 927414"/>
                <a:gd name="connsiteX59" fmla="*/ 486406 w 3024845"/>
                <a:gd name="connsiteY59" fmla="*/ 454213 h 927414"/>
                <a:gd name="connsiteX60" fmla="*/ 486406 w 3024845"/>
                <a:gd name="connsiteY60" fmla="*/ 480154 h 927414"/>
                <a:gd name="connsiteX61" fmla="*/ 488433 w 3024845"/>
                <a:gd name="connsiteY61" fmla="*/ 480154 h 927414"/>
                <a:gd name="connsiteX62" fmla="*/ 502619 w 3024845"/>
                <a:gd name="connsiteY62" fmla="*/ 480154 h 927414"/>
                <a:gd name="connsiteX63" fmla="*/ 502619 w 3024845"/>
                <a:gd name="connsiteY63" fmla="*/ 481775 h 927414"/>
                <a:gd name="connsiteX64" fmla="*/ 502619 w 3024845"/>
                <a:gd name="connsiteY64" fmla="*/ 493125 h 927414"/>
                <a:gd name="connsiteX65" fmla="*/ 503379 w 3024845"/>
                <a:gd name="connsiteY65" fmla="*/ 493125 h 927414"/>
                <a:gd name="connsiteX66" fmla="*/ 508700 w 3024845"/>
                <a:gd name="connsiteY66" fmla="*/ 493125 h 927414"/>
                <a:gd name="connsiteX67" fmla="*/ 508700 w 3024845"/>
                <a:gd name="connsiteY67" fmla="*/ 492314 h 927414"/>
                <a:gd name="connsiteX68" fmla="*/ 508700 w 3024845"/>
                <a:gd name="connsiteY68" fmla="*/ 486639 h 927414"/>
                <a:gd name="connsiteX69" fmla="*/ 539100 w 3024845"/>
                <a:gd name="connsiteY69" fmla="*/ 486639 h 927414"/>
                <a:gd name="connsiteX70" fmla="*/ 539100 w 3024845"/>
                <a:gd name="connsiteY70" fmla="*/ 510419 h 927414"/>
                <a:gd name="connsiteX71" fmla="*/ 540113 w 3024845"/>
                <a:gd name="connsiteY71" fmla="*/ 510419 h 927414"/>
                <a:gd name="connsiteX72" fmla="*/ 547207 w 3024845"/>
                <a:gd name="connsiteY72" fmla="*/ 510419 h 927414"/>
                <a:gd name="connsiteX73" fmla="*/ 547207 w 3024845"/>
                <a:gd name="connsiteY73" fmla="*/ 511500 h 927414"/>
                <a:gd name="connsiteX74" fmla="*/ 547207 w 3024845"/>
                <a:gd name="connsiteY74" fmla="*/ 519066 h 927414"/>
                <a:gd name="connsiteX75" fmla="*/ 547967 w 3024845"/>
                <a:gd name="connsiteY75" fmla="*/ 519066 h 927414"/>
                <a:gd name="connsiteX76" fmla="*/ 553287 w 3024845"/>
                <a:gd name="connsiteY76" fmla="*/ 519066 h 927414"/>
                <a:gd name="connsiteX77" fmla="*/ 553287 w 3024845"/>
                <a:gd name="connsiteY77" fmla="*/ 516904 h 927414"/>
                <a:gd name="connsiteX78" fmla="*/ 553287 w 3024845"/>
                <a:gd name="connsiteY78" fmla="*/ 501772 h 927414"/>
                <a:gd name="connsiteX79" fmla="*/ 554300 w 3024845"/>
                <a:gd name="connsiteY79" fmla="*/ 501772 h 927414"/>
                <a:gd name="connsiteX80" fmla="*/ 561394 w 3024845"/>
                <a:gd name="connsiteY80" fmla="*/ 501772 h 927414"/>
                <a:gd name="connsiteX81" fmla="*/ 561394 w 3024845"/>
                <a:gd name="connsiteY81" fmla="*/ 502853 h 927414"/>
                <a:gd name="connsiteX82" fmla="*/ 561394 w 3024845"/>
                <a:gd name="connsiteY82" fmla="*/ 510419 h 927414"/>
                <a:gd name="connsiteX83" fmla="*/ 566714 w 3024845"/>
                <a:gd name="connsiteY83" fmla="*/ 508426 h 927414"/>
                <a:gd name="connsiteX84" fmla="*/ 567474 w 3024845"/>
                <a:gd name="connsiteY84" fmla="*/ 507446 h 927414"/>
                <a:gd name="connsiteX85" fmla="*/ 567474 w 3024845"/>
                <a:gd name="connsiteY85" fmla="*/ 501772 h 927414"/>
                <a:gd name="connsiteX86" fmla="*/ 605981 w 3024845"/>
                <a:gd name="connsiteY86" fmla="*/ 501772 h 927414"/>
                <a:gd name="connsiteX87" fmla="*/ 605981 w 3024845"/>
                <a:gd name="connsiteY87" fmla="*/ 525551 h 927414"/>
                <a:gd name="connsiteX88" fmla="*/ 608007 w 3024845"/>
                <a:gd name="connsiteY88" fmla="*/ 525551 h 927414"/>
                <a:gd name="connsiteX89" fmla="*/ 622194 w 3024845"/>
                <a:gd name="connsiteY89" fmla="*/ 525551 h 927414"/>
                <a:gd name="connsiteX90" fmla="*/ 622194 w 3024845"/>
                <a:gd name="connsiteY90" fmla="*/ 526632 h 927414"/>
                <a:gd name="connsiteX91" fmla="*/ 622194 w 3024845"/>
                <a:gd name="connsiteY91" fmla="*/ 534198 h 927414"/>
                <a:gd name="connsiteX92" fmla="*/ 623968 w 3024845"/>
                <a:gd name="connsiteY92" fmla="*/ 534198 h 927414"/>
                <a:gd name="connsiteX93" fmla="*/ 636381 w 3024845"/>
                <a:gd name="connsiteY93" fmla="*/ 534198 h 927414"/>
                <a:gd name="connsiteX94" fmla="*/ 636381 w 3024845"/>
                <a:gd name="connsiteY94" fmla="*/ 510419 h 927414"/>
                <a:gd name="connsiteX95" fmla="*/ 637394 w 3024845"/>
                <a:gd name="connsiteY95" fmla="*/ 510419 h 927414"/>
                <a:gd name="connsiteX96" fmla="*/ 644488 w 3024845"/>
                <a:gd name="connsiteY96" fmla="*/ 510419 h 927414"/>
                <a:gd name="connsiteX97" fmla="*/ 644488 w 3024845"/>
                <a:gd name="connsiteY97" fmla="*/ 477992 h 927414"/>
                <a:gd name="connsiteX98" fmla="*/ 645501 w 3024845"/>
                <a:gd name="connsiteY98" fmla="*/ 477992 h 927414"/>
                <a:gd name="connsiteX99" fmla="*/ 652595 w 3024845"/>
                <a:gd name="connsiteY99" fmla="*/ 477992 h 927414"/>
                <a:gd name="connsiteX100" fmla="*/ 652595 w 3024845"/>
                <a:gd name="connsiteY100" fmla="*/ 476101 h 927414"/>
                <a:gd name="connsiteX101" fmla="*/ 652595 w 3024845"/>
                <a:gd name="connsiteY101" fmla="*/ 462860 h 927414"/>
                <a:gd name="connsiteX102" fmla="*/ 651328 w 3024845"/>
                <a:gd name="connsiteY102" fmla="*/ 461238 h 927414"/>
                <a:gd name="connsiteX103" fmla="*/ 656648 w 3024845"/>
                <a:gd name="connsiteY103" fmla="*/ 449889 h 927414"/>
                <a:gd name="connsiteX104" fmla="*/ 664755 w 3024845"/>
                <a:gd name="connsiteY104" fmla="*/ 477992 h 927414"/>
                <a:gd name="connsiteX105" fmla="*/ 665515 w 3024845"/>
                <a:gd name="connsiteY105" fmla="*/ 477992 h 927414"/>
                <a:gd name="connsiteX106" fmla="*/ 670835 w 3024845"/>
                <a:gd name="connsiteY106" fmla="*/ 477992 h 927414"/>
                <a:gd name="connsiteX107" fmla="*/ 670835 w 3024845"/>
                <a:gd name="connsiteY107" fmla="*/ 372065 h 927414"/>
                <a:gd name="connsiteX108" fmla="*/ 672355 w 3024845"/>
                <a:gd name="connsiteY108" fmla="*/ 372065 h 927414"/>
                <a:gd name="connsiteX109" fmla="*/ 682995 w 3024845"/>
                <a:gd name="connsiteY109" fmla="*/ 372065 h 927414"/>
                <a:gd name="connsiteX110" fmla="*/ 682995 w 3024845"/>
                <a:gd name="connsiteY110" fmla="*/ 324506 h 927414"/>
                <a:gd name="connsiteX111" fmla="*/ 709342 w 3024845"/>
                <a:gd name="connsiteY111" fmla="*/ 324506 h 927414"/>
                <a:gd name="connsiteX112" fmla="*/ 709342 w 3024845"/>
                <a:gd name="connsiteY112" fmla="*/ 302888 h 927414"/>
                <a:gd name="connsiteX113" fmla="*/ 743796 w 3024845"/>
                <a:gd name="connsiteY113" fmla="*/ 302888 h 927414"/>
                <a:gd name="connsiteX114" fmla="*/ 743796 w 3024845"/>
                <a:gd name="connsiteY114" fmla="*/ 305320 h 927414"/>
                <a:gd name="connsiteX115" fmla="*/ 743796 w 3024845"/>
                <a:gd name="connsiteY115" fmla="*/ 322344 h 927414"/>
                <a:gd name="connsiteX116" fmla="*/ 746076 w 3024845"/>
                <a:gd name="connsiteY116" fmla="*/ 322344 h 927414"/>
                <a:gd name="connsiteX117" fmla="*/ 762036 w 3024845"/>
                <a:gd name="connsiteY117" fmla="*/ 322344 h 927414"/>
                <a:gd name="connsiteX118" fmla="*/ 762036 w 3024845"/>
                <a:gd name="connsiteY118" fmla="*/ 369903 h 927414"/>
                <a:gd name="connsiteX119" fmla="*/ 763049 w 3024845"/>
                <a:gd name="connsiteY119" fmla="*/ 369903 h 927414"/>
                <a:gd name="connsiteX120" fmla="*/ 770143 w 3024845"/>
                <a:gd name="connsiteY120" fmla="*/ 369903 h 927414"/>
                <a:gd name="connsiteX121" fmla="*/ 784330 w 3024845"/>
                <a:gd name="connsiteY121" fmla="*/ 374227 h 927414"/>
                <a:gd name="connsiteX122" fmla="*/ 784330 w 3024845"/>
                <a:gd name="connsiteY122" fmla="*/ 413139 h 927414"/>
                <a:gd name="connsiteX123" fmla="*/ 785343 w 3024845"/>
                <a:gd name="connsiteY123" fmla="*/ 413139 h 927414"/>
                <a:gd name="connsiteX124" fmla="*/ 792436 w 3024845"/>
                <a:gd name="connsiteY124" fmla="*/ 413139 h 927414"/>
                <a:gd name="connsiteX125" fmla="*/ 792436 w 3024845"/>
                <a:gd name="connsiteY125" fmla="*/ 414760 h 927414"/>
                <a:gd name="connsiteX126" fmla="*/ 792436 w 3024845"/>
                <a:gd name="connsiteY126" fmla="*/ 426109 h 927414"/>
                <a:gd name="connsiteX127" fmla="*/ 794463 w 3024845"/>
                <a:gd name="connsiteY127" fmla="*/ 426109 h 927414"/>
                <a:gd name="connsiteX128" fmla="*/ 808650 w 3024845"/>
                <a:gd name="connsiteY128" fmla="*/ 426109 h 927414"/>
                <a:gd name="connsiteX129" fmla="*/ 814730 w 3024845"/>
                <a:gd name="connsiteY129" fmla="*/ 432595 h 927414"/>
                <a:gd name="connsiteX130" fmla="*/ 814730 w 3024845"/>
                <a:gd name="connsiteY130" fmla="*/ 454213 h 927414"/>
                <a:gd name="connsiteX131" fmla="*/ 817010 w 3024845"/>
                <a:gd name="connsiteY131" fmla="*/ 454213 h 927414"/>
                <a:gd name="connsiteX132" fmla="*/ 832970 w 3024845"/>
                <a:gd name="connsiteY132" fmla="*/ 454213 h 927414"/>
                <a:gd name="connsiteX133" fmla="*/ 832970 w 3024845"/>
                <a:gd name="connsiteY133" fmla="*/ 455293 h 927414"/>
                <a:gd name="connsiteX134" fmla="*/ 832970 w 3024845"/>
                <a:gd name="connsiteY134" fmla="*/ 462860 h 927414"/>
                <a:gd name="connsiteX135" fmla="*/ 834237 w 3024845"/>
                <a:gd name="connsiteY135" fmla="*/ 462860 h 927414"/>
                <a:gd name="connsiteX136" fmla="*/ 843104 w 3024845"/>
                <a:gd name="connsiteY136" fmla="*/ 462860 h 927414"/>
                <a:gd name="connsiteX137" fmla="*/ 843104 w 3024845"/>
                <a:gd name="connsiteY137" fmla="*/ 465021 h 927414"/>
                <a:gd name="connsiteX138" fmla="*/ 843104 w 3024845"/>
                <a:gd name="connsiteY138" fmla="*/ 480154 h 927414"/>
                <a:gd name="connsiteX139" fmla="*/ 847157 w 3024845"/>
                <a:gd name="connsiteY139" fmla="*/ 478262 h 927414"/>
                <a:gd name="connsiteX140" fmla="*/ 847157 w 3024845"/>
                <a:gd name="connsiteY140" fmla="*/ 465021 h 927414"/>
                <a:gd name="connsiteX141" fmla="*/ 848170 w 3024845"/>
                <a:gd name="connsiteY141" fmla="*/ 465021 h 927414"/>
                <a:gd name="connsiteX142" fmla="*/ 855264 w 3024845"/>
                <a:gd name="connsiteY142" fmla="*/ 465021 h 927414"/>
                <a:gd name="connsiteX143" fmla="*/ 855264 w 3024845"/>
                <a:gd name="connsiteY143" fmla="*/ 466643 h 927414"/>
                <a:gd name="connsiteX144" fmla="*/ 855264 w 3024845"/>
                <a:gd name="connsiteY144" fmla="*/ 477992 h 927414"/>
                <a:gd name="connsiteX145" fmla="*/ 856024 w 3024845"/>
                <a:gd name="connsiteY145" fmla="*/ 477992 h 927414"/>
                <a:gd name="connsiteX146" fmla="*/ 861344 w 3024845"/>
                <a:gd name="connsiteY146" fmla="*/ 477992 h 927414"/>
                <a:gd name="connsiteX147" fmla="*/ 909984 w 3024845"/>
                <a:gd name="connsiteY147" fmla="*/ 473669 h 927414"/>
                <a:gd name="connsiteX148" fmla="*/ 909984 w 3024845"/>
                <a:gd name="connsiteY148" fmla="*/ 475020 h 927414"/>
                <a:gd name="connsiteX149" fmla="*/ 909984 w 3024845"/>
                <a:gd name="connsiteY149" fmla="*/ 484477 h 927414"/>
                <a:gd name="connsiteX150" fmla="*/ 910744 w 3024845"/>
                <a:gd name="connsiteY150" fmla="*/ 484477 h 927414"/>
                <a:gd name="connsiteX151" fmla="*/ 916065 w 3024845"/>
                <a:gd name="connsiteY151" fmla="*/ 484477 h 927414"/>
                <a:gd name="connsiteX152" fmla="*/ 916065 w 3024845"/>
                <a:gd name="connsiteY152" fmla="*/ 486639 h 927414"/>
                <a:gd name="connsiteX153" fmla="*/ 916065 w 3024845"/>
                <a:gd name="connsiteY153" fmla="*/ 501772 h 927414"/>
                <a:gd name="connsiteX154" fmla="*/ 918091 w 3024845"/>
                <a:gd name="connsiteY154" fmla="*/ 500421 h 927414"/>
                <a:gd name="connsiteX155" fmla="*/ 932278 w 3024845"/>
                <a:gd name="connsiteY155" fmla="*/ 490963 h 927414"/>
                <a:gd name="connsiteX156" fmla="*/ 938358 w 3024845"/>
                <a:gd name="connsiteY156" fmla="*/ 449889 h 927414"/>
                <a:gd name="connsiteX157" fmla="*/ 939118 w 3024845"/>
                <a:gd name="connsiteY157" fmla="*/ 449619 h 927414"/>
                <a:gd name="connsiteX158" fmla="*/ 944438 w 3024845"/>
                <a:gd name="connsiteY158" fmla="*/ 447727 h 927414"/>
                <a:gd name="connsiteX159" fmla="*/ 946465 w 3024845"/>
                <a:gd name="connsiteY159" fmla="*/ 378550 h 927414"/>
                <a:gd name="connsiteX160" fmla="*/ 948492 w 3024845"/>
                <a:gd name="connsiteY160" fmla="*/ 447727 h 927414"/>
                <a:gd name="connsiteX161" fmla="*/ 949252 w 3024845"/>
                <a:gd name="connsiteY161" fmla="*/ 447997 h 927414"/>
                <a:gd name="connsiteX162" fmla="*/ 954572 w 3024845"/>
                <a:gd name="connsiteY162" fmla="*/ 449889 h 927414"/>
                <a:gd name="connsiteX163" fmla="*/ 954572 w 3024845"/>
                <a:gd name="connsiteY163" fmla="*/ 363418 h 927414"/>
                <a:gd name="connsiteX164" fmla="*/ 958625 w 3024845"/>
                <a:gd name="connsiteY164" fmla="*/ 330991 h 927414"/>
                <a:gd name="connsiteX165" fmla="*/ 997132 w 3024845"/>
                <a:gd name="connsiteY165" fmla="*/ 330991 h 927414"/>
                <a:gd name="connsiteX166" fmla="*/ 997132 w 3024845"/>
                <a:gd name="connsiteY166" fmla="*/ 363418 h 927414"/>
                <a:gd name="connsiteX167" fmla="*/ 997892 w 3024845"/>
                <a:gd name="connsiteY167" fmla="*/ 363418 h 927414"/>
                <a:gd name="connsiteX168" fmla="*/ 1003212 w 3024845"/>
                <a:gd name="connsiteY168" fmla="*/ 363418 h 927414"/>
                <a:gd name="connsiteX169" fmla="*/ 1003212 w 3024845"/>
                <a:gd name="connsiteY169" fmla="*/ 281270 h 927414"/>
                <a:gd name="connsiteX170" fmla="*/ 1004986 w 3024845"/>
                <a:gd name="connsiteY170" fmla="*/ 281270 h 927414"/>
                <a:gd name="connsiteX171" fmla="*/ 1017399 w 3024845"/>
                <a:gd name="connsiteY171" fmla="*/ 281270 h 927414"/>
                <a:gd name="connsiteX172" fmla="*/ 1017399 w 3024845"/>
                <a:gd name="connsiteY172" fmla="*/ 279379 h 927414"/>
                <a:gd name="connsiteX173" fmla="*/ 1017399 w 3024845"/>
                <a:gd name="connsiteY173" fmla="*/ 266138 h 927414"/>
                <a:gd name="connsiteX174" fmla="*/ 1039693 w 3024845"/>
                <a:gd name="connsiteY174" fmla="*/ 266138 h 927414"/>
                <a:gd name="connsiteX175" fmla="*/ 1039693 w 3024845"/>
                <a:gd name="connsiteY175" fmla="*/ 265057 h 927414"/>
                <a:gd name="connsiteX176" fmla="*/ 1039693 w 3024845"/>
                <a:gd name="connsiteY176" fmla="*/ 257491 h 927414"/>
                <a:gd name="connsiteX177" fmla="*/ 1041466 w 3024845"/>
                <a:gd name="connsiteY177" fmla="*/ 257491 h 927414"/>
                <a:gd name="connsiteX178" fmla="*/ 1053880 w 3024845"/>
                <a:gd name="connsiteY178" fmla="*/ 257491 h 927414"/>
                <a:gd name="connsiteX179" fmla="*/ 1053880 w 3024845"/>
                <a:gd name="connsiteY179" fmla="*/ 258572 h 927414"/>
                <a:gd name="connsiteX180" fmla="*/ 1053880 w 3024845"/>
                <a:gd name="connsiteY180" fmla="*/ 266138 h 927414"/>
                <a:gd name="connsiteX181" fmla="*/ 1054640 w 3024845"/>
                <a:gd name="connsiteY181" fmla="*/ 266138 h 927414"/>
                <a:gd name="connsiteX182" fmla="*/ 1059960 w 3024845"/>
                <a:gd name="connsiteY182" fmla="*/ 266138 h 927414"/>
                <a:gd name="connsiteX183" fmla="*/ 1070093 w 3024845"/>
                <a:gd name="connsiteY183" fmla="*/ 261814 h 927414"/>
                <a:gd name="connsiteX184" fmla="*/ 1074146 w 3024845"/>
                <a:gd name="connsiteY184" fmla="*/ 265057 h 927414"/>
                <a:gd name="connsiteX185" fmla="*/ 1074146 w 3024845"/>
                <a:gd name="connsiteY185" fmla="*/ 257491 h 927414"/>
                <a:gd name="connsiteX186" fmla="*/ 1076426 w 3024845"/>
                <a:gd name="connsiteY186" fmla="*/ 257491 h 927414"/>
                <a:gd name="connsiteX187" fmla="*/ 1092387 w 3024845"/>
                <a:gd name="connsiteY187" fmla="*/ 257491 h 927414"/>
                <a:gd name="connsiteX188" fmla="*/ 1092387 w 3024845"/>
                <a:gd name="connsiteY188" fmla="*/ 258572 h 927414"/>
                <a:gd name="connsiteX189" fmla="*/ 1092387 w 3024845"/>
                <a:gd name="connsiteY189" fmla="*/ 266138 h 927414"/>
                <a:gd name="connsiteX190" fmla="*/ 1122787 w 3024845"/>
                <a:gd name="connsiteY190" fmla="*/ 266138 h 927414"/>
                <a:gd name="connsiteX191" fmla="*/ 1122787 w 3024845"/>
                <a:gd name="connsiteY191" fmla="*/ 267759 h 927414"/>
                <a:gd name="connsiteX192" fmla="*/ 1122787 w 3024845"/>
                <a:gd name="connsiteY192" fmla="*/ 279109 h 927414"/>
                <a:gd name="connsiteX193" fmla="*/ 1149134 w 3024845"/>
                <a:gd name="connsiteY193" fmla="*/ 279109 h 927414"/>
                <a:gd name="connsiteX194" fmla="*/ 1149134 w 3024845"/>
                <a:gd name="connsiteY194" fmla="*/ 309373 h 927414"/>
                <a:gd name="connsiteX195" fmla="*/ 1149894 w 3024845"/>
                <a:gd name="connsiteY195" fmla="*/ 309373 h 927414"/>
                <a:gd name="connsiteX196" fmla="*/ 1155214 w 3024845"/>
                <a:gd name="connsiteY196" fmla="*/ 309373 h 927414"/>
                <a:gd name="connsiteX197" fmla="*/ 1155214 w 3024845"/>
                <a:gd name="connsiteY197" fmla="*/ 310454 h 927414"/>
                <a:gd name="connsiteX198" fmla="*/ 1155214 w 3024845"/>
                <a:gd name="connsiteY198" fmla="*/ 318021 h 927414"/>
                <a:gd name="connsiteX199" fmla="*/ 1159268 w 3024845"/>
                <a:gd name="connsiteY199" fmla="*/ 348285 h 927414"/>
                <a:gd name="connsiteX200" fmla="*/ 1160028 w 3024845"/>
                <a:gd name="connsiteY200" fmla="*/ 348285 h 927414"/>
                <a:gd name="connsiteX201" fmla="*/ 1165348 w 3024845"/>
                <a:gd name="connsiteY201" fmla="*/ 348285 h 927414"/>
                <a:gd name="connsiteX202" fmla="*/ 1165348 w 3024845"/>
                <a:gd name="connsiteY202" fmla="*/ 349096 h 927414"/>
                <a:gd name="connsiteX203" fmla="*/ 1165348 w 3024845"/>
                <a:gd name="connsiteY203" fmla="*/ 354771 h 927414"/>
                <a:gd name="connsiteX204" fmla="*/ 1166361 w 3024845"/>
                <a:gd name="connsiteY204" fmla="*/ 354771 h 927414"/>
                <a:gd name="connsiteX205" fmla="*/ 1173454 w 3024845"/>
                <a:gd name="connsiteY205" fmla="*/ 354771 h 927414"/>
                <a:gd name="connsiteX206" fmla="*/ 1173454 w 3024845"/>
                <a:gd name="connsiteY206" fmla="*/ 385036 h 927414"/>
                <a:gd name="connsiteX207" fmla="*/ 1175481 w 3024845"/>
                <a:gd name="connsiteY207" fmla="*/ 385036 h 927414"/>
                <a:gd name="connsiteX208" fmla="*/ 1189668 w 3024845"/>
                <a:gd name="connsiteY208" fmla="*/ 385036 h 927414"/>
                <a:gd name="connsiteX209" fmla="*/ 1189668 w 3024845"/>
                <a:gd name="connsiteY209" fmla="*/ 408815 h 927414"/>
                <a:gd name="connsiteX210" fmla="*/ 1191695 w 3024845"/>
                <a:gd name="connsiteY210" fmla="*/ 410436 h 927414"/>
                <a:gd name="connsiteX211" fmla="*/ 1191695 w 3024845"/>
                <a:gd name="connsiteY211" fmla="*/ 421786 h 927414"/>
                <a:gd name="connsiteX212" fmla="*/ 1192455 w 3024845"/>
                <a:gd name="connsiteY212" fmla="*/ 421786 h 927414"/>
                <a:gd name="connsiteX213" fmla="*/ 1197775 w 3024845"/>
                <a:gd name="connsiteY213" fmla="*/ 421786 h 927414"/>
                <a:gd name="connsiteX214" fmla="*/ 1197775 w 3024845"/>
                <a:gd name="connsiteY214" fmla="*/ 445565 h 927414"/>
                <a:gd name="connsiteX215" fmla="*/ 1199041 w 3024845"/>
                <a:gd name="connsiteY215" fmla="*/ 445565 h 927414"/>
                <a:gd name="connsiteX216" fmla="*/ 1207908 w 3024845"/>
                <a:gd name="connsiteY216" fmla="*/ 445565 h 927414"/>
                <a:gd name="connsiteX217" fmla="*/ 1209935 w 3024845"/>
                <a:gd name="connsiteY217" fmla="*/ 449619 h 927414"/>
                <a:gd name="connsiteX218" fmla="*/ 1209935 w 3024845"/>
                <a:gd name="connsiteY218" fmla="*/ 462860 h 927414"/>
                <a:gd name="connsiteX219" fmla="*/ 1211455 w 3024845"/>
                <a:gd name="connsiteY219" fmla="*/ 460968 h 927414"/>
                <a:gd name="connsiteX220" fmla="*/ 1222095 w 3024845"/>
                <a:gd name="connsiteY220" fmla="*/ 447727 h 927414"/>
                <a:gd name="connsiteX221" fmla="*/ 1250469 w 3024845"/>
                <a:gd name="connsiteY221" fmla="*/ 447727 h 927414"/>
                <a:gd name="connsiteX222" fmla="*/ 1250469 w 3024845"/>
                <a:gd name="connsiteY222" fmla="*/ 534198 h 927414"/>
                <a:gd name="connsiteX223" fmla="*/ 1251229 w 3024845"/>
                <a:gd name="connsiteY223" fmla="*/ 534198 h 927414"/>
                <a:gd name="connsiteX224" fmla="*/ 1256549 w 3024845"/>
                <a:gd name="connsiteY224" fmla="*/ 534198 h 927414"/>
                <a:gd name="connsiteX225" fmla="*/ 1257309 w 3024845"/>
                <a:gd name="connsiteY225" fmla="*/ 532847 h 927414"/>
                <a:gd name="connsiteX226" fmla="*/ 1262629 w 3024845"/>
                <a:gd name="connsiteY226" fmla="*/ 523389 h 927414"/>
                <a:gd name="connsiteX227" fmla="*/ 1262629 w 3024845"/>
                <a:gd name="connsiteY227" fmla="*/ 525281 h 927414"/>
                <a:gd name="connsiteX228" fmla="*/ 1262629 w 3024845"/>
                <a:gd name="connsiteY228" fmla="*/ 538522 h 927414"/>
                <a:gd name="connsiteX229" fmla="*/ 1266682 w 3024845"/>
                <a:gd name="connsiteY229" fmla="*/ 493125 h 927414"/>
                <a:gd name="connsiteX230" fmla="*/ 1267442 w 3024845"/>
                <a:gd name="connsiteY230" fmla="*/ 493125 h 927414"/>
                <a:gd name="connsiteX231" fmla="*/ 1272762 w 3024845"/>
                <a:gd name="connsiteY231" fmla="*/ 493125 h 927414"/>
                <a:gd name="connsiteX232" fmla="*/ 1272762 w 3024845"/>
                <a:gd name="connsiteY232" fmla="*/ 428271 h 927414"/>
                <a:gd name="connsiteX233" fmla="*/ 1273776 w 3024845"/>
                <a:gd name="connsiteY233" fmla="*/ 428271 h 927414"/>
                <a:gd name="connsiteX234" fmla="*/ 1280869 w 3024845"/>
                <a:gd name="connsiteY234" fmla="*/ 428271 h 927414"/>
                <a:gd name="connsiteX235" fmla="*/ 1293029 w 3024845"/>
                <a:gd name="connsiteY235" fmla="*/ 385036 h 927414"/>
                <a:gd name="connsiteX236" fmla="*/ 1294296 w 3024845"/>
                <a:gd name="connsiteY236" fmla="*/ 385036 h 927414"/>
                <a:gd name="connsiteX237" fmla="*/ 1303163 w 3024845"/>
                <a:gd name="connsiteY237" fmla="*/ 385036 h 927414"/>
                <a:gd name="connsiteX238" fmla="*/ 1313296 w 3024845"/>
                <a:gd name="connsiteY238" fmla="*/ 428271 h 927414"/>
                <a:gd name="connsiteX239" fmla="*/ 1314309 w 3024845"/>
                <a:gd name="connsiteY239" fmla="*/ 428271 h 927414"/>
                <a:gd name="connsiteX240" fmla="*/ 1321403 w 3024845"/>
                <a:gd name="connsiteY240" fmla="*/ 428271 h 927414"/>
                <a:gd name="connsiteX241" fmla="*/ 1321403 w 3024845"/>
                <a:gd name="connsiteY241" fmla="*/ 467183 h 927414"/>
                <a:gd name="connsiteX242" fmla="*/ 1323176 w 3024845"/>
                <a:gd name="connsiteY242" fmla="*/ 467183 h 927414"/>
                <a:gd name="connsiteX243" fmla="*/ 1335590 w 3024845"/>
                <a:gd name="connsiteY243" fmla="*/ 467183 h 927414"/>
                <a:gd name="connsiteX244" fmla="*/ 1335590 w 3024845"/>
                <a:gd name="connsiteY244" fmla="*/ 469345 h 927414"/>
                <a:gd name="connsiteX245" fmla="*/ 1335590 w 3024845"/>
                <a:gd name="connsiteY245" fmla="*/ 484477 h 927414"/>
                <a:gd name="connsiteX246" fmla="*/ 1339643 w 3024845"/>
                <a:gd name="connsiteY246" fmla="*/ 482316 h 927414"/>
                <a:gd name="connsiteX247" fmla="*/ 1339643 w 3024845"/>
                <a:gd name="connsiteY247" fmla="*/ 467183 h 927414"/>
                <a:gd name="connsiteX248" fmla="*/ 1341163 w 3024845"/>
                <a:gd name="connsiteY248" fmla="*/ 467183 h 927414"/>
                <a:gd name="connsiteX249" fmla="*/ 1351803 w 3024845"/>
                <a:gd name="connsiteY249" fmla="*/ 467183 h 927414"/>
                <a:gd name="connsiteX250" fmla="*/ 1351803 w 3024845"/>
                <a:gd name="connsiteY250" fmla="*/ 468804 h 927414"/>
                <a:gd name="connsiteX251" fmla="*/ 1351803 w 3024845"/>
                <a:gd name="connsiteY251" fmla="*/ 480154 h 927414"/>
                <a:gd name="connsiteX252" fmla="*/ 1382204 w 3024845"/>
                <a:gd name="connsiteY252" fmla="*/ 480154 h 927414"/>
                <a:gd name="connsiteX253" fmla="*/ 1382204 w 3024845"/>
                <a:gd name="connsiteY253" fmla="*/ 443404 h 927414"/>
                <a:gd name="connsiteX254" fmla="*/ 1383470 w 3024845"/>
                <a:gd name="connsiteY254" fmla="*/ 443404 h 927414"/>
                <a:gd name="connsiteX255" fmla="*/ 1392337 w 3024845"/>
                <a:gd name="connsiteY255" fmla="*/ 443404 h 927414"/>
                <a:gd name="connsiteX256" fmla="*/ 1392337 w 3024845"/>
                <a:gd name="connsiteY256" fmla="*/ 465021 h 927414"/>
                <a:gd name="connsiteX257" fmla="*/ 1394364 w 3024845"/>
                <a:gd name="connsiteY257" fmla="*/ 432595 h 927414"/>
                <a:gd name="connsiteX258" fmla="*/ 1416657 w 3024845"/>
                <a:gd name="connsiteY258" fmla="*/ 432595 h 927414"/>
                <a:gd name="connsiteX259" fmla="*/ 1416657 w 3024845"/>
                <a:gd name="connsiteY259" fmla="*/ 430973 h 927414"/>
                <a:gd name="connsiteX260" fmla="*/ 1416657 w 3024845"/>
                <a:gd name="connsiteY260" fmla="*/ 419624 h 927414"/>
                <a:gd name="connsiteX261" fmla="*/ 1417417 w 3024845"/>
                <a:gd name="connsiteY261" fmla="*/ 419624 h 927414"/>
                <a:gd name="connsiteX262" fmla="*/ 1422737 w 3024845"/>
                <a:gd name="connsiteY262" fmla="*/ 419624 h 927414"/>
                <a:gd name="connsiteX263" fmla="*/ 1422737 w 3024845"/>
                <a:gd name="connsiteY263" fmla="*/ 417733 h 927414"/>
                <a:gd name="connsiteX264" fmla="*/ 1422737 w 3024845"/>
                <a:gd name="connsiteY264" fmla="*/ 404492 h 927414"/>
                <a:gd name="connsiteX265" fmla="*/ 1426791 w 3024845"/>
                <a:gd name="connsiteY265" fmla="*/ 410977 h 927414"/>
                <a:gd name="connsiteX266" fmla="*/ 1429071 w 3024845"/>
                <a:gd name="connsiteY266" fmla="*/ 410977 h 927414"/>
                <a:gd name="connsiteX267" fmla="*/ 1445031 w 3024845"/>
                <a:gd name="connsiteY267" fmla="*/ 410977 h 927414"/>
                <a:gd name="connsiteX268" fmla="*/ 1445031 w 3024845"/>
                <a:gd name="connsiteY268" fmla="*/ 410166 h 927414"/>
                <a:gd name="connsiteX269" fmla="*/ 1445031 w 3024845"/>
                <a:gd name="connsiteY269" fmla="*/ 404492 h 927414"/>
                <a:gd name="connsiteX270" fmla="*/ 1445791 w 3024845"/>
                <a:gd name="connsiteY270" fmla="*/ 404492 h 927414"/>
                <a:gd name="connsiteX271" fmla="*/ 1451111 w 3024845"/>
                <a:gd name="connsiteY271" fmla="*/ 404492 h 927414"/>
                <a:gd name="connsiteX272" fmla="*/ 1451111 w 3024845"/>
                <a:gd name="connsiteY272" fmla="*/ 405843 h 927414"/>
                <a:gd name="connsiteX273" fmla="*/ 1451111 w 3024845"/>
                <a:gd name="connsiteY273" fmla="*/ 415301 h 927414"/>
                <a:gd name="connsiteX274" fmla="*/ 1489618 w 3024845"/>
                <a:gd name="connsiteY274" fmla="*/ 415301 h 927414"/>
                <a:gd name="connsiteX275" fmla="*/ 1489618 w 3024845"/>
                <a:gd name="connsiteY275" fmla="*/ 553654 h 927414"/>
                <a:gd name="connsiteX276" fmla="*/ 1491138 w 3024845"/>
                <a:gd name="connsiteY276" fmla="*/ 553654 h 927414"/>
                <a:gd name="connsiteX277" fmla="*/ 1501778 w 3024845"/>
                <a:gd name="connsiteY277" fmla="*/ 553654 h 927414"/>
                <a:gd name="connsiteX278" fmla="*/ 1501778 w 3024845"/>
                <a:gd name="connsiteY278" fmla="*/ 540684 h 927414"/>
                <a:gd name="connsiteX279" fmla="*/ 1505832 w 3024845"/>
                <a:gd name="connsiteY279" fmla="*/ 540684 h 927414"/>
                <a:gd name="connsiteX280" fmla="*/ 1505832 w 3024845"/>
                <a:gd name="connsiteY280" fmla="*/ 553654 h 927414"/>
                <a:gd name="connsiteX281" fmla="*/ 1536232 w 3024845"/>
                <a:gd name="connsiteY281" fmla="*/ 553654 h 927414"/>
                <a:gd name="connsiteX282" fmla="*/ 1536232 w 3024845"/>
                <a:gd name="connsiteY282" fmla="*/ 523389 h 927414"/>
                <a:gd name="connsiteX283" fmla="*/ 1548392 w 3024845"/>
                <a:gd name="connsiteY283" fmla="*/ 523389 h 927414"/>
                <a:gd name="connsiteX284" fmla="*/ 1560552 w 3024845"/>
                <a:gd name="connsiteY284" fmla="*/ 521228 h 927414"/>
                <a:gd name="connsiteX285" fmla="*/ 1564606 w 3024845"/>
                <a:gd name="connsiteY285" fmla="*/ 523389 h 927414"/>
                <a:gd name="connsiteX286" fmla="*/ 1574739 w 3024845"/>
                <a:gd name="connsiteY286" fmla="*/ 523389 h 927414"/>
                <a:gd name="connsiteX287" fmla="*/ 1574739 w 3024845"/>
                <a:gd name="connsiteY287" fmla="*/ 553654 h 927414"/>
                <a:gd name="connsiteX288" fmla="*/ 1582846 w 3024845"/>
                <a:gd name="connsiteY288" fmla="*/ 553654 h 927414"/>
                <a:gd name="connsiteX289" fmla="*/ 1582846 w 3024845"/>
                <a:gd name="connsiteY289" fmla="*/ 570949 h 927414"/>
                <a:gd name="connsiteX290" fmla="*/ 1592182 w 3024845"/>
                <a:gd name="connsiteY290" fmla="*/ 571854 h 927414"/>
                <a:gd name="connsiteX291" fmla="*/ 1605140 w 3024845"/>
                <a:gd name="connsiteY291" fmla="*/ 571854 h 927414"/>
                <a:gd name="connsiteX292" fmla="*/ 1605140 w 3024845"/>
                <a:gd name="connsiteY292" fmla="*/ 555816 h 927414"/>
                <a:gd name="connsiteX293" fmla="*/ 1673096 w 3024845"/>
                <a:gd name="connsiteY293" fmla="*/ 555816 h 927414"/>
                <a:gd name="connsiteX294" fmla="*/ 1673096 w 3024845"/>
                <a:gd name="connsiteY294" fmla="*/ 470563 h 927414"/>
                <a:gd name="connsiteX295" fmla="*/ 1745104 w 3024845"/>
                <a:gd name="connsiteY295" fmla="*/ 470563 h 927414"/>
                <a:gd name="connsiteX296" fmla="*/ 1745104 w 3024845"/>
                <a:gd name="connsiteY296" fmla="*/ 549331 h 927414"/>
                <a:gd name="connsiteX297" fmla="*/ 1747008 w 3024845"/>
                <a:gd name="connsiteY297" fmla="*/ 549331 h 927414"/>
                <a:gd name="connsiteX298" fmla="*/ 1748250 w 3024845"/>
                <a:gd name="connsiteY298" fmla="*/ 571854 h 927414"/>
                <a:gd name="connsiteX299" fmla="*/ 1757926 w 3024845"/>
                <a:gd name="connsiteY299" fmla="*/ 571854 h 927414"/>
                <a:gd name="connsiteX300" fmla="*/ 1759168 w 3024845"/>
                <a:gd name="connsiteY300" fmla="*/ 549331 h 927414"/>
                <a:gd name="connsiteX301" fmla="*/ 1765248 w 3024845"/>
                <a:gd name="connsiteY301" fmla="*/ 549331 h 927414"/>
                <a:gd name="connsiteX302" fmla="*/ 1766490 w 3024845"/>
                <a:gd name="connsiteY302" fmla="*/ 571854 h 927414"/>
                <a:gd name="connsiteX303" fmla="*/ 1817112 w 3024845"/>
                <a:gd name="connsiteY303" fmla="*/ 571854 h 927414"/>
                <a:gd name="connsiteX304" fmla="*/ 1817112 w 3024845"/>
                <a:gd name="connsiteY304" fmla="*/ 408826 h 927414"/>
                <a:gd name="connsiteX305" fmla="*/ 2014439 w 3024845"/>
                <a:gd name="connsiteY305" fmla="*/ 408826 h 927414"/>
                <a:gd name="connsiteX306" fmla="*/ 2014439 w 3024845"/>
                <a:gd name="connsiteY306" fmla="*/ 571854 h 927414"/>
                <a:gd name="connsiteX307" fmla="*/ 2033136 w 3024845"/>
                <a:gd name="connsiteY307" fmla="*/ 571854 h 927414"/>
                <a:gd name="connsiteX308" fmla="*/ 2033136 w 3024845"/>
                <a:gd name="connsiteY308" fmla="*/ 489161 h 927414"/>
                <a:gd name="connsiteX309" fmla="*/ 2128256 w 3024845"/>
                <a:gd name="connsiteY309" fmla="*/ 489161 h 927414"/>
                <a:gd name="connsiteX310" fmla="*/ 2146266 w 3024845"/>
                <a:gd name="connsiteY310" fmla="*/ 239 h 927414"/>
                <a:gd name="connsiteX311" fmla="*/ 2180720 w 3024845"/>
                <a:gd name="connsiteY311" fmla="*/ 423948 h 927414"/>
                <a:gd name="connsiteX312" fmla="*/ 2245574 w 3024845"/>
                <a:gd name="connsiteY312" fmla="*/ 423948 h 927414"/>
                <a:gd name="connsiteX313" fmla="*/ 2245574 w 3024845"/>
                <a:gd name="connsiteY313" fmla="*/ 499610 h 927414"/>
                <a:gd name="connsiteX314" fmla="*/ 2253681 w 3024845"/>
                <a:gd name="connsiteY314" fmla="*/ 499610 h 927414"/>
                <a:gd name="connsiteX315" fmla="*/ 2255708 w 3024845"/>
                <a:gd name="connsiteY315" fmla="*/ 493125 h 927414"/>
                <a:gd name="connsiteX316" fmla="*/ 2261788 w 3024845"/>
                <a:gd name="connsiteY316" fmla="*/ 493125 h 927414"/>
                <a:gd name="connsiteX317" fmla="*/ 2263815 w 3024845"/>
                <a:gd name="connsiteY317" fmla="*/ 501772 h 927414"/>
                <a:gd name="connsiteX318" fmla="*/ 2275975 w 3024845"/>
                <a:gd name="connsiteY318" fmla="*/ 501772 h 927414"/>
                <a:gd name="connsiteX319" fmla="*/ 2275975 w 3024845"/>
                <a:gd name="connsiteY319" fmla="*/ 495286 h 927414"/>
                <a:gd name="connsiteX320" fmla="*/ 2298268 w 3024845"/>
                <a:gd name="connsiteY320" fmla="*/ 495286 h 927414"/>
                <a:gd name="connsiteX321" fmla="*/ 2298268 w 3024845"/>
                <a:gd name="connsiteY321" fmla="*/ 501772 h 927414"/>
                <a:gd name="connsiteX322" fmla="*/ 2318535 w 3024845"/>
                <a:gd name="connsiteY322" fmla="*/ 501772 h 927414"/>
                <a:gd name="connsiteX323" fmla="*/ 2318535 w 3024845"/>
                <a:gd name="connsiteY323" fmla="*/ 547169 h 927414"/>
                <a:gd name="connsiteX324" fmla="*/ 2332722 w 3024845"/>
                <a:gd name="connsiteY324" fmla="*/ 547169 h 927414"/>
                <a:gd name="connsiteX325" fmla="*/ 2332722 w 3024845"/>
                <a:gd name="connsiteY325" fmla="*/ 534198 h 927414"/>
                <a:gd name="connsiteX326" fmla="*/ 2348936 w 3024845"/>
                <a:gd name="connsiteY326" fmla="*/ 534198 h 927414"/>
                <a:gd name="connsiteX327" fmla="*/ 2348936 w 3024845"/>
                <a:gd name="connsiteY327" fmla="*/ 354771 h 927414"/>
                <a:gd name="connsiteX328" fmla="*/ 2355016 w 3024845"/>
                <a:gd name="connsiteY328" fmla="*/ 348285 h 927414"/>
                <a:gd name="connsiteX329" fmla="*/ 2427977 w 3024845"/>
                <a:gd name="connsiteY329" fmla="*/ 348285 h 927414"/>
                <a:gd name="connsiteX330" fmla="*/ 2427977 w 3024845"/>
                <a:gd name="connsiteY330" fmla="*/ 356933 h 927414"/>
                <a:gd name="connsiteX331" fmla="*/ 2438110 w 3024845"/>
                <a:gd name="connsiteY331" fmla="*/ 356933 h 927414"/>
                <a:gd name="connsiteX332" fmla="*/ 2438110 w 3024845"/>
                <a:gd name="connsiteY332" fmla="*/ 471507 h 927414"/>
                <a:gd name="connsiteX333" fmla="*/ 2460404 w 3024845"/>
                <a:gd name="connsiteY333" fmla="*/ 471507 h 927414"/>
                <a:gd name="connsiteX334" fmla="*/ 2460404 w 3024845"/>
                <a:gd name="connsiteY334" fmla="*/ 404492 h 927414"/>
                <a:gd name="connsiteX335" fmla="*/ 2486751 w 3024845"/>
                <a:gd name="connsiteY335" fmla="*/ 404492 h 927414"/>
                <a:gd name="connsiteX336" fmla="*/ 2490804 w 3024845"/>
                <a:gd name="connsiteY336" fmla="*/ 400168 h 927414"/>
                <a:gd name="connsiteX337" fmla="*/ 2498911 w 3024845"/>
                <a:gd name="connsiteY337" fmla="*/ 400168 h 927414"/>
                <a:gd name="connsiteX338" fmla="*/ 2502964 w 3024845"/>
                <a:gd name="connsiteY338" fmla="*/ 404492 h 927414"/>
                <a:gd name="connsiteX339" fmla="*/ 2525258 w 3024845"/>
                <a:gd name="connsiteY339" fmla="*/ 404492 h 927414"/>
                <a:gd name="connsiteX340" fmla="*/ 2525258 w 3024845"/>
                <a:gd name="connsiteY340" fmla="*/ 287756 h 927414"/>
                <a:gd name="connsiteX341" fmla="*/ 2582005 w 3024845"/>
                <a:gd name="connsiteY341" fmla="*/ 276947 h 927414"/>
                <a:gd name="connsiteX342" fmla="*/ 2582005 w 3024845"/>
                <a:gd name="connsiteY342" fmla="*/ 278028 h 927414"/>
                <a:gd name="connsiteX343" fmla="*/ 2582005 w 3024845"/>
                <a:gd name="connsiteY343" fmla="*/ 285594 h 927414"/>
                <a:gd name="connsiteX344" fmla="*/ 2608352 w 3024845"/>
                <a:gd name="connsiteY344" fmla="*/ 285594 h 927414"/>
                <a:gd name="connsiteX345" fmla="*/ 2608352 w 3024845"/>
                <a:gd name="connsiteY345" fmla="*/ 540684 h 927414"/>
                <a:gd name="connsiteX346" fmla="*/ 2630646 w 3024845"/>
                <a:gd name="connsiteY346" fmla="*/ 540684 h 927414"/>
                <a:gd name="connsiteX347" fmla="*/ 2630646 w 3024845"/>
                <a:gd name="connsiteY347" fmla="*/ 536360 h 927414"/>
                <a:gd name="connsiteX348" fmla="*/ 2642806 w 3024845"/>
                <a:gd name="connsiteY348" fmla="*/ 536360 h 927414"/>
                <a:gd name="connsiteX349" fmla="*/ 2642806 w 3024845"/>
                <a:gd name="connsiteY349" fmla="*/ 540684 h 927414"/>
                <a:gd name="connsiteX350" fmla="*/ 2667126 w 3024845"/>
                <a:gd name="connsiteY350" fmla="*/ 540684 h 927414"/>
                <a:gd name="connsiteX351" fmla="*/ 2667126 w 3024845"/>
                <a:gd name="connsiteY351" fmla="*/ 527713 h 927414"/>
                <a:gd name="connsiteX352" fmla="*/ 2695500 w 3024845"/>
                <a:gd name="connsiteY352" fmla="*/ 527713 h 927414"/>
                <a:gd name="connsiteX353" fmla="*/ 2707660 w 3024845"/>
                <a:gd name="connsiteY353" fmla="*/ 523389 h 927414"/>
                <a:gd name="connsiteX354" fmla="*/ 2727927 w 3024845"/>
                <a:gd name="connsiteY354" fmla="*/ 527713 h 927414"/>
                <a:gd name="connsiteX355" fmla="*/ 2727927 w 3024845"/>
                <a:gd name="connsiteY355" fmla="*/ 510419 h 927414"/>
                <a:gd name="connsiteX356" fmla="*/ 2736034 w 3024845"/>
                <a:gd name="connsiteY356" fmla="*/ 510419 h 927414"/>
                <a:gd name="connsiteX357" fmla="*/ 2736034 w 3024845"/>
                <a:gd name="connsiteY357" fmla="*/ 497448 h 927414"/>
                <a:gd name="connsiteX358" fmla="*/ 2792781 w 3024845"/>
                <a:gd name="connsiteY358" fmla="*/ 497448 h 927414"/>
                <a:gd name="connsiteX359" fmla="*/ 2792781 w 3024845"/>
                <a:gd name="connsiteY359" fmla="*/ 467183 h 927414"/>
                <a:gd name="connsiteX360" fmla="*/ 2811021 w 3024845"/>
                <a:gd name="connsiteY360" fmla="*/ 467183 h 927414"/>
                <a:gd name="connsiteX361" fmla="*/ 2811021 w 3024845"/>
                <a:gd name="connsiteY361" fmla="*/ 460698 h 927414"/>
                <a:gd name="connsiteX362" fmla="*/ 2823181 w 3024845"/>
                <a:gd name="connsiteY362" fmla="*/ 460698 h 927414"/>
                <a:gd name="connsiteX363" fmla="*/ 2823181 w 3024845"/>
                <a:gd name="connsiteY363" fmla="*/ 467183 h 927414"/>
                <a:gd name="connsiteX364" fmla="*/ 2839395 w 3024845"/>
                <a:gd name="connsiteY364" fmla="*/ 467183 h 927414"/>
                <a:gd name="connsiteX365" fmla="*/ 2839395 w 3024845"/>
                <a:gd name="connsiteY365" fmla="*/ 516904 h 927414"/>
                <a:gd name="connsiteX366" fmla="*/ 2871822 w 3024845"/>
                <a:gd name="connsiteY366" fmla="*/ 516904 h 927414"/>
                <a:gd name="connsiteX367" fmla="*/ 2871822 w 3024845"/>
                <a:gd name="connsiteY367" fmla="*/ 490963 h 927414"/>
                <a:gd name="connsiteX368" fmla="*/ 2910329 w 3024845"/>
                <a:gd name="connsiteY368" fmla="*/ 490963 h 927414"/>
                <a:gd name="connsiteX369" fmla="*/ 2910329 w 3024845"/>
                <a:gd name="connsiteY369" fmla="*/ 460698 h 927414"/>
                <a:gd name="connsiteX370" fmla="*/ 2958970 w 3024845"/>
                <a:gd name="connsiteY370" fmla="*/ 460698 h 927414"/>
                <a:gd name="connsiteX371" fmla="*/ 2958970 w 3024845"/>
                <a:gd name="connsiteY371" fmla="*/ 571854 h 927414"/>
                <a:gd name="connsiteX372" fmla="*/ 2958970 w 3024845"/>
                <a:gd name="connsiteY372" fmla="*/ 585633 h 927414"/>
                <a:gd name="connsiteX373" fmla="*/ 3024845 w 3024845"/>
                <a:gd name="connsiteY373" fmla="*/ 585633 h 927414"/>
                <a:gd name="connsiteX374" fmla="*/ 3024845 w 3024845"/>
                <a:gd name="connsiteY374" fmla="*/ 927414 h 927414"/>
                <a:gd name="connsiteX375" fmla="*/ 2054 w 3024845"/>
                <a:gd name="connsiteY375" fmla="*/ 925081 h 927414"/>
                <a:gd name="connsiteX376" fmla="*/ 0 w 3024845"/>
                <a:gd name="connsiteY376" fmla="*/ 490963 h 927414"/>
                <a:gd name="connsiteX377" fmla="*/ 20267 w 3024845"/>
                <a:gd name="connsiteY377" fmla="*/ 490963 h 927414"/>
                <a:gd name="connsiteX378" fmla="*/ 20774 w 3024845"/>
                <a:gd name="connsiteY378" fmla="*/ 489882 h 927414"/>
                <a:gd name="connsiteX379" fmla="*/ 24320 w 3024845"/>
                <a:gd name="connsiteY379" fmla="*/ 482316 h 927414"/>
                <a:gd name="connsiteX380" fmla="*/ 26094 w 3024845"/>
                <a:gd name="connsiteY380" fmla="*/ 482586 h 927414"/>
                <a:gd name="connsiteX381" fmla="*/ 38507 w 3024845"/>
                <a:gd name="connsiteY381" fmla="*/ 484477 h 927414"/>
                <a:gd name="connsiteX382" fmla="*/ 39014 w 3024845"/>
                <a:gd name="connsiteY382" fmla="*/ 485829 h 927414"/>
                <a:gd name="connsiteX383" fmla="*/ 42560 w 3024845"/>
                <a:gd name="connsiteY383" fmla="*/ 495286 h 927414"/>
                <a:gd name="connsiteX384" fmla="*/ 68907 w 3024845"/>
                <a:gd name="connsiteY384" fmla="*/ 497448 h 927414"/>
                <a:gd name="connsiteX385" fmla="*/ 68907 w 3024845"/>
                <a:gd name="connsiteY385" fmla="*/ 374227 h 927414"/>
                <a:gd name="connsiteX386" fmla="*/ 70934 w 3024845"/>
                <a:gd name="connsiteY386" fmla="*/ 374227 h 927414"/>
                <a:gd name="connsiteX387" fmla="*/ 85121 w 3024845"/>
                <a:gd name="connsiteY387" fmla="*/ 374227 h 927414"/>
                <a:gd name="connsiteX388" fmla="*/ 85121 w 3024845"/>
                <a:gd name="connsiteY388" fmla="*/ 238035 h 927414"/>
                <a:gd name="connsiteX389" fmla="*/ 86894 w 3024845"/>
                <a:gd name="connsiteY389" fmla="*/ 238035 h 927414"/>
                <a:gd name="connsiteX390" fmla="*/ 99308 w 3024845"/>
                <a:gd name="connsiteY390" fmla="*/ 238035 h 927414"/>
                <a:gd name="connsiteX391" fmla="*/ 99308 w 3024845"/>
                <a:gd name="connsiteY391" fmla="*/ 123461 h 927414"/>
                <a:gd name="connsiteX392" fmla="*/ 103361 w 3024845"/>
                <a:gd name="connsiteY392" fmla="*/ 95357 h 927414"/>
                <a:gd name="connsiteX393" fmla="*/ 105388 w 3024845"/>
                <a:gd name="connsiteY393" fmla="*/ 95357 h 927414"/>
                <a:gd name="connsiteX394" fmla="*/ 119575 w 3024845"/>
                <a:gd name="connsiteY394" fmla="*/ 95357 h 927414"/>
                <a:gd name="connsiteX0" fmla="*/ 119575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393" fmla="*/ 119575 w 3024845"/>
                <a:gd name="connsiteY393" fmla="*/ 2161 h 834218"/>
                <a:gd name="connsiteX0" fmla="*/ 105388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20909 w 3024845"/>
                <a:gd name="connsiteY5" fmla="*/ 30265 h 834218"/>
                <a:gd name="connsiteX6" fmla="*/ 220909 w 3024845"/>
                <a:gd name="connsiteY6" fmla="*/ 144839 h 834218"/>
                <a:gd name="connsiteX7" fmla="*/ 223189 w 3024845"/>
                <a:gd name="connsiteY7" fmla="*/ 144839 h 834218"/>
                <a:gd name="connsiteX8" fmla="*/ 239150 w 3024845"/>
                <a:gd name="connsiteY8" fmla="*/ 144839 h 834218"/>
                <a:gd name="connsiteX9" fmla="*/ 239150 w 3024845"/>
                <a:gd name="connsiteY9" fmla="*/ 285354 h 834218"/>
                <a:gd name="connsiteX10" fmla="*/ 240670 w 3024845"/>
                <a:gd name="connsiteY10" fmla="*/ 285084 h 834218"/>
                <a:gd name="connsiteX11" fmla="*/ 251310 w 3024845"/>
                <a:gd name="connsiteY11" fmla="*/ 283193 h 834218"/>
                <a:gd name="connsiteX12" fmla="*/ 249283 w 3024845"/>
                <a:gd name="connsiteY12" fmla="*/ 371825 h 834218"/>
                <a:gd name="connsiteX13" fmla="*/ 250803 w 3024845"/>
                <a:gd name="connsiteY13" fmla="*/ 372096 h 834218"/>
                <a:gd name="connsiteX14" fmla="*/ 261443 w 3024845"/>
                <a:gd name="connsiteY14" fmla="*/ 373987 h 834218"/>
                <a:gd name="connsiteX15" fmla="*/ 261696 w 3024845"/>
                <a:gd name="connsiteY15" fmla="*/ 374798 h 834218"/>
                <a:gd name="connsiteX16" fmla="*/ 263470 w 3024845"/>
                <a:gd name="connsiteY16" fmla="*/ 380473 h 834218"/>
                <a:gd name="connsiteX17" fmla="*/ 264230 w 3024845"/>
                <a:gd name="connsiteY17" fmla="*/ 378041 h 834218"/>
                <a:gd name="connsiteX18" fmla="*/ 269550 w 3024845"/>
                <a:gd name="connsiteY18" fmla="*/ 361017 h 834218"/>
                <a:gd name="connsiteX19" fmla="*/ 271323 w 3024845"/>
                <a:gd name="connsiteY19" fmla="*/ 361017 h 834218"/>
                <a:gd name="connsiteX20" fmla="*/ 283737 w 3024845"/>
                <a:gd name="connsiteY20" fmla="*/ 361017 h 834218"/>
                <a:gd name="connsiteX21" fmla="*/ 283737 w 3024845"/>
                <a:gd name="connsiteY21" fmla="*/ 393443 h 834218"/>
                <a:gd name="connsiteX22" fmla="*/ 284750 w 3024845"/>
                <a:gd name="connsiteY22" fmla="*/ 393984 h 834218"/>
                <a:gd name="connsiteX23" fmla="*/ 291844 w 3024845"/>
                <a:gd name="connsiteY23" fmla="*/ 397767 h 834218"/>
                <a:gd name="connsiteX24" fmla="*/ 291844 w 3024845"/>
                <a:gd name="connsiteY24" fmla="*/ 399118 h 834218"/>
                <a:gd name="connsiteX25" fmla="*/ 291844 w 3024845"/>
                <a:gd name="connsiteY25" fmla="*/ 408576 h 834218"/>
                <a:gd name="connsiteX26" fmla="*/ 336431 w 3024845"/>
                <a:gd name="connsiteY26" fmla="*/ 408576 h 834218"/>
                <a:gd name="connsiteX27" fmla="*/ 336431 w 3024845"/>
                <a:gd name="connsiteY27" fmla="*/ 409657 h 834218"/>
                <a:gd name="connsiteX28" fmla="*/ 336431 w 3024845"/>
                <a:gd name="connsiteY28" fmla="*/ 417223 h 834218"/>
                <a:gd name="connsiteX29" fmla="*/ 338457 w 3024845"/>
                <a:gd name="connsiteY29" fmla="*/ 417223 h 834218"/>
                <a:gd name="connsiteX30" fmla="*/ 352644 w 3024845"/>
                <a:gd name="connsiteY30" fmla="*/ 417223 h 834218"/>
                <a:gd name="connsiteX31" fmla="*/ 352644 w 3024845"/>
                <a:gd name="connsiteY31" fmla="*/ 386958 h 834218"/>
                <a:gd name="connsiteX32" fmla="*/ 397231 w 3024845"/>
                <a:gd name="connsiteY32" fmla="*/ 386958 h 834218"/>
                <a:gd name="connsiteX33" fmla="*/ 397231 w 3024845"/>
                <a:gd name="connsiteY33" fmla="*/ 385607 h 834218"/>
                <a:gd name="connsiteX34" fmla="*/ 397231 w 3024845"/>
                <a:gd name="connsiteY34" fmla="*/ 376149 h 834218"/>
                <a:gd name="connsiteX35" fmla="*/ 398245 w 3024845"/>
                <a:gd name="connsiteY35" fmla="*/ 376149 h 834218"/>
                <a:gd name="connsiteX36" fmla="*/ 405338 w 3024845"/>
                <a:gd name="connsiteY36" fmla="*/ 376149 h 834218"/>
                <a:gd name="connsiteX37" fmla="*/ 405338 w 3024845"/>
                <a:gd name="connsiteY37" fmla="*/ 374258 h 834218"/>
                <a:gd name="connsiteX38" fmla="*/ 405338 w 3024845"/>
                <a:gd name="connsiteY38" fmla="*/ 361017 h 834218"/>
                <a:gd name="connsiteX39" fmla="*/ 406098 w 3024845"/>
                <a:gd name="connsiteY39" fmla="*/ 361017 h 834218"/>
                <a:gd name="connsiteX40" fmla="*/ 411418 w 3024845"/>
                <a:gd name="connsiteY40" fmla="*/ 361017 h 834218"/>
                <a:gd name="connsiteX41" fmla="*/ 411418 w 3024845"/>
                <a:gd name="connsiteY41" fmla="*/ 359936 h 834218"/>
                <a:gd name="connsiteX42" fmla="*/ 411418 w 3024845"/>
                <a:gd name="connsiteY42" fmla="*/ 352369 h 834218"/>
                <a:gd name="connsiteX43" fmla="*/ 413445 w 3024845"/>
                <a:gd name="connsiteY43" fmla="*/ 352369 h 834218"/>
                <a:gd name="connsiteX44" fmla="*/ 427632 w 3024845"/>
                <a:gd name="connsiteY44" fmla="*/ 352369 h 834218"/>
                <a:gd name="connsiteX45" fmla="*/ 427632 w 3024845"/>
                <a:gd name="connsiteY45" fmla="*/ 353450 h 834218"/>
                <a:gd name="connsiteX46" fmla="*/ 427632 w 3024845"/>
                <a:gd name="connsiteY46" fmla="*/ 361017 h 834218"/>
                <a:gd name="connsiteX47" fmla="*/ 449925 w 3024845"/>
                <a:gd name="connsiteY47" fmla="*/ 361017 h 834218"/>
                <a:gd name="connsiteX48" fmla="*/ 449925 w 3024845"/>
                <a:gd name="connsiteY48" fmla="*/ 359125 h 834218"/>
                <a:gd name="connsiteX49" fmla="*/ 449925 w 3024845"/>
                <a:gd name="connsiteY49" fmla="*/ 345884 h 834218"/>
                <a:gd name="connsiteX50" fmla="*/ 451699 w 3024845"/>
                <a:gd name="connsiteY50" fmla="*/ 345884 h 834218"/>
                <a:gd name="connsiteX51" fmla="*/ 464112 w 3024845"/>
                <a:gd name="connsiteY51" fmla="*/ 345884 h 834218"/>
                <a:gd name="connsiteX52" fmla="*/ 464112 w 3024845"/>
                <a:gd name="connsiteY52" fmla="*/ 369664 h 834218"/>
                <a:gd name="connsiteX53" fmla="*/ 465126 w 3024845"/>
                <a:gd name="connsiteY53" fmla="*/ 369664 h 834218"/>
                <a:gd name="connsiteX54" fmla="*/ 472219 w 3024845"/>
                <a:gd name="connsiteY54" fmla="*/ 369664 h 834218"/>
                <a:gd name="connsiteX55" fmla="*/ 472219 w 3024845"/>
                <a:gd name="connsiteY55" fmla="*/ 368583 h 834218"/>
                <a:gd name="connsiteX56" fmla="*/ 472219 w 3024845"/>
                <a:gd name="connsiteY56" fmla="*/ 361017 h 834218"/>
                <a:gd name="connsiteX57" fmla="*/ 473992 w 3024845"/>
                <a:gd name="connsiteY57" fmla="*/ 361017 h 834218"/>
                <a:gd name="connsiteX58" fmla="*/ 486406 w 3024845"/>
                <a:gd name="connsiteY58" fmla="*/ 361017 h 834218"/>
                <a:gd name="connsiteX59" fmla="*/ 486406 w 3024845"/>
                <a:gd name="connsiteY59" fmla="*/ 386958 h 834218"/>
                <a:gd name="connsiteX60" fmla="*/ 488433 w 3024845"/>
                <a:gd name="connsiteY60" fmla="*/ 386958 h 834218"/>
                <a:gd name="connsiteX61" fmla="*/ 502619 w 3024845"/>
                <a:gd name="connsiteY61" fmla="*/ 386958 h 834218"/>
                <a:gd name="connsiteX62" fmla="*/ 502619 w 3024845"/>
                <a:gd name="connsiteY62" fmla="*/ 388579 h 834218"/>
                <a:gd name="connsiteX63" fmla="*/ 502619 w 3024845"/>
                <a:gd name="connsiteY63" fmla="*/ 399929 h 834218"/>
                <a:gd name="connsiteX64" fmla="*/ 503379 w 3024845"/>
                <a:gd name="connsiteY64" fmla="*/ 399929 h 834218"/>
                <a:gd name="connsiteX65" fmla="*/ 508700 w 3024845"/>
                <a:gd name="connsiteY65" fmla="*/ 399929 h 834218"/>
                <a:gd name="connsiteX66" fmla="*/ 508700 w 3024845"/>
                <a:gd name="connsiteY66" fmla="*/ 399118 h 834218"/>
                <a:gd name="connsiteX67" fmla="*/ 508700 w 3024845"/>
                <a:gd name="connsiteY67" fmla="*/ 393443 h 834218"/>
                <a:gd name="connsiteX68" fmla="*/ 539100 w 3024845"/>
                <a:gd name="connsiteY68" fmla="*/ 393443 h 834218"/>
                <a:gd name="connsiteX69" fmla="*/ 539100 w 3024845"/>
                <a:gd name="connsiteY69" fmla="*/ 417223 h 834218"/>
                <a:gd name="connsiteX70" fmla="*/ 540113 w 3024845"/>
                <a:gd name="connsiteY70" fmla="*/ 417223 h 834218"/>
                <a:gd name="connsiteX71" fmla="*/ 547207 w 3024845"/>
                <a:gd name="connsiteY71" fmla="*/ 417223 h 834218"/>
                <a:gd name="connsiteX72" fmla="*/ 547207 w 3024845"/>
                <a:gd name="connsiteY72" fmla="*/ 418304 h 834218"/>
                <a:gd name="connsiteX73" fmla="*/ 547207 w 3024845"/>
                <a:gd name="connsiteY73" fmla="*/ 425870 h 834218"/>
                <a:gd name="connsiteX74" fmla="*/ 547967 w 3024845"/>
                <a:gd name="connsiteY74" fmla="*/ 425870 h 834218"/>
                <a:gd name="connsiteX75" fmla="*/ 553287 w 3024845"/>
                <a:gd name="connsiteY75" fmla="*/ 425870 h 834218"/>
                <a:gd name="connsiteX76" fmla="*/ 553287 w 3024845"/>
                <a:gd name="connsiteY76" fmla="*/ 423708 h 834218"/>
                <a:gd name="connsiteX77" fmla="*/ 553287 w 3024845"/>
                <a:gd name="connsiteY77" fmla="*/ 408576 h 834218"/>
                <a:gd name="connsiteX78" fmla="*/ 554300 w 3024845"/>
                <a:gd name="connsiteY78" fmla="*/ 408576 h 834218"/>
                <a:gd name="connsiteX79" fmla="*/ 561394 w 3024845"/>
                <a:gd name="connsiteY79" fmla="*/ 408576 h 834218"/>
                <a:gd name="connsiteX80" fmla="*/ 561394 w 3024845"/>
                <a:gd name="connsiteY80" fmla="*/ 409657 h 834218"/>
                <a:gd name="connsiteX81" fmla="*/ 561394 w 3024845"/>
                <a:gd name="connsiteY81" fmla="*/ 417223 h 834218"/>
                <a:gd name="connsiteX82" fmla="*/ 566714 w 3024845"/>
                <a:gd name="connsiteY82" fmla="*/ 415230 h 834218"/>
                <a:gd name="connsiteX83" fmla="*/ 567474 w 3024845"/>
                <a:gd name="connsiteY83" fmla="*/ 414250 h 834218"/>
                <a:gd name="connsiteX84" fmla="*/ 567474 w 3024845"/>
                <a:gd name="connsiteY84" fmla="*/ 408576 h 834218"/>
                <a:gd name="connsiteX85" fmla="*/ 605981 w 3024845"/>
                <a:gd name="connsiteY85" fmla="*/ 408576 h 834218"/>
                <a:gd name="connsiteX86" fmla="*/ 605981 w 3024845"/>
                <a:gd name="connsiteY86" fmla="*/ 432355 h 834218"/>
                <a:gd name="connsiteX87" fmla="*/ 608007 w 3024845"/>
                <a:gd name="connsiteY87" fmla="*/ 432355 h 834218"/>
                <a:gd name="connsiteX88" fmla="*/ 622194 w 3024845"/>
                <a:gd name="connsiteY88" fmla="*/ 432355 h 834218"/>
                <a:gd name="connsiteX89" fmla="*/ 622194 w 3024845"/>
                <a:gd name="connsiteY89" fmla="*/ 433436 h 834218"/>
                <a:gd name="connsiteX90" fmla="*/ 622194 w 3024845"/>
                <a:gd name="connsiteY90" fmla="*/ 441002 h 834218"/>
                <a:gd name="connsiteX91" fmla="*/ 623968 w 3024845"/>
                <a:gd name="connsiteY91" fmla="*/ 441002 h 834218"/>
                <a:gd name="connsiteX92" fmla="*/ 636381 w 3024845"/>
                <a:gd name="connsiteY92" fmla="*/ 441002 h 834218"/>
                <a:gd name="connsiteX93" fmla="*/ 636381 w 3024845"/>
                <a:gd name="connsiteY93" fmla="*/ 417223 h 834218"/>
                <a:gd name="connsiteX94" fmla="*/ 637394 w 3024845"/>
                <a:gd name="connsiteY94" fmla="*/ 417223 h 834218"/>
                <a:gd name="connsiteX95" fmla="*/ 644488 w 3024845"/>
                <a:gd name="connsiteY95" fmla="*/ 417223 h 834218"/>
                <a:gd name="connsiteX96" fmla="*/ 644488 w 3024845"/>
                <a:gd name="connsiteY96" fmla="*/ 384796 h 834218"/>
                <a:gd name="connsiteX97" fmla="*/ 645501 w 3024845"/>
                <a:gd name="connsiteY97" fmla="*/ 384796 h 834218"/>
                <a:gd name="connsiteX98" fmla="*/ 652595 w 3024845"/>
                <a:gd name="connsiteY98" fmla="*/ 384796 h 834218"/>
                <a:gd name="connsiteX99" fmla="*/ 652595 w 3024845"/>
                <a:gd name="connsiteY99" fmla="*/ 382905 h 834218"/>
                <a:gd name="connsiteX100" fmla="*/ 652595 w 3024845"/>
                <a:gd name="connsiteY100" fmla="*/ 369664 h 834218"/>
                <a:gd name="connsiteX101" fmla="*/ 651328 w 3024845"/>
                <a:gd name="connsiteY101" fmla="*/ 368042 h 834218"/>
                <a:gd name="connsiteX102" fmla="*/ 656648 w 3024845"/>
                <a:gd name="connsiteY102" fmla="*/ 356693 h 834218"/>
                <a:gd name="connsiteX103" fmla="*/ 664755 w 3024845"/>
                <a:gd name="connsiteY103" fmla="*/ 384796 h 834218"/>
                <a:gd name="connsiteX104" fmla="*/ 665515 w 3024845"/>
                <a:gd name="connsiteY104" fmla="*/ 384796 h 834218"/>
                <a:gd name="connsiteX105" fmla="*/ 670835 w 3024845"/>
                <a:gd name="connsiteY105" fmla="*/ 384796 h 834218"/>
                <a:gd name="connsiteX106" fmla="*/ 670835 w 3024845"/>
                <a:gd name="connsiteY106" fmla="*/ 278869 h 834218"/>
                <a:gd name="connsiteX107" fmla="*/ 672355 w 3024845"/>
                <a:gd name="connsiteY107" fmla="*/ 278869 h 834218"/>
                <a:gd name="connsiteX108" fmla="*/ 682995 w 3024845"/>
                <a:gd name="connsiteY108" fmla="*/ 278869 h 834218"/>
                <a:gd name="connsiteX109" fmla="*/ 682995 w 3024845"/>
                <a:gd name="connsiteY109" fmla="*/ 231310 h 834218"/>
                <a:gd name="connsiteX110" fmla="*/ 709342 w 3024845"/>
                <a:gd name="connsiteY110" fmla="*/ 231310 h 834218"/>
                <a:gd name="connsiteX111" fmla="*/ 709342 w 3024845"/>
                <a:gd name="connsiteY111" fmla="*/ 209692 h 834218"/>
                <a:gd name="connsiteX112" fmla="*/ 743796 w 3024845"/>
                <a:gd name="connsiteY112" fmla="*/ 209692 h 834218"/>
                <a:gd name="connsiteX113" fmla="*/ 743796 w 3024845"/>
                <a:gd name="connsiteY113" fmla="*/ 212124 h 834218"/>
                <a:gd name="connsiteX114" fmla="*/ 743796 w 3024845"/>
                <a:gd name="connsiteY114" fmla="*/ 229148 h 834218"/>
                <a:gd name="connsiteX115" fmla="*/ 746076 w 3024845"/>
                <a:gd name="connsiteY115" fmla="*/ 229148 h 834218"/>
                <a:gd name="connsiteX116" fmla="*/ 762036 w 3024845"/>
                <a:gd name="connsiteY116" fmla="*/ 229148 h 834218"/>
                <a:gd name="connsiteX117" fmla="*/ 762036 w 3024845"/>
                <a:gd name="connsiteY117" fmla="*/ 276707 h 834218"/>
                <a:gd name="connsiteX118" fmla="*/ 763049 w 3024845"/>
                <a:gd name="connsiteY118" fmla="*/ 276707 h 834218"/>
                <a:gd name="connsiteX119" fmla="*/ 770143 w 3024845"/>
                <a:gd name="connsiteY119" fmla="*/ 276707 h 834218"/>
                <a:gd name="connsiteX120" fmla="*/ 784330 w 3024845"/>
                <a:gd name="connsiteY120" fmla="*/ 281031 h 834218"/>
                <a:gd name="connsiteX121" fmla="*/ 784330 w 3024845"/>
                <a:gd name="connsiteY121" fmla="*/ 319943 h 834218"/>
                <a:gd name="connsiteX122" fmla="*/ 785343 w 3024845"/>
                <a:gd name="connsiteY122" fmla="*/ 319943 h 834218"/>
                <a:gd name="connsiteX123" fmla="*/ 792436 w 3024845"/>
                <a:gd name="connsiteY123" fmla="*/ 319943 h 834218"/>
                <a:gd name="connsiteX124" fmla="*/ 792436 w 3024845"/>
                <a:gd name="connsiteY124" fmla="*/ 321564 h 834218"/>
                <a:gd name="connsiteX125" fmla="*/ 792436 w 3024845"/>
                <a:gd name="connsiteY125" fmla="*/ 332913 h 834218"/>
                <a:gd name="connsiteX126" fmla="*/ 794463 w 3024845"/>
                <a:gd name="connsiteY126" fmla="*/ 332913 h 834218"/>
                <a:gd name="connsiteX127" fmla="*/ 808650 w 3024845"/>
                <a:gd name="connsiteY127" fmla="*/ 332913 h 834218"/>
                <a:gd name="connsiteX128" fmla="*/ 814730 w 3024845"/>
                <a:gd name="connsiteY128" fmla="*/ 339399 h 834218"/>
                <a:gd name="connsiteX129" fmla="*/ 814730 w 3024845"/>
                <a:gd name="connsiteY129" fmla="*/ 361017 h 834218"/>
                <a:gd name="connsiteX130" fmla="*/ 817010 w 3024845"/>
                <a:gd name="connsiteY130" fmla="*/ 361017 h 834218"/>
                <a:gd name="connsiteX131" fmla="*/ 832970 w 3024845"/>
                <a:gd name="connsiteY131" fmla="*/ 361017 h 834218"/>
                <a:gd name="connsiteX132" fmla="*/ 832970 w 3024845"/>
                <a:gd name="connsiteY132" fmla="*/ 362097 h 834218"/>
                <a:gd name="connsiteX133" fmla="*/ 832970 w 3024845"/>
                <a:gd name="connsiteY133" fmla="*/ 369664 h 834218"/>
                <a:gd name="connsiteX134" fmla="*/ 834237 w 3024845"/>
                <a:gd name="connsiteY134" fmla="*/ 369664 h 834218"/>
                <a:gd name="connsiteX135" fmla="*/ 843104 w 3024845"/>
                <a:gd name="connsiteY135" fmla="*/ 369664 h 834218"/>
                <a:gd name="connsiteX136" fmla="*/ 843104 w 3024845"/>
                <a:gd name="connsiteY136" fmla="*/ 371825 h 834218"/>
                <a:gd name="connsiteX137" fmla="*/ 843104 w 3024845"/>
                <a:gd name="connsiteY137" fmla="*/ 386958 h 834218"/>
                <a:gd name="connsiteX138" fmla="*/ 847157 w 3024845"/>
                <a:gd name="connsiteY138" fmla="*/ 385066 h 834218"/>
                <a:gd name="connsiteX139" fmla="*/ 847157 w 3024845"/>
                <a:gd name="connsiteY139" fmla="*/ 371825 h 834218"/>
                <a:gd name="connsiteX140" fmla="*/ 848170 w 3024845"/>
                <a:gd name="connsiteY140" fmla="*/ 371825 h 834218"/>
                <a:gd name="connsiteX141" fmla="*/ 855264 w 3024845"/>
                <a:gd name="connsiteY141" fmla="*/ 371825 h 834218"/>
                <a:gd name="connsiteX142" fmla="*/ 855264 w 3024845"/>
                <a:gd name="connsiteY142" fmla="*/ 373447 h 834218"/>
                <a:gd name="connsiteX143" fmla="*/ 855264 w 3024845"/>
                <a:gd name="connsiteY143" fmla="*/ 384796 h 834218"/>
                <a:gd name="connsiteX144" fmla="*/ 856024 w 3024845"/>
                <a:gd name="connsiteY144" fmla="*/ 384796 h 834218"/>
                <a:gd name="connsiteX145" fmla="*/ 861344 w 3024845"/>
                <a:gd name="connsiteY145" fmla="*/ 384796 h 834218"/>
                <a:gd name="connsiteX146" fmla="*/ 909984 w 3024845"/>
                <a:gd name="connsiteY146" fmla="*/ 380473 h 834218"/>
                <a:gd name="connsiteX147" fmla="*/ 909984 w 3024845"/>
                <a:gd name="connsiteY147" fmla="*/ 381824 h 834218"/>
                <a:gd name="connsiteX148" fmla="*/ 909984 w 3024845"/>
                <a:gd name="connsiteY148" fmla="*/ 391281 h 834218"/>
                <a:gd name="connsiteX149" fmla="*/ 910744 w 3024845"/>
                <a:gd name="connsiteY149" fmla="*/ 391281 h 834218"/>
                <a:gd name="connsiteX150" fmla="*/ 916065 w 3024845"/>
                <a:gd name="connsiteY150" fmla="*/ 391281 h 834218"/>
                <a:gd name="connsiteX151" fmla="*/ 916065 w 3024845"/>
                <a:gd name="connsiteY151" fmla="*/ 393443 h 834218"/>
                <a:gd name="connsiteX152" fmla="*/ 916065 w 3024845"/>
                <a:gd name="connsiteY152" fmla="*/ 408576 h 834218"/>
                <a:gd name="connsiteX153" fmla="*/ 918091 w 3024845"/>
                <a:gd name="connsiteY153" fmla="*/ 407225 h 834218"/>
                <a:gd name="connsiteX154" fmla="*/ 932278 w 3024845"/>
                <a:gd name="connsiteY154" fmla="*/ 397767 h 834218"/>
                <a:gd name="connsiteX155" fmla="*/ 938358 w 3024845"/>
                <a:gd name="connsiteY155" fmla="*/ 356693 h 834218"/>
                <a:gd name="connsiteX156" fmla="*/ 939118 w 3024845"/>
                <a:gd name="connsiteY156" fmla="*/ 356423 h 834218"/>
                <a:gd name="connsiteX157" fmla="*/ 944438 w 3024845"/>
                <a:gd name="connsiteY157" fmla="*/ 354531 h 834218"/>
                <a:gd name="connsiteX158" fmla="*/ 946465 w 3024845"/>
                <a:gd name="connsiteY158" fmla="*/ 285354 h 834218"/>
                <a:gd name="connsiteX159" fmla="*/ 948492 w 3024845"/>
                <a:gd name="connsiteY159" fmla="*/ 354531 h 834218"/>
                <a:gd name="connsiteX160" fmla="*/ 949252 w 3024845"/>
                <a:gd name="connsiteY160" fmla="*/ 354801 h 834218"/>
                <a:gd name="connsiteX161" fmla="*/ 954572 w 3024845"/>
                <a:gd name="connsiteY161" fmla="*/ 356693 h 834218"/>
                <a:gd name="connsiteX162" fmla="*/ 954572 w 3024845"/>
                <a:gd name="connsiteY162" fmla="*/ 270222 h 834218"/>
                <a:gd name="connsiteX163" fmla="*/ 958625 w 3024845"/>
                <a:gd name="connsiteY163" fmla="*/ 237795 h 834218"/>
                <a:gd name="connsiteX164" fmla="*/ 997132 w 3024845"/>
                <a:gd name="connsiteY164" fmla="*/ 237795 h 834218"/>
                <a:gd name="connsiteX165" fmla="*/ 997132 w 3024845"/>
                <a:gd name="connsiteY165" fmla="*/ 270222 h 834218"/>
                <a:gd name="connsiteX166" fmla="*/ 997892 w 3024845"/>
                <a:gd name="connsiteY166" fmla="*/ 270222 h 834218"/>
                <a:gd name="connsiteX167" fmla="*/ 1003212 w 3024845"/>
                <a:gd name="connsiteY167" fmla="*/ 270222 h 834218"/>
                <a:gd name="connsiteX168" fmla="*/ 1003212 w 3024845"/>
                <a:gd name="connsiteY168" fmla="*/ 188074 h 834218"/>
                <a:gd name="connsiteX169" fmla="*/ 1004986 w 3024845"/>
                <a:gd name="connsiteY169" fmla="*/ 188074 h 834218"/>
                <a:gd name="connsiteX170" fmla="*/ 1017399 w 3024845"/>
                <a:gd name="connsiteY170" fmla="*/ 188074 h 834218"/>
                <a:gd name="connsiteX171" fmla="*/ 1017399 w 3024845"/>
                <a:gd name="connsiteY171" fmla="*/ 186183 h 834218"/>
                <a:gd name="connsiteX172" fmla="*/ 1017399 w 3024845"/>
                <a:gd name="connsiteY172" fmla="*/ 172942 h 834218"/>
                <a:gd name="connsiteX173" fmla="*/ 1039693 w 3024845"/>
                <a:gd name="connsiteY173" fmla="*/ 172942 h 834218"/>
                <a:gd name="connsiteX174" fmla="*/ 1039693 w 3024845"/>
                <a:gd name="connsiteY174" fmla="*/ 171861 h 834218"/>
                <a:gd name="connsiteX175" fmla="*/ 1039693 w 3024845"/>
                <a:gd name="connsiteY175" fmla="*/ 164295 h 834218"/>
                <a:gd name="connsiteX176" fmla="*/ 1041466 w 3024845"/>
                <a:gd name="connsiteY176" fmla="*/ 164295 h 834218"/>
                <a:gd name="connsiteX177" fmla="*/ 1053880 w 3024845"/>
                <a:gd name="connsiteY177" fmla="*/ 164295 h 834218"/>
                <a:gd name="connsiteX178" fmla="*/ 1053880 w 3024845"/>
                <a:gd name="connsiteY178" fmla="*/ 165376 h 834218"/>
                <a:gd name="connsiteX179" fmla="*/ 1053880 w 3024845"/>
                <a:gd name="connsiteY179" fmla="*/ 172942 h 834218"/>
                <a:gd name="connsiteX180" fmla="*/ 1054640 w 3024845"/>
                <a:gd name="connsiteY180" fmla="*/ 172942 h 834218"/>
                <a:gd name="connsiteX181" fmla="*/ 1059960 w 3024845"/>
                <a:gd name="connsiteY181" fmla="*/ 172942 h 834218"/>
                <a:gd name="connsiteX182" fmla="*/ 1070093 w 3024845"/>
                <a:gd name="connsiteY182" fmla="*/ 168618 h 834218"/>
                <a:gd name="connsiteX183" fmla="*/ 1074146 w 3024845"/>
                <a:gd name="connsiteY183" fmla="*/ 171861 h 834218"/>
                <a:gd name="connsiteX184" fmla="*/ 1074146 w 3024845"/>
                <a:gd name="connsiteY184" fmla="*/ 164295 h 834218"/>
                <a:gd name="connsiteX185" fmla="*/ 1076426 w 3024845"/>
                <a:gd name="connsiteY185" fmla="*/ 164295 h 834218"/>
                <a:gd name="connsiteX186" fmla="*/ 1092387 w 3024845"/>
                <a:gd name="connsiteY186" fmla="*/ 164295 h 834218"/>
                <a:gd name="connsiteX187" fmla="*/ 1092387 w 3024845"/>
                <a:gd name="connsiteY187" fmla="*/ 165376 h 834218"/>
                <a:gd name="connsiteX188" fmla="*/ 1092387 w 3024845"/>
                <a:gd name="connsiteY188" fmla="*/ 172942 h 834218"/>
                <a:gd name="connsiteX189" fmla="*/ 1122787 w 3024845"/>
                <a:gd name="connsiteY189" fmla="*/ 172942 h 834218"/>
                <a:gd name="connsiteX190" fmla="*/ 1122787 w 3024845"/>
                <a:gd name="connsiteY190" fmla="*/ 174563 h 834218"/>
                <a:gd name="connsiteX191" fmla="*/ 1122787 w 3024845"/>
                <a:gd name="connsiteY191" fmla="*/ 185913 h 834218"/>
                <a:gd name="connsiteX192" fmla="*/ 1149134 w 3024845"/>
                <a:gd name="connsiteY192" fmla="*/ 185913 h 834218"/>
                <a:gd name="connsiteX193" fmla="*/ 1149134 w 3024845"/>
                <a:gd name="connsiteY193" fmla="*/ 216177 h 834218"/>
                <a:gd name="connsiteX194" fmla="*/ 1149894 w 3024845"/>
                <a:gd name="connsiteY194" fmla="*/ 216177 h 834218"/>
                <a:gd name="connsiteX195" fmla="*/ 1155214 w 3024845"/>
                <a:gd name="connsiteY195" fmla="*/ 216177 h 834218"/>
                <a:gd name="connsiteX196" fmla="*/ 1155214 w 3024845"/>
                <a:gd name="connsiteY196" fmla="*/ 217258 h 834218"/>
                <a:gd name="connsiteX197" fmla="*/ 1155214 w 3024845"/>
                <a:gd name="connsiteY197" fmla="*/ 224825 h 834218"/>
                <a:gd name="connsiteX198" fmla="*/ 1159268 w 3024845"/>
                <a:gd name="connsiteY198" fmla="*/ 255089 h 834218"/>
                <a:gd name="connsiteX199" fmla="*/ 1160028 w 3024845"/>
                <a:gd name="connsiteY199" fmla="*/ 255089 h 834218"/>
                <a:gd name="connsiteX200" fmla="*/ 1165348 w 3024845"/>
                <a:gd name="connsiteY200" fmla="*/ 255089 h 834218"/>
                <a:gd name="connsiteX201" fmla="*/ 1165348 w 3024845"/>
                <a:gd name="connsiteY201" fmla="*/ 255900 h 834218"/>
                <a:gd name="connsiteX202" fmla="*/ 1165348 w 3024845"/>
                <a:gd name="connsiteY202" fmla="*/ 261575 h 834218"/>
                <a:gd name="connsiteX203" fmla="*/ 1166361 w 3024845"/>
                <a:gd name="connsiteY203" fmla="*/ 261575 h 834218"/>
                <a:gd name="connsiteX204" fmla="*/ 1173454 w 3024845"/>
                <a:gd name="connsiteY204" fmla="*/ 261575 h 834218"/>
                <a:gd name="connsiteX205" fmla="*/ 1173454 w 3024845"/>
                <a:gd name="connsiteY205" fmla="*/ 291840 h 834218"/>
                <a:gd name="connsiteX206" fmla="*/ 1175481 w 3024845"/>
                <a:gd name="connsiteY206" fmla="*/ 291840 h 834218"/>
                <a:gd name="connsiteX207" fmla="*/ 1189668 w 3024845"/>
                <a:gd name="connsiteY207" fmla="*/ 291840 h 834218"/>
                <a:gd name="connsiteX208" fmla="*/ 1189668 w 3024845"/>
                <a:gd name="connsiteY208" fmla="*/ 315619 h 834218"/>
                <a:gd name="connsiteX209" fmla="*/ 1191695 w 3024845"/>
                <a:gd name="connsiteY209" fmla="*/ 317240 h 834218"/>
                <a:gd name="connsiteX210" fmla="*/ 1191695 w 3024845"/>
                <a:gd name="connsiteY210" fmla="*/ 328590 h 834218"/>
                <a:gd name="connsiteX211" fmla="*/ 1192455 w 3024845"/>
                <a:gd name="connsiteY211" fmla="*/ 328590 h 834218"/>
                <a:gd name="connsiteX212" fmla="*/ 1197775 w 3024845"/>
                <a:gd name="connsiteY212" fmla="*/ 328590 h 834218"/>
                <a:gd name="connsiteX213" fmla="*/ 1197775 w 3024845"/>
                <a:gd name="connsiteY213" fmla="*/ 352369 h 834218"/>
                <a:gd name="connsiteX214" fmla="*/ 1199041 w 3024845"/>
                <a:gd name="connsiteY214" fmla="*/ 352369 h 834218"/>
                <a:gd name="connsiteX215" fmla="*/ 1207908 w 3024845"/>
                <a:gd name="connsiteY215" fmla="*/ 352369 h 834218"/>
                <a:gd name="connsiteX216" fmla="*/ 1209935 w 3024845"/>
                <a:gd name="connsiteY216" fmla="*/ 356423 h 834218"/>
                <a:gd name="connsiteX217" fmla="*/ 1209935 w 3024845"/>
                <a:gd name="connsiteY217" fmla="*/ 369664 h 834218"/>
                <a:gd name="connsiteX218" fmla="*/ 1211455 w 3024845"/>
                <a:gd name="connsiteY218" fmla="*/ 367772 h 834218"/>
                <a:gd name="connsiteX219" fmla="*/ 1222095 w 3024845"/>
                <a:gd name="connsiteY219" fmla="*/ 354531 h 834218"/>
                <a:gd name="connsiteX220" fmla="*/ 1250469 w 3024845"/>
                <a:gd name="connsiteY220" fmla="*/ 354531 h 834218"/>
                <a:gd name="connsiteX221" fmla="*/ 1250469 w 3024845"/>
                <a:gd name="connsiteY221" fmla="*/ 441002 h 834218"/>
                <a:gd name="connsiteX222" fmla="*/ 1251229 w 3024845"/>
                <a:gd name="connsiteY222" fmla="*/ 441002 h 834218"/>
                <a:gd name="connsiteX223" fmla="*/ 1256549 w 3024845"/>
                <a:gd name="connsiteY223" fmla="*/ 441002 h 834218"/>
                <a:gd name="connsiteX224" fmla="*/ 1257309 w 3024845"/>
                <a:gd name="connsiteY224" fmla="*/ 439651 h 834218"/>
                <a:gd name="connsiteX225" fmla="*/ 1262629 w 3024845"/>
                <a:gd name="connsiteY225" fmla="*/ 430193 h 834218"/>
                <a:gd name="connsiteX226" fmla="*/ 1262629 w 3024845"/>
                <a:gd name="connsiteY226" fmla="*/ 432085 h 834218"/>
                <a:gd name="connsiteX227" fmla="*/ 1262629 w 3024845"/>
                <a:gd name="connsiteY227" fmla="*/ 445326 h 834218"/>
                <a:gd name="connsiteX228" fmla="*/ 1266682 w 3024845"/>
                <a:gd name="connsiteY228" fmla="*/ 399929 h 834218"/>
                <a:gd name="connsiteX229" fmla="*/ 1267442 w 3024845"/>
                <a:gd name="connsiteY229" fmla="*/ 399929 h 834218"/>
                <a:gd name="connsiteX230" fmla="*/ 1272762 w 3024845"/>
                <a:gd name="connsiteY230" fmla="*/ 399929 h 834218"/>
                <a:gd name="connsiteX231" fmla="*/ 1272762 w 3024845"/>
                <a:gd name="connsiteY231" fmla="*/ 335075 h 834218"/>
                <a:gd name="connsiteX232" fmla="*/ 1273776 w 3024845"/>
                <a:gd name="connsiteY232" fmla="*/ 335075 h 834218"/>
                <a:gd name="connsiteX233" fmla="*/ 1280869 w 3024845"/>
                <a:gd name="connsiteY233" fmla="*/ 335075 h 834218"/>
                <a:gd name="connsiteX234" fmla="*/ 1293029 w 3024845"/>
                <a:gd name="connsiteY234" fmla="*/ 291840 h 834218"/>
                <a:gd name="connsiteX235" fmla="*/ 1294296 w 3024845"/>
                <a:gd name="connsiteY235" fmla="*/ 291840 h 834218"/>
                <a:gd name="connsiteX236" fmla="*/ 1303163 w 3024845"/>
                <a:gd name="connsiteY236" fmla="*/ 291840 h 834218"/>
                <a:gd name="connsiteX237" fmla="*/ 1313296 w 3024845"/>
                <a:gd name="connsiteY237" fmla="*/ 335075 h 834218"/>
                <a:gd name="connsiteX238" fmla="*/ 1314309 w 3024845"/>
                <a:gd name="connsiteY238" fmla="*/ 335075 h 834218"/>
                <a:gd name="connsiteX239" fmla="*/ 1321403 w 3024845"/>
                <a:gd name="connsiteY239" fmla="*/ 335075 h 834218"/>
                <a:gd name="connsiteX240" fmla="*/ 1321403 w 3024845"/>
                <a:gd name="connsiteY240" fmla="*/ 373987 h 834218"/>
                <a:gd name="connsiteX241" fmla="*/ 1323176 w 3024845"/>
                <a:gd name="connsiteY241" fmla="*/ 373987 h 834218"/>
                <a:gd name="connsiteX242" fmla="*/ 1335590 w 3024845"/>
                <a:gd name="connsiteY242" fmla="*/ 373987 h 834218"/>
                <a:gd name="connsiteX243" fmla="*/ 1335590 w 3024845"/>
                <a:gd name="connsiteY243" fmla="*/ 376149 h 834218"/>
                <a:gd name="connsiteX244" fmla="*/ 1335590 w 3024845"/>
                <a:gd name="connsiteY244" fmla="*/ 391281 h 834218"/>
                <a:gd name="connsiteX245" fmla="*/ 1339643 w 3024845"/>
                <a:gd name="connsiteY245" fmla="*/ 389120 h 834218"/>
                <a:gd name="connsiteX246" fmla="*/ 1339643 w 3024845"/>
                <a:gd name="connsiteY246" fmla="*/ 373987 h 834218"/>
                <a:gd name="connsiteX247" fmla="*/ 1341163 w 3024845"/>
                <a:gd name="connsiteY247" fmla="*/ 373987 h 834218"/>
                <a:gd name="connsiteX248" fmla="*/ 1351803 w 3024845"/>
                <a:gd name="connsiteY248" fmla="*/ 373987 h 834218"/>
                <a:gd name="connsiteX249" fmla="*/ 1351803 w 3024845"/>
                <a:gd name="connsiteY249" fmla="*/ 375608 h 834218"/>
                <a:gd name="connsiteX250" fmla="*/ 1351803 w 3024845"/>
                <a:gd name="connsiteY250" fmla="*/ 386958 h 834218"/>
                <a:gd name="connsiteX251" fmla="*/ 1382204 w 3024845"/>
                <a:gd name="connsiteY251" fmla="*/ 386958 h 834218"/>
                <a:gd name="connsiteX252" fmla="*/ 1382204 w 3024845"/>
                <a:gd name="connsiteY252" fmla="*/ 350208 h 834218"/>
                <a:gd name="connsiteX253" fmla="*/ 1383470 w 3024845"/>
                <a:gd name="connsiteY253" fmla="*/ 350208 h 834218"/>
                <a:gd name="connsiteX254" fmla="*/ 1392337 w 3024845"/>
                <a:gd name="connsiteY254" fmla="*/ 350208 h 834218"/>
                <a:gd name="connsiteX255" fmla="*/ 1392337 w 3024845"/>
                <a:gd name="connsiteY255" fmla="*/ 371825 h 834218"/>
                <a:gd name="connsiteX256" fmla="*/ 1394364 w 3024845"/>
                <a:gd name="connsiteY256" fmla="*/ 339399 h 834218"/>
                <a:gd name="connsiteX257" fmla="*/ 1416657 w 3024845"/>
                <a:gd name="connsiteY257" fmla="*/ 339399 h 834218"/>
                <a:gd name="connsiteX258" fmla="*/ 1416657 w 3024845"/>
                <a:gd name="connsiteY258" fmla="*/ 337777 h 834218"/>
                <a:gd name="connsiteX259" fmla="*/ 1416657 w 3024845"/>
                <a:gd name="connsiteY259" fmla="*/ 326428 h 834218"/>
                <a:gd name="connsiteX260" fmla="*/ 1417417 w 3024845"/>
                <a:gd name="connsiteY260" fmla="*/ 326428 h 834218"/>
                <a:gd name="connsiteX261" fmla="*/ 1422737 w 3024845"/>
                <a:gd name="connsiteY261" fmla="*/ 326428 h 834218"/>
                <a:gd name="connsiteX262" fmla="*/ 1422737 w 3024845"/>
                <a:gd name="connsiteY262" fmla="*/ 324537 h 834218"/>
                <a:gd name="connsiteX263" fmla="*/ 1422737 w 3024845"/>
                <a:gd name="connsiteY263" fmla="*/ 311296 h 834218"/>
                <a:gd name="connsiteX264" fmla="*/ 1426791 w 3024845"/>
                <a:gd name="connsiteY264" fmla="*/ 317781 h 834218"/>
                <a:gd name="connsiteX265" fmla="*/ 1429071 w 3024845"/>
                <a:gd name="connsiteY265" fmla="*/ 317781 h 834218"/>
                <a:gd name="connsiteX266" fmla="*/ 1445031 w 3024845"/>
                <a:gd name="connsiteY266" fmla="*/ 317781 h 834218"/>
                <a:gd name="connsiteX267" fmla="*/ 1445031 w 3024845"/>
                <a:gd name="connsiteY267" fmla="*/ 316970 h 834218"/>
                <a:gd name="connsiteX268" fmla="*/ 1445031 w 3024845"/>
                <a:gd name="connsiteY268" fmla="*/ 311296 h 834218"/>
                <a:gd name="connsiteX269" fmla="*/ 1445791 w 3024845"/>
                <a:gd name="connsiteY269" fmla="*/ 311296 h 834218"/>
                <a:gd name="connsiteX270" fmla="*/ 1451111 w 3024845"/>
                <a:gd name="connsiteY270" fmla="*/ 311296 h 834218"/>
                <a:gd name="connsiteX271" fmla="*/ 1451111 w 3024845"/>
                <a:gd name="connsiteY271" fmla="*/ 312647 h 834218"/>
                <a:gd name="connsiteX272" fmla="*/ 1451111 w 3024845"/>
                <a:gd name="connsiteY272" fmla="*/ 322105 h 834218"/>
                <a:gd name="connsiteX273" fmla="*/ 1489618 w 3024845"/>
                <a:gd name="connsiteY273" fmla="*/ 322105 h 834218"/>
                <a:gd name="connsiteX274" fmla="*/ 1489618 w 3024845"/>
                <a:gd name="connsiteY274" fmla="*/ 460458 h 834218"/>
                <a:gd name="connsiteX275" fmla="*/ 1491138 w 3024845"/>
                <a:gd name="connsiteY275" fmla="*/ 460458 h 834218"/>
                <a:gd name="connsiteX276" fmla="*/ 1501778 w 3024845"/>
                <a:gd name="connsiteY276" fmla="*/ 460458 h 834218"/>
                <a:gd name="connsiteX277" fmla="*/ 1501778 w 3024845"/>
                <a:gd name="connsiteY277" fmla="*/ 447488 h 834218"/>
                <a:gd name="connsiteX278" fmla="*/ 1505832 w 3024845"/>
                <a:gd name="connsiteY278" fmla="*/ 447488 h 834218"/>
                <a:gd name="connsiteX279" fmla="*/ 1505832 w 3024845"/>
                <a:gd name="connsiteY279" fmla="*/ 460458 h 834218"/>
                <a:gd name="connsiteX280" fmla="*/ 1536232 w 3024845"/>
                <a:gd name="connsiteY280" fmla="*/ 460458 h 834218"/>
                <a:gd name="connsiteX281" fmla="*/ 1536232 w 3024845"/>
                <a:gd name="connsiteY281" fmla="*/ 430193 h 834218"/>
                <a:gd name="connsiteX282" fmla="*/ 1548392 w 3024845"/>
                <a:gd name="connsiteY282" fmla="*/ 430193 h 834218"/>
                <a:gd name="connsiteX283" fmla="*/ 1560552 w 3024845"/>
                <a:gd name="connsiteY283" fmla="*/ 428032 h 834218"/>
                <a:gd name="connsiteX284" fmla="*/ 1564606 w 3024845"/>
                <a:gd name="connsiteY284" fmla="*/ 430193 h 834218"/>
                <a:gd name="connsiteX285" fmla="*/ 1574739 w 3024845"/>
                <a:gd name="connsiteY285" fmla="*/ 430193 h 834218"/>
                <a:gd name="connsiteX286" fmla="*/ 1574739 w 3024845"/>
                <a:gd name="connsiteY286" fmla="*/ 460458 h 834218"/>
                <a:gd name="connsiteX287" fmla="*/ 1582846 w 3024845"/>
                <a:gd name="connsiteY287" fmla="*/ 460458 h 834218"/>
                <a:gd name="connsiteX288" fmla="*/ 1582846 w 3024845"/>
                <a:gd name="connsiteY288" fmla="*/ 477753 h 834218"/>
                <a:gd name="connsiteX289" fmla="*/ 1592182 w 3024845"/>
                <a:gd name="connsiteY289" fmla="*/ 478658 h 834218"/>
                <a:gd name="connsiteX290" fmla="*/ 1605140 w 3024845"/>
                <a:gd name="connsiteY290" fmla="*/ 478658 h 834218"/>
                <a:gd name="connsiteX291" fmla="*/ 1605140 w 3024845"/>
                <a:gd name="connsiteY291" fmla="*/ 462620 h 834218"/>
                <a:gd name="connsiteX292" fmla="*/ 1673096 w 3024845"/>
                <a:gd name="connsiteY292" fmla="*/ 462620 h 834218"/>
                <a:gd name="connsiteX293" fmla="*/ 1673096 w 3024845"/>
                <a:gd name="connsiteY293" fmla="*/ 377367 h 834218"/>
                <a:gd name="connsiteX294" fmla="*/ 1745104 w 3024845"/>
                <a:gd name="connsiteY294" fmla="*/ 377367 h 834218"/>
                <a:gd name="connsiteX295" fmla="*/ 1745104 w 3024845"/>
                <a:gd name="connsiteY295" fmla="*/ 456135 h 834218"/>
                <a:gd name="connsiteX296" fmla="*/ 1747008 w 3024845"/>
                <a:gd name="connsiteY296" fmla="*/ 456135 h 834218"/>
                <a:gd name="connsiteX297" fmla="*/ 1748250 w 3024845"/>
                <a:gd name="connsiteY297" fmla="*/ 478658 h 834218"/>
                <a:gd name="connsiteX298" fmla="*/ 1757926 w 3024845"/>
                <a:gd name="connsiteY298" fmla="*/ 478658 h 834218"/>
                <a:gd name="connsiteX299" fmla="*/ 1759168 w 3024845"/>
                <a:gd name="connsiteY299" fmla="*/ 456135 h 834218"/>
                <a:gd name="connsiteX300" fmla="*/ 1765248 w 3024845"/>
                <a:gd name="connsiteY300" fmla="*/ 456135 h 834218"/>
                <a:gd name="connsiteX301" fmla="*/ 1766490 w 3024845"/>
                <a:gd name="connsiteY301" fmla="*/ 478658 h 834218"/>
                <a:gd name="connsiteX302" fmla="*/ 1817112 w 3024845"/>
                <a:gd name="connsiteY302" fmla="*/ 478658 h 834218"/>
                <a:gd name="connsiteX303" fmla="*/ 1817112 w 3024845"/>
                <a:gd name="connsiteY303" fmla="*/ 315630 h 834218"/>
                <a:gd name="connsiteX304" fmla="*/ 2014439 w 3024845"/>
                <a:gd name="connsiteY304" fmla="*/ 315630 h 834218"/>
                <a:gd name="connsiteX305" fmla="*/ 2014439 w 3024845"/>
                <a:gd name="connsiteY305" fmla="*/ 478658 h 834218"/>
                <a:gd name="connsiteX306" fmla="*/ 2033136 w 3024845"/>
                <a:gd name="connsiteY306" fmla="*/ 478658 h 834218"/>
                <a:gd name="connsiteX307" fmla="*/ 2033136 w 3024845"/>
                <a:gd name="connsiteY307" fmla="*/ 395965 h 834218"/>
                <a:gd name="connsiteX308" fmla="*/ 2128256 w 3024845"/>
                <a:gd name="connsiteY308" fmla="*/ 395965 h 834218"/>
                <a:gd name="connsiteX309" fmla="*/ 2180720 w 3024845"/>
                <a:gd name="connsiteY309" fmla="*/ 330752 h 834218"/>
                <a:gd name="connsiteX310" fmla="*/ 2245574 w 3024845"/>
                <a:gd name="connsiteY310" fmla="*/ 330752 h 834218"/>
                <a:gd name="connsiteX311" fmla="*/ 2245574 w 3024845"/>
                <a:gd name="connsiteY311" fmla="*/ 406414 h 834218"/>
                <a:gd name="connsiteX312" fmla="*/ 2253681 w 3024845"/>
                <a:gd name="connsiteY312" fmla="*/ 406414 h 834218"/>
                <a:gd name="connsiteX313" fmla="*/ 2255708 w 3024845"/>
                <a:gd name="connsiteY313" fmla="*/ 399929 h 834218"/>
                <a:gd name="connsiteX314" fmla="*/ 2261788 w 3024845"/>
                <a:gd name="connsiteY314" fmla="*/ 399929 h 834218"/>
                <a:gd name="connsiteX315" fmla="*/ 2263815 w 3024845"/>
                <a:gd name="connsiteY315" fmla="*/ 408576 h 834218"/>
                <a:gd name="connsiteX316" fmla="*/ 2275975 w 3024845"/>
                <a:gd name="connsiteY316" fmla="*/ 408576 h 834218"/>
                <a:gd name="connsiteX317" fmla="*/ 2275975 w 3024845"/>
                <a:gd name="connsiteY317" fmla="*/ 402090 h 834218"/>
                <a:gd name="connsiteX318" fmla="*/ 2298268 w 3024845"/>
                <a:gd name="connsiteY318" fmla="*/ 402090 h 834218"/>
                <a:gd name="connsiteX319" fmla="*/ 2298268 w 3024845"/>
                <a:gd name="connsiteY319" fmla="*/ 408576 h 834218"/>
                <a:gd name="connsiteX320" fmla="*/ 2318535 w 3024845"/>
                <a:gd name="connsiteY320" fmla="*/ 408576 h 834218"/>
                <a:gd name="connsiteX321" fmla="*/ 2318535 w 3024845"/>
                <a:gd name="connsiteY321" fmla="*/ 453973 h 834218"/>
                <a:gd name="connsiteX322" fmla="*/ 2332722 w 3024845"/>
                <a:gd name="connsiteY322" fmla="*/ 453973 h 834218"/>
                <a:gd name="connsiteX323" fmla="*/ 2332722 w 3024845"/>
                <a:gd name="connsiteY323" fmla="*/ 441002 h 834218"/>
                <a:gd name="connsiteX324" fmla="*/ 2348936 w 3024845"/>
                <a:gd name="connsiteY324" fmla="*/ 441002 h 834218"/>
                <a:gd name="connsiteX325" fmla="*/ 2348936 w 3024845"/>
                <a:gd name="connsiteY325" fmla="*/ 261575 h 834218"/>
                <a:gd name="connsiteX326" fmla="*/ 2355016 w 3024845"/>
                <a:gd name="connsiteY326" fmla="*/ 255089 h 834218"/>
                <a:gd name="connsiteX327" fmla="*/ 2427977 w 3024845"/>
                <a:gd name="connsiteY327" fmla="*/ 255089 h 834218"/>
                <a:gd name="connsiteX328" fmla="*/ 2427977 w 3024845"/>
                <a:gd name="connsiteY328" fmla="*/ 263737 h 834218"/>
                <a:gd name="connsiteX329" fmla="*/ 2438110 w 3024845"/>
                <a:gd name="connsiteY329" fmla="*/ 263737 h 834218"/>
                <a:gd name="connsiteX330" fmla="*/ 2438110 w 3024845"/>
                <a:gd name="connsiteY330" fmla="*/ 378311 h 834218"/>
                <a:gd name="connsiteX331" fmla="*/ 2460404 w 3024845"/>
                <a:gd name="connsiteY331" fmla="*/ 378311 h 834218"/>
                <a:gd name="connsiteX332" fmla="*/ 2460404 w 3024845"/>
                <a:gd name="connsiteY332" fmla="*/ 311296 h 834218"/>
                <a:gd name="connsiteX333" fmla="*/ 2486751 w 3024845"/>
                <a:gd name="connsiteY333" fmla="*/ 311296 h 834218"/>
                <a:gd name="connsiteX334" fmla="*/ 2490804 w 3024845"/>
                <a:gd name="connsiteY334" fmla="*/ 306972 h 834218"/>
                <a:gd name="connsiteX335" fmla="*/ 2498911 w 3024845"/>
                <a:gd name="connsiteY335" fmla="*/ 306972 h 834218"/>
                <a:gd name="connsiteX336" fmla="*/ 2502964 w 3024845"/>
                <a:gd name="connsiteY336" fmla="*/ 311296 h 834218"/>
                <a:gd name="connsiteX337" fmla="*/ 2525258 w 3024845"/>
                <a:gd name="connsiteY337" fmla="*/ 311296 h 834218"/>
                <a:gd name="connsiteX338" fmla="*/ 2525258 w 3024845"/>
                <a:gd name="connsiteY338" fmla="*/ 194560 h 834218"/>
                <a:gd name="connsiteX339" fmla="*/ 2582005 w 3024845"/>
                <a:gd name="connsiteY339" fmla="*/ 183751 h 834218"/>
                <a:gd name="connsiteX340" fmla="*/ 2582005 w 3024845"/>
                <a:gd name="connsiteY340" fmla="*/ 184832 h 834218"/>
                <a:gd name="connsiteX341" fmla="*/ 2582005 w 3024845"/>
                <a:gd name="connsiteY341" fmla="*/ 192398 h 834218"/>
                <a:gd name="connsiteX342" fmla="*/ 2608352 w 3024845"/>
                <a:gd name="connsiteY342" fmla="*/ 192398 h 834218"/>
                <a:gd name="connsiteX343" fmla="*/ 2608352 w 3024845"/>
                <a:gd name="connsiteY343" fmla="*/ 447488 h 834218"/>
                <a:gd name="connsiteX344" fmla="*/ 2630646 w 3024845"/>
                <a:gd name="connsiteY344" fmla="*/ 447488 h 834218"/>
                <a:gd name="connsiteX345" fmla="*/ 2630646 w 3024845"/>
                <a:gd name="connsiteY345" fmla="*/ 443164 h 834218"/>
                <a:gd name="connsiteX346" fmla="*/ 2642806 w 3024845"/>
                <a:gd name="connsiteY346" fmla="*/ 443164 h 834218"/>
                <a:gd name="connsiteX347" fmla="*/ 2642806 w 3024845"/>
                <a:gd name="connsiteY347" fmla="*/ 447488 h 834218"/>
                <a:gd name="connsiteX348" fmla="*/ 2667126 w 3024845"/>
                <a:gd name="connsiteY348" fmla="*/ 447488 h 834218"/>
                <a:gd name="connsiteX349" fmla="*/ 2667126 w 3024845"/>
                <a:gd name="connsiteY349" fmla="*/ 434517 h 834218"/>
                <a:gd name="connsiteX350" fmla="*/ 2695500 w 3024845"/>
                <a:gd name="connsiteY350" fmla="*/ 434517 h 834218"/>
                <a:gd name="connsiteX351" fmla="*/ 2707660 w 3024845"/>
                <a:gd name="connsiteY351" fmla="*/ 430193 h 834218"/>
                <a:gd name="connsiteX352" fmla="*/ 2727927 w 3024845"/>
                <a:gd name="connsiteY352" fmla="*/ 434517 h 834218"/>
                <a:gd name="connsiteX353" fmla="*/ 2727927 w 3024845"/>
                <a:gd name="connsiteY353" fmla="*/ 417223 h 834218"/>
                <a:gd name="connsiteX354" fmla="*/ 2736034 w 3024845"/>
                <a:gd name="connsiteY354" fmla="*/ 417223 h 834218"/>
                <a:gd name="connsiteX355" fmla="*/ 2736034 w 3024845"/>
                <a:gd name="connsiteY355" fmla="*/ 404252 h 834218"/>
                <a:gd name="connsiteX356" fmla="*/ 2792781 w 3024845"/>
                <a:gd name="connsiteY356" fmla="*/ 404252 h 834218"/>
                <a:gd name="connsiteX357" fmla="*/ 2792781 w 3024845"/>
                <a:gd name="connsiteY357" fmla="*/ 373987 h 834218"/>
                <a:gd name="connsiteX358" fmla="*/ 2811021 w 3024845"/>
                <a:gd name="connsiteY358" fmla="*/ 373987 h 834218"/>
                <a:gd name="connsiteX359" fmla="*/ 2811021 w 3024845"/>
                <a:gd name="connsiteY359" fmla="*/ 367502 h 834218"/>
                <a:gd name="connsiteX360" fmla="*/ 2823181 w 3024845"/>
                <a:gd name="connsiteY360" fmla="*/ 367502 h 834218"/>
                <a:gd name="connsiteX361" fmla="*/ 2823181 w 3024845"/>
                <a:gd name="connsiteY361" fmla="*/ 373987 h 834218"/>
                <a:gd name="connsiteX362" fmla="*/ 2839395 w 3024845"/>
                <a:gd name="connsiteY362" fmla="*/ 373987 h 834218"/>
                <a:gd name="connsiteX363" fmla="*/ 2839395 w 3024845"/>
                <a:gd name="connsiteY363" fmla="*/ 423708 h 834218"/>
                <a:gd name="connsiteX364" fmla="*/ 2871822 w 3024845"/>
                <a:gd name="connsiteY364" fmla="*/ 423708 h 834218"/>
                <a:gd name="connsiteX365" fmla="*/ 2871822 w 3024845"/>
                <a:gd name="connsiteY365" fmla="*/ 397767 h 834218"/>
                <a:gd name="connsiteX366" fmla="*/ 2910329 w 3024845"/>
                <a:gd name="connsiteY366" fmla="*/ 397767 h 834218"/>
                <a:gd name="connsiteX367" fmla="*/ 2910329 w 3024845"/>
                <a:gd name="connsiteY367" fmla="*/ 367502 h 834218"/>
                <a:gd name="connsiteX368" fmla="*/ 2958970 w 3024845"/>
                <a:gd name="connsiteY368" fmla="*/ 367502 h 834218"/>
                <a:gd name="connsiteX369" fmla="*/ 2958970 w 3024845"/>
                <a:gd name="connsiteY369" fmla="*/ 478658 h 834218"/>
                <a:gd name="connsiteX370" fmla="*/ 2958970 w 3024845"/>
                <a:gd name="connsiteY370" fmla="*/ 492437 h 834218"/>
                <a:gd name="connsiteX371" fmla="*/ 3024845 w 3024845"/>
                <a:gd name="connsiteY371" fmla="*/ 492437 h 834218"/>
                <a:gd name="connsiteX372" fmla="*/ 3024845 w 3024845"/>
                <a:gd name="connsiteY372" fmla="*/ 834218 h 834218"/>
                <a:gd name="connsiteX373" fmla="*/ 2054 w 3024845"/>
                <a:gd name="connsiteY373" fmla="*/ 831885 h 834218"/>
                <a:gd name="connsiteX374" fmla="*/ 0 w 3024845"/>
                <a:gd name="connsiteY374" fmla="*/ 397767 h 834218"/>
                <a:gd name="connsiteX375" fmla="*/ 20267 w 3024845"/>
                <a:gd name="connsiteY375" fmla="*/ 397767 h 834218"/>
                <a:gd name="connsiteX376" fmla="*/ 20774 w 3024845"/>
                <a:gd name="connsiteY376" fmla="*/ 396686 h 834218"/>
                <a:gd name="connsiteX377" fmla="*/ 24320 w 3024845"/>
                <a:gd name="connsiteY377" fmla="*/ 389120 h 834218"/>
                <a:gd name="connsiteX378" fmla="*/ 26094 w 3024845"/>
                <a:gd name="connsiteY378" fmla="*/ 389390 h 834218"/>
                <a:gd name="connsiteX379" fmla="*/ 38507 w 3024845"/>
                <a:gd name="connsiteY379" fmla="*/ 391281 h 834218"/>
                <a:gd name="connsiteX380" fmla="*/ 39014 w 3024845"/>
                <a:gd name="connsiteY380" fmla="*/ 392633 h 834218"/>
                <a:gd name="connsiteX381" fmla="*/ 42560 w 3024845"/>
                <a:gd name="connsiteY381" fmla="*/ 402090 h 834218"/>
                <a:gd name="connsiteX382" fmla="*/ 68907 w 3024845"/>
                <a:gd name="connsiteY382" fmla="*/ 404252 h 834218"/>
                <a:gd name="connsiteX383" fmla="*/ 68907 w 3024845"/>
                <a:gd name="connsiteY383" fmla="*/ 281031 h 834218"/>
                <a:gd name="connsiteX384" fmla="*/ 70934 w 3024845"/>
                <a:gd name="connsiteY384" fmla="*/ 281031 h 834218"/>
                <a:gd name="connsiteX385" fmla="*/ 85121 w 3024845"/>
                <a:gd name="connsiteY385" fmla="*/ 281031 h 834218"/>
                <a:gd name="connsiteX386" fmla="*/ 85121 w 3024845"/>
                <a:gd name="connsiteY386" fmla="*/ 144839 h 834218"/>
                <a:gd name="connsiteX387" fmla="*/ 86894 w 3024845"/>
                <a:gd name="connsiteY387" fmla="*/ 144839 h 834218"/>
                <a:gd name="connsiteX388" fmla="*/ 99308 w 3024845"/>
                <a:gd name="connsiteY388" fmla="*/ 144839 h 834218"/>
                <a:gd name="connsiteX389" fmla="*/ 99308 w 3024845"/>
                <a:gd name="connsiteY389" fmla="*/ 30265 h 834218"/>
                <a:gd name="connsiteX390" fmla="*/ 103361 w 3024845"/>
                <a:gd name="connsiteY390"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30265 h 834218"/>
                <a:gd name="connsiteX5" fmla="*/ 220909 w 3024845"/>
                <a:gd name="connsiteY5" fmla="*/ 144839 h 834218"/>
                <a:gd name="connsiteX6" fmla="*/ 223189 w 3024845"/>
                <a:gd name="connsiteY6" fmla="*/ 144839 h 834218"/>
                <a:gd name="connsiteX7" fmla="*/ 239150 w 3024845"/>
                <a:gd name="connsiteY7" fmla="*/ 144839 h 834218"/>
                <a:gd name="connsiteX8" fmla="*/ 239150 w 3024845"/>
                <a:gd name="connsiteY8" fmla="*/ 285354 h 834218"/>
                <a:gd name="connsiteX9" fmla="*/ 240670 w 3024845"/>
                <a:gd name="connsiteY9" fmla="*/ 285084 h 834218"/>
                <a:gd name="connsiteX10" fmla="*/ 251310 w 3024845"/>
                <a:gd name="connsiteY10" fmla="*/ 283193 h 834218"/>
                <a:gd name="connsiteX11" fmla="*/ 249283 w 3024845"/>
                <a:gd name="connsiteY11" fmla="*/ 371825 h 834218"/>
                <a:gd name="connsiteX12" fmla="*/ 250803 w 3024845"/>
                <a:gd name="connsiteY12" fmla="*/ 372096 h 834218"/>
                <a:gd name="connsiteX13" fmla="*/ 261443 w 3024845"/>
                <a:gd name="connsiteY13" fmla="*/ 373987 h 834218"/>
                <a:gd name="connsiteX14" fmla="*/ 261696 w 3024845"/>
                <a:gd name="connsiteY14" fmla="*/ 374798 h 834218"/>
                <a:gd name="connsiteX15" fmla="*/ 263470 w 3024845"/>
                <a:gd name="connsiteY15" fmla="*/ 380473 h 834218"/>
                <a:gd name="connsiteX16" fmla="*/ 264230 w 3024845"/>
                <a:gd name="connsiteY16" fmla="*/ 378041 h 834218"/>
                <a:gd name="connsiteX17" fmla="*/ 269550 w 3024845"/>
                <a:gd name="connsiteY17" fmla="*/ 361017 h 834218"/>
                <a:gd name="connsiteX18" fmla="*/ 271323 w 3024845"/>
                <a:gd name="connsiteY18" fmla="*/ 361017 h 834218"/>
                <a:gd name="connsiteX19" fmla="*/ 283737 w 3024845"/>
                <a:gd name="connsiteY19" fmla="*/ 361017 h 834218"/>
                <a:gd name="connsiteX20" fmla="*/ 283737 w 3024845"/>
                <a:gd name="connsiteY20" fmla="*/ 393443 h 834218"/>
                <a:gd name="connsiteX21" fmla="*/ 284750 w 3024845"/>
                <a:gd name="connsiteY21" fmla="*/ 393984 h 834218"/>
                <a:gd name="connsiteX22" fmla="*/ 291844 w 3024845"/>
                <a:gd name="connsiteY22" fmla="*/ 397767 h 834218"/>
                <a:gd name="connsiteX23" fmla="*/ 291844 w 3024845"/>
                <a:gd name="connsiteY23" fmla="*/ 399118 h 834218"/>
                <a:gd name="connsiteX24" fmla="*/ 291844 w 3024845"/>
                <a:gd name="connsiteY24" fmla="*/ 408576 h 834218"/>
                <a:gd name="connsiteX25" fmla="*/ 336431 w 3024845"/>
                <a:gd name="connsiteY25" fmla="*/ 408576 h 834218"/>
                <a:gd name="connsiteX26" fmla="*/ 336431 w 3024845"/>
                <a:gd name="connsiteY26" fmla="*/ 409657 h 834218"/>
                <a:gd name="connsiteX27" fmla="*/ 336431 w 3024845"/>
                <a:gd name="connsiteY27" fmla="*/ 417223 h 834218"/>
                <a:gd name="connsiteX28" fmla="*/ 338457 w 3024845"/>
                <a:gd name="connsiteY28" fmla="*/ 417223 h 834218"/>
                <a:gd name="connsiteX29" fmla="*/ 352644 w 3024845"/>
                <a:gd name="connsiteY29" fmla="*/ 417223 h 834218"/>
                <a:gd name="connsiteX30" fmla="*/ 352644 w 3024845"/>
                <a:gd name="connsiteY30" fmla="*/ 386958 h 834218"/>
                <a:gd name="connsiteX31" fmla="*/ 397231 w 3024845"/>
                <a:gd name="connsiteY31" fmla="*/ 386958 h 834218"/>
                <a:gd name="connsiteX32" fmla="*/ 397231 w 3024845"/>
                <a:gd name="connsiteY32" fmla="*/ 385607 h 834218"/>
                <a:gd name="connsiteX33" fmla="*/ 397231 w 3024845"/>
                <a:gd name="connsiteY33" fmla="*/ 376149 h 834218"/>
                <a:gd name="connsiteX34" fmla="*/ 398245 w 3024845"/>
                <a:gd name="connsiteY34" fmla="*/ 376149 h 834218"/>
                <a:gd name="connsiteX35" fmla="*/ 405338 w 3024845"/>
                <a:gd name="connsiteY35" fmla="*/ 376149 h 834218"/>
                <a:gd name="connsiteX36" fmla="*/ 405338 w 3024845"/>
                <a:gd name="connsiteY36" fmla="*/ 374258 h 834218"/>
                <a:gd name="connsiteX37" fmla="*/ 405338 w 3024845"/>
                <a:gd name="connsiteY37" fmla="*/ 361017 h 834218"/>
                <a:gd name="connsiteX38" fmla="*/ 406098 w 3024845"/>
                <a:gd name="connsiteY38" fmla="*/ 361017 h 834218"/>
                <a:gd name="connsiteX39" fmla="*/ 411418 w 3024845"/>
                <a:gd name="connsiteY39" fmla="*/ 361017 h 834218"/>
                <a:gd name="connsiteX40" fmla="*/ 411418 w 3024845"/>
                <a:gd name="connsiteY40" fmla="*/ 359936 h 834218"/>
                <a:gd name="connsiteX41" fmla="*/ 411418 w 3024845"/>
                <a:gd name="connsiteY41" fmla="*/ 352369 h 834218"/>
                <a:gd name="connsiteX42" fmla="*/ 413445 w 3024845"/>
                <a:gd name="connsiteY42" fmla="*/ 352369 h 834218"/>
                <a:gd name="connsiteX43" fmla="*/ 427632 w 3024845"/>
                <a:gd name="connsiteY43" fmla="*/ 352369 h 834218"/>
                <a:gd name="connsiteX44" fmla="*/ 427632 w 3024845"/>
                <a:gd name="connsiteY44" fmla="*/ 353450 h 834218"/>
                <a:gd name="connsiteX45" fmla="*/ 427632 w 3024845"/>
                <a:gd name="connsiteY45" fmla="*/ 361017 h 834218"/>
                <a:gd name="connsiteX46" fmla="*/ 449925 w 3024845"/>
                <a:gd name="connsiteY46" fmla="*/ 361017 h 834218"/>
                <a:gd name="connsiteX47" fmla="*/ 449925 w 3024845"/>
                <a:gd name="connsiteY47" fmla="*/ 359125 h 834218"/>
                <a:gd name="connsiteX48" fmla="*/ 449925 w 3024845"/>
                <a:gd name="connsiteY48" fmla="*/ 345884 h 834218"/>
                <a:gd name="connsiteX49" fmla="*/ 451699 w 3024845"/>
                <a:gd name="connsiteY49" fmla="*/ 345884 h 834218"/>
                <a:gd name="connsiteX50" fmla="*/ 464112 w 3024845"/>
                <a:gd name="connsiteY50" fmla="*/ 345884 h 834218"/>
                <a:gd name="connsiteX51" fmla="*/ 464112 w 3024845"/>
                <a:gd name="connsiteY51" fmla="*/ 369664 h 834218"/>
                <a:gd name="connsiteX52" fmla="*/ 465126 w 3024845"/>
                <a:gd name="connsiteY52" fmla="*/ 369664 h 834218"/>
                <a:gd name="connsiteX53" fmla="*/ 472219 w 3024845"/>
                <a:gd name="connsiteY53" fmla="*/ 369664 h 834218"/>
                <a:gd name="connsiteX54" fmla="*/ 472219 w 3024845"/>
                <a:gd name="connsiteY54" fmla="*/ 368583 h 834218"/>
                <a:gd name="connsiteX55" fmla="*/ 472219 w 3024845"/>
                <a:gd name="connsiteY55" fmla="*/ 361017 h 834218"/>
                <a:gd name="connsiteX56" fmla="*/ 473992 w 3024845"/>
                <a:gd name="connsiteY56" fmla="*/ 361017 h 834218"/>
                <a:gd name="connsiteX57" fmla="*/ 486406 w 3024845"/>
                <a:gd name="connsiteY57" fmla="*/ 361017 h 834218"/>
                <a:gd name="connsiteX58" fmla="*/ 486406 w 3024845"/>
                <a:gd name="connsiteY58" fmla="*/ 386958 h 834218"/>
                <a:gd name="connsiteX59" fmla="*/ 488433 w 3024845"/>
                <a:gd name="connsiteY59" fmla="*/ 386958 h 834218"/>
                <a:gd name="connsiteX60" fmla="*/ 502619 w 3024845"/>
                <a:gd name="connsiteY60" fmla="*/ 386958 h 834218"/>
                <a:gd name="connsiteX61" fmla="*/ 502619 w 3024845"/>
                <a:gd name="connsiteY61" fmla="*/ 388579 h 834218"/>
                <a:gd name="connsiteX62" fmla="*/ 502619 w 3024845"/>
                <a:gd name="connsiteY62" fmla="*/ 399929 h 834218"/>
                <a:gd name="connsiteX63" fmla="*/ 503379 w 3024845"/>
                <a:gd name="connsiteY63" fmla="*/ 399929 h 834218"/>
                <a:gd name="connsiteX64" fmla="*/ 508700 w 3024845"/>
                <a:gd name="connsiteY64" fmla="*/ 399929 h 834218"/>
                <a:gd name="connsiteX65" fmla="*/ 508700 w 3024845"/>
                <a:gd name="connsiteY65" fmla="*/ 399118 h 834218"/>
                <a:gd name="connsiteX66" fmla="*/ 508700 w 3024845"/>
                <a:gd name="connsiteY66" fmla="*/ 393443 h 834218"/>
                <a:gd name="connsiteX67" fmla="*/ 539100 w 3024845"/>
                <a:gd name="connsiteY67" fmla="*/ 393443 h 834218"/>
                <a:gd name="connsiteX68" fmla="*/ 539100 w 3024845"/>
                <a:gd name="connsiteY68" fmla="*/ 417223 h 834218"/>
                <a:gd name="connsiteX69" fmla="*/ 540113 w 3024845"/>
                <a:gd name="connsiteY69" fmla="*/ 417223 h 834218"/>
                <a:gd name="connsiteX70" fmla="*/ 547207 w 3024845"/>
                <a:gd name="connsiteY70" fmla="*/ 417223 h 834218"/>
                <a:gd name="connsiteX71" fmla="*/ 547207 w 3024845"/>
                <a:gd name="connsiteY71" fmla="*/ 418304 h 834218"/>
                <a:gd name="connsiteX72" fmla="*/ 547207 w 3024845"/>
                <a:gd name="connsiteY72" fmla="*/ 425870 h 834218"/>
                <a:gd name="connsiteX73" fmla="*/ 547967 w 3024845"/>
                <a:gd name="connsiteY73" fmla="*/ 425870 h 834218"/>
                <a:gd name="connsiteX74" fmla="*/ 553287 w 3024845"/>
                <a:gd name="connsiteY74" fmla="*/ 425870 h 834218"/>
                <a:gd name="connsiteX75" fmla="*/ 553287 w 3024845"/>
                <a:gd name="connsiteY75" fmla="*/ 423708 h 834218"/>
                <a:gd name="connsiteX76" fmla="*/ 553287 w 3024845"/>
                <a:gd name="connsiteY76" fmla="*/ 408576 h 834218"/>
                <a:gd name="connsiteX77" fmla="*/ 554300 w 3024845"/>
                <a:gd name="connsiteY77" fmla="*/ 408576 h 834218"/>
                <a:gd name="connsiteX78" fmla="*/ 561394 w 3024845"/>
                <a:gd name="connsiteY78" fmla="*/ 408576 h 834218"/>
                <a:gd name="connsiteX79" fmla="*/ 561394 w 3024845"/>
                <a:gd name="connsiteY79" fmla="*/ 409657 h 834218"/>
                <a:gd name="connsiteX80" fmla="*/ 561394 w 3024845"/>
                <a:gd name="connsiteY80" fmla="*/ 417223 h 834218"/>
                <a:gd name="connsiteX81" fmla="*/ 566714 w 3024845"/>
                <a:gd name="connsiteY81" fmla="*/ 415230 h 834218"/>
                <a:gd name="connsiteX82" fmla="*/ 567474 w 3024845"/>
                <a:gd name="connsiteY82" fmla="*/ 414250 h 834218"/>
                <a:gd name="connsiteX83" fmla="*/ 567474 w 3024845"/>
                <a:gd name="connsiteY83" fmla="*/ 408576 h 834218"/>
                <a:gd name="connsiteX84" fmla="*/ 605981 w 3024845"/>
                <a:gd name="connsiteY84" fmla="*/ 408576 h 834218"/>
                <a:gd name="connsiteX85" fmla="*/ 605981 w 3024845"/>
                <a:gd name="connsiteY85" fmla="*/ 432355 h 834218"/>
                <a:gd name="connsiteX86" fmla="*/ 608007 w 3024845"/>
                <a:gd name="connsiteY86" fmla="*/ 432355 h 834218"/>
                <a:gd name="connsiteX87" fmla="*/ 622194 w 3024845"/>
                <a:gd name="connsiteY87" fmla="*/ 432355 h 834218"/>
                <a:gd name="connsiteX88" fmla="*/ 622194 w 3024845"/>
                <a:gd name="connsiteY88" fmla="*/ 433436 h 834218"/>
                <a:gd name="connsiteX89" fmla="*/ 622194 w 3024845"/>
                <a:gd name="connsiteY89" fmla="*/ 441002 h 834218"/>
                <a:gd name="connsiteX90" fmla="*/ 623968 w 3024845"/>
                <a:gd name="connsiteY90" fmla="*/ 441002 h 834218"/>
                <a:gd name="connsiteX91" fmla="*/ 636381 w 3024845"/>
                <a:gd name="connsiteY91" fmla="*/ 441002 h 834218"/>
                <a:gd name="connsiteX92" fmla="*/ 636381 w 3024845"/>
                <a:gd name="connsiteY92" fmla="*/ 417223 h 834218"/>
                <a:gd name="connsiteX93" fmla="*/ 637394 w 3024845"/>
                <a:gd name="connsiteY93" fmla="*/ 417223 h 834218"/>
                <a:gd name="connsiteX94" fmla="*/ 644488 w 3024845"/>
                <a:gd name="connsiteY94" fmla="*/ 417223 h 834218"/>
                <a:gd name="connsiteX95" fmla="*/ 644488 w 3024845"/>
                <a:gd name="connsiteY95" fmla="*/ 384796 h 834218"/>
                <a:gd name="connsiteX96" fmla="*/ 645501 w 3024845"/>
                <a:gd name="connsiteY96" fmla="*/ 384796 h 834218"/>
                <a:gd name="connsiteX97" fmla="*/ 652595 w 3024845"/>
                <a:gd name="connsiteY97" fmla="*/ 384796 h 834218"/>
                <a:gd name="connsiteX98" fmla="*/ 652595 w 3024845"/>
                <a:gd name="connsiteY98" fmla="*/ 382905 h 834218"/>
                <a:gd name="connsiteX99" fmla="*/ 652595 w 3024845"/>
                <a:gd name="connsiteY99" fmla="*/ 369664 h 834218"/>
                <a:gd name="connsiteX100" fmla="*/ 651328 w 3024845"/>
                <a:gd name="connsiteY100" fmla="*/ 368042 h 834218"/>
                <a:gd name="connsiteX101" fmla="*/ 656648 w 3024845"/>
                <a:gd name="connsiteY101" fmla="*/ 356693 h 834218"/>
                <a:gd name="connsiteX102" fmla="*/ 664755 w 3024845"/>
                <a:gd name="connsiteY102" fmla="*/ 384796 h 834218"/>
                <a:gd name="connsiteX103" fmla="*/ 665515 w 3024845"/>
                <a:gd name="connsiteY103" fmla="*/ 384796 h 834218"/>
                <a:gd name="connsiteX104" fmla="*/ 670835 w 3024845"/>
                <a:gd name="connsiteY104" fmla="*/ 384796 h 834218"/>
                <a:gd name="connsiteX105" fmla="*/ 670835 w 3024845"/>
                <a:gd name="connsiteY105" fmla="*/ 278869 h 834218"/>
                <a:gd name="connsiteX106" fmla="*/ 672355 w 3024845"/>
                <a:gd name="connsiteY106" fmla="*/ 278869 h 834218"/>
                <a:gd name="connsiteX107" fmla="*/ 682995 w 3024845"/>
                <a:gd name="connsiteY107" fmla="*/ 278869 h 834218"/>
                <a:gd name="connsiteX108" fmla="*/ 682995 w 3024845"/>
                <a:gd name="connsiteY108" fmla="*/ 231310 h 834218"/>
                <a:gd name="connsiteX109" fmla="*/ 709342 w 3024845"/>
                <a:gd name="connsiteY109" fmla="*/ 231310 h 834218"/>
                <a:gd name="connsiteX110" fmla="*/ 709342 w 3024845"/>
                <a:gd name="connsiteY110" fmla="*/ 209692 h 834218"/>
                <a:gd name="connsiteX111" fmla="*/ 743796 w 3024845"/>
                <a:gd name="connsiteY111" fmla="*/ 209692 h 834218"/>
                <a:gd name="connsiteX112" fmla="*/ 743796 w 3024845"/>
                <a:gd name="connsiteY112" fmla="*/ 212124 h 834218"/>
                <a:gd name="connsiteX113" fmla="*/ 743796 w 3024845"/>
                <a:gd name="connsiteY113" fmla="*/ 229148 h 834218"/>
                <a:gd name="connsiteX114" fmla="*/ 746076 w 3024845"/>
                <a:gd name="connsiteY114" fmla="*/ 229148 h 834218"/>
                <a:gd name="connsiteX115" fmla="*/ 762036 w 3024845"/>
                <a:gd name="connsiteY115" fmla="*/ 229148 h 834218"/>
                <a:gd name="connsiteX116" fmla="*/ 762036 w 3024845"/>
                <a:gd name="connsiteY116" fmla="*/ 276707 h 834218"/>
                <a:gd name="connsiteX117" fmla="*/ 763049 w 3024845"/>
                <a:gd name="connsiteY117" fmla="*/ 276707 h 834218"/>
                <a:gd name="connsiteX118" fmla="*/ 770143 w 3024845"/>
                <a:gd name="connsiteY118" fmla="*/ 276707 h 834218"/>
                <a:gd name="connsiteX119" fmla="*/ 784330 w 3024845"/>
                <a:gd name="connsiteY119" fmla="*/ 281031 h 834218"/>
                <a:gd name="connsiteX120" fmla="*/ 784330 w 3024845"/>
                <a:gd name="connsiteY120" fmla="*/ 319943 h 834218"/>
                <a:gd name="connsiteX121" fmla="*/ 785343 w 3024845"/>
                <a:gd name="connsiteY121" fmla="*/ 319943 h 834218"/>
                <a:gd name="connsiteX122" fmla="*/ 792436 w 3024845"/>
                <a:gd name="connsiteY122" fmla="*/ 319943 h 834218"/>
                <a:gd name="connsiteX123" fmla="*/ 792436 w 3024845"/>
                <a:gd name="connsiteY123" fmla="*/ 321564 h 834218"/>
                <a:gd name="connsiteX124" fmla="*/ 792436 w 3024845"/>
                <a:gd name="connsiteY124" fmla="*/ 332913 h 834218"/>
                <a:gd name="connsiteX125" fmla="*/ 794463 w 3024845"/>
                <a:gd name="connsiteY125" fmla="*/ 332913 h 834218"/>
                <a:gd name="connsiteX126" fmla="*/ 808650 w 3024845"/>
                <a:gd name="connsiteY126" fmla="*/ 332913 h 834218"/>
                <a:gd name="connsiteX127" fmla="*/ 814730 w 3024845"/>
                <a:gd name="connsiteY127" fmla="*/ 339399 h 834218"/>
                <a:gd name="connsiteX128" fmla="*/ 814730 w 3024845"/>
                <a:gd name="connsiteY128" fmla="*/ 361017 h 834218"/>
                <a:gd name="connsiteX129" fmla="*/ 817010 w 3024845"/>
                <a:gd name="connsiteY129" fmla="*/ 361017 h 834218"/>
                <a:gd name="connsiteX130" fmla="*/ 832970 w 3024845"/>
                <a:gd name="connsiteY130" fmla="*/ 361017 h 834218"/>
                <a:gd name="connsiteX131" fmla="*/ 832970 w 3024845"/>
                <a:gd name="connsiteY131" fmla="*/ 362097 h 834218"/>
                <a:gd name="connsiteX132" fmla="*/ 832970 w 3024845"/>
                <a:gd name="connsiteY132" fmla="*/ 369664 h 834218"/>
                <a:gd name="connsiteX133" fmla="*/ 834237 w 3024845"/>
                <a:gd name="connsiteY133" fmla="*/ 369664 h 834218"/>
                <a:gd name="connsiteX134" fmla="*/ 843104 w 3024845"/>
                <a:gd name="connsiteY134" fmla="*/ 369664 h 834218"/>
                <a:gd name="connsiteX135" fmla="*/ 843104 w 3024845"/>
                <a:gd name="connsiteY135" fmla="*/ 371825 h 834218"/>
                <a:gd name="connsiteX136" fmla="*/ 843104 w 3024845"/>
                <a:gd name="connsiteY136" fmla="*/ 386958 h 834218"/>
                <a:gd name="connsiteX137" fmla="*/ 847157 w 3024845"/>
                <a:gd name="connsiteY137" fmla="*/ 385066 h 834218"/>
                <a:gd name="connsiteX138" fmla="*/ 847157 w 3024845"/>
                <a:gd name="connsiteY138" fmla="*/ 371825 h 834218"/>
                <a:gd name="connsiteX139" fmla="*/ 848170 w 3024845"/>
                <a:gd name="connsiteY139" fmla="*/ 371825 h 834218"/>
                <a:gd name="connsiteX140" fmla="*/ 855264 w 3024845"/>
                <a:gd name="connsiteY140" fmla="*/ 371825 h 834218"/>
                <a:gd name="connsiteX141" fmla="*/ 855264 w 3024845"/>
                <a:gd name="connsiteY141" fmla="*/ 373447 h 834218"/>
                <a:gd name="connsiteX142" fmla="*/ 855264 w 3024845"/>
                <a:gd name="connsiteY142" fmla="*/ 384796 h 834218"/>
                <a:gd name="connsiteX143" fmla="*/ 856024 w 3024845"/>
                <a:gd name="connsiteY143" fmla="*/ 384796 h 834218"/>
                <a:gd name="connsiteX144" fmla="*/ 861344 w 3024845"/>
                <a:gd name="connsiteY144" fmla="*/ 384796 h 834218"/>
                <a:gd name="connsiteX145" fmla="*/ 909984 w 3024845"/>
                <a:gd name="connsiteY145" fmla="*/ 380473 h 834218"/>
                <a:gd name="connsiteX146" fmla="*/ 909984 w 3024845"/>
                <a:gd name="connsiteY146" fmla="*/ 381824 h 834218"/>
                <a:gd name="connsiteX147" fmla="*/ 909984 w 3024845"/>
                <a:gd name="connsiteY147" fmla="*/ 391281 h 834218"/>
                <a:gd name="connsiteX148" fmla="*/ 910744 w 3024845"/>
                <a:gd name="connsiteY148" fmla="*/ 391281 h 834218"/>
                <a:gd name="connsiteX149" fmla="*/ 916065 w 3024845"/>
                <a:gd name="connsiteY149" fmla="*/ 391281 h 834218"/>
                <a:gd name="connsiteX150" fmla="*/ 916065 w 3024845"/>
                <a:gd name="connsiteY150" fmla="*/ 393443 h 834218"/>
                <a:gd name="connsiteX151" fmla="*/ 916065 w 3024845"/>
                <a:gd name="connsiteY151" fmla="*/ 408576 h 834218"/>
                <a:gd name="connsiteX152" fmla="*/ 918091 w 3024845"/>
                <a:gd name="connsiteY152" fmla="*/ 407225 h 834218"/>
                <a:gd name="connsiteX153" fmla="*/ 932278 w 3024845"/>
                <a:gd name="connsiteY153" fmla="*/ 397767 h 834218"/>
                <a:gd name="connsiteX154" fmla="*/ 938358 w 3024845"/>
                <a:gd name="connsiteY154" fmla="*/ 356693 h 834218"/>
                <a:gd name="connsiteX155" fmla="*/ 939118 w 3024845"/>
                <a:gd name="connsiteY155" fmla="*/ 356423 h 834218"/>
                <a:gd name="connsiteX156" fmla="*/ 944438 w 3024845"/>
                <a:gd name="connsiteY156" fmla="*/ 354531 h 834218"/>
                <a:gd name="connsiteX157" fmla="*/ 946465 w 3024845"/>
                <a:gd name="connsiteY157" fmla="*/ 285354 h 834218"/>
                <a:gd name="connsiteX158" fmla="*/ 948492 w 3024845"/>
                <a:gd name="connsiteY158" fmla="*/ 354531 h 834218"/>
                <a:gd name="connsiteX159" fmla="*/ 949252 w 3024845"/>
                <a:gd name="connsiteY159" fmla="*/ 354801 h 834218"/>
                <a:gd name="connsiteX160" fmla="*/ 954572 w 3024845"/>
                <a:gd name="connsiteY160" fmla="*/ 356693 h 834218"/>
                <a:gd name="connsiteX161" fmla="*/ 954572 w 3024845"/>
                <a:gd name="connsiteY161" fmla="*/ 270222 h 834218"/>
                <a:gd name="connsiteX162" fmla="*/ 958625 w 3024845"/>
                <a:gd name="connsiteY162" fmla="*/ 237795 h 834218"/>
                <a:gd name="connsiteX163" fmla="*/ 997132 w 3024845"/>
                <a:gd name="connsiteY163" fmla="*/ 237795 h 834218"/>
                <a:gd name="connsiteX164" fmla="*/ 997132 w 3024845"/>
                <a:gd name="connsiteY164" fmla="*/ 270222 h 834218"/>
                <a:gd name="connsiteX165" fmla="*/ 997892 w 3024845"/>
                <a:gd name="connsiteY165" fmla="*/ 270222 h 834218"/>
                <a:gd name="connsiteX166" fmla="*/ 1003212 w 3024845"/>
                <a:gd name="connsiteY166" fmla="*/ 270222 h 834218"/>
                <a:gd name="connsiteX167" fmla="*/ 1003212 w 3024845"/>
                <a:gd name="connsiteY167" fmla="*/ 188074 h 834218"/>
                <a:gd name="connsiteX168" fmla="*/ 1004986 w 3024845"/>
                <a:gd name="connsiteY168" fmla="*/ 188074 h 834218"/>
                <a:gd name="connsiteX169" fmla="*/ 1017399 w 3024845"/>
                <a:gd name="connsiteY169" fmla="*/ 188074 h 834218"/>
                <a:gd name="connsiteX170" fmla="*/ 1017399 w 3024845"/>
                <a:gd name="connsiteY170" fmla="*/ 186183 h 834218"/>
                <a:gd name="connsiteX171" fmla="*/ 1017399 w 3024845"/>
                <a:gd name="connsiteY171" fmla="*/ 172942 h 834218"/>
                <a:gd name="connsiteX172" fmla="*/ 1039693 w 3024845"/>
                <a:gd name="connsiteY172" fmla="*/ 172942 h 834218"/>
                <a:gd name="connsiteX173" fmla="*/ 1039693 w 3024845"/>
                <a:gd name="connsiteY173" fmla="*/ 171861 h 834218"/>
                <a:gd name="connsiteX174" fmla="*/ 1039693 w 3024845"/>
                <a:gd name="connsiteY174" fmla="*/ 164295 h 834218"/>
                <a:gd name="connsiteX175" fmla="*/ 1041466 w 3024845"/>
                <a:gd name="connsiteY175" fmla="*/ 164295 h 834218"/>
                <a:gd name="connsiteX176" fmla="*/ 1053880 w 3024845"/>
                <a:gd name="connsiteY176" fmla="*/ 164295 h 834218"/>
                <a:gd name="connsiteX177" fmla="*/ 1053880 w 3024845"/>
                <a:gd name="connsiteY177" fmla="*/ 165376 h 834218"/>
                <a:gd name="connsiteX178" fmla="*/ 1053880 w 3024845"/>
                <a:gd name="connsiteY178" fmla="*/ 172942 h 834218"/>
                <a:gd name="connsiteX179" fmla="*/ 1054640 w 3024845"/>
                <a:gd name="connsiteY179" fmla="*/ 172942 h 834218"/>
                <a:gd name="connsiteX180" fmla="*/ 1059960 w 3024845"/>
                <a:gd name="connsiteY180" fmla="*/ 172942 h 834218"/>
                <a:gd name="connsiteX181" fmla="*/ 1070093 w 3024845"/>
                <a:gd name="connsiteY181" fmla="*/ 168618 h 834218"/>
                <a:gd name="connsiteX182" fmla="*/ 1074146 w 3024845"/>
                <a:gd name="connsiteY182" fmla="*/ 171861 h 834218"/>
                <a:gd name="connsiteX183" fmla="*/ 1074146 w 3024845"/>
                <a:gd name="connsiteY183" fmla="*/ 164295 h 834218"/>
                <a:gd name="connsiteX184" fmla="*/ 1076426 w 3024845"/>
                <a:gd name="connsiteY184" fmla="*/ 164295 h 834218"/>
                <a:gd name="connsiteX185" fmla="*/ 1092387 w 3024845"/>
                <a:gd name="connsiteY185" fmla="*/ 164295 h 834218"/>
                <a:gd name="connsiteX186" fmla="*/ 1092387 w 3024845"/>
                <a:gd name="connsiteY186" fmla="*/ 165376 h 834218"/>
                <a:gd name="connsiteX187" fmla="*/ 1092387 w 3024845"/>
                <a:gd name="connsiteY187" fmla="*/ 172942 h 834218"/>
                <a:gd name="connsiteX188" fmla="*/ 1122787 w 3024845"/>
                <a:gd name="connsiteY188" fmla="*/ 172942 h 834218"/>
                <a:gd name="connsiteX189" fmla="*/ 1122787 w 3024845"/>
                <a:gd name="connsiteY189" fmla="*/ 174563 h 834218"/>
                <a:gd name="connsiteX190" fmla="*/ 1122787 w 3024845"/>
                <a:gd name="connsiteY190" fmla="*/ 185913 h 834218"/>
                <a:gd name="connsiteX191" fmla="*/ 1149134 w 3024845"/>
                <a:gd name="connsiteY191" fmla="*/ 185913 h 834218"/>
                <a:gd name="connsiteX192" fmla="*/ 1149134 w 3024845"/>
                <a:gd name="connsiteY192" fmla="*/ 216177 h 834218"/>
                <a:gd name="connsiteX193" fmla="*/ 1149894 w 3024845"/>
                <a:gd name="connsiteY193" fmla="*/ 216177 h 834218"/>
                <a:gd name="connsiteX194" fmla="*/ 1155214 w 3024845"/>
                <a:gd name="connsiteY194" fmla="*/ 216177 h 834218"/>
                <a:gd name="connsiteX195" fmla="*/ 1155214 w 3024845"/>
                <a:gd name="connsiteY195" fmla="*/ 217258 h 834218"/>
                <a:gd name="connsiteX196" fmla="*/ 1155214 w 3024845"/>
                <a:gd name="connsiteY196" fmla="*/ 224825 h 834218"/>
                <a:gd name="connsiteX197" fmla="*/ 1159268 w 3024845"/>
                <a:gd name="connsiteY197" fmla="*/ 255089 h 834218"/>
                <a:gd name="connsiteX198" fmla="*/ 1160028 w 3024845"/>
                <a:gd name="connsiteY198" fmla="*/ 255089 h 834218"/>
                <a:gd name="connsiteX199" fmla="*/ 1165348 w 3024845"/>
                <a:gd name="connsiteY199" fmla="*/ 255089 h 834218"/>
                <a:gd name="connsiteX200" fmla="*/ 1165348 w 3024845"/>
                <a:gd name="connsiteY200" fmla="*/ 255900 h 834218"/>
                <a:gd name="connsiteX201" fmla="*/ 1165348 w 3024845"/>
                <a:gd name="connsiteY201" fmla="*/ 261575 h 834218"/>
                <a:gd name="connsiteX202" fmla="*/ 1166361 w 3024845"/>
                <a:gd name="connsiteY202" fmla="*/ 261575 h 834218"/>
                <a:gd name="connsiteX203" fmla="*/ 1173454 w 3024845"/>
                <a:gd name="connsiteY203" fmla="*/ 261575 h 834218"/>
                <a:gd name="connsiteX204" fmla="*/ 1173454 w 3024845"/>
                <a:gd name="connsiteY204" fmla="*/ 291840 h 834218"/>
                <a:gd name="connsiteX205" fmla="*/ 1175481 w 3024845"/>
                <a:gd name="connsiteY205" fmla="*/ 291840 h 834218"/>
                <a:gd name="connsiteX206" fmla="*/ 1189668 w 3024845"/>
                <a:gd name="connsiteY206" fmla="*/ 291840 h 834218"/>
                <a:gd name="connsiteX207" fmla="*/ 1189668 w 3024845"/>
                <a:gd name="connsiteY207" fmla="*/ 315619 h 834218"/>
                <a:gd name="connsiteX208" fmla="*/ 1191695 w 3024845"/>
                <a:gd name="connsiteY208" fmla="*/ 317240 h 834218"/>
                <a:gd name="connsiteX209" fmla="*/ 1191695 w 3024845"/>
                <a:gd name="connsiteY209" fmla="*/ 328590 h 834218"/>
                <a:gd name="connsiteX210" fmla="*/ 1192455 w 3024845"/>
                <a:gd name="connsiteY210" fmla="*/ 328590 h 834218"/>
                <a:gd name="connsiteX211" fmla="*/ 1197775 w 3024845"/>
                <a:gd name="connsiteY211" fmla="*/ 328590 h 834218"/>
                <a:gd name="connsiteX212" fmla="*/ 1197775 w 3024845"/>
                <a:gd name="connsiteY212" fmla="*/ 352369 h 834218"/>
                <a:gd name="connsiteX213" fmla="*/ 1199041 w 3024845"/>
                <a:gd name="connsiteY213" fmla="*/ 352369 h 834218"/>
                <a:gd name="connsiteX214" fmla="*/ 1207908 w 3024845"/>
                <a:gd name="connsiteY214" fmla="*/ 352369 h 834218"/>
                <a:gd name="connsiteX215" fmla="*/ 1209935 w 3024845"/>
                <a:gd name="connsiteY215" fmla="*/ 356423 h 834218"/>
                <a:gd name="connsiteX216" fmla="*/ 1209935 w 3024845"/>
                <a:gd name="connsiteY216" fmla="*/ 369664 h 834218"/>
                <a:gd name="connsiteX217" fmla="*/ 1211455 w 3024845"/>
                <a:gd name="connsiteY217" fmla="*/ 367772 h 834218"/>
                <a:gd name="connsiteX218" fmla="*/ 1222095 w 3024845"/>
                <a:gd name="connsiteY218" fmla="*/ 354531 h 834218"/>
                <a:gd name="connsiteX219" fmla="*/ 1250469 w 3024845"/>
                <a:gd name="connsiteY219" fmla="*/ 354531 h 834218"/>
                <a:gd name="connsiteX220" fmla="*/ 1250469 w 3024845"/>
                <a:gd name="connsiteY220" fmla="*/ 441002 h 834218"/>
                <a:gd name="connsiteX221" fmla="*/ 1251229 w 3024845"/>
                <a:gd name="connsiteY221" fmla="*/ 441002 h 834218"/>
                <a:gd name="connsiteX222" fmla="*/ 1256549 w 3024845"/>
                <a:gd name="connsiteY222" fmla="*/ 441002 h 834218"/>
                <a:gd name="connsiteX223" fmla="*/ 1257309 w 3024845"/>
                <a:gd name="connsiteY223" fmla="*/ 439651 h 834218"/>
                <a:gd name="connsiteX224" fmla="*/ 1262629 w 3024845"/>
                <a:gd name="connsiteY224" fmla="*/ 430193 h 834218"/>
                <a:gd name="connsiteX225" fmla="*/ 1262629 w 3024845"/>
                <a:gd name="connsiteY225" fmla="*/ 432085 h 834218"/>
                <a:gd name="connsiteX226" fmla="*/ 1262629 w 3024845"/>
                <a:gd name="connsiteY226" fmla="*/ 445326 h 834218"/>
                <a:gd name="connsiteX227" fmla="*/ 1266682 w 3024845"/>
                <a:gd name="connsiteY227" fmla="*/ 399929 h 834218"/>
                <a:gd name="connsiteX228" fmla="*/ 1267442 w 3024845"/>
                <a:gd name="connsiteY228" fmla="*/ 399929 h 834218"/>
                <a:gd name="connsiteX229" fmla="*/ 1272762 w 3024845"/>
                <a:gd name="connsiteY229" fmla="*/ 399929 h 834218"/>
                <a:gd name="connsiteX230" fmla="*/ 1272762 w 3024845"/>
                <a:gd name="connsiteY230" fmla="*/ 335075 h 834218"/>
                <a:gd name="connsiteX231" fmla="*/ 1273776 w 3024845"/>
                <a:gd name="connsiteY231" fmla="*/ 335075 h 834218"/>
                <a:gd name="connsiteX232" fmla="*/ 1280869 w 3024845"/>
                <a:gd name="connsiteY232" fmla="*/ 335075 h 834218"/>
                <a:gd name="connsiteX233" fmla="*/ 1293029 w 3024845"/>
                <a:gd name="connsiteY233" fmla="*/ 291840 h 834218"/>
                <a:gd name="connsiteX234" fmla="*/ 1294296 w 3024845"/>
                <a:gd name="connsiteY234" fmla="*/ 291840 h 834218"/>
                <a:gd name="connsiteX235" fmla="*/ 1303163 w 3024845"/>
                <a:gd name="connsiteY235" fmla="*/ 291840 h 834218"/>
                <a:gd name="connsiteX236" fmla="*/ 1313296 w 3024845"/>
                <a:gd name="connsiteY236" fmla="*/ 335075 h 834218"/>
                <a:gd name="connsiteX237" fmla="*/ 1314309 w 3024845"/>
                <a:gd name="connsiteY237" fmla="*/ 335075 h 834218"/>
                <a:gd name="connsiteX238" fmla="*/ 1321403 w 3024845"/>
                <a:gd name="connsiteY238" fmla="*/ 335075 h 834218"/>
                <a:gd name="connsiteX239" fmla="*/ 1321403 w 3024845"/>
                <a:gd name="connsiteY239" fmla="*/ 373987 h 834218"/>
                <a:gd name="connsiteX240" fmla="*/ 1323176 w 3024845"/>
                <a:gd name="connsiteY240" fmla="*/ 373987 h 834218"/>
                <a:gd name="connsiteX241" fmla="*/ 1335590 w 3024845"/>
                <a:gd name="connsiteY241" fmla="*/ 373987 h 834218"/>
                <a:gd name="connsiteX242" fmla="*/ 1335590 w 3024845"/>
                <a:gd name="connsiteY242" fmla="*/ 376149 h 834218"/>
                <a:gd name="connsiteX243" fmla="*/ 1335590 w 3024845"/>
                <a:gd name="connsiteY243" fmla="*/ 391281 h 834218"/>
                <a:gd name="connsiteX244" fmla="*/ 1339643 w 3024845"/>
                <a:gd name="connsiteY244" fmla="*/ 389120 h 834218"/>
                <a:gd name="connsiteX245" fmla="*/ 1339643 w 3024845"/>
                <a:gd name="connsiteY245" fmla="*/ 373987 h 834218"/>
                <a:gd name="connsiteX246" fmla="*/ 1341163 w 3024845"/>
                <a:gd name="connsiteY246" fmla="*/ 373987 h 834218"/>
                <a:gd name="connsiteX247" fmla="*/ 1351803 w 3024845"/>
                <a:gd name="connsiteY247" fmla="*/ 373987 h 834218"/>
                <a:gd name="connsiteX248" fmla="*/ 1351803 w 3024845"/>
                <a:gd name="connsiteY248" fmla="*/ 375608 h 834218"/>
                <a:gd name="connsiteX249" fmla="*/ 1351803 w 3024845"/>
                <a:gd name="connsiteY249" fmla="*/ 386958 h 834218"/>
                <a:gd name="connsiteX250" fmla="*/ 1382204 w 3024845"/>
                <a:gd name="connsiteY250" fmla="*/ 386958 h 834218"/>
                <a:gd name="connsiteX251" fmla="*/ 1382204 w 3024845"/>
                <a:gd name="connsiteY251" fmla="*/ 350208 h 834218"/>
                <a:gd name="connsiteX252" fmla="*/ 1383470 w 3024845"/>
                <a:gd name="connsiteY252" fmla="*/ 350208 h 834218"/>
                <a:gd name="connsiteX253" fmla="*/ 1392337 w 3024845"/>
                <a:gd name="connsiteY253" fmla="*/ 350208 h 834218"/>
                <a:gd name="connsiteX254" fmla="*/ 1392337 w 3024845"/>
                <a:gd name="connsiteY254" fmla="*/ 371825 h 834218"/>
                <a:gd name="connsiteX255" fmla="*/ 1394364 w 3024845"/>
                <a:gd name="connsiteY255" fmla="*/ 339399 h 834218"/>
                <a:gd name="connsiteX256" fmla="*/ 1416657 w 3024845"/>
                <a:gd name="connsiteY256" fmla="*/ 339399 h 834218"/>
                <a:gd name="connsiteX257" fmla="*/ 1416657 w 3024845"/>
                <a:gd name="connsiteY257" fmla="*/ 337777 h 834218"/>
                <a:gd name="connsiteX258" fmla="*/ 1416657 w 3024845"/>
                <a:gd name="connsiteY258" fmla="*/ 326428 h 834218"/>
                <a:gd name="connsiteX259" fmla="*/ 1417417 w 3024845"/>
                <a:gd name="connsiteY259" fmla="*/ 326428 h 834218"/>
                <a:gd name="connsiteX260" fmla="*/ 1422737 w 3024845"/>
                <a:gd name="connsiteY260" fmla="*/ 326428 h 834218"/>
                <a:gd name="connsiteX261" fmla="*/ 1422737 w 3024845"/>
                <a:gd name="connsiteY261" fmla="*/ 324537 h 834218"/>
                <a:gd name="connsiteX262" fmla="*/ 1422737 w 3024845"/>
                <a:gd name="connsiteY262" fmla="*/ 311296 h 834218"/>
                <a:gd name="connsiteX263" fmla="*/ 1426791 w 3024845"/>
                <a:gd name="connsiteY263" fmla="*/ 317781 h 834218"/>
                <a:gd name="connsiteX264" fmla="*/ 1429071 w 3024845"/>
                <a:gd name="connsiteY264" fmla="*/ 317781 h 834218"/>
                <a:gd name="connsiteX265" fmla="*/ 1445031 w 3024845"/>
                <a:gd name="connsiteY265" fmla="*/ 317781 h 834218"/>
                <a:gd name="connsiteX266" fmla="*/ 1445031 w 3024845"/>
                <a:gd name="connsiteY266" fmla="*/ 316970 h 834218"/>
                <a:gd name="connsiteX267" fmla="*/ 1445031 w 3024845"/>
                <a:gd name="connsiteY267" fmla="*/ 311296 h 834218"/>
                <a:gd name="connsiteX268" fmla="*/ 1445791 w 3024845"/>
                <a:gd name="connsiteY268" fmla="*/ 311296 h 834218"/>
                <a:gd name="connsiteX269" fmla="*/ 1451111 w 3024845"/>
                <a:gd name="connsiteY269" fmla="*/ 311296 h 834218"/>
                <a:gd name="connsiteX270" fmla="*/ 1451111 w 3024845"/>
                <a:gd name="connsiteY270" fmla="*/ 312647 h 834218"/>
                <a:gd name="connsiteX271" fmla="*/ 1451111 w 3024845"/>
                <a:gd name="connsiteY271" fmla="*/ 322105 h 834218"/>
                <a:gd name="connsiteX272" fmla="*/ 1489618 w 3024845"/>
                <a:gd name="connsiteY272" fmla="*/ 322105 h 834218"/>
                <a:gd name="connsiteX273" fmla="*/ 1489618 w 3024845"/>
                <a:gd name="connsiteY273" fmla="*/ 460458 h 834218"/>
                <a:gd name="connsiteX274" fmla="*/ 1491138 w 3024845"/>
                <a:gd name="connsiteY274" fmla="*/ 460458 h 834218"/>
                <a:gd name="connsiteX275" fmla="*/ 1501778 w 3024845"/>
                <a:gd name="connsiteY275" fmla="*/ 460458 h 834218"/>
                <a:gd name="connsiteX276" fmla="*/ 1501778 w 3024845"/>
                <a:gd name="connsiteY276" fmla="*/ 447488 h 834218"/>
                <a:gd name="connsiteX277" fmla="*/ 1505832 w 3024845"/>
                <a:gd name="connsiteY277" fmla="*/ 447488 h 834218"/>
                <a:gd name="connsiteX278" fmla="*/ 1505832 w 3024845"/>
                <a:gd name="connsiteY278" fmla="*/ 460458 h 834218"/>
                <a:gd name="connsiteX279" fmla="*/ 1536232 w 3024845"/>
                <a:gd name="connsiteY279" fmla="*/ 460458 h 834218"/>
                <a:gd name="connsiteX280" fmla="*/ 1536232 w 3024845"/>
                <a:gd name="connsiteY280" fmla="*/ 430193 h 834218"/>
                <a:gd name="connsiteX281" fmla="*/ 1548392 w 3024845"/>
                <a:gd name="connsiteY281" fmla="*/ 430193 h 834218"/>
                <a:gd name="connsiteX282" fmla="*/ 1560552 w 3024845"/>
                <a:gd name="connsiteY282" fmla="*/ 428032 h 834218"/>
                <a:gd name="connsiteX283" fmla="*/ 1564606 w 3024845"/>
                <a:gd name="connsiteY283" fmla="*/ 430193 h 834218"/>
                <a:gd name="connsiteX284" fmla="*/ 1574739 w 3024845"/>
                <a:gd name="connsiteY284" fmla="*/ 430193 h 834218"/>
                <a:gd name="connsiteX285" fmla="*/ 1574739 w 3024845"/>
                <a:gd name="connsiteY285" fmla="*/ 460458 h 834218"/>
                <a:gd name="connsiteX286" fmla="*/ 1582846 w 3024845"/>
                <a:gd name="connsiteY286" fmla="*/ 460458 h 834218"/>
                <a:gd name="connsiteX287" fmla="*/ 1582846 w 3024845"/>
                <a:gd name="connsiteY287" fmla="*/ 477753 h 834218"/>
                <a:gd name="connsiteX288" fmla="*/ 1592182 w 3024845"/>
                <a:gd name="connsiteY288" fmla="*/ 478658 h 834218"/>
                <a:gd name="connsiteX289" fmla="*/ 1605140 w 3024845"/>
                <a:gd name="connsiteY289" fmla="*/ 478658 h 834218"/>
                <a:gd name="connsiteX290" fmla="*/ 1605140 w 3024845"/>
                <a:gd name="connsiteY290" fmla="*/ 462620 h 834218"/>
                <a:gd name="connsiteX291" fmla="*/ 1673096 w 3024845"/>
                <a:gd name="connsiteY291" fmla="*/ 462620 h 834218"/>
                <a:gd name="connsiteX292" fmla="*/ 1673096 w 3024845"/>
                <a:gd name="connsiteY292" fmla="*/ 377367 h 834218"/>
                <a:gd name="connsiteX293" fmla="*/ 1745104 w 3024845"/>
                <a:gd name="connsiteY293" fmla="*/ 377367 h 834218"/>
                <a:gd name="connsiteX294" fmla="*/ 1745104 w 3024845"/>
                <a:gd name="connsiteY294" fmla="*/ 456135 h 834218"/>
                <a:gd name="connsiteX295" fmla="*/ 1747008 w 3024845"/>
                <a:gd name="connsiteY295" fmla="*/ 456135 h 834218"/>
                <a:gd name="connsiteX296" fmla="*/ 1748250 w 3024845"/>
                <a:gd name="connsiteY296" fmla="*/ 478658 h 834218"/>
                <a:gd name="connsiteX297" fmla="*/ 1757926 w 3024845"/>
                <a:gd name="connsiteY297" fmla="*/ 478658 h 834218"/>
                <a:gd name="connsiteX298" fmla="*/ 1759168 w 3024845"/>
                <a:gd name="connsiteY298" fmla="*/ 456135 h 834218"/>
                <a:gd name="connsiteX299" fmla="*/ 1765248 w 3024845"/>
                <a:gd name="connsiteY299" fmla="*/ 456135 h 834218"/>
                <a:gd name="connsiteX300" fmla="*/ 1766490 w 3024845"/>
                <a:gd name="connsiteY300" fmla="*/ 478658 h 834218"/>
                <a:gd name="connsiteX301" fmla="*/ 1817112 w 3024845"/>
                <a:gd name="connsiteY301" fmla="*/ 478658 h 834218"/>
                <a:gd name="connsiteX302" fmla="*/ 1817112 w 3024845"/>
                <a:gd name="connsiteY302" fmla="*/ 315630 h 834218"/>
                <a:gd name="connsiteX303" fmla="*/ 2014439 w 3024845"/>
                <a:gd name="connsiteY303" fmla="*/ 315630 h 834218"/>
                <a:gd name="connsiteX304" fmla="*/ 2014439 w 3024845"/>
                <a:gd name="connsiteY304" fmla="*/ 478658 h 834218"/>
                <a:gd name="connsiteX305" fmla="*/ 2033136 w 3024845"/>
                <a:gd name="connsiteY305" fmla="*/ 478658 h 834218"/>
                <a:gd name="connsiteX306" fmla="*/ 2033136 w 3024845"/>
                <a:gd name="connsiteY306" fmla="*/ 395965 h 834218"/>
                <a:gd name="connsiteX307" fmla="*/ 2128256 w 3024845"/>
                <a:gd name="connsiteY307" fmla="*/ 395965 h 834218"/>
                <a:gd name="connsiteX308" fmla="*/ 2180720 w 3024845"/>
                <a:gd name="connsiteY308" fmla="*/ 330752 h 834218"/>
                <a:gd name="connsiteX309" fmla="*/ 2245574 w 3024845"/>
                <a:gd name="connsiteY309" fmla="*/ 330752 h 834218"/>
                <a:gd name="connsiteX310" fmla="*/ 2245574 w 3024845"/>
                <a:gd name="connsiteY310" fmla="*/ 406414 h 834218"/>
                <a:gd name="connsiteX311" fmla="*/ 2253681 w 3024845"/>
                <a:gd name="connsiteY311" fmla="*/ 406414 h 834218"/>
                <a:gd name="connsiteX312" fmla="*/ 2255708 w 3024845"/>
                <a:gd name="connsiteY312" fmla="*/ 399929 h 834218"/>
                <a:gd name="connsiteX313" fmla="*/ 2261788 w 3024845"/>
                <a:gd name="connsiteY313" fmla="*/ 399929 h 834218"/>
                <a:gd name="connsiteX314" fmla="*/ 2263815 w 3024845"/>
                <a:gd name="connsiteY314" fmla="*/ 408576 h 834218"/>
                <a:gd name="connsiteX315" fmla="*/ 2275975 w 3024845"/>
                <a:gd name="connsiteY315" fmla="*/ 408576 h 834218"/>
                <a:gd name="connsiteX316" fmla="*/ 2275975 w 3024845"/>
                <a:gd name="connsiteY316" fmla="*/ 402090 h 834218"/>
                <a:gd name="connsiteX317" fmla="*/ 2298268 w 3024845"/>
                <a:gd name="connsiteY317" fmla="*/ 402090 h 834218"/>
                <a:gd name="connsiteX318" fmla="*/ 2298268 w 3024845"/>
                <a:gd name="connsiteY318" fmla="*/ 408576 h 834218"/>
                <a:gd name="connsiteX319" fmla="*/ 2318535 w 3024845"/>
                <a:gd name="connsiteY319" fmla="*/ 408576 h 834218"/>
                <a:gd name="connsiteX320" fmla="*/ 2318535 w 3024845"/>
                <a:gd name="connsiteY320" fmla="*/ 453973 h 834218"/>
                <a:gd name="connsiteX321" fmla="*/ 2332722 w 3024845"/>
                <a:gd name="connsiteY321" fmla="*/ 453973 h 834218"/>
                <a:gd name="connsiteX322" fmla="*/ 2332722 w 3024845"/>
                <a:gd name="connsiteY322" fmla="*/ 441002 h 834218"/>
                <a:gd name="connsiteX323" fmla="*/ 2348936 w 3024845"/>
                <a:gd name="connsiteY323" fmla="*/ 441002 h 834218"/>
                <a:gd name="connsiteX324" fmla="*/ 2348936 w 3024845"/>
                <a:gd name="connsiteY324" fmla="*/ 261575 h 834218"/>
                <a:gd name="connsiteX325" fmla="*/ 2355016 w 3024845"/>
                <a:gd name="connsiteY325" fmla="*/ 255089 h 834218"/>
                <a:gd name="connsiteX326" fmla="*/ 2427977 w 3024845"/>
                <a:gd name="connsiteY326" fmla="*/ 255089 h 834218"/>
                <a:gd name="connsiteX327" fmla="*/ 2427977 w 3024845"/>
                <a:gd name="connsiteY327" fmla="*/ 263737 h 834218"/>
                <a:gd name="connsiteX328" fmla="*/ 2438110 w 3024845"/>
                <a:gd name="connsiteY328" fmla="*/ 263737 h 834218"/>
                <a:gd name="connsiteX329" fmla="*/ 2438110 w 3024845"/>
                <a:gd name="connsiteY329" fmla="*/ 378311 h 834218"/>
                <a:gd name="connsiteX330" fmla="*/ 2460404 w 3024845"/>
                <a:gd name="connsiteY330" fmla="*/ 378311 h 834218"/>
                <a:gd name="connsiteX331" fmla="*/ 2460404 w 3024845"/>
                <a:gd name="connsiteY331" fmla="*/ 311296 h 834218"/>
                <a:gd name="connsiteX332" fmla="*/ 2486751 w 3024845"/>
                <a:gd name="connsiteY332" fmla="*/ 311296 h 834218"/>
                <a:gd name="connsiteX333" fmla="*/ 2490804 w 3024845"/>
                <a:gd name="connsiteY333" fmla="*/ 306972 h 834218"/>
                <a:gd name="connsiteX334" fmla="*/ 2498911 w 3024845"/>
                <a:gd name="connsiteY334" fmla="*/ 306972 h 834218"/>
                <a:gd name="connsiteX335" fmla="*/ 2502964 w 3024845"/>
                <a:gd name="connsiteY335" fmla="*/ 311296 h 834218"/>
                <a:gd name="connsiteX336" fmla="*/ 2525258 w 3024845"/>
                <a:gd name="connsiteY336" fmla="*/ 311296 h 834218"/>
                <a:gd name="connsiteX337" fmla="*/ 2525258 w 3024845"/>
                <a:gd name="connsiteY337" fmla="*/ 194560 h 834218"/>
                <a:gd name="connsiteX338" fmla="*/ 2582005 w 3024845"/>
                <a:gd name="connsiteY338" fmla="*/ 183751 h 834218"/>
                <a:gd name="connsiteX339" fmla="*/ 2582005 w 3024845"/>
                <a:gd name="connsiteY339" fmla="*/ 184832 h 834218"/>
                <a:gd name="connsiteX340" fmla="*/ 2582005 w 3024845"/>
                <a:gd name="connsiteY340" fmla="*/ 192398 h 834218"/>
                <a:gd name="connsiteX341" fmla="*/ 2608352 w 3024845"/>
                <a:gd name="connsiteY341" fmla="*/ 192398 h 834218"/>
                <a:gd name="connsiteX342" fmla="*/ 2608352 w 3024845"/>
                <a:gd name="connsiteY342" fmla="*/ 447488 h 834218"/>
                <a:gd name="connsiteX343" fmla="*/ 2630646 w 3024845"/>
                <a:gd name="connsiteY343" fmla="*/ 447488 h 834218"/>
                <a:gd name="connsiteX344" fmla="*/ 2630646 w 3024845"/>
                <a:gd name="connsiteY344" fmla="*/ 443164 h 834218"/>
                <a:gd name="connsiteX345" fmla="*/ 2642806 w 3024845"/>
                <a:gd name="connsiteY345" fmla="*/ 443164 h 834218"/>
                <a:gd name="connsiteX346" fmla="*/ 2642806 w 3024845"/>
                <a:gd name="connsiteY346" fmla="*/ 447488 h 834218"/>
                <a:gd name="connsiteX347" fmla="*/ 2667126 w 3024845"/>
                <a:gd name="connsiteY347" fmla="*/ 447488 h 834218"/>
                <a:gd name="connsiteX348" fmla="*/ 2667126 w 3024845"/>
                <a:gd name="connsiteY348" fmla="*/ 434517 h 834218"/>
                <a:gd name="connsiteX349" fmla="*/ 2695500 w 3024845"/>
                <a:gd name="connsiteY349" fmla="*/ 434517 h 834218"/>
                <a:gd name="connsiteX350" fmla="*/ 2707660 w 3024845"/>
                <a:gd name="connsiteY350" fmla="*/ 430193 h 834218"/>
                <a:gd name="connsiteX351" fmla="*/ 2727927 w 3024845"/>
                <a:gd name="connsiteY351" fmla="*/ 434517 h 834218"/>
                <a:gd name="connsiteX352" fmla="*/ 2727927 w 3024845"/>
                <a:gd name="connsiteY352" fmla="*/ 417223 h 834218"/>
                <a:gd name="connsiteX353" fmla="*/ 2736034 w 3024845"/>
                <a:gd name="connsiteY353" fmla="*/ 417223 h 834218"/>
                <a:gd name="connsiteX354" fmla="*/ 2736034 w 3024845"/>
                <a:gd name="connsiteY354" fmla="*/ 404252 h 834218"/>
                <a:gd name="connsiteX355" fmla="*/ 2792781 w 3024845"/>
                <a:gd name="connsiteY355" fmla="*/ 404252 h 834218"/>
                <a:gd name="connsiteX356" fmla="*/ 2792781 w 3024845"/>
                <a:gd name="connsiteY356" fmla="*/ 373987 h 834218"/>
                <a:gd name="connsiteX357" fmla="*/ 2811021 w 3024845"/>
                <a:gd name="connsiteY357" fmla="*/ 373987 h 834218"/>
                <a:gd name="connsiteX358" fmla="*/ 2811021 w 3024845"/>
                <a:gd name="connsiteY358" fmla="*/ 367502 h 834218"/>
                <a:gd name="connsiteX359" fmla="*/ 2823181 w 3024845"/>
                <a:gd name="connsiteY359" fmla="*/ 367502 h 834218"/>
                <a:gd name="connsiteX360" fmla="*/ 2823181 w 3024845"/>
                <a:gd name="connsiteY360" fmla="*/ 373987 h 834218"/>
                <a:gd name="connsiteX361" fmla="*/ 2839395 w 3024845"/>
                <a:gd name="connsiteY361" fmla="*/ 373987 h 834218"/>
                <a:gd name="connsiteX362" fmla="*/ 2839395 w 3024845"/>
                <a:gd name="connsiteY362" fmla="*/ 423708 h 834218"/>
                <a:gd name="connsiteX363" fmla="*/ 2871822 w 3024845"/>
                <a:gd name="connsiteY363" fmla="*/ 423708 h 834218"/>
                <a:gd name="connsiteX364" fmla="*/ 2871822 w 3024845"/>
                <a:gd name="connsiteY364" fmla="*/ 397767 h 834218"/>
                <a:gd name="connsiteX365" fmla="*/ 2910329 w 3024845"/>
                <a:gd name="connsiteY365" fmla="*/ 397767 h 834218"/>
                <a:gd name="connsiteX366" fmla="*/ 2910329 w 3024845"/>
                <a:gd name="connsiteY366" fmla="*/ 367502 h 834218"/>
                <a:gd name="connsiteX367" fmla="*/ 2958970 w 3024845"/>
                <a:gd name="connsiteY367" fmla="*/ 367502 h 834218"/>
                <a:gd name="connsiteX368" fmla="*/ 2958970 w 3024845"/>
                <a:gd name="connsiteY368" fmla="*/ 478658 h 834218"/>
                <a:gd name="connsiteX369" fmla="*/ 2958970 w 3024845"/>
                <a:gd name="connsiteY369" fmla="*/ 492437 h 834218"/>
                <a:gd name="connsiteX370" fmla="*/ 3024845 w 3024845"/>
                <a:gd name="connsiteY370" fmla="*/ 492437 h 834218"/>
                <a:gd name="connsiteX371" fmla="*/ 3024845 w 3024845"/>
                <a:gd name="connsiteY371" fmla="*/ 834218 h 834218"/>
                <a:gd name="connsiteX372" fmla="*/ 2054 w 3024845"/>
                <a:gd name="connsiteY372" fmla="*/ 831885 h 834218"/>
                <a:gd name="connsiteX373" fmla="*/ 0 w 3024845"/>
                <a:gd name="connsiteY373" fmla="*/ 397767 h 834218"/>
                <a:gd name="connsiteX374" fmla="*/ 20267 w 3024845"/>
                <a:gd name="connsiteY374" fmla="*/ 397767 h 834218"/>
                <a:gd name="connsiteX375" fmla="*/ 20774 w 3024845"/>
                <a:gd name="connsiteY375" fmla="*/ 396686 h 834218"/>
                <a:gd name="connsiteX376" fmla="*/ 24320 w 3024845"/>
                <a:gd name="connsiteY376" fmla="*/ 389120 h 834218"/>
                <a:gd name="connsiteX377" fmla="*/ 26094 w 3024845"/>
                <a:gd name="connsiteY377" fmla="*/ 389390 h 834218"/>
                <a:gd name="connsiteX378" fmla="*/ 38507 w 3024845"/>
                <a:gd name="connsiteY378" fmla="*/ 391281 h 834218"/>
                <a:gd name="connsiteX379" fmla="*/ 39014 w 3024845"/>
                <a:gd name="connsiteY379" fmla="*/ 392633 h 834218"/>
                <a:gd name="connsiteX380" fmla="*/ 42560 w 3024845"/>
                <a:gd name="connsiteY380" fmla="*/ 402090 h 834218"/>
                <a:gd name="connsiteX381" fmla="*/ 68907 w 3024845"/>
                <a:gd name="connsiteY381" fmla="*/ 404252 h 834218"/>
                <a:gd name="connsiteX382" fmla="*/ 68907 w 3024845"/>
                <a:gd name="connsiteY382" fmla="*/ 281031 h 834218"/>
                <a:gd name="connsiteX383" fmla="*/ 70934 w 3024845"/>
                <a:gd name="connsiteY383" fmla="*/ 281031 h 834218"/>
                <a:gd name="connsiteX384" fmla="*/ 85121 w 3024845"/>
                <a:gd name="connsiteY384" fmla="*/ 281031 h 834218"/>
                <a:gd name="connsiteX385" fmla="*/ 85121 w 3024845"/>
                <a:gd name="connsiteY385" fmla="*/ 144839 h 834218"/>
                <a:gd name="connsiteX386" fmla="*/ 86894 w 3024845"/>
                <a:gd name="connsiteY386" fmla="*/ 144839 h 834218"/>
                <a:gd name="connsiteX387" fmla="*/ 99308 w 3024845"/>
                <a:gd name="connsiteY387" fmla="*/ 144839 h 834218"/>
                <a:gd name="connsiteX388" fmla="*/ 99308 w 3024845"/>
                <a:gd name="connsiteY388" fmla="*/ 30265 h 834218"/>
                <a:gd name="connsiteX389" fmla="*/ 103361 w 3024845"/>
                <a:gd name="connsiteY389"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144839 h 834218"/>
                <a:gd name="connsiteX5" fmla="*/ 223189 w 3024845"/>
                <a:gd name="connsiteY5" fmla="*/ 144839 h 834218"/>
                <a:gd name="connsiteX6" fmla="*/ 239150 w 3024845"/>
                <a:gd name="connsiteY6" fmla="*/ 144839 h 834218"/>
                <a:gd name="connsiteX7" fmla="*/ 239150 w 3024845"/>
                <a:gd name="connsiteY7" fmla="*/ 285354 h 834218"/>
                <a:gd name="connsiteX8" fmla="*/ 240670 w 3024845"/>
                <a:gd name="connsiteY8" fmla="*/ 285084 h 834218"/>
                <a:gd name="connsiteX9" fmla="*/ 251310 w 3024845"/>
                <a:gd name="connsiteY9" fmla="*/ 283193 h 834218"/>
                <a:gd name="connsiteX10" fmla="*/ 249283 w 3024845"/>
                <a:gd name="connsiteY10" fmla="*/ 371825 h 834218"/>
                <a:gd name="connsiteX11" fmla="*/ 250803 w 3024845"/>
                <a:gd name="connsiteY11" fmla="*/ 372096 h 834218"/>
                <a:gd name="connsiteX12" fmla="*/ 261443 w 3024845"/>
                <a:gd name="connsiteY12" fmla="*/ 373987 h 834218"/>
                <a:gd name="connsiteX13" fmla="*/ 261696 w 3024845"/>
                <a:gd name="connsiteY13" fmla="*/ 374798 h 834218"/>
                <a:gd name="connsiteX14" fmla="*/ 263470 w 3024845"/>
                <a:gd name="connsiteY14" fmla="*/ 380473 h 834218"/>
                <a:gd name="connsiteX15" fmla="*/ 264230 w 3024845"/>
                <a:gd name="connsiteY15" fmla="*/ 378041 h 834218"/>
                <a:gd name="connsiteX16" fmla="*/ 269550 w 3024845"/>
                <a:gd name="connsiteY16" fmla="*/ 361017 h 834218"/>
                <a:gd name="connsiteX17" fmla="*/ 271323 w 3024845"/>
                <a:gd name="connsiteY17" fmla="*/ 361017 h 834218"/>
                <a:gd name="connsiteX18" fmla="*/ 283737 w 3024845"/>
                <a:gd name="connsiteY18" fmla="*/ 361017 h 834218"/>
                <a:gd name="connsiteX19" fmla="*/ 283737 w 3024845"/>
                <a:gd name="connsiteY19" fmla="*/ 393443 h 834218"/>
                <a:gd name="connsiteX20" fmla="*/ 284750 w 3024845"/>
                <a:gd name="connsiteY20" fmla="*/ 393984 h 834218"/>
                <a:gd name="connsiteX21" fmla="*/ 291844 w 3024845"/>
                <a:gd name="connsiteY21" fmla="*/ 397767 h 834218"/>
                <a:gd name="connsiteX22" fmla="*/ 291844 w 3024845"/>
                <a:gd name="connsiteY22" fmla="*/ 399118 h 834218"/>
                <a:gd name="connsiteX23" fmla="*/ 291844 w 3024845"/>
                <a:gd name="connsiteY23" fmla="*/ 408576 h 834218"/>
                <a:gd name="connsiteX24" fmla="*/ 336431 w 3024845"/>
                <a:gd name="connsiteY24" fmla="*/ 408576 h 834218"/>
                <a:gd name="connsiteX25" fmla="*/ 336431 w 3024845"/>
                <a:gd name="connsiteY25" fmla="*/ 409657 h 834218"/>
                <a:gd name="connsiteX26" fmla="*/ 336431 w 3024845"/>
                <a:gd name="connsiteY26" fmla="*/ 417223 h 834218"/>
                <a:gd name="connsiteX27" fmla="*/ 338457 w 3024845"/>
                <a:gd name="connsiteY27" fmla="*/ 417223 h 834218"/>
                <a:gd name="connsiteX28" fmla="*/ 352644 w 3024845"/>
                <a:gd name="connsiteY28" fmla="*/ 417223 h 834218"/>
                <a:gd name="connsiteX29" fmla="*/ 352644 w 3024845"/>
                <a:gd name="connsiteY29" fmla="*/ 386958 h 834218"/>
                <a:gd name="connsiteX30" fmla="*/ 397231 w 3024845"/>
                <a:gd name="connsiteY30" fmla="*/ 386958 h 834218"/>
                <a:gd name="connsiteX31" fmla="*/ 397231 w 3024845"/>
                <a:gd name="connsiteY31" fmla="*/ 385607 h 834218"/>
                <a:gd name="connsiteX32" fmla="*/ 397231 w 3024845"/>
                <a:gd name="connsiteY32" fmla="*/ 376149 h 834218"/>
                <a:gd name="connsiteX33" fmla="*/ 398245 w 3024845"/>
                <a:gd name="connsiteY33" fmla="*/ 376149 h 834218"/>
                <a:gd name="connsiteX34" fmla="*/ 405338 w 3024845"/>
                <a:gd name="connsiteY34" fmla="*/ 376149 h 834218"/>
                <a:gd name="connsiteX35" fmla="*/ 405338 w 3024845"/>
                <a:gd name="connsiteY35" fmla="*/ 374258 h 834218"/>
                <a:gd name="connsiteX36" fmla="*/ 405338 w 3024845"/>
                <a:gd name="connsiteY36" fmla="*/ 361017 h 834218"/>
                <a:gd name="connsiteX37" fmla="*/ 406098 w 3024845"/>
                <a:gd name="connsiteY37" fmla="*/ 361017 h 834218"/>
                <a:gd name="connsiteX38" fmla="*/ 411418 w 3024845"/>
                <a:gd name="connsiteY38" fmla="*/ 361017 h 834218"/>
                <a:gd name="connsiteX39" fmla="*/ 411418 w 3024845"/>
                <a:gd name="connsiteY39" fmla="*/ 359936 h 834218"/>
                <a:gd name="connsiteX40" fmla="*/ 411418 w 3024845"/>
                <a:gd name="connsiteY40" fmla="*/ 352369 h 834218"/>
                <a:gd name="connsiteX41" fmla="*/ 413445 w 3024845"/>
                <a:gd name="connsiteY41" fmla="*/ 352369 h 834218"/>
                <a:gd name="connsiteX42" fmla="*/ 427632 w 3024845"/>
                <a:gd name="connsiteY42" fmla="*/ 352369 h 834218"/>
                <a:gd name="connsiteX43" fmla="*/ 427632 w 3024845"/>
                <a:gd name="connsiteY43" fmla="*/ 353450 h 834218"/>
                <a:gd name="connsiteX44" fmla="*/ 427632 w 3024845"/>
                <a:gd name="connsiteY44" fmla="*/ 361017 h 834218"/>
                <a:gd name="connsiteX45" fmla="*/ 449925 w 3024845"/>
                <a:gd name="connsiteY45" fmla="*/ 361017 h 834218"/>
                <a:gd name="connsiteX46" fmla="*/ 449925 w 3024845"/>
                <a:gd name="connsiteY46" fmla="*/ 359125 h 834218"/>
                <a:gd name="connsiteX47" fmla="*/ 449925 w 3024845"/>
                <a:gd name="connsiteY47" fmla="*/ 345884 h 834218"/>
                <a:gd name="connsiteX48" fmla="*/ 451699 w 3024845"/>
                <a:gd name="connsiteY48" fmla="*/ 345884 h 834218"/>
                <a:gd name="connsiteX49" fmla="*/ 464112 w 3024845"/>
                <a:gd name="connsiteY49" fmla="*/ 345884 h 834218"/>
                <a:gd name="connsiteX50" fmla="*/ 464112 w 3024845"/>
                <a:gd name="connsiteY50" fmla="*/ 369664 h 834218"/>
                <a:gd name="connsiteX51" fmla="*/ 465126 w 3024845"/>
                <a:gd name="connsiteY51" fmla="*/ 369664 h 834218"/>
                <a:gd name="connsiteX52" fmla="*/ 472219 w 3024845"/>
                <a:gd name="connsiteY52" fmla="*/ 369664 h 834218"/>
                <a:gd name="connsiteX53" fmla="*/ 472219 w 3024845"/>
                <a:gd name="connsiteY53" fmla="*/ 368583 h 834218"/>
                <a:gd name="connsiteX54" fmla="*/ 472219 w 3024845"/>
                <a:gd name="connsiteY54" fmla="*/ 361017 h 834218"/>
                <a:gd name="connsiteX55" fmla="*/ 473992 w 3024845"/>
                <a:gd name="connsiteY55" fmla="*/ 361017 h 834218"/>
                <a:gd name="connsiteX56" fmla="*/ 486406 w 3024845"/>
                <a:gd name="connsiteY56" fmla="*/ 361017 h 834218"/>
                <a:gd name="connsiteX57" fmla="*/ 486406 w 3024845"/>
                <a:gd name="connsiteY57" fmla="*/ 386958 h 834218"/>
                <a:gd name="connsiteX58" fmla="*/ 488433 w 3024845"/>
                <a:gd name="connsiteY58" fmla="*/ 386958 h 834218"/>
                <a:gd name="connsiteX59" fmla="*/ 502619 w 3024845"/>
                <a:gd name="connsiteY59" fmla="*/ 386958 h 834218"/>
                <a:gd name="connsiteX60" fmla="*/ 502619 w 3024845"/>
                <a:gd name="connsiteY60" fmla="*/ 388579 h 834218"/>
                <a:gd name="connsiteX61" fmla="*/ 502619 w 3024845"/>
                <a:gd name="connsiteY61" fmla="*/ 399929 h 834218"/>
                <a:gd name="connsiteX62" fmla="*/ 503379 w 3024845"/>
                <a:gd name="connsiteY62" fmla="*/ 399929 h 834218"/>
                <a:gd name="connsiteX63" fmla="*/ 508700 w 3024845"/>
                <a:gd name="connsiteY63" fmla="*/ 399929 h 834218"/>
                <a:gd name="connsiteX64" fmla="*/ 508700 w 3024845"/>
                <a:gd name="connsiteY64" fmla="*/ 399118 h 834218"/>
                <a:gd name="connsiteX65" fmla="*/ 508700 w 3024845"/>
                <a:gd name="connsiteY65" fmla="*/ 393443 h 834218"/>
                <a:gd name="connsiteX66" fmla="*/ 539100 w 3024845"/>
                <a:gd name="connsiteY66" fmla="*/ 393443 h 834218"/>
                <a:gd name="connsiteX67" fmla="*/ 539100 w 3024845"/>
                <a:gd name="connsiteY67" fmla="*/ 417223 h 834218"/>
                <a:gd name="connsiteX68" fmla="*/ 540113 w 3024845"/>
                <a:gd name="connsiteY68" fmla="*/ 417223 h 834218"/>
                <a:gd name="connsiteX69" fmla="*/ 547207 w 3024845"/>
                <a:gd name="connsiteY69" fmla="*/ 417223 h 834218"/>
                <a:gd name="connsiteX70" fmla="*/ 547207 w 3024845"/>
                <a:gd name="connsiteY70" fmla="*/ 418304 h 834218"/>
                <a:gd name="connsiteX71" fmla="*/ 547207 w 3024845"/>
                <a:gd name="connsiteY71" fmla="*/ 425870 h 834218"/>
                <a:gd name="connsiteX72" fmla="*/ 547967 w 3024845"/>
                <a:gd name="connsiteY72" fmla="*/ 425870 h 834218"/>
                <a:gd name="connsiteX73" fmla="*/ 553287 w 3024845"/>
                <a:gd name="connsiteY73" fmla="*/ 425870 h 834218"/>
                <a:gd name="connsiteX74" fmla="*/ 553287 w 3024845"/>
                <a:gd name="connsiteY74" fmla="*/ 423708 h 834218"/>
                <a:gd name="connsiteX75" fmla="*/ 553287 w 3024845"/>
                <a:gd name="connsiteY75" fmla="*/ 408576 h 834218"/>
                <a:gd name="connsiteX76" fmla="*/ 554300 w 3024845"/>
                <a:gd name="connsiteY76" fmla="*/ 408576 h 834218"/>
                <a:gd name="connsiteX77" fmla="*/ 561394 w 3024845"/>
                <a:gd name="connsiteY77" fmla="*/ 408576 h 834218"/>
                <a:gd name="connsiteX78" fmla="*/ 561394 w 3024845"/>
                <a:gd name="connsiteY78" fmla="*/ 409657 h 834218"/>
                <a:gd name="connsiteX79" fmla="*/ 561394 w 3024845"/>
                <a:gd name="connsiteY79" fmla="*/ 417223 h 834218"/>
                <a:gd name="connsiteX80" fmla="*/ 566714 w 3024845"/>
                <a:gd name="connsiteY80" fmla="*/ 415230 h 834218"/>
                <a:gd name="connsiteX81" fmla="*/ 567474 w 3024845"/>
                <a:gd name="connsiteY81" fmla="*/ 414250 h 834218"/>
                <a:gd name="connsiteX82" fmla="*/ 567474 w 3024845"/>
                <a:gd name="connsiteY82" fmla="*/ 408576 h 834218"/>
                <a:gd name="connsiteX83" fmla="*/ 605981 w 3024845"/>
                <a:gd name="connsiteY83" fmla="*/ 408576 h 834218"/>
                <a:gd name="connsiteX84" fmla="*/ 605981 w 3024845"/>
                <a:gd name="connsiteY84" fmla="*/ 432355 h 834218"/>
                <a:gd name="connsiteX85" fmla="*/ 608007 w 3024845"/>
                <a:gd name="connsiteY85" fmla="*/ 432355 h 834218"/>
                <a:gd name="connsiteX86" fmla="*/ 622194 w 3024845"/>
                <a:gd name="connsiteY86" fmla="*/ 432355 h 834218"/>
                <a:gd name="connsiteX87" fmla="*/ 622194 w 3024845"/>
                <a:gd name="connsiteY87" fmla="*/ 433436 h 834218"/>
                <a:gd name="connsiteX88" fmla="*/ 622194 w 3024845"/>
                <a:gd name="connsiteY88" fmla="*/ 441002 h 834218"/>
                <a:gd name="connsiteX89" fmla="*/ 623968 w 3024845"/>
                <a:gd name="connsiteY89" fmla="*/ 441002 h 834218"/>
                <a:gd name="connsiteX90" fmla="*/ 636381 w 3024845"/>
                <a:gd name="connsiteY90" fmla="*/ 441002 h 834218"/>
                <a:gd name="connsiteX91" fmla="*/ 636381 w 3024845"/>
                <a:gd name="connsiteY91" fmla="*/ 417223 h 834218"/>
                <a:gd name="connsiteX92" fmla="*/ 637394 w 3024845"/>
                <a:gd name="connsiteY92" fmla="*/ 417223 h 834218"/>
                <a:gd name="connsiteX93" fmla="*/ 644488 w 3024845"/>
                <a:gd name="connsiteY93" fmla="*/ 417223 h 834218"/>
                <a:gd name="connsiteX94" fmla="*/ 644488 w 3024845"/>
                <a:gd name="connsiteY94" fmla="*/ 384796 h 834218"/>
                <a:gd name="connsiteX95" fmla="*/ 645501 w 3024845"/>
                <a:gd name="connsiteY95" fmla="*/ 384796 h 834218"/>
                <a:gd name="connsiteX96" fmla="*/ 652595 w 3024845"/>
                <a:gd name="connsiteY96" fmla="*/ 384796 h 834218"/>
                <a:gd name="connsiteX97" fmla="*/ 652595 w 3024845"/>
                <a:gd name="connsiteY97" fmla="*/ 382905 h 834218"/>
                <a:gd name="connsiteX98" fmla="*/ 652595 w 3024845"/>
                <a:gd name="connsiteY98" fmla="*/ 369664 h 834218"/>
                <a:gd name="connsiteX99" fmla="*/ 651328 w 3024845"/>
                <a:gd name="connsiteY99" fmla="*/ 368042 h 834218"/>
                <a:gd name="connsiteX100" fmla="*/ 656648 w 3024845"/>
                <a:gd name="connsiteY100" fmla="*/ 356693 h 834218"/>
                <a:gd name="connsiteX101" fmla="*/ 664755 w 3024845"/>
                <a:gd name="connsiteY101" fmla="*/ 384796 h 834218"/>
                <a:gd name="connsiteX102" fmla="*/ 665515 w 3024845"/>
                <a:gd name="connsiteY102" fmla="*/ 384796 h 834218"/>
                <a:gd name="connsiteX103" fmla="*/ 670835 w 3024845"/>
                <a:gd name="connsiteY103" fmla="*/ 384796 h 834218"/>
                <a:gd name="connsiteX104" fmla="*/ 670835 w 3024845"/>
                <a:gd name="connsiteY104" fmla="*/ 278869 h 834218"/>
                <a:gd name="connsiteX105" fmla="*/ 672355 w 3024845"/>
                <a:gd name="connsiteY105" fmla="*/ 278869 h 834218"/>
                <a:gd name="connsiteX106" fmla="*/ 682995 w 3024845"/>
                <a:gd name="connsiteY106" fmla="*/ 278869 h 834218"/>
                <a:gd name="connsiteX107" fmla="*/ 682995 w 3024845"/>
                <a:gd name="connsiteY107" fmla="*/ 231310 h 834218"/>
                <a:gd name="connsiteX108" fmla="*/ 709342 w 3024845"/>
                <a:gd name="connsiteY108" fmla="*/ 231310 h 834218"/>
                <a:gd name="connsiteX109" fmla="*/ 709342 w 3024845"/>
                <a:gd name="connsiteY109" fmla="*/ 209692 h 834218"/>
                <a:gd name="connsiteX110" fmla="*/ 743796 w 3024845"/>
                <a:gd name="connsiteY110" fmla="*/ 209692 h 834218"/>
                <a:gd name="connsiteX111" fmla="*/ 743796 w 3024845"/>
                <a:gd name="connsiteY111" fmla="*/ 212124 h 834218"/>
                <a:gd name="connsiteX112" fmla="*/ 743796 w 3024845"/>
                <a:gd name="connsiteY112" fmla="*/ 229148 h 834218"/>
                <a:gd name="connsiteX113" fmla="*/ 746076 w 3024845"/>
                <a:gd name="connsiteY113" fmla="*/ 229148 h 834218"/>
                <a:gd name="connsiteX114" fmla="*/ 762036 w 3024845"/>
                <a:gd name="connsiteY114" fmla="*/ 229148 h 834218"/>
                <a:gd name="connsiteX115" fmla="*/ 762036 w 3024845"/>
                <a:gd name="connsiteY115" fmla="*/ 276707 h 834218"/>
                <a:gd name="connsiteX116" fmla="*/ 763049 w 3024845"/>
                <a:gd name="connsiteY116" fmla="*/ 276707 h 834218"/>
                <a:gd name="connsiteX117" fmla="*/ 770143 w 3024845"/>
                <a:gd name="connsiteY117" fmla="*/ 276707 h 834218"/>
                <a:gd name="connsiteX118" fmla="*/ 784330 w 3024845"/>
                <a:gd name="connsiteY118" fmla="*/ 281031 h 834218"/>
                <a:gd name="connsiteX119" fmla="*/ 784330 w 3024845"/>
                <a:gd name="connsiteY119" fmla="*/ 319943 h 834218"/>
                <a:gd name="connsiteX120" fmla="*/ 785343 w 3024845"/>
                <a:gd name="connsiteY120" fmla="*/ 319943 h 834218"/>
                <a:gd name="connsiteX121" fmla="*/ 792436 w 3024845"/>
                <a:gd name="connsiteY121" fmla="*/ 319943 h 834218"/>
                <a:gd name="connsiteX122" fmla="*/ 792436 w 3024845"/>
                <a:gd name="connsiteY122" fmla="*/ 321564 h 834218"/>
                <a:gd name="connsiteX123" fmla="*/ 792436 w 3024845"/>
                <a:gd name="connsiteY123" fmla="*/ 332913 h 834218"/>
                <a:gd name="connsiteX124" fmla="*/ 794463 w 3024845"/>
                <a:gd name="connsiteY124" fmla="*/ 332913 h 834218"/>
                <a:gd name="connsiteX125" fmla="*/ 808650 w 3024845"/>
                <a:gd name="connsiteY125" fmla="*/ 332913 h 834218"/>
                <a:gd name="connsiteX126" fmla="*/ 814730 w 3024845"/>
                <a:gd name="connsiteY126" fmla="*/ 339399 h 834218"/>
                <a:gd name="connsiteX127" fmla="*/ 814730 w 3024845"/>
                <a:gd name="connsiteY127" fmla="*/ 361017 h 834218"/>
                <a:gd name="connsiteX128" fmla="*/ 817010 w 3024845"/>
                <a:gd name="connsiteY128" fmla="*/ 361017 h 834218"/>
                <a:gd name="connsiteX129" fmla="*/ 832970 w 3024845"/>
                <a:gd name="connsiteY129" fmla="*/ 361017 h 834218"/>
                <a:gd name="connsiteX130" fmla="*/ 832970 w 3024845"/>
                <a:gd name="connsiteY130" fmla="*/ 362097 h 834218"/>
                <a:gd name="connsiteX131" fmla="*/ 832970 w 3024845"/>
                <a:gd name="connsiteY131" fmla="*/ 369664 h 834218"/>
                <a:gd name="connsiteX132" fmla="*/ 834237 w 3024845"/>
                <a:gd name="connsiteY132" fmla="*/ 369664 h 834218"/>
                <a:gd name="connsiteX133" fmla="*/ 843104 w 3024845"/>
                <a:gd name="connsiteY133" fmla="*/ 369664 h 834218"/>
                <a:gd name="connsiteX134" fmla="*/ 843104 w 3024845"/>
                <a:gd name="connsiteY134" fmla="*/ 371825 h 834218"/>
                <a:gd name="connsiteX135" fmla="*/ 843104 w 3024845"/>
                <a:gd name="connsiteY135" fmla="*/ 386958 h 834218"/>
                <a:gd name="connsiteX136" fmla="*/ 847157 w 3024845"/>
                <a:gd name="connsiteY136" fmla="*/ 385066 h 834218"/>
                <a:gd name="connsiteX137" fmla="*/ 847157 w 3024845"/>
                <a:gd name="connsiteY137" fmla="*/ 371825 h 834218"/>
                <a:gd name="connsiteX138" fmla="*/ 848170 w 3024845"/>
                <a:gd name="connsiteY138" fmla="*/ 371825 h 834218"/>
                <a:gd name="connsiteX139" fmla="*/ 855264 w 3024845"/>
                <a:gd name="connsiteY139" fmla="*/ 371825 h 834218"/>
                <a:gd name="connsiteX140" fmla="*/ 855264 w 3024845"/>
                <a:gd name="connsiteY140" fmla="*/ 373447 h 834218"/>
                <a:gd name="connsiteX141" fmla="*/ 855264 w 3024845"/>
                <a:gd name="connsiteY141" fmla="*/ 384796 h 834218"/>
                <a:gd name="connsiteX142" fmla="*/ 856024 w 3024845"/>
                <a:gd name="connsiteY142" fmla="*/ 384796 h 834218"/>
                <a:gd name="connsiteX143" fmla="*/ 861344 w 3024845"/>
                <a:gd name="connsiteY143" fmla="*/ 384796 h 834218"/>
                <a:gd name="connsiteX144" fmla="*/ 909984 w 3024845"/>
                <a:gd name="connsiteY144" fmla="*/ 380473 h 834218"/>
                <a:gd name="connsiteX145" fmla="*/ 909984 w 3024845"/>
                <a:gd name="connsiteY145" fmla="*/ 381824 h 834218"/>
                <a:gd name="connsiteX146" fmla="*/ 909984 w 3024845"/>
                <a:gd name="connsiteY146" fmla="*/ 391281 h 834218"/>
                <a:gd name="connsiteX147" fmla="*/ 910744 w 3024845"/>
                <a:gd name="connsiteY147" fmla="*/ 391281 h 834218"/>
                <a:gd name="connsiteX148" fmla="*/ 916065 w 3024845"/>
                <a:gd name="connsiteY148" fmla="*/ 391281 h 834218"/>
                <a:gd name="connsiteX149" fmla="*/ 916065 w 3024845"/>
                <a:gd name="connsiteY149" fmla="*/ 393443 h 834218"/>
                <a:gd name="connsiteX150" fmla="*/ 916065 w 3024845"/>
                <a:gd name="connsiteY150" fmla="*/ 408576 h 834218"/>
                <a:gd name="connsiteX151" fmla="*/ 918091 w 3024845"/>
                <a:gd name="connsiteY151" fmla="*/ 407225 h 834218"/>
                <a:gd name="connsiteX152" fmla="*/ 932278 w 3024845"/>
                <a:gd name="connsiteY152" fmla="*/ 397767 h 834218"/>
                <a:gd name="connsiteX153" fmla="*/ 938358 w 3024845"/>
                <a:gd name="connsiteY153" fmla="*/ 356693 h 834218"/>
                <a:gd name="connsiteX154" fmla="*/ 939118 w 3024845"/>
                <a:gd name="connsiteY154" fmla="*/ 356423 h 834218"/>
                <a:gd name="connsiteX155" fmla="*/ 944438 w 3024845"/>
                <a:gd name="connsiteY155" fmla="*/ 354531 h 834218"/>
                <a:gd name="connsiteX156" fmla="*/ 946465 w 3024845"/>
                <a:gd name="connsiteY156" fmla="*/ 285354 h 834218"/>
                <a:gd name="connsiteX157" fmla="*/ 948492 w 3024845"/>
                <a:gd name="connsiteY157" fmla="*/ 354531 h 834218"/>
                <a:gd name="connsiteX158" fmla="*/ 949252 w 3024845"/>
                <a:gd name="connsiteY158" fmla="*/ 354801 h 834218"/>
                <a:gd name="connsiteX159" fmla="*/ 954572 w 3024845"/>
                <a:gd name="connsiteY159" fmla="*/ 356693 h 834218"/>
                <a:gd name="connsiteX160" fmla="*/ 954572 w 3024845"/>
                <a:gd name="connsiteY160" fmla="*/ 270222 h 834218"/>
                <a:gd name="connsiteX161" fmla="*/ 958625 w 3024845"/>
                <a:gd name="connsiteY161" fmla="*/ 237795 h 834218"/>
                <a:gd name="connsiteX162" fmla="*/ 997132 w 3024845"/>
                <a:gd name="connsiteY162" fmla="*/ 237795 h 834218"/>
                <a:gd name="connsiteX163" fmla="*/ 997132 w 3024845"/>
                <a:gd name="connsiteY163" fmla="*/ 270222 h 834218"/>
                <a:gd name="connsiteX164" fmla="*/ 997892 w 3024845"/>
                <a:gd name="connsiteY164" fmla="*/ 270222 h 834218"/>
                <a:gd name="connsiteX165" fmla="*/ 1003212 w 3024845"/>
                <a:gd name="connsiteY165" fmla="*/ 270222 h 834218"/>
                <a:gd name="connsiteX166" fmla="*/ 1003212 w 3024845"/>
                <a:gd name="connsiteY166" fmla="*/ 188074 h 834218"/>
                <a:gd name="connsiteX167" fmla="*/ 1004986 w 3024845"/>
                <a:gd name="connsiteY167" fmla="*/ 188074 h 834218"/>
                <a:gd name="connsiteX168" fmla="*/ 1017399 w 3024845"/>
                <a:gd name="connsiteY168" fmla="*/ 188074 h 834218"/>
                <a:gd name="connsiteX169" fmla="*/ 1017399 w 3024845"/>
                <a:gd name="connsiteY169" fmla="*/ 186183 h 834218"/>
                <a:gd name="connsiteX170" fmla="*/ 1017399 w 3024845"/>
                <a:gd name="connsiteY170" fmla="*/ 172942 h 834218"/>
                <a:gd name="connsiteX171" fmla="*/ 1039693 w 3024845"/>
                <a:gd name="connsiteY171" fmla="*/ 172942 h 834218"/>
                <a:gd name="connsiteX172" fmla="*/ 1039693 w 3024845"/>
                <a:gd name="connsiteY172" fmla="*/ 171861 h 834218"/>
                <a:gd name="connsiteX173" fmla="*/ 1039693 w 3024845"/>
                <a:gd name="connsiteY173" fmla="*/ 164295 h 834218"/>
                <a:gd name="connsiteX174" fmla="*/ 1041466 w 3024845"/>
                <a:gd name="connsiteY174" fmla="*/ 164295 h 834218"/>
                <a:gd name="connsiteX175" fmla="*/ 1053880 w 3024845"/>
                <a:gd name="connsiteY175" fmla="*/ 164295 h 834218"/>
                <a:gd name="connsiteX176" fmla="*/ 1053880 w 3024845"/>
                <a:gd name="connsiteY176" fmla="*/ 165376 h 834218"/>
                <a:gd name="connsiteX177" fmla="*/ 1053880 w 3024845"/>
                <a:gd name="connsiteY177" fmla="*/ 172942 h 834218"/>
                <a:gd name="connsiteX178" fmla="*/ 1054640 w 3024845"/>
                <a:gd name="connsiteY178" fmla="*/ 172942 h 834218"/>
                <a:gd name="connsiteX179" fmla="*/ 1059960 w 3024845"/>
                <a:gd name="connsiteY179" fmla="*/ 172942 h 834218"/>
                <a:gd name="connsiteX180" fmla="*/ 1070093 w 3024845"/>
                <a:gd name="connsiteY180" fmla="*/ 168618 h 834218"/>
                <a:gd name="connsiteX181" fmla="*/ 1074146 w 3024845"/>
                <a:gd name="connsiteY181" fmla="*/ 171861 h 834218"/>
                <a:gd name="connsiteX182" fmla="*/ 1074146 w 3024845"/>
                <a:gd name="connsiteY182" fmla="*/ 164295 h 834218"/>
                <a:gd name="connsiteX183" fmla="*/ 1076426 w 3024845"/>
                <a:gd name="connsiteY183" fmla="*/ 164295 h 834218"/>
                <a:gd name="connsiteX184" fmla="*/ 1092387 w 3024845"/>
                <a:gd name="connsiteY184" fmla="*/ 164295 h 834218"/>
                <a:gd name="connsiteX185" fmla="*/ 1092387 w 3024845"/>
                <a:gd name="connsiteY185" fmla="*/ 165376 h 834218"/>
                <a:gd name="connsiteX186" fmla="*/ 1092387 w 3024845"/>
                <a:gd name="connsiteY186" fmla="*/ 172942 h 834218"/>
                <a:gd name="connsiteX187" fmla="*/ 1122787 w 3024845"/>
                <a:gd name="connsiteY187" fmla="*/ 172942 h 834218"/>
                <a:gd name="connsiteX188" fmla="*/ 1122787 w 3024845"/>
                <a:gd name="connsiteY188" fmla="*/ 174563 h 834218"/>
                <a:gd name="connsiteX189" fmla="*/ 1122787 w 3024845"/>
                <a:gd name="connsiteY189" fmla="*/ 185913 h 834218"/>
                <a:gd name="connsiteX190" fmla="*/ 1149134 w 3024845"/>
                <a:gd name="connsiteY190" fmla="*/ 185913 h 834218"/>
                <a:gd name="connsiteX191" fmla="*/ 1149134 w 3024845"/>
                <a:gd name="connsiteY191" fmla="*/ 216177 h 834218"/>
                <a:gd name="connsiteX192" fmla="*/ 1149894 w 3024845"/>
                <a:gd name="connsiteY192" fmla="*/ 216177 h 834218"/>
                <a:gd name="connsiteX193" fmla="*/ 1155214 w 3024845"/>
                <a:gd name="connsiteY193" fmla="*/ 216177 h 834218"/>
                <a:gd name="connsiteX194" fmla="*/ 1155214 w 3024845"/>
                <a:gd name="connsiteY194" fmla="*/ 217258 h 834218"/>
                <a:gd name="connsiteX195" fmla="*/ 1155214 w 3024845"/>
                <a:gd name="connsiteY195" fmla="*/ 224825 h 834218"/>
                <a:gd name="connsiteX196" fmla="*/ 1159268 w 3024845"/>
                <a:gd name="connsiteY196" fmla="*/ 255089 h 834218"/>
                <a:gd name="connsiteX197" fmla="*/ 1160028 w 3024845"/>
                <a:gd name="connsiteY197" fmla="*/ 255089 h 834218"/>
                <a:gd name="connsiteX198" fmla="*/ 1165348 w 3024845"/>
                <a:gd name="connsiteY198" fmla="*/ 255089 h 834218"/>
                <a:gd name="connsiteX199" fmla="*/ 1165348 w 3024845"/>
                <a:gd name="connsiteY199" fmla="*/ 255900 h 834218"/>
                <a:gd name="connsiteX200" fmla="*/ 1165348 w 3024845"/>
                <a:gd name="connsiteY200" fmla="*/ 261575 h 834218"/>
                <a:gd name="connsiteX201" fmla="*/ 1166361 w 3024845"/>
                <a:gd name="connsiteY201" fmla="*/ 261575 h 834218"/>
                <a:gd name="connsiteX202" fmla="*/ 1173454 w 3024845"/>
                <a:gd name="connsiteY202" fmla="*/ 261575 h 834218"/>
                <a:gd name="connsiteX203" fmla="*/ 1173454 w 3024845"/>
                <a:gd name="connsiteY203" fmla="*/ 291840 h 834218"/>
                <a:gd name="connsiteX204" fmla="*/ 1175481 w 3024845"/>
                <a:gd name="connsiteY204" fmla="*/ 291840 h 834218"/>
                <a:gd name="connsiteX205" fmla="*/ 1189668 w 3024845"/>
                <a:gd name="connsiteY205" fmla="*/ 291840 h 834218"/>
                <a:gd name="connsiteX206" fmla="*/ 1189668 w 3024845"/>
                <a:gd name="connsiteY206" fmla="*/ 315619 h 834218"/>
                <a:gd name="connsiteX207" fmla="*/ 1191695 w 3024845"/>
                <a:gd name="connsiteY207" fmla="*/ 317240 h 834218"/>
                <a:gd name="connsiteX208" fmla="*/ 1191695 w 3024845"/>
                <a:gd name="connsiteY208" fmla="*/ 328590 h 834218"/>
                <a:gd name="connsiteX209" fmla="*/ 1192455 w 3024845"/>
                <a:gd name="connsiteY209" fmla="*/ 328590 h 834218"/>
                <a:gd name="connsiteX210" fmla="*/ 1197775 w 3024845"/>
                <a:gd name="connsiteY210" fmla="*/ 328590 h 834218"/>
                <a:gd name="connsiteX211" fmla="*/ 1197775 w 3024845"/>
                <a:gd name="connsiteY211" fmla="*/ 352369 h 834218"/>
                <a:gd name="connsiteX212" fmla="*/ 1199041 w 3024845"/>
                <a:gd name="connsiteY212" fmla="*/ 352369 h 834218"/>
                <a:gd name="connsiteX213" fmla="*/ 1207908 w 3024845"/>
                <a:gd name="connsiteY213" fmla="*/ 352369 h 834218"/>
                <a:gd name="connsiteX214" fmla="*/ 1209935 w 3024845"/>
                <a:gd name="connsiteY214" fmla="*/ 356423 h 834218"/>
                <a:gd name="connsiteX215" fmla="*/ 1209935 w 3024845"/>
                <a:gd name="connsiteY215" fmla="*/ 369664 h 834218"/>
                <a:gd name="connsiteX216" fmla="*/ 1211455 w 3024845"/>
                <a:gd name="connsiteY216" fmla="*/ 367772 h 834218"/>
                <a:gd name="connsiteX217" fmla="*/ 1222095 w 3024845"/>
                <a:gd name="connsiteY217" fmla="*/ 354531 h 834218"/>
                <a:gd name="connsiteX218" fmla="*/ 1250469 w 3024845"/>
                <a:gd name="connsiteY218" fmla="*/ 354531 h 834218"/>
                <a:gd name="connsiteX219" fmla="*/ 1250469 w 3024845"/>
                <a:gd name="connsiteY219" fmla="*/ 441002 h 834218"/>
                <a:gd name="connsiteX220" fmla="*/ 1251229 w 3024845"/>
                <a:gd name="connsiteY220" fmla="*/ 441002 h 834218"/>
                <a:gd name="connsiteX221" fmla="*/ 1256549 w 3024845"/>
                <a:gd name="connsiteY221" fmla="*/ 441002 h 834218"/>
                <a:gd name="connsiteX222" fmla="*/ 1257309 w 3024845"/>
                <a:gd name="connsiteY222" fmla="*/ 439651 h 834218"/>
                <a:gd name="connsiteX223" fmla="*/ 1262629 w 3024845"/>
                <a:gd name="connsiteY223" fmla="*/ 430193 h 834218"/>
                <a:gd name="connsiteX224" fmla="*/ 1262629 w 3024845"/>
                <a:gd name="connsiteY224" fmla="*/ 432085 h 834218"/>
                <a:gd name="connsiteX225" fmla="*/ 1262629 w 3024845"/>
                <a:gd name="connsiteY225" fmla="*/ 445326 h 834218"/>
                <a:gd name="connsiteX226" fmla="*/ 1266682 w 3024845"/>
                <a:gd name="connsiteY226" fmla="*/ 399929 h 834218"/>
                <a:gd name="connsiteX227" fmla="*/ 1267442 w 3024845"/>
                <a:gd name="connsiteY227" fmla="*/ 399929 h 834218"/>
                <a:gd name="connsiteX228" fmla="*/ 1272762 w 3024845"/>
                <a:gd name="connsiteY228" fmla="*/ 399929 h 834218"/>
                <a:gd name="connsiteX229" fmla="*/ 1272762 w 3024845"/>
                <a:gd name="connsiteY229" fmla="*/ 335075 h 834218"/>
                <a:gd name="connsiteX230" fmla="*/ 1273776 w 3024845"/>
                <a:gd name="connsiteY230" fmla="*/ 335075 h 834218"/>
                <a:gd name="connsiteX231" fmla="*/ 1280869 w 3024845"/>
                <a:gd name="connsiteY231" fmla="*/ 335075 h 834218"/>
                <a:gd name="connsiteX232" fmla="*/ 1293029 w 3024845"/>
                <a:gd name="connsiteY232" fmla="*/ 291840 h 834218"/>
                <a:gd name="connsiteX233" fmla="*/ 1294296 w 3024845"/>
                <a:gd name="connsiteY233" fmla="*/ 291840 h 834218"/>
                <a:gd name="connsiteX234" fmla="*/ 1303163 w 3024845"/>
                <a:gd name="connsiteY234" fmla="*/ 291840 h 834218"/>
                <a:gd name="connsiteX235" fmla="*/ 1313296 w 3024845"/>
                <a:gd name="connsiteY235" fmla="*/ 335075 h 834218"/>
                <a:gd name="connsiteX236" fmla="*/ 1314309 w 3024845"/>
                <a:gd name="connsiteY236" fmla="*/ 335075 h 834218"/>
                <a:gd name="connsiteX237" fmla="*/ 1321403 w 3024845"/>
                <a:gd name="connsiteY237" fmla="*/ 335075 h 834218"/>
                <a:gd name="connsiteX238" fmla="*/ 1321403 w 3024845"/>
                <a:gd name="connsiteY238" fmla="*/ 373987 h 834218"/>
                <a:gd name="connsiteX239" fmla="*/ 1323176 w 3024845"/>
                <a:gd name="connsiteY239" fmla="*/ 373987 h 834218"/>
                <a:gd name="connsiteX240" fmla="*/ 1335590 w 3024845"/>
                <a:gd name="connsiteY240" fmla="*/ 373987 h 834218"/>
                <a:gd name="connsiteX241" fmla="*/ 1335590 w 3024845"/>
                <a:gd name="connsiteY241" fmla="*/ 376149 h 834218"/>
                <a:gd name="connsiteX242" fmla="*/ 1335590 w 3024845"/>
                <a:gd name="connsiteY242" fmla="*/ 391281 h 834218"/>
                <a:gd name="connsiteX243" fmla="*/ 1339643 w 3024845"/>
                <a:gd name="connsiteY243" fmla="*/ 389120 h 834218"/>
                <a:gd name="connsiteX244" fmla="*/ 1339643 w 3024845"/>
                <a:gd name="connsiteY244" fmla="*/ 373987 h 834218"/>
                <a:gd name="connsiteX245" fmla="*/ 1341163 w 3024845"/>
                <a:gd name="connsiteY245" fmla="*/ 373987 h 834218"/>
                <a:gd name="connsiteX246" fmla="*/ 1351803 w 3024845"/>
                <a:gd name="connsiteY246" fmla="*/ 373987 h 834218"/>
                <a:gd name="connsiteX247" fmla="*/ 1351803 w 3024845"/>
                <a:gd name="connsiteY247" fmla="*/ 375608 h 834218"/>
                <a:gd name="connsiteX248" fmla="*/ 1351803 w 3024845"/>
                <a:gd name="connsiteY248" fmla="*/ 386958 h 834218"/>
                <a:gd name="connsiteX249" fmla="*/ 1382204 w 3024845"/>
                <a:gd name="connsiteY249" fmla="*/ 386958 h 834218"/>
                <a:gd name="connsiteX250" fmla="*/ 1382204 w 3024845"/>
                <a:gd name="connsiteY250" fmla="*/ 350208 h 834218"/>
                <a:gd name="connsiteX251" fmla="*/ 1383470 w 3024845"/>
                <a:gd name="connsiteY251" fmla="*/ 350208 h 834218"/>
                <a:gd name="connsiteX252" fmla="*/ 1392337 w 3024845"/>
                <a:gd name="connsiteY252" fmla="*/ 350208 h 834218"/>
                <a:gd name="connsiteX253" fmla="*/ 1392337 w 3024845"/>
                <a:gd name="connsiteY253" fmla="*/ 371825 h 834218"/>
                <a:gd name="connsiteX254" fmla="*/ 1394364 w 3024845"/>
                <a:gd name="connsiteY254" fmla="*/ 339399 h 834218"/>
                <a:gd name="connsiteX255" fmla="*/ 1416657 w 3024845"/>
                <a:gd name="connsiteY255" fmla="*/ 339399 h 834218"/>
                <a:gd name="connsiteX256" fmla="*/ 1416657 w 3024845"/>
                <a:gd name="connsiteY256" fmla="*/ 337777 h 834218"/>
                <a:gd name="connsiteX257" fmla="*/ 1416657 w 3024845"/>
                <a:gd name="connsiteY257" fmla="*/ 326428 h 834218"/>
                <a:gd name="connsiteX258" fmla="*/ 1417417 w 3024845"/>
                <a:gd name="connsiteY258" fmla="*/ 326428 h 834218"/>
                <a:gd name="connsiteX259" fmla="*/ 1422737 w 3024845"/>
                <a:gd name="connsiteY259" fmla="*/ 326428 h 834218"/>
                <a:gd name="connsiteX260" fmla="*/ 1422737 w 3024845"/>
                <a:gd name="connsiteY260" fmla="*/ 324537 h 834218"/>
                <a:gd name="connsiteX261" fmla="*/ 1422737 w 3024845"/>
                <a:gd name="connsiteY261" fmla="*/ 311296 h 834218"/>
                <a:gd name="connsiteX262" fmla="*/ 1426791 w 3024845"/>
                <a:gd name="connsiteY262" fmla="*/ 317781 h 834218"/>
                <a:gd name="connsiteX263" fmla="*/ 1429071 w 3024845"/>
                <a:gd name="connsiteY263" fmla="*/ 317781 h 834218"/>
                <a:gd name="connsiteX264" fmla="*/ 1445031 w 3024845"/>
                <a:gd name="connsiteY264" fmla="*/ 317781 h 834218"/>
                <a:gd name="connsiteX265" fmla="*/ 1445031 w 3024845"/>
                <a:gd name="connsiteY265" fmla="*/ 316970 h 834218"/>
                <a:gd name="connsiteX266" fmla="*/ 1445031 w 3024845"/>
                <a:gd name="connsiteY266" fmla="*/ 311296 h 834218"/>
                <a:gd name="connsiteX267" fmla="*/ 1445791 w 3024845"/>
                <a:gd name="connsiteY267" fmla="*/ 311296 h 834218"/>
                <a:gd name="connsiteX268" fmla="*/ 1451111 w 3024845"/>
                <a:gd name="connsiteY268" fmla="*/ 311296 h 834218"/>
                <a:gd name="connsiteX269" fmla="*/ 1451111 w 3024845"/>
                <a:gd name="connsiteY269" fmla="*/ 312647 h 834218"/>
                <a:gd name="connsiteX270" fmla="*/ 1451111 w 3024845"/>
                <a:gd name="connsiteY270" fmla="*/ 322105 h 834218"/>
                <a:gd name="connsiteX271" fmla="*/ 1489618 w 3024845"/>
                <a:gd name="connsiteY271" fmla="*/ 322105 h 834218"/>
                <a:gd name="connsiteX272" fmla="*/ 1489618 w 3024845"/>
                <a:gd name="connsiteY272" fmla="*/ 460458 h 834218"/>
                <a:gd name="connsiteX273" fmla="*/ 1491138 w 3024845"/>
                <a:gd name="connsiteY273" fmla="*/ 460458 h 834218"/>
                <a:gd name="connsiteX274" fmla="*/ 1501778 w 3024845"/>
                <a:gd name="connsiteY274" fmla="*/ 460458 h 834218"/>
                <a:gd name="connsiteX275" fmla="*/ 1501778 w 3024845"/>
                <a:gd name="connsiteY275" fmla="*/ 447488 h 834218"/>
                <a:gd name="connsiteX276" fmla="*/ 1505832 w 3024845"/>
                <a:gd name="connsiteY276" fmla="*/ 447488 h 834218"/>
                <a:gd name="connsiteX277" fmla="*/ 1505832 w 3024845"/>
                <a:gd name="connsiteY277" fmla="*/ 460458 h 834218"/>
                <a:gd name="connsiteX278" fmla="*/ 1536232 w 3024845"/>
                <a:gd name="connsiteY278" fmla="*/ 460458 h 834218"/>
                <a:gd name="connsiteX279" fmla="*/ 1536232 w 3024845"/>
                <a:gd name="connsiteY279" fmla="*/ 430193 h 834218"/>
                <a:gd name="connsiteX280" fmla="*/ 1548392 w 3024845"/>
                <a:gd name="connsiteY280" fmla="*/ 430193 h 834218"/>
                <a:gd name="connsiteX281" fmla="*/ 1560552 w 3024845"/>
                <a:gd name="connsiteY281" fmla="*/ 428032 h 834218"/>
                <a:gd name="connsiteX282" fmla="*/ 1564606 w 3024845"/>
                <a:gd name="connsiteY282" fmla="*/ 430193 h 834218"/>
                <a:gd name="connsiteX283" fmla="*/ 1574739 w 3024845"/>
                <a:gd name="connsiteY283" fmla="*/ 430193 h 834218"/>
                <a:gd name="connsiteX284" fmla="*/ 1574739 w 3024845"/>
                <a:gd name="connsiteY284" fmla="*/ 460458 h 834218"/>
                <a:gd name="connsiteX285" fmla="*/ 1582846 w 3024845"/>
                <a:gd name="connsiteY285" fmla="*/ 460458 h 834218"/>
                <a:gd name="connsiteX286" fmla="*/ 1582846 w 3024845"/>
                <a:gd name="connsiteY286" fmla="*/ 477753 h 834218"/>
                <a:gd name="connsiteX287" fmla="*/ 1592182 w 3024845"/>
                <a:gd name="connsiteY287" fmla="*/ 478658 h 834218"/>
                <a:gd name="connsiteX288" fmla="*/ 1605140 w 3024845"/>
                <a:gd name="connsiteY288" fmla="*/ 478658 h 834218"/>
                <a:gd name="connsiteX289" fmla="*/ 1605140 w 3024845"/>
                <a:gd name="connsiteY289" fmla="*/ 462620 h 834218"/>
                <a:gd name="connsiteX290" fmla="*/ 1673096 w 3024845"/>
                <a:gd name="connsiteY290" fmla="*/ 462620 h 834218"/>
                <a:gd name="connsiteX291" fmla="*/ 1673096 w 3024845"/>
                <a:gd name="connsiteY291" fmla="*/ 377367 h 834218"/>
                <a:gd name="connsiteX292" fmla="*/ 1745104 w 3024845"/>
                <a:gd name="connsiteY292" fmla="*/ 377367 h 834218"/>
                <a:gd name="connsiteX293" fmla="*/ 1745104 w 3024845"/>
                <a:gd name="connsiteY293" fmla="*/ 456135 h 834218"/>
                <a:gd name="connsiteX294" fmla="*/ 1747008 w 3024845"/>
                <a:gd name="connsiteY294" fmla="*/ 456135 h 834218"/>
                <a:gd name="connsiteX295" fmla="*/ 1748250 w 3024845"/>
                <a:gd name="connsiteY295" fmla="*/ 478658 h 834218"/>
                <a:gd name="connsiteX296" fmla="*/ 1757926 w 3024845"/>
                <a:gd name="connsiteY296" fmla="*/ 478658 h 834218"/>
                <a:gd name="connsiteX297" fmla="*/ 1759168 w 3024845"/>
                <a:gd name="connsiteY297" fmla="*/ 456135 h 834218"/>
                <a:gd name="connsiteX298" fmla="*/ 1765248 w 3024845"/>
                <a:gd name="connsiteY298" fmla="*/ 456135 h 834218"/>
                <a:gd name="connsiteX299" fmla="*/ 1766490 w 3024845"/>
                <a:gd name="connsiteY299" fmla="*/ 478658 h 834218"/>
                <a:gd name="connsiteX300" fmla="*/ 1817112 w 3024845"/>
                <a:gd name="connsiteY300" fmla="*/ 478658 h 834218"/>
                <a:gd name="connsiteX301" fmla="*/ 1817112 w 3024845"/>
                <a:gd name="connsiteY301" fmla="*/ 315630 h 834218"/>
                <a:gd name="connsiteX302" fmla="*/ 2014439 w 3024845"/>
                <a:gd name="connsiteY302" fmla="*/ 315630 h 834218"/>
                <a:gd name="connsiteX303" fmla="*/ 2014439 w 3024845"/>
                <a:gd name="connsiteY303" fmla="*/ 478658 h 834218"/>
                <a:gd name="connsiteX304" fmla="*/ 2033136 w 3024845"/>
                <a:gd name="connsiteY304" fmla="*/ 478658 h 834218"/>
                <a:gd name="connsiteX305" fmla="*/ 2033136 w 3024845"/>
                <a:gd name="connsiteY305" fmla="*/ 395965 h 834218"/>
                <a:gd name="connsiteX306" fmla="*/ 2128256 w 3024845"/>
                <a:gd name="connsiteY306" fmla="*/ 395965 h 834218"/>
                <a:gd name="connsiteX307" fmla="*/ 2180720 w 3024845"/>
                <a:gd name="connsiteY307" fmla="*/ 330752 h 834218"/>
                <a:gd name="connsiteX308" fmla="*/ 2245574 w 3024845"/>
                <a:gd name="connsiteY308" fmla="*/ 330752 h 834218"/>
                <a:gd name="connsiteX309" fmla="*/ 2245574 w 3024845"/>
                <a:gd name="connsiteY309" fmla="*/ 406414 h 834218"/>
                <a:gd name="connsiteX310" fmla="*/ 2253681 w 3024845"/>
                <a:gd name="connsiteY310" fmla="*/ 406414 h 834218"/>
                <a:gd name="connsiteX311" fmla="*/ 2255708 w 3024845"/>
                <a:gd name="connsiteY311" fmla="*/ 399929 h 834218"/>
                <a:gd name="connsiteX312" fmla="*/ 2261788 w 3024845"/>
                <a:gd name="connsiteY312" fmla="*/ 399929 h 834218"/>
                <a:gd name="connsiteX313" fmla="*/ 2263815 w 3024845"/>
                <a:gd name="connsiteY313" fmla="*/ 408576 h 834218"/>
                <a:gd name="connsiteX314" fmla="*/ 2275975 w 3024845"/>
                <a:gd name="connsiteY314" fmla="*/ 408576 h 834218"/>
                <a:gd name="connsiteX315" fmla="*/ 2275975 w 3024845"/>
                <a:gd name="connsiteY315" fmla="*/ 402090 h 834218"/>
                <a:gd name="connsiteX316" fmla="*/ 2298268 w 3024845"/>
                <a:gd name="connsiteY316" fmla="*/ 402090 h 834218"/>
                <a:gd name="connsiteX317" fmla="*/ 2298268 w 3024845"/>
                <a:gd name="connsiteY317" fmla="*/ 408576 h 834218"/>
                <a:gd name="connsiteX318" fmla="*/ 2318535 w 3024845"/>
                <a:gd name="connsiteY318" fmla="*/ 408576 h 834218"/>
                <a:gd name="connsiteX319" fmla="*/ 2318535 w 3024845"/>
                <a:gd name="connsiteY319" fmla="*/ 453973 h 834218"/>
                <a:gd name="connsiteX320" fmla="*/ 2332722 w 3024845"/>
                <a:gd name="connsiteY320" fmla="*/ 453973 h 834218"/>
                <a:gd name="connsiteX321" fmla="*/ 2332722 w 3024845"/>
                <a:gd name="connsiteY321" fmla="*/ 441002 h 834218"/>
                <a:gd name="connsiteX322" fmla="*/ 2348936 w 3024845"/>
                <a:gd name="connsiteY322" fmla="*/ 441002 h 834218"/>
                <a:gd name="connsiteX323" fmla="*/ 2348936 w 3024845"/>
                <a:gd name="connsiteY323" fmla="*/ 261575 h 834218"/>
                <a:gd name="connsiteX324" fmla="*/ 2355016 w 3024845"/>
                <a:gd name="connsiteY324" fmla="*/ 255089 h 834218"/>
                <a:gd name="connsiteX325" fmla="*/ 2427977 w 3024845"/>
                <a:gd name="connsiteY325" fmla="*/ 255089 h 834218"/>
                <a:gd name="connsiteX326" fmla="*/ 2427977 w 3024845"/>
                <a:gd name="connsiteY326" fmla="*/ 263737 h 834218"/>
                <a:gd name="connsiteX327" fmla="*/ 2438110 w 3024845"/>
                <a:gd name="connsiteY327" fmla="*/ 263737 h 834218"/>
                <a:gd name="connsiteX328" fmla="*/ 2438110 w 3024845"/>
                <a:gd name="connsiteY328" fmla="*/ 378311 h 834218"/>
                <a:gd name="connsiteX329" fmla="*/ 2460404 w 3024845"/>
                <a:gd name="connsiteY329" fmla="*/ 378311 h 834218"/>
                <a:gd name="connsiteX330" fmla="*/ 2460404 w 3024845"/>
                <a:gd name="connsiteY330" fmla="*/ 311296 h 834218"/>
                <a:gd name="connsiteX331" fmla="*/ 2486751 w 3024845"/>
                <a:gd name="connsiteY331" fmla="*/ 311296 h 834218"/>
                <a:gd name="connsiteX332" fmla="*/ 2490804 w 3024845"/>
                <a:gd name="connsiteY332" fmla="*/ 306972 h 834218"/>
                <a:gd name="connsiteX333" fmla="*/ 2498911 w 3024845"/>
                <a:gd name="connsiteY333" fmla="*/ 306972 h 834218"/>
                <a:gd name="connsiteX334" fmla="*/ 2502964 w 3024845"/>
                <a:gd name="connsiteY334" fmla="*/ 311296 h 834218"/>
                <a:gd name="connsiteX335" fmla="*/ 2525258 w 3024845"/>
                <a:gd name="connsiteY335" fmla="*/ 311296 h 834218"/>
                <a:gd name="connsiteX336" fmla="*/ 2525258 w 3024845"/>
                <a:gd name="connsiteY336" fmla="*/ 194560 h 834218"/>
                <a:gd name="connsiteX337" fmla="*/ 2582005 w 3024845"/>
                <a:gd name="connsiteY337" fmla="*/ 183751 h 834218"/>
                <a:gd name="connsiteX338" fmla="*/ 2582005 w 3024845"/>
                <a:gd name="connsiteY338" fmla="*/ 184832 h 834218"/>
                <a:gd name="connsiteX339" fmla="*/ 2582005 w 3024845"/>
                <a:gd name="connsiteY339" fmla="*/ 192398 h 834218"/>
                <a:gd name="connsiteX340" fmla="*/ 2608352 w 3024845"/>
                <a:gd name="connsiteY340" fmla="*/ 192398 h 834218"/>
                <a:gd name="connsiteX341" fmla="*/ 2608352 w 3024845"/>
                <a:gd name="connsiteY341" fmla="*/ 447488 h 834218"/>
                <a:gd name="connsiteX342" fmla="*/ 2630646 w 3024845"/>
                <a:gd name="connsiteY342" fmla="*/ 447488 h 834218"/>
                <a:gd name="connsiteX343" fmla="*/ 2630646 w 3024845"/>
                <a:gd name="connsiteY343" fmla="*/ 443164 h 834218"/>
                <a:gd name="connsiteX344" fmla="*/ 2642806 w 3024845"/>
                <a:gd name="connsiteY344" fmla="*/ 443164 h 834218"/>
                <a:gd name="connsiteX345" fmla="*/ 2642806 w 3024845"/>
                <a:gd name="connsiteY345" fmla="*/ 447488 h 834218"/>
                <a:gd name="connsiteX346" fmla="*/ 2667126 w 3024845"/>
                <a:gd name="connsiteY346" fmla="*/ 447488 h 834218"/>
                <a:gd name="connsiteX347" fmla="*/ 2667126 w 3024845"/>
                <a:gd name="connsiteY347" fmla="*/ 434517 h 834218"/>
                <a:gd name="connsiteX348" fmla="*/ 2695500 w 3024845"/>
                <a:gd name="connsiteY348" fmla="*/ 434517 h 834218"/>
                <a:gd name="connsiteX349" fmla="*/ 2707660 w 3024845"/>
                <a:gd name="connsiteY349" fmla="*/ 430193 h 834218"/>
                <a:gd name="connsiteX350" fmla="*/ 2727927 w 3024845"/>
                <a:gd name="connsiteY350" fmla="*/ 434517 h 834218"/>
                <a:gd name="connsiteX351" fmla="*/ 2727927 w 3024845"/>
                <a:gd name="connsiteY351" fmla="*/ 417223 h 834218"/>
                <a:gd name="connsiteX352" fmla="*/ 2736034 w 3024845"/>
                <a:gd name="connsiteY352" fmla="*/ 417223 h 834218"/>
                <a:gd name="connsiteX353" fmla="*/ 2736034 w 3024845"/>
                <a:gd name="connsiteY353" fmla="*/ 404252 h 834218"/>
                <a:gd name="connsiteX354" fmla="*/ 2792781 w 3024845"/>
                <a:gd name="connsiteY354" fmla="*/ 404252 h 834218"/>
                <a:gd name="connsiteX355" fmla="*/ 2792781 w 3024845"/>
                <a:gd name="connsiteY355" fmla="*/ 373987 h 834218"/>
                <a:gd name="connsiteX356" fmla="*/ 2811021 w 3024845"/>
                <a:gd name="connsiteY356" fmla="*/ 373987 h 834218"/>
                <a:gd name="connsiteX357" fmla="*/ 2811021 w 3024845"/>
                <a:gd name="connsiteY357" fmla="*/ 367502 h 834218"/>
                <a:gd name="connsiteX358" fmla="*/ 2823181 w 3024845"/>
                <a:gd name="connsiteY358" fmla="*/ 367502 h 834218"/>
                <a:gd name="connsiteX359" fmla="*/ 2823181 w 3024845"/>
                <a:gd name="connsiteY359" fmla="*/ 373987 h 834218"/>
                <a:gd name="connsiteX360" fmla="*/ 2839395 w 3024845"/>
                <a:gd name="connsiteY360" fmla="*/ 373987 h 834218"/>
                <a:gd name="connsiteX361" fmla="*/ 2839395 w 3024845"/>
                <a:gd name="connsiteY361" fmla="*/ 423708 h 834218"/>
                <a:gd name="connsiteX362" fmla="*/ 2871822 w 3024845"/>
                <a:gd name="connsiteY362" fmla="*/ 423708 h 834218"/>
                <a:gd name="connsiteX363" fmla="*/ 2871822 w 3024845"/>
                <a:gd name="connsiteY363" fmla="*/ 397767 h 834218"/>
                <a:gd name="connsiteX364" fmla="*/ 2910329 w 3024845"/>
                <a:gd name="connsiteY364" fmla="*/ 397767 h 834218"/>
                <a:gd name="connsiteX365" fmla="*/ 2910329 w 3024845"/>
                <a:gd name="connsiteY365" fmla="*/ 367502 h 834218"/>
                <a:gd name="connsiteX366" fmla="*/ 2958970 w 3024845"/>
                <a:gd name="connsiteY366" fmla="*/ 367502 h 834218"/>
                <a:gd name="connsiteX367" fmla="*/ 2958970 w 3024845"/>
                <a:gd name="connsiteY367" fmla="*/ 478658 h 834218"/>
                <a:gd name="connsiteX368" fmla="*/ 2958970 w 3024845"/>
                <a:gd name="connsiteY368" fmla="*/ 492437 h 834218"/>
                <a:gd name="connsiteX369" fmla="*/ 3024845 w 3024845"/>
                <a:gd name="connsiteY369" fmla="*/ 492437 h 834218"/>
                <a:gd name="connsiteX370" fmla="*/ 3024845 w 3024845"/>
                <a:gd name="connsiteY370" fmla="*/ 834218 h 834218"/>
                <a:gd name="connsiteX371" fmla="*/ 2054 w 3024845"/>
                <a:gd name="connsiteY371" fmla="*/ 831885 h 834218"/>
                <a:gd name="connsiteX372" fmla="*/ 0 w 3024845"/>
                <a:gd name="connsiteY372" fmla="*/ 397767 h 834218"/>
                <a:gd name="connsiteX373" fmla="*/ 20267 w 3024845"/>
                <a:gd name="connsiteY373" fmla="*/ 397767 h 834218"/>
                <a:gd name="connsiteX374" fmla="*/ 20774 w 3024845"/>
                <a:gd name="connsiteY374" fmla="*/ 396686 h 834218"/>
                <a:gd name="connsiteX375" fmla="*/ 24320 w 3024845"/>
                <a:gd name="connsiteY375" fmla="*/ 389120 h 834218"/>
                <a:gd name="connsiteX376" fmla="*/ 26094 w 3024845"/>
                <a:gd name="connsiteY376" fmla="*/ 389390 h 834218"/>
                <a:gd name="connsiteX377" fmla="*/ 38507 w 3024845"/>
                <a:gd name="connsiteY377" fmla="*/ 391281 h 834218"/>
                <a:gd name="connsiteX378" fmla="*/ 39014 w 3024845"/>
                <a:gd name="connsiteY378" fmla="*/ 392633 h 834218"/>
                <a:gd name="connsiteX379" fmla="*/ 42560 w 3024845"/>
                <a:gd name="connsiteY379" fmla="*/ 402090 h 834218"/>
                <a:gd name="connsiteX380" fmla="*/ 68907 w 3024845"/>
                <a:gd name="connsiteY380" fmla="*/ 404252 h 834218"/>
                <a:gd name="connsiteX381" fmla="*/ 68907 w 3024845"/>
                <a:gd name="connsiteY381" fmla="*/ 281031 h 834218"/>
                <a:gd name="connsiteX382" fmla="*/ 70934 w 3024845"/>
                <a:gd name="connsiteY382" fmla="*/ 281031 h 834218"/>
                <a:gd name="connsiteX383" fmla="*/ 85121 w 3024845"/>
                <a:gd name="connsiteY383" fmla="*/ 281031 h 834218"/>
                <a:gd name="connsiteX384" fmla="*/ 85121 w 3024845"/>
                <a:gd name="connsiteY384" fmla="*/ 144839 h 834218"/>
                <a:gd name="connsiteX385" fmla="*/ 86894 w 3024845"/>
                <a:gd name="connsiteY385" fmla="*/ 144839 h 834218"/>
                <a:gd name="connsiteX386" fmla="*/ 99308 w 3024845"/>
                <a:gd name="connsiteY386" fmla="*/ 144839 h 834218"/>
                <a:gd name="connsiteX387" fmla="*/ 99308 w 3024845"/>
                <a:gd name="connsiteY387" fmla="*/ 30265 h 834218"/>
                <a:gd name="connsiteX388" fmla="*/ 103361 w 3024845"/>
                <a:gd name="connsiteY388" fmla="*/ 2161 h 834218"/>
                <a:gd name="connsiteX0" fmla="*/ 103361 w 3024845"/>
                <a:gd name="connsiteY0" fmla="*/ 2161 h 834218"/>
                <a:gd name="connsiteX1" fmla="*/ 200642 w 3024845"/>
                <a:gd name="connsiteY1" fmla="*/ 0 h 834218"/>
                <a:gd name="connsiteX2" fmla="*/ 202669 w 3024845"/>
                <a:gd name="connsiteY2" fmla="*/ 0 h 834218"/>
                <a:gd name="connsiteX3" fmla="*/ 220909 w 3024845"/>
                <a:gd name="connsiteY3" fmla="*/ 144839 h 834218"/>
                <a:gd name="connsiteX4" fmla="*/ 223189 w 3024845"/>
                <a:gd name="connsiteY4" fmla="*/ 144839 h 834218"/>
                <a:gd name="connsiteX5" fmla="*/ 239150 w 3024845"/>
                <a:gd name="connsiteY5" fmla="*/ 144839 h 834218"/>
                <a:gd name="connsiteX6" fmla="*/ 239150 w 3024845"/>
                <a:gd name="connsiteY6" fmla="*/ 285354 h 834218"/>
                <a:gd name="connsiteX7" fmla="*/ 240670 w 3024845"/>
                <a:gd name="connsiteY7" fmla="*/ 285084 h 834218"/>
                <a:gd name="connsiteX8" fmla="*/ 251310 w 3024845"/>
                <a:gd name="connsiteY8" fmla="*/ 283193 h 834218"/>
                <a:gd name="connsiteX9" fmla="*/ 249283 w 3024845"/>
                <a:gd name="connsiteY9" fmla="*/ 371825 h 834218"/>
                <a:gd name="connsiteX10" fmla="*/ 250803 w 3024845"/>
                <a:gd name="connsiteY10" fmla="*/ 372096 h 834218"/>
                <a:gd name="connsiteX11" fmla="*/ 261443 w 3024845"/>
                <a:gd name="connsiteY11" fmla="*/ 373987 h 834218"/>
                <a:gd name="connsiteX12" fmla="*/ 261696 w 3024845"/>
                <a:gd name="connsiteY12" fmla="*/ 374798 h 834218"/>
                <a:gd name="connsiteX13" fmla="*/ 263470 w 3024845"/>
                <a:gd name="connsiteY13" fmla="*/ 380473 h 834218"/>
                <a:gd name="connsiteX14" fmla="*/ 264230 w 3024845"/>
                <a:gd name="connsiteY14" fmla="*/ 378041 h 834218"/>
                <a:gd name="connsiteX15" fmla="*/ 269550 w 3024845"/>
                <a:gd name="connsiteY15" fmla="*/ 361017 h 834218"/>
                <a:gd name="connsiteX16" fmla="*/ 271323 w 3024845"/>
                <a:gd name="connsiteY16" fmla="*/ 361017 h 834218"/>
                <a:gd name="connsiteX17" fmla="*/ 283737 w 3024845"/>
                <a:gd name="connsiteY17" fmla="*/ 361017 h 834218"/>
                <a:gd name="connsiteX18" fmla="*/ 283737 w 3024845"/>
                <a:gd name="connsiteY18" fmla="*/ 393443 h 834218"/>
                <a:gd name="connsiteX19" fmla="*/ 284750 w 3024845"/>
                <a:gd name="connsiteY19" fmla="*/ 393984 h 834218"/>
                <a:gd name="connsiteX20" fmla="*/ 291844 w 3024845"/>
                <a:gd name="connsiteY20" fmla="*/ 397767 h 834218"/>
                <a:gd name="connsiteX21" fmla="*/ 291844 w 3024845"/>
                <a:gd name="connsiteY21" fmla="*/ 399118 h 834218"/>
                <a:gd name="connsiteX22" fmla="*/ 291844 w 3024845"/>
                <a:gd name="connsiteY22" fmla="*/ 408576 h 834218"/>
                <a:gd name="connsiteX23" fmla="*/ 336431 w 3024845"/>
                <a:gd name="connsiteY23" fmla="*/ 408576 h 834218"/>
                <a:gd name="connsiteX24" fmla="*/ 336431 w 3024845"/>
                <a:gd name="connsiteY24" fmla="*/ 409657 h 834218"/>
                <a:gd name="connsiteX25" fmla="*/ 336431 w 3024845"/>
                <a:gd name="connsiteY25" fmla="*/ 417223 h 834218"/>
                <a:gd name="connsiteX26" fmla="*/ 338457 w 3024845"/>
                <a:gd name="connsiteY26" fmla="*/ 417223 h 834218"/>
                <a:gd name="connsiteX27" fmla="*/ 352644 w 3024845"/>
                <a:gd name="connsiteY27" fmla="*/ 417223 h 834218"/>
                <a:gd name="connsiteX28" fmla="*/ 352644 w 3024845"/>
                <a:gd name="connsiteY28" fmla="*/ 386958 h 834218"/>
                <a:gd name="connsiteX29" fmla="*/ 397231 w 3024845"/>
                <a:gd name="connsiteY29" fmla="*/ 386958 h 834218"/>
                <a:gd name="connsiteX30" fmla="*/ 397231 w 3024845"/>
                <a:gd name="connsiteY30" fmla="*/ 385607 h 834218"/>
                <a:gd name="connsiteX31" fmla="*/ 397231 w 3024845"/>
                <a:gd name="connsiteY31" fmla="*/ 376149 h 834218"/>
                <a:gd name="connsiteX32" fmla="*/ 398245 w 3024845"/>
                <a:gd name="connsiteY32" fmla="*/ 376149 h 834218"/>
                <a:gd name="connsiteX33" fmla="*/ 405338 w 3024845"/>
                <a:gd name="connsiteY33" fmla="*/ 376149 h 834218"/>
                <a:gd name="connsiteX34" fmla="*/ 405338 w 3024845"/>
                <a:gd name="connsiteY34" fmla="*/ 374258 h 834218"/>
                <a:gd name="connsiteX35" fmla="*/ 405338 w 3024845"/>
                <a:gd name="connsiteY35" fmla="*/ 361017 h 834218"/>
                <a:gd name="connsiteX36" fmla="*/ 406098 w 3024845"/>
                <a:gd name="connsiteY36" fmla="*/ 361017 h 834218"/>
                <a:gd name="connsiteX37" fmla="*/ 411418 w 3024845"/>
                <a:gd name="connsiteY37" fmla="*/ 361017 h 834218"/>
                <a:gd name="connsiteX38" fmla="*/ 411418 w 3024845"/>
                <a:gd name="connsiteY38" fmla="*/ 359936 h 834218"/>
                <a:gd name="connsiteX39" fmla="*/ 411418 w 3024845"/>
                <a:gd name="connsiteY39" fmla="*/ 352369 h 834218"/>
                <a:gd name="connsiteX40" fmla="*/ 413445 w 3024845"/>
                <a:gd name="connsiteY40" fmla="*/ 352369 h 834218"/>
                <a:gd name="connsiteX41" fmla="*/ 427632 w 3024845"/>
                <a:gd name="connsiteY41" fmla="*/ 352369 h 834218"/>
                <a:gd name="connsiteX42" fmla="*/ 427632 w 3024845"/>
                <a:gd name="connsiteY42" fmla="*/ 353450 h 834218"/>
                <a:gd name="connsiteX43" fmla="*/ 427632 w 3024845"/>
                <a:gd name="connsiteY43" fmla="*/ 361017 h 834218"/>
                <a:gd name="connsiteX44" fmla="*/ 449925 w 3024845"/>
                <a:gd name="connsiteY44" fmla="*/ 361017 h 834218"/>
                <a:gd name="connsiteX45" fmla="*/ 449925 w 3024845"/>
                <a:gd name="connsiteY45" fmla="*/ 359125 h 834218"/>
                <a:gd name="connsiteX46" fmla="*/ 449925 w 3024845"/>
                <a:gd name="connsiteY46" fmla="*/ 345884 h 834218"/>
                <a:gd name="connsiteX47" fmla="*/ 451699 w 3024845"/>
                <a:gd name="connsiteY47" fmla="*/ 345884 h 834218"/>
                <a:gd name="connsiteX48" fmla="*/ 464112 w 3024845"/>
                <a:gd name="connsiteY48" fmla="*/ 345884 h 834218"/>
                <a:gd name="connsiteX49" fmla="*/ 464112 w 3024845"/>
                <a:gd name="connsiteY49" fmla="*/ 369664 h 834218"/>
                <a:gd name="connsiteX50" fmla="*/ 465126 w 3024845"/>
                <a:gd name="connsiteY50" fmla="*/ 369664 h 834218"/>
                <a:gd name="connsiteX51" fmla="*/ 472219 w 3024845"/>
                <a:gd name="connsiteY51" fmla="*/ 369664 h 834218"/>
                <a:gd name="connsiteX52" fmla="*/ 472219 w 3024845"/>
                <a:gd name="connsiteY52" fmla="*/ 368583 h 834218"/>
                <a:gd name="connsiteX53" fmla="*/ 472219 w 3024845"/>
                <a:gd name="connsiteY53" fmla="*/ 361017 h 834218"/>
                <a:gd name="connsiteX54" fmla="*/ 473992 w 3024845"/>
                <a:gd name="connsiteY54" fmla="*/ 361017 h 834218"/>
                <a:gd name="connsiteX55" fmla="*/ 486406 w 3024845"/>
                <a:gd name="connsiteY55" fmla="*/ 361017 h 834218"/>
                <a:gd name="connsiteX56" fmla="*/ 486406 w 3024845"/>
                <a:gd name="connsiteY56" fmla="*/ 386958 h 834218"/>
                <a:gd name="connsiteX57" fmla="*/ 488433 w 3024845"/>
                <a:gd name="connsiteY57" fmla="*/ 386958 h 834218"/>
                <a:gd name="connsiteX58" fmla="*/ 502619 w 3024845"/>
                <a:gd name="connsiteY58" fmla="*/ 386958 h 834218"/>
                <a:gd name="connsiteX59" fmla="*/ 502619 w 3024845"/>
                <a:gd name="connsiteY59" fmla="*/ 388579 h 834218"/>
                <a:gd name="connsiteX60" fmla="*/ 502619 w 3024845"/>
                <a:gd name="connsiteY60" fmla="*/ 399929 h 834218"/>
                <a:gd name="connsiteX61" fmla="*/ 503379 w 3024845"/>
                <a:gd name="connsiteY61" fmla="*/ 399929 h 834218"/>
                <a:gd name="connsiteX62" fmla="*/ 508700 w 3024845"/>
                <a:gd name="connsiteY62" fmla="*/ 399929 h 834218"/>
                <a:gd name="connsiteX63" fmla="*/ 508700 w 3024845"/>
                <a:gd name="connsiteY63" fmla="*/ 399118 h 834218"/>
                <a:gd name="connsiteX64" fmla="*/ 508700 w 3024845"/>
                <a:gd name="connsiteY64" fmla="*/ 393443 h 834218"/>
                <a:gd name="connsiteX65" fmla="*/ 539100 w 3024845"/>
                <a:gd name="connsiteY65" fmla="*/ 393443 h 834218"/>
                <a:gd name="connsiteX66" fmla="*/ 539100 w 3024845"/>
                <a:gd name="connsiteY66" fmla="*/ 417223 h 834218"/>
                <a:gd name="connsiteX67" fmla="*/ 540113 w 3024845"/>
                <a:gd name="connsiteY67" fmla="*/ 417223 h 834218"/>
                <a:gd name="connsiteX68" fmla="*/ 547207 w 3024845"/>
                <a:gd name="connsiteY68" fmla="*/ 417223 h 834218"/>
                <a:gd name="connsiteX69" fmla="*/ 547207 w 3024845"/>
                <a:gd name="connsiteY69" fmla="*/ 418304 h 834218"/>
                <a:gd name="connsiteX70" fmla="*/ 547207 w 3024845"/>
                <a:gd name="connsiteY70" fmla="*/ 425870 h 834218"/>
                <a:gd name="connsiteX71" fmla="*/ 547967 w 3024845"/>
                <a:gd name="connsiteY71" fmla="*/ 425870 h 834218"/>
                <a:gd name="connsiteX72" fmla="*/ 553287 w 3024845"/>
                <a:gd name="connsiteY72" fmla="*/ 425870 h 834218"/>
                <a:gd name="connsiteX73" fmla="*/ 553287 w 3024845"/>
                <a:gd name="connsiteY73" fmla="*/ 423708 h 834218"/>
                <a:gd name="connsiteX74" fmla="*/ 553287 w 3024845"/>
                <a:gd name="connsiteY74" fmla="*/ 408576 h 834218"/>
                <a:gd name="connsiteX75" fmla="*/ 554300 w 3024845"/>
                <a:gd name="connsiteY75" fmla="*/ 408576 h 834218"/>
                <a:gd name="connsiteX76" fmla="*/ 561394 w 3024845"/>
                <a:gd name="connsiteY76" fmla="*/ 408576 h 834218"/>
                <a:gd name="connsiteX77" fmla="*/ 561394 w 3024845"/>
                <a:gd name="connsiteY77" fmla="*/ 409657 h 834218"/>
                <a:gd name="connsiteX78" fmla="*/ 561394 w 3024845"/>
                <a:gd name="connsiteY78" fmla="*/ 417223 h 834218"/>
                <a:gd name="connsiteX79" fmla="*/ 566714 w 3024845"/>
                <a:gd name="connsiteY79" fmla="*/ 415230 h 834218"/>
                <a:gd name="connsiteX80" fmla="*/ 567474 w 3024845"/>
                <a:gd name="connsiteY80" fmla="*/ 414250 h 834218"/>
                <a:gd name="connsiteX81" fmla="*/ 567474 w 3024845"/>
                <a:gd name="connsiteY81" fmla="*/ 408576 h 834218"/>
                <a:gd name="connsiteX82" fmla="*/ 605981 w 3024845"/>
                <a:gd name="connsiteY82" fmla="*/ 408576 h 834218"/>
                <a:gd name="connsiteX83" fmla="*/ 605981 w 3024845"/>
                <a:gd name="connsiteY83" fmla="*/ 432355 h 834218"/>
                <a:gd name="connsiteX84" fmla="*/ 608007 w 3024845"/>
                <a:gd name="connsiteY84" fmla="*/ 432355 h 834218"/>
                <a:gd name="connsiteX85" fmla="*/ 622194 w 3024845"/>
                <a:gd name="connsiteY85" fmla="*/ 432355 h 834218"/>
                <a:gd name="connsiteX86" fmla="*/ 622194 w 3024845"/>
                <a:gd name="connsiteY86" fmla="*/ 433436 h 834218"/>
                <a:gd name="connsiteX87" fmla="*/ 622194 w 3024845"/>
                <a:gd name="connsiteY87" fmla="*/ 441002 h 834218"/>
                <a:gd name="connsiteX88" fmla="*/ 623968 w 3024845"/>
                <a:gd name="connsiteY88" fmla="*/ 441002 h 834218"/>
                <a:gd name="connsiteX89" fmla="*/ 636381 w 3024845"/>
                <a:gd name="connsiteY89" fmla="*/ 441002 h 834218"/>
                <a:gd name="connsiteX90" fmla="*/ 636381 w 3024845"/>
                <a:gd name="connsiteY90" fmla="*/ 417223 h 834218"/>
                <a:gd name="connsiteX91" fmla="*/ 637394 w 3024845"/>
                <a:gd name="connsiteY91" fmla="*/ 417223 h 834218"/>
                <a:gd name="connsiteX92" fmla="*/ 644488 w 3024845"/>
                <a:gd name="connsiteY92" fmla="*/ 417223 h 834218"/>
                <a:gd name="connsiteX93" fmla="*/ 644488 w 3024845"/>
                <a:gd name="connsiteY93" fmla="*/ 384796 h 834218"/>
                <a:gd name="connsiteX94" fmla="*/ 645501 w 3024845"/>
                <a:gd name="connsiteY94" fmla="*/ 384796 h 834218"/>
                <a:gd name="connsiteX95" fmla="*/ 652595 w 3024845"/>
                <a:gd name="connsiteY95" fmla="*/ 384796 h 834218"/>
                <a:gd name="connsiteX96" fmla="*/ 652595 w 3024845"/>
                <a:gd name="connsiteY96" fmla="*/ 382905 h 834218"/>
                <a:gd name="connsiteX97" fmla="*/ 652595 w 3024845"/>
                <a:gd name="connsiteY97" fmla="*/ 369664 h 834218"/>
                <a:gd name="connsiteX98" fmla="*/ 651328 w 3024845"/>
                <a:gd name="connsiteY98" fmla="*/ 368042 h 834218"/>
                <a:gd name="connsiteX99" fmla="*/ 656648 w 3024845"/>
                <a:gd name="connsiteY99" fmla="*/ 356693 h 834218"/>
                <a:gd name="connsiteX100" fmla="*/ 664755 w 3024845"/>
                <a:gd name="connsiteY100" fmla="*/ 384796 h 834218"/>
                <a:gd name="connsiteX101" fmla="*/ 665515 w 3024845"/>
                <a:gd name="connsiteY101" fmla="*/ 384796 h 834218"/>
                <a:gd name="connsiteX102" fmla="*/ 670835 w 3024845"/>
                <a:gd name="connsiteY102" fmla="*/ 384796 h 834218"/>
                <a:gd name="connsiteX103" fmla="*/ 670835 w 3024845"/>
                <a:gd name="connsiteY103" fmla="*/ 278869 h 834218"/>
                <a:gd name="connsiteX104" fmla="*/ 672355 w 3024845"/>
                <a:gd name="connsiteY104" fmla="*/ 278869 h 834218"/>
                <a:gd name="connsiteX105" fmla="*/ 682995 w 3024845"/>
                <a:gd name="connsiteY105" fmla="*/ 278869 h 834218"/>
                <a:gd name="connsiteX106" fmla="*/ 682995 w 3024845"/>
                <a:gd name="connsiteY106" fmla="*/ 231310 h 834218"/>
                <a:gd name="connsiteX107" fmla="*/ 709342 w 3024845"/>
                <a:gd name="connsiteY107" fmla="*/ 231310 h 834218"/>
                <a:gd name="connsiteX108" fmla="*/ 709342 w 3024845"/>
                <a:gd name="connsiteY108" fmla="*/ 209692 h 834218"/>
                <a:gd name="connsiteX109" fmla="*/ 743796 w 3024845"/>
                <a:gd name="connsiteY109" fmla="*/ 209692 h 834218"/>
                <a:gd name="connsiteX110" fmla="*/ 743796 w 3024845"/>
                <a:gd name="connsiteY110" fmla="*/ 212124 h 834218"/>
                <a:gd name="connsiteX111" fmla="*/ 743796 w 3024845"/>
                <a:gd name="connsiteY111" fmla="*/ 229148 h 834218"/>
                <a:gd name="connsiteX112" fmla="*/ 746076 w 3024845"/>
                <a:gd name="connsiteY112" fmla="*/ 229148 h 834218"/>
                <a:gd name="connsiteX113" fmla="*/ 762036 w 3024845"/>
                <a:gd name="connsiteY113" fmla="*/ 229148 h 834218"/>
                <a:gd name="connsiteX114" fmla="*/ 762036 w 3024845"/>
                <a:gd name="connsiteY114" fmla="*/ 276707 h 834218"/>
                <a:gd name="connsiteX115" fmla="*/ 763049 w 3024845"/>
                <a:gd name="connsiteY115" fmla="*/ 276707 h 834218"/>
                <a:gd name="connsiteX116" fmla="*/ 770143 w 3024845"/>
                <a:gd name="connsiteY116" fmla="*/ 276707 h 834218"/>
                <a:gd name="connsiteX117" fmla="*/ 784330 w 3024845"/>
                <a:gd name="connsiteY117" fmla="*/ 281031 h 834218"/>
                <a:gd name="connsiteX118" fmla="*/ 784330 w 3024845"/>
                <a:gd name="connsiteY118" fmla="*/ 319943 h 834218"/>
                <a:gd name="connsiteX119" fmla="*/ 785343 w 3024845"/>
                <a:gd name="connsiteY119" fmla="*/ 319943 h 834218"/>
                <a:gd name="connsiteX120" fmla="*/ 792436 w 3024845"/>
                <a:gd name="connsiteY120" fmla="*/ 319943 h 834218"/>
                <a:gd name="connsiteX121" fmla="*/ 792436 w 3024845"/>
                <a:gd name="connsiteY121" fmla="*/ 321564 h 834218"/>
                <a:gd name="connsiteX122" fmla="*/ 792436 w 3024845"/>
                <a:gd name="connsiteY122" fmla="*/ 332913 h 834218"/>
                <a:gd name="connsiteX123" fmla="*/ 794463 w 3024845"/>
                <a:gd name="connsiteY123" fmla="*/ 332913 h 834218"/>
                <a:gd name="connsiteX124" fmla="*/ 808650 w 3024845"/>
                <a:gd name="connsiteY124" fmla="*/ 332913 h 834218"/>
                <a:gd name="connsiteX125" fmla="*/ 814730 w 3024845"/>
                <a:gd name="connsiteY125" fmla="*/ 339399 h 834218"/>
                <a:gd name="connsiteX126" fmla="*/ 814730 w 3024845"/>
                <a:gd name="connsiteY126" fmla="*/ 361017 h 834218"/>
                <a:gd name="connsiteX127" fmla="*/ 817010 w 3024845"/>
                <a:gd name="connsiteY127" fmla="*/ 361017 h 834218"/>
                <a:gd name="connsiteX128" fmla="*/ 832970 w 3024845"/>
                <a:gd name="connsiteY128" fmla="*/ 361017 h 834218"/>
                <a:gd name="connsiteX129" fmla="*/ 832970 w 3024845"/>
                <a:gd name="connsiteY129" fmla="*/ 362097 h 834218"/>
                <a:gd name="connsiteX130" fmla="*/ 832970 w 3024845"/>
                <a:gd name="connsiteY130" fmla="*/ 369664 h 834218"/>
                <a:gd name="connsiteX131" fmla="*/ 834237 w 3024845"/>
                <a:gd name="connsiteY131" fmla="*/ 369664 h 834218"/>
                <a:gd name="connsiteX132" fmla="*/ 843104 w 3024845"/>
                <a:gd name="connsiteY132" fmla="*/ 369664 h 834218"/>
                <a:gd name="connsiteX133" fmla="*/ 843104 w 3024845"/>
                <a:gd name="connsiteY133" fmla="*/ 371825 h 834218"/>
                <a:gd name="connsiteX134" fmla="*/ 843104 w 3024845"/>
                <a:gd name="connsiteY134" fmla="*/ 386958 h 834218"/>
                <a:gd name="connsiteX135" fmla="*/ 847157 w 3024845"/>
                <a:gd name="connsiteY135" fmla="*/ 385066 h 834218"/>
                <a:gd name="connsiteX136" fmla="*/ 847157 w 3024845"/>
                <a:gd name="connsiteY136" fmla="*/ 371825 h 834218"/>
                <a:gd name="connsiteX137" fmla="*/ 848170 w 3024845"/>
                <a:gd name="connsiteY137" fmla="*/ 371825 h 834218"/>
                <a:gd name="connsiteX138" fmla="*/ 855264 w 3024845"/>
                <a:gd name="connsiteY138" fmla="*/ 371825 h 834218"/>
                <a:gd name="connsiteX139" fmla="*/ 855264 w 3024845"/>
                <a:gd name="connsiteY139" fmla="*/ 373447 h 834218"/>
                <a:gd name="connsiteX140" fmla="*/ 855264 w 3024845"/>
                <a:gd name="connsiteY140" fmla="*/ 384796 h 834218"/>
                <a:gd name="connsiteX141" fmla="*/ 856024 w 3024845"/>
                <a:gd name="connsiteY141" fmla="*/ 384796 h 834218"/>
                <a:gd name="connsiteX142" fmla="*/ 861344 w 3024845"/>
                <a:gd name="connsiteY142" fmla="*/ 384796 h 834218"/>
                <a:gd name="connsiteX143" fmla="*/ 909984 w 3024845"/>
                <a:gd name="connsiteY143" fmla="*/ 380473 h 834218"/>
                <a:gd name="connsiteX144" fmla="*/ 909984 w 3024845"/>
                <a:gd name="connsiteY144" fmla="*/ 381824 h 834218"/>
                <a:gd name="connsiteX145" fmla="*/ 909984 w 3024845"/>
                <a:gd name="connsiteY145" fmla="*/ 391281 h 834218"/>
                <a:gd name="connsiteX146" fmla="*/ 910744 w 3024845"/>
                <a:gd name="connsiteY146" fmla="*/ 391281 h 834218"/>
                <a:gd name="connsiteX147" fmla="*/ 916065 w 3024845"/>
                <a:gd name="connsiteY147" fmla="*/ 391281 h 834218"/>
                <a:gd name="connsiteX148" fmla="*/ 916065 w 3024845"/>
                <a:gd name="connsiteY148" fmla="*/ 393443 h 834218"/>
                <a:gd name="connsiteX149" fmla="*/ 916065 w 3024845"/>
                <a:gd name="connsiteY149" fmla="*/ 408576 h 834218"/>
                <a:gd name="connsiteX150" fmla="*/ 918091 w 3024845"/>
                <a:gd name="connsiteY150" fmla="*/ 407225 h 834218"/>
                <a:gd name="connsiteX151" fmla="*/ 932278 w 3024845"/>
                <a:gd name="connsiteY151" fmla="*/ 397767 h 834218"/>
                <a:gd name="connsiteX152" fmla="*/ 938358 w 3024845"/>
                <a:gd name="connsiteY152" fmla="*/ 356693 h 834218"/>
                <a:gd name="connsiteX153" fmla="*/ 939118 w 3024845"/>
                <a:gd name="connsiteY153" fmla="*/ 356423 h 834218"/>
                <a:gd name="connsiteX154" fmla="*/ 944438 w 3024845"/>
                <a:gd name="connsiteY154" fmla="*/ 354531 h 834218"/>
                <a:gd name="connsiteX155" fmla="*/ 946465 w 3024845"/>
                <a:gd name="connsiteY155" fmla="*/ 285354 h 834218"/>
                <a:gd name="connsiteX156" fmla="*/ 948492 w 3024845"/>
                <a:gd name="connsiteY156" fmla="*/ 354531 h 834218"/>
                <a:gd name="connsiteX157" fmla="*/ 949252 w 3024845"/>
                <a:gd name="connsiteY157" fmla="*/ 354801 h 834218"/>
                <a:gd name="connsiteX158" fmla="*/ 954572 w 3024845"/>
                <a:gd name="connsiteY158" fmla="*/ 356693 h 834218"/>
                <a:gd name="connsiteX159" fmla="*/ 954572 w 3024845"/>
                <a:gd name="connsiteY159" fmla="*/ 270222 h 834218"/>
                <a:gd name="connsiteX160" fmla="*/ 958625 w 3024845"/>
                <a:gd name="connsiteY160" fmla="*/ 237795 h 834218"/>
                <a:gd name="connsiteX161" fmla="*/ 997132 w 3024845"/>
                <a:gd name="connsiteY161" fmla="*/ 237795 h 834218"/>
                <a:gd name="connsiteX162" fmla="*/ 997132 w 3024845"/>
                <a:gd name="connsiteY162" fmla="*/ 270222 h 834218"/>
                <a:gd name="connsiteX163" fmla="*/ 997892 w 3024845"/>
                <a:gd name="connsiteY163" fmla="*/ 270222 h 834218"/>
                <a:gd name="connsiteX164" fmla="*/ 1003212 w 3024845"/>
                <a:gd name="connsiteY164" fmla="*/ 270222 h 834218"/>
                <a:gd name="connsiteX165" fmla="*/ 1003212 w 3024845"/>
                <a:gd name="connsiteY165" fmla="*/ 188074 h 834218"/>
                <a:gd name="connsiteX166" fmla="*/ 1004986 w 3024845"/>
                <a:gd name="connsiteY166" fmla="*/ 188074 h 834218"/>
                <a:gd name="connsiteX167" fmla="*/ 1017399 w 3024845"/>
                <a:gd name="connsiteY167" fmla="*/ 188074 h 834218"/>
                <a:gd name="connsiteX168" fmla="*/ 1017399 w 3024845"/>
                <a:gd name="connsiteY168" fmla="*/ 186183 h 834218"/>
                <a:gd name="connsiteX169" fmla="*/ 1017399 w 3024845"/>
                <a:gd name="connsiteY169" fmla="*/ 172942 h 834218"/>
                <a:gd name="connsiteX170" fmla="*/ 1039693 w 3024845"/>
                <a:gd name="connsiteY170" fmla="*/ 172942 h 834218"/>
                <a:gd name="connsiteX171" fmla="*/ 1039693 w 3024845"/>
                <a:gd name="connsiteY171" fmla="*/ 171861 h 834218"/>
                <a:gd name="connsiteX172" fmla="*/ 1039693 w 3024845"/>
                <a:gd name="connsiteY172" fmla="*/ 164295 h 834218"/>
                <a:gd name="connsiteX173" fmla="*/ 1041466 w 3024845"/>
                <a:gd name="connsiteY173" fmla="*/ 164295 h 834218"/>
                <a:gd name="connsiteX174" fmla="*/ 1053880 w 3024845"/>
                <a:gd name="connsiteY174" fmla="*/ 164295 h 834218"/>
                <a:gd name="connsiteX175" fmla="*/ 1053880 w 3024845"/>
                <a:gd name="connsiteY175" fmla="*/ 165376 h 834218"/>
                <a:gd name="connsiteX176" fmla="*/ 1053880 w 3024845"/>
                <a:gd name="connsiteY176" fmla="*/ 172942 h 834218"/>
                <a:gd name="connsiteX177" fmla="*/ 1054640 w 3024845"/>
                <a:gd name="connsiteY177" fmla="*/ 172942 h 834218"/>
                <a:gd name="connsiteX178" fmla="*/ 1059960 w 3024845"/>
                <a:gd name="connsiteY178" fmla="*/ 172942 h 834218"/>
                <a:gd name="connsiteX179" fmla="*/ 1070093 w 3024845"/>
                <a:gd name="connsiteY179" fmla="*/ 168618 h 834218"/>
                <a:gd name="connsiteX180" fmla="*/ 1074146 w 3024845"/>
                <a:gd name="connsiteY180" fmla="*/ 171861 h 834218"/>
                <a:gd name="connsiteX181" fmla="*/ 1074146 w 3024845"/>
                <a:gd name="connsiteY181" fmla="*/ 164295 h 834218"/>
                <a:gd name="connsiteX182" fmla="*/ 1076426 w 3024845"/>
                <a:gd name="connsiteY182" fmla="*/ 164295 h 834218"/>
                <a:gd name="connsiteX183" fmla="*/ 1092387 w 3024845"/>
                <a:gd name="connsiteY183" fmla="*/ 164295 h 834218"/>
                <a:gd name="connsiteX184" fmla="*/ 1092387 w 3024845"/>
                <a:gd name="connsiteY184" fmla="*/ 165376 h 834218"/>
                <a:gd name="connsiteX185" fmla="*/ 1092387 w 3024845"/>
                <a:gd name="connsiteY185" fmla="*/ 172942 h 834218"/>
                <a:gd name="connsiteX186" fmla="*/ 1122787 w 3024845"/>
                <a:gd name="connsiteY186" fmla="*/ 172942 h 834218"/>
                <a:gd name="connsiteX187" fmla="*/ 1122787 w 3024845"/>
                <a:gd name="connsiteY187" fmla="*/ 174563 h 834218"/>
                <a:gd name="connsiteX188" fmla="*/ 1122787 w 3024845"/>
                <a:gd name="connsiteY188" fmla="*/ 185913 h 834218"/>
                <a:gd name="connsiteX189" fmla="*/ 1149134 w 3024845"/>
                <a:gd name="connsiteY189" fmla="*/ 185913 h 834218"/>
                <a:gd name="connsiteX190" fmla="*/ 1149134 w 3024845"/>
                <a:gd name="connsiteY190" fmla="*/ 216177 h 834218"/>
                <a:gd name="connsiteX191" fmla="*/ 1149894 w 3024845"/>
                <a:gd name="connsiteY191" fmla="*/ 216177 h 834218"/>
                <a:gd name="connsiteX192" fmla="*/ 1155214 w 3024845"/>
                <a:gd name="connsiteY192" fmla="*/ 216177 h 834218"/>
                <a:gd name="connsiteX193" fmla="*/ 1155214 w 3024845"/>
                <a:gd name="connsiteY193" fmla="*/ 217258 h 834218"/>
                <a:gd name="connsiteX194" fmla="*/ 1155214 w 3024845"/>
                <a:gd name="connsiteY194" fmla="*/ 224825 h 834218"/>
                <a:gd name="connsiteX195" fmla="*/ 1159268 w 3024845"/>
                <a:gd name="connsiteY195" fmla="*/ 255089 h 834218"/>
                <a:gd name="connsiteX196" fmla="*/ 1160028 w 3024845"/>
                <a:gd name="connsiteY196" fmla="*/ 255089 h 834218"/>
                <a:gd name="connsiteX197" fmla="*/ 1165348 w 3024845"/>
                <a:gd name="connsiteY197" fmla="*/ 255089 h 834218"/>
                <a:gd name="connsiteX198" fmla="*/ 1165348 w 3024845"/>
                <a:gd name="connsiteY198" fmla="*/ 255900 h 834218"/>
                <a:gd name="connsiteX199" fmla="*/ 1165348 w 3024845"/>
                <a:gd name="connsiteY199" fmla="*/ 261575 h 834218"/>
                <a:gd name="connsiteX200" fmla="*/ 1166361 w 3024845"/>
                <a:gd name="connsiteY200" fmla="*/ 261575 h 834218"/>
                <a:gd name="connsiteX201" fmla="*/ 1173454 w 3024845"/>
                <a:gd name="connsiteY201" fmla="*/ 261575 h 834218"/>
                <a:gd name="connsiteX202" fmla="*/ 1173454 w 3024845"/>
                <a:gd name="connsiteY202" fmla="*/ 291840 h 834218"/>
                <a:gd name="connsiteX203" fmla="*/ 1175481 w 3024845"/>
                <a:gd name="connsiteY203" fmla="*/ 291840 h 834218"/>
                <a:gd name="connsiteX204" fmla="*/ 1189668 w 3024845"/>
                <a:gd name="connsiteY204" fmla="*/ 291840 h 834218"/>
                <a:gd name="connsiteX205" fmla="*/ 1189668 w 3024845"/>
                <a:gd name="connsiteY205" fmla="*/ 315619 h 834218"/>
                <a:gd name="connsiteX206" fmla="*/ 1191695 w 3024845"/>
                <a:gd name="connsiteY206" fmla="*/ 317240 h 834218"/>
                <a:gd name="connsiteX207" fmla="*/ 1191695 w 3024845"/>
                <a:gd name="connsiteY207" fmla="*/ 328590 h 834218"/>
                <a:gd name="connsiteX208" fmla="*/ 1192455 w 3024845"/>
                <a:gd name="connsiteY208" fmla="*/ 328590 h 834218"/>
                <a:gd name="connsiteX209" fmla="*/ 1197775 w 3024845"/>
                <a:gd name="connsiteY209" fmla="*/ 328590 h 834218"/>
                <a:gd name="connsiteX210" fmla="*/ 1197775 w 3024845"/>
                <a:gd name="connsiteY210" fmla="*/ 352369 h 834218"/>
                <a:gd name="connsiteX211" fmla="*/ 1199041 w 3024845"/>
                <a:gd name="connsiteY211" fmla="*/ 352369 h 834218"/>
                <a:gd name="connsiteX212" fmla="*/ 1207908 w 3024845"/>
                <a:gd name="connsiteY212" fmla="*/ 352369 h 834218"/>
                <a:gd name="connsiteX213" fmla="*/ 1209935 w 3024845"/>
                <a:gd name="connsiteY213" fmla="*/ 356423 h 834218"/>
                <a:gd name="connsiteX214" fmla="*/ 1209935 w 3024845"/>
                <a:gd name="connsiteY214" fmla="*/ 369664 h 834218"/>
                <a:gd name="connsiteX215" fmla="*/ 1211455 w 3024845"/>
                <a:gd name="connsiteY215" fmla="*/ 367772 h 834218"/>
                <a:gd name="connsiteX216" fmla="*/ 1222095 w 3024845"/>
                <a:gd name="connsiteY216" fmla="*/ 354531 h 834218"/>
                <a:gd name="connsiteX217" fmla="*/ 1250469 w 3024845"/>
                <a:gd name="connsiteY217" fmla="*/ 354531 h 834218"/>
                <a:gd name="connsiteX218" fmla="*/ 1250469 w 3024845"/>
                <a:gd name="connsiteY218" fmla="*/ 441002 h 834218"/>
                <a:gd name="connsiteX219" fmla="*/ 1251229 w 3024845"/>
                <a:gd name="connsiteY219" fmla="*/ 441002 h 834218"/>
                <a:gd name="connsiteX220" fmla="*/ 1256549 w 3024845"/>
                <a:gd name="connsiteY220" fmla="*/ 441002 h 834218"/>
                <a:gd name="connsiteX221" fmla="*/ 1257309 w 3024845"/>
                <a:gd name="connsiteY221" fmla="*/ 439651 h 834218"/>
                <a:gd name="connsiteX222" fmla="*/ 1262629 w 3024845"/>
                <a:gd name="connsiteY222" fmla="*/ 430193 h 834218"/>
                <a:gd name="connsiteX223" fmla="*/ 1262629 w 3024845"/>
                <a:gd name="connsiteY223" fmla="*/ 432085 h 834218"/>
                <a:gd name="connsiteX224" fmla="*/ 1262629 w 3024845"/>
                <a:gd name="connsiteY224" fmla="*/ 445326 h 834218"/>
                <a:gd name="connsiteX225" fmla="*/ 1266682 w 3024845"/>
                <a:gd name="connsiteY225" fmla="*/ 399929 h 834218"/>
                <a:gd name="connsiteX226" fmla="*/ 1267442 w 3024845"/>
                <a:gd name="connsiteY226" fmla="*/ 399929 h 834218"/>
                <a:gd name="connsiteX227" fmla="*/ 1272762 w 3024845"/>
                <a:gd name="connsiteY227" fmla="*/ 399929 h 834218"/>
                <a:gd name="connsiteX228" fmla="*/ 1272762 w 3024845"/>
                <a:gd name="connsiteY228" fmla="*/ 335075 h 834218"/>
                <a:gd name="connsiteX229" fmla="*/ 1273776 w 3024845"/>
                <a:gd name="connsiteY229" fmla="*/ 335075 h 834218"/>
                <a:gd name="connsiteX230" fmla="*/ 1280869 w 3024845"/>
                <a:gd name="connsiteY230" fmla="*/ 335075 h 834218"/>
                <a:gd name="connsiteX231" fmla="*/ 1293029 w 3024845"/>
                <a:gd name="connsiteY231" fmla="*/ 291840 h 834218"/>
                <a:gd name="connsiteX232" fmla="*/ 1294296 w 3024845"/>
                <a:gd name="connsiteY232" fmla="*/ 291840 h 834218"/>
                <a:gd name="connsiteX233" fmla="*/ 1303163 w 3024845"/>
                <a:gd name="connsiteY233" fmla="*/ 291840 h 834218"/>
                <a:gd name="connsiteX234" fmla="*/ 1313296 w 3024845"/>
                <a:gd name="connsiteY234" fmla="*/ 335075 h 834218"/>
                <a:gd name="connsiteX235" fmla="*/ 1314309 w 3024845"/>
                <a:gd name="connsiteY235" fmla="*/ 335075 h 834218"/>
                <a:gd name="connsiteX236" fmla="*/ 1321403 w 3024845"/>
                <a:gd name="connsiteY236" fmla="*/ 335075 h 834218"/>
                <a:gd name="connsiteX237" fmla="*/ 1321403 w 3024845"/>
                <a:gd name="connsiteY237" fmla="*/ 373987 h 834218"/>
                <a:gd name="connsiteX238" fmla="*/ 1323176 w 3024845"/>
                <a:gd name="connsiteY238" fmla="*/ 373987 h 834218"/>
                <a:gd name="connsiteX239" fmla="*/ 1335590 w 3024845"/>
                <a:gd name="connsiteY239" fmla="*/ 373987 h 834218"/>
                <a:gd name="connsiteX240" fmla="*/ 1335590 w 3024845"/>
                <a:gd name="connsiteY240" fmla="*/ 376149 h 834218"/>
                <a:gd name="connsiteX241" fmla="*/ 1335590 w 3024845"/>
                <a:gd name="connsiteY241" fmla="*/ 391281 h 834218"/>
                <a:gd name="connsiteX242" fmla="*/ 1339643 w 3024845"/>
                <a:gd name="connsiteY242" fmla="*/ 389120 h 834218"/>
                <a:gd name="connsiteX243" fmla="*/ 1339643 w 3024845"/>
                <a:gd name="connsiteY243" fmla="*/ 373987 h 834218"/>
                <a:gd name="connsiteX244" fmla="*/ 1341163 w 3024845"/>
                <a:gd name="connsiteY244" fmla="*/ 373987 h 834218"/>
                <a:gd name="connsiteX245" fmla="*/ 1351803 w 3024845"/>
                <a:gd name="connsiteY245" fmla="*/ 373987 h 834218"/>
                <a:gd name="connsiteX246" fmla="*/ 1351803 w 3024845"/>
                <a:gd name="connsiteY246" fmla="*/ 375608 h 834218"/>
                <a:gd name="connsiteX247" fmla="*/ 1351803 w 3024845"/>
                <a:gd name="connsiteY247" fmla="*/ 386958 h 834218"/>
                <a:gd name="connsiteX248" fmla="*/ 1382204 w 3024845"/>
                <a:gd name="connsiteY248" fmla="*/ 386958 h 834218"/>
                <a:gd name="connsiteX249" fmla="*/ 1382204 w 3024845"/>
                <a:gd name="connsiteY249" fmla="*/ 350208 h 834218"/>
                <a:gd name="connsiteX250" fmla="*/ 1383470 w 3024845"/>
                <a:gd name="connsiteY250" fmla="*/ 350208 h 834218"/>
                <a:gd name="connsiteX251" fmla="*/ 1392337 w 3024845"/>
                <a:gd name="connsiteY251" fmla="*/ 350208 h 834218"/>
                <a:gd name="connsiteX252" fmla="*/ 1392337 w 3024845"/>
                <a:gd name="connsiteY252" fmla="*/ 371825 h 834218"/>
                <a:gd name="connsiteX253" fmla="*/ 1394364 w 3024845"/>
                <a:gd name="connsiteY253" fmla="*/ 339399 h 834218"/>
                <a:gd name="connsiteX254" fmla="*/ 1416657 w 3024845"/>
                <a:gd name="connsiteY254" fmla="*/ 339399 h 834218"/>
                <a:gd name="connsiteX255" fmla="*/ 1416657 w 3024845"/>
                <a:gd name="connsiteY255" fmla="*/ 337777 h 834218"/>
                <a:gd name="connsiteX256" fmla="*/ 1416657 w 3024845"/>
                <a:gd name="connsiteY256" fmla="*/ 326428 h 834218"/>
                <a:gd name="connsiteX257" fmla="*/ 1417417 w 3024845"/>
                <a:gd name="connsiteY257" fmla="*/ 326428 h 834218"/>
                <a:gd name="connsiteX258" fmla="*/ 1422737 w 3024845"/>
                <a:gd name="connsiteY258" fmla="*/ 326428 h 834218"/>
                <a:gd name="connsiteX259" fmla="*/ 1422737 w 3024845"/>
                <a:gd name="connsiteY259" fmla="*/ 324537 h 834218"/>
                <a:gd name="connsiteX260" fmla="*/ 1422737 w 3024845"/>
                <a:gd name="connsiteY260" fmla="*/ 311296 h 834218"/>
                <a:gd name="connsiteX261" fmla="*/ 1426791 w 3024845"/>
                <a:gd name="connsiteY261" fmla="*/ 317781 h 834218"/>
                <a:gd name="connsiteX262" fmla="*/ 1429071 w 3024845"/>
                <a:gd name="connsiteY262" fmla="*/ 317781 h 834218"/>
                <a:gd name="connsiteX263" fmla="*/ 1445031 w 3024845"/>
                <a:gd name="connsiteY263" fmla="*/ 317781 h 834218"/>
                <a:gd name="connsiteX264" fmla="*/ 1445031 w 3024845"/>
                <a:gd name="connsiteY264" fmla="*/ 316970 h 834218"/>
                <a:gd name="connsiteX265" fmla="*/ 1445031 w 3024845"/>
                <a:gd name="connsiteY265" fmla="*/ 311296 h 834218"/>
                <a:gd name="connsiteX266" fmla="*/ 1445791 w 3024845"/>
                <a:gd name="connsiteY266" fmla="*/ 311296 h 834218"/>
                <a:gd name="connsiteX267" fmla="*/ 1451111 w 3024845"/>
                <a:gd name="connsiteY267" fmla="*/ 311296 h 834218"/>
                <a:gd name="connsiteX268" fmla="*/ 1451111 w 3024845"/>
                <a:gd name="connsiteY268" fmla="*/ 312647 h 834218"/>
                <a:gd name="connsiteX269" fmla="*/ 1451111 w 3024845"/>
                <a:gd name="connsiteY269" fmla="*/ 322105 h 834218"/>
                <a:gd name="connsiteX270" fmla="*/ 1489618 w 3024845"/>
                <a:gd name="connsiteY270" fmla="*/ 322105 h 834218"/>
                <a:gd name="connsiteX271" fmla="*/ 1489618 w 3024845"/>
                <a:gd name="connsiteY271" fmla="*/ 460458 h 834218"/>
                <a:gd name="connsiteX272" fmla="*/ 1491138 w 3024845"/>
                <a:gd name="connsiteY272" fmla="*/ 460458 h 834218"/>
                <a:gd name="connsiteX273" fmla="*/ 1501778 w 3024845"/>
                <a:gd name="connsiteY273" fmla="*/ 460458 h 834218"/>
                <a:gd name="connsiteX274" fmla="*/ 1501778 w 3024845"/>
                <a:gd name="connsiteY274" fmla="*/ 447488 h 834218"/>
                <a:gd name="connsiteX275" fmla="*/ 1505832 w 3024845"/>
                <a:gd name="connsiteY275" fmla="*/ 447488 h 834218"/>
                <a:gd name="connsiteX276" fmla="*/ 1505832 w 3024845"/>
                <a:gd name="connsiteY276" fmla="*/ 460458 h 834218"/>
                <a:gd name="connsiteX277" fmla="*/ 1536232 w 3024845"/>
                <a:gd name="connsiteY277" fmla="*/ 460458 h 834218"/>
                <a:gd name="connsiteX278" fmla="*/ 1536232 w 3024845"/>
                <a:gd name="connsiteY278" fmla="*/ 430193 h 834218"/>
                <a:gd name="connsiteX279" fmla="*/ 1548392 w 3024845"/>
                <a:gd name="connsiteY279" fmla="*/ 430193 h 834218"/>
                <a:gd name="connsiteX280" fmla="*/ 1560552 w 3024845"/>
                <a:gd name="connsiteY280" fmla="*/ 428032 h 834218"/>
                <a:gd name="connsiteX281" fmla="*/ 1564606 w 3024845"/>
                <a:gd name="connsiteY281" fmla="*/ 430193 h 834218"/>
                <a:gd name="connsiteX282" fmla="*/ 1574739 w 3024845"/>
                <a:gd name="connsiteY282" fmla="*/ 430193 h 834218"/>
                <a:gd name="connsiteX283" fmla="*/ 1574739 w 3024845"/>
                <a:gd name="connsiteY283" fmla="*/ 460458 h 834218"/>
                <a:gd name="connsiteX284" fmla="*/ 1582846 w 3024845"/>
                <a:gd name="connsiteY284" fmla="*/ 460458 h 834218"/>
                <a:gd name="connsiteX285" fmla="*/ 1582846 w 3024845"/>
                <a:gd name="connsiteY285" fmla="*/ 477753 h 834218"/>
                <a:gd name="connsiteX286" fmla="*/ 1592182 w 3024845"/>
                <a:gd name="connsiteY286" fmla="*/ 478658 h 834218"/>
                <a:gd name="connsiteX287" fmla="*/ 1605140 w 3024845"/>
                <a:gd name="connsiteY287" fmla="*/ 478658 h 834218"/>
                <a:gd name="connsiteX288" fmla="*/ 1605140 w 3024845"/>
                <a:gd name="connsiteY288" fmla="*/ 462620 h 834218"/>
                <a:gd name="connsiteX289" fmla="*/ 1673096 w 3024845"/>
                <a:gd name="connsiteY289" fmla="*/ 462620 h 834218"/>
                <a:gd name="connsiteX290" fmla="*/ 1673096 w 3024845"/>
                <a:gd name="connsiteY290" fmla="*/ 377367 h 834218"/>
                <a:gd name="connsiteX291" fmla="*/ 1745104 w 3024845"/>
                <a:gd name="connsiteY291" fmla="*/ 377367 h 834218"/>
                <a:gd name="connsiteX292" fmla="*/ 1745104 w 3024845"/>
                <a:gd name="connsiteY292" fmla="*/ 456135 h 834218"/>
                <a:gd name="connsiteX293" fmla="*/ 1747008 w 3024845"/>
                <a:gd name="connsiteY293" fmla="*/ 456135 h 834218"/>
                <a:gd name="connsiteX294" fmla="*/ 1748250 w 3024845"/>
                <a:gd name="connsiteY294" fmla="*/ 478658 h 834218"/>
                <a:gd name="connsiteX295" fmla="*/ 1757926 w 3024845"/>
                <a:gd name="connsiteY295" fmla="*/ 478658 h 834218"/>
                <a:gd name="connsiteX296" fmla="*/ 1759168 w 3024845"/>
                <a:gd name="connsiteY296" fmla="*/ 456135 h 834218"/>
                <a:gd name="connsiteX297" fmla="*/ 1765248 w 3024845"/>
                <a:gd name="connsiteY297" fmla="*/ 456135 h 834218"/>
                <a:gd name="connsiteX298" fmla="*/ 1766490 w 3024845"/>
                <a:gd name="connsiteY298" fmla="*/ 478658 h 834218"/>
                <a:gd name="connsiteX299" fmla="*/ 1817112 w 3024845"/>
                <a:gd name="connsiteY299" fmla="*/ 478658 h 834218"/>
                <a:gd name="connsiteX300" fmla="*/ 1817112 w 3024845"/>
                <a:gd name="connsiteY300" fmla="*/ 315630 h 834218"/>
                <a:gd name="connsiteX301" fmla="*/ 2014439 w 3024845"/>
                <a:gd name="connsiteY301" fmla="*/ 315630 h 834218"/>
                <a:gd name="connsiteX302" fmla="*/ 2014439 w 3024845"/>
                <a:gd name="connsiteY302" fmla="*/ 478658 h 834218"/>
                <a:gd name="connsiteX303" fmla="*/ 2033136 w 3024845"/>
                <a:gd name="connsiteY303" fmla="*/ 478658 h 834218"/>
                <a:gd name="connsiteX304" fmla="*/ 2033136 w 3024845"/>
                <a:gd name="connsiteY304" fmla="*/ 395965 h 834218"/>
                <a:gd name="connsiteX305" fmla="*/ 2128256 w 3024845"/>
                <a:gd name="connsiteY305" fmla="*/ 395965 h 834218"/>
                <a:gd name="connsiteX306" fmla="*/ 2180720 w 3024845"/>
                <a:gd name="connsiteY306" fmla="*/ 330752 h 834218"/>
                <a:gd name="connsiteX307" fmla="*/ 2245574 w 3024845"/>
                <a:gd name="connsiteY307" fmla="*/ 330752 h 834218"/>
                <a:gd name="connsiteX308" fmla="*/ 2245574 w 3024845"/>
                <a:gd name="connsiteY308" fmla="*/ 406414 h 834218"/>
                <a:gd name="connsiteX309" fmla="*/ 2253681 w 3024845"/>
                <a:gd name="connsiteY309" fmla="*/ 406414 h 834218"/>
                <a:gd name="connsiteX310" fmla="*/ 2255708 w 3024845"/>
                <a:gd name="connsiteY310" fmla="*/ 399929 h 834218"/>
                <a:gd name="connsiteX311" fmla="*/ 2261788 w 3024845"/>
                <a:gd name="connsiteY311" fmla="*/ 399929 h 834218"/>
                <a:gd name="connsiteX312" fmla="*/ 2263815 w 3024845"/>
                <a:gd name="connsiteY312" fmla="*/ 408576 h 834218"/>
                <a:gd name="connsiteX313" fmla="*/ 2275975 w 3024845"/>
                <a:gd name="connsiteY313" fmla="*/ 408576 h 834218"/>
                <a:gd name="connsiteX314" fmla="*/ 2275975 w 3024845"/>
                <a:gd name="connsiteY314" fmla="*/ 402090 h 834218"/>
                <a:gd name="connsiteX315" fmla="*/ 2298268 w 3024845"/>
                <a:gd name="connsiteY315" fmla="*/ 402090 h 834218"/>
                <a:gd name="connsiteX316" fmla="*/ 2298268 w 3024845"/>
                <a:gd name="connsiteY316" fmla="*/ 408576 h 834218"/>
                <a:gd name="connsiteX317" fmla="*/ 2318535 w 3024845"/>
                <a:gd name="connsiteY317" fmla="*/ 408576 h 834218"/>
                <a:gd name="connsiteX318" fmla="*/ 2318535 w 3024845"/>
                <a:gd name="connsiteY318" fmla="*/ 453973 h 834218"/>
                <a:gd name="connsiteX319" fmla="*/ 2332722 w 3024845"/>
                <a:gd name="connsiteY319" fmla="*/ 453973 h 834218"/>
                <a:gd name="connsiteX320" fmla="*/ 2332722 w 3024845"/>
                <a:gd name="connsiteY320" fmla="*/ 441002 h 834218"/>
                <a:gd name="connsiteX321" fmla="*/ 2348936 w 3024845"/>
                <a:gd name="connsiteY321" fmla="*/ 441002 h 834218"/>
                <a:gd name="connsiteX322" fmla="*/ 2348936 w 3024845"/>
                <a:gd name="connsiteY322" fmla="*/ 261575 h 834218"/>
                <a:gd name="connsiteX323" fmla="*/ 2355016 w 3024845"/>
                <a:gd name="connsiteY323" fmla="*/ 255089 h 834218"/>
                <a:gd name="connsiteX324" fmla="*/ 2427977 w 3024845"/>
                <a:gd name="connsiteY324" fmla="*/ 255089 h 834218"/>
                <a:gd name="connsiteX325" fmla="*/ 2427977 w 3024845"/>
                <a:gd name="connsiteY325" fmla="*/ 263737 h 834218"/>
                <a:gd name="connsiteX326" fmla="*/ 2438110 w 3024845"/>
                <a:gd name="connsiteY326" fmla="*/ 263737 h 834218"/>
                <a:gd name="connsiteX327" fmla="*/ 2438110 w 3024845"/>
                <a:gd name="connsiteY327" fmla="*/ 378311 h 834218"/>
                <a:gd name="connsiteX328" fmla="*/ 2460404 w 3024845"/>
                <a:gd name="connsiteY328" fmla="*/ 378311 h 834218"/>
                <a:gd name="connsiteX329" fmla="*/ 2460404 w 3024845"/>
                <a:gd name="connsiteY329" fmla="*/ 311296 h 834218"/>
                <a:gd name="connsiteX330" fmla="*/ 2486751 w 3024845"/>
                <a:gd name="connsiteY330" fmla="*/ 311296 h 834218"/>
                <a:gd name="connsiteX331" fmla="*/ 2490804 w 3024845"/>
                <a:gd name="connsiteY331" fmla="*/ 306972 h 834218"/>
                <a:gd name="connsiteX332" fmla="*/ 2498911 w 3024845"/>
                <a:gd name="connsiteY332" fmla="*/ 306972 h 834218"/>
                <a:gd name="connsiteX333" fmla="*/ 2502964 w 3024845"/>
                <a:gd name="connsiteY333" fmla="*/ 311296 h 834218"/>
                <a:gd name="connsiteX334" fmla="*/ 2525258 w 3024845"/>
                <a:gd name="connsiteY334" fmla="*/ 311296 h 834218"/>
                <a:gd name="connsiteX335" fmla="*/ 2525258 w 3024845"/>
                <a:gd name="connsiteY335" fmla="*/ 194560 h 834218"/>
                <a:gd name="connsiteX336" fmla="*/ 2582005 w 3024845"/>
                <a:gd name="connsiteY336" fmla="*/ 183751 h 834218"/>
                <a:gd name="connsiteX337" fmla="*/ 2582005 w 3024845"/>
                <a:gd name="connsiteY337" fmla="*/ 184832 h 834218"/>
                <a:gd name="connsiteX338" fmla="*/ 2582005 w 3024845"/>
                <a:gd name="connsiteY338" fmla="*/ 192398 h 834218"/>
                <a:gd name="connsiteX339" fmla="*/ 2608352 w 3024845"/>
                <a:gd name="connsiteY339" fmla="*/ 192398 h 834218"/>
                <a:gd name="connsiteX340" fmla="*/ 2608352 w 3024845"/>
                <a:gd name="connsiteY340" fmla="*/ 447488 h 834218"/>
                <a:gd name="connsiteX341" fmla="*/ 2630646 w 3024845"/>
                <a:gd name="connsiteY341" fmla="*/ 447488 h 834218"/>
                <a:gd name="connsiteX342" fmla="*/ 2630646 w 3024845"/>
                <a:gd name="connsiteY342" fmla="*/ 443164 h 834218"/>
                <a:gd name="connsiteX343" fmla="*/ 2642806 w 3024845"/>
                <a:gd name="connsiteY343" fmla="*/ 443164 h 834218"/>
                <a:gd name="connsiteX344" fmla="*/ 2642806 w 3024845"/>
                <a:gd name="connsiteY344" fmla="*/ 447488 h 834218"/>
                <a:gd name="connsiteX345" fmla="*/ 2667126 w 3024845"/>
                <a:gd name="connsiteY345" fmla="*/ 447488 h 834218"/>
                <a:gd name="connsiteX346" fmla="*/ 2667126 w 3024845"/>
                <a:gd name="connsiteY346" fmla="*/ 434517 h 834218"/>
                <a:gd name="connsiteX347" fmla="*/ 2695500 w 3024845"/>
                <a:gd name="connsiteY347" fmla="*/ 434517 h 834218"/>
                <a:gd name="connsiteX348" fmla="*/ 2707660 w 3024845"/>
                <a:gd name="connsiteY348" fmla="*/ 430193 h 834218"/>
                <a:gd name="connsiteX349" fmla="*/ 2727927 w 3024845"/>
                <a:gd name="connsiteY349" fmla="*/ 434517 h 834218"/>
                <a:gd name="connsiteX350" fmla="*/ 2727927 w 3024845"/>
                <a:gd name="connsiteY350" fmla="*/ 417223 h 834218"/>
                <a:gd name="connsiteX351" fmla="*/ 2736034 w 3024845"/>
                <a:gd name="connsiteY351" fmla="*/ 417223 h 834218"/>
                <a:gd name="connsiteX352" fmla="*/ 2736034 w 3024845"/>
                <a:gd name="connsiteY352" fmla="*/ 404252 h 834218"/>
                <a:gd name="connsiteX353" fmla="*/ 2792781 w 3024845"/>
                <a:gd name="connsiteY353" fmla="*/ 404252 h 834218"/>
                <a:gd name="connsiteX354" fmla="*/ 2792781 w 3024845"/>
                <a:gd name="connsiteY354" fmla="*/ 373987 h 834218"/>
                <a:gd name="connsiteX355" fmla="*/ 2811021 w 3024845"/>
                <a:gd name="connsiteY355" fmla="*/ 373987 h 834218"/>
                <a:gd name="connsiteX356" fmla="*/ 2811021 w 3024845"/>
                <a:gd name="connsiteY356" fmla="*/ 367502 h 834218"/>
                <a:gd name="connsiteX357" fmla="*/ 2823181 w 3024845"/>
                <a:gd name="connsiteY357" fmla="*/ 367502 h 834218"/>
                <a:gd name="connsiteX358" fmla="*/ 2823181 w 3024845"/>
                <a:gd name="connsiteY358" fmla="*/ 373987 h 834218"/>
                <a:gd name="connsiteX359" fmla="*/ 2839395 w 3024845"/>
                <a:gd name="connsiteY359" fmla="*/ 373987 h 834218"/>
                <a:gd name="connsiteX360" fmla="*/ 2839395 w 3024845"/>
                <a:gd name="connsiteY360" fmla="*/ 423708 h 834218"/>
                <a:gd name="connsiteX361" fmla="*/ 2871822 w 3024845"/>
                <a:gd name="connsiteY361" fmla="*/ 423708 h 834218"/>
                <a:gd name="connsiteX362" fmla="*/ 2871822 w 3024845"/>
                <a:gd name="connsiteY362" fmla="*/ 397767 h 834218"/>
                <a:gd name="connsiteX363" fmla="*/ 2910329 w 3024845"/>
                <a:gd name="connsiteY363" fmla="*/ 397767 h 834218"/>
                <a:gd name="connsiteX364" fmla="*/ 2910329 w 3024845"/>
                <a:gd name="connsiteY364" fmla="*/ 367502 h 834218"/>
                <a:gd name="connsiteX365" fmla="*/ 2958970 w 3024845"/>
                <a:gd name="connsiteY365" fmla="*/ 367502 h 834218"/>
                <a:gd name="connsiteX366" fmla="*/ 2958970 w 3024845"/>
                <a:gd name="connsiteY366" fmla="*/ 478658 h 834218"/>
                <a:gd name="connsiteX367" fmla="*/ 2958970 w 3024845"/>
                <a:gd name="connsiteY367" fmla="*/ 492437 h 834218"/>
                <a:gd name="connsiteX368" fmla="*/ 3024845 w 3024845"/>
                <a:gd name="connsiteY368" fmla="*/ 492437 h 834218"/>
                <a:gd name="connsiteX369" fmla="*/ 3024845 w 3024845"/>
                <a:gd name="connsiteY369" fmla="*/ 834218 h 834218"/>
                <a:gd name="connsiteX370" fmla="*/ 2054 w 3024845"/>
                <a:gd name="connsiteY370" fmla="*/ 831885 h 834218"/>
                <a:gd name="connsiteX371" fmla="*/ 0 w 3024845"/>
                <a:gd name="connsiteY371" fmla="*/ 397767 h 834218"/>
                <a:gd name="connsiteX372" fmla="*/ 20267 w 3024845"/>
                <a:gd name="connsiteY372" fmla="*/ 397767 h 834218"/>
                <a:gd name="connsiteX373" fmla="*/ 20774 w 3024845"/>
                <a:gd name="connsiteY373" fmla="*/ 396686 h 834218"/>
                <a:gd name="connsiteX374" fmla="*/ 24320 w 3024845"/>
                <a:gd name="connsiteY374" fmla="*/ 389120 h 834218"/>
                <a:gd name="connsiteX375" fmla="*/ 26094 w 3024845"/>
                <a:gd name="connsiteY375" fmla="*/ 389390 h 834218"/>
                <a:gd name="connsiteX376" fmla="*/ 38507 w 3024845"/>
                <a:gd name="connsiteY376" fmla="*/ 391281 h 834218"/>
                <a:gd name="connsiteX377" fmla="*/ 39014 w 3024845"/>
                <a:gd name="connsiteY377" fmla="*/ 392633 h 834218"/>
                <a:gd name="connsiteX378" fmla="*/ 42560 w 3024845"/>
                <a:gd name="connsiteY378" fmla="*/ 402090 h 834218"/>
                <a:gd name="connsiteX379" fmla="*/ 68907 w 3024845"/>
                <a:gd name="connsiteY379" fmla="*/ 404252 h 834218"/>
                <a:gd name="connsiteX380" fmla="*/ 68907 w 3024845"/>
                <a:gd name="connsiteY380" fmla="*/ 281031 h 834218"/>
                <a:gd name="connsiteX381" fmla="*/ 70934 w 3024845"/>
                <a:gd name="connsiteY381" fmla="*/ 281031 h 834218"/>
                <a:gd name="connsiteX382" fmla="*/ 85121 w 3024845"/>
                <a:gd name="connsiteY382" fmla="*/ 281031 h 834218"/>
                <a:gd name="connsiteX383" fmla="*/ 85121 w 3024845"/>
                <a:gd name="connsiteY383" fmla="*/ 144839 h 834218"/>
                <a:gd name="connsiteX384" fmla="*/ 86894 w 3024845"/>
                <a:gd name="connsiteY384" fmla="*/ 144839 h 834218"/>
                <a:gd name="connsiteX385" fmla="*/ 99308 w 3024845"/>
                <a:gd name="connsiteY385" fmla="*/ 144839 h 834218"/>
                <a:gd name="connsiteX386" fmla="*/ 99308 w 3024845"/>
                <a:gd name="connsiteY386" fmla="*/ 30265 h 834218"/>
                <a:gd name="connsiteX387" fmla="*/ 103361 w 3024845"/>
                <a:gd name="connsiteY387" fmla="*/ 2161 h 834218"/>
                <a:gd name="connsiteX0" fmla="*/ 103361 w 3024845"/>
                <a:gd name="connsiteY0" fmla="*/ 2161 h 834218"/>
                <a:gd name="connsiteX1" fmla="*/ 200642 w 3024845"/>
                <a:gd name="connsiteY1" fmla="*/ 0 h 834218"/>
                <a:gd name="connsiteX2" fmla="*/ 220909 w 3024845"/>
                <a:gd name="connsiteY2" fmla="*/ 144839 h 834218"/>
                <a:gd name="connsiteX3" fmla="*/ 223189 w 3024845"/>
                <a:gd name="connsiteY3" fmla="*/ 144839 h 834218"/>
                <a:gd name="connsiteX4" fmla="*/ 239150 w 3024845"/>
                <a:gd name="connsiteY4" fmla="*/ 144839 h 834218"/>
                <a:gd name="connsiteX5" fmla="*/ 239150 w 3024845"/>
                <a:gd name="connsiteY5" fmla="*/ 285354 h 834218"/>
                <a:gd name="connsiteX6" fmla="*/ 240670 w 3024845"/>
                <a:gd name="connsiteY6" fmla="*/ 285084 h 834218"/>
                <a:gd name="connsiteX7" fmla="*/ 251310 w 3024845"/>
                <a:gd name="connsiteY7" fmla="*/ 283193 h 834218"/>
                <a:gd name="connsiteX8" fmla="*/ 249283 w 3024845"/>
                <a:gd name="connsiteY8" fmla="*/ 371825 h 834218"/>
                <a:gd name="connsiteX9" fmla="*/ 250803 w 3024845"/>
                <a:gd name="connsiteY9" fmla="*/ 372096 h 834218"/>
                <a:gd name="connsiteX10" fmla="*/ 261443 w 3024845"/>
                <a:gd name="connsiteY10" fmla="*/ 373987 h 834218"/>
                <a:gd name="connsiteX11" fmla="*/ 261696 w 3024845"/>
                <a:gd name="connsiteY11" fmla="*/ 374798 h 834218"/>
                <a:gd name="connsiteX12" fmla="*/ 263470 w 3024845"/>
                <a:gd name="connsiteY12" fmla="*/ 380473 h 834218"/>
                <a:gd name="connsiteX13" fmla="*/ 264230 w 3024845"/>
                <a:gd name="connsiteY13" fmla="*/ 378041 h 834218"/>
                <a:gd name="connsiteX14" fmla="*/ 269550 w 3024845"/>
                <a:gd name="connsiteY14" fmla="*/ 361017 h 834218"/>
                <a:gd name="connsiteX15" fmla="*/ 271323 w 3024845"/>
                <a:gd name="connsiteY15" fmla="*/ 361017 h 834218"/>
                <a:gd name="connsiteX16" fmla="*/ 283737 w 3024845"/>
                <a:gd name="connsiteY16" fmla="*/ 361017 h 834218"/>
                <a:gd name="connsiteX17" fmla="*/ 283737 w 3024845"/>
                <a:gd name="connsiteY17" fmla="*/ 393443 h 834218"/>
                <a:gd name="connsiteX18" fmla="*/ 284750 w 3024845"/>
                <a:gd name="connsiteY18" fmla="*/ 393984 h 834218"/>
                <a:gd name="connsiteX19" fmla="*/ 291844 w 3024845"/>
                <a:gd name="connsiteY19" fmla="*/ 397767 h 834218"/>
                <a:gd name="connsiteX20" fmla="*/ 291844 w 3024845"/>
                <a:gd name="connsiteY20" fmla="*/ 399118 h 834218"/>
                <a:gd name="connsiteX21" fmla="*/ 291844 w 3024845"/>
                <a:gd name="connsiteY21" fmla="*/ 408576 h 834218"/>
                <a:gd name="connsiteX22" fmla="*/ 336431 w 3024845"/>
                <a:gd name="connsiteY22" fmla="*/ 408576 h 834218"/>
                <a:gd name="connsiteX23" fmla="*/ 336431 w 3024845"/>
                <a:gd name="connsiteY23" fmla="*/ 409657 h 834218"/>
                <a:gd name="connsiteX24" fmla="*/ 336431 w 3024845"/>
                <a:gd name="connsiteY24" fmla="*/ 417223 h 834218"/>
                <a:gd name="connsiteX25" fmla="*/ 338457 w 3024845"/>
                <a:gd name="connsiteY25" fmla="*/ 417223 h 834218"/>
                <a:gd name="connsiteX26" fmla="*/ 352644 w 3024845"/>
                <a:gd name="connsiteY26" fmla="*/ 417223 h 834218"/>
                <a:gd name="connsiteX27" fmla="*/ 352644 w 3024845"/>
                <a:gd name="connsiteY27" fmla="*/ 386958 h 834218"/>
                <a:gd name="connsiteX28" fmla="*/ 397231 w 3024845"/>
                <a:gd name="connsiteY28" fmla="*/ 386958 h 834218"/>
                <a:gd name="connsiteX29" fmla="*/ 397231 w 3024845"/>
                <a:gd name="connsiteY29" fmla="*/ 385607 h 834218"/>
                <a:gd name="connsiteX30" fmla="*/ 397231 w 3024845"/>
                <a:gd name="connsiteY30" fmla="*/ 376149 h 834218"/>
                <a:gd name="connsiteX31" fmla="*/ 398245 w 3024845"/>
                <a:gd name="connsiteY31" fmla="*/ 376149 h 834218"/>
                <a:gd name="connsiteX32" fmla="*/ 405338 w 3024845"/>
                <a:gd name="connsiteY32" fmla="*/ 376149 h 834218"/>
                <a:gd name="connsiteX33" fmla="*/ 405338 w 3024845"/>
                <a:gd name="connsiteY33" fmla="*/ 374258 h 834218"/>
                <a:gd name="connsiteX34" fmla="*/ 405338 w 3024845"/>
                <a:gd name="connsiteY34" fmla="*/ 361017 h 834218"/>
                <a:gd name="connsiteX35" fmla="*/ 406098 w 3024845"/>
                <a:gd name="connsiteY35" fmla="*/ 361017 h 834218"/>
                <a:gd name="connsiteX36" fmla="*/ 411418 w 3024845"/>
                <a:gd name="connsiteY36" fmla="*/ 361017 h 834218"/>
                <a:gd name="connsiteX37" fmla="*/ 411418 w 3024845"/>
                <a:gd name="connsiteY37" fmla="*/ 359936 h 834218"/>
                <a:gd name="connsiteX38" fmla="*/ 411418 w 3024845"/>
                <a:gd name="connsiteY38" fmla="*/ 352369 h 834218"/>
                <a:gd name="connsiteX39" fmla="*/ 413445 w 3024845"/>
                <a:gd name="connsiteY39" fmla="*/ 352369 h 834218"/>
                <a:gd name="connsiteX40" fmla="*/ 427632 w 3024845"/>
                <a:gd name="connsiteY40" fmla="*/ 352369 h 834218"/>
                <a:gd name="connsiteX41" fmla="*/ 427632 w 3024845"/>
                <a:gd name="connsiteY41" fmla="*/ 353450 h 834218"/>
                <a:gd name="connsiteX42" fmla="*/ 427632 w 3024845"/>
                <a:gd name="connsiteY42" fmla="*/ 361017 h 834218"/>
                <a:gd name="connsiteX43" fmla="*/ 449925 w 3024845"/>
                <a:gd name="connsiteY43" fmla="*/ 361017 h 834218"/>
                <a:gd name="connsiteX44" fmla="*/ 449925 w 3024845"/>
                <a:gd name="connsiteY44" fmla="*/ 359125 h 834218"/>
                <a:gd name="connsiteX45" fmla="*/ 449925 w 3024845"/>
                <a:gd name="connsiteY45" fmla="*/ 345884 h 834218"/>
                <a:gd name="connsiteX46" fmla="*/ 451699 w 3024845"/>
                <a:gd name="connsiteY46" fmla="*/ 345884 h 834218"/>
                <a:gd name="connsiteX47" fmla="*/ 464112 w 3024845"/>
                <a:gd name="connsiteY47" fmla="*/ 345884 h 834218"/>
                <a:gd name="connsiteX48" fmla="*/ 464112 w 3024845"/>
                <a:gd name="connsiteY48" fmla="*/ 369664 h 834218"/>
                <a:gd name="connsiteX49" fmla="*/ 465126 w 3024845"/>
                <a:gd name="connsiteY49" fmla="*/ 369664 h 834218"/>
                <a:gd name="connsiteX50" fmla="*/ 472219 w 3024845"/>
                <a:gd name="connsiteY50" fmla="*/ 369664 h 834218"/>
                <a:gd name="connsiteX51" fmla="*/ 472219 w 3024845"/>
                <a:gd name="connsiteY51" fmla="*/ 368583 h 834218"/>
                <a:gd name="connsiteX52" fmla="*/ 472219 w 3024845"/>
                <a:gd name="connsiteY52" fmla="*/ 361017 h 834218"/>
                <a:gd name="connsiteX53" fmla="*/ 473992 w 3024845"/>
                <a:gd name="connsiteY53" fmla="*/ 361017 h 834218"/>
                <a:gd name="connsiteX54" fmla="*/ 486406 w 3024845"/>
                <a:gd name="connsiteY54" fmla="*/ 361017 h 834218"/>
                <a:gd name="connsiteX55" fmla="*/ 486406 w 3024845"/>
                <a:gd name="connsiteY55" fmla="*/ 386958 h 834218"/>
                <a:gd name="connsiteX56" fmla="*/ 488433 w 3024845"/>
                <a:gd name="connsiteY56" fmla="*/ 386958 h 834218"/>
                <a:gd name="connsiteX57" fmla="*/ 502619 w 3024845"/>
                <a:gd name="connsiteY57" fmla="*/ 386958 h 834218"/>
                <a:gd name="connsiteX58" fmla="*/ 502619 w 3024845"/>
                <a:gd name="connsiteY58" fmla="*/ 388579 h 834218"/>
                <a:gd name="connsiteX59" fmla="*/ 502619 w 3024845"/>
                <a:gd name="connsiteY59" fmla="*/ 399929 h 834218"/>
                <a:gd name="connsiteX60" fmla="*/ 503379 w 3024845"/>
                <a:gd name="connsiteY60" fmla="*/ 399929 h 834218"/>
                <a:gd name="connsiteX61" fmla="*/ 508700 w 3024845"/>
                <a:gd name="connsiteY61" fmla="*/ 399929 h 834218"/>
                <a:gd name="connsiteX62" fmla="*/ 508700 w 3024845"/>
                <a:gd name="connsiteY62" fmla="*/ 399118 h 834218"/>
                <a:gd name="connsiteX63" fmla="*/ 508700 w 3024845"/>
                <a:gd name="connsiteY63" fmla="*/ 393443 h 834218"/>
                <a:gd name="connsiteX64" fmla="*/ 539100 w 3024845"/>
                <a:gd name="connsiteY64" fmla="*/ 393443 h 834218"/>
                <a:gd name="connsiteX65" fmla="*/ 539100 w 3024845"/>
                <a:gd name="connsiteY65" fmla="*/ 417223 h 834218"/>
                <a:gd name="connsiteX66" fmla="*/ 540113 w 3024845"/>
                <a:gd name="connsiteY66" fmla="*/ 417223 h 834218"/>
                <a:gd name="connsiteX67" fmla="*/ 547207 w 3024845"/>
                <a:gd name="connsiteY67" fmla="*/ 417223 h 834218"/>
                <a:gd name="connsiteX68" fmla="*/ 547207 w 3024845"/>
                <a:gd name="connsiteY68" fmla="*/ 418304 h 834218"/>
                <a:gd name="connsiteX69" fmla="*/ 547207 w 3024845"/>
                <a:gd name="connsiteY69" fmla="*/ 425870 h 834218"/>
                <a:gd name="connsiteX70" fmla="*/ 547967 w 3024845"/>
                <a:gd name="connsiteY70" fmla="*/ 425870 h 834218"/>
                <a:gd name="connsiteX71" fmla="*/ 553287 w 3024845"/>
                <a:gd name="connsiteY71" fmla="*/ 425870 h 834218"/>
                <a:gd name="connsiteX72" fmla="*/ 553287 w 3024845"/>
                <a:gd name="connsiteY72" fmla="*/ 423708 h 834218"/>
                <a:gd name="connsiteX73" fmla="*/ 553287 w 3024845"/>
                <a:gd name="connsiteY73" fmla="*/ 408576 h 834218"/>
                <a:gd name="connsiteX74" fmla="*/ 554300 w 3024845"/>
                <a:gd name="connsiteY74" fmla="*/ 408576 h 834218"/>
                <a:gd name="connsiteX75" fmla="*/ 561394 w 3024845"/>
                <a:gd name="connsiteY75" fmla="*/ 408576 h 834218"/>
                <a:gd name="connsiteX76" fmla="*/ 561394 w 3024845"/>
                <a:gd name="connsiteY76" fmla="*/ 409657 h 834218"/>
                <a:gd name="connsiteX77" fmla="*/ 561394 w 3024845"/>
                <a:gd name="connsiteY77" fmla="*/ 417223 h 834218"/>
                <a:gd name="connsiteX78" fmla="*/ 566714 w 3024845"/>
                <a:gd name="connsiteY78" fmla="*/ 415230 h 834218"/>
                <a:gd name="connsiteX79" fmla="*/ 567474 w 3024845"/>
                <a:gd name="connsiteY79" fmla="*/ 414250 h 834218"/>
                <a:gd name="connsiteX80" fmla="*/ 567474 w 3024845"/>
                <a:gd name="connsiteY80" fmla="*/ 408576 h 834218"/>
                <a:gd name="connsiteX81" fmla="*/ 605981 w 3024845"/>
                <a:gd name="connsiteY81" fmla="*/ 408576 h 834218"/>
                <a:gd name="connsiteX82" fmla="*/ 605981 w 3024845"/>
                <a:gd name="connsiteY82" fmla="*/ 432355 h 834218"/>
                <a:gd name="connsiteX83" fmla="*/ 608007 w 3024845"/>
                <a:gd name="connsiteY83" fmla="*/ 432355 h 834218"/>
                <a:gd name="connsiteX84" fmla="*/ 622194 w 3024845"/>
                <a:gd name="connsiteY84" fmla="*/ 432355 h 834218"/>
                <a:gd name="connsiteX85" fmla="*/ 622194 w 3024845"/>
                <a:gd name="connsiteY85" fmla="*/ 433436 h 834218"/>
                <a:gd name="connsiteX86" fmla="*/ 622194 w 3024845"/>
                <a:gd name="connsiteY86" fmla="*/ 441002 h 834218"/>
                <a:gd name="connsiteX87" fmla="*/ 623968 w 3024845"/>
                <a:gd name="connsiteY87" fmla="*/ 441002 h 834218"/>
                <a:gd name="connsiteX88" fmla="*/ 636381 w 3024845"/>
                <a:gd name="connsiteY88" fmla="*/ 441002 h 834218"/>
                <a:gd name="connsiteX89" fmla="*/ 636381 w 3024845"/>
                <a:gd name="connsiteY89" fmla="*/ 417223 h 834218"/>
                <a:gd name="connsiteX90" fmla="*/ 637394 w 3024845"/>
                <a:gd name="connsiteY90" fmla="*/ 417223 h 834218"/>
                <a:gd name="connsiteX91" fmla="*/ 644488 w 3024845"/>
                <a:gd name="connsiteY91" fmla="*/ 417223 h 834218"/>
                <a:gd name="connsiteX92" fmla="*/ 644488 w 3024845"/>
                <a:gd name="connsiteY92" fmla="*/ 384796 h 834218"/>
                <a:gd name="connsiteX93" fmla="*/ 645501 w 3024845"/>
                <a:gd name="connsiteY93" fmla="*/ 384796 h 834218"/>
                <a:gd name="connsiteX94" fmla="*/ 652595 w 3024845"/>
                <a:gd name="connsiteY94" fmla="*/ 384796 h 834218"/>
                <a:gd name="connsiteX95" fmla="*/ 652595 w 3024845"/>
                <a:gd name="connsiteY95" fmla="*/ 382905 h 834218"/>
                <a:gd name="connsiteX96" fmla="*/ 652595 w 3024845"/>
                <a:gd name="connsiteY96" fmla="*/ 369664 h 834218"/>
                <a:gd name="connsiteX97" fmla="*/ 651328 w 3024845"/>
                <a:gd name="connsiteY97" fmla="*/ 368042 h 834218"/>
                <a:gd name="connsiteX98" fmla="*/ 656648 w 3024845"/>
                <a:gd name="connsiteY98" fmla="*/ 356693 h 834218"/>
                <a:gd name="connsiteX99" fmla="*/ 664755 w 3024845"/>
                <a:gd name="connsiteY99" fmla="*/ 384796 h 834218"/>
                <a:gd name="connsiteX100" fmla="*/ 665515 w 3024845"/>
                <a:gd name="connsiteY100" fmla="*/ 384796 h 834218"/>
                <a:gd name="connsiteX101" fmla="*/ 670835 w 3024845"/>
                <a:gd name="connsiteY101" fmla="*/ 384796 h 834218"/>
                <a:gd name="connsiteX102" fmla="*/ 670835 w 3024845"/>
                <a:gd name="connsiteY102" fmla="*/ 278869 h 834218"/>
                <a:gd name="connsiteX103" fmla="*/ 672355 w 3024845"/>
                <a:gd name="connsiteY103" fmla="*/ 278869 h 834218"/>
                <a:gd name="connsiteX104" fmla="*/ 682995 w 3024845"/>
                <a:gd name="connsiteY104" fmla="*/ 278869 h 834218"/>
                <a:gd name="connsiteX105" fmla="*/ 682995 w 3024845"/>
                <a:gd name="connsiteY105" fmla="*/ 231310 h 834218"/>
                <a:gd name="connsiteX106" fmla="*/ 709342 w 3024845"/>
                <a:gd name="connsiteY106" fmla="*/ 231310 h 834218"/>
                <a:gd name="connsiteX107" fmla="*/ 709342 w 3024845"/>
                <a:gd name="connsiteY107" fmla="*/ 209692 h 834218"/>
                <a:gd name="connsiteX108" fmla="*/ 743796 w 3024845"/>
                <a:gd name="connsiteY108" fmla="*/ 209692 h 834218"/>
                <a:gd name="connsiteX109" fmla="*/ 743796 w 3024845"/>
                <a:gd name="connsiteY109" fmla="*/ 212124 h 834218"/>
                <a:gd name="connsiteX110" fmla="*/ 743796 w 3024845"/>
                <a:gd name="connsiteY110" fmla="*/ 229148 h 834218"/>
                <a:gd name="connsiteX111" fmla="*/ 746076 w 3024845"/>
                <a:gd name="connsiteY111" fmla="*/ 229148 h 834218"/>
                <a:gd name="connsiteX112" fmla="*/ 762036 w 3024845"/>
                <a:gd name="connsiteY112" fmla="*/ 229148 h 834218"/>
                <a:gd name="connsiteX113" fmla="*/ 762036 w 3024845"/>
                <a:gd name="connsiteY113" fmla="*/ 276707 h 834218"/>
                <a:gd name="connsiteX114" fmla="*/ 763049 w 3024845"/>
                <a:gd name="connsiteY114" fmla="*/ 276707 h 834218"/>
                <a:gd name="connsiteX115" fmla="*/ 770143 w 3024845"/>
                <a:gd name="connsiteY115" fmla="*/ 276707 h 834218"/>
                <a:gd name="connsiteX116" fmla="*/ 784330 w 3024845"/>
                <a:gd name="connsiteY116" fmla="*/ 281031 h 834218"/>
                <a:gd name="connsiteX117" fmla="*/ 784330 w 3024845"/>
                <a:gd name="connsiteY117" fmla="*/ 319943 h 834218"/>
                <a:gd name="connsiteX118" fmla="*/ 785343 w 3024845"/>
                <a:gd name="connsiteY118" fmla="*/ 319943 h 834218"/>
                <a:gd name="connsiteX119" fmla="*/ 792436 w 3024845"/>
                <a:gd name="connsiteY119" fmla="*/ 319943 h 834218"/>
                <a:gd name="connsiteX120" fmla="*/ 792436 w 3024845"/>
                <a:gd name="connsiteY120" fmla="*/ 321564 h 834218"/>
                <a:gd name="connsiteX121" fmla="*/ 792436 w 3024845"/>
                <a:gd name="connsiteY121" fmla="*/ 332913 h 834218"/>
                <a:gd name="connsiteX122" fmla="*/ 794463 w 3024845"/>
                <a:gd name="connsiteY122" fmla="*/ 332913 h 834218"/>
                <a:gd name="connsiteX123" fmla="*/ 808650 w 3024845"/>
                <a:gd name="connsiteY123" fmla="*/ 332913 h 834218"/>
                <a:gd name="connsiteX124" fmla="*/ 814730 w 3024845"/>
                <a:gd name="connsiteY124" fmla="*/ 339399 h 834218"/>
                <a:gd name="connsiteX125" fmla="*/ 814730 w 3024845"/>
                <a:gd name="connsiteY125" fmla="*/ 361017 h 834218"/>
                <a:gd name="connsiteX126" fmla="*/ 817010 w 3024845"/>
                <a:gd name="connsiteY126" fmla="*/ 361017 h 834218"/>
                <a:gd name="connsiteX127" fmla="*/ 832970 w 3024845"/>
                <a:gd name="connsiteY127" fmla="*/ 361017 h 834218"/>
                <a:gd name="connsiteX128" fmla="*/ 832970 w 3024845"/>
                <a:gd name="connsiteY128" fmla="*/ 362097 h 834218"/>
                <a:gd name="connsiteX129" fmla="*/ 832970 w 3024845"/>
                <a:gd name="connsiteY129" fmla="*/ 369664 h 834218"/>
                <a:gd name="connsiteX130" fmla="*/ 834237 w 3024845"/>
                <a:gd name="connsiteY130" fmla="*/ 369664 h 834218"/>
                <a:gd name="connsiteX131" fmla="*/ 843104 w 3024845"/>
                <a:gd name="connsiteY131" fmla="*/ 369664 h 834218"/>
                <a:gd name="connsiteX132" fmla="*/ 843104 w 3024845"/>
                <a:gd name="connsiteY132" fmla="*/ 371825 h 834218"/>
                <a:gd name="connsiteX133" fmla="*/ 843104 w 3024845"/>
                <a:gd name="connsiteY133" fmla="*/ 386958 h 834218"/>
                <a:gd name="connsiteX134" fmla="*/ 847157 w 3024845"/>
                <a:gd name="connsiteY134" fmla="*/ 385066 h 834218"/>
                <a:gd name="connsiteX135" fmla="*/ 847157 w 3024845"/>
                <a:gd name="connsiteY135" fmla="*/ 371825 h 834218"/>
                <a:gd name="connsiteX136" fmla="*/ 848170 w 3024845"/>
                <a:gd name="connsiteY136" fmla="*/ 371825 h 834218"/>
                <a:gd name="connsiteX137" fmla="*/ 855264 w 3024845"/>
                <a:gd name="connsiteY137" fmla="*/ 371825 h 834218"/>
                <a:gd name="connsiteX138" fmla="*/ 855264 w 3024845"/>
                <a:gd name="connsiteY138" fmla="*/ 373447 h 834218"/>
                <a:gd name="connsiteX139" fmla="*/ 855264 w 3024845"/>
                <a:gd name="connsiteY139" fmla="*/ 384796 h 834218"/>
                <a:gd name="connsiteX140" fmla="*/ 856024 w 3024845"/>
                <a:gd name="connsiteY140" fmla="*/ 384796 h 834218"/>
                <a:gd name="connsiteX141" fmla="*/ 861344 w 3024845"/>
                <a:gd name="connsiteY141" fmla="*/ 384796 h 834218"/>
                <a:gd name="connsiteX142" fmla="*/ 909984 w 3024845"/>
                <a:gd name="connsiteY142" fmla="*/ 380473 h 834218"/>
                <a:gd name="connsiteX143" fmla="*/ 909984 w 3024845"/>
                <a:gd name="connsiteY143" fmla="*/ 381824 h 834218"/>
                <a:gd name="connsiteX144" fmla="*/ 909984 w 3024845"/>
                <a:gd name="connsiteY144" fmla="*/ 391281 h 834218"/>
                <a:gd name="connsiteX145" fmla="*/ 910744 w 3024845"/>
                <a:gd name="connsiteY145" fmla="*/ 391281 h 834218"/>
                <a:gd name="connsiteX146" fmla="*/ 916065 w 3024845"/>
                <a:gd name="connsiteY146" fmla="*/ 391281 h 834218"/>
                <a:gd name="connsiteX147" fmla="*/ 916065 w 3024845"/>
                <a:gd name="connsiteY147" fmla="*/ 393443 h 834218"/>
                <a:gd name="connsiteX148" fmla="*/ 916065 w 3024845"/>
                <a:gd name="connsiteY148" fmla="*/ 408576 h 834218"/>
                <a:gd name="connsiteX149" fmla="*/ 918091 w 3024845"/>
                <a:gd name="connsiteY149" fmla="*/ 407225 h 834218"/>
                <a:gd name="connsiteX150" fmla="*/ 932278 w 3024845"/>
                <a:gd name="connsiteY150" fmla="*/ 397767 h 834218"/>
                <a:gd name="connsiteX151" fmla="*/ 938358 w 3024845"/>
                <a:gd name="connsiteY151" fmla="*/ 356693 h 834218"/>
                <a:gd name="connsiteX152" fmla="*/ 939118 w 3024845"/>
                <a:gd name="connsiteY152" fmla="*/ 356423 h 834218"/>
                <a:gd name="connsiteX153" fmla="*/ 944438 w 3024845"/>
                <a:gd name="connsiteY153" fmla="*/ 354531 h 834218"/>
                <a:gd name="connsiteX154" fmla="*/ 946465 w 3024845"/>
                <a:gd name="connsiteY154" fmla="*/ 285354 h 834218"/>
                <a:gd name="connsiteX155" fmla="*/ 948492 w 3024845"/>
                <a:gd name="connsiteY155" fmla="*/ 354531 h 834218"/>
                <a:gd name="connsiteX156" fmla="*/ 949252 w 3024845"/>
                <a:gd name="connsiteY156" fmla="*/ 354801 h 834218"/>
                <a:gd name="connsiteX157" fmla="*/ 954572 w 3024845"/>
                <a:gd name="connsiteY157" fmla="*/ 356693 h 834218"/>
                <a:gd name="connsiteX158" fmla="*/ 954572 w 3024845"/>
                <a:gd name="connsiteY158" fmla="*/ 270222 h 834218"/>
                <a:gd name="connsiteX159" fmla="*/ 958625 w 3024845"/>
                <a:gd name="connsiteY159" fmla="*/ 237795 h 834218"/>
                <a:gd name="connsiteX160" fmla="*/ 997132 w 3024845"/>
                <a:gd name="connsiteY160" fmla="*/ 237795 h 834218"/>
                <a:gd name="connsiteX161" fmla="*/ 997132 w 3024845"/>
                <a:gd name="connsiteY161" fmla="*/ 270222 h 834218"/>
                <a:gd name="connsiteX162" fmla="*/ 997892 w 3024845"/>
                <a:gd name="connsiteY162" fmla="*/ 270222 h 834218"/>
                <a:gd name="connsiteX163" fmla="*/ 1003212 w 3024845"/>
                <a:gd name="connsiteY163" fmla="*/ 270222 h 834218"/>
                <a:gd name="connsiteX164" fmla="*/ 1003212 w 3024845"/>
                <a:gd name="connsiteY164" fmla="*/ 188074 h 834218"/>
                <a:gd name="connsiteX165" fmla="*/ 1004986 w 3024845"/>
                <a:gd name="connsiteY165" fmla="*/ 188074 h 834218"/>
                <a:gd name="connsiteX166" fmla="*/ 1017399 w 3024845"/>
                <a:gd name="connsiteY166" fmla="*/ 188074 h 834218"/>
                <a:gd name="connsiteX167" fmla="*/ 1017399 w 3024845"/>
                <a:gd name="connsiteY167" fmla="*/ 186183 h 834218"/>
                <a:gd name="connsiteX168" fmla="*/ 1017399 w 3024845"/>
                <a:gd name="connsiteY168" fmla="*/ 172942 h 834218"/>
                <a:gd name="connsiteX169" fmla="*/ 1039693 w 3024845"/>
                <a:gd name="connsiteY169" fmla="*/ 172942 h 834218"/>
                <a:gd name="connsiteX170" fmla="*/ 1039693 w 3024845"/>
                <a:gd name="connsiteY170" fmla="*/ 171861 h 834218"/>
                <a:gd name="connsiteX171" fmla="*/ 1039693 w 3024845"/>
                <a:gd name="connsiteY171" fmla="*/ 164295 h 834218"/>
                <a:gd name="connsiteX172" fmla="*/ 1041466 w 3024845"/>
                <a:gd name="connsiteY172" fmla="*/ 164295 h 834218"/>
                <a:gd name="connsiteX173" fmla="*/ 1053880 w 3024845"/>
                <a:gd name="connsiteY173" fmla="*/ 164295 h 834218"/>
                <a:gd name="connsiteX174" fmla="*/ 1053880 w 3024845"/>
                <a:gd name="connsiteY174" fmla="*/ 165376 h 834218"/>
                <a:gd name="connsiteX175" fmla="*/ 1053880 w 3024845"/>
                <a:gd name="connsiteY175" fmla="*/ 172942 h 834218"/>
                <a:gd name="connsiteX176" fmla="*/ 1054640 w 3024845"/>
                <a:gd name="connsiteY176" fmla="*/ 172942 h 834218"/>
                <a:gd name="connsiteX177" fmla="*/ 1059960 w 3024845"/>
                <a:gd name="connsiteY177" fmla="*/ 172942 h 834218"/>
                <a:gd name="connsiteX178" fmla="*/ 1070093 w 3024845"/>
                <a:gd name="connsiteY178" fmla="*/ 168618 h 834218"/>
                <a:gd name="connsiteX179" fmla="*/ 1074146 w 3024845"/>
                <a:gd name="connsiteY179" fmla="*/ 171861 h 834218"/>
                <a:gd name="connsiteX180" fmla="*/ 1074146 w 3024845"/>
                <a:gd name="connsiteY180" fmla="*/ 164295 h 834218"/>
                <a:gd name="connsiteX181" fmla="*/ 1076426 w 3024845"/>
                <a:gd name="connsiteY181" fmla="*/ 164295 h 834218"/>
                <a:gd name="connsiteX182" fmla="*/ 1092387 w 3024845"/>
                <a:gd name="connsiteY182" fmla="*/ 164295 h 834218"/>
                <a:gd name="connsiteX183" fmla="*/ 1092387 w 3024845"/>
                <a:gd name="connsiteY183" fmla="*/ 165376 h 834218"/>
                <a:gd name="connsiteX184" fmla="*/ 1092387 w 3024845"/>
                <a:gd name="connsiteY184" fmla="*/ 172942 h 834218"/>
                <a:gd name="connsiteX185" fmla="*/ 1122787 w 3024845"/>
                <a:gd name="connsiteY185" fmla="*/ 172942 h 834218"/>
                <a:gd name="connsiteX186" fmla="*/ 1122787 w 3024845"/>
                <a:gd name="connsiteY186" fmla="*/ 174563 h 834218"/>
                <a:gd name="connsiteX187" fmla="*/ 1122787 w 3024845"/>
                <a:gd name="connsiteY187" fmla="*/ 185913 h 834218"/>
                <a:gd name="connsiteX188" fmla="*/ 1149134 w 3024845"/>
                <a:gd name="connsiteY188" fmla="*/ 185913 h 834218"/>
                <a:gd name="connsiteX189" fmla="*/ 1149134 w 3024845"/>
                <a:gd name="connsiteY189" fmla="*/ 216177 h 834218"/>
                <a:gd name="connsiteX190" fmla="*/ 1149894 w 3024845"/>
                <a:gd name="connsiteY190" fmla="*/ 216177 h 834218"/>
                <a:gd name="connsiteX191" fmla="*/ 1155214 w 3024845"/>
                <a:gd name="connsiteY191" fmla="*/ 216177 h 834218"/>
                <a:gd name="connsiteX192" fmla="*/ 1155214 w 3024845"/>
                <a:gd name="connsiteY192" fmla="*/ 217258 h 834218"/>
                <a:gd name="connsiteX193" fmla="*/ 1155214 w 3024845"/>
                <a:gd name="connsiteY193" fmla="*/ 224825 h 834218"/>
                <a:gd name="connsiteX194" fmla="*/ 1159268 w 3024845"/>
                <a:gd name="connsiteY194" fmla="*/ 255089 h 834218"/>
                <a:gd name="connsiteX195" fmla="*/ 1160028 w 3024845"/>
                <a:gd name="connsiteY195" fmla="*/ 255089 h 834218"/>
                <a:gd name="connsiteX196" fmla="*/ 1165348 w 3024845"/>
                <a:gd name="connsiteY196" fmla="*/ 255089 h 834218"/>
                <a:gd name="connsiteX197" fmla="*/ 1165348 w 3024845"/>
                <a:gd name="connsiteY197" fmla="*/ 255900 h 834218"/>
                <a:gd name="connsiteX198" fmla="*/ 1165348 w 3024845"/>
                <a:gd name="connsiteY198" fmla="*/ 261575 h 834218"/>
                <a:gd name="connsiteX199" fmla="*/ 1166361 w 3024845"/>
                <a:gd name="connsiteY199" fmla="*/ 261575 h 834218"/>
                <a:gd name="connsiteX200" fmla="*/ 1173454 w 3024845"/>
                <a:gd name="connsiteY200" fmla="*/ 261575 h 834218"/>
                <a:gd name="connsiteX201" fmla="*/ 1173454 w 3024845"/>
                <a:gd name="connsiteY201" fmla="*/ 291840 h 834218"/>
                <a:gd name="connsiteX202" fmla="*/ 1175481 w 3024845"/>
                <a:gd name="connsiteY202" fmla="*/ 291840 h 834218"/>
                <a:gd name="connsiteX203" fmla="*/ 1189668 w 3024845"/>
                <a:gd name="connsiteY203" fmla="*/ 291840 h 834218"/>
                <a:gd name="connsiteX204" fmla="*/ 1189668 w 3024845"/>
                <a:gd name="connsiteY204" fmla="*/ 315619 h 834218"/>
                <a:gd name="connsiteX205" fmla="*/ 1191695 w 3024845"/>
                <a:gd name="connsiteY205" fmla="*/ 317240 h 834218"/>
                <a:gd name="connsiteX206" fmla="*/ 1191695 w 3024845"/>
                <a:gd name="connsiteY206" fmla="*/ 328590 h 834218"/>
                <a:gd name="connsiteX207" fmla="*/ 1192455 w 3024845"/>
                <a:gd name="connsiteY207" fmla="*/ 328590 h 834218"/>
                <a:gd name="connsiteX208" fmla="*/ 1197775 w 3024845"/>
                <a:gd name="connsiteY208" fmla="*/ 328590 h 834218"/>
                <a:gd name="connsiteX209" fmla="*/ 1197775 w 3024845"/>
                <a:gd name="connsiteY209" fmla="*/ 352369 h 834218"/>
                <a:gd name="connsiteX210" fmla="*/ 1199041 w 3024845"/>
                <a:gd name="connsiteY210" fmla="*/ 352369 h 834218"/>
                <a:gd name="connsiteX211" fmla="*/ 1207908 w 3024845"/>
                <a:gd name="connsiteY211" fmla="*/ 352369 h 834218"/>
                <a:gd name="connsiteX212" fmla="*/ 1209935 w 3024845"/>
                <a:gd name="connsiteY212" fmla="*/ 356423 h 834218"/>
                <a:gd name="connsiteX213" fmla="*/ 1209935 w 3024845"/>
                <a:gd name="connsiteY213" fmla="*/ 369664 h 834218"/>
                <a:gd name="connsiteX214" fmla="*/ 1211455 w 3024845"/>
                <a:gd name="connsiteY214" fmla="*/ 367772 h 834218"/>
                <a:gd name="connsiteX215" fmla="*/ 1222095 w 3024845"/>
                <a:gd name="connsiteY215" fmla="*/ 354531 h 834218"/>
                <a:gd name="connsiteX216" fmla="*/ 1250469 w 3024845"/>
                <a:gd name="connsiteY216" fmla="*/ 354531 h 834218"/>
                <a:gd name="connsiteX217" fmla="*/ 1250469 w 3024845"/>
                <a:gd name="connsiteY217" fmla="*/ 441002 h 834218"/>
                <a:gd name="connsiteX218" fmla="*/ 1251229 w 3024845"/>
                <a:gd name="connsiteY218" fmla="*/ 441002 h 834218"/>
                <a:gd name="connsiteX219" fmla="*/ 1256549 w 3024845"/>
                <a:gd name="connsiteY219" fmla="*/ 441002 h 834218"/>
                <a:gd name="connsiteX220" fmla="*/ 1257309 w 3024845"/>
                <a:gd name="connsiteY220" fmla="*/ 439651 h 834218"/>
                <a:gd name="connsiteX221" fmla="*/ 1262629 w 3024845"/>
                <a:gd name="connsiteY221" fmla="*/ 430193 h 834218"/>
                <a:gd name="connsiteX222" fmla="*/ 1262629 w 3024845"/>
                <a:gd name="connsiteY222" fmla="*/ 432085 h 834218"/>
                <a:gd name="connsiteX223" fmla="*/ 1262629 w 3024845"/>
                <a:gd name="connsiteY223" fmla="*/ 445326 h 834218"/>
                <a:gd name="connsiteX224" fmla="*/ 1266682 w 3024845"/>
                <a:gd name="connsiteY224" fmla="*/ 399929 h 834218"/>
                <a:gd name="connsiteX225" fmla="*/ 1267442 w 3024845"/>
                <a:gd name="connsiteY225" fmla="*/ 399929 h 834218"/>
                <a:gd name="connsiteX226" fmla="*/ 1272762 w 3024845"/>
                <a:gd name="connsiteY226" fmla="*/ 399929 h 834218"/>
                <a:gd name="connsiteX227" fmla="*/ 1272762 w 3024845"/>
                <a:gd name="connsiteY227" fmla="*/ 335075 h 834218"/>
                <a:gd name="connsiteX228" fmla="*/ 1273776 w 3024845"/>
                <a:gd name="connsiteY228" fmla="*/ 335075 h 834218"/>
                <a:gd name="connsiteX229" fmla="*/ 1280869 w 3024845"/>
                <a:gd name="connsiteY229" fmla="*/ 335075 h 834218"/>
                <a:gd name="connsiteX230" fmla="*/ 1293029 w 3024845"/>
                <a:gd name="connsiteY230" fmla="*/ 291840 h 834218"/>
                <a:gd name="connsiteX231" fmla="*/ 1294296 w 3024845"/>
                <a:gd name="connsiteY231" fmla="*/ 291840 h 834218"/>
                <a:gd name="connsiteX232" fmla="*/ 1303163 w 3024845"/>
                <a:gd name="connsiteY232" fmla="*/ 291840 h 834218"/>
                <a:gd name="connsiteX233" fmla="*/ 1313296 w 3024845"/>
                <a:gd name="connsiteY233" fmla="*/ 335075 h 834218"/>
                <a:gd name="connsiteX234" fmla="*/ 1314309 w 3024845"/>
                <a:gd name="connsiteY234" fmla="*/ 335075 h 834218"/>
                <a:gd name="connsiteX235" fmla="*/ 1321403 w 3024845"/>
                <a:gd name="connsiteY235" fmla="*/ 335075 h 834218"/>
                <a:gd name="connsiteX236" fmla="*/ 1321403 w 3024845"/>
                <a:gd name="connsiteY236" fmla="*/ 373987 h 834218"/>
                <a:gd name="connsiteX237" fmla="*/ 1323176 w 3024845"/>
                <a:gd name="connsiteY237" fmla="*/ 373987 h 834218"/>
                <a:gd name="connsiteX238" fmla="*/ 1335590 w 3024845"/>
                <a:gd name="connsiteY238" fmla="*/ 373987 h 834218"/>
                <a:gd name="connsiteX239" fmla="*/ 1335590 w 3024845"/>
                <a:gd name="connsiteY239" fmla="*/ 376149 h 834218"/>
                <a:gd name="connsiteX240" fmla="*/ 1335590 w 3024845"/>
                <a:gd name="connsiteY240" fmla="*/ 391281 h 834218"/>
                <a:gd name="connsiteX241" fmla="*/ 1339643 w 3024845"/>
                <a:gd name="connsiteY241" fmla="*/ 389120 h 834218"/>
                <a:gd name="connsiteX242" fmla="*/ 1339643 w 3024845"/>
                <a:gd name="connsiteY242" fmla="*/ 373987 h 834218"/>
                <a:gd name="connsiteX243" fmla="*/ 1341163 w 3024845"/>
                <a:gd name="connsiteY243" fmla="*/ 373987 h 834218"/>
                <a:gd name="connsiteX244" fmla="*/ 1351803 w 3024845"/>
                <a:gd name="connsiteY244" fmla="*/ 373987 h 834218"/>
                <a:gd name="connsiteX245" fmla="*/ 1351803 w 3024845"/>
                <a:gd name="connsiteY245" fmla="*/ 375608 h 834218"/>
                <a:gd name="connsiteX246" fmla="*/ 1351803 w 3024845"/>
                <a:gd name="connsiteY246" fmla="*/ 386958 h 834218"/>
                <a:gd name="connsiteX247" fmla="*/ 1382204 w 3024845"/>
                <a:gd name="connsiteY247" fmla="*/ 386958 h 834218"/>
                <a:gd name="connsiteX248" fmla="*/ 1382204 w 3024845"/>
                <a:gd name="connsiteY248" fmla="*/ 350208 h 834218"/>
                <a:gd name="connsiteX249" fmla="*/ 1383470 w 3024845"/>
                <a:gd name="connsiteY249" fmla="*/ 350208 h 834218"/>
                <a:gd name="connsiteX250" fmla="*/ 1392337 w 3024845"/>
                <a:gd name="connsiteY250" fmla="*/ 350208 h 834218"/>
                <a:gd name="connsiteX251" fmla="*/ 1392337 w 3024845"/>
                <a:gd name="connsiteY251" fmla="*/ 371825 h 834218"/>
                <a:gd name="connsiteX252" fmla="*/ 1394364 w 3024845"/>
                <a:gd name="connsiteY252" fmla="*/ 339399 h 834218"/>
                <a:gd name="connsiteX253" fmla="*/ 1416657 w 3024845"/>
                <a:gd name="connsiteY253" fmla="*/ 339399 h 834218"/>
                <a:gd name="connsiteX254" fmla="*/ 1416657 w 3024845"/>
                <a:gd name="connsiteY254" fmla="*/ 337777 h 834218"/>
                <a:gd name="connsiteX255" fmla="*/ 1416657 w 3024845"/>
                <a:gd name="connsiteY255" fmla="*/ 326428 h 834218"/>
                <a:gd name="connsiteX256" fmla="*/ 1417417 w 3024845"/>
                <a:gd name="connsiteY256" fmla="*/ 326428 h 834218"/>
                <a:gd name="connsiteX257" fmla="*/ 1422737 w 3024845"/>
                <a:gd name="connsiteY257" fmla="*/ 326428 h 834218"/>
                <a:gd name="connsiteX258" fmla="*/ 1422737 w 3024845"/>
                <a:gd name="connsiteY258" fmla="*/ 324537 h 834218"/>
                <a:gd name="connsiteX259" fmla="*/ 1422737 w 3024845"/>
                <a:gd name="connsiteY259" fmla="*/ 311296 h 834218"/>
                <a:gd name="connsiteX260" fmla="*/ 1426791 w 3024845"/>
                <a:gd name="connsiteY260" fmla="*/ 317781 h 834218"/>
                <a:gd name="connsiteX261" fmla="*/ 1429071 w 3024845"/>
                <a:gd name="connsiteY261" fmla="*/ 317781 h 834218"/>
                <a:gd name="connsiteX262" fmla="*/ 1445031 w 3024845"/>
                <a:gd name="connsiteY262" fmla="*/ 317781 h 834218"/>
                <a:gd name="connsiteX263" fmla="*/ 1445031 w 3024845"/>
                <a:gd name="connsiteY263" fmla="*/ 316970 h 834218"/>
                <a:gd name="connsiteX264" fmla="*/ 1445031 w 3024845"/>
                <a:gd name="connsiteY264" fmla="*/ 311296 h 834218"/>
                <a:gd name="connsiteX265" fmla="*/ 1445791 w 3024845"/>
                <a:gd name="connsiteY265" fmla="*/ 311296 h 834218"/>
                <a:gd name="connsiteX266" fmla="*/ 1451111 w 3024845"/>
                <a:gd name="connsiteY266" fmla="*/ 311296 h 834218"/>
                <a:gd name="connsiteX267" fmla="*/ 1451111 w 3024845"/>
                <a:gd name="connsiteY267" fmla="*/ 312647 h 834218"/>
                <a:gd name="connsiteX268" fmla="*/ 1451111 w 3024845"/>
                <a:gd name="connsiteY268" fmla="*/ 322105 h 834218"/>
                <a:gd name="connsiteX269" fmla="*/ 1489618 w 3024845"/>
                <a:gd name="connsiteY269" fmla="*/ 322105 h 834218"/>
                <a:gd name="connsiteX270" fmla="*/ 1489618 w 3024845"/>
                <a:gd name="connsiteY270" fmla="*/ 460458 h 834218"/>
                <a:gd name="connsiteX271" fmla="*/ 1491138 w 3024845"/>
                <a:gd name="connsiteY271" fmla="*/ 460458 h 834218"/>
                <a:gd name="connsiteX272" fmla="*/ 1501778 w 3024845"/>
                <a:gd name="connsiteY272" fmla="*/ 460458 h 834218"/>
                <a:gd name="connsiteX273" fmla="*/ 1501778 w 3024845"/>
                <a:gd name="connsiteY273" fmla="*/ 447488 h 834218"/>
                <a:gd name="connsiteX274" fmla="*/ 1505832 w 3024845"/>
                <a:gd name="connsiteY274" fmla="*/ 447488 h 834218"/>
                <a:gd name="connsiteX275" fmla="*/ 1505832 w 3024845"/>
                <a:gd name="connsiteY275" fmla="*/ 460458 h 834218"/>
                <a:gd name="connsiteX276" fmla="*/ 1536232 w 3024845"/>
                <a:gd name="connsiteY276" fmla="*/ 460458 h 834218"/>
                <a:gd name="connsiteX277" fmla="*/ 1536232 w 3024845"/>
                <a:gd name="connsiteY277" fmla="*/ 430193 h 834218"/>
                <a:gd name="connsiteX278" fmla="*/ 1548392 w 3024845"/>
                <a:gd name="connsiteY278" fmla="*/ 430193 h 834218"/>
                <a:gd name="connsiteX279" fmla="*/ 1560552 w 3024845"/>
                <a:gd name="connsiteY279" fmla="*/ 428032 h 834218"/>
                <a:gd name="connsiteX280" fmla="*/ 1564606 w 3024845"/>
                <a:gd name="connsiteY280" fmla="*/ 430193 h 834218"/>
                <a:gd name="connsiteX281" fmla="*/ 1574739 w 3024845"/>
                <a:gd name="connsiteY281" fmla="*/ 430193 h 834218"/>
                <a:gd name="connsiteX282" fmla="*/ 1574739 w 3024845"/>
                <a:gd name="connsiteY282" fmla="*/ 460458 h 834218"/>
                <a:gd name="connsiteX283" fmla="*/ 1582846 w 3024845"/>
                <a:gd name="connsiteY283" fmla="*/ 460458 h 834218"/>
                <a:gd name="connsiteX284" fmla="*/ 1582846 w 3024845"/>
                <a:gd name="connsiteY284" fmla="*/ 477753 h 834218"/>
                <a:gd name="connsiteX285" fmla="*/ 1592182 w 3024845"/>
                <a:gd name="connsiteY285" fmla="*/ 478658 h 834218"/>
                <a:gd name="connsiteX286" fmla="*/ 1605140 w 3024845"/>
                <a:gd name="connsiteY286" fmla="*/ 478658 h 834218"/>
                <a:gd name="connsiteX287" fmla="*/ 1605140 w 3024845"/>
                <a:gd name="connsiteY287" fmla="*/ 462620 h 834218"/>
                <a:gd name="connsiteX288" fmla="*/ 1673096 w 3024845"/>
                <a:gd name="connsiteY288" fmla="*/ 462620 h 834218"/>
                <a:gd name="connsiteX289" fmla="*/ 1673096 w 3024845"/>
                <a:gd name="connsiteY289" fmla="*/ 377367 h 834218"/>
                <a:gd name="connsiteX290" fmla="*/ 1745104 w 3024845"/>
                <a:gd name="connsiteY290" fmla="*/ 377367 h 834218"/>
                <a:gd name="connsiteX291" fmla="*/ 1745104 w 3024845"/>
                <a:gd name="connsiteY291" fmla="*/ 456135 h 834218"/>
                <a:gd name="connsiteX292" fmla="*/ 1747008 w 3024845"/>
                <a:gd name="connsiteY292" fmla="*/ 456135 h 834218"/>
                <a:gd name="connsiteX293" fmla="*/ 1748250 w 3024845"/>
                <a:gd name="connsiteY293" fmla="*/ 478658 h 834218"/>
                <a:gd name="connsiteX294" fmla="*/ 1757926 w 3024845"/>
                <a:gd name="connsiteY294" fmla="*/ 478658 h 834218"/>
                <a:gd name="connsiteX295" fmla="*/ 1759168 w 3024845"/>
                <a:gd name="connsiteY295" fmla="*/ 456135 h 834218"/>
                <a:gd name="connsiteX296" fmla="*/ 1765248 w 3024845"/>
                <a:gd name="connsiteY296" fmla="*/ 456135 h 834218"/>
                <a:gd name="connsiteX297" fmla="*/ 1766490 w 3024845"/>
                <a:gd name="connsiteY297" fmla="*/ 478658 h 834218"/>
                <a:gd name="connsiteX298" fmla="*/ 1817112 w 3024845"/>
                <a:gd name="connsiteY298" fmla="*/ 478658 h 834218"/>
                <a:gd name="connsiteX299" fmla="*/ 1817112 w 3024845"/>
                <a:gd name="connsiteY299" fmla="*/ 315630 h 834218"/>
                <a:gd name="connsiteX300" fmla="*/ 2014439 w 3024845"/>
                <a:gd name="connsiteY300" fmla="*/ 315630 h 834218"/>
                <a:gd name="connsiteX301" fmla="*/ 2014439 w 3024845"/>
                <a:gd name="connsiteY301" fmla="*/ 478658 h 834218"/>
                <a:gd name="connsiteX302" fmla="*/ 2033136 w 3024845"/>
                <a:gd name="connsiteY302" fmla="*/ 478658 h 834218"/>
                <a:gd name="connsiteX303" fmla="*/ 2033136 w 3024845"/>
                <a:gd name="connsiteY303" fmla="*/ 395965 h 834218"/>
                <a:gd name="connsiteX304" fmla="*/ 2128256 w 3024845"/>
                <a:gd name="connsiteY304" fmla="*/ 395965 h 834218"/>
                <a:gd name="connsiteX305" fmla="*/ 2180720 w 3024845"/>
                <a:gd name="connsiteY305" fmla="*/ 330752 h 834218"/>
                <a:gd name="connsiteX306" fmla="*/ 2245574 w 3024845"/>
                <a:gd name="connsiteY306" fmla="*/ 330752 h 834218"/>
                <a:gd name="connsiteX307" fmla="*/ 2245574 w 3024845"/>
                <a:gd name="connsiteY307" fmla="*/ 406414 h 834218"/>
                <a:gd name="connsiteX308" fmla="*/ 2253681 w 3024845"/>
                <a:gd name="connsiteY308" fmla="*/ 406414 h 834218"/>
                <a:gd name="connsiteX309" fmla="*/ 2255708 w 3024845"/>
                <a:gd name="connsiteY309" fmla="*/ 399929 h 834218"/>
                <a:gd name="connsiteX310" fmla="*/ 2261788 w 3024845"/>
                <a:gd name="connsiteY310" fmla="*/ 399929 h 834218"/>
                <a:gd name="connsiteX311" fmla="*/ 2263815 w 3024845"/>
                <a:gd name="connsiteY311" fmla="*/ 408576 h 834218"/>
                <a:gd name="connsiteX312" fmla="*/ 2275975 w 3024845"/>
                <a:gd name="connsiteY312" fmla="*/ 408576 h 834218"/>
                <a:gd name="connsiteX313" fmla="*/ 2275975 w 3024845"/>
                <a:gd name="connsiteY313" fmla="*/ 402090 h 834218"/>
                <a:gd name="connsiteX314" fmla="*/ 2298268 w 3024845"/>
                <a:gd name="connsiteY314" fmla="*/ 402090 h 834218"/>
                <a:gd name="connsiteX315" fmla="*/ 2298268 w 3024845"/>
                <a:gd name="connsiteY315" fmla="*/ 408576 h 834218"/>
                <a:gd name="connsiteX316" fmla="*/ 2318535 w 3024845"/>
                <a:gd name="connsiteY316" fmla="*/ 408576 h 834218"/>
                <a:gd name="connsiteX317" fmla="*/ 2318535 w 3024845"/>
                <a:gd name="connsiteY317" fmla="*/ 453973 h 834218"/>
                <a:gd name="connsiteX318" fmla="*/ 2332722 w 3024845"/>
                <a:gd name="connsiteY318" fmla="*/ 453973 h 834218"/>
                <a:gd name="connsiteX319" fmla="*/ 2332722 w 3024845"/>
                <a:gd name="connsiteY319" fmla="*/ 441002 h 834218"/>
                <a:gd name="connsiteX320" fmla="*/ 2348936 w 3024845"/>
                <a:gd name="connsiteY320" fmla="*/ 441002 h 834218"/>
                <a:gd name="connsiteX321" fmla="*/ 2348936 w 3024845"/>
                <a:gd name="connsiteY321" fmla="*/ 261575 h 834218"/>
                <a:gd name="connsiteX322" fmla="*/ 2355016 w 3024845"/>
                <a:gd name="connsiteY322" fmla="*/ 255089 h 834218"/>
                <a:gd name="connsiteX323" fmla="*/ 2427977 w 3024845"/>
                <a:gd name="connsiteY323" fmla="*/ 255089 h 834218"/>
                <a:gd name="connsiteX324" fmla="*/ 2427977 w 3024845"/>
                <a:gd name="connsiteY324" fmla="*/ 263737 h 834218"/>
                <a:gd name="connsiteX325" fmla="*/ 2438110 w 3024845"/>
                <a:gd name="connsiteY325" fmla="*/ 263737 h 834218"/>
                <a:gd name="connsiteX326" fmla="*/ 2438110 w 3024845"/>
                <a:gd name="connsiteY326" fmla="*/ 378311 h 834218"/>
                <a:gd name="connsiteX327" fmla="*/ 2460404 w 3024845"/>
                <a:gd name="connsiteY327" fmla="*/ 378311 h 834218"/>
                <a:gd name="connsiteX328" fmla="*/ 2460404 w 3024845"/>
                <a:gd name="connsiteY328" fmla="*/ 311296 h 834218"/>
                <a:gd name="connsiteX329" fmla="*/ 2486751 w 3024845"/>
                <a:gd name="connsiteY329" fmla="*/ 311296 h 834218"/>
                <a:gd name="connsiteX330" fmla="*/ 2490804 w 3024845"/>
                <a:gd name="connsiteY330" fmla="*/ 306972 h 834218"/>
                <a:gd name="connsiteX331" fmla="*/ 2498911 w 3024845"/>
                <a:gd name="connsiteY331" fmla="*/ 306972 h 834218"/>
                <a:gd name="connsiteX332" fmla="*/ 2502964 w 3024845"/>
                <a:gd name="connsiteY332" fmla="*/ 311296 h 834218"/>
                <a:gd name="connsiteX333" fmla="*/ 2525258 w 3024845"/>
                <a:gd name="connsiteY333" fmla="*/ 311296 h 834218"/>
                <a:gd name="connsiteX334" fmla="*/ 2525258 w 3024845"/>
                <a:gd name="connsiteY334" fmla="*/ 194560 h 834218"/>
                <a:gd name="connsiteX335" fmla="*/ 2582005 w 3024845"/>
                <a:gd name="connsiteY335" fmla="*/ 183751 h 834218"/>
                <a:gd name="connsiteX336" fmla="*/ 2582005 w 3024845"/>
                <a:gd name="connsiteY336" fmla="*/ 184832 h 834218"/>
                <a:gd name="connsiteX337" fmla="*/ 2582005 w 3024845"/>
                <a:gd name="connsiteY337" fmla="*/ 192398 h 834218"/>
                <a:gd name="connsiteX338" fmla="*/ 2608352 w 3024845"/>
                <a:gd name="connsiteY338" fmla="*/ 192398 h 834218"/>
                <a:gd name="connsiteX339" fmla="*/ 2608352 w 3024845"/>
                <a:gd name="connsiteY339" fmla="*/ 447488 h 834218"/>
                <a:gd name="connsiteX340" fmla="*/ 2630646 w 3024845"/>
                <a:gd name="connsiteY340" fmla="*/ 447488 h 834218"/>
                <a:gd name="connsiteX341" fmla="*/ 2630646 w 3024845"/>
                <a:gd name="connsiteY341" fmla="*/ 443164 h 834218"/>
                <a:gd name="connsiteX342" fmla="*/ 2642806 w 3024845"/>
                <a:gd name="connsiteY342" fmla="*/ 443164 h 834218"/>
                <a:gd name="connsiteX343" fmla="*/ 2642806 w 3024845"/>
                <a:gd name="connsiteY343" fmla="*/ 447488 h 834218"/>
                <a:gd name="connsiteX344" fmla="*/ 2667126 w 3024845"/>
                <a:gd name="connsiteY344" fmla="*/ 447488 h 834218"/>
                <a:gd name="connsiteX345" fmla="*/ 2667126 w 3024845"/>
                <a:gd name="connsiteY345" fmla="*/ 434517 h 834218"/>
                <a:gd name="connsiteX346" fmla="*/ 2695500 w 3024845"/>
                <a:gd name="connsiteY346" fmla="*/ 434517 h 834218"/>
                <a:gd name="connsiteX347" fmla="*/ 2707660 w 3024845"/>
                <a:gd name="connsiteY347" fmla="*/ 430193 h 834218"/>
                <a:gd name="connsiteX348" fmla="*/ 2727927 w 3024845"/>
                <a:gd name="connsiteY348" fmla="*/ 434517 h 834218"/>
                <a:gd name="connsiteX349" fmla="*/ 2727927 w 3024845"/>
                <a:gd name="connsiteY349" fmla="*/ 417223 h 834218"/>
                <a:gd name="connsiteX350" fmla="*/ 2736034 w 3024845"/>
                <a:gd name="connsiteY350" fmla="*/ 417223 h 834218"/>
                <a:gd name="connsiteX351" fmla="*/ 2736034 w 3024845"/>
                <a:gd name="connsiteY351" fmla="*/ 404252 h 834218"/>
                <a:gd name="connsiteX352" fmla="*/ 2792781 w 3024845"/>
                <a:gd name="connsiteY352" fmla="*/ 404252 h 834218"/>
                <a:gd name="connsiteX353" fmla="*/ 2792781 w 3024845"/>
                <a:gd name="connsiteY353" fmla="*/ 373987 h 834218"/>
                <a:gd name="connsiteX354" fmla="*/ 2811021 w 3024845"/>
                <a:gd name="connsiteY354" fmla="*/ 373987 h 834218"/>
                <a:gd name="connsiteX355" fmla="*/ 2811021 w 3024845"/>
                <a:gd name="connsiteY355" fmla="*/ 367502 h 834218"/>
                <a:gd name="connsiteX356" fmla="*/ 2823181 w 3024845"/>
                <a:gd name="connsiteY356" fmla="*/ 367502 h 834218"/>
                <a:gd name="connsiteX357" fmla="*/ 2823181 w 3024845"/>
                <a:gd name="connsiteY357" fmla="*/ 373987 h 834218"/>
                <a:gd name="connsiteX358" fmla="*/ 2839395 w 3024845"/>
                <a:gd name="connsiteY358" fmla="*/ 373987 h 834218"/>
                <a:gd name="connsiteX359" fmla="*/ 2839395 w 3024845"/>
                <a:gd name="connsiteY359" fmla="*/ 423708 h 834218"/>
                <a:gd name="connsiteX360" fmla="*/ 2871822 w 3024845"/>
                <a:gd name="connsiteY360" fmla="*/ 423708 h 834218"/>
                <a:gd name="connsiteX361" fmla="*/ 2871822 w 3024845"/>
                <a:gd name="connsiteY361" fmla="*/ 397767 h 834218"/>
                <a:gd name="connsiteX362" fmla="*/ 2910329 w 3024845"/>
                <a:gd name="connsiteY362" fmla="*/ 397767 h 834218"/>
                <a:gd name="connsiteX363" fmla="*/ 2910329 w 3024845"/>
                <a:gd name="connsiteY363" fmla="*/ 367502 h 834218"/>
                <a:gd name="connsiteX364" fmla="*/ 2958970 w 3024845"/>
                <a:gd name="connsiteY364" fmla="*/ 367502 h 834218"/>
                <a:gd name="connsiteX365" fmla="*/ 2958970 w 3024845"/>
                <a:gd name="connsiteY365" fmla="*/ 478658 h 834218"/>
                <a:gd name="connsiteX366" fmla="*/ 2958970 w 3024845"/>
                <a:gd name="connsiteY366" fmla="*/ 492437 h 834218"/>
                <a:gd name="connsiteX367" fmla="*/ 3024845 w 3024845"/>
                <a:gd name="connsiteY367" fmla="*/ 492437 h 834218"/>
                <a:gd name="connsiteX368" fmla="*/ 3024845 w 3024845"/>
                <a:gd name="connsiteY368" fmla="*/ 834218 h 834218"/>
                <a:gd name="connsiteX369" fmla="*/ 2054 w 3024845"/>
                <a:gd name="connsiteY369" fmla="*/ 831885 h 834218"/>
                <a:gd name="connsiteX370" fmla="*/ 0 w 3024845"/>
                <a:gd name="connsiteY370" fmla="*/ 397767 h 834218"/>
                <a:gd name="connsiteX371" fmla="*/ 20267 w 3024845"/>
                <a:gd name="connsiteY371" fmla="*/ 397767 h 834218"/>
                <a:gd name="connsiteX372" fmla="*/ 20774 w 3024845"/>
                <a:gd name="connsiteY372" fmla="*/ 396686 h 834218"/>
                <a:gd name="connsiteX373" fmla="*/ 24320 w 3024845"/>
                <a:gd name="connsiteY373" fmla="*/ 389120 h 834218"/>
                <a:gd name="connsiteX374" fmla="*/ 26094 w 3024845"/>
                <a:gd name="connsiteY374" fmla="*/ 389390 h 834218"/>
                <a:gd name="connsiteX375" fmla="*/ 38507 w 3024845"/>
                <a:gd name="connsiteY375" fmla="*/ 391281 h 834218"/>
                <a:gd name="connsiteX376" fmla="*/ 39014 w 3024845"/>
                <a:gd name="connsiteY376" fmla="*/ 392633 h 834218"/>
                <a:gd name="connsiteX377" fmla="*/ 42560 w 3024845"/>
                <a:gd name="connsiteY377" fmla="*/ 402090 h 834218"/>
                <a:gd name="connsiteX378" fmla="*/ 68907 w 3024845"/>
                <a:gd name="connsiteY378" fmla="*/ 404252 h 834218"/>
                <a:gd name="connsiteX379" fmla="*/ 68907 w 3024845"/>
                <a:gd name="connsiteY379" fmla="*/ 281031 h 834218"/>
                <a:gd name="connsiteX380" fmla="*/ 70934 w 3024845"/>
                <a:gd name="connsiteY380" fmla="*/ 281031 h 834218"/>
                <a:gd name="connsiteX381" fmla="*/ 85121 w 3024845"/>
                <a:gd name="connsiteY381" fmla="*/ 281031 h 834218"/>
                <a:gd name="connsiteX382" fmla="*/ 85121 w 3024845"/>
                <a:gd name="connsiteY382" fmla="*/ 144839 h 834218"/>
                <a:gd name="connsiteX383" fmla="*/ 86894 w 3024845"/>
                <a:gd name="connsiteY383" fmla="*/ 144839 h 834218"/>
                <a:gd name="connsiteX384" fmla="*/ 99308 w 3024845"/>
                <a:gd name="connsiteY384" fmla="*/ 144839 h 834218"/>
                <a:gd name="connsiteX385" fmla="*/ 99308 w 3024845"/>
                <a:gd name="connsiteY385" fmla="*/ 30265 h 834218"/>
                <a:gd name="connsiteX386" fmla="*/ 103361 w 3024845"/>
                <a:gd name="connsiteY386" fmla="*/ 2161 h 834218"/>
                <a:gd name="connsiteX0" fmla="*/ 99308 w 3024845"/>
                <a:gd name="connsiteY0" fmla="*/ 36988 h 840941"/>
                <a:gd name="connsiteX1" fmla="*/ 200642 w 3024845"/>
                <a:gd name="connsiteY1" fmla="*/ 6723 h 840941"/>
                <a:gd name="connsiteX2" fmla="*/ 220909 w 3024845"/>
                <a:gd name="connsiteY2" fmla="*/ 151562 h 840941"/>
                <a:gd name="connsiteX3" fmla="*/ 223189 w 3024845"/>
                <a:gd name="connsiteY3" fmla="*/ 151562 h 840941"/>
                <a:gd name="connsiteX4" fmla="*/ 239150 w 3024845"/>
                <a:gd name="connsiteY4" fmla="*/ 151562 h 840941"/>
                <a:gd name="connsiteX5" fmla="*/ 239150 w 3024845"/>
                <a:gd name="connsiteY5" fmla="*/ 292077 h 840941"/>
                <a:gd name="connsiteX6" fmla="*/ 240670 w 3024845"/>
                <a:gd name="connsiteY6" fmla="*/ 291807 h 840941"/>
                <a:gd name="connsiteX7" fmla="*/ 251310 w 3024845"/>
                <a:gd name="connsiteY7" fmla="*/ 289916 h 840941"/>
                <a:gd name="connsiteX8" fmla="*/ 249283 w 3024845"/>
                <a:gd name="connsiteY8" fmla="*/ 378548 h 840941"/>
                <a:gd name="connsiteX9" fmla="*/ 250803 w 3024845"/>
                <a:gd name="connsiteY9" fmla="*/ 378819 h 840941"/>
                <a:gd name="connsiteX10" fmla="*/ 261443 w 3024845"/>
                <a:gd name="connsiteY10" fmla="*/ 380710 h 840941"/>
                <a:gd name="connsiteX11" fmla="*/ 261696 w 3024845"/>
                <a:gd name="connsiteY11" fmla="*/ 381521 h 840941"/>
                <a:gd name="connsiteX12" fmla="*/ 263470 w 3024845"/>
                <a:gd name="connsiteY12" fmla="*/ 387196 h 840941"/>
                <a:gd name="connsiteX13" fmla="*/ 264230 w 3024845"/>
                <a:gd name="connsiteY13" fmla="*/ 384764 h 840941"/>
                <a:gd name="connsiteX14" fmla="*/ 269550 w 3024845"/>
                <a:gd name="connsiteY14" fmla="*/ 367740 h 840941"/>
                <a:gd name="connsiteX15" fmla="*/ 271323 w 3024845"/>
                <a:gd name="connsiteY15" fmla="*/ 367740 h 840941"/>
                <a:gd name="connsiteX16" fmla="*/ 283737 w 3024845"/>
                <a:gd name="connsiteY16" fmla="*/ 367740 h 840941"/>
                <a:gd name="connsiteX17" fmla="*/ 283737 w 3024845"/>
                <a:gd name="connsiteY17" fmla="*/ 400166 h 840941"/>
                <a:gd name="connsiteX18" fmla="*/ 284750 w 3024845"/>
                <a:gd name="connsiteY18" fmla="*/ 400707 h 840941"/>
                <a:gd name="connsiteX19" fmla="*/ 291844 w 3024845"/>
                <a:gd name="connsiteY19" fmla="*/ 404490 h 840941"/>
                <a:gd name="connsiteX20" fmla="*/ 291844 w 3024845"/>
                <a:gd name="connsiteY20" fmla="*/ 405841 h 840941"/>
                <a:gd name="connsiteX21" fmla="*/ 291844 w 3024845"/>
                <a:gd name="connsiteY21" fmla="*/ 415299 h 840941"/>
                <a:gd name="connsiteX22" fmla="*/ 336431 w 3024845"/>
                <a:gd name="connsiteY22" fmla="*/ 415299 h 840941"/>
                <a:gd name="connsiteX23" fmla="*/ 336431 w 3024845"/>
                <a:gd name="connsiteY23" fmla="*/ 416380 h 840941"/>
                <a:gd name="connsiteX24" fmla="*/ 336431 w 3024845"/>
                <a:gd name="connsiteY24" fmla="*/ 423946 h 840941"/>
                <a:gd name="connsiteX25" fmla="*/ 338457 w 3024845"/>
                <a:gd name="connsiteY25" fmla="*/ 423946 h 840941"/>
                <a:gd name="connsiteX26" fmla="*/ 352644 w 3024845"/>
                <a:gd name="connsiteY26" fmla="*/ 423946 h 840941"/>
                <a:gd name="connsiteX27" fmla="*/ 352644 w 3024845"/>
                <a:gd name="connsiteY27" fmla="*/ 393681 h 840941"/>
                <a:gd name="connsiteX28" fmla="*/ 397231 w 3024845"/>
                <a:gd name="connsiteY28" fmla="*/ 393681 h 840941"/>
                <a:gd name="connsiteX29" fmla="*/ 397231 w 3024845"/>
                <a:gd name="connsiteY29" fmla="*/ 392330 h 840941"/>
                <a:gd name="connsiteX30" fmla="*/ 397231 w 3024845"/>
                <a:gd name="connsiteY30" fmla="*/ 382872 h 840941"/>
                <a:gd name="connsiteX31" fmla="*/ 398245 w 3024845"/>
                <a:gd name="connsiteY31" fmla="*/ 382872 h 840941"/>
                <a:gd name="connsiteX32" fmla="*/ 405338 w 3024845"/>
                <a:gd name="connsiteY32" fmla="*/ 382872 h 840941"/>
                <a:gd name="connsiteX33" fmla="*/ 405338 w 3024845"/>
                <a:gd name="connsiteY33" fmla="*/ 380981 h 840941"/>
                <a:gd name="connsiteX34" fmla="*/ 405338 w 3024845"/>
                <a:gd name="connsiteY34" fmla="*/ 367740 h 840941"/>
                <a:gd name="connsiteX35" fmla="*/ 406098 w 3024845"/>
                <a:gd name="connsiteY35" fmla="*/ 367740 h 840941"/>
                <a:gd name="connsiteX36" fmla="*/ 411418 w 3024845"/>
                <a:gd name="connsiteY36" fmla="*/ 367740 h 840941"/>
                <a:gd name="connsiteX37" fmla="*/ 411418 w 3024845"/>
                <a:gd name="connsiteY37" fmla="*/ 366659 h 840941"/>
                <a:gd name="connsiteX38" fmla="*/ 411418 w 3024845"/>
                <a:gd name="connsiteY38" fmla="*/ 359092 h 840941"/>
                <a:gd name="connsiteX39" fmla="*/ 413445 w 3024845"/>
                <a:gd name="connsiteY39" fmla="*/ 359092 h 840941"/>
                <a:gd name="connsiteX40" fmla="*/ 427632 w 3024845"/>
                <a:gd name="connsiteY40" fmla="*/ 359092 h 840941"/>
                <a:gd name="connsiteX41" fmla="*/ 427632 w 3024845"/>
                <a:gd name="connsiteY41" fmla="*/ 360173 h 840941"/>
                <a:gd name="connsiteX42" fmla="*/ 427632 w 3024845"/>
                <a:gd name="connsiteY42" fmla="*/ 367740 h 840941"/>
                <a:gd name="connsiteX43" fmla="*/ 449925 w 3024845"/>
                <a:gd name="connsiteY43" fmla="*/ 367740 h 840941"/>
                <a:gd name="connsiteX44" fmla="*/ 449925 w 3024845"/>
                <a:gd name="connsiteY44" fmla="*/ 365848 h 840941"/>
                <a:gd name="connsiteX45" fmla="*/ 449925 w 3024845"/>
                <a:gd name="connsiteY45" fmla="*/ 352607 h 840941"/>
                <a:gd name="connsiteX46" fmla="*/ 451699 w 3024845"/>
                <a:gd name="connsiteY46" fmla="*/ 352607 h 840941"/>
                <a:gd name="connsiteX47" fmla="*/ 464112 w 3024845"/>
                <a:gd name="connsiteY47" fmla="*/ 352607 h 840941"/>
                <a:gd name="connsiteX48" fmla="*/ 464112 w 3024845"/>
                <a:gd name="connsiteY48" fmla="*/ 376387 h 840941"/>
                <a:gd name="connsiteX49" fmla="*/ 465126 w 3024845"/>
                <a:gd name="connsiteY49" fmla="*/ 376387 h 840941"/>
                <a:gd name="connsiteX50" fmla="*/ 472219 w 3024845"/>
                <a:gd name="connsiteY50" fmla="*/ 376387 h 840941"/>
                <a:gd name="connsiteX51" fmla="*/ 472219 w 3024845"/>
                <a:gd name="connsiteY51" fmla="*/ 375306 h 840941"/>
                <a:gd name="connsiteX52" fmla="*/ 472219 w 3024845"/>
                <a:gd name="connsiteY52" fmla="*/ 367740 h 840941"/>
                <a:gd name="connsiteX53" fmla="*/ 473992 w 3024845"/>
                <a:gd name="connsiteY53" fmla="*/ 367740 h 840941"/>
                <a:gd name="connsiteX54" fmla="*/ 486406 w 3024845"/>
                <a:gd name="connsiteY54" fmla="*/ 367740 h 840941"/>
                <a:gd name="connsiteX55" fmla="*/ 486406 w 3024845"/>
                <a:gd name="connsiteY55" fmla="*/ 393681 h 840941"/>
                <a:gd name="connsiteX56" fmla="*/ 488433 w 3024845"/>
                <a:gd name="connsiteY56" fmla="*/ 393681 h 840941"/>
                <a:gd name="connsiteX57" fmla="*/ 502619 w 3024845"/>
                <a:gd name="connsiteY57" fmla="*/ 393681 h 840941"/>
                <a:gd name="connsiteX58" fmla="*/ 502619 w 3024845"/>
                <a:gd name="connsiteY58" fmla="*/ 395302 h 840941"/>
                <a:gd name="connsiteX59" fmla="*/ 502619 w 3024845"/>
                <a:gd name="connsiteY59" fmla="*/ 406652 h 840941"/>
                <a:gd name="connsiteX60" fmla="*/ 503379 w 3024845"/>
                <a:gd name="connsiteY60" fmla="*/ 406652 h 840941"/>
                <a:gd name="connsiteX61" fmla="*/ 508700 w 3024845"/>
                <a:gd name="connsiteY61" fmla="*/ 406652 h 840941"/>
                <a:gd name="connsiteX62" fmla="*/ 508700 w 3024845"/>
                <a:gd name="connsiteY62" fmla="*/ 405841 h 840941"/>
                <a:gd name="connsiteX63" fmla="*/ 508700 w 3024845"/>
                <a:gd name="connsiteY63" fmla="*/ 400166 h 840941"/>
                <a:gd name="connsiteX64" fmla="*/ 539100 w 3024845"/>
                <a:gd name="connsiteY64" fmla="*/ 400166 h 840941"/>
                <a:gd name="connsiteX65" fmla="*/ 539100 w 3024845"/>
                <a:gd name="connsiteY65" fmla="*/ 423946 h 840941"/>
                <a:gd name="connsiteX66" fmla="*/ 540113 w 3024845"/>
                <a:gd name="connsiteY66" fmla="*/ 423946 h 840941"/>
                <a:gd name="connsiteX67" fmla="*/ 547207 w 3024845"/>
                <a:gd name="connsiteY67" fmla="*/ 423946 h 840941"/>
                <a:gd name="connsiteX68" fmla="*/ 547207 w 3024845"/>
                <a:gd name="connsiteY68" fmla="*/ 425027 h 840941"/>
                <a:gd name="connsiteX69" fmla="*/ 547207 w 3024845"/>
                <a:gd name="connsiteY69" fmla="*/ 432593 h 840941"/>
                <a:gd name="connsiteX70" fmla="*/ 547967 w 3024845"/>
                <a:gd name="connsiteY70" fmla="*/ 432593 h 840941"/>
                <a:gd name="connsiteX71" fmla="*/ 553287 w 3024845"/>
                <a:gd name="connsiteY71" fmla="*/ 432593 h 840941"/>
                <a:gd name="connsiteX72" fmla="*/ 553287 w 3024845"/>
                <a:gd name="connsiteY72" fmla="*/ 430431 h 840941"/>
                <a:gd name="connsiteX73" fmla="*/ 553287 w 3024845"/>
                <a:gd name="connsiteY73" fmla="*/ 415299 h 840941"/>
                <a:gd name="connsiteX74" fmla="*/ 554300 w 3024845"/>
                <a:gd name="connsiteY74" fmla="*/ 415299 h 840941"/>
                <a:gd name="connsiteX75" fmla="*/ 561394 w 3024845"/>
                <a:gd name="connsiteY75" fmla="*/ 415299 h 840941"/>
                <a:gd name="connsiteX76" fmla="*/ 561394 w 3024845"/>
                <a:gd name="connsiteY76" fmla="*/ 416380 h 840941"/>
                <a:gd name="connsiteX77" fmla="*/ 561394 w 3024845"/>
                <a:gd name="connsiteY77" fmla="*/ 423946 h 840941"/>
                <a:gd name="connsiteX78" fmla="*/ 566714 w 3024845"/>
                <a:gd name="connsiteY78" fmla="*/ 421953 h 840941"/>
                <a:gd name="connsiteX79" fmla="*/ 567474 w 3024845"/>
                <a:gd name="connsiteY79" fmla="*/ 420973 h 840941"/>
                <a:gd name="connsiteX80" fmla="*/ 567474 w 3024845"/>
                <a:gd name="connsiteY80" fmla="*/ 415299 h 840941"/>
                <a:gd name="connsiteX81" fmla="*/ 605981 w 3024845"/>
                <a:gd name="connsiteY81" fmla="*/ 415299 h 840941"/>
                <a:gd name="connsiteX82" fmla="*/ 605981 w 3024845"/>
                <a:gd name="connsiteY82" fmla="*/ 439078 h 840941"/>
                <a:gd name="connsiteX83" fmla="*/ 608007 w 3024845"/>
                <a:gd name="connsiteY83" fmla="*/ 439078 h 840941"/>
                <a:gd name="connsiteX84" fmla="*/ 622194 w 3024845"/>
                <a:gd name="connsiteY84" fmla="*/ 439078 h 840941"/>
                <a:gd name="connsiteX85" fmla="*/ 622194 w 3024845"/>
                <a:gd name="connsiteY85" fmla="*/ 440159 h 840941"/>
                <a:gd name="connsiteX86" fmla="*/ 622194 w 3024845"/>
                <a:gd name="connsiteY86" fmla="*/ 447725 h 840941"/>
                <a:gd name="connsiteX87" fmla="*/ 623968 w 3024845"/>
                <a:gd name="connsiteY87" fmla="*/ 447725 h 840941"/>
                <a:gd name="connsiteX88" fmla="*/ 636381 w 3024845"/>
                <a:gd name="connsiteY88" fmla="*/ 447725 h 840941"/>
                <a:gd name="connsiteX89" fmla="*/ 636381 w 3024845"/>
                <a:gd name="connsiteY89" fmla="*/ 423946 h 840941"/>
                <a:gd name="connsiteX90" fmla="*/ 637394 w 3024845"/>
                <a:gd name="connsiteY90" fmla="*/ 423946 h 840941"/>
                <a:gd name="connsiteX91" fmla="*/ 644488 w 3024845"/>
                <a:gd name="connsiteY91" fmla="*/ 423946 h 840941"/>
                <a:gd name="connsiteX92" fmla="*/ 644488 w 3024845"/>
                <a:gd name="connsiteY92" fmla="*/ 391519 h 840941"/>
                <a:gd name="connsiteX93" fmla="*/ 645501 w 3024845"/>
                <a:gd name="connsiteY93" fmla="*/ 391519 h 840941"/>
                <a:gd name="connsiteX94" fmla="*/ 652595 w 3024845"/>
                <a:gd name="connsiteY94" fmla="*/ 391519 h 840941"/>
                <a:gd name="connsiteX95" fmla="*/ 652595 w 3024845"/>
                <a:gd name="connsiteY95" fmla="*/ 389628 h 840941"/>
                <a:gd name="connsiteX96" fmla="*/ 652595 w 3024845"/>
                <a:gd name="connsiteY96" fmla="*/ 376387 h 840941"/>
                <a:gd name="connsiteX97" fmla="*/ 651328 w 3024845"/>
                <a:gd name="connsiteY97" fmla="*/ 374765 h 840941"/>
                <a:gd name="connsiteX98" fmla="*/ 656648 w 3024845"/>
                <a:gd name="connsiteY98" fmla="*/ 363416 h 840941"/>
                <a:gd name="connsiteX99" fmla="*/ 664755 w 3024845"/>
                <a:gd name="connsiteY99" fmla="*/ 391519 h 840941"/>
                <a:gd name="connsiteX100" fmla="*/ 665515 w 3024845"/>
                <a:gd name="connsiteY100" fmla="*/ 391519 h 840941"/>
                <a:gd name="connsiteX101" fmla="*/ 670835 w 3024845"/>
                <a:gd name="connsiteY101" fmla="*/ 391519 h 840941"/>
                <a:gd name="connsiteX102" fmla="*/ 670835 w 3024845"/>
                <a:gd name="connsiteY102" fmla="*/ 285592 h 840941"/>
                <a:gd name="connsiteX103" fmla="*/ 672355 w 3024845"/>
                <a:gd name="connsiteY103" fmla="*/ 285592 h 840941"/>
                <a:gd name="connsiteX104" fmla="*/ 682995 w 3024845"/>
                <a:gd name="connsiteY104" fmla="*/ 285592 h 840941"/>
                <a:gd name="connsiteX105" fmla="*/ 682995 w 3024845"/>
                <a:gd name="connsiteY105" fmla="*/ 238033 h 840941"/>
                <a:gd name="connsiteX106" fmla="*/ 709342 w 3024845"/>
                <a:gd name="connsiteY106" fmla="*/ 238033 h 840941"/>
                <a:gd name="connsiteX107" fmla="*/ 709342 w 3024845"/>
                <a:gd name="connsiteY107" fmla="*/ 216415 h 840941"/>
                <a:gd name="connsiteX108" fmla="*/ 743796 w 3024845"/>
                <a:gd name="connsiteY108" fmla="*/ 216415 h 840941"/>
                <a:gd name="connsiteX109" fmla="*/ 743796 w 3024845"/>
                <a:gd name="connsiteY109" fmla="*/ 218847 h 840941"/>
                <a:gd name="connsiteX110" fmla="*/ 743796 w 3024845"/>
                <a:gd name="connsiteY110" fmla="*/ 235871 h 840941"/>
                <a:gd name="connsiteX111" fmla="*/ 746076 w 3024845"/>
                <a:gd name="connsiteY111" fmla="*/ 235871 h 840941"/>
                <a:gd name="connsiteX112" fmla="*/ 762036 w 3024845"/>
                <a:gd name="connsiteY112" fmla="*/ 235871 h 840941"/>
                <a:gd name="connsiteX113" fmla="*/ 762036 w 3024845"/>
                <a:gd name="connsiteY113" fmla="*/ 283430 h 840941"/>
                <a:gd name="connsiteX114" fmla="*/ 763049 w 3024845"/>
                <a:gd name="connsiteY114" fmla="*/ 283430 h 840941"/>
                <a:gd name="connsiteX115" fmla="*/ 770143 w 3024845"/>
                <a:gd name="connsiteY115" fmla="*/ 283430 h 840941"/>
                <a:gd name="connsiteX116" fmla="*/ 784330 w 3024845"/>
                <a:gd name="connsiteY116" fmla="*/ 287754 h 840941"/>
                <a:gd name="connsiteX117" fmla="*/ 784330 w 3024845"/>
                <a:gd name="connsiteY117" fmla="*/ 326666 h 840941"/>
                <a:gd name="connsiteX118" fmla="*/ 785343 w 3024845"/>
                <a:gd name="connsiteY118" fmla="*/ 326666 h 840941"/>
                <a:gd name="connsiteX119" fmla="*/ 792436 w 3024845"/>
                <a:gd name="connsiteY119" fmla="*/ 326666 h 840941"/>
                <a:gd name="connsiteX120" fmla="*/ 792436 w 3024845"/>
                <a:gd name="connsiteY120" fmla="*/ 328287 h 840941"/>
                <a:gd name="connsiteX121" fmla="*/ 792436 w 3024845"/>
                <a:gd name="connsiteY121" fmla="*/ 339636 h 840941"/>
                <a:gd name="connsiteX122" fmla="*/ 794463 w 3024845"/>
                <a:gd name="connsiteY122" fmla="*/ 339636 h 840941"/>
                <a:gd name="connsiteX123" fmla="*/ 808650 w 3024845"/>
                <a:gd name="connsiteY123" fmla="*/ 339636 h 840941"/>
                <a:gd name="connsiteX124" fmla="*/ 814730 w 3024845"/>
                <a:gd name="connsiteY124" fmla="*/ 346122 h 840941"/>
                <a:gd name="connsiteX125" fmla="*/ 814730 w 3024845"/>
                <a:gd name="connsiteY125" fmla="*/ 367740 h 840941"/>
                <a:gd name="connsiteX126" fmla="*/ 817010 w 3024845"/>
                <a:gd name="connsiteY126" fmla="*/ 367740 h 840941"/>
                <a:gd name="connsiteX127" fmla="*/ 832970 w 3024845"/>
                <a:gd name="connsiteY127" fmla="*/ 367740 h 840941"/>
                <a:gd name="connsiteX128" fmla="*/ 832970 w 3024845"/>
                <a:gd name="connsiteY128" fmla="*/ 368820 h 840941"/>
                <a:gd name="connsiteX129" fmla="*/ 832970 w 3024845"/>
                <a:gd name="connsiteY129" fmla="*/ 376387 h 840941"/>
                <a:gd name="connsiteX130" fmla="*/ 834237 w 3024845"/>
                <a:gd name="connsiteY130" fmla="*/ 376387 h 840941"/>
                <a:gd name="connsiteX131" fmla="*/ 843104 w 3024845"/>
                <a:gd name="connsiteY131" fmla="*/ 376387 h 840941"/>
                <a:gd name="connsiteX132" fmla="*/ 843104 w 3024845"/>
                <a:gd name="connsiteY132" fmla="*/ 378548 h 840941"/>
                <a:gd name="connsiteX133" fmla="*/ 843104 w 3024845"/>
                <a:gd name="connsiteY133" fmla="*/ 393681 h 840941"/>
                <a:gd name="connsiteX134" fmla="*/ 847157 w 3024845"/>
                <a:gd name="connsiteY134" fmla="*/ 391789 h 840941"/>
                <a:gd name="connsiteX135" fmla="*/ 847157 w 3024845"/>
                <a:gd name="connsiteY135" fmla="*/ 378548 h 840941"/>
                <a:gd name="connsiteX136" fmla="*/ 848170 w 3024845"/>
                <a:gd name="connsiteY136" fmla="*/ 378548 h 840941"/>
                <a:gd name="connsiteX137" fmla="*/ 855264 w 3024845"/>
                <a:gd name="connsiteY137" fmla="*/ 378548 h 840941"/>
                <a:gd name="connsiteX138" fmla="*/ 855264 w 3024845"/>
                <a:gd name="connsiteY138" fmla="*/ 380170 h 840941"/>
                <a:gd name="connsiteX139" fmla="*/ 855264 w 3024845"/>
                <a:gd name="connsiteY139" fmla="*/ 391519 h 840941"/>
                <a:gd name="connsiteX140" fmla="*/ 856024 w 3024845"/>
                <a:gd name="connsiteY140" fmla="*/ 391519 h 840941"/>
                <a:gd name="connsiteX141" fmla="*/ 861344 w 3024845"/>
                <a:gd name="connsiteY141" fmla="*/ 391519 h 840941"/>
                <a:gd name="connsiteX142" fmla="*/ 909984 w 3024845"/>
                <a:gd name="connsiteY142" fmla="*/ 387196 h 840941"/>
                <a:gd name="connsiteX143" fmla="*/ 909984 w 3024845"/>
                <a:gd name="connsiteY143" fmla="*/ 388547 h 840941"/>
                <a:gd name="connsiteX144" fmla="*/ 909984 w 3024845"/>
                <a:gd name="connsiteY144" fmla="*/ 398004 h 840941"/>
                <a:gd name="connsiteX145" fmla="*/ 910744 w 3024845"/>
                <a:gd name="connsiteY145" fmla="*/ 398004 h 840941"/>
                <a:gd name="connsiteX146" fmla="*/ 916065 w 3024845"/>
                <a:gd name="connsiteY146" fmla="*/ 398004 h 840941"/>
                <a:gd name="connsiteX147" fmla="*/ 916065 w 3024845"/>
                <a:gd name="connsiteY147" fmla="*/ 400166 h 840941"/>
                <a:gd name="connsiteX148" fmla="*/ 916065 w 3024845"/>
                <a:gd name="connsiteY148" fmla="*/ 415299 h 840941"/>
                <a:gd name="connsiteX149" fmla="*/ 918091 w 3024845"/>
                <a:gd name="connsiteY149" fmla="*/ 413948 h 840941"/>
                <a:gd name="connsiteX150" fmla="*/ 932278 w 3024845"/>
                <a:gd name="connsiteY150" fmla="*/ 404490 h 840941"/>
                <a:gd name="connsiteX151" fmla="*/ 938358 w 3024845"/>
                <a:gd name="connsiteY151" fmla="*/ 363416 h 840941"/>
                <a:gd name="connsiteX152" fmla="*/ 939118 w 3024845"/>
                <a:gd name="connsiteY152" fmla="*/ 363146 h 840941"/>
                <a:gd name="connsiteX153" fmla="*/ 944438 w 3024845"/>
                <a:gd name="connsiteY153" fmla="*/ 361254 h 840941"/>
                <a:gd name="connsiteX154" fmla="*/ 946465 w 3024845"/>
                <a:gd name="connsiteY154" fmla="*/ 292077 h 840941"/>
                <a:gd name="connsiteX155" fmla="*/ 948492 w 3024845"/>
                <a:gd name="connsiteY155" fmla="*/ 361254 h 840941"/>
                <a:gd name="connsiteX156" fmla="*/ 949252 w 3024845"/>
                <a:gd name="connsiteY156" fmla="*/ 361524 h 840941"/>
                <a:gd name="connsiteX157" fmla="*/ 954572 w 3024845"/>
                <a:gd name="connsiteY157" fmla="*/ 363416 h 840941"/>
                <a:gd name="connsiteX158" fmla="*/ 954572 w 3024845"/>
                <a:gd name="connsiteY158" fmla="*/ 276945 h 840941"/>
                <a:gd name="connsiteX159" fmla="*/ 958625 w 3024845"/>
                <a:gd name="connsiteY159" fmla="*/ 244518 h 840941"/>
                <a:gd name="connsiteX160" fmla="*/ 997132 w 3024845"/>
                <a:gd name="connsiteY160" fmla="*/ 244518 h 840941"/>
                <a:gd name="connsiteX161" fmla="*/ 997132 w 3024845"/>
                <a:gd name="connsiteY161" fmla="*/ 276945 h 840941"/>
                <a:gd name="connsiteX162" fmla="*/ 997892 w 3024845"/>
                <a:gd name="connsiteY162" fmla="*/ 276945 h 840941"/>
                <a:gd name="connsiteX163" fmla="*/ 1003212 w 3024845"/>
                <a:gd name="connsiteY163" fmla="*/ 276945 h 840941"/>
                <a:gd name="connsiteX164" fmla="*/ 1003212 w 3024845"/>
                <a:gd name="connsiteY164" fmla="*/ 194797 h 840941"/>
                <a:gd name="connsiteX165" fmla="*/ 1004986 w 3024845"/>
                <a:gd name="connsiteY165" fmla="*/ 194797 h 840941"/>
                <a:gd name="connsiteX166" fmla="*/ 1017399 w 3024845"/>
                <a:gd name="connsiteY166" fmla="*/ 194797 h 840941"/>
                <a:gd name="connsiteX167" fmla="*/ 1017399 w 3024845"/>
                <a:gd name="connsiteY167" fmla="*/ 192906 h 840941"/>
                <a:gd name="connsiteX168" fmla="*/ 1017399 w 3024845"/>
                <a:gd name="connsiteY168" fmla="*/ 179665 h 840941"/>
                <a:gd name="connsiteX169" fmla="*/ 1039693 w 3024845"/>
                <a:gd name="connsiteY169" fmla="*/ 179665 h 840941"/>
                <a:gd name="connsiteX170" fmla="*/ 1039693 w 3024845"/>
                <a:gd name="connsiteY170" fmla="*/ 178584 h 840941"/>
                <a:gd name="connsiteX171" fmla="*/ 1039693 w 3024845"/>
                <a:gd name="connsiteY171" fmla="*/ 171018 h 840941"/>
                <a:gd name="connsiteX172" fmla="*/ 1041466 w 3024845"/>
                <a:gd name="connsiteY172" fmla="*/ 171018 h 840941"/>
                <a:gd name="connsiteX173" fmla="*/ 1053880 w 3024845"/>
                <a:gd name="connsiteY173" fmla="*/ 171018 h 840941"/>
                <a:gd name="connsiteX174" fmla="*/ 1053880 w 3024845"/>
                <a:gd name="connsiteY174" fmla="*/ 172099 h 840941"/>
                <a:gd name="connsiteX175" fmla="*/ 1053880 w 3024845"/>
                <a:gd name="connsiteY175" fmla="*/ 179665 h 840941"/>
                <a:gd name="connsiteX176" fmla="*/ 1054640 w 3024845"/>
                <a:gd name="connsiteY176" fmla="*/ 179665 h 840941"/>
                <a:gd name="connsiteX177" fmla="*/ 1059960 w 3024845"/>
                <a:gd name="connsiteY177" fmla="*/ 179665 h 840941"/>
                <a:gd name="connsiteX178" fmla="*/ 1070093 w 3024845"/>
                <a:gd name="connsiteY178" fmla="*/ 175341 h 840941"/>
                <a:gd name="connsiteX179" fmla="*/ 1074146 w 3024845"/>
                <a:gd name="connsiteY179" fmla="*/ 178584 h 840941"/>
                <a:gd name="connsiteX180" fmla="*/ 1074146 w 3024845"/>
                <a:gd name="connsiteY180" fmla="*/ 171018 h 840941"/>
                <a:gd name="connsiteX181" fmla="*/ 1076426 w 3024845"/>
                <a:gd name="connsiteY181" fmla="*/ 171018 h 840941"/>
                <a:gd name="connsiteX182" fmla="*/ 1092387 w 3024845"/>
                <a:gd name="connsiteY182" fmla="*/ 171018 h 840941"/>
                <a:gd name="connsiteX183" fmla="*/ 1092387 w 3024845"/>
                <a:gd name="connsiteY183" fmla="*/ 172099 h 840941"/>
                <a:gd name="connsiteX184" fmla="*/ 1092387 w 3024845"/>
                <a:gd name="connsiteY184" fmla="*/ 179665 h 840941"/>
                <a:gd name="connsiteX185" fmla="*/ 1122787 w 3024845"/>
                <a:gd name="connsiteY185" fmla="*/ 179665 h 840941"/>
                <a:gd name="connsiteX186" fmla="*/ 1122787 w 3024845"/>
                <a:gd name="connsiteY186" fmla="*/ 181286 h 840941"/>
                <a:gd name="connsiteX187" fmla="*/ 1122787 w 3024845"/>
                <a:gd name="connsiteY187" fmla="*/ 192636 h 840941"/>
                <a:gd name="connsiteX188" fmla="*/ 1149134 w 3024845"/>
                <a:gd name="connsiteY188" fmla="*/ 192636 h 840941"/>
                <a:gd name="connsiteX189" fmla="*/ 1149134 w 3024845"/>
                <a:gd name="connsiteY189" fmla="*/ 222900 h 840941"/>
                <a:gd name="connsiteX190" fmla="*/ 1149894 w 3024845"/>
                <a:gd name="connsiteY190" fmla="*/ 222900 h 840941"/>
                <a:gd name="connsiteX191" fmla="*/ 1155214 w 3024845"/>
                <a:gd name="connsiteY191" fmla="*/ 222900 h 840941"/>
                <a:gd name="connsiteX192" fmla="*/ 1155214 w 3024845"/>
                <a:gd name="connsiteY192" fmla="*/ 223981 h 840941"/>
                <a:gd name="connsiteX193" fmla="*/ 1155214 w 3024845"/>
                <a:gd name="connsiteY193" fmla="*/ 231548 h 840941"/>
                <a:gd name="connsiteX194" fmla="*/ 1159268 w 3024845"/>
                <a:gd name="connsiteY194" fmla="*/ 261812 h 840941"/>
                <a:gd name="connsiteX195" fmla="*/ 1160028 w 3024845"/>
                <a:gd name="connsiteY195" fmla="*/ 261812 h 840941"/>
                <a:gd name="connsiteX196" fmla="*/ 1165348 w 3024845"/>
                <a:gd name="connsiteY196" fmla="*/ 261812 h 840941"/>
                <a:gd name="connsiteX197" fmla="*/ 1165348 w 3024845"/>
                <a:gd name="connsiteY197" fmla="*/ 262623 h 840941"/>
                <a:gd name="connsiteX198" fmla="*/ 1165348 w 3024845"/>
                <a:gd name="connsiteY198" fmla="*/ 268298 h 840941"/>
                <a:gd name="connsiteX199" fmla="*/ 1166361 w 3024845"/>
                <a:gd name="connsiteY199" fmla="*/ 268298 h 840941"/>
                <a:gd name="connsiteX200" fmla="*/ 1173454 w 3024845"/>
                <a:gd name="connsiteY200" fmla="*/ 268298 h 840941"/>
                <a:gd name="connsiteX201" fmla="*/ 1173454 w 3024845"/>
                <a:gd name="connsiteY201" fmla="*/ 298563 h 840941"/>
                <a:gd name="connsiteX202" fmla="*/ 1175481 w 3024845"/>
                <a:gd name="connsiteY202" fmla="*/ 298563 h 840941"/>
                <a:gd name="connsiteX203" fmla="*/ 1189668 w 3024845"/>
                <a:gd name="connsiteY203" fmla="*/ 298563 h 840941"/>
                <a:gd name="connsiteX204" fmla="*/ 1189668 w 3024845"/>
                <a:gd name="connsiteY204" fmla="*/ 322342 h 840941"/>
                <a:gd name="connsiteX205" fmla="*/ 1191695 w 3024845"/>
                <a:gd name="connsiteY205" fmla="*/ 323963 h 840941"/>
                <a:gd name="connsiteX206" fmla="*/ 1191695 w 3024845"/>
                <a:gd name="connsiteY206" fmla="*/ 335313 h 840941"/>
                <a:gd name="connsiteX207" fmla="*/ 1192455 w 3024845"/>
                <a:gd name="connsiteY207" fmla="*/ 335313 h 840941"/>
                <a:gd name="connsiteX208" fmla="*/ 1197775 w 3024845"/>
                <a:gd name="connsiteY208" fmla="*/ 335313 h 840941"/>
                <a:gd name="connsiteX209" fmla="*/ 1197775 w 3024845"/>
                <a:gd name="connsiteY209" fmla="*/ 359092 h 840941"/>
                <a:gd name="connsiteX210" fmla="*/ 1199041 w 3024845"/>
                <a:gd name="connsiteY210" fmla="*/ 359092 h 840941"/>
                <a:gd name="connsiteX211" fmla="*/ 1207908 w 3024845"/>
                <a:gd name="connsiteY211" fmla="*/ 359092 h 840941"/>
                <a:gd name="connsiteX212" fmla="*/ 1209935 w 3024845"/>
                <a:gd name="connsiteY212" fmla="*/ 363146 h 840941"/>
                <a:gd name="connsiteX213" fmla="*/ 1209935 w 3024845"/>
                <a:gd name="connsiteY213" fmla="*/ 376387 h 840941"/>
                <a:gd name="connsiteX214" fmla="*/ 1211455 w 3024845"/>
                <a:gd name="connsiteY214" fmla="*/ 374495 h 840941"/>
                <a:gd name="connsiteX215" fmla="*/ 1222095 w 3024845"/>
                <a:gd name="connsiteY215" fmla="*/ 361254 h 840941"/>
                <a:gd name="connsiteX216" fmla="*/ 1250469 w 3024845"/>
                <a:gd name="connsiteY216" fmla="*/ 361254 h 840941"/>
                <a:gd name="connsiteX217" fmla="*/ 1250469 w 3024845"/>
                <a:gd name="connsiteY217" fmla="*/ 447725 h 840941"/>
                <a:gd name="connsiteX218" fmla="*/ 1251229 w 3024845"/>
                <a:gd name="connsiteY218" fmla="*/ 447725 h 840941"/>
                <a:gd name="connsiteX219" fmla="*/ 1256549 w 3024845"/>
                <a:gd name="connsiteY219" fmla="*/ 447725 h 840941"/>
                <a:gd name="connsiteX220" fmla="*/ 1257309 w 3024845"/>
                <a:gd name="connsiteY220" fmla="*/ 446374 h 840941"/>
                <a:gd name="connsiteX221" fmla="*/ 1262629 w 3024845"/>
                <a:gd name="connsiteY221" fmla="*/ 436916 h 840941"/>
                <a:gd name="connsiteX222" fmla="*/ 1262629 w 3024845"/>
                <a:gd name="connsiteY222" fmla="*/ 438808 h 840941"/>
                <a:gd name="connsiteX223" fmla="*/ 1262629 w 3024845"/>
                <a:gd name="connsiteY223" fmla="*/ 452049 h 840941"/>
                <a:gd name="connsiteX224" fmla="*/ 1266682 w 3024845"/>
                <a:gd name="connsiteY224" fmla="*/ 406652 h 840941"/>
                <a:gd name="connsiteX225" fmla="*/ 1267442 w 3024845"/>
                <a:gd name="connsiteY225" fmla="*/ 406652 h 840941"/>
                <a:gd name="connsiteX226" fmla="*/ 1272762 w 3024845"/>
                <a:gd name="connsiteY226" fmla="*/ 406652 h 840941"/>
                <a:gd name="connsiteX227" fmla="*/ 1272762 w 3024845"/>
                <a:gd name="connsiteY227" fmla="*/ 341798 h 840941"/>
                <a:gd name="connsiteX228" fmla="*/ 1273776 w 3024845"/>
                <a:gd name="connsiteY228" fmla="*/ 341798 h 840941"/>
                <a:gd name="connsiteX229" fmla="*/ 1280869 w 3024845"/>
                <a:gd name="connsiteY229" fmla="*/ 341798 h 840941"/>
                <a:gd name="connsiteX230" fmla="*/ 1293029 w 3024845"/>
                <a:gd name="connsiteY230" fmla="*/ 298563 h 840941"/>
                <a:gd name="connsiteX231" fmla="*/ 1294296 w 3024845"/>
                <a:gd name="connsiteY231" fmla="*/ 298563 h 840941"/>
                <a:gd name="connsiteX232" fmla="*/ 1303163 w 3024845"/>
                <a:gd name="connsiteY232" fmla="*/ 298563 h 840941"/>
                <a:gd name="connsiteX233" fmla="*/ 1313296 w 3024845"/>
                <a:gd name="connsiteY233" fmla="*/ 341798 h 840941"/>
                <a:gd name="connsiteX234" fmla="*/ 1314309 w 3024845"/>
                <a:gd name="connsiteY234" fmla="*/ 341798 h 840941"/>
                <a:gd name="connsiteX235" fmla="*/ 1321403 w 3024845"/>
                <a:gd name="connsiteY235" fmla="*/ 341798 h 840941"/>
                <a:gd name="connsiteX236" fmla="*/ 1321403 w 3024845"/>
                <a:gd name="connsiteY236" fmla="*/ 380710 h 840941"/>
                <a:gd name="connsiteX237" fmla="*/ 1323176 w 3024845"/>
                <a:gd name="connsiteY237" fmla="*/ 380710 h 840941"/>
                <a:gd name="connsiteX238" fmla="*/ 1335590 w 3024845"/>
                <a:gd name="connsiteY238" fmla="*/ 380710 h 840941"/>
                <a:gd name="connsiteX239" fmla="*/ 1335590 w 3024845"/>
                <a:gd name="connsiteY239" fmla="*/ 382872 h 840941"/>
                <a:gd name="connsiteX240" fmla="*/ 1335590 w 3024845"/>
                <a:gd name="connsiteY240" fmla="*/ 398004 h 840941"/>
                <a:gd name="connsiteX241" fmla="*/ 1339643 w 3024845"/>
                <a:gd name="connsiteY241" fmla="*/ 395843 h 840941"/>
                <a:gd name="connsiteX242" fmla="*/ 1339643 w 3024845"/>
                <a:gd name="connsiteY242" fmla="*/ 380710 h 840941"/>
                <a:gd name="connsiteX243" fmla="*/ 1341163 w 3024845"/>
                <a:gd name="connsiteY243" fmla="*/ 380710 h 840941"/>
                <a:gd name="connsiteX244" fmla="*/ 1351803 w 3024845"/>
                <a:gd name="connsiteY244" fmla="*/ 380710 h 840941"/>
                <a:gd name="connsiteX245" fmla="*/ 1351803 w 3024845"/>
                <a:gd name="connsiteY245" fmla="*/ 382331 h 840941"/>
                <a:gd name="connsiteX246" fmla="*/ 1351803 w 3024845"/>
                <a:gd name="connsiteY246" fmla="*/ 393681 h 840941"/>
                <a:gd name="connsiteX247" fmla="*/ 1382204 w 3024845"/>
                <a:gd name="connsiteY247" fmla="*/ 393681 h 840941"/>
                <a:gd name="connsiteX248" fmla="*/ 1382204 w 3024845"/>
                <a:gd name="connsiteY248" fmla="*/ 356931 h 840941"/>
                <a:gd name="connsiteX249" fmla="*/ 1383470 w 3024845"/>
                <a:gd name="connsiteY249" fmla="*/ 356931 h 840941"/>
                <a:gd name="connsiteX250" fmla="*/ 1392337 w 3024845"/>
                <a:gd name="connsiteY250" fmla="*/ 356931 h 840941"/>
                <a:gd name="connsiteX251" fmla="*/ 1392337 w 3024845"/>
                <a:gd name="connsiteY251" fmla="*/ 378548 h 840941"/>
                <a:gd name="connsiteX252" fmla="*/ 1394364 w 3024845"/>
                <a:gd name="connsiteY252" fmla="*/ 346122 h 840941"/>
                <a:gd name="connsiteX253" fmla="*/ 1416657 w 3024845"/>
                <a:gd name="connsiteY253" fmla="*/ 346122 h 840941"/>
                <a:gd name="connsiteX254" fmla="*/ 1416657 w 3024845"/>
                <a:gd name="connsiteY254" fmla="*/ 344500 h 840941"/>
                <a:gd name="connsiteX255" fmla="*/ 1416657 w 3024845"/>
                <a:gd name="connsiteY255" fmla="*/ 333151 h 840941"/>
                <a:gd name="connsiteX256" fmla="*/ 1417417 w 3024845"/>
                <a:gd name="connsiteY256" fmla="*/ 333151 h 840941"/>
                <a:gd name="connsiteX257" fmla="*/ 1422737 w 3024845"/>
                <a:gd name="connsiteY257" fmla="*/ 333151 h 840941"/>
                <a:gd name="connsiteX258" fmla="*/ 1422737 w 3024845"/>
                <a:gd name="connsiteY258" fmla="*/ 331260 h 840941"/>
                <a:gd name="connsiteX259" fmla="*/ 1422737 w 3024845"/>
                <a:gd name="connsiteY259" fmla="*/ 318019 h 840941"/>
                <a:gd name="connsiteX260" fmla="*/ 1426791 w 3024845"/>
                <a:gd name="connsiteY260" fmla="*/ 324504 h 840941"/>
                <a:gd name="connsiteX261" fmla="*/ 1429071 w 3024845"/>
                <a:gd name="connsiteY261" fmla="*/ 324504 h 840941"/>
                <a:gd name="connsiteX262" fmla="*/ 1445031 w 3024845"/>
                <a:gd name="connsiteY262" fmla="*/ 324504 h 840941"/>
                <a:gd name="connsiteX263" fmla="*/ 1445031 w 3024845"/>
                <a:gd name="connsiteY263" fmla="*/ 323693 h 840941"/>
                <a:gd name="connsiteX264" fmla="*/ 1445031 w 3024845"/>
                <a:gd name="connsiteY264" fmla="*/ 318019 h 840941"/>
                <a:gd name="connsiteX265" fmla="*/ 1445791 w 3024845"/>
                <a:gd name="connsiteY265" fmla="*/ 318019 h 840941"/>
                <a:gd name="connsiteX266" fmla="*/ 1451111 w 3024845"/>
                <a:gd name="connsiteY266" fmla="*/ 318019 h 840941"/>
                <a:gd name="connsiteX267" fmla="*/ 1451111 w 3024845"/>
                <a:gd name="connsiteY267" fmla="*/ 319370 h 840941"/>
                <a:gd name="connsiteX268" fmla="*/ 1451111 w 3024845"/>
                <a:gd name="connsiteY268" fmla="*/ 328828 h 840941"/>
                <a:gd name="connsiteX269" fmla="*/ 1489618 w 3024845"/>
                <a:gd name="connsiteY269" fmla="*/ 328828 h 840941"/>
                <a:gd name="connsiteX270" fmla="*/ 1489618 w 3024845"/>
                <a:gd name="connsiteY270" fmla="*/ 467181 h 840941"/>
                <a:gd name="connsiteX271" fmla="*/ 1491138 w 3024845"/>
                <a:gd name="connsiteY271" fmla="*/ 467181 h 840941"/>
                <a:gd name="connsiteX272" fmla="*/ 1501778 w 3024845"/>
                <a:gd name="connsiteY272" fmla="*/ 467181 h 840941"/>
                <a:gd name="connsiteX273" fmla="*/ 1501778 w 3024845"/>
                <a:gd name="connsiteY273" fmla="*/ 454211 h 840941"/>
                <a:gd name="connsiteX274" fmla="*/ 1505832 w 3024845"/>
                <a:gd name="connsiteY274" fmla="*/ 454211 h 840941"/>
                <a:gd name="connsiteX275" fmla="*/ 1505832 w 3024845"/>
                <a:gd name="connsiteY275" fmla="*/ 467181 h 840941"/>
                <a:gd name="connsiteX276" fmla="*/ 1536232 w 3024845"/>
                <a:gd name="connsiteY276" fmla="*/ 467181 h 840941"/>
                <a:gd name="connsiteX277" fmla="*/ 1536232 w 3024845"/>
                <a:gd name="connsiteY277" fmla="*/ 436916 h 840941"/>
                <a:gd name="connsiteX278" fmla="*/ 1548392 w 3024845"/>
                <a:gd name="connsiteY278" fmla="*/ 436916 h 840941"/>
                <a:gd name="connsiteX279" fmla="*/ 1560552 w 3024845"/>
                <a:gd name="connsiteY279" fmla="*/ 434755 h 840941"/>
                <a:gd name="connsiteX280" fmla="*/ 1564606 w 3024845"/>
                <a:gd name="connsiteY280" fmla="*/ 436916 h 840941"/>
                <a:gd name="connsiteX281" fmla="*/ 1574739 w 3024845"/>
                <a:gd name="connsiteY281" fmla="*/ 436916 h 840941"/>
                <a:gd name="connsiteX282" fmla="*/ 1574739 w 3024845"/>
                <a:gd name="connsiteY282" fmla="*/ 467181 h 840941"/>
                <a:gd name="connsiteX283" fmla="*/ 1582846 w 3024845"/>
                <a:gd name="connsiteY283" fmla="*/ 467181 h 840941"/>
                <a:gd name="connsiteX284" fmla="*/ 1582846 w 3024845"/>
                <a:gd name="connsiteY284" fmla="*/ 484476 h 840941"/>
                <a:gd name="connsiteX285" fmla="*/ 1592182 w 3024845"/>
                <a:gd name="connsiteY285" fmla="*/ 485381 h 840941"/>
                <a:gd name="connsiteX286" fmla="*/ 1605140 w 3024845"/>
                <a:gd name="connsiteY286" fmla="*/ 485381 h 840941"/>
                <a:gd name="connsiteX287" fmla="*/ 1605140 w 3024845"/>
                <a:gd name="connsiteY287" fmla="*/ 469343 h 840941"/>
                <a:gd name="connsiteX288" fmla="*/ 1673096 w 3024845"/>
                <a:gd name="connsiteY288" fmla="*/ 469343 h 840941"/>
                <a:gd name="connsiteX289" fmla="*/ 1673096 w 3024845"/>
                <a:gd name="connsiteY289" fmla="*/ 384090 h 840941"/>
                <a:gd name="connsiteX290" fmla="*/ 1745104 w 3024845"/>
                <a:gd name="connsiteY290" fmla="*/ 384090 h 840941"/>
                <a:gd name="connsiteX291" fmla="*/ 1745104 w 3024845"/>
                <a:gd name="connsiteY291" fmla="*/ 462858 h 840941"/>
                <a:gd name="connsiteX292" fmla="*/ 1747008 w 3024845"/>
                <a:gd name="connsiteY292" fmla="*/ 462858 h 840941"/>
                <a:gd name="connsiteX293" fmla="*/ 1748250 w 3024845"/>
                <a:gd name="connsiteY293" fmla="*/ 485381 h 840941"/>
                <a:gd name="connsiteX294" fmla="*/ 1757926 w 3024845"/>
                <a:gd name="connsiteY294" fmla="*/ 485381 h 840941"/>
                <a:gd name="connsiteX295" fmla="*/ 1759168 w 3024845"/>
                <a:gd name="connsiteY295" fmla="*/ 462858 h 840941"/>
                <a:gd name="connsiteX296" fmla="*/ 1765248 w 3024845"/>
                <a:gd name="connsiteY296" fmla="*/ 462858 h 840941"/>
                <a:gd name="connsiteX297" fmla="*/ 1766490 w 3024845"/>
                <a:gd name="connsiteY297" fmla="*/ 485381 h 840941"/>
                <a:gd name="connsiteX298" fmla="*/ 1817112 w 3024845"/>
                <a:gd name="connsiteY298" fmla="*/ 485381 h 840941"/>
                <a:gd name="connsiteX299" fmla="*/ 1817112 w 3024845"/>
                <a:gd name="connsiteY299" fmla="*/ 322353 h 840941"/>
                <a:gd name="connsiteX300" fmla="*/ 2014439 w 3024845"/>
                <a:gd name="connsiteY300" fmla="*/ 322353 h 840941"/>
                <a:gd name="connsiteX301" fmla="*/ 2014439 w 3024845"/>
                <a:gd name="connsiteY301" fmla="*/ 485381 h 840941"/>
                <a:gd name="connsiteX302" fmla="*/ 2033136 w 3024845"/>
                <a:gd name="connsiteY302" fmla="*/ 485381 h 840941"/>
                <a:gd name="connsiteX303" fmla="*/ 2033136 w 3024845"/>
                <a:gd name="connsiteY303" fmla="*/ 402688 h 840941"/>
                <a:gd name="connsiteX304" fmla="*/ 2128256 w 3024845"/>
                <a:gd name="connsiteY304" fmla="*/ 402688 h 840941"/>
                <a:gd name="connsiteX305" fmla="*/ 2180720 w 3024845"/>
                <a:gd name="connsiteY305" fmla="*/ 337475 h 840941"/>
                <a:gd name="connsiteX306" fmla="*/ 2245574 w 3024845"/>
                <a:gd name="connsiteY306" fmla="*/ 337475 h 840941"/>
                <a:gd name="connsiteX307" fmla="*/ 2245574 w 3024845"/>
                <a:gd name="connsiteY307" fmla="*/ 413137 h 840941"/>
                <a:gd name="connsiteX308" fmla="*/ 2253681 w 3024845"/>
                <a:gd name="connsiteY308" fmla="*/ 413137 h 840941"/>
                <a:gd name="connsiteX309" fmla="*/ 2255708 w 3024845"/>
                <a:gd name="connsiteY309" fmla="*/ 406652 h 840941"/>
                <a:gd name="connsiteX310" fmla="*/ 2261788 w 3024845"/>
                <a:gd name="connsiteY310" fmla="*/ 406652 h 840941"/>
                <a:gd name="connsiteX311" fmla="*/ 2263815 w 3024845"/>
                <a:gd name="connsiteY311" fmla="*/ 415299 h 840941"/>
                <a:gd name="connsiteX312" fmla="*/ 2275975 w 3024845"/>
                <a:gd name="connsiteY312" fmla="*/ 415299 h 840941"/>
                <a:gd name="connsiteX313" fmla="*/ 2275975 w 3024845"/>
                <a:gd name="connsiteY313" fmla="*/ 408813 h 840941"/>
                <a:gd name="connsiteX314" fmla="*/ 2298268 w 3024845"/>
                <a:gd name="connsiteY314" fmla="*/ 408813 h 840941"/>
                <a:gd name="connsiteX315" fmla="*/ 2298268 w 3024845"/>
                <a:gd name="connsiteY315" fmla="*/ 415299 h 840941"/>
                <a:gd name="connsiteX316" fmla="*/ 2318535 w 3024845"/>
                <a:gd name="connsiteY316" fmla="*/ 415299 h 840941"/>
                <a:gd name="connsiteX317" fmla="*/ 2318535 w 3024845"/>
                <a:gd name="connsiteY317" fmla="*/ 460696 h 840941"/>
                <a:gd name="connsiteX318" fmla="*/ 2332722 w 3024845"/>
                <a:gd name="connsiteY318" fmla="*/ 460696 h 840941"/>
                <a:gd name="connsiteX319" fmla="*/ 2332722 w 3024845"/>
                <a:gd name="connsiteY319" fmla="*/ 447725 h 840941"/>
                <a:gd name="connsiteX320" fmla="*/ 2348936 w 3024845"/>
                <a:gd name="connsiteY320" fmla="*/ 447725 h 840941"/>
                <a:gd name="connsiteX321" fmla="*/ 2348936 w 3024845"/>
                <a:gd name="connsiteY321" fmla="*/ 268298 h 840941"/>
                <a:gd name="connsiteX322" fmla="*/ 2355016 w 3024845"/>
                <a:gd name="connsiteY322" fmla="*/ 261812 h 840941"/>
                <a:gd name="connsiteX323" fmla="*/ 2427977 w 3024845"/>
                <a:gd name="connsiteY323" fmla="*/ 261812 h 840941"/>
                <a:gd name="connsiteX324" fmla="*/ 2427977 w 3024845"/>
                <a:gd name="connsiteY324" fmla="*/ 270460 h 840941"/>
                <a:gd name="connsiteX325" fmla="*/ 2438110 w 3024845"/>
                <a:gd name="connsiteY325" fmla="*/ 270460 h 840941"/>
                <a:gd name="connsiteX326" fmla="*/ 2438110 w 3024845"/>
                <a:gd name="connsiteY326" fmla="*/ 385034 h 840941"/>
                <a:gd name="connsiteX327" fmla="*/ 2460404 w 3024845"/>
                <a:gd name="connsiteY327" fmla="*/ 385034 h 840941"/>
                <a:gd name="connsiteX328" fmla="*/ 2460404 w 3024845"/>
                <a:gd name="connsiteY328" fmla="*/ 318019 h 840941"/>
                <a:gd name="connsiteX329" fmla="*/ 2486751 w 3024845"/>
                <a:gd name="connsiteY329" fmla="*/ 318019 h 840941"/>
                <a:gd name="connsiteX330" fmla="*/ 2490804 w 3024845"/>
                <a:gd name="connsiteY330" fmla="*/ 313695 h 840941"/>
                <a:gd name="connsiteX331" fmla="*/ 2498911 w 3024845"/>
                <a:gd name="connsiteY331" fmla="*/ 313695 h 840941"/>
                <a:gd name="connsiteX332" fmla="*/ 2502964 w 3024845"/>
                <a:gd name="connsiteY332" fmla="*/ 318019 h 840941"/>
                <a:gd name="connsiteX333" fmla="*/ 2525258 w 3024845"/>
                <a:gd name="connsiteY333" fmla="*/ 318019 h 840941"/>
                <a:gd name="connsiteX334" fmla="*/ 2525258 w 3024845"/>
                <a:gd name="connsiteY334" fmla="*/ 201283 h 840941"/>
                <a:gd name="connsiteX335" fmla="*/ 2582005 w 3024845"/>
                <a:gd name="connsiteY335" fmla="*/ 190474 h 840941"/>
                <a:gd name="connsiteX336" fmla="*/ 2582005 w 3024845"/>
                <a:gd name="connsiteY336" fmla="*/ 191555 h 840941"/>
                <a:gd name="connsiteX337" fmla="*/ 2582005 w 3024845"/>
                <a:gd name="connsiteY337" fmla="*/ 199121 h 840941"/>
                <a:gd name="connsiteX338" fmla="*/ 2608352 w 3024845"/>
                <a:gd name="connsiteY338" fmla="*/ 199121 h 840941"/>
                <a:gd name="connsiteX339" fmla="*/ 2608352 w 3024845"/>
                <a:gd name="connsiteY339" fmla="*/ 454211 h 840941"/>
                <a:gd name="connsiteX340" fmla="*/ 2630646 w 3024845"/>
                <a:gd name="connsiteY340" fmla="*/ 454211 h 840941"/>
                <a:gd name="connsiteX341" fmla="*/ 2630646 w 3024845"/>
                <a:gd name="connsiteY341" fmla="*/ 449887 h 840941"/>
                <a:gd name="connsiteX342" fmla="*/ 2642806 w 3024845"/>
                <a:gd name="connsiteY342" fmla="*/ 449887 h 840941"/>
                <a:gd name="connsiteX343" fmla="*/ 2642806 w 3024845"/>
                <a:gd name="connsiteY343" fmla="*/ 454211 h 840941"/>
                <a:gd name="connsiteX344" fmla="*/ 2667126 w 3024845"/>
                <a:gd name="connsiteY344" fmla="*/ 454211 h 840941"/>
                <a:gd name="connsiteX345" fmla="*/ 2667126 w 3024845"/>
                <a:gd name="connsiteY345" fmla="*/ 441240 h 840941"/>
                <a:gd name="connsiteX346" fmla="*/ 2695500 w 3024845"/>
                <a:gd name="connsiteY346" fmla="*/ 441240 h 840941"/>
                <a:gd name="connsiteX347" fmla="*/ 2707660 w 3024845"/>
                <a:gd name="connsiteY347" fmla="*/ 436916 h 840941"/>
                <a:gd name="connsiteX348" fmla="*/ 2727927 w 3024845"/>
                <a:gd name="connsiteY348" fmla="*/ 441240 h 840941"/>
                <a:gd name="connsiteX349" fmla="*/ 2727927 w 3024845"/>
                <a:gd name="connsiteY349" fmla="*/ 423946 h 840941"/>
                <a:gd name="connsiteX350" fmla="*/ 2736034 w 3024845"/>
                <a:gd name="connsiteY350" fmla="*/ 423946 h 840941"/>
                <a:gd name="connsiteX351" fmla="*/ 2736034 w 3024845"/>
                <a:gd name="connsiteY351" fmla="*/ 410975 h 840941"/>
                <a:gd name="connsiteX352" fmla="*/ 2792781 w 3024845"/>
                <a:gd name="connsiteY352" fmla="*/ 410975 h 840941"/>
                <a:gd name="connsiteX353" fmla="*/ 2792781 w 3024845"/>
                <a:gd name="connsiteY353" fmla="*/ 380710 h 840941"/>
                <a:gd name="connsiteX354" fmla="*/ 2811021 w 3024845"/>
                <a:gd name="connsiteY354" fmla="*/ 380710 h 840941"/>
                <a:gd name="connsiteX355" fmla="*/ 2811021 w 3024845"/>
                <a:gd name="connsiteY355" fmla="*/ 374225 h 840941"/>
                <a:gd name="connsiteX356" fmla="*/ 2823181 w 3024845"/>
                <a:gd name="connsiteY356" fmla="*/ 374225 h 840941"/>
                <a:gd name="connsiteX357" fmla="*/ 2823181 w 3024845"/>
                <a:gd name="connsiteY357" fmla="*/ 380710 h 840941"/>
                <a:gd name="connsiteX358" fmla="*/ 2839395 w 3024845"/>
                <a:gd name="connsiteY358" fmla="*/ 380710 h 840941"/>
                <a:gd name="connsiteX359" fmla="*/ 2839395 w 3024845"/>
                <a:gd name="connsiteY359" fmla="*/ 430431 h 840941"/>
                <a:gd name="connsiteX360" fmla="*/ 2871822 w 3024845"/>
                <a:gd name="connsiteY360" fmla="*/ 430431 h 840941"/>
                <a:gd name="connsiteX361" fmla="*/ 2871822 w 3024845"/>
                <a:gd name="connsiteY361" fmla="*/ 404490 h 840941"/>
                <a:gd name="connsiteX362" fmla="*/ 2910329 w 3024845"/>
                <a:gd name="connsiteY362" fmla="*/ 404490 h 840941"/>
                <a:gd name="connsiteX363" fmla="*/ 2910329 w 3024845"/>
                <a:gd name="connsiteY363" fmla="*/ 374225 h 840941"/>
                <a:gd name="connsiteX364" fmla="*/ 2958970 w 3024845"/>
                <a:gd name="connsiteY364" fmla="*/ 374225 h 840941"/>
                <a:gd name="connsiteX365" fmla="*/ 2958970 w 3024845"/>
                <a:gd name="connsiteY365" fmla="*/ 485381 h 840941"/>
                <a:gd name="connsiteX366" fmla="*/ 2958970 w 3024845"/>
                <a:gd name="connsiteY366" fmla="*/ 499160 h 840941"/>
                <a:gd name="connsiteX367" fmla="*/ 3024845 w 3024845"/>
                <a:gd name="connsiteY367" fmla="*/ 499160 h 840941"/>
                <a:gd name="connsiteX368" fmla="*/ 3024845 w 3024845"/>
                <a:gd name="connsiteY368" fmla="*/ 840941 h 840941"/>
                <a:gd name="connsiteX369" fmla="*/ 2054 w 3024845"/>
                <a:gd name="connsiteY369" fmla="*/ 838608 h 840941"/>
                <a:gd name="connsiteX370" fmla="*/ 0 w 3024845"/>
                <a:gd name="connsiteY370" fmla="*/ 404490 h 840941"/>
                <a:gd name="connsiteX371" fmla="*/ 20267 w 3024845"/>
                <a:gd name="connsiteY371" fmla="*/ 404490 h 840941"/>
                <a:gd name="connsiteX372" fmla="*/ 20774 w 3024845"/>
                <a:gd name="connsiteY372" fmla="*/ 403409 h 840941"/>
                <a:gd name="connsiteX373" fmla="*/ 24320 w 3024845"/>
                <a:gd name="connsiteY373" fmla="*/ 395843 h 840941"/>
                <a:gd name="connsiteX374" fmla="*/ 26094 w 3024845"/>
                <a:gd name="connsiteY374" fmla="*/ 396113 h 840941"/>
                <a:gd name="connsiteX375" fmla="*/ 38507 w 3024845"/>
                <a:gd name="connsiteY375" fmla="*/ 398004 h 840941"/>
                <a:gd name="connsiteX376" fmla="*/ 39014 w 3024845"/>
                <a:gd name="connsiteY376" fmla="*/ 399356 h 840941"/>
                <a:gd name="connsiteX377" fmla="*/ 42560 w 3024845"/>
                <a:gd name="connsiteY377" fmla="*/ 408813 h 840941"/>
                <a:gd name="connsiteX378" fmla="*/ 68907 w 3024845"/>
                <a:gd name="connsiteY378" fmla="*/ 410975 h 840941"/>
                <a:gd name="connsiteX379" fmla="*/ 68907 w 3024845"/>
                <a:gd name="connsiteY379" fmla="*/ 287754 h 840941"/>
                <a:gd name="connsiteX380" fmla="*/ 70934 w 3024845"/>
                <a:gd name="connsiteY380" fmla="*/ 287754 h 840941"/>
                <a:gd name="connsiteX381" fmla="*/ 85121 w 3024845"/>
                <a:gd name="connsiteY381" fmla="*/ 287754 h 840941"/>
                <a:gd name="connsiteX382" fmla="*/ 85121 w 3024845"/>
                <a:gd name="connsiteY382" fmla="*/ 151562 h 840941"/>
                <a:gd name="connsiteX383" fmla="*/ 86894 w 3024845"/>
                <a:gd name="connsiteY383" fmla="*/ 151562 h 840941"/>
                <a:gd name="connsiteX384" fmla="*/ 99308 w 3024845"/>
                <a:gd name="connsiteY384" fmla="*/ 151562 h 840941"/>
                <a:gd name="connsiteX385" fmla="*/ 99308 w 3024845"/>
                <a:gd name="connsiteY385" fmla="*/ 36988 h 840941"/>
                <a:gd name="connsiteX0" fmla="*/ 99308 w 3024845"/>
                <a:gd name="connsiteY0" fmla="*/ 0 h 803953"/>
                <a:gd name="connsiteX1" fmla="*/ 220909 w 3024845"/>
                <a:gd name="connsiteY1" fmla="*/ 114574 h 803953"/>
                <a:gd name="connsiteX2" fmla="*/ 223189 w 3024845"/>
                <a:gd name="connsiteY2" fmla="*/ 114574 h 803953"/>
                <a:gd name="connsiteX3" fmla="*/ 239150 w 3024845"/>
                <a:gd name="connsiteY3" fmla="*/ 114574 h 803953"/>
                <a:gd name="connsiteX4" fmla="*/ 239150 w 3024845"/>
                <a:gd name="connsiteY4" fmla="*/ 255089 h 803953"/>
                <a:gd name="connsiteX5" fmla="*/ 240670 w 3024845"/>
                <a:gd name="connsiteY5" fmla="*/ 254819 h 803953"/>
                <a:gd name="connsiteX6" fmla="*/ 251310 w 3024845"/>
                <a:gd name="connsiteY6" fmla="*/ 252928 h 803953"/>
                <a:gd name="connsiteX7" fmla="*/ 249283 w 3024845"/>
                <a:gd name="connsiteY7" fmla="*/ 341560 h 803953"/>
                <a:gd name="connsiteX8" fmla="*/ 250803 w 3024845"/>
                <a:gd name="connsiteY8" fmla="*/ 341831 h 803953"/>
                <a:gd name="connsiteX9" fmla="*/ 261443 w 3024845"/>
                <a:gd name="connsiteY9" fmla="*/ 343722 h 803953"/>
                <a:gd name="connsiteX10" fmla="*/ 261696 w 3024845"/>
                <a:gd name="connsiteY10" fmla="*/ 344533 h 803953"/>
                <a:gd name="connsiteX11" fmla="*/ 263470 w 3024845"/>
                <a:gd name="connsiteY11" fmla="*/ 350208 h 803953"/>
                <a:gd name="connsiteX12" fmla="*/ 264230 w 3024845"/>
                <a:gd name="connsiteY12" fmla="*/ 347776 h 803953"/>
                <a:gd name="connsiteX13" fmla="*/ 269550 w 3024845"/>
                <a:gd name="connsiteY13" fmla="*/ 330752 h 803953"/>
                <a:gd name="connsiteX14" fmla="*/ 271323 w 3024845"/>
                <a:gd name="connsiteY14" fmla="*/ 330752 h 803953"/>
                <a:gd name="connsiteX15" fmla="*/ 283737 w 3024845"/>
                <a:gd name="connsiteY15" fmla="*/ 330752 h 803953"/>
                <a:gd name="connsiteX16" fmla="*/ 283737 w 3024845"/>
                <a:gd name="connsiteY16" fmla="*/ 363178 h 803953"/>
                <a:gd name="connsiteX17" fmla="*/ 284750 w 3024845"/>
                <a:gd name="connsiteY17" fmla="*/ 363719 h 803953"/>
                <a:gd name="connsiteX18" fmla="*/ 291844 w 3024845"/>
                <a:gd name="connsiteY18" fmla="*/ 367502 h 803953"/>
                <a:gd name="connsiteX19" fmla="*/ 291844 w 3024845"/>
                <a:gd name="connsiteY19" fmla="*/ 368853 h 803953"/>
                <a:gd name="connsiteX20" fmla="*/ 291844 w 3024845"/>
                <a:gd name="connsiteY20" fmla="*/ 378311 h 803953"/>
                <a:gd name="connsiteX21" fmla="*/ 336431 w 3024845"/>
                <a:gd name="connsiteY21" fmla="*/ 378311 h 803953"/>
                <a:gd name="connsiteX22" fmla="*/ 336431 w 3024845"/>
                <a:gd name="connsiteY22" fmla="*/ 379392 h 803953"/>
                <a:gd name="connsiteX23" fmla="*/ 336431 w 3024845"/>
                <a:gd name="connsiteY23" fmla="*/ 386958 h 803953"/>
                <a:gd name="connsiteX24" fmla="*/ 338457 w 3024845"/>
                <a:gd name="connsiteY24" fmla="*/ 386958 h 803953"/>
                <a:gd name="connsiteX25" fmla="*/ 352644 w 3024845"/>
                <a:gd name="connsiteY25" fmla="*/ 386958 h 803953"/>
                <a:gd name="connsiteX26" fmla="*/ 352644 w 3024845"/>
                <a:gd name="connsiteY26" fmla="*/ 356693 h 803953"/>
                <a:gd name="connsiteX27" fmla="*/ 397231 w 3024845"/>
                <a:gd name="connsiteY27" fmla="*/ 356693 h 803953"/>
                <a:gd name="connsiteX28" fmla="*/ 397231 w 3024845"/>
                <a:gd name="connsiteY28" fmla="*/ 355342 h 803953"/>
                <a:gd name="connsiteX29" fmla="*/ 397231 w 3024845"/>
                <a:gd name="connsiteY29" fmla="*/ 345884 h 803953"/>
                <a:gd name="connsiteX30" fmla="*/ 398245 w 3024845"/>
                <a:gd name="connsiteY30" fmla="*/ 345884 h 803953"/>
                <a:gd name="connsiteX31" fmla="*/ 405338 w 3024845"/>
                <a:gd name="connsiteY31" fmla="*/ 345884 h 803953"/>
                <a:gd name="connsiteX32" fmla="*/ 405338 w 3024845"/>
                <a:gd name="connsiteY32" fmla="*/ 343993 h 803953"/>
                <a:gd name="connsiteX33" fmla="*/ 405338 w 3024845"/>
                <a:gd name="connsiteY33" fmla="*/ 330752 h 803953"/>
                <a:gd name="connsiteX34" fmla="*/ 406098 w 3024845"/>
                <a:gd name="connsiteY34" fmla="*/ 330752 h 803953"/>
                <a:gd name="connsiteX35" fmla="*/ 411418 w 3024845"/>
                <a:gd name="connsiteY35" fmla="*/ 330752 h 803953"/>
                <a:gd name="connsiteX36" fmla="*/ 411418 w 3024845"/>
                <a:gd name="connsiteY36" fmla="*/ 329671 h 803953"/>
                <a:gd name="connsiteX37" fmla="*/ 411418 w 3024845"/>
                <a:gd name="connsiteY37" fmla="*/ 322104 h 803953"/>
                <a:gd name="connsiteX38" fmla="*/ 413445 w 3024845"/>
                <a:gd name="connsiteY38" fmla="*/ 322104 h 803953"/>
                <a:gd name="connsiteX39" fmla="*/ 427632 w 3024845"/>
                <a:gd name="connsiteY39" fmla="*/ 322104 h 803953"/>
                <a:gd name="connsiteX40" fmla="*/ 427632 w 3024845"/>
                <a:gd name="connsiteY40" fmla="*/ 323185 h 803953"/>
                <a:gd name="connsiteX41" fmla="*/ 427632 w 3024845"/>
                <a:gd name="connsiteY41" fmla="*/ 330752 h 803953"/>
                <a:gd name="connsiteX42" fmla="*/ 449925 w 3024845"/>
                <a:gd name="connsiteY42" fmla="*/ 330752 h 803953"/>
                <a:gd name="connsiteX43" fmla="*/ 449925 w 3024845"/>
                <a:gd name="connsiteY43" fmla="*/ 328860 h 803953"/>
                <a:gd name="connsiteX44" fmla="*/ 449925 w 3024845"/>
                <a:gd name="connsiteY44" fmla="*/ 315619 h 803953"/>
                <a:gd name="connsiteX45" fmla="*/ 451699 w 3024845"/>
                <a:gd name="connsiteY45" fmla="*/ 315619 h 803953"/>
                <a:gd name="connsiteX46" fmla="*/ 464112 w 3024845"/>
                <a:gd name="connsiteY46" fmla="*/ 315619 h 803953"/>
                <a:gd name="connsiteX47" fmla="*/ 464112 w 3024845"/>
                <a:gd name="connsiteY47" fmla="*/ 339399 h 803953"/>
                <a:gd name="connsiteX48" fmla="*/ 465126 w 3024845"/>
                <a:gd name="connsiteY48" fmla="*/ 339399 h 803953"/>
                <a:gd name="connsiteX49" fmla="*/ 472219 w 3024845"/>
                <a:gd name="connsiteY49" fmla="*/ 339399 h 803953"/>
                <a:gd name="connsiteX50" fmla="*/ 472219 w 3024845"/>
                <a:gd name="connsiteY50" fmla="*/ 338318 h 803953"/>
                <a:gd name="connsiteX51" fmla="*/ 472219 w 3024845"/>
                <a:gd name="connsiteY51" fmla="*/ 330752 h 803953"/>
                <a:gd name="connsiteX52" fmla="*/ 473992 w 3024845"/>
                <a:gd name="connsiteY52" fmla="*/ 330752 h 803953"/>
                <a:gd name="connsiteX53" fmla="*/ 486406 w 3024845"/>
                <a:gd name="connsiteY53" fmla="*/ 330752 h 803953"/>
                <a:gd name="connsiteX54" fmla="*/ 486406 w 3024845"/>
                <a:gd name="connsiteY54" fmla="*/ 356693 h 803953"/>
                <a:gd name="connsiteX55" fmla="*/ 488433 w 3024845"/>
                <a:gd name="connsiteY55" fmla="*/ 356693 h 803953"/>
                <a:gd name="connsiteX56" fmla="*/ 502619 w 3024845"/>
                <a:gd name="connsiteY56" fmla="*/ 356693 h 803953"/>
                <a:gd name="connsiteX57" fmla="*/ 502619 w 3024845"/>
                <a:gd name="connsiteY57" fmla="*/ 358314 h 803953"/>
                <a:gd name="connsiteX58" fmla="*/ 502619 w 3024845"/>
                <a:gd name="connsiteY58" fmla="*/ 369664 h 803953"/>
                <a:gd name="connsiteX59" fmla="*/ 503379 w 3024845"/>
                <a:gd name="connsiteY59" fmla="*/ 369664 h 803953"/>
                <a:gd name="connsiteX60" fmla="*/ 508700 w 3024845"/>
                <a:gd name="connsiteY60" fmla="*/ 369664 h 803953"/>
                <a:gd name="connsiteX61" fmla="*/ 508700 w 3024845"/>
                <a:gd name="connsiteY61" fmla="*/ 368853 h 803953"/>
                <a:gd name="connsiteX62" fmla="*/ 508700 w 3024845"/>
                <a:gd name="connsiteY62" fmla="*/ 363178 h 803953"/>
                <a:gd name="connsiteX63" fmla="*/ 539100 w 3024845"/>
                <a:gd name="connsiteY63" fmla="*/ 363178 h 803953"/>
                <a:gd name="connsiteX64" fmla="*/ 539100 w 3024845"/>
                <a:gd name="connsiteY64" fmla="*/ 386958 h 803953"/>
                <a:gd name="connsiteX65" fmla="*/ 540113 w 3024845"/>
                <a:gd name="connsiteY65" fmla="*/ 386958 h 803953"/>
                <a:gd name="connsiteX66" fmla="*/ 547207 w 3024845"/>
                <a:gd name="connsiteY66" fmla="*/ 386958 h 803953"/>
                <a:gd name="connsiteX67" fmla="*/ 547207 w 3024845"/>
                <a:gd name="connsiteY67" fmla="*/ 388039 h 803953"/>
                <a:gd name="connsiteX68" fmla="*/ 547207 w 3024845"/>
                <a:gd name="connsiteY68" fmla="*/ 395605 h 803953"/>
                <a:gd name="connsiteX69" fmla="*/ 547967 w 3024845"/>
                <a:gd name="connsiteY69" fmla="*/ 395605 h 803953"/>
                <a:gd name="connsiteX70" fmla="*/ 553287 w 3024845"/>
                <a:gd name="connsiteY70" fmla="*/ 395605 h 803953"/>
                <a:gd name="connsiteX71" fmla="*/ 553287 w 3024845"/>
                <a:gd name="connsiteY71" fmla="*/ 393443 h 803953"/>
                <a:gd name="connsiteX72" fmla="*/ 553287 w 3024845"/>
                <a:gd name="connsiteY72" fmla="*/ 378311 h 803953"/>
                <a:gd name="connsiteX73" fmla="*/ 554300 w 3024845"/>
                <a:gd name="connsiteY73" fmla="*/ 378311 h 803953"/>
                <a:gd name="connsiteX74" fmla="*/ 561394 w 3024845"/>
                <a:gd name="connsiteY74" fmla="*/ 378311 h 803953"/>
                <a:gd name="connsiteX75" fmla="*/ 561394 w 3024845"/>
                <a:gd name="connsiteY75" fmla="*/ 379392 h 803953"/>
                <a:gd name="connsiteX76" fmla="*/ 561394 w 3024845"/>
                <a:gd name="connsiteY76" fmla="*/ 386958 h 803953"/>
                <a:gd name="connsiteX77" fmla="*/ 566714 w 3024845"/>
                <a:gd name="connsiteY77" fmla="*/ 384965 h 803953"/>
                <a:gd name="connsiteX78" fmla="*/ 567474 w 3024845"/>
                <a:gd name="connsiteY78" fmla="*/ 383985 h 803953"/>
                <a:gd name="connsiteX79" fmla="*/ 567474 w 3024845"/>
                <a:gd name="connsiteY79" fmla="*/ 378311 h 803953"/>
                <a:gd name="connsiteX80" fmla="*/ 605981 w 3024845"/>
                <a:gd name="connsiteY80" fmla="*/ 378311 h 803953"/>
                <a:gd name="connsiteX81" fmla="*/ 605981 w 3024845"/>
                <a:gd name="connsiteY81" fmla="*/ 402090 h 803953"/>
                <a:gd name="connsiteX82" fmla="*/ 608007 w 3024845"/>
                <a:gd name="connsiteY82" fmla="*/ 402090 h 803953"/>
                <a:gd name="connsiteX83" fmla="*/ 622194 w 3024845"/>
                <a:gd name="connsiteY83" fmla="*/ 402090 h 803953"/>
                <a:gd name="connsiteX84" fmla="*/ 622194 w 3024845"/>
                <a:gd name="connsiteY84" fmla="*/ 403171 h 803953"/>
                <a:gd name="connsiteX85" fmla="*/ 622194 w 3024845"/>
                <a:gd name="connsiteY85" fmla="*/ 410737 h 803953"/>
                <a:gd name="connsiteX86" fmla="*/ 623968 w 3024845"/>
                <a:gd name="connsiteY86" fmla="*/ 410737 h 803953"/>
                <a:gd name="connsiteX87" fmla="*/ 636381 w 3024845"/>
                <a:gd name="connsiteY87" fmla="*/ 410737 h 803953"/>
                <a:gd name="connsiteX88" fmla="*/ 636381 w 3024845"/>
                <a:gd name="connsiteY88" fmla="*/ 386958 h 803953"/>
                <a:gd name="connsiteX89" fmla="*/ 637394 w 3024845"/>
                <a:gd name="connsiteY89" fmla="*/ 386958 h 803953"/>
                <a:gd name="connsiteX90" fmla="*/ 644488 w 3024845"/>
                <a:gd name="connsiteY90" fmla="*/ 386958 h 803953"/>
                <a:gd name="connsiteX91" fmla="*/ 644488 w 3024845"/>
                <a:gd name="connsiteY91" fmla="*/ 354531 h 803953"/>
                <a:gd name="connsiteX92" fmla="*/ 645501 w 3024845"/>
                <a:gd name="connsiteY92" fmla="*/ 354531 h 803953"/>
                <a:gd name="connsiteX93" fmla="*/ 652595 w 3024845"/>
                <a:gd name="connsiteY93" fmla="*/ 354531 h 803953"/>
                <a:gd name="connsiteX94" fmla="*/ 652595 w 3024845"/>
                <a:gd name="connsiteY94" fmla="*/ 352640 h 803953"/>
                <a:gd name="connsiteX95" fmla="*/ 652595 w 3024845"/>
                <a:gd name="connsiteY95" fmla="*/ 339399 h 803953"/>
                <a:gd name="connsiteX96" fmla="*/ 651328 w 3024845"/>
                <a:gd name="connsiteY96" fmla="*/ 337777 h 803953"/>
                <a:gd name="connsiteX97" fmla="*/ 656648 w 3024845"/>
                <a:gd name="connsiteY97" fmla="*/ 326428 h 803953"/>
                <a:gd name="connsiteX98" fmla="*/ 664755 w 3024845"/>
                <a:gd name="connsiteY98" fmla="*/ 354531 h 803953"/>
                <a:gd name="connsiteX99" fmla="*/ 665515 w 3024845"/>
                <a:gd name="connsiteY99" fmla="*/ 354531 h 803953"/>
                <a:gd name="connsiteX100" fmla="*/ 670835 w 3024845"/>
                <a:gd name="connsiteY100" fmla="*/ 354531 h 803953"/>
                <a:gd name="connsiteX101" fmla="*/ 670835 w 3024845"/>
                <a:gd name="connsiteY101" fmla="*/ 248604 h 803953"/>
                <a:gd name="connsiteX102" fmla="*/ 672355 w 3024845"/>
                <a:gd name="connsiteY102" fmla="*/ 248604 h 803953"/>
                <a:gd name="connsiteX103" fmla="*/ 682995 w 3024845"/>
                <a:gd name="connsiteY103" fmla="*/ 248604 h 803953"/>
                <a:gd name="connsiteX104" fmla="*/ 682995 w 3024845"/>
                <a:gd name="connsiteY104" fmla="*/ 201045 h 803953"/>
                <a:gd name="connsiteX105" fmla="*/ 709342 w 3024845"/>
                <a:gd name="connsiteY105" fmla="*/ 201045 h 803953"/>
                <a:gd name="connsiteX106" fmla="*/ 709342 w 3024845"/>
                <a:gd name="connsiteY106" fmla="*/ 179427 h 803953"/>
                <a:gd name="connsiteX107" fmla="*/ 743796 w 3024845"/>
                <a:gd name="connsiteY107" fmla="*/ 179427 h 803953"/>
                <a:gd name="connsiteX108" fmla="*/ 743796 w 3024845"/>
                <a:gd name="connsiteY108" fmla="*/ 181859 h 803953"/>
                <a:gd name="connsiteX109" fmla="*/ 743796 w 3024845"/>
                <a:gd name="connsiteY109" fmla="*/ 198883 h 803953"/>
                <a:gd name="connsiteX110" fmla="*/ 746076 w 3024845"/>
                <a:gd name="connsiteY110" fmla="*/ 198883 h 803953"/>
                <a:gd name="connsiteX111" fmla="*/ 762036 w 3024845"/>
                <a:gd name="connsiteY111" fmla="*/ 198883 h 803953"/>
                <a:gd name="connsiteX112" fmla="*/ 762036 w 3024845"/>
                <a:gd name="connsiteY112" fmla="*/ 246442 h 803953"/>
                <a:gd name="connsiteX113" fmla="*/ 763049 w 3024845"/>
                <a:gd name="connsiteY113" fmla="*/ 246442 h 803953"/>
                <a:gd name="connsiteX114" fmla="*/ 770143 w 3024845"/>
                <a:gd name="connsiteY114" fmla="*/ 246442 h 803953"/>
                <a:gd name="connsiteX115" fmla="*/ 784330 w 3024845"/>
                <a:gd name="connsiteY115" fmla="*/ 250766 h 803953"/>
                <a:gd name="connsiteX116" fmla="*/ 784330 w 3024845"/>
                <a:gd name="connsiteY116" fmla="*/ 289678 h 803953"/>
                <a:gd name="connsiteX117" fmla="*/ 785343 w 3024845"/>
                <a:gd name="connsiteY117" fmla="*/ 289678 h 803953"/>
                <a:gd name="connsiteX118" fmla="*/ 792436 w 3024845"/>
                <a:gd name="connsiteY118" fmla="*/ 289678 h 803953"/>
                <a:gd name="connsiteX119" fmla="*/ 792436 w 3024845"/>
                <a:gd name="connsiteY119" fmla="*/ 291299 h 803953"/>
                <a:gd name="connsiteX120" fmla="*/ 792436 w 3024845"/>
                <a:gd name="connsiteY120" fmla="*/ 302648 h 803953"/>
                <a:gd name="connsiteX121" fmla="*/ 794463 w 3024845"/>
                <a:gd name="connsiteY121" fmla="*/ 302648 h 803953"/>
                <a:gd name="connsiteX122" fmla="*/ 808650 w 3024845"/>
                <a:gd name="connsiteY122" fmla="*/ 302648 h 803953"/>
                <a:gd name="connsiteX123" fmla="*/ 814730 w 3024845"/>
                <a:gd name="connsiteY123" fmla="*/ 309134 h 803953"/>
                <a:gd name="connsiteX124" fmla="*/ 814730 w 3024845"/>
                <a:gd name="connsiteY124" fmla="*/ 330752 h 803953"/>
                <a:gd name="connsiteX125" fmla="*/ 817010 w 3024845"/>
                <a:gd name="connsiteY125" fmla="*/ 330752 h 803953"/>
                <a:gd name="connsiteX126" fmla="*/ 832970 w 3024845"/>
                <a:gd name="connsiteY126" fmla="*/ 330752 h 803953"/>
                <a:gd name="connsiteX127" fmla="*/ 832970 w 3024845"/>
                <a:gd name="connsiteY127" fmla="*/ 331832 h 803953"/>
                <a:gd name="connsiteX128" fmla="*/ 832970 w 3024845"/>
                <a:gd name="connsiteY128" fmla="*/ 339399 h 803953"/>
                <a:gd name="connsiteX129" fmla="*/ 834237 w 3024845"/>
                <a:gd name="connsiteY129" fmla="*/ 339399 h 803953"/>
                <a:gd name="connsiteX130" fmla="*/ 843104 w 3024845"/>
                <a:gd name="connsiteY130" fmla="*/ 339399 h 803953"/>
                <a:gd name="connsiteX131" fmla="*/ 843104 w 3024845"/>
                <a:gd name="connsiteY131" fmla="*/ 341560 h 803953"/>
                <a:gd name="connsiteX132" fmla="*/ 843104 w 3024845"/>
                <a:gd name="connsiteY132" fmla="*/ 356693 h 803953"/>
                <a:gd name="connsiteX133" fmla="*/ 847157 w 3024845"/>
                <a:gd name="connsiteY133" fmla="*/ 354801 h 803953"/>
                <a:gd name="connsiteX134" fmla="*/ 847157 w 3024845"/>
                <a:gd name="connsiteY134" fmla="*/ 341560 h 803953"/>
                <a:gd name="connsiteX135" fmla="*/ 848170 w 3024845"/>
                <a:gd name="connsiteY135" fmla="*/ 341560 h 803953"/>
                <a:gd name="connsiteX136" fmla="*/ 855264 w 3024845"/>
                <a:gd name="connsiteY136" fmla="*/ 341560 h 803953"/>
                <a:gd name="connsiteX137" fmla="*/ 855264 w 3024845"/>
                <a:gd name="connsiteY137" fmla="*/ 343182 h 803953"/>
                <a:gd name="connsiteX138" fmla="*/ 855264 w 3024845"/>
                <a:gd name="connsiteY138" fmla="*/ 354531 h 803953"/>
                <a:gd name="connsiteX139" fmla="*/ 856024 w 3024845"/>
                <a:gd name="connsiteY139" fmla="*/ 354531 h 803953"/>
                <a:gd name="connsiteX140" fmla="*/ 861344 w 3024845"/>
                <a:gd name="connsiteY140" fmla="*/ 354531 h 803953"/>
                <a:gd name="connsiteX141" fmla="*/ 909984 w 3024845"/>
                <a:gd name="connsiteY141" fmla="*/ 350208 h 803953"/>
                <a:gd name="connsiteX142" fmla="*/ 909984 w 3024845"/>
                <a:gd name="connsiteY142" fmla="*/ 351559 h 803953"/>
                <a:gd name="connsiteX143" fmla="*/ 909984 w 3024845"/>
                <a:gd name="connsiteY143" fmla="*/ 361016 h 803953"/>
                <a:gd name="connsiteX144" fmla="*/ 910744 w 3024845"/>
                <a:gd name="connsiteY144" fmla="*/ 361016 h 803953"/>
                <a:gd name="connsiteX145" fmla="*/ 916065 w 3024845"/>
                <a:gd name="connsiteY145" fmla="*/ 361016 h 803953"/>
                <a:gd name="connsiteX146" fmla="*/ 916065 w 3024845"/>
                <a:gd name="connsiteY146" fmla="*/ 363178 h 803953"/>
                <a:gd name="connsiteX147" fmla="*/ 916065 w 3024845"/>
                <a:gd name="connsiteY147" fmla="*/ 378311 h 803953"/>
                <a:gd name="connsiteX148" fmla="*/ 918091 w 3024845"/>
                <a:gd name="connsiteY148" fmla="*/ 376960 h 803953"/>
                <a:gd name="connsiteX149" fmla="*/ 932278 w 3024845"/>
                <a:gd name="connsiteY149" fmla="*/ 367502 h 803953"/>
                <a:gd name="connsiteX150" fmla="*/ 938358 w 3024845"/>
                <a:gd name="connsiteY150" fmla="*/ 326428 h 803953"/>
                <a:gd name="connsiteX151" fmla="*/ 939118 w 3024845"/>
                <a:gd name="connsiteY151" fmla="*/ 326158 h 803953"/>
                <a:gd name="connsiteX152" fmla="*/ 944438 w 3024845"/>
                <a:gd name="connsiteY152" fmla="*/ 324266 h 803953"/>
                <a:gd name="connsiteX153" fmla="*/ 946465 w 3024845"/>
                <a:gd name="connsiteY153" fmla="*/ 255089 h 803953"/>
                <a:gd name="connsiteX154" fmla="*/ 948492 w 3024845"/>
                <a:gd name="connsiteY154" fmla="*/ 324266 h 803953"/>
                <a:gd name="connsiteX155" fmla="*/ 949252 w 3024845"/>
                <a:gd name="connsiteY155" fmla="*/ 324536 h 803953"/>
                <a:gd name="connsiteX156" fmla="*/ 954572 w 3024845"/>
                <a:gd name="connsiteY156" fmla="*/ 326428 h 803953"/>
                <a:gd name="connsiteX157" fmla="*/ 954572 w 3024845"/>
                <a:gd name="connsiteY157" fmla="*/ 239957 h 803953"/>
                <a:gd name="connsiteX158" fmla="*/ 958625 w 3024845"/>
                <a:gd name="connsiteY158" fmla="*/ 207530 h 803953"/>
                <a:gd name="connsiteX159" fmla="*/ 997132 w 3024845"/>
                <a:gd name="connsiteY159" fmla="*/ 207530 h 803953"/>
                <a:gd name="connsiteX160" fmla="*/ 997132 w 3024845"/>
                <a:gd name="connsiteY160" fmla="*/ 239957 h 803953"/>
                <a:gd name="connsiteX161" fmla="*/ 997892 w 3024845"/>
                <a:gd name="connsiteY161" fmla="*/ 239957 h 803953"/>
                <a:gd name="connsiteX162" fmla="*/ 1003212 w 3024845"/>
                <a:gd name="connsiteY162" fmla="*/ 239957 h 803953"/>
                <a:gd name="connsiteX163" fmla="*/ 1003212 w 3024845"/>
                <a:gd name="connsiteY163" fmla="*/ 157809 h 803953"/>
                <a:gd name="connsiteX164" fmla="*/ 1004986 w 3024845"/>
                <a:gd name="connsiteY164" fmla="*/ 157809 h 803953"/>
                <a:gd name="connsiteX165" fmla="*/ 1017399 w 3024845"/>
                <a:gd name="connsiteY165" fmla="*/ 157809 h 803953"/>
                <a:gd name="connsiteX166" fmla="*/ 1017399 w 3024845"/>
                <a:gd name="connsiteY166" fmla="*/ 155918 h 803953"/>
                <a:gd name="connsiteX167" fmla="*/ 1017399 w 3024845"/>
                <a:gd name="connsiteY167" fmla="*/ 142677 h 803953"/>
                <a:gd name="connsiteX168" fmla="*/ 1039693 w 3024845"/>
                <a:gd name="connsiteY168" fmla="*/ 142677 h 803953"/>
                <a:gd name="connsiteX169" fmla="*/ 1039693 w 3024845"/>
                <a:gd name="connsiteY169" fmla="*/ 141596 h 803953"/>
                <a:gd name="connsiteX170" fmla="*/ 1039693 w 3024845"/>
                <a:gd name="connsiteY170" fmla="*/ 134030 h 803953"/>
                <a:gd name="connsiteX171" fmla="*/ 1041466 w 3024845"/>
                <a:gd name="connsiteY171" fmla="*/ 134030 h 803953"/>
                <a:gd name="connsiteX172" fmla="*/ 1053880 w 3024845"/>
                <a:gd name="connsiteY172" fmla="*/ 134030 h 803953"/>
                <a:gd name="connsiteX173" fmla="*/ 1053880 w 3024845"/>
                <a:gd name="connsiteY173" fmla="*/ 135111 h 803953"/>
                <a:gd name="connsiteX174" fmla="*/ 1053880 w 3024845"/>
                <a:gd name="connsiteY174" fmla="*/ 142677 h 803953"/>
                <a:gd name="connsiteX175" fmla="*/ 1054640 w 3024845"/>
                <a:gd name="connsiteY175" fmla="*/ 142677 h 803953"/>
                <a:gd name="connsiteX176" fmla="*/ 1059960 w 3024845"/>
                <a:gd name="connsiteY176" fmla="*/ 142677 h 803953"/>
                <a:gd name="connsiteX177" fmla="*/ 1070093 w 3024845"/>
                <a:gd name="connsiteY177" fmla="*/ 138353 h 803953"/>
                <a:gd name="connsiteX178" fmla="*/ 1074146 w 3024845"/>
                <a:gd name="connsiteY178" fmla="*/ 141596 h 803953"/>
                <a:gd name="connsiteX179" fmla="*/ 1074146 w 3024845"/>
                <a:gd name="connsiteY179" fmla="*/ 134030 h 803953"/>
                <a:gd name="connsiteX180" fmla="*/ 1076426 w 3024845"/>
                <a:gd name="connsiteY180" fmla="*/ 134030 h 803953"/>
                <a:gd name="connsiteX181" fmla="*/ 1092387 w 3024845"/>
                <a:gd name="connsiteY181" fmla="*/ 134030 h 803953"/>
                <a:gd name="connsiteX182" fmla="*/ 1092387 w 3024845"/>
                <a:gd name="connsiteY182" fmla="*/ 135111 h 803953"/>
                <a:gd name="connsiteX183" fmla="*/ 1092387 w 3024845"/>
                <a:gd name="connsiteY183" fmla="*/ 142677 h 803953"/>
                <a:gd name="connsiteX184" fmla="*/ 1122787 w 3024845"/>
                <a:gd name="connsiteY184" fmla="*/ 142677 h 803953"/>
                <a:gd name="connsiteX185" fmla="*/ 1122787 w 3024845"/>
                <a:gd name="connsiteY185" fmla="*/ 144298 h 803953"/>
                <a:gd name="connsiteX186" fmla="*/ 1122787 w 3024845"/>
                <a:gd name="connsiteY186" fmla="*/ 155648 h 803953"/>
                <a:gd name="connsiteX187" fmla="*/ 1149134 w 3024845"/>
                <a:gd name="connsiteY187" fmla="*/ 155648 h 803953"/>
                <a:gd name="connsiteX188" fmla="*/ 1149134 w 3024845"/>
                <a:gd name="connsiteY188" fmla="*/ 185912 h 803953"/>
                <a:gd name="connsiteX189" fmla="*/ 1149894 w 3024845"/>
                <a:gd name="connsiteY189" fmla="*/ 185912 h 803953"/>
                <a:gd name="connsiteX190" fmla="*/ 1155214 w 3024845"/>
                <a:gd name="connsiteY190" fmla="*/ 185912 h 803953"/>
                <a:gd name="connsiteX191" fmla="*/ 1155214 w 3024845"/>
                <a:gd name="connsiteY191" fmla="*/ 186993 h 803953"/>
                <a:gd name="connsiteX192" fmla="*/ 1155214 w 3024845"/>
                <a:gd name="connsiteY192" fmla="*/ 194560 h 803953"/>
                <a:gd name="connsiteX193" fmla="*/ 1159268 w 3024845"/>
                <a:gd name="connsiteY193" fmla="*/ 224824 h 803953"/>
                <a:gd name="connsiteX194" fmla="*/ 1160028 w 3024845"/>
                <a:gd name="connsiteY194" fmla="*/ 224824 h 803953"/>
                <a:gd name="connsiteX195" fmla="*/ 1165348 w 3024845"/>
                <a:gd name="connsiteY195" fmla="*/ 224824 h 803953"/>
                <a:gd name="connsiteX196" fmla="*/ 1165348 w 3024845"/>
                <a:gd name="connsiteY196" fmla="*/ 225635 h 803953"/>
                <a:gd name="connsiteX197" fmla="*/ 1165348 w 3024845"/>
                <a:gd name="connsiteY197" fmla="*/ 231310 h 803953"/>
                <a:gd name="connsiteX198" fmla="*/ 1166361 w 3024845"/>
                <a:gd name="connsiteY198" fmla="*/ 231310 h 803953"/>
                <a:gd name="connsiteX199" fmla="*/ 1173454 w 3024845"/>
                <a:gd name="connsiteY199" fmla="*/ 231310 h 803953"/>
                <a:gd name="connsiteX200" fmla="*/ 1173454 w 3024845"/>
                <a:gd name="connsiteY200" fmla="*/ 261575 h 803953"/>
                <a:gd name="connsiteX201" fmla="*/ 1175481 w 3024845"/>
                <a:gd name="connsiteY201" fmla="*/ 261575 h 803953"/>
                <a:gd name="connsiteX202" fmla="*/ 1189668 w 3024845"/>
                <a:gd name="connsiteY202" fmla="*/ 261575 h 803953"/>
                <a:gd name="connsiteX203" fmla="*/ 1189668 w 3024845"/>
                <a:gd name="connsiteY203" fmla="*/ 285354 h 803953"/>
                <a:gd name="connsiteX204" fmla="*/ 1191695 w 3024845"/>
                <a:gd name="connsiteY204" fmla="*/ 286975 h 803953"/>
                <a:gd name="connsiteX205" fmla="*/ 1191695 w 3024845"/>
                <a:gd name="connsiteY205" fmla="*/ 298325 h 803953"/>
                <a:gd name="connsiteX206" fmla="*/ 1192455 w 3024845"/>
                <a:gd name="connsiteY206" fmla="*/ 298325 h 803953"/>
                <a:gd name="connsiteX207" fmla="*/ 1197775 w 3024845"/>
                <a:gd name="connsiteY207" fmla="*/ 298325 h 803953"/>
                <a:gd name="connsiteX208" fmla="*/ 1197775 w 3024845"/>
                <a:gd name="connsiteY208" fmla="*/ 322104 h 803953"/>
                <a:gd name="connsiteX209" fmla="*/ 1199041 w 3024845"/>
                <a:gd name="connsiteY209" fmla="*/ 322104 h 803953"/>
                <a:gd name="connsiteX210" fmla="*/ 1207908 w 3024845"/>
                <a:gd name="connsiteY210" fmla="*/ 322104 h 803953"/>
                <a:gd name="connsiteX211" fmla="*/ 1209935 w 3024845"/>
                <a:gd name="connsiteY211" fmla="*/ 326158 h 803953"/>
                <a:gd name="connsiteX212" fmla="*/ 1209935 w 3024845"/>
                <a:gd name="connsiteY212" fmla="*/ 339399 h 803953"/>
                <a:gd name="connsiteX213" fmla="*/ 1211455 w 3024845"/>
                <a:gd name="connsiteY213" fmla="*/ 337507 h 803953"/>
                <a:gd name="connsiteX214" fmla="*/ 1222095 w 3024845"/>
                <a:gd name="connsiteY214" fmla="*/ 324266 h 803953"/>
                <a:gd name="connsiteX215" fmla="*/ 1250469 w 3024845"/>
                <a:gd name="connsiteY215" fmla="*/ 324266 h 803953"/>
                <a:gd name="connsiteX216" fmla="*/ 1250469 w 3024845"/>
                <a:gd name="connsiteY216" fmla="*/ 410737 h 803953"/>
                <a:gd name="connsiteX217" fmla="*/ 1251229 w 3024845"/>
                <a:gd name="connsiteY217" fmla="*/ 410737 h 803953"/>
                <a:gd name="connsiteX218" fmla="*/ 1256549 w 3024845"/>
                <a:gd name="connsiteY218" fmla="*/ 410737 h 803953"/>
                <a:gd name="connsiteX219" fmla="*/ 1257309 w 3024845"/>
                <a:gd name="connsiteY219" fmla="*/ 409386 h 803953"/>
                <a:gd name="connsiteX220" fmla="*/ 1262629 w 3024845"/>
                <a:gd name="connsiteY220" fmla="*/ 399928 h 803953"/>
                <a:gd name="connsiteX221" fmla="*/ 1262629 w 3024845"/>
                <a:gd name="connsiteY221" fmla="*/ 401820 h 803953"/>
                <a:gd name="connsiteX222" fmla="*/ 1262629 w 3024845"/>
                <a:gd name="connsiteY222" fmla="*/ 415061 h 803953"/>
                <a:gd name="connsiteX223" fmla="*/ 1266682 w 3024845"/>
                <a:gd name="connsiteY223" fmla="*/ 369664 h 803953"/>
                <a:gd name="connsiteX224" fmla="*/ 1267442 w 3024845"/>
                <a:gd name="connsiteY224" fmla="*/ 369664 h 803953"/>
                <a:gd name="connsiteX225" fmla="*/ 1272762 w 3024845"/>
                <a:gd name="connsiteY225" fmla="*/ 369664 h 803953"/>
                <a:gd name="connsiteX226" fmla="*/ 1272762 w 3024845"/>
                <a:gd name="connsiteY226" fmla="*/ 304810 h 803953"/>
                <a:gd name="connsiteX227" fmla="*/ 1273776 w 3024845"/>
                <a:gd name="connsiteY227" fmla="*/ 304810 h 803953"/>
                <a:gd name="connsiteX228" fmla="*/ 1280869 w 3024845"/>
                <a:gd name="connsiteY228" fmla="*/ 304810 h 803953"/>
                <a:gd name="connsiteX229" fmla="*/ 1293029 w 3024845"/>
                <a:gd name="connsiteY229" fmla="*/ 261575 h 803953"/>
                <a:gd name="connsiteX230" fmla="*/ 1294296 w 3024845"/>
                <a:gd name="connsiteY230" fmla="*/ 261575 h 803953"/>
                <a:gd name="connsiteX231" fmla="*/ 1303163 w 3024845"/>
                <a:gd name="connsiteY231" fmla="*/ 261575 h 803953"/>
                <a:gd name="connsiteX232" fmla="*/ 1313296 w 3024845"/>
                <a:gd name="connsiteY232" fmla="*/ 304810 h 803953"/>
                <a:gd name="connsiteX233" fmla="*/ 1314309 w 3024845"/>
                <a:gd name="connsiteY233" fmla="*/ 304810 h 803953"/>
                <a:gd name="connsiteX234" fmla="*/ 1321403 w 3024845"/>
                <a:gd name="connsiteY234" fmla="*/ 304810 h 803953"/>
                <a:gd name="connsiteX235" fmla="*/ 1321403 w 3024845"/>
                <a:gd name="connsiteY235" fmla="*/ 343722 h 803953"/>
                <a:gd name="connsiteX236" fmla="*/ 1323176 w 3024845"/>
                <a:gd name="connsiteY236" fmla="*/ 343722 h 803953"/>
                <a:gd name="connsiteX237" fmla="*/ 1335590 w 3024845"/>
                <a:gd name="connsiteY237" fmla="*/ 343722 h 803953"/>
                <a:gd name="connsiteX238" fmla="*/ 1335590 w 3024845"/>
                <a:gd name="connsiteY238" fmla="*/ 345884 h 803953"/>
                <a:gd name="connsiteX239" fmla="*/ 1335590 w 3024845"/>
                <a:gd name="connsiteY239" fmla="*/ 361016 h 803953"/>
                <a:gd name="connsiteX240" fmla="*/ 1339643 w 3024845"/>
                <a:gd name="connsiteY240" fmla="*/ 358855 h 803953"/>
                <a:gd name="connsiteX241" fmla="*/ 1339643 w 3024845"/>
                <a:gd name="connsiteY241" fmla="*/ 343722 h 803953"/>
                <a:gd name="connsiteX242" fmla="*/ 1341163 w 3024845"/>
                <a:gd name="connsiteY242" fmla="*/ 343722 h 803953"/>
                <a:gd name="connsiteX243" fmla="*/ 1351803 w 3024845"/>
                <a:gd name="connsiteY243" fmla="*/ 343722 h 803953"/>
                <a:gd name="connsiteX244" fmla="*/ 1351803 w 3024845"/>
                <a:gd name="connsiteY244" fmla="*/ 345343 h 803953"/>
                <a:gd name="connsiteX245" fmla="*/ 1351803 w 3024845"/>
                <a:gd name="connsiteY245" fmla="*/ 356693 h 803953"/>
                <a:gd name="connsiteX246" fmla="*/ 1382204 w 3024845"/>
                <a:gd name="connsiteY246" fmla="*/ 356693 h 803953"/>
                <a:gd name="connsiteX247" fmla="*/ 1382204 w 3024845"/>
                <a:gd name="connsiteY247" fmla="*/ 319943 h 803953"/>
                <a:gd name="connsiteX248" fmla="*/ 1383470 w 3024845"/>
                <a:gd name="connsiteY248" fmla="*/ 319943 h 803953"/>
                <a:gd name="connsiteX249" fmla="*/ 1392337 w 3024845"/>
                <a:gd name="connsiteY249" fmla="*/ 319943 h 803953"/>
                <a:gd name="connsiteX250" fmla="*/ 1392337 w 3024845"/>
                <a:gd name="connsiteY250" fmla="*/ 341560 h 803953"/>
                <a:gd name="connsiteX251" fmla="*/ 1394364 w 3024845"/>
                <a:gd name="connsiteY251" fmla="*/ 309134 h 803953"/>
                <a:gd name="connsiteX252" fmla="*/ 1416657 w 3024845"/>
                <a:gd name="connsiteY252" fmla="*/ 309134 h 803953"/>
                <a:gd name="connsiteX253" fmla="*/ 1416657 w 3024845"/>
                <a:gd name="connsiteY253" fmla="*/ 307512 h 803953"/>
                <a:gd name="connsiteX254" fmla="*/ 1416657 w 3024845"/>
                <a:gd name="connsiteY254" fmla="*/ 296163 h 803953"/>
                <a:gd name="connsiteX255" fmla="*/ 1417417 w 3024845"/>
                <a:gd name="connsiteY255" fmla="*/ 296163 h 803953"/>
                <a:gd name="connsiteX256" fmla="*/ 1422737 w 3024845"/>
                <a:gd name="connsiteY256" fmla="*/ 296163 h 803953"/>
                <a:gd name="connsiteX257" fmla="*/ 1422737 w 3024845"/>
                <a:gd name="connsiteY257" fmla="*/ 294272 h 803953"/>
                <a:gd name="connsiteX258" fmla="*/ 1422737 w 3024845"/>
                <a:gd name="connsiteY258" fmla="*/ 281031 h 803953"/>
                <a:gd name="connsiteX259" fmla="*/ 1426791 w 3024845"/>
                <a:gd name="connsiteY259" fmla="*/ 287516 h 803953"/>
                <a:gd name="connsiteX260" fmla="*/ 1429071 w 3024845"/>
                <a:gd name="connsiteY260" fmla="*/ 287516 h 803953"/>
                <a:gd name="connsiteX261" fmla="*/ 1445031 w 3024845"/>
                <a:gd name="connsiteY261" fmla="*/ 287516 h 803953"/>
                <a:gd name="connsiteX262" fmla="*/ 1445031 w 3024845"/>
                <a:gd name="connsiteY262" fmla="*/ 286705 h 803953"/>
                <a:gd name="connsiteX263" fmla="*/ 1445031 w 3024845"/>
                <a:gd name="connsiteY263" fmla="*/ 281031 h 803953"/>
                <a:gd name="connsiteX264" fmla="*/ 1445791 w 3024845"/>
                <a:gd name="connsiteY264" fmla="*/ 281031 h 803953"/>
                <a:gd name="connsiteX265" fmla="*/ 1451111 w 3024845"/>
                <a:gd name="connsiteY265" fmla="*/ 281031 h 803953"/>
                <a:gd name="connsiteX266" fmla="*/ 1451111 w 3024845"/>
                <a:gd name="connsiteY266" fmla="*/ 282382 h 803953"/>
                <a:gd name="connsiteX267" fmla="*/ 1451111 w 3024845"/>
                <a:gd name="connsiteY267" fmla="*/ 291840 h 803953"/>
                <a:gd name="connsiteX268" fmla="*/ 1489618 w 3024845"/>
                <a:gd name="connsiteY268" fmla="*/ 291840 h 803953"/>
                <a:gd name="connsiteX269" fmla="*/ 1489618 w 3024845"/>
                <a:gd name="connsiteY269" fmla="*/ 430193 h 803953"/>
                <a:gd name="connsiteX270" fmla="*/ 1491138 w 3024845"/>
                <a:gd name="connsiteY270" fmla="*/ 430193 h 803953"/>
                <a:gd name="connsiteX271" fmla="*/ 1501778 w 3024845"/>
                <a:gd name="connsiteY271" fmla="*/ 430193 h 803953"/>
                <a:gd name="connsiteX272" fmla="*/ 1501778 w 3024845"/>
                <a:gd name="connsiteY272" fmla="*/ 417223 h 803953"/>
                <a:gd name="connsiteX273" fmla="*/ 1505832 w 3024845"/>
                <a:gd name="connsiteY273" fmla="*/ 417223 h 803953"/>
                <a:gd name="connsiteX274" fmla="*/ 1505832 w 3024845"/>
                <a:gd name="connsiteY274" fmla="*/ 430193 h 803953"/>
                <a:gd name="connsiteX275" fmla="*/ 1536232 w 3024845"/>
                <a:gd name="connsiteY275" fmla="*/ 430193 h 803953"/>
                <a:gd name="connsiteX276" fmla="*/ 1536232 w 3024845"/>
                <a:gd name="connsiteY276" fmla="*/ 399928 h 803953"/>
                <a:gd name="connsiteX277" fmla="*/ 1548392 w 3024845"/>
                <a:gd name="connsiteY277" fmla="*/ 399928 h 803953"/>
                <a:gd name="connsiteX278" fmla="*/ 1560552 w 3024845"/>
                <a:gd name="connsiteY278" fmla="*/ 397767 h 803953"/>
                <a:gd name="connsiteX279" fmla="*/ 1564606 w 3024845"/>
                <a:gd name="connsiteY279" fmla="*/ 399928 h 803953"/>
                <a:gd name="connsiteX280" fmla="*/ 1574739 w 3024845"/>
                <a:gd name="connsiteY280" fmla="*/ 399928 h 803953"/>
                <a:gd name="connsiteX281" fmla="*/ 1574739 w 3024845"/>
                <a:gd name="connsiteY281" fmla="*/ 430193 h 803953"/>
                <a:gd name="connsiteX282" fmla="*/ 1582846 w 3024845"/>
                <a:gd name="connsiteY282" fmla="*/ 430193 h 803953"/>
                <a:gd name="connsiteX283" fmla="*/ 1582846 w 3024845"/>
                <a:gd name="connsiteY283" fmla="*/ 447488 h 803953"/>
                <a:gd name="connsiteX284" fmla="*/ 1592182 w 3024845"/>
                <a:gd name="connsiteY284" fmla="*/ 448393 h 803953"/>
                <a:gd name="connsiteX285" fmla="*/ 1605140 w 3024845"/>
                <a:gd name="connsiteY285" fmla="*/ 448393 h 803953"/>
                <a:gd name="connsiteX286" fmla="*/ 1605140 w 3024845"/>
                <a:gd name="connsiteY286" fmla="*/ 432355 h 803953"/>
                <a:gd name="connsiteX287" fmla="*/ 1673096 w 3024845"/>
                <a:gd name="connsiteY287" fmla="*/ 432355 h 803953"/>
                <a:gd name="connsiteX288" fmla="*/ 1673096 w 3024845"/>
                <a:gd name="connsiteY288" fmla="*/ 347102 h 803953"/>
                <a:gd name="connsiteX289" fmla="*/ 1745104 w 3024845"/>
                <a:gd name="connsiteY289" fmla="*/ 347102 h 803953"/>
                <a:gd name="connsiteX290" fmla="*/ 1745104 w 3024845"/>
                <a:gd name="connsiteY290" fmla="*/ 425870 h 803953"/>
                <a:gd name="connsiteX291" fmla="*/ 1747008 w 3024845"/>
                <a:gd name="connsiteY291" fmla="*/ 425870 h 803953"/>
                <a:gd name="connsiteX292" fmla="*/ 1748250 w 3024845"/>
                <a:gd name="connsiteY292" fmla="*/ 448393 h 803953"/>
                <a:gd name="connsiteX293" fmla="*/ 1757926 w 3024845"/>
                <a:gd name="connsiteY293" fmla="*/ 448393 h 803953"/>
                <a:gd name="connsiteX294" fmla="*/ 1759168 w 3024845"/>
                <a:gd name="connsiteY294" fmla="*/ 425870 h 803953"/>
                <a:gd name="connsiteX295" fmla="*/ 1765248 w 3024845"/>
                <a:gd name="connsiteY295" fmla="*/ 425870 h 803953"/>
                <a:gd name="connsiteX296" fmla="*/ 1766490 w 3024845"/>
                <a:gd name="connsiteY296" fmla="*/ 448393 h 803953"/>
                <a:gd name="connsiteX297" fmla="*/ 1817112 w 3024845"/>
                <a:gd name="connsiteY297" fmla="*/ 448393 h 803953"/>
                <a:gd name="connsiteX298" fmla="*/ 1817112 w 3024845"/>
                <a:gd name="connsiteY298" fmla="*/ 285365 h 803953"/>
                <a:gd name="connsiteX299" fmla="*/ 2014439 w 3024845"/>
                <a:gd name="connsiteY299" fmla="*/ 285365 h 803953"/>
                <a:gd name="connsiteX300" fmla="*/ 2014439 w 3024845"/>
                <a:gd name="connsiteY300" fmla="*/ 448393 h 803953"/>
                <a:gd name="connsiteX301" fmla="*/ 2033136 w 3024845"/>
                <a:gd name="connsiteY301" fmla="*/ 448393 h 803953"/>
                <a:gd name="connsiteX302" fmla="*/ 2033136 w 3024845"/>
                <a:gd name="connsiteY302" fmla="*/ 365700 h 803953"/>
                <a:gd name="connsiteX303" fmla="*/ 2128256 w 3024845"/>
                <a:gd name="connsiteY303" fmla="*/ 365700 h 803953"/>
                <a:gd name="connsiteX304" fmla="*/ 2180720 w 3024845"/>
                <a:gd name="connsiteY304" fmla="*/ 300487 h 803953"/>
                <a:gd name="connsiteX305" fmla="*/ 2245574 w 3024845"/>
                <a:gd name="connsiteY305" fmla="*/ 300487 h 803953"/>
                <a:gd name="connsiteX306" fmla="*/ 2245574 w 3024845"/>
                <a:gd name="connsiteY306" fmla="*/ 376149 h 803953"/>
                <a:gd name="connsiteX307" fmla="*/ 2253681 w 3024845"/>
                <a:gd name="connsiteY307" fmla="*/ 376149 h 803953"/>
                <a:gd name="connsiteX308" fmla="*/ 2255708 w 3024845"/>
                <a:gd name="connsiteY308" fmla="*/ 369664 h 803953"/>
                <a:gd name="connsiteX309" fmla="*/ 2261788 w 3024845"/>
                <a:gd name="connsiteY309" fmla="*/ 369664 h 803953"/>
                <a:gd name="connsiteX310" fmla="*/ 2263815 w 3024845"/>
                <a:gd name="connsiteY310" fmla="*/ 378311 h 803953"/>
                <a:gd name="connsiteX311" fmla="*/ 2275975 w 3024845"/>
                <a:gd name="connsiteY311" fmla="*/ 378311 h 803953"/>
                <a:gd name="connsiteX312" fmla="*/ 2275975 w 3024845"/>
                <a:gd name="connsiteY312" fmla="*/ 371825 h 803953"/>
                <a:gd name="connsiteX313" fmla="*/ 2298268 w 3024845"/>
                <a:gd name="connsiteY313" fmla="*/ 371825 h 803953"/>
                <a:gd name="connsiteX314" fmla="*/ 2298268 w 3024845"/>
                <a:gd name="connsiteY314" fmla="*/ 378311 h 803953"/>
                <a:gd name="connsiteX315" fmla="*/ 2318535 w 3024845"/>
                <a:gd name="connsiteY315" fmla="*/ 378311 h 803953"/>
                <a:gd name="connsiteX316" fmla="*/ 2318535 w 3024845"/>
                <a:gd name="connsiteY316" fmla="*/ 423708 h 803953"/>
                <a:gd name="connsiteX317" fmla="*/ 2332722 w 3024845"/>
                <a:gd name="connsiteY317" fmla="*/ 423708 h 803953"/>
                <a:gd name="connsiteX318" fmla="*/ 2332722 w 3024845"/>
                <a:gd name="connsiteY318" fmla="*/ 410737 h 803953"/>
                <a:gd name="connsiteX319" fmla="*/ 2348936 w 3024845"/>
                <a:gd name="connsiteY319" fmla="*/ 410737 h 803953"/>
                <a:gd name="connsiteX320" fmla="*/ 2348936 w 3024845"/>
                <a:gd name="connsiteY320" fmla="*/ 231310 h 803953"/>
                <a:gd name="connsiteX321" fmla="*/ 2355016 w 3024845"/>
                <a:gd name="connsiteY321" fmla="*/ 224824 h 803953"/>
                <a:gd name="connsiteX322" fmla="*/ 2427977 w 3024845"/>
                <a:gd name="connsiteY322" fmla="*/ 224824 h 803953"/>
                <a:gd name="connsiteX323" fmla="*/ 2427977 w 3024845"/>
                <a:gd name="connsiteY323" fmla="*/ 233472 h 803953"/>
                <a:gd name="connsiteX324" fmla="*/ 2438110 w 3024845"/>
                <a:gd name="connsiteY324" fmla="*/ 233472 h 803953"/>
                <a:gd name="connsiteX325" fmla="*/ 2438110 w 3024845"/>
                <a:gd name="connsiteY325" fmla="*/ 348046 h 803953"/>
                <a:gd name="connsiteX326" fmla="*/ 2460404 w 3024845"/>
                <a:gd name="connsiteY326" fmla="*/ 348046 h 803953"/>
                <a:gd name="connsiteX327" fmla="*/ 2460404 w 3024845"/>
                <a:gd name="connsiteY327" fmla="*/ 281031 h 803953"/>
                <a:gd name="connsiteX328" fmla="*/ 2486751 w 3024845"/>
                <a:gd name="connsiteY328" fmla="*/ 281031 h 803953"/>
                <a:gd name="connsiteX329" fmla="*/ 2490804 w 3024845"/>
                <a:gd name="connsiteY329" fmla="*/ 276707 h 803953"/>
                <a:gd name="connsiteX330" fmla="*/ 2498911 w 3024845"/>
                <a:gd name="connsiteY330" fmla="*/ 276707 h 803953"/>
                <a:gd name="connsiteX331" fmla="*/ 2502964 w 3024845"/>
                <a:gd name="connsiteY331" fmla="*/ 281031 h 803953"/>
                <a:gd name="connsiteX332" fmla="*/ 2525258 w 3024845"/>
                <a:gd name="connsiteY332" fmla="*/ 281031 h 803953"/>
                <a:gd name="connsiteX333" fmla="*/ 2525258 w 3024845"/>
                <a:gd name="connsiteY333" fmla="*/ 164295 h 803953"/>
                <a:gd name="connsiteX334" fmla="*/ 2582005 w 3024845"/>
                <a:gd name="connsiteY334" fmla="*/ 153486 h 803953"/>
                <a:gd name="connsiteX335" fmla="*/ 2582005 w 3024845"/>
                <a:gd name="connsiteY335" fmla="*/ 154567 h 803953"/>
                <a:gd name="connsiteX336" fmla="*/ 2582005 w 3024845"/>
                <a:gd name="connsiteY336" fmla="*/ 162133 h 803953"/>
                <a:gd name="connsiteX337" fmla="*/ 2608352 w 3024845"/>
                <a:gd name="connsiteY337" fmla="*/ 162133 h 803953"/>
                <a:gd name="connsiteX338" fmla="*/ 2608352 w 3024845"/>
                <a:gd name="connsiteY338" fmla="*/ 417223 h 803953"/>
                <a:gd name="connsiteX339" fmla="*/ 2630646 w 3024845"/>
                <a:gd name="connsiteY339" fmla="*/ 417223 h 803953"/>
                <a:gd name="connsiteX340" fmla="*/ 2630646 w 3024845"/>
                <a:gd name="connsiteY340" fmla="*/ 412899 h 803953"/>
                <a:gd name="connsiteX341" fmla="*/ 2642806 w 3024845"/>
                <a:gd name="connsiteY341" fmla="*/ 412899 h 803953"/>
                <a:gd name="connsiteX342" fmla="*/ 2642806 w 3024845"/>
                <a:gd name="connsiteY342" fmla="*/ 417223 h 803953"/>
                <a:gd name="connsiteX343" fmla="*/ 2667126 w 3024845"/>
                <a:gd name="connsiteY343" fmla="*/ 417223 h 803953"/>
                <a:gd name="connsiteX344" fmla="*/ 2667126 w 3024845"/>
                <a:gd name="connsiteY344" fmla="*/ 404252 h 803953"/>
                <a:gd name="connsiteX345" fmla="*/ 2695500 w 3024845"/>
                <a:gd name="connsiteY345" fmla="*/ 404252 h 803953"/>
                <a:gd name="connsiteX346" fmla="*/ 2707660 w 3024845"/>
                <a:gd name="connsiteY346" fmla="*/ 399928 h 803953"/>
                <a:gd name="connsiteX347" fmla="*/ 2727927 w 3024845"/>
                <a:gd name="connsiteY347" fmla="*/ 404252 h 803953"/>
                <a:gd name="connsiteX348" fmla="*/ 2727927 w 3024845"/>
                <a:gd name="connsiteY348" fmla="*/ 386958 h 803953"/>
                <a:gd name="connsiteX349" fmla="*/ 2736034 w 3024845"/>
                <a:gd name="connsiteY349" fmla="*/ 386958 h 803953"/>
                <a:gd name="connsiteX350" fmla="*/ 2736034 w 3024845"/>
                <a:gd name="connsiteY350" fmla="*/ 373987 h 803953"/>
                <a:gd name="connsiteX351" fmla="*/ 2792781 w 3024845"/>
                <a:gd name="connsiteY351" fmla="*/ 373987 h 803953"/>
                <a:gd name="connsiteX352" fmla="*/ 2792781 w 3024845"/>
                <a:gd name="connsiteY352" fmla="*/ 343722 h 803953"/>
                <a:gd name="connsiteX353" fmla="*/ 2811021 w 3024845"/>
                <a:gd name="connsiteY353" fmla="*/ 343722 h 803953"/>
                <a:gd name="connsiteX354" fmla="*/ 2811021 w 3024845"/>
                <a:gd name="connsiteY354" fmla="*/ 337237 h 803953"/>
                <a:gd name="connsiteX355" fmla="*/ 2823181 w 3024845"/>
                <a:gd name="connsiteY355" fmla="*/ 337237 h 803953"/>
                <a:gd name="connsiteX356" fmla="*/ 2823181 w 3024845"/>
                <a:gd name="connsiteY356" fmla="*/ 343722 h 803953"/>
                <a:gd name="connsiteX357" fmla="*/ 2839395 w 3024845"/>
                <a:gd name="connsiteY357" fmla="*/ 343722 h 803953"/>
                <a:gd name="connsiteX358" fmla="*/ 2839395 w 3024845"/>
                <a:gd name="connsiteY358" fmla="*/ 393443 h 803953"/>
                <a:gd name="connsiteX359" fmla="*/ 2871822 w 3024845"/>
                <a:gd name="connsiteY359" fmla="*/ 393443 h 803953"/>
                <a:gd name="connsiteX360" fmla="*/ 2871822 w 3024845"/>
                <a:gd name="connsiteY360" fmla="*/ 367502 h 803953"/>
                <a:gd name="connsiteX361" fmla="*/ 2910329 w 3024845"/>
                <a:gd name="connsiteY361" fmla="*/ 367502 h 803953"/>
                <a:gd name="connsiteX362" fmla="*/ 2910329 w 3024845"/>
                <a:gd name="connsiteY362" fmla="*/ 337237 h 803953"/>
                <a:gd name="connsiteX363" fmla="*/ 2958970 w 3024845"/>
                <a:gd name="connsiteY363" fmla="*/ 337237 h 803953"/>
                <a:gd name="connsiteX364" fmla="*/ 2958970 w 3024845"/>
                <a:gd name="connsiteY364" fmla="*/ 448393 h 803953"/>
                <a:gd name="connsiteX365" fmla="*/ 2958970 w 3024845"/>
                <a:gd name="connsiteY365" fmla="*/ 462172 h 803953"/>
                <a:gd name="connsiteX366" fmla="*/ 3024845 w 3024845"/>
                <a:gd name="connsiteY366" fmla="*/ 462172 h 803953"/>
                <a:gd name="connsiteX367" fmla="*/ 3024845 w 3024845"/>
                <a:gd name="connsiteY367" fmla="*/ 803953 h 803953"/>
                <a:gd name="connsiteX368" fmla="*/ 2054 w 3024845"/>
                <a:gd name="connsiteY368" fmla="*/ 801620 h 803953"/>
                <a:gd name="connsiteX369" fmla="*/ 0 w 3024845"/>
                <a:gd name="connsiteY369" fmla="*/ 367502 h 803953"/>
                <a:gd name="connsiteX370" fmla="*/ 20267 w 3024845"/>
                <a:gd name="connsiteY370" fmla="*/ 367502 h 803953"/>
                <a:gd name="connsiteX371" fmla="*/ 20774 w 3024845"/>
                <a:gd name="connsiteY371" fmla="*/ 366421 h 803953"/>
                <a:gd name="connsiteX372" fmla="*/ 24320 w 3024845"/>
                <a:gd name="connsiteY372" fmla="*/ 358855 h 803953"/>
                <a:gd name="connsiteX373" fmla="*/ 26094 w 3024845"/>
                <a:gd name="connsiteY373" fmla="*/ 359125 h 803953"/>
                <a:gd name="connsiteX374" fmla="*/ 38507 w 3024845"/>
                <a:gd name="connsiteY374" fmla="*/ 361016 h 803953"/>
                <a:gd name="connsiteX375" fmla="*/ 39014 w 3024845"/>
                <a:gd name="connsiteY375" fmla="*/ 362368 h 803953"/>
                <a:gd name="connsiteX376" fmla="*/ 42560 w 3024845"/>
                <a:gd name="connsiteY376" fmla="*/ 371825 h 803953"/>
                <a:gd name="connsiteX377" fmla="*/ 68907 w 3024845"/>
                <a:gd name="connsiteY377" fmla="*/ 373987 h 803953"/>
                <a:gd name="connsiteX378" fmla="*/ 68907 w 3024845"/>
                <a:gd name="connsiteY378" fmla="*/ 250766 h 803953"/>
                <a:gd name="connsiteX379" fmla="*/ 70934 w 3024845"/>
                <a:gd name="connsiteY379" fmla="*/ 250766 h 803953"/>
                <a:gd name="connsiteX380" fmla="*/ 85121 w 3024845"/>
                <a:gd name="connsiteY380" fmla="*/ 250766 h 803953"/>
                <a:gd name="connsiteX381" fmla="*/ 85121 w 3024845"/>
                <a:gd name="connsiteY381" fmla="*/ 114574 h 803953"/>
                <a:gd name="connsiteX382" fmla="*/ 86894 w 3024845"/>
                <a:gd name="connsiteY382" fmla="*/ 114574 h 803953"/>
                <a:gd name="connsiteX383" fmla="*/ 99308 w 3024845"/>
                <a:gd name="connsiteY383" fmla="*/ 114574 h 803953"/>
                <a:gd name="connsiteX384" fmla="*/ 99308 w 3024845"/>
                <a:gd name="connsiteY384" fmla="*/ 0 h 803953"/>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347598 h 689379"/>
                <a:gd name="connsiteX367" fmla="*/ 3024845 w 3024845"/>
                <a:gd name="connsiteY367" fmla="*/ 689379 h 689379"/>
                <a:gd name="connsiteX368" fmla="*/ 2054 w 3024845"/>
                <a:gd name="connsiteY368" fmla="*/ 687046 h 689379"/>
                <a:gd name="connsiteX369" fmla="*/ 0 w 3024845"/>
                <a:gd name="connsiteY369" fmla="*/ 252928 h 689379"/>
                <a:gd name="connsiteX370" fmla="*/ 20267 w 3024845"/>
                <a:gd name="connsiteY370" fmla="*/ 252928 h 689379"/>
                <a:gd name="connsiteX371" fmla="*/ 20774 w 3024845"/>
                <a:gd name="connsiteY371" fmla="*/ 251847 h 689379"/>
                <a:gd name="connsiteX372" fmla="*/ 24320 w 3024845"/>
                <a:gd name="connsiteY372" fmla="*/ 244281 h 689379"/>
                <a:gd name="connsiteX373" fmla="*/ 26094 w 3024845"/>
                <a:gd name="connsiteY373" fmla="*/ 244551 h 689379"/>
                <a:gd name="connsiteX374" fmla="*/ 38507 w 3024845"/>
                <a:gd name="connsiteY374" fmla="*/ 246442 h 689379"/>
                <a:gd name="connsiteX375" fmla="*/ 39014 w 3024845"/>
                <a:gd name="connsiteY375" fmla="*/ 247794 h 689379"/>
                <a:gd name="connsiteX376" fmla="*/ 42560 w 3024845"/>
                <a:gd name="connsiteY376" fmla="*/ 257251 h 689379"/>
                <a:gd name="connsiteX377" fmla="*/ 68907 w 3024845"/>
                <a:gd name="connsiteY377" fmla="*/ 259413 h 689379"/>
                <a:gd name="connsiteX378" fmla="*/ 68907 w 3024845"/>
                <a:gd name="connsiteY378" fmla="*/ 136192 h 689379"/>
                <a:gd name="connsiteX379" fmla="*/ 70934 w 3024845"/>
                <a:gd name="connsiteY379" fmla="*/ 136192 h 689379"/>
                <a:gd name="connsiteX380" fmla="*/ 85121 w 3024845"/>
                <a:gd name="connsiteY380" fmla="*/ 136192 h 689379"/>
                <a:gd name="connsiteX381" fmla="*/ 85121 w 3024845"/>
                <a:gd name="connsiteY381" fmla="*/ 0 h 689379"/>
                <a:gd name="connsiteX382" fmla="*/ 86894 w 3024845"/>
                <a:gd name="connsiteY382" fmla="*/ 0 h 689379"/>
                <a:gd name="connsiteX383" fmla="*/ 99308 w 3024845"/>
                <a:gd name="connsiteY383" fmla="*/ 0 h 6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Lst>
              <a:rect l="l" t="t" r="r" b="b"/>
              <a:pathLst>
                <a:path w="3024845" h="689379">
                  <a:moveTo>
                    <a:pt x="99308" y="0"/>
                  </a:moveTo>
                  <a:lnTo>
                    <a:pt x="220909" y="0"/>
                  </a:lnTo>
                  <a:lnTo>
                    <a:pt x="223189" y="0"/>
                  </a:lnTo>
                  <a:lnTo>
                    <a:pt x="239150" y="0"/>
                  </a:lnTo>
                  <a:lnTo>
                    <a:pt x="239150" y="140515"/>
                  </a:lnTo>
                  <a:cubicBezTo>
                    <a:pt x="239160" y="140514"/>
                    <a:pt x="239272" y="140493"/>
                    <a:pt x="240670" y="140245"/>
                  </a:cubicBezTo>
                  <a:lnTo>
                    <a:pt x="251310" y="138354"/>
                  </a:lnTo>
                  <a:cubicBezTo>
                    <a:pt x="251310" y="138376"/>
                    <a:pt x="251280" y="139710"/>
                    <a:pt x="249283" y="226986"/>
                  </a:cubicBezTo>
                  <a:cubicBezTo>
                    <a:pt x="249293" y="226988"/>
                    <a:pt x="249404" y="227008"/>
                    <a:pt x="250803" y="227257"/>
                  </a:cubicBezTo>
                  <a:lnTo>
                    <a:pt x="261443" y="229148"/>
                  </a:lnTo>
                  <a:cubicBezTo>
                    <a:pt x="261445" y="229155"/>
                    <a:pt x="261465" y="229219"/>
                    <a:pt x="261696" y="229959"/>
                  </a:cubicBezTo>
                  <a:lnTo>
                    <a:pt x="263470" y="235634"/>
                  </a:lnTo>
                  <a:cubicBezTo>
                    <a:pt x="263472" y="235625"/>
                    <a:pt x="263517" y="235482"/>
                    <a:pt x="264230" y="233202"/>
                  </a:cubicBezTo>
                  <a:lnTo>
                    <a:pt x="269550" y="216178"/>
                  </a:lnTo>
                  <a:lnTo>
                    <a:pt x="271323" y="216178"/>
                  </a:lnTo>
                  <a:lnTo>
                    <a:pt x="283737" y="216178"/>
                  </a:lnTo>
                  <a:lnTo>
                    <a:pt x="283737" y="248604"/>
                  </a:lnTo>
                  <a:cubicBezTo>
                    <a:pt x="283743" y="248609"/>
                    <a:pt x="283820" y="248649"/>
                    <a:pt x="284750" y="249145"/>
                  </a:cubicBezTo>
                  <a:lnTo>
                    <a:pt x="291844" y="252928"/>
                  </a:lnTo>
                  <a:lnTo>
                    <a:pt x="291844" y="254279"/>
                  </a:lnTo>
                  <a:lnTo>
                    <a:pt x="291844" y="263737"/>
                  </a:lnTo>
                  <a:lnTo>
                    <a:pt x="336431" y="263737"/>
                  </a:lnTo>
                  <a:lnTo>
                    <a:pt x="336431" y="264818"/>
                  </a:lnTo>
                  <a:lnTo>
                    <a:pt x="336431" y="272384"/>
                  </a:lnTo>
                  <a:lnTo>
                    <a:pt x="338457" y="272384"/>
                  </a:lnTo>
                  <a:lnTo>
                    <a:pt x="352644" y="272384"/>
                  </a:lnTo>
                  <a:lnTo>
                    <a:pt x="352644" y="242119"/>
                  </a:lnTo>
                  <a:lnTo>
                    <a:pt x="397231" y="242119"/>
                  </a:lnTo>
                  <a:lnTo>
                    <a:pt x="397231" y="240768"/>
                  </a:lnTo>
                  <a:lnTo>
                    <a:pt x="397231" y="231310"/>
                  </a:lnTo>
                  <a:lnTo>
                    <a:pt x="398245" y="231310"/>
                  </a:lnTo>
                  <a:lnTo>
                    <a:pt x="405338" y="231310"/>
                  </a:lnTo>
                  <a:lnTo>
                    <a:pt x="405338" y="229419"/>
                  </a:lnTo>
                  <a:lnTo>
                    <a:pt x="405338" y="216178"/>
                  </a:lnTo>
                  <a:lnTo>
                    <a:pt x="406098" y="216178"/>
                  </a:lnTo>
                  <a:lnTo>
                    <a:pt x="411418" y="216178"/>
                  </a:lnTo>
                  <a:lnTo>
                    <a:pt x="411418" y="215097"/>
                  </a:lnTo>
                  <a:lnTo>
                    <a:pt x="411418" y="207530"/>
                  </a:lnTo>
                  <a:lnTo>
                    <a:pt x="413445" y="207530"/>
                  </a:lnTo>
                  <a:lnTo>
                    <a:pt x="427632" y="207530"/>
                  </a:lnTo>
                  <a:lnTo>
                    <a:pt x="427632" y="208611"/>
                  </a:lnTo>
                  <a:lnTo>
                    <a:pt x="427632" y="216178"/>
                  </a:lnTo>
                  <a:lnTo>
                    <a:pt x="449925" y="216178"/>
                  </a:lnTo>
                  <a:lnTo>
                    <a:pt x="449925" y="214286"/>
                  </a:lnTo>
                  <a:lnTo>
                    <a:pt x="449925" y="201045"/>
                  </a:lnTo>
                  <a:lnTo>
                    <a:pt x="451699" y="201045"/>
                  </a:lnTo>
                  <a:lnTo>
                    <a:pt x="464112" y="201045"/>
                  </a:lnTo>
                  <a:lnTo>
                    <a:pt x="464112" y="224825"/>
                  </a:lnTo>
                  <a:lnTo>
                    <a:pt x="465126" y="224825"/>
                  </a:lnTo>
                  <a:lnTo>
                    <a:pt x="472219" y="224825"/>
                  </a:lnTo>
                  <a:lnTo>
                    <a:pt x="472219" y="223744"/>
                  </a:lnTo>
                  <a:lnTo>
                    <a:pt x="472219" y="216178"/>
                  </a:lnTo>
                  <a:lnTo>
                    <a:pt x="473992" y="216178"/>
                  </a:lnTo>
                  <a:lnTo>
                    <a:pt x="486406" y="216178"/>
                  </a:lnTo>
                  <a:lnTo>
                    <a:pt x="486406" y="242119"/>
                  </a:lnTo>
                  <a:lnTo>
                    <a:pt x="488433" y="242119"/>
                  </a:lnTo>
                  <a:lnTo>
                    <a:pt x="502619" y="242119"/>
                  </a:lnTo>
                  <a:lnTo>
                    <a:pt x="502619" y="243740"/>
                  </a:lnTo>
                  <a:lnTo>
                    <a:pt x="502619" y="255090"/>
                  </a:lnTo>
                  <a:lnTo>
                    <a:pt x="503379" y="255090"/>
                  </a:lnTo>
                  <a:lnTo>
                    <a:pt x="508700" y="255090"/>
                  </a:lnTo>
                  <a:lnTo>
                    <a:pt x="508700" y="254279"/>
                  </a:lnTo>
                  <a:lnTo>
                    <a:pt x="508700" y="248604"/>
                  </a:lnTo>
                  <a:lnTo>
                    <a:pt x="539100" y="248604"/>
                  </a:lnTo>
                  <a:lnTo>
                    <a:pt x="539100" y="272384"/>
                  </a:lnTo>
                  <a:lnTo>
                    <a:pt x="540113" y="272384"/>
                  </a:lnTo>
                  <a:lnTo>
                    <a:pt x="547207" y="272384"/>
                  </a:lnTo>
                  <a:lnTo>
                    <a:pt x="547207" y="273465"/>
                  </a:lnTo>
                  <a:lnTo>
                    <a:pt x="547207" y="281031"/>
                  </a:lnTo>
                  <a:lnTo>
                    <a:pt x="547967" y="281031"/>
                  </a:lnTo>
                  <a:lnTo>
                    <a:pt x="553287" y="281031"/>
                  </a:lnTo>
                  <a:lnTo>
                    <a:pt x="553287" y="278869"/>
                  </a:lnTo>
                  <a:lnTo>
                    <a:pt x="553287" y="263737"/>
                  </a:lnTo>
                  <a:lnTo>
                    <a:pt x="554300" y="263737"/>
                  </a:lnTo>
                  <a:lnTo>
                    <a:pt x="561394" y="263737"/>
                  </a:lnTo>
                  <a:lnTo>
                    <a:pt x="561394" y="264818"/>
                  </a:lnTo>
                  <a:lnTo>
                    <a:pt x="561394" y="272384"/>
                  </a:lnTo>
                  <a:lnTo>
                    <a:pt x="566714" y="270391"/>
                  </a:lnTo>
                  <a:cubicBezTo>
                    <a:pt x="567474" y="270019"/>
                    <a:pt x="567474" y="269817"/>
                    <a:pt x="567474" y="269411"/>
                  </a:cubicBezTo>
                  <a:lnTo>
                    <a:pt x="567474" y="263737"/>
                  </a:lnTo>
                  <a:lnTo>
                    <a:pt x="605981" y="263737"/>
                  </a:lnTo>
                  <a:lnTo>
                    <a:pt x="605981" y="287516"/>
                  </a:lnTo>
                  <a:lnTo>
                    <a:pt x="608007" y="287516"/>
                  </a:lnTo>
                  <a:lnTo>
                    <a:pt x="622194" y="287516"/>
                  </a:lnTo>
                  <a:lnTo>
                    <a:pt x="622194" y="288597"/>
                  </a:lnTo>
                  <a:lnTo>
                    <a:pt x="622194" y="296163"/>
                  </a:lnTo>
                  <a:lnTo>
                    <a:pt x="623968" y="296163"/>
                  </a:lnTo>
                  <a:lnTo>
                    <a:pt x="636381" y="296163"/>
                  </a:lnTo>
                  <a:lnTo>
                    <a:pt x="636381" y="272384"/>
                  </a:lnTo>
                  <a:lnTo>
                    <a:pt x="637394" y="272384"/>
                  </a:lnTo>
                  <a:lnTo>
                    <a:pt x="644488" y="272384"/>
                  </a:lnTo>
                  <a:lnTo>
                    <a:pt x="644488" y="239957"/>
                  </a:lnTo>
                  <a:lnTo>
                    <a:pt x="645501" y="239957"/>
                  </a:lnTo>
                  <a:lnTo>
                    <a:pt x="652595" y="239957"/>
                  </a:lnTo>
                  <a:lnTo>
                    <a:pt x="652595" y="238066"/>
                  </a:lnTo>
                  <a:lnTo>
                    <a:pt x="652595" y="224825"/>
                  </a:lnTo>
                  <a:cubicBezTo>
                    <a:pt x="650568" y="224825"/>
                    <a:pt x="650568" y="224825"/>
                    <a:pt x="651328" y="223203"/>
                  </a:cubicBezTo>
                  <a:lnTo>
                    <a:pt x="656648" y="211854"/>
                  </a:lnTo>
                  <a:cubicBezTo>
                    <a:pt x="656653" y="211871"/>
                    <a:pt x="656848" y="212545"/>
                    <a:pt x="664755" y="239957"/>
                  </a:cubicBezTo>
                  <a:lnTo>
                    <a:pt x="665515" y="239957"/>
                  </a:lnTo>
                  <a:lnTo>
                    <a:pt x="670835" y="239957"/>
                  </a:lnTo>
                  <a:lnTo>
                    <a:pt x="670835" y="134030"/>
                  </a:lnTo>
                  <a:lnTo>
                    <a:pt x="672355" y="134030"/>
                  </a:lnTo>
                  <a:lnTo>
                    <a:pt x="682995" y="134030"/>
                  </a:lnTo>
                  <a:lnTo>
                    <a:pt x="682995" y="86471"/>
                  </a:lnTo>
                  <a:lnTo>
                    <a:pt x="709342" y="86471"/>
                  </a:lnTo>
                  <a:lnTo>
                    <a:pt x="709342" y="64853"/>
                  </a:lnTo>
                  <a:lnTo>
                    <a:pt x="743796" y="64853"/>
                  </a:lnTo>
                  <a:lnTo>
                    <a:pt x="743796" y="67285"/>
                  </a:lnTo>
                  <a:lnTo>
                    <a:pt x="743796" y="84309"/>
                  </a:lnTo>
                  <a:lnTo>
                    <a:pt x="746076" y="84309"/>
                  </a:lnTo>
                  <a:lnTo>
                    <a:pt x="762036" y="84309"/>
                  </a:lnTo>
                  <a:lnTo>
                    <a:pt x="762036" y="131868"/>
                  </a:lnTo>
                  <a:lnTo>
                    <a:pt x="763049" y="131868"/>
                  </a:lnTo>
                  <a:lnTo>
                    <a:pt x="770143" y="131868"/>
                  </a:lnTo>
                  <a:lnTo>
                    <a:pt x="784330" y="136192"/>
                  </a:lnTo>
                  <a:lnTo>
                    <a:pt x="784330" y="175104"/>
                  </a:lnTo>
                  <a:lnTo>
                    <a:pt x="785343" y="175104"/>
                  </a:lnTo>
                  <a:lnTo>
                    <a:pt x="792436" y="175104"/>
                  </a:lnTo>
                  <a:lnTo>
                    <a:pt x="792436" y="176725"/>
                  </a:lnTo>
                  <a:lnTo>
                    <a:pt x="792436" y="188074"/>
                  </a:lnTo>
                  <a:lnTo>
                    <a:pt x="794463" y="188074"/>
                  </a:lnTo>
                  <a:lnTo>
                    <a:pt x="808650" y="188074"/>
                  </a:lnTo>
                  <a:lnTo>
                    <a:pt x="814730" y="194560"/>
                  </a:lnTo>
                  <a:lnTo>
                    <a:pt x="814730" y="216178"/>
                  </a:lnTo>
                  <a:lnTo>
                    <a:pt x="817010" y="216178"/>
                  </a:lnTo>
                  <a:lnTo>
                    <a:pt x="832970" y="216178"/>
                  </a:lnTo>
                  <a:lnTo>
                    <a:pt x="832970" y="217258"/>
                  </a:lnTo>
                  <a:lnTo>
                    <a:pt x="832970" y="224825"/>
                  </a:lnTo>
                  <a:lnTo>
                    <a:pt x="834237" y="224825"/>
                  </a:lnTo>
                  <a:lnTo>
                    <a:pt x="843104" y="224825"/>
                  </a:lnTo>
                  <a:lnTo>
                    <a:pt x="843104" y="226986"/>
                  </a:lnTo>
                  <a:lnTo>
                    <a:pt x="843104" y="242119"/>
                  </a:lnTo>
                  <a:cubicBezTo>
                    <a:pt x="847157" y="242119"/>
                    <a:pt x="847157" y="242119"/>
                    <a:pt x="847157" y="240227"/>
                  </a:cubicBezTo>
                  <a:lnTo>
                    <a:pt x="847157" y="226986"/>
                  </a:lnTo>
                  <a:lnTo>
                    <a:pt x="848170" y="226986"/>
                  </a:lnTo>
                  <a:lnTo>
                    <a:pt x="855264" y="226986"/>
                  </a:lnTo>
                  <a:lnTo>
                    <a:pt x="855264" y="228608"/>
                  </a:lnTo>
                  <a:lnTo>
                    <a:pt x="855264" y="239957"/>
                  </a:lnTo>
                  <a:lnTo>
                    <a:pt x="856024" y="239957"/>
                  </a:lnTo>
                  <a:lnTo>
                    <a:pt x="861344" y="239957"/>
                  </a:lnTo>
                  <a:cubicBezTo>
                    <a:pt x="861344" y="235634"/>
                    <a:pt x="861344" y="235634"/>
                    <a:pt x="909984" y="235634"/>
                  </a:cubicBezTo>
                  <a:lnTo>
                    <a:pt x="909984" y="236985"/>
                  </a:lnTo>
                  <a:lnTo>
                    <a:pt x="909984" y="246442"/>
                  </a:lnTo>
                  <a:lnTo>
                    <a:pt x="910744" y="246442"/>
                  </a:lnTo>
                  <a:lnTo>
                    <a:pt x="916065" y="246442"/>
                  </a:lnTo>
                  <a:lnTo>
                    <a:pt x="916065" y="248604"/>
                  </a:lnTo>
                  <a:lnTo>
                    <a:pt x="916065" y="263737"/>
                  </a:lnTo>
                  <a:cubicBezTo>
                    <a:pt x="916073" y="263733"/>
                    <a:pt x="916189" y="263655"/>
                    <a:pt x="918091" y="262386"/>
                  </a:cubicBezTo>
                  <a:lnTo>
                    <a:pt x="932278" y="252928"/>
                  </a:lnTo>
                  <a:cubicBezTo>
                    <a:pt x="932280" y="252909"/>
                    <a:pt x="932411" y="252034"/>
                    <a:pt x="938358" y="211854"/>
                  </a:cubicBezTo>
                  <a:cubicBezTo>
                    <a:pt x="938367" y="211852"/>
                    <a:pt x="938436" y="211826"/>
                    <a:pt x="939118" y="211584"/>
                  </a:cubicBezTo>
                  <a:lnTo>
                    <a:pt x="944438" y="209692"/>
                  </a:lnTo>
                  <a:cubicBezTo>
                    <a:pt x="944438" y="209676"/>
                    <a:pt x="944471" y="208615"/>
                    <a:pt x="946465" y="140515"/>
                  </a:cubicBezTo>
                  <a:cubicBezTo>
                    <a:pt x="946465" y="140533"/>
                    <a:pt x="946498" y="141624"/>
                    <a:pt x="948492" y="209692"/>
                  </a:cubicBezTo>
                  <a:cubicBezTo>
                    <a:pt x="948501" y="209695"/>
                    <a:pt x="948572" y="209720"/>
                    <a:pt x="949252" y="209962"/>
                  </a:cubicBezTo>
                  <a:lnTo>
                    <a:pt x="954572" y="211854"/>
                  </a:lnTo>
                  <a:lnTo>
                    <a:pt x="954572" y="125383"/>
                  </a:lnTo>
                  <a:cubicBezTo>
                    <a:pt x="958625" y="125383"/>
                    <a:pt x="958625" y="125383"/>
                    <a:pt x="958625" y="92956"/>
                  </a:cubicBezTo>
                  <a:lnTo>
                    <a:pt x="997132" y="92956"/>
                  </a:lnTo>
                  <a:lnTo>
                    <a:pt x="997132" y="125383"/>
                  </a:lnTo>
                  <a:lnTo>
                    <a:pt x="997892" y="125383"/>
                  </a:lnTo>
                  <a:lnTo>
                    <a:pt x="1003212" y="125383"/>
                  </a:lnTo>
                  <a:lnTo>
                    <a:pt x="1003212" y="43235"/>
                  </a:lnTo>
                  <a:lnTo>
                    <a:pt x="1004986" y="43235"/>
                  </a:lnTo>
                  <a:lnTo>
                    <a:pt x="1017399" y="43235"/>
                  </a:lnTo>
                  <a:lnTo>
                    <a:pt x="1017399" y="41344"/>
                  </a:lnTo>
                  <a:lnTo>
                    <a:pt x="1017399" y="28103"/>
                  </a:lnTo>
                  <a:lnTo>
                    <a:pt x="1039693" y="28103"/>
                  </a:lnTo>
                  <a:lnTo>
                    <a:pt x="1039693" y="27022"/>
                  </a:lnTo>
                  <a:lnTo>
                    <a:pt x="1039693" y="19456"/>
                  </a:lnTo>
                  <a:lnTo>
                    <a:pt x="1041466" y="19456"/>
                  </a:lnTo>
                  <a:lnTo>
                    <a:pt x="1053880" y="19456"/>
                  </a:lnTo>
                  <a:lnTo>
                    <a:pt x="1053880" y="20537"/>
                  </a:lnTo>
                  <a:lnTo>
                    <a:pt x="1053880" y="28103"/>
                  </a:lnTo>
                  <a:lnTo>
                    <a:pt x="1054640" y="28103"/>
                  </a:lnTo>
                  <a:lnTo>
                    <a:pt x="1059960" y="28103"/>
                  </a:lnTo>
                  <a:lnTo>
                    <a:pt x="1070093" y="23779"/>
                  </a:lnTo>
                  <a:lnTo>
                    <a:pt x="1074146" y="27022"/>
                  </a:lnTo>
                  <a:lnTo>
                    <a:pt x="1074146" y="19456"/>
                  </a:lnTo>
                  <a:lnTo>
                    <a:pt x="1076426" y="19456"/>
                  </a:lnTo>
                  <a:lnTo>
                    <a:pt x="1092387" y="19456"/>
                  </a:lnTo>
                  <a:lnTo>
                    <a:pt x="1092387" y="20537"/>
                  </a:lnTo>
                  <a:lnTo>
                    <a:pt x="1092387" y="28103"/>
                  </a:lnTo>
                  <a:lnTo>
                    <a:pt x="1122787" y="28103"/>
                  </a:lnTo>
                  <a:lnTo>
                    <a:pt x="1122787" y="29724"/>
                  </a:lnTo>
                  <a:lnTo>
                    <a:pt x="1122787" y="41074"/>
                  </a:lnTo>
                  <a:lnTo>
                    <a:pt x="1149134" y="41074"/>
                  </a:lnTo>
                  <a:lnTo>
                    <a:pt x="1149134" y="71338"/>
                  </a:lnTo>
                  <a:lnTo>
                    <a:pt x="1149894" y="71338"/>
                  </a:lnTo>
                  <a:lnTo>
                    <a:pt x="1155214" y="71338"/>
                  </a:lnTo>
                  <a:lnTo>
                    <a:pt x="1155214" y="72419"/>
                  </a:lnTo>
                  <a:lnTo>
                    <a:pt x="1155214" y="79986"/>
                  </a:lnTo>
                  <a:cubicBezTo>
                    <a:pt x="1159268" y="79986"/>
                    <a:pt x="1159268" y="79986"/>
                    <a:pt x="1159268" y="110250"/>
                  </a:cubicBezTo>
                  <a:lnTo>
                    <a:pt x="1160028" y="110250"/>
                  </a:lnTo>
                  <a:lnTo>
                    <a:pt x="1165348" y="110250"/>
                  </a:lnTo>
                  <a:lnTo>
                    <a:pt x="1165348" y="111061"/>
                  </a:lnTo>
                  <a:lnTo>
                    <a:pt x="1165348" y="116736"/>
                  </a:lnTo>
                  <a:lnTo>
                    <a:pt x="1166361" y="116736"/>
                  </a:lnTo>
                  <a:lnTo>
                    <a:pt x="1173454" y="116736"/>
                  </a:lnTo>
                  <a:lnTo>
                    <a:pt x="1173454" y="147001"/>
                  </a:lnTo>
                  <a:lnTo>
                    <a:pt x="1175481" y="147001"/>
                  </a:lnTo>
                  <a:lnTo>
                    <a:pt x="1189668" y="147001"/>
                  </a:lnTo>
                  <a:lnTo>
                    <a:pt x="1189668" y="170780"/>
                  </a:lnTo>
                  <a:cubicBezTo>
                    <a:pt x="1191695" y="170780"/>
                    <a:pt x="1191695" y="170780"/>
                    <a:pt x="1191695" y="172401"/>
                  </a:cubicBezTo>
                  <a:lnTo>
                    <a:pt x="1191695" y="183751"/>
                  </a:lnTo>
                  <a:lnTo>
                    <a:pt x="1192455" y="183751"/>
                  </a:lnTo>
                  <a:lnTo>
                    <a:pt x="1197775" y="183751"/>
                  </a:lnTo>
                  <a:lnTo>
                    <a:pt x="1197775" y="207530"/>
                  </a:lnTo>
                  <a:lnTo>
                    <a:pt x="1199041" y="207530"/>
                  </a:lnTo>
                  <a:lnTo>
                    <a:pt x="1207908" y="207530"/>
                  </a:lnTo>
                  <a:cubicBezTo>
                    <a:pt x="1209935" y="209692"/>
                    <a:pt x="1209935" y="209692"/>
                    <a:pt x="1209935" y="211584"/>
                  </a:cubicBezTo>
                  <a:lnTo>
                    <a:pt x="1209935" y="224825"/>
                  </a:lnTo>
                  <a:cubicBezTo>
                    <a:pt x="1209940" y="224818"/>
                    <a:pt x="1210027" y="224711"/>
                    <a:pt x="1211455" y="222933"/>
                  </a:cubicBezTo>
                  <a:lnTo>
                    <a:pt x="1222095" y="209692"/>
                  </a:lnTo>
                  <a:lnTo>
                    <a:pt x="1250469" y="209692"/>
                  </a:lnTo>
                  <a:lnTo>
                    <a:pt x="1250469" y="296163"/>
                  </a:lnTo>
                  <a:lnTo>
                    <a:pt x="1251229" y="296163"/>
                  </a:lnTo>
                  <a:lnTo>
                    <a:pt x="1256549" y="296163"/>
                  </a:lnTo>
                  <a:cubicBezTo>
                    <a:pt x="1256553" y="296155"/>
                    <a:pt x="1256612" y="296055"/>
                    <a:pt x="1257309" y="294812"/>
                  </a:cubicBezTo>
                  <a:lnTo>
                    <a:pt x="1262629" y="285354"/>
                  </a:lnTo>
                  <a:lnTo>
                    <a:pt x="1262629" y="287246"/>
                  </a:lnTo>
                  <a:lnTo>
                    <a:pt x="1262629" y="300487"/>
                  </a:lnTo>
                  <a:cubicBezTo>
                    <a:pt x="1266682" y="300487"/>
                    <a:pt x="1266682" y="300487"/>
                    <a:pt x="1266682" y="255090"/>
                  </a:cubicBezTo>
                  <a:lnTo>
                    <a:pt x="1267442" y="255090"/>
                  </a:lnTo>
                  <a:lnTo>
                    <a:pt x="1272762" y="255090"/>
                  </a:lnTo>
                  <a:lnTo>
                    <a:pt x="1272762" y="190236"/>
                  </a:lnTo>
                  <a:lnTo>
                    <a:pt x="1273776" y="190236"/>
                  </a:lnTo>
                  <a:lnTo>
                    <a:pt x="1280869" y="190236"/>
                  </a:lnTo>
                  <a:cubicBezTo>
                    <a:pt x="1280875" y="190215"/>
                    <a:pt x="1281139" y="189275"/>
                    <a:pt x="1293029" y="147001"/>
                  </a:cubicBezTo>
                  <a:lnTo>
                    <a:pt x="1294296" y="147001"/>
                  </a:lnTo>
                  <a:lnTo>
                    <a:pt x="1303163" y="147001"/>
                  </a:lnTo>
                  <a:cubicBezTo>
                    <a:pt x="1303168" y="147024"/>
                    <a:pt x="1303394" y="147990"/>
                    <a:pt x="1313296" y="190236"/>
                  </a:cubicBezTo>
                  <a:lnTo>
                    <a:pt x="1314309" y="190236"/>
                  </a:lnTo>
                  <a:lnTo>
                    <a:pt x="1321403" y="190236"/>
                  </a:lnTo>
                  <a:lnTo>
                    <a:pt x="1321403" y="229148"/>
                  </a:lnTo>
                  <a:lnTo>
                    <a:pt x="1323176" y="229148"/>
                  </a:lnTo>
                  <a:lnTo>
                    <a:pt x="1335590" y="229148"/>
                  </a:lnTo>
                  <a:lnTo>
                    <a:pt x="1335590" y="231310"/>
                  </a:lnTo>
                  <a:lnTo>
                    <a:pt x="1335590" y="246442"/>
                  </a:lnTo>
                  <a:cubicBezTo>
                    <a:pt x="1339643" y="246442"/>
                    <a:pt x="1339643" y="246442"/>
                    <a:pt x="1339643" y="244281"/>
                  </a:cubicBezTo>
                  <a:lnTo>
                    <a:pt x="1339643" y="229148"/>
                  </a:lnTo>
                  <a:lnTo>
                    <a:pt x="1341163" y="229148"/>
                  </a:lnTo>
                  <a:lnTo>
                    <a:pt x="1351803" y="229148"/>
                  </a:lnTo>
                  <a:lnTo>
                    <a:pt x="1351803" y="230769"/>
                  </a:lnTo>
                  <a:lnTo>
                    <a:pt x="1351803" y="242119"/>
                  </a:lnTo>
                  <a:lnTo>
                    <a:pt x="1382204" y="242119"/>
                  </a:lnTo>
                  <a:lnTo>
                    <a:pt x="1382204" y="205369"/>
                  </a:lnTo>
                  <a:lnTo>
                    <a:pt x="1383470" y="205369"/>
                  </a:lnTo>
                  <a:lnTo>
                    <a:pt x="1392337" y="205369"/>
                  </a:lnTo>
                  <a:lnTo>
                    <a:pt x="1392337" y="226986"/>
                  </a:lnTo>
                  <a:cubicBezTo>
                    <a:pt x="1394364" y="226986"/>
                    <a:pt x="1394364" y="226986"/>
                    <a:pt x="1394364" y="194560"/>
                  </a:cubicBezTo>
                  <a:lnTo>
                    <a:pt x="1416657" y="194560"/>
                  </a:lnTo>
                  <a:lnTo>
                    <a:pt x="1416657" y="192938"/>
                  </a:lnTo>
                  <a:lnTo>
                    <a:pt x="1416657" y="181589"/>
                  </a:lnTo>
                  <a:lnTo>
                    <a:pt x="1417417" y="181589"/>
                  </a:lnTo>
                  <a:lnTo>
                    <a:pt x="1422737" y="181589"/>
                  </a:lnTo>
                  <a:lnTo>
                    <a:pt x="1422737" y="179698"/>
                  </a:lnTo>
                  <a:lnTo>
                    <a:pt x="1422737" y="166457"/>
                  </a:lnTo>
                  <a:lnTo>
                    <a:pt x="1426791" y="172942"/>
                  </a:lnTo>
                  <a:lnTo>
                    <a:pt x="1429071" y="172942"/>
                  </a:lnTo>
                  <a:lnTo>
                    <a:pt x="1445031" y="172942"/>
                  </a:lnTo>
                  <a:lnTo>
                    <a:pt x="1445031" y="172131"/>
                  </a:lnTo>
                  <a:lnTo>
                    <a:pt x="1445031" y="166457"/>
                  </a:lnTo>
                  <a:lnTo>
                    <a:pt x="1445791" y="166457"/>
                  </a:lnTo>
                  <a:lnTo>
                    <a:pt x="1451111" y="166457"/>
                  </a:lnTo>
                  <a:lnTo>
                    <a:pt x="1451111" y="167808"/>
                  </a:lnTo>
                  <a:lnTo>
                    <a:pt x="1451111" y="177266"/>
                  </a:lnTo>
                  <a:lnTo>
                    <a:pt x="1489618" y="177266"/>
                  </a:lnTo>
                  <a:lnTo>
                    <a:pt x="1489618" y="315619"/>
                  </a:lnTo>
                  <a:lnTo>
                    <a:pt x="1491138" y="315619"/>
                  </a:lnTo>
                  <a:lnTo>
                    <a:pt x="1501778" y="315619"/>
                  </a:lnTo>
                  <a:lnTo>
                    <a:pt x="1501778" y="302649"/>
                  </a:lnTo>
                  <a:lnTo>
                    <a:pt x="1505832" y="302649"/>
                  </a:lnTo>
                  <a:lnTo>
                    <a:pt x="1505832" y="315619"/>
                  </a:lnTo>
                  <a:lnTo>
                    <a:pt x="1536232" y="315619"/>
                  </a:lnTo>
                  <a:lnTo>
                    <a:pt x="1536232" y="285354"/>
                  </a:lnTo>
                  <a:lnTo>
                    <a:pt x="1548392" y="285354"/>
                  </a:lnTo>
                  <a:lnTo>
                    <a:pt x="1560552" y="283193"/>
                  </a:lnTo>
                  <a:cubicBezTo>
                    <a:pt x="1562579" y="283193"/>
                    <a:pt x="1562579" y="285354"/>
                    <a:pt x="1564606" y="285354"/>
                  </a:cubicBezTo>
                  <a:lnTo>
                    <a:pt x="1574739" y="285354"/>
                  </a:lnTo>
                  <a:lnTo>
                    <a:pt x="1574739" y="315619"/>
                  </a:lnTo>
                  <a:lnTo>
                    <a:pt x="1582846" y="315619"/>
                  </a:lnTo>
                  <a:lnTo>
                    <a:pt x="1582846" y="332914"/>
                  </a:lnTo>
                  <a:lnTo>
                    <a:pt x="1592182" y="333819"/>
                  </a:lnTo>
                  <a:lnTo>
                    <a:pt x="1605140" y="333819"/>
                  </a:lnTo>
                  <a:lnTo>
                    <a:pt x="1605140" y="317781"/>
                  </a:lnTo>
                  <a:lnTo>
                    <a:pt x="1673096" y="317781"/>
                  </a:lnTo>
                  <a:lnTo>
                    <a:pt x="1673096" y="232528"/>
                  </a:lnTo>
                  <a:lnTo>
                    <a:pt x="1745104" y="232528"/>
                  </a:lnTo>
                  <a:lnTo>
                    <a:pt x="1745104" y="311296"/>
                  </a:lnTo>
                  <a:lnTo>
                    <a:pt x="1747008" y="311296"/>
                  </a:lnTo>
                  <a:lnTo>
                    <a:pt x="1748250" y="333819"/>
                  </a:lnTo>
                  <a:lnTo>
                    <a:pt x="1757926" y="333819"/>
                  </a:lnTo>
                  <a:cubicBezTo>
                    <a:pt x="1758462" y="326605"/>
                    <a:pt x="1759168" y="318951"/>
                    <a:pt x="1759168" y="311296"/>
                  </a:cubicBezTo>
                  <a:lnTo>
                    <a:pt x="1765248" y="311296"/>
                  </a:lnTo>
                  <a:lnTo>
                    <a:pt x="1766490" y="333819"/>
                  </a:lnTo>
                  <a:lnTo>
                    <a:pt x="1817112" y="333819"/>
                  </a:lnTo>
                  <a:lnTo>
                    <a:pt x="1817112" y="170791"/>
                  </a:lnTo>
                  <a:lnTo>
                    <a:pt x="2014439" y="170791"/>
                  </a:lnTo>
                  <a:lnTo>
                    <a:pt x="2014439" y="333819"/>
                  </a:lnTo>
                  <a:lnTo>
                    <a:pt x="2033136" y="333819"/>
                  </a:lnTo>
                  <a:lnTo>
                    <a:pt x="2033136" y="251126"/>
                  </a:lnTo>
                  <a:lnTo>
                    <a:pt x="2128256" y="251126"/>
                  </a:lnTo>
                  <a:cubicBezTo>
                    <a:pt x="2152853" y="240257"/>
                    <a:pt x="2161167" y="196782"/>
                    <a:pt x="2180720" y="185913"/>
                  </a:cubicBezTo>
                  <a:lnTo>
                    <a:pt x="2245574" y="185913"/>
                  </a:lnTo>
                  <a:lnTo>
                    <a:pt x="2245574" y="261575"/>
                  </a:lnTo>
                  <a:lnTo>
                    <a:pt x="2253681" y="261575"/>
                  </a:lnTo>
                  <a:cubicBezTo>
                    <a:pt x="2253681" y="259413"/>
                    <a:pt x="2255708" y="257251"/>
                    <a:pt x="2255708" y="255090"/>
                  </a:cubicBezTo>
                  <a:lnTo>
                    <a:pt x="2261788" y="255090"/>
                  </a:lnTo>
                  <a:cubicBezTo>
                    <a:pt x="2261788" y="257251"/>
                    <a:pt x="2261788" y="259413"/>
                    <a:pt x="2263815" y="263737"/>
                  </a:cubicBezTo>
                  <a:lnTo>
                    <a:pt x="2275975" y="263737"/>
                  </a:lnTo>
                  <a:lnTo>
                    <a:pt x="2275975" y="257251"/>
                  </a:lnTo>
                  <a:lnTo>
                    <a:pt x="2298268" y="257251"/>
                  </a:lnTo>
                  <a:lnTo>
                    <a:pt x="2298268" y="263737"/>
                  </a:lnTo>
                  <a:lnTo>
                    <a:pt x="2318535" y="263737"/>
                  </a:lnTo>
                  <a:lnTo>
                    <a:pt x="2318535" y="309134"/>
                  </a:lnTo>
                  <a:lnTo>
                    <a:pt x="2332722" y="309134"/>
                  </a:lnTo>
                  <a:lnTo>
                    <a:pt x="2332722" y="296163"/>
                  </a:lnTo>
                  <a:lnTo>
                    <a:pt x="2348936" y="296163"/>
                  </a:lnTo>
                  <a:lnTo>
                    <a:pt x="2348936" y="116736"/>
                  </a:lnTo>
                  <a:lnTo>
                    <a:pt x="2355016" y="110250"/>
                  </a:lnTo>
                  <a:lnTo>
                    <a:pt x="2427977" y="110250"/>
                  </a:lnTo>
                  <a:lnTo>
                    <a:pt x="2427977" y="118898"/>
                  </a:lnTo>
                  <a:lnTo>
                    <a:pt x="2438110" y="118898"/>
                  </a:lnTo>
                  <a:lnTo>
                    <a:pt x="2438110" y="233472"/>
                  </a:lnTo>
                  <a:lnTo>
                    <a:pt x="2460404" y="233472"/>
                  </a:lnTo>
                  <a:lnTo>
                    <a:pt x="2460404" y="166457"/>
                  </a:lnTo>
                  <a:lnTo>
                    <a:pt x="2486751" y="166457"/>
                  </a:lnTo>
                  <a:cubicBezTo>
                    <a:pt x="2488777" y="166457"/>
                    <a:pt x="2488777" y="164295"/>
                    <a:pt x="2490804" y="162133"/>
                  </a:cubicBezTo>
                  <a:lnTo>
                    <a:pt x="2498911" y="162133"/>
                  </a:lnTo>
                  <a:cubicBezTo>
                    <a:pt x="2500937" y="164295"/>
                    <a:pt x="2500937" y="166457"/>
                    <a:pt x="2502964" y="166457"/>
                  </a:cubicBezTo>
                  <a:lnTo>
                    <a:pt x="2525258" y="166457"/>
                  </a:lnTo>
                  <a:lnTo>
                    <a:pt x="2525258" y="49721"/>
                  </a:lnTo>
                  <a:cubicBezTo>
                    <a:pt x="2525272" y="49718"/>
                    <a:pt x="2526139" y="49554"/>
                    <a:pt x="2582005" y="38912"/>
                  </a:cubicBezTo>
                  <a:lnTo>
                    <a:pt x="2582005" y="39993"/>
                  </a:lnTo>
                  <a:lnTo>
                    <a:pt x="2582005" y="47559"/>
                  </a:lnTo>
                  <a:lnTo>
                    <a:pt x="2608352" y="47559"/>
                  </a:lnTo>
                  <a:lnTo>
                    <a:pt x="2608352" y="302649"/>
                  </a:lnTo>
                  <a:lnTo>
                    <a:pt x="2630646" y="302649"/>
                  </a:lnTo>
                  <a:lnTo>
                    <a:pt x="2630646" y="298325"/>
                  </a:lnTo>
                  <a:lnTo>
                    <a:pt x="2642806" y="298325"/>
                  </a:lnTo>
                  <a:lnTo>
                    <a:pt x="2642806" y="302649"/>
                  </a:lnTo>
                  <a:lnTo>
                    <a:pt x="2667126" y="302649"/>
                  </a:lnTo>
                  <a:lnTo>
                    <a:pt x="2667126" y="289678"/>
                  </a:lnTo>
                  <a:lnTo>
                    <a:pt x="2695500" y="289678"/>
                  </a:lnTo>
                  <a:cubicBezTo>
                    <a:pt x="2699553" y="285354"/>
                    <a:pt x="2703607" y="285354"/>
                    <a:pt x="2707660" y="285354"/>
                  </a:cubicBezTo>
                  <a:cubicBezTo>
                    <a:pt x="2713740" y="289678"/>
                    <a:pt x="2721847" y="289678"/>
                    <a:pt x="2727927" y="289678"/>
                  </a:cubicBezTo>
                  <a:lnTo>
                    <a:pt x="2727927" y="272384"/>
                  </a:lnTo>
                  <a:lnTo>
                    <a:pt x="2736034" y="272384"/>
                  </a:lnTo>
                  <a:lnTo>
                    <a:pt x="2736034" y="259413"/>
                  </a:lnTo>
                  <a:lnTo>
                    <a:pt x="2792781" y="259413"/>
                  </a:lnTo>
                  <a:lnTo>
                    <a:pt x="2792781" y="229148"/>
                  </a:lnTo>
                  <a:lnTo>
                    <a:pt x="2811021" y="229148"/>
                  </a:lnTo>
                  <a:lnTo>
                    <a:pt x="2811021" y="222663"/>
                  </a:lnTo>
                  <a:lnTo>
                    <a:pt x="2823181" y="222663"/>
                  </a:lnTo>
                  <a:lnTo>
                    <a:pt x="2823181" y="229148"/>
                  </a:lnTo>
                  <a:lnTo>
                    <a:pt x="2839395" y="229148"/>
                  </a:lnTo>
                  <a:lnTo>
                    <a:pt x="2839395" y="278869"/>
                  </a:lnTo>
                  <a:lnTo>
                    <a:pt x="2871822" y="278869"/>
                  </a:lnTo>
                  <a:lnTo>
                    <a:pt x="2871822" y="252928"/>
                  </a:lnTo>
                  <a:lnTo>
                    <a:pt x="2910329" y="252928"/>
                  </a:lnTo>
                  <a:lnTo>
                    <a:pt x="2910329" y="222663"/>
                  </a:lnTo>
                  <a:lnTo>
                    <a:pt x="2958970" y="222663"/>
                  </a:lnTo>
                  <a:lnTo>
                    <a:pt x="2958970" y="333819"/>
                  </a:lnTo>
                  <a:lnTo>
                    <a:pt x="2958970" y="347598"/>
                  </a:lnTo>
                  <a:lnTo>
                    <a:pt x="3024845" y="347598"/>
                  </a:lnTo>
                  <a:lnTo>
                    <a:pt x="3024845" y="689379"/>
                  </a:lnTo>
                  <a:lnTo>
                    <a:pt x="2054" y="687046"/>
                  </a:lnTo>
                  <a:cubicBezTo>
                    <a:pt x="1369" y="539482"/>
                    <a:pt x="685" y="400492"/>
                    <a:pt x="0" y="252928"/>
                  </a:cubicBezTo>
                  <a:lnTo>
                    <a:pt x="20267" y="252928"/>
                  </a:lnTo>
                  <a:cubicBezTo>
                    <a:pt x="20271" y="252922"/>
                    <a:pt x="20308" y="252840"/>
                    <a:pt x="20774" y="251847"/>
                  </a:cubicBezTo>
                  <a:lnTo>
                    <a:pt x="24320" y="244281"/>
                  </a:lnTo>
                  <a:cubicBezTo>
                    <a:pt x="24329" y="244282"/>
                    <a:pt x="24442" y="244300"/>
                    <a:pt x="26094" y="244551"/>
                  </a:cubicBezTo>
                  <a:lnTo>
                    <a:pt x="38507" y="246442"/>
                  </a:lnTo>
                  <a:cubicBezTo>
                    <a:pt x="38510" y="246452"/>
                    <a:pt x="38548" y="246553"/>
                    <a:pt x="39014" y="247794"/>
                  </a:cubicBezTo>
                  <a:lnTo>
                    <a:pt x="42560" y="257251"/>
                  </a:lnTo>
                  <a:cubicBezTo>
                    <a:pt x="42574" y="257252"/>
                    <a:pt x="43170" y="257302"/>
                    <a:pt x="68907" y="259413"/>
                  </a:cubicBezTo>
                  <a:lnTo>
                    <a:pt x="68907" y="136192"/>
                  </a:lnTo>
                  <a:lnTo>
                    <a:pt x="70934" y="136192"/>
                  </a:lnTo>
                  <a:lnTo>
                    <a:pt x="85121" y="136192"/>
                  </a:lnTo>
                  <a:lnTo>
                    <a:pt x="85121" y="0"/>
                  </a:lnTo>
                  <a:lnTo>
                    <a:pt x="86894" y="0"/>
                  </a:lnTo>
                  <a:lnTo>
                    <a:pt x="99308"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6" name="Rectangle 35">
              <a:extLst>
                <a:ext uri="{FF2B5EF4-FFF2-40B4-BE49-F238E27FC236}">
                  <a16:creationId xmlns:a16="http://schemas.microsoft.com/office/drawing/2014/main" id="{E499EC77-2023-C7A4-2B78-4B7AF600EBFB}"/>
                </a:ext>
              </a:extLst>
            </p:cNvPr>
            <p:cNvSpPr/>
            <p:nvPr/>
          </p:nvSpPr>
          <p:spPr>
            <a:xfrm>
              <a:off x="6047165" y="1883798"/>
              <a:ext cx="2961438" cy="689379"/>
            </a:xfrm>
            <a:custGeom>
              <a:avLst/>
              <a:gdLst>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842946 w 3079941"/>
                <a:gd name="connsiteY405" fmla="*/ 1160647 h 1160647"/>
                <a:gd name="connsiteX406" fmla="*/ 200958 w 3079941"/>
                <a:gd name="connsiteY406" fmla="*/ 1160647 h 1160647"/>
                <a:gd name="connsiteX407" fmla="*/ 200958 w 3079941"/>
                <a:gd name="connsiteY407" fmla="*/ 1126882 h 1160647"/>
                <a:gd name="connsiteX408" fmla="*/ 0 w 3079941"/>
                <a:gd name="connsiteY408" fmla="*/ 1126882 h 1160647"/>
                <a:gd name="connsiteX409" fmla="*/ 0 w 3079941"/>
                <a:gd name="connsiteY409" fmla="*/ 915339 h 1160647"/>
                <a:gd name="connsiteX410" fmla="*/ 103377 w 3079941"/>
                <a:gd name="connsiteY410" fmla="*/ 915339 h 1160647"/>
                <a:gd name="connsiteX411" fmla="*/ 103377 w 3079941"/>
                <a:gd name="connsiteY411" fmla="*/ 886329 h 1160647"/>
                <a:gd name="connsiteX412" fmla="*/ 55096 w 3079941"/>
                <a:gd name="connsiteY412" fmla="*/ 886329 h 1160647"/>
                <a:gd name="connsiteX413" fmla="*/ 55096 w 3079941"/>
                <a:gd name="connsiteY413" fmla="*/ 724196 h 1160647"/>
                <a:gd name="connsiteX414" fmla="*/ 75363 w 3079941"/>
                <a:gd name="connsiteY414" fmla="*/ 724196 h 1160647"/>
                <a:gd name="connsiteX415" fmla="*/ 75870 w 3079941"/>
                <a:gd name="connsiteY415" fmla="*/ 723115 h 1160647"/>
                <a:gd name="connsiteX416" fmla="*/ 79416 w 3079941"/>
                <a:gd name="connsiteY416" fmla="*/ 715549 h 1160647"/>
                <a:gd name="connsiteX417" fmla="*/ 81190 w 3079941"/>
                <a:gd name="connsiteY417" fmla="*/ 715819 h 1160647"/>
                <a:gd name="connsiteX418" fmla="*/ 93603 w 3079941"/>
                <a:gd name="connsiteY418" fmla="*/ 717710 h 1160647"/>
                <a:gd name="connsiteX419" fmla="*/ 94110 w 3079941"/>
                <a:gd name="connsiteY419" fmla="*/ 719062 h 1160647"/>
                <a:gd name="connsiteX420" fmla="*/ 97656 w 3079941"/>
                <a:gd name="connsiteY420" fmla="*/ 728519 h 1160647"/>
                <a:gd name="connsiteX421" fmla="*/ 124003 w 3079941"/>
                <a:gd name="connsiteY421" fmla="*/ 730681 h 1160647"/>
                <a:gd name="connsiteX422" fmla="*/ 124003 w 3079941"/>
                <a:gd name="connsiteY422" fmla="*/ 607460 h 1160647"/>
                <a:gd name="connsiteX423" fmla="*/ 126030 w 3079941"/>
                <a:gd name="connsiteY423" fmla="*/ 607460 h 1160647"/>
                <a:gd name="connsiteX424" fmla="*/ 140217 w 3079941"/>
                <a:gd name="connsiteY424" fmla="*/ 607460 h 1160647"/>
                <a:gd name="connsiteX425" fmla="*/ 140217 w 3079941"/>
                <a:gd name="connsiteY425" fmla="*/ 471268 h 1160647"/>
                <a:gd name="connsiteX426" fmla="*/ 141990 w 3079941"/>
                <a:gd name="connsiteY426" fmla="*/ 471268 h 1160647"/>
                <a:gd name="connsiteX427" fmla="*/ 154404 w 3079941"/>
                <a:gd name="connsiteY427" fmla="*/ 471268 h 1160647"/>
                <a:gd name="connsiteX428" fmla="*/ 154404 w 3079941"/>
                <a:gd name="connsiteY428" fmla="*/ 356694 h 1160647"/>
                <a:gd name="connsiteX429" fmla="*/ 158457 w 3079941"/>
                <a:gd name="connsiteY429" fmla="*/ 328590 h 1160647"/>
                <a:gd name="connsiteX430" fmla="*/ 160484 w 3079941"/>
                <a:gd name="connsiteY430" fmla="*/ 328590 h 1160647"/>
                <a:gd name="connsiteX431" fmla="*/ 174671 w 3079941"/>
                <a:gd name="connsiteY431" fmla="*/ 328590 h 1160647"/>
                <a:gd name="connsiteX432" fmla="*/ 211151 w 3079941"/>
                <a:gd name="connsiteY432" fmla="*/ 246443 h 1160647"/>
                <a:gd name="connsiteX433" fmla="*/ 215205 w 3079941"/>
                <a:gd name="connsiteY433"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924638 h 1160647"/>
                <a:gd name="connsiteX403" fmla="*/ 3079941 w 3079941"/>
                <a:gd name="connsiteY403" fmla="*/ 1030409 h 1160647"/>
                <a:gd name="connsiteX404" fmla="*/ 3079941 w 3079941"/>
                <a:gd name="connsiteY404" fmla="*/ 1160647 h 1160647"/>
                <a:gd name="connsiteX405" fmla="*/ 200958 w 3079941"/>
                <a:gd name="connsiteY405" fmla="*/ 1160647 h 1160647"/>
                <a:gd name="connsiteX406" fmla="*/ 200958 w 3079941"/>
                <a:gd name="connsiteY406" fmla="*/ 1126882 h 1160647"/>
                <a:gd name="connsiteX407" fmla="*/ 0 w 3079941"/>
                <a:gd name="connsiteY407" fmla="*/ 1126882 h 1160647"/>
                <a:gd name="connsiteX408" fmla="*/ 0 w 3079941"/>
                <a:gd name="connsiteY408" fmla="*/ 915339 h 1160647"/>
                <a:gd name="connsiteX409" fmla="*/ 103377 w 3079941"/>
                <a:gd name="connsiteY409" fmla="*/ 915339 h 1160647"/>
                <a:gd name="connsiteX410" fmla="*/ 103377 w 3079941"/>
                <a:gd name="connsiteY410" fmla="*/ 886329 h 1160647"/>
                <a:gd name="connsiteX411" fmla="*/ 55096 w 3079941"/>
                <a:gd name="connsiteY411" fmla="*/ 886329 h 1160647"/>
                <a:gd name="connsiteX412" fmla="*/ 55096 w 3079941"/>
                <a:gd name="connsiteY412" fmla="*/ 724196 h 1160647"/>
                <a:gd name="connsiteX413" fmla="*/ 75363 w 3079941"/>
                <a:gd name="connsiteY413" fmla="*/ 724196 h 1160647"/>
                <a:gd name="connsiteX414" fmla="*/ 75870 w 3079941"/>
                <a:gd name="connsiteY414" fmla="*/ 723115 h 1160647"/>
                <a:gd name="connsiteX415" fmla="*/ 79416 w 3079941"/>
                <a:gd name="connsiteY415" fmla="*/ 715549 h 1160647"/>
                <a:gd name="connsiteX416" fmla="*/ 81190 w 3079941"/>
                <a:gd name="connsiteY416" fmla="*/ 715819 h 1160647"/>
                <a:gd name="connsiteX417" fmla="*/ 93603 w 3079941"/>
                <a:gd name="connsiteY417" fmla="*/ 717710 h 1160647"/>
                <a:gd name="connsiteX418" fmla="*/ 94110 w 3079941"/>
                <a:gd name="connsiteY418" fmla="*/ 719062 h 1160647"/>
                <a:gd name="connsiteX419" fmla="*/ 97656 w 3079941"/>
                <a:gd name="connsiteY419" fmla="*/ 728519 h 1160647"/>
                <a:gd name="connsiteX420" fmla="*/ 124003 w 3079941"/>
                <a:gd name="connsiteY420" fmla="*/ 730681 h 1160647"/>
                <a:gd name="connsiteX421" fmla="*/ 124003 w 3079941"/>
                <a:gd name="connsiteY421" fmla="*/ 607460 h 1160647"/>
                <a:gd name="connsiteX422" fmla="*/ 126030 w 3079941"/>
                <a:gd name="connsiteY422" fmla="*/ 607460 h 1160647"/>
                <a:gd name="connsiteX423" fmla="*/ 140217 w 3079941"/>
                <a:gd name="connsiteY423" fmla="*/ 607460 h 1160647"/>
                <a:gd name="connsiteX424" fmla="*/ 140217 w 3079941"/>
                <a:gd name="connsiteY424" fmla="*/ 471268 h 1160647"/>
                <a:gd name="connsiteX425" fmla="*/ 141990 w 3079941"/>
                <a:gd name="connsiteY425" fmla="*/ 471268 h 1160647"/>
                <a:gd name="connsiteX426" fmla="*/ 154404 w 3079941"/>
                <a:gd name="connsiteY426" fmla="*/ 471268 h 1160647"/>
                <a:gd name="connsiteX427" fmla="*/ 154404 w 3079941"/>
                <a:gd name="connsiteY427" fmla="*/ 356694 h 1160647"/>
                <a:gd name="connsiteX428" fmla="*/ 158457 w 3079941"/>
                <a:gd name="connsiteY428" fmla="*/ 328590 h 1160647"/>
                <a:gd name="connsiteX429" fmla="*/ 160484 w 3079941"/>
                <a:gd name="connsiteY429" fmla="*/ 328590 h 1160647"/>
                <a:gd name="connsiteX430" fmla="*/ 174671 w 3079941"/>
                <a:gd name="connsiteY430" fmla="*/ 328590 h 1160647"/>
                <a:gd name="connsiteX431" fmla="*/ 211151 w 3079941"/>
                <a:gd name="connsiteY431" fmla="*/ 246443 h 1160647"/>
                <a:gd name="connsiteX432" fmla="*/ 215205 w 3079941"/>
                <a:gd name="connsiteY432"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030409 h 1160647"/>
                <a:gd name="connsiteX403" fmla="*/ 3079941 w 3079941"/>
                <a:gd name="connsiteY403" fmla="*/ 1160647 h 1160647"/>
                <a:gd name="connsiteX404" fmla="*/ 200958 w 3079941"/>
                <a:gd name="connsiteY404" fmla="*/ 1160647 h 1160647"/>
                <a:gd name="connsiteX405" fmla="*/ 200958 w 3079941"/>
                <a:gd name="connsiteY405" fmla="*/ 1126882 h 1160647"/>
                <a:gd name="connsiteX406" fmla="*/ 0 w 3079941"/>
                <a:gd name="connsiteY406" fmla="*/ 1126882 h 1160647"/>
                <a:gd name="connsiteX407" fmla="*/ 0 w 3079941"/>
                <a:gd name="connsiteY407" fmla="*/ 915339 h 1160647"/>
                <a:gd name="connsiteX408" fmla="*/ 103377 w 3079941"/>
                <a:gd name="connsiteY408" fmla="*/ 915339 h 1160647"/>
                <a:gd name="connsiteX409" fmla="*/ 103377 w 3079941"/>
                <a:gd name="connsiteY409" fmla="*/ 886329 h 1160647"/>
                <a:gd name="connsiteX410" fmla="*/ 55096 w 3079941"/>
                <a:gd name="connsiteY410" fmla="*/ 886329 h 1160647"/>
                <a:gd name="connsiteX411" fmla="*/ 55096 w 3079941"/>
                <a:gd name="connsiteY411" fmla="*/ 724196 h 1160647"/>
                <a:gd name="connsiteX412" fmla="*/ 75363 w 3079941"/>
                <a:gd name="connsiteY412" fmla="*/ 724196 h 1160647"/>
                <a:gd name="connsiteX413" fmla="*/ 75870 w 3079941"/>
                <a:gd name="connsiteY413" fmla="*/ 723115 h 1160647"/>
                <a:gd name="connsiteX414" fmla="*/ 79416 w 3079941"/>
                <a:gd name="connsiteY414" fmla="*/ 715549 h 1160647"/>
                <a:gd name="connsiteX415" fmla="*/ 81190 w 3079941"/>
                <a:gd name="connsiteY415" fmla="*/ 715819 h 1160647"/>
                <a:gd name="connsiteX416" fmla="*/ 93603 w 3079941"/>
                <a:gd name="connsiteY416" fmla="*/ 717710 h 1160647"/>
                <a:gd name="connsiteX417" fmla="*/ 94110 w 3079941"/>
                <a:gd name="connsiteY417" fmla="*/ 719062 h 1160647"/>
                <a:gd name="connsiteX418" fmla="*/ 97656 w 3079941"/>
                <a:gd name="connsiteY418" fmla="*/ 728519 h 1160647"/>
                <a:gd name="connsiteX419" fmla="*/ 124003 w 3079941"/>
                <a:gd name="connsiteY419" fmla="*/ 730681 h 1160647"/>
                <a:gd name="connsiteX420" fmla="*/ 124003 w 3079941"/>
                <a:gd name="connsiteY420" fmla="*/ 607460 h 1160647"/>
                <a:gd name="connsiteX421" fmla="*/ 126030 w 3079941"/>
                <a:gd name="connsiteY421" fmla="*/ 607460 h 1160647"/>
                <a:gd name="connsiteX422" fmla="*/ 140217 w 3079941"/>
                <a:gd name="connsiteY422" fmla="*/ 607460 h 1160647"/>
                <a:gd name="connsiteX423" fmla="*/ 140217 w 3079941"/>
                <a:gd name="connsiteY423" fmla="*/ 471268 h 1160647"/>
                <a:gd name="connsiteX424" fmla="*/ 141990 w 3079941"/>
                <a:gd name="connsiteY424" fmla="*/ 471268 h 1160647"/>
                <a:gd name="connsiteX425" fmla="*/ 154404 w 3079941"/>
                <a:gd name="connsiteY425" fmla="*/ 471268 h 1160647"/>
                <a:gd name="connsiteX426" fmla="*/ 154404 w 3079941"/>
                <a:gd name="connsiteY426" fmla="*/ 356694 h 1160647"/>
                <a:gd name="connsiteX427" fmla="*/ 158457 w 3079941"/>
                <a:gd name="connsiteY427" fmla="*/ 328590 h 1160647"/>
                <a:gd name="connsiteX428" fmla="*/ 160484 w 3079941"/>
                <a:gd name="connsiteY428" fmla="*/ 328590 h 1160647"/>
                <a:gd name="connsiteX429" fmla="*/ 174671 w 3079941"/>
                <a:gd name="connsiteY429" fmla="*/ 328590 h 1160647"/>
                <a:gd name="connsiteX430" fmla="*/ 211151 w 3079941"/>
                <a:gd name="connsiteY430" fmla="*/ 246443 h 1160647"/>
                <a:gd name="connsiteX431" fmla="*/ 215205 w 3079941"/>
                <a:gd name="connsiteY431"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200958 w 3079941"/>
                <a:gd name="connsiteY404" fmla="*/ 1126882 h 1160647"/>
                <a:gd name="connsiteX405" fmla="*/ 0 w 3079941"/>
                <a:gd name="connsiteY405" fmla="*/ 1126882 h 1160647"/>
                <a:gd name="connsiteX406" fmla="*/ 0 w 3079941"/>
                <a:gd name="connsiteY406" fmla="*/ 915339 h 1160647"/>
                <a:gd name="connsiteX407" fmla="*/ 103377 w 3079941"/>
                <a:gd name="connsiteY407" fmla="*/ 915339 h 1160647"/>
                <a:gd name="connsiteX408" fmla="*/ 103377 w 3079941"/>
                <a:gd name="connsiteY408" fmla="*/ 886329 h 1160647"/>
                <a:gd name="connsiteX409" fmla="*/ 55096 w 3079941"/>
                <a:gd name="connsiteY409" fmla="*/ 886329 h 1160647"/>
                <a:gd name="connsiteX410" fmla="*/ 55096 w 3079941"/>
                <a:gd name="connsiteY410" fmla="*/ 724196 h 1160647"/>
                <a:gd name="connsiteX411" fmla="*/ 75363 w 3079941"/>
                <a:gd name="connsiteY411" fmla="*/ 724196 h 1160647"/>
                <a:gd name="connsiteX412" fmla="*/ 75870 w 3079941"/>
                <a:gd name="connsiteY412" fmla="*/ 723115 h 1160647"/>
                <a:gd name="connsiteX413" fmla="*/ 79416 w 3079941"/>
                <a:gd name="connsiteY413" fmla="*/ 715549 h 1160647"/>
                <a:gd name="connsiteX414" fmla="*/ 81190 w 3079941"/>
                <a:gd name="connsiteY414" fmla="*/ 715819 h 1160647"/>
                <a:gd name="connsiteX415" fmla="*/ 93603 w 3079941"/>
                <a:gd name="connsiteY415" fmla="*/ 717710 h 1160647"/>
                <a:gd name="connsiteX416" fmla="*/ 94110 w 3079941"/>
                <a:gd name="connsiteY416" fmla="*/ 719062 h 1160647"/>
                <a:gd name="connsiteX417" fmla="*/ 97656 w 3079941"/>
                <a:gd name="connsiteY417" fmla="*/ 728519 h 1160647"/>
                <a:gd name="connsiteX418" fmla="*/ 124003 w 3079941"/>
                <a:gd name="connsiteY418" fmla="*/ 730681 h 1160647"/>
                <a:gd name="connsiteX419" fmla="*/ 124003 w 3079941"/>
                <a:gd name="connsiteY419" fmla="*/ 607460 h 1160647"/>
                <a:gd name="connsiteX420" fmla="*/ 126030 w 3079941"/>
                <a:gd name="connsiteY420" fmla="*/ 607460 h 1160647"/>
                <a:gd name="connsiteX421" fmla="*/ 140217 w 3079941"/>
                <a:gd name="connsiteY421" fmla="*/ 607460 h 1160647"/>
                <a:gd name="connsiteX422" fmla="*/ 140217 w 3079941"/>
                <a:gd name="connsiteY422" fmla="*/ 471268 h 1160647"/>
                <a:gd name="connsiteX423" fmla="*/ 141990 w 3079941"/>
                <a:gd name="connsiteY423" fmla="*/ 471268 h 1160647"/>
                <a:gd name="connsiteX424" fmla="*/ 154404 w 3079941"/>
                <a:gd name="connsiteY424" fmla="*/ 471268 h 1160647"/>
                <a:gd name="connsiteX425" fmla="*/ 154404 w 3079941"/>
                <a:gd name="connsiteY425" fmla="*/ 356694 h 1160647"/>
                <a:gd name="connsiteX426" fmla="*/ 158457 w 3079941"/>
                <a:gd name="connsiteY426" fmla="*/ 328590 h 1160647"/>
                <a:gd name="connsiteX427" fmla="*/ 160484 w 3079941"/>
                <a:gd name="connsiteY427" fmla="*/ 328590 h 1160647"/>
                <a:gd name="connsiteX428" fmla="*/ 174671 w 3079941"/>
                <a:gd name="connsiteY428" fmla="*/ 328590 h 1160647"/>
                <a:gd name="connsiteX429" fmla="*/ 211151 w 3079941"/>
                <a:gd name="connsiteY429" fmla="*/ 246443 h 1160647"/>
                <a:gd name="connsiteX430" fmla="*/ 215205 w 3079941"/>
                <a:gd name="connsiteY430"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103377 w 3079941"/>
                <a:gd name="connsiteY407" fmla="*/ 886329 h 1160647"/>
                <a:gd name="connsiteX408" fmla="*/ 55096 w 3079941"/>
                <a:gd name="connsiteY408" fmla="*/ 886329 h 1160647"/>
                <a:gd name="connsiteX409" fmla="*/ 55096 w 3079941"/>
                <a:gd name="connsiteY409" fmla="*/ 724196 h 1160647"/>
                <a:gd name="connsiteX410" fmla="*/ 75363 w 3079941"/>
                <a:gd name="connsiteY410" fmla="*/ 724196 h 1160647"/>
                <a:gd name="connsiteX411" fmla="*/ 75870 w 3079941"/>
                <a:gd name="connsiteY411" fmla="*/ 723115 h 1160647"/>
                <a:gd name="connsiteX412" fmla="*/ 79416 w 3079941"/>
                <a:gd name="connsiteY412" fmla="*/ 715549 h 1160647"/>
                <a:gd name="connsiteX413" fmla="*/ 81190 w 3079941"/>
                <a:gd name="connsiteY413" fmla="*/ 715819 h 1160647"/>
                <a:gd name="connsiteX414" fmla="*/ 93603 w 3079941"/>
                <a:gd name="connsiteY414" fmla="*/ 717710 h 1160647"/>
                <a:gd name="connsiteX415" fmla="*/ 94110 w 3079941"/>
                <a:gd name="connsiteY415" fmla="*/ 719062 h 1160647"/>
                <a:gd name="connsiteX416" fmla="*/ 97656 w 3079941"/>
                <a:gd name="connsiteY416" fmla="*/ 728519 h 1160647"/>
                <a:gd name="connsiteX417" fmla="*/ 124003 w 3079941"/>
                <a:gd name="connsiteY417" fmla="*/ 730681 h 1160647"/>
                <a:gd name="connsiteX418" fmla="*/ 124003 w 3079941"/>
                <a:gd name="connsiteY418" fmla="*/ 607460 h 1160647"/>
                <a:gd name="connsiteX419" fmla="*/ 126030 w 3079941"/>
                <a:gd name="connsiteY419" fmla="*/ 607460 h 1160647"/>
                <a:gd name="connsiteX420" fmla="*/ 140217 w 3079941"/>
                <a:gd name="connsiteY420" fmla="*/ 607460 h 1160647"/>
                <a:gd name="connsiteX421" fmla="*/ 140217 w 3079941"/>
                <a:gd name="connsiteY421" fmla="*/ 471268 h 1160647"/>
                <a:gd name="connsiteX422" fmla="*/ 141990 w 3079941"/>
                <a:gd name="connsiteY422" fmla="*/ 471268 h 1160647"/>
                <a:gd name="connsiteX423" fmla="*/ 154404 w 3079941"/>
                <a:gd name="connsiteY423" fmla="*/ 471268 h 1160647"/>
                <a:gd name="connsiteX424" fmla="*/ 154404 w 3079941"/>
                <a:gd name="connsiteY424" fmla="*/ 356694 h 1160647"/>
                <a:gd name="connsiteX425" fmla="*/ 158457 w 3079941"/>
                <a:gd name="connsiteY425" fmla="*/ 328590 h 1160647"/>
                <a:gd name="connsiteX426" fmla="*/ 160484 w 3079941"/>
                <a:gd name="connsiteY426" fmla="*/ 328590 h 1160647"/>
                <a:gd name="connsiteX427" fmla="*/ 174671 w 3079941"/>
                <a:gd name="connsiteY427" fmla="*/ 328590 h 1160647"/>
                <a:gd name="connsiteX428" fmla="*/ 211151 w 3079941"/>
                <a:gd name="connsiteY428" fmla="*/ 246443 h 1160647"/>
                <a:gd name="connsiteX429" fmla="*/ 215205 w 3079941"/>
                <a:gd name="connsiteY429"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103377 w 3079941"/>
                <a:gd name="connsiteY406" fmla="*/ 915339 h 1160647"/>
                <a:gd name="connsiteX407" fmla="*/ 55096 w 3079941"/>
                <a:gd name="connsiteY407" fmla="*/ 886329 h 1160647"/>
                <a:gd name="connsiteX408" fmla="*/ 55096 w 3079941"/>
                <a:gd name="connsiteY408" fmla="*/ 724196 h 1160647"/>
                <a:gd name="connsiteX409" fmla="*/ 75363 w 3079941"/>
                <a:gd name="connsiteY409" fmla="*/ 724196 h 1160647"/>
                <a:gd name="connsiteX410" fmla="*/ 75870 w 3079941"/>
                <a:gd name="connsiteY410" fmla="*/ 723115 h 1160647"/>
                <a:gd name="connsiteX411" fmla="*/ 79416 w 3079941"/>
                <a:gd name="connsiteY411" fmla="*/ 715549 h 1160647"/>
                <a:gd name="connsiteX412" fmla="*/ 81190 w 3079941"/>
                <a:gd name="connsiteY412" fmla="*/ 715819 h 1160647"/>
                <a:gd name="connsiteX413" fmla="*/ 93603 w 3079941"/>
                <a:gd name="connsiteY413" fmla="*/ 717710 h 1160647"/>
                <a:gd name="connsiteX414" fmla="*/ 94110 w 3079941"/>
                <a:gd name="connsiteY414" fmla="*/ 719062 h 1160647"/>
                <a:gd name="connsiteX415" fmla="*/ 97656 w 3079941"/>
                <a:gd name="connsiteY415" fmla="*/ 728519 h 1160647"/>
                <a:gd name="connsiteX416" fmla="*/ 124003 w 3079941"/>
                <a:gd name="connsiteY416" fmla="*/ 730681 h 1160647"/>
                <a:gd name="connsiteX417" fmla="*/ 124003 w 3079941"/>
                <a:gd name="connsiteY417" fmla="*/ 607460 h 1160647"/>
                <a:gd name="connsiteX418" fmla="*/ 126030 w 3079941"/>
                <a:gd name="connsiteY418" fmla="*/ 607460 h 1160647"/>
                <a:gd name="connsiteX419" fmla="*/ 140217 w 3079941"/>
                <a:gd name="connsiteY419" fmla="*/ 607460 h 1160647"/>
                <a:gd name="connsiteX420" fmla="*/ 140217 w 3079941"/>
                <a:gd name="connsiteY420" fmla="*/ 471268 h 1160647"/>
                <a:gd name="connsiteX421" fmla="*/ 141990 w 3079941"/>
                <a:gd name="connsiteY421" fmla="*/ 471268 h 1160647"/>
                <a:gd name="connsiteX422" fmla="*/ 154404 w 3079941"/>
                <a:gd name="connsiteY422" fmla="*/ 471268 h 1160647"/>
                <a:gd name="connsiteX423" fmla="*/ 154404 w 3079941"/>
                <a:gd name="connsiteY423" fmla="*/ 356694 h 1160647"/>
                <a:gd name="connsiteX424" fmla="*/ 158457 w 3079941"/>
                <a:gd name="connsiteY424" fmla="*/ 328590 h 1160647"/>
                <a:gd name="connsiteX425" fmla="*/ 160484 w 3079941"/>
                <a:gd name="connsiteY425" fmla="*/ 328590 h 1160647"/>
                <a:gd name="connsiteX426" fmla="*/ 174671 w 3079941"/>
                <a:gd name="connsiteY426" fmla="*/ 328590 h 1160647"/>
                <a:gd name="connsiteX427" fmla="*/ 211151 w 3079941"/>
                <a:gd name="connsiteY427" fmla="*/ 246443 h 1160647"/>
                <a:gd name="connsiteX428" fmla="*/ 215205 w 3079941"/>
                <a:gd name="connsiteY428"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0 w 3079941"/>
                <a:gd name="connsiteY405" fmla="*/ 915339 h 1160647"/>
                <a:gd name="connsiteX406" fmla="*/ 55096 w 3079941"/>
                <a:gd name="connsiteY406" fmla="*/ 886329 h 1160647"/>
                <a:gd name="connsiteX407" fmla="*/ 55096 w 3079941"/>
                <a:gd name="connsiteY407" fmla="*/ 724196 h 1160647"/>
                <a:gd name="connsiteX408" fmla="*/ 75363 w 3079941"/>
                <a:gd name="connsiteY408" fmla="*/ 724196 h 1160647"/>
                <a:gd name="connsiteX409" fmla="*/ 75870 w 3079941"/>
                <a:gd name="connsiteY409" fmla="*/ 723115 h 1160647"/>
                <a:gd name="connsiteX410" fmla="*/ 79416 w 3079941"/>
                <a:gd name="connsiteY410" fmla="*/ 715549 h 1160647"/>
                <a:gd name="connsiteX411" fmla="*/ 81190 w 3079941"/>
                <a:gd name="connsiteY411" fmla="*/ 715819 h 1160647"/>
                <a:gd name="connsiteX412" fmla="*/ 93603 w 3079941"/>
                <a:gd name="connsiteY412" fmla="*/ 717710 h 1160647"/>
                <a:gd name="connsiteX413" fmla="*/ 94110 w 3079941"/>
                <a:gd name="connsiteY413" fmla="*/ 719062 h 1160647"/>
                <a:gd name="connsiteX414" fmla="*/ 97656 w 3079941"/>
                <a:gd name="connsiteY414" fmla="*/ 728519 h 1160647"/>
                <a:gd name="connsiteX415" fmla="*/ 124003 w 3079941"/>
                <a:gd name="connsiteY415" fmla="*/ 730681 h 1160647"/>
                <a:gd name="connsiteX416" fmla="*/ 124003 w 3079941"/>
                <a:gd name="connsiteY416" fmla="*/ 607460 h 1160647"/>
                <a:gd name="connsiteX417" fmla="*/ 126030 w 3079941"/>
                <a:gd name="connsiteY417" fmla="*/ 607460 h 1160647"/>
                <a:gd name="connsiteX418" fmla="*/ 140217 w 3079941"/>
                <a:gd name="connsiteY418" fmla="*/ 607460 h 1160647"/>
                <a:gd name="connsiteX419" fmla="*/ 140217 w 3079941"/>
                <a:gd name="connsiteY419" fmla="*/ 471268 h 1160647"/>
                <a:gd name="connsiteX420" fmla="*/ 141990 w 3079941"/>
                <a:gd name="connsiteY420" fmla="*/ 471268 h 1160647"/>
                <a:gd name="connsiteX421" fmla="*/ 154404 w 3079941"/>
                <a:gd name="connsiteY421" fmla="*/ 471268 h 1160647"/>
                <a:gd name="connsiteX422" fmla="*/ 154404 w 3079941"/>
                <a:gd name="connsiteY422" fmla="*/ 356694 h 1160647"/>
                <a:gd name="connsiteX423" fmla="*/ 158457 w 3079941"/>
                <a:gd name="connsiteY423" fmla="*/ 328590 h 1160647"/>
                <a:gd name="connsiteX424" fmla="*/ 160484 w 3079941"/>
                <a:gd name="connsiteY424" fmla="*/ 328590 h 1160647"/>
                <a:gd name="connsiteX425" fmla="*/ 174671 w 3079941"/>
                <a:gd name="connsiteY425" fmla="*/ 328590 h 1160647"/>
                <a:gd name="connsiteX426" fmla="*/ 211151 w 3079941"/>
                <a:gd name="connsiteY426" fmla="*/ 246443 h 1160647"/>
                <a:gd name="connsiteX427" fmla="*/ 215205 w 3079941"/>
                <a:gd name="connsiteY427"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886329 h 1160647"/>
                <a:gd name="connsiteX406" fmla="*/ 55096 w 3079941"/>
                <a:gd name="connsiteY406" fmla="*/ 724196 h 1160647"/>
                <a:gd name="connsiteX407" fmla="*/ 75363 w 3079941"/>
                <a:gd name="connsiteY407" fmla="*/ 724196 h 1160647"/>
                <a:gd name="connsiteX408" fmla="*/ 75870 w 3079941"/>
                <a:gd name="connsiteY408" fmla="*/ 723115 h 1160647"/>
                <a:gd name="connsiteX409" fmla="*/ 79416 w 3079941"/>
                <a:gd name="connsiteY409" fmla="*/ 715549 h 1160647"/>
                <a:gd name="connsiteX410" fmla="*/ 81190 w 3079941"/>
                <a:gd name="connsiteY410" fmla="*/ 715819 h 1160647"/>
                <a:gd name="connsiteX411" fmla="*/ 93603 w 3079941"/>
                <a:gd name="connsiteY411" fmla="*/ 717710 h 1160647"/>
                <a:gd name="connsiteX412" fmla="*/ 94110 w 3079941"/>
                <a:gd name="connsiteY412" fmla="*/ 719062 h 1160647"/>
                <a:gd name="connsiteX413" fmla="*/ 97656 w 3079941"/>
                <a:gd name="connsiteY413" fmla="*/ 728519 h 1160647"/>
                <a:gd name="connsiteX414" fmla="*/ 124003 w 3079941"/>
                <a:gd name="connsiteY414" fmla="*/ 730681 h 1160647"/>
                <a:gd name="connsiteX415" fmla="*/ 124003 w 3079941"/>
                <a:gd name="connsiteY415" fmla="*/ 607460 h 1160647"/>
                <a:gd name="connsiteX416" fmla="*/ 126030 w 3079941"/>
                <a:gd name="connsiteY416" fmla="*/ 607460 h 1160647"/>
                <a:gd name="connsiteX417" fmla="*/ 140217 w 3079941"/>
                <a:gd name="connsiteY417" fmla="*/ 607460 h 1160647"/>
                <a:gd name="connsiteX418" fmla="*/ 140217 w 3079941"/>
                <a:gd name="connsiteY418" fmla="*/ 471268 h 1160647"/>
                <a:gd name="connsiteX419" fmla="*/ 141990 w 3079941"/>
                <a:gd name="connsiteY419" fmla="*/ 471268 h 1160647"/>
                <a:gd name="connsiteX420" fmla="*/ 154404 w 3079941"/>
                <a:gd name="connsiteY420" fmla="*/ 471268 h 1160647"/>
                <a:gd name="connsiteX421" fmla="*/ 154404 w 3079941"/>
                <a:gd name="connsiteY421" fmla="*/ 356694 h 1160647"/>
                <a:gd name="connsiteX422" fmla="*/ 158457 w 3079941"/>
                <a:gd name="connsiteY422" fmla="*/ 328590 h 1160647"/>
                <a:gd name="connsiteX423" fmla="*/ 160484 w 3079941"/>
                <a:gd name="connsiteY423" fmla="*/ 328590 h 1160647"/>
                <a:gd name="connsiteX424" fmla="*/ 174671 w 3079941"/>
                <a:gd name="connsiteY424" fmla="*/ 328590 h 1160647"/>
                <a:gd name="connsiteX425" fmla="*/ 211151 w 3079941"/>
                <a:gd name="connsiteY425" fmla="*/ 246443 h 1160647"/>
                <a:gd name="connsiteX426" fmla="*/ 215205 w 3079941"/>
                <a:gd name="connsiteY426" fmla="*/ 0 h 1160647"/>
                <a:gd name="connsiteX0" fmla="*/ 215205 w 3079941"/>
                <a:gd name="connsiteY0" fmla="*/ 0 h 1160647"/>
                <a:gd name="connsiteX1" fmla="*/ 217231 w 3079941"/>
                <a:gd name="connsiteY1" fmla="*/ 246443 h 1160647"/>
                <a:gd name="connsiteX2" fmla="*/ 255738 w 3079941"/>
                <a:gd name="connsiteY2" fmla="*/ 326429 h 1160647"/>
                <a:gd name="connsiteX3" fmla="*/ 257765 w 3079941"/>
                <a:gd name="connsiteY3" fmla="*/ 326429 h 1160647"/>
                <a:gd name="connsiteX4" fmla="*/ 271952 w 3079941"/>
                <a:gd name="connsiteY4" fmla="*/ 326429 h 1160647"/>
                <a:gd name="connsiteX5" fmla="*/ 271952 w 3079941"/>
                <a:gd name="connsiteY5" fmla="*/ 350208 h 1160647"/>
                <a:gd name="connsiteX6" fmla="*/ 272459 w 3079941"/>
                <a:gd name="connsiteY6" fmla="*/ 351019 h 1160647"/>
                <a:gd name="connsiteX7" fmla="*/ 276005 w 3079941"/>
                <a:gd name="connsiteY7" fmla="*/ 356694 h 1160647"/>
                <a:gd name="connsiteX8" fmla="*/ 276005 w 3079941"/>
                <a:gd name="connsiteY8" fmla="*/ 471268 h 1160647"/>
                <a:gd name="connsiteX9" fmla="*/ 278285 w 3079941"/>
                <a:gd name="connsiteY9" fmla="*/ 471268 h 1160647"/>
                <a:gd name="connsiteX10" fmla="*/ 294246 w 3079941"/>
                <a:gd name="connsiteY10" fmla="*/ 471268 h 1160647"/>
                <a:gd name="connsiteX11" fmla="*/ 294246 w 3079941"/>
                <a:gd name="connsiteY11" fmla="*/ 611783 h 1160647"/>
                <a:gd name="connsiteX12" fmla="*/ 295766 w 3079941"/>
                <a:gd name="connsiteY12" fmla="*/ 611513 h 1160647"/>
                <a:gd name="connsiteX13" fmla="*/ 306406 w 3079941"/>
                <a:gd name="connsiteY13" fmla="*/ 609622 h 1160647"/>
                <a:gd name="connsiteX14" fmla="*/ 304379 w 3079941"/>
                <a:gd name="connsiteY14" fmla="*/ 698254 h 1160647"/>
                <a:gd name="connsiteX15" fmla="*/ 305899 w 3079941"/>
                <a:gd name="connsiteY15" fmla="*/ 698525 h 1160647"/>
                <a:gd name="connsiteX16" fmla="*/ 316539 w 3079941"/>
                <a:gd name="connsiteY16" fmla="*/ 700416 h 1160647"/>
                <a:gd name="connsiteX17" fmla="*/ 316792 w 3079941"/>
                <a:gd name="connsiteY17" fmla="*/ 701227 h 1160647"/>
                <a:gd name="connsiteX18" fmla="*/ 318566 w 3079941"/>
                <a:gd name="connsiteY18" fmla="*/ 706902 h 1160647"/>
                <a:gd name="connsiteX19" fmla="*/ 319326 w 3079941"/>
                <a:gd name="connsiteY19" fmla="*/ 704470 h 1160647"/>
                <a:gd name="connsiteX20" fmla="*/ 324646 w 3079941"/>
                <a:gd name="connsiteY20" fmla="*/ 687446 h 1160647"/>
                <a:gd name="connsiteX21" fmla="*/ 326419 w 3079941"/>
                <a:gd name="connsiteY21" fmla="*/ 687446 h 1160647"/>
                <a:gd name="connsiteX22" fmla="*/ 338833 w 3079941"/>
                <a:gd name="connsiteY22" fmla="*/ 687446 h 1160647"/>
                <a:gd name="connsiteX23" fmla="*/ 338833 w 3079941"/>
                <a:gd name="connsiteY23" fmla="*/ 719872 h 1160647"/>
                <a:gd name="connsiteX24" fmla="*/ 339846 w 3079941"/>
                <a:gd name="connsiteY24" fmla="*/ 720413 h 1160647"/>
                <a:gd name="connsiteX25" fmla="*/ 346940 w 3079941"/>
                <a:gd name="connsiteY25" fmla="*/ 724196 h 1160647"/>
                <a:gd name="connsiteX26" fmla="*/ 346940 w 3079941"/>
                <a:gd name="connsiteY26" fmla="*/ 725547 h 1160647"/>
                <a:gd name="connsiteX27" fmla="*/ 346940 w 3079941"/>
                <a:gd name="connsiteY27" fmla="*/ 735005 h 1160647"/>
                <a:gd name="connsiteX28" fmla="*/ 391527 w 3079941"/>
                <a:gd name="connsiteY28" fmla="*/ 735005 h 1160647"/>
                <a:gd name="connsiteX29" fmla="*/ 391527 w 3079941"/>
                <a:gd name="connsiteY29" fmla="*/ 736086 h 1160647"/>
                <a:gd name="connsiteX30" fmla="*/ 391527 w 3079941"/>
                <a:gd name="connsiteY30" fmla="*/ 743652 h 1160647"/>
                <a:gd name="connsiteX31" fmla="*/ 393553 w 3079941"/>
                <a:gd name="connsiteY31" fmla="*/ 743652 h 1160647"/>
                <a:gd name="connsiteX32" fmla="*/ 407740 w 3079941"/>
                <a:gd name="connsiteY32" fmla="*/ 743652 h 1160647"/>
                <a:gd name="connsiteX33" fmla="*/ 407740 w 3079941"/>
                <a:gd name="connsiteY33" fmla="*/ 713387 h 1160647"/>
                <a:gd name="connsiteX34" fmla="*/ 452327 w 3079941"/>
                <a:gd name="connsiteY34" fmla="*/ 713387 h 1160647"/>
                <a:gd name="connsiteX35" fmla="*/ 452327 w 3079941"/>
                <a:gd name="connsiteY35" fmla="*/ 712036 h 1160647"/>
                <a:gd name="connsiteX36" fmla="*/ 452327 w 3079941"/>
                <a:gd name="connsiteY36" fmla="*/ 702578 h 1160647"/>
                <a:gd name="connsiteX37" fmla="*/ 453341 w 3079941"/>
                <a:gd name="connsiteY37" fmla="*/ 702578 h 1160647"/>
                <a:gd name="connsiteX38" fmla="*/ 460434 w 3079941"/>
                <a:gd name="connsiteY38" fmla="*/ 702578 h 1160647"/>
                <a:gd name="connsiteX39" fmla="*/ 460434 w 3079941"/>
                <a:gd name="connsiteY39" fmla="*/ 700687 h 1160647"/>
                <a:gd name="connsiteX40" fmla="*/ 460434 w 3079941"/>
                <a:gd name="connsiteY40" fmla="*/ 687446 h 1160647"/>
                <a:gd name="connsiteX41" fmla="*/ 461194 w 3079941"/>
                <a:gd name="connsiteY41" fmla="*/ 687446 h 1160647"/>
                <a:gd name="connsiteX42" fmla="*/ 466514 w 3079941"/>
                <a:gd name="connsiteY42" fmla="*/ 687446 h 1160647"/>
                <a:gd name="connsiteX43" fmla="*/ 466514 w 3079941"/>
                <a:gd name="connsiteY43" fmla="*/ 686365 h 1160647"/>
                <a:gd name="connsiteX44" fmla="*/ 466514 w 3079941"/>
                <a:gd name="connsiteY44" fmla="*/ 678798 h 1160647"/>
                <a:gd name="connsiteX45" fmla="*/ 468541 w 3079941"/>
                <a:gd name="connsiteY45" fmla="*/ 678798 h 1160647"/>
                <a:gd name="connsiteX46" fmla="*/ 482728 w 3079941"/>
                <a:gd name="connsiteY46" fmla="*/ 678798 h 1160647"/>
                <a:gd name="connsiteX47" fmla="*/ 482728 w 3079941"/>
                <a:gd name="connsiteY47" fmla="*/ 679879 h 1160647"/>
                <a:gd name="connsiteX48" fmla="*/ 482728 w 3079941"/>
                <a:gd name="connsiteY48" fmla="*/ 687446 h 1160647"/>
                <a:gd name="connsiteX49" fmla="*/ 505021 w 3079941"/>
                <a:gd name="connsiteY49" fmla="*/ 687446 h 1160647"/>
                <a:gd name="connsiteX50" fmla="*/ 505021 w 3079941"/>
                <a:gd name="connsiteY50" fmla="*/ 685554 h 1160647"/>
                <a:gd name="connsiteX51" fmla="*/ 505021 w 3079941"/>
                <a:gd name="connsiteY51" fmla="*/ 672313 h 1160647"/>
                <a:gd name="connsiteX52" fmla="*/ 506795 w 3079941"/>
                <a:gd name="connsiteY52" fmla="*/ 672313 h 1160647"/>
                <a:gd name="connsiteX53" fmla="*/ 519208 w 3079941"/>
                <a:gd name="connsiteY53" fmla="*/ 672313 h 1160647"/>
                <a:gd name="connsiteX54" fmla="*/ 519208 w 3079941"/>
                <a:gd name="connsiteY54" fmla="*/ 696093 h 1160647"/>
                <a:gd name="connsiteX55" fmla="*/ 520222 w 3079941"/>
                <a:gd name="connsiteY55" fmla="*/ 696093 h 1160647"/>
                <a:gd name="connsiteX56" fmla="*/ 527315 w 3079941"/>
                <a:gd name="connsiteY56" fmla="*/ 696093 h 1160647"/>
                <a:gd name="connsiteX57" fmla="*/ 527315 w 3079941"/>
                <a:gd name="connsiteY57" fmla="*/ 695012 h 1160647"/>
                <a:gd name="connsiteX58" fmla="*/ 527315 w 3079941"/>
                <a:gd name="connsiteY58" fmla="*/ 687446 h 1160647"/>
                <a:gd name="connsiteX59" fmla="*/ 529088 w 3079941"/>
                <a:gd name="connsiteY59" fmla="*/ 687446 h 1160647"/>
                <a:gd name="connsiteX60" fmla="*/ 541502 w 3079941"/>
                <a:gd name="connsiteY60" fmla="*/ 687446 h 1160647"/>
                <a:gd name="connsiteX61" fmla="*/ 541502 w 3079941"/>
                <a:gd name="connsiteY61" fmla="*/ 713387 h 1160647"/>
                <a:gd name="connsiteX62" fmla="*/ 543529 w 3079941"/>
                <a:gd name="connsiteY62" fmla="*/ 713387 h 1160647"/>
                <a:gd name="connsiteX63" fmla="*/ 557715 w 3079941"/>
                <a:gd name="connsiteY63" fmla="*/ 713387 h 1160647"/>
                <a:gd name="connsiteX64" fmla="*/ 557715 w 3079941"/>
                <a:gd name="connsiteY64" fmla="*/ 715008 h 1160647"/>
                <a:gd name="connsiteX65" fmla="*/ 557715 w 3079941"/>
                <a:gd name="connsiteY65" fmla="*/ 726358 h 1160647"/>
                <a:gd name="connsiteX66" fmla="*/ 558475 w 3079941"/>
                <a:gd name="connsiteY66" fmla="*/ 726358 h 1160647"/>
                <a:gd name="connsiteX67" fmla="*/ 563796 w 3079941"/>
                <a:gd name="connsiteY67" fmla="*/ 726358 h 1160647"/>
                <a:gd name="connsiteX68" fmla="*/ 563796 w 3079941"/>
                <a:gd name="connsiteY68" fmla="*/ 725547 h 1160647"/>
                <a:gd name="connsiteX69" fmla="*/ 563796 w 3079941"/>
                <a:gd name="connsiteY69" fmla="*/ 719872 h 1160647"/>
                <a:gd name="connsiteX70" fmla="*/ 594196 w 3079941"/>
                <a:gd name="connsiteY70" fmla="*/ 719872 h 1160647"/>
                <a:gd name="connsiteX71" fmla="*/ 594196 w 3079941"/>
                <a:gd name="connsiteY71" fmla="*/ 743652 h 1160647"/>
                <a:gd name="connsiteX72" fmla="*/ 595209 w 3079941"/>
                <a:gd name="connsiteY72" fmla="*/ 743652 h 1160647"/>
                <a:gd name="connsiteX73" fmla="*/ 602303 w 3079941"/>
                <a:gd name="connsiteY73" fmla="*/ 743652 h 1160647"/>
                <a:gd name="connsiteX74" fmla="*/ 602303 w 3079941"/>
                <a:gd name="connsiteY74" fmla="*/ 744733 h 1160647"/>
                <a:gd name="connsiteX75" fmla="*/ 602303 w 3079941"/>
                <a:gd name="connsiteY75" fmla="*/ 752299 h 1160647"/>
                <a:gd name="connsiteX76" fmla="*/ 603063 w 3079941"/>
                <a:gd name="connsiteY76" fmla="*/ 752299 h 1160647"/>
                <a:gd name="connsiteX77" fmla="*/ 608383 w 3079941"/>
                <a:gd name="connsiteY77" fmla="*/ 752299 h 1160647"/>
                <a:gd name="connsiteX78" fmla="*/ 608383 w 3079941"/>
                <a:gd name="connsiteY78" fmla="*/ 750137 h 1160647"/>
                <a:gd name="connsiteX79" fmla="*/ 608383 w 3079941"/>
                <a:gd name="connsiteY79" fmla="*/ 735005 h 1160647"/>
                <a:gd name="connsiteX80" fmla="*/ 609396 w 3079941"/>
                <a:gd name="connsiteY80" fmla="*/ 735005 h 1160647"/>
                <a:gd name="connsiteX81" fmla="*/ 616490 w 3079941"/>
                <a:gd name="connsiteY81" fmla="*/ 735005 h 1160647"/>
                <a:gd name="connsiteX82" fmla="*/ 616490 w 3079941"/>
                <a:gd name="connsiteY82" fmla="*/ 736086 h 1160647"/>
                <a:gd name="connsiteX83" fmla="*/ 616490 w 3079941"/>
                <a:gd name="connsiteY83" fmla="*/ 743652 h 1160647"/>
                <a:gd name="connsiteX84" fmla="*/ 621810 w 3079941"/>
                <a:gd name="connsiteY84" fmla="*/ 741659 h 1160647"/>
                <a:gd name="connsiteX85" fmla="*/ 622570 w 3079941"/>
                <a:gd name="connsiteY85" fmla="*/ 740679 h 1160647"/>
                <a:gd name="connsiteX86" fmla="*/ 622570 w 3079941"/>
                <a:gd name="connsiteY86" fmla="*/ 735005 h 1160647"/>
                <a:gd name="connsiteX87" fmla="*/ 661077 w 3079941"/>
                <a:gd name="connsiteY87" fmla="*/ 735005 h 1160647"/>
                <a:gd name="connsiteX88" fmla="*/ 661077 w 3079941"/>
                <a:gd name="connsiteY88" fmla="*/ 758784 h 1160647"/>
                <a:gd name="connsiteX89" fmla="*/ 663103 w 3079941"/>
                <a:gd name="connsiteY89" fmla="*/ 758784 h 1160647"/>
                <a:gd name="connsiteX90" fmla="*/ 677290 w 3079941"/>
                <a:gd name="connsiteY90" fmla="*/ 758784 h 1160647"/>
                <a:gd name="connsiteX91" fmla="*/ 677290 w 3079941"/>
                <a:gd name="connsiteY91" fmla="*/ 759865 h 1160647"/>
                <a:gd name="connsiteX92" fmla="*/ 677290 w 3079941"/>
                <a:gd name="connsiteY92" fmla="*/ 767431 h 1160647"/>
                <a:gd name="connsiteX93" fmla="*/ 679064 w 3079941"/>
                <a:gd name="connsiteY93" fmla="*/ 767431 h 1160647"/>
                <a:gd name="connsiteX94" fmla="*/ 691477 w 3079941"/>
                <a:gd name="connsiteY94" fmla="*/ 767431 h 1160647"/>
                <a:gd name="connsiteX95" fmla="*/ 691477 w 3079941"/>
                <a:gd name="connsiteY95" fmla="*/ 743652 h 1160647"/>
                <a:gd name="connsiteX96" fmla="*/ 692490 w 3079941"/>
                <a:gd name="connsiteY96" fmla="*/ 743652 h 1160647"/>
                <a:gd name="connsiteX97" fmla="*/ 699584 w 3079941"/>
                <a:gd name="connsiteY97" fmla="*/ 743652 h 1160647"/>
                <a:gd name="connsiteX98" fmla="*/ 699584 w 3079941"/>
                <a:gd name="connsiteY98" fmla="*/ 711225 h 1160647"/>
                <a:gd name="connsiteX99" fmla="*/ 700597 w 3079941"/>
                <a:gd name="connsiteY99" fmla="*/ 711225 h 1160647"/>
                <a:gd name="connsiteX100" fmla="*/ 707691 w 3079941"/>
                <a:gd name="connsiteY100" fmla="*/ 711225 h 1160647"/>
                <a:gd name="connsiteX101" fmla="*/ 707691 w 3079941"/>
                <a:gd name="connsiteY101" fmla="*/ 709334 h 1160647"/>
                <a:gd name="connsiteX102" fmla="*/ 707691 w 3079941"/>
                <a:gd name="connsiteY102" fmla="*/ 696093 h 1160647"/>
                <a:gd name="connsiteX103" fmla="*/ 706424 w 3079941"/>
                <a:gd name="connsiteY103" fmla="*/ 694471 h 1160647"/>
                <a:gd name="connsiteX104" fmla="*/ 711744 w 3079941"/>
                <a:gd name="connsiteY104" fmla="*/ 683122 h 1160647"/>
                <a:gd name="connsiteX105" fmla="*/ 719851 w 3079941"/>
                <a:gd name="connsiteY105" fmla="*/ 711225 h 1160647"/>
                <a:gd name="connsiteX106" fmla="*/ 720611 w 3079941"/>
                <a:gd name="connsiteY106" fmla="*/ 711225 h 1160647"/>
                <a:gd name="connsiteX107" fmla="*/ 725931 w 3079941"/>
                <a:gd name="connsiteY107" fmla="*/ 711225 h 1160647"/>
                <a:gd name="connsiteX108" fmla="*/ 725931 w 3079941"/>
                <a:gd name="connsiteY108" fmla="*/ 605298 h 1160647"/>
                <a:gd name="connsiteX109" fmla="*/ 727451 w 3079941"/>
                <a:gd name="connsiteY109" fmla="*/ 605298 h 1160647"/>
                <a:gd name="connsiteX110" fmla="*/ 738091 w 3079941"/>
                <a:gd name="connsiteY110" fmla="*/ 605298 h 1160647"/>
                <a:gd name="connsiteX111" fmla="*/ 738091 w 3079941"/>
                <a:gd name="connsiteY111" fmla="*/ 557739 h 1160647"/>
                <a:gd name="connsiteX112" fmla="*/ 764438 w 3079941"/>
                <a:gd name="connsiteY112" fmla="*/ 557739 h 1160647"/>
                <a:gd name="connsiteX113" fmla="*/ 764438 w 3079941"/>
                <a:gd name="connsiteY113" fmla="*/ 536121 h 1160647"/>
                <a:gd name="connsiteX114" fmla="*/ 798892 w 3079941"/>
                <a:gd name="connsiteY114" fmla="*/ 536121 h 1160647"/>
                <a:gd name="connsiteX115" fmla="*/ 798892 w 3079941"/>
                <a:gd name="connsiteY115" fmla="*/ 538553 h 1160647"/>
                <a:gd name="connsiteX116" fmla="*/ 798892 w 3079941"/>
                <a:gd name="connsiteY116" fmla="*/ 555577 h 1160647"/>
                <a:gd name="connsiteX117" fmla="*/ 801172 w 3079941"/>
                <a:gd name="connsiteY117" fmla="*/ 555577 h 1160647"/>
                <a:gd name="connsiteX118" fmla="*/ 817132 w 3079941"/>
                <a:gd name="connsiteY118" fmla="*/ 555577 h 1160647"/>
                <a:gd name="connsiteX119" fmla="*/ 817132 w 3079941"/>
                <a:gd name="connsiteY119" fmla="*/ 603136 h 1160647"/>
                <a:gd name="connsiteX120" fmla="*/ 818145 w 3079941"/>
                <a:gd name="connsiteY120" fmla="*/ 603136 h 1160647"/>
                <a:gd name="connsiteX121" fmla="*/ 825239 w 3079941"/>
                <a:gd name="connsiteY121" fmla="*/ 603136 h 1160647"/>
                <a:gd name="connsiteX122" fmla="*/ 839426 w 3079941"/>
                <a:gd name="connsiteY122" fmla="*/ 607460 h 1160647"/>
                <a:gd name="connsiteX123" fmla="*/ 839426 w 3079941"/>
                <a:gd name="connsiteY123" fmla="*/ 646372 h 1160647"/>
                <a:gd name="connsiteX124" fmla="*/ 840439 w 3079941"/>
                <a:gd name="connsiteY124" fmla="*/ 646372 h 1160647"/>
                <a:gd name="connsiteX125" fmla="*/ 847532 w 3079941"/>
                <a:gd name="connsiteY125" fmla="*/ 646372 h 1160647"/>
                <a:gd name="connsiteX126" fmla="*/ 847532 w 3079941"/>
                <a:gd name="connsiteY126" fmla="*/ 647993 h 1160647"/>
                <a:gd name="connsiteX127" fmla="*/ 847532 w 3079941"/>
                <a:gd name="connsiteY127" fmla="*/ 659342 h 1160647"/>
                <a:gd name="connsiteX128" fmla="*/ 849559 w 3079941"/>
                <a:gd name="connsiteY128" fmla="*/ 659342 h 1160647"/>
                <a:gd name="connsiteX129" fmla="*/ 863746 w 3079941"/>
                <a:gd name="connsiteY129" fmla="*/ 659342 h 1160647"/>
                <a:gd name="connsiteX130" fmla="*/ 869826 w 3079941"/>
                <a:gd name="connsiteY130" fmla="*/ 665828 h 1160647"/>
                <a:gd name="connsiteX131" fmla="*/ 869826 w 3079941"/>
                <a:gd name="connsiteY131" fmla="*/ 687446 h 1160647"/>
                <a:gd name="connsiteX132" fmla="*/ 872106 w 3079941"/>
                <a:gd name="connsiteY132" fmla="*/ 687446 h 1160647"/>
                <a:gd name="connsiteX133" fmla="*/ 888066 w 3079941"/>
                <a:gd name="connsiteY133" fmla="*/ 687446 h 1160647"/>
                <a:gd name="connsiteX134" fmla="*/ 888066 w 3079941"/>
                <a:gd name="connsiteY134" fmla="*/ 688526 h 1160647"/>
                <a:gd name="connsiteX135" fmla="*/ 888066 w 3079941"/>
                <a:gd name="connsiteY135" fmla="*/ 696093 h 1160647"/>
                <a:gd name="connsiteX136" fmla="*/ 889333 w 3079941"/>
                <a:gd name="connsiteY136" fmla="*/ 696093 h 1160647"/>
                <a:gd name="connsiteX137" fmla="*/ 898200 w 3079941"/>
                <a:gd name="connsiteY137" fmla="*/ 696093 h 1160647"/>
                <a:gd name="connsiteX138" fmla="*/ 898200 w 3079941"/>
                <a:gd name="connsiteY138" fmla="*/ 698254 h 1160647"/>
                <a:gd name="connsiteX139" fmla="*/ 898200 w 3079941"/>
                <a:gd name="connsiteY139" fmla="*/ 713387 h 1160647"/>
                <a:gd name="connsiteX140" fmla="*/ 902253 w 3079941"/>
                <a:gd name="connsiteY140" fmla="*/ 711495 h 1160647"/>
                <a:gd name="connsiteX141" fmla="*/ 902253 w 3079941"/>
                <a:gd name="connsiteY141" fmla="*/ 698254 h 1160647"/>
                <a:gd name="connsiteX142" fmla="*/ 903266 w 3079941"/>
                <a:gd name="connsiteY142" fmla="*/ 698254 h 1160647"/>
                <a:gd name="connsiteX143" fmla="*/ 910360 w 3079941"/>
                <a:gd name="connsiteY143" fmla="*/ 698254 h 1160647"/>
                <a:gd name="connsiteX144" fmla="*/ 910360 w 3079941"/>
                <a:gd name="connsiteY144" fmla="*/ 699876 h 1160647"/>
                <a:gd name="connsiteX145" fmla="*/ 910360 w 3079941"/>
                <a:gd name="connsiteY145" fmla="*/ 711225 h 1160647"/>
                <a:gd name="connsiteX146" fmla="*/ 911120 w 3079941"/>
                <a:gd name="connsiteY146" fmla="*/ 711225 h 1160647"/>
                <a:gd name="connsiteX147" fmla="*/ 916440 w 3079941"/>
                <a:gd name="connsiteY147" fmla="*/ 711225 h 1160647"/>
                <a:gd name="connsiteX148" fmla="*/ 965080 w 3079941"/>
                <a:gd name="connsiteY148" fmla="*/ 706902 h 1160647"/>
                <a:gd name="connsiteX149" fmla="*/ 965080 w 3079941"/>
                <a:gd name="connsiteY149" fmla="*/ 708253 h 1160647"/>
                <a:gd name="connsiteX150" fmla="*/ 965080 w 3079941"/>
                <a:gd name="connsiteY150" fmla="*/ 717710 h 1160647"/>
                <a:gd name="connsiteX151" fmla="*/ 965840 w 3079941"/>
                <a:gd name="connsiteY151" fmla="*/ 717710 h 1160647"/>
                <a:gd name="connsiteX152" fmla="*/ 971161 w 3079941"/>
                <a:gd name="connsiteY152" fmla="*/ 717710 h 1160647"/>
                <a:gd name="connsiteX153" fmla="*/ 971161 w 3079941"/>
                <a:gd name="connsiteY153" fmla="*/ 719872 h 1160647"/>
                <a:gd name="connsiteX154" fmla="*/ 971161 w 3079941"/>
                <a:gd name="connsiteY154" fmla="*/ 735005 h 1160647"/>
                <a:gd name="connsiteX155" fmla="*/ 973187 w 3079941"/>
                <a:gd name="connsiteY155" fmla="*/ 733654 h 1160647"/>
                <a:gd name="connsiteX156" fmla="*/ 987374 w 3079941"/>
                <a:gd name="connsiteY156" fmla="*/ 724196 h 1160647"/>
                <a:gd name="connsiteX157" fmla="*/ 993454 w 3079941"/>
                <a:gd name="connsiteY157" fmla="*/ 683122 h 1160647"/>
                <a:gd name="connsiteX158" fmla="*/ 994214 w 3079941"/>
                <a:gd name="connsiteY158" fmla="*/ 682852 h 1160647"/>
                <a:gd name="connsiteX159" fmla="*/ 999534 w 3079941"/>
                <a:gd name="connsiteY159" fmla="*/ 680960 h 1160647"/>
                <a:gd name="connsiteX160" fmla="*/ 1001561 w 3079941"/>
                <a:gd name="connsiteY160" fmla="*/ 611783 h 1160647"/>
                <a:gd name="connsiteX161" fmla="*/ 1003588 w 3079941"/>
                <a:gd name="connsiteY161" fmla="*/ 680960 h 1160647"/>
                <a:gd name="connsiteX162" fmla="*/ 1004348 w 3079941"/>
                <a:gd name="connsiteY162" fmla="*/ 681230 h 1160647"/>
                <a:gd name="connsiteX163" fmla="*/ 1009668 w 3079941"/>
                <a:gd name="connsiteY163" fmla="*/ 683122 h 1160647"/>
                <a:gd name="connsiteX164" fmla="*/ 1009668 w 3079941"/>
                <a:gd name="connsiteY164" fmla="*/ 596651 h 1160647"/>
                <a:gd name="connsiteX165" fmla="*/ 1013721 w 3079941"/>
                <a:gd name="connsiteY165" fmla="*/ 564224 h 1160647"/>
                <a:gd name="connsiteX166" fmla="*/ 1052228 w 3079941"/>
                <a:gd name="connsiteY166" fmla="*/ 564224 h 1160647"/>
                <a:gd name="connsiteX167" fmla="*/ 1052228 w 3079941"/>
                <a:gd name="connsiteY167" fmla="*/ 596651 h 1160647"/>
                <a:gd name="connsiteX168" fmla="*/ 1052988 w 3079941"/>
                <a:gd name="connsiteY168" fmla="*/ 596651 h 1160647"/>
                <a:gd name="connsiteX169" fmla="*/ 1058308 w 3079941"/>
                <a:gd name="connsiteY169" fmla="*/ 596651 h 1160647"/>
                <a:gd name="connsiteX170" fmla="*/ 1058308 w 3079941"/>
                <a:gd name="connsiteY170" fmla="*/ 514503 h 1160647"/>
                <a:gd name="connsiteX171" fmla="*/ 1060082 w 3079941"/>
                <a:gd name="connsiteY171" fmla="*/ 514503 h 1160647"/>
                <a:gd name="connsiteX172" fmla="*/ 1072495 w 3079941"/>
                <a:gd name="connsiteY172" fmla="*/ 514503 h 1160647"/>
                <a:gd name="connsiteX173" fmla="*/ 1072495 w 3079941"/>
                <a:gd name="connsiteY173" fmla="*/ 512612 h 1160647"/>
                <a:gd name="connsiteX174" fmla="*/ 1072495 w 3079941"/>
                <a:gd name="connsiteY174" fmla="*/ 499371 h 1160647"/>
                <a:gd name="connsiteX175" fmla="*/ 1094789 w 3079941"/>
                <a:gd name="connsiteY175" fmla="*/ 499371 h 1160647"/>
                <a:gd name="connsiteX176" fmla="*/ 1094789 w 3079941"/>
                <a:gd name="connsiteY176" fmla="*/ 498290 h 1160647"/>
                <a:gd name="connsiteX177" fmla="*/ 1094789 w 3079941"/>
                <a:gd name="connsiteY177" fmla="*/ 490724 h 1160647"/>
                <a:gd name="connsiteX178" fmla="*/ 1096562 w 3079941"/>
                <a:gd name="connsiteY178" fmla="*/ 490724 h 1160647"/>
                <a:gd name="connsiteX179" fmla="*/ 1108976 w 3079941"/>
                <a:gd name="connsiteY179" fmla="*/ 490724 h 1160647"/>
                <a:gd name="connsiteX180" fmla="*/ 1108976 w 3079941"/>
                <a:gd name="connsiteY180" fmla="*/ 491805 h 1160647"/>
                <a:gd name="connsiteX181" fmla="*/ 1108976 w 3079941"/>
                <a:gd name="connsiteY181" fmla="*/ 499371 h 1160647"/>
                <a:gd name="connsiteX182" fmla="*/ 1109736 w 3079941"/>
                <a:gd name="connsiteY182" fmla="*/ 499371 h 1160647"/>
                <a:gd name="connsiteX183" fmla="*/ 1115056 w 3079941"/>
                <a:gd name="connsiteY183" fmla="*/ 499371 h 1160647"/>
                <a:gd name="connsiteX184" fmla="*/ 1125189 w 3079941"/>
                <a:gd name="connsiteY184" fmla="*/ 495047 h 1160647"/>
                <a:gd name="connsiteX185" fmla="*/ 1129242 w 3079941"/>
                <a:gd name="connsiteY185" fmla="*/ 498290 h 1160647"/>
                <a:gd name="connsiteX186" fmla="*/ 1129242 w 3079941"/>
                <a:gd name="connsiteY186" fmla="*/ 490724 h 1160647"/>
                <a:gd name="connsiteX187" fmla="*/ 1131522 w 3079941"/>
                <a:gd name="connsiteY187" fmla="*/ 490724 h 1160647"/>
                <a:gd name="connsiteX188" fmla="*/ 1147483 w 3079941"/>
                <a:gd name="connsiteY188" fmla="*/ 490724 h 1160647"/>
                <a:gd name="connsiteX189" fmla="*/ 1147483 w 3079941"/>
                <a:gd name="connsiteY189" fmla="*/ 491805 h 1160647"/>
                <a:gd name="connsiteX190" fmla="*/ 1147483 w 3079941"/>
                <a:gd name="connsiteY190" fmla="*/ 499371 h 1160647"/>
                <a:gd name="connsiteX191" fmla="*/ 1177883 w 3079941"/>
                <a:gd name="connsiteY191" fmla="*/ 499371 h 1160647"/>
                <a:gd name="connsiteX192" fmla="*/ 1177883 w 3079941"/>
                <a:gd name="connsiteY192" fmla="*/ 500992 h 1160647"/>
                <a:gd name="connsiteX193" fmla="*/ 1177883 w 3079941"/>
                <a:gd name="connsiteY193" fmla="*/ 512342 h 1160647"/>
                <a:gd name="connsiteX194" fmla="*/ 1204230 w 3079941"/>
                <a:gd name="connsiteY194" fmla="*/ 512342 h 1160647"/>
                <a:gd name="connsiteX195" fmla="*/ 1204230 w 3079941"/>
                <a:gd name="connsiteY195" fmla="*/ 542606 h 1160647"/>
                <a:gd name="connsiteX196" fmla="*/ 1204990 w 3079941"/>
                <a:gd name="connsiteY196" fmla="*/ 542606 h 1160647"/>
                <a:gd name="connsiteX197" fmla="*/ 1210310 w 3079941"/>
                <a:gd name="connsiteY197" fmla="*/ 542606 h 1160647"/>
                <a:gd name="connsiteX198" fmla="*/ 1210310 w 3079941"/>
                <a:gd name="connsiteY198" fmla="*/ 543687 h 1160647"/>
                <a:gd name="connsiteX199" fmla="*/ 1210310 w 3079941"/>
                <a:gd name="connsiteY199" fmla="*/ 551254 h 1160647"/>
                <a:gd name="connsiteX200" fmla="*/ 1214364 w 3079941"/>
                <a:gd name="connsiteY200" fmla="*/ 581518 h 1160647"/>
                <a:gd name="connsiteX201" fmla="*/ 1215124 w 3079941"/>
                <a:gd name="connsiteY201" fmla="*/ 581518 h 1160647"/>
                <a:gd name="connsiteX202" fmla="*/ 1220444 w 3079941"/>
                <a:gd name="connsiteY202" fmla="*/ 581518 h 1160647"/>
                <a:gd name="connsiteX203" fmla="*/ 1220444 w 3079941"/>
                <a:gd name="connsiteY203" fmla="*/ 582329 h 1160647"/>
                <a:gd name="connsiteX204" fmla="*/ 1220444 w 3079941"/>
                <a:gd name="connsiteY204" fmla="*/ 588004 h 1160647"/>
                <a:gd name="connsiteX205" fmla="*/ 1221457 w 3079941"/>
                <a:gd name="connsiteY205" fmla="*/ 588004 h 1160647"/>
                <a:gd name="connsiteX206" fmla="*/ 1228550 w 3079941"/>
                <a:gd name="connsiteY206" fmla="*/ 588004 h 1160647"/>
                <a:gd name="connsiteX207" fmla="*/ 1228550 w 3079941"/>
                <a:gd name="connsiteY207" fmla="*/ 618269 h 1160647"/>
                <a:gd name="connsiteX208" fmla="*/ 1230577 w 3079941"/>
                <a:gd name="connsiteY208" fmla="*/ 618269 h 1160647"/>
                <a:gd name="connsiteX209" fmla="*/ 1244764 w 3079941"/>
                <a:gd name="connsiteY209" fmla="*/ 618269 h 1160647"/>
                <a:gd name="connsiteX210" fmla="*/ 1244764 w 3079941"/>
                <a:gd name="connsiteY210" fmla="*/ 642048 h 1160647"/>
                <a:gd name="connsiteX211" fmla="*/ 1246791 w 3079941"/>
                <a:gd name="connsiteY211" fmla="*/ 643669 h 1160647"/>
                <a:gd name="connsiteX212" fmla="*/ 1246791 w 3079941"/>
                <a:gd name="connsiteY212" fmla="*/ 655019 h 1160647"/>
                <a:gd name="connsiteX213" fmla="*/ 1247551 w 3079941"/>
                <a:gd name="connsiteY213" fmla="*/ 655019 h 1160647"/>
                <a:gd name="connsiteX214" fmla="*/ 1252871 w 3079941"/>
                <a:gd name="connsiteY214" fmla="*/ 655019 h 1160647"/>
                <a:gd name="connsiteX215" fmla="*/ 1252871 w 3079941"/>
                <a:gd name="connsiteY215" fmla="*/ 678798 h 1160647"/>
                <a:gd name="connsiteX216" fmla="*/ 1254137 w 3079941"/>
                <a:gd name="connsiteY216" fmla="*/ 678798 h 1160647"/>
                <a:gd name="connsiteX217" fmla="*/ 1263004 w 3079941"/>
                <a:gd name="connsiteY217" fmla="*/ 678798 h 1160647"/>
                <a:gd name="connsiteX218" fmla="*/ 1265031 w 3079941"/>
                <a:gd name="connsiteY218" fmla="*/ 682852 h 1160647"/>
                <a:gd name="connsiteX219" fmla="*/ 1265031 w 3079941"/>
                <a:gd name="connsiteY219" fmla="*/ 696093 h 1160647"/>
                <a:gd name="connsiteX220" fmla="*/ 1266551 w 3079941"/>
                <a:gd name="connsiteY220" fmla="*/ 694201 h 1160647"/>
                <a:gd name="connsiteX221" fmla="*/ 1277191 w 3079941"/>
                <a:gd name="connsiteY221" fmla="*/ 680960 h 1160647"/>
                <a:gd name="connsiteX222" fmla="*/ 1305565 w 3079941"/>
                <a:gd name="connsiteY222" fmla="*/ 680960 h 1160647"/>
                <a:gd name="connsiteX223" fmla="*/ 1305565 w 3079941"/>
                <a:gd name="connsiteY223" fmla="*/ 767431 h 1160647"/>
                <a:gd name="connsiteX224" fmla="*/ 1306325 w 3079941"/>
                <a:gd name="connsiteY224" fmla="*/ 767431 h 1160647"/>
                <a:gd name="connsiteX225" fmla="*/ 1311645 w 3079941"/>
                <a:gd name="connsiteY225" fmla="*/ 767431 h 1160647"/>
                <a:gd name="connsiteX226" fmla="*/ 1312405 w 3079941"/>
                <a:gd name="connsiteY226" fmla="*/ 766080 h 1160647"/>
                <a:gd name="connsiteX227" fmla="*/ 1317725 w 3079941"/>
                <a:gd name="connsiteY227" fmla="*/ 756622 h 1160647"/>
                <a:gd name="connsiteX228" fmla="*/ 1317725 w 3079941"/>
                <a:gd name="connsiteY228" fmla="*/ 758514 h 1160647"/>
                <a:gd name="connsiteX229" fmla="*/ 1317725 w 3079941"/>
                <a:gd name="connsiteY229" fmla="*/ 771755 h 1160647"/>
                <a:gd name="connsiteX230" fmla="*/ 1321778 w 3079941"/>
                <a:gd name="connsiteY230" fmla="*/ 726358 h 1160647"/>
                <a:gd name="connsiteX231" fmla="*/ 1322538 w 3079941"/>
                <a:gd name="connsiteY231" fmla="*/ 726358 h 1160647"/>
                <a:gd name="connsiteX232" fmla="*/ 1327858 w 3079941"/>
                <a:gd name="connsiteY232" fmla="*/ 726358 h 1160647"/>
                <a:gd name="connsiteX233" fmla="*/ 1327858 w 3079941"/>
                <a:gd name="connsiteY233" fmla="*/ 661504 h 1160647"/>
                <a:gd name="connsiteX234" fmla="*/ 1328872 w 3079941"/>
                <a:gd name="connsiteY234" fmla="*/ 661504 h 1160647"/>
                <a:gd name="connsiteX235" fmla="*/ 1335965 w 3079941"/>
                <a:gd name="connsiteY235" fmla="*/ 661504 h 1160647"/>
                <a:gd name="connsiteX236" fmla="*/ 1348125 w 3079941"/>
                <a:gd name="connsiteY236" fmla="*/ 618269 h 1160647"/>
                <a:gd name="connsiteX237" fmla="*/ 1349392 w 3079941"/>
                <a:gd name="connsiteY237" fmla="*/ 618269 h 1160647"/>
                <a:gd name="connsiteX238" fmla="*/ 1358259 w 3079941"/>
                <a:gd name="connsiteY238" fmla="*/ 618269 h 1160647"/>
                <a:gd name="connsiteX239" fmla="*/ 1368392 w 3079941"/>
                <a:gd name="connsiteY239" fmla="*/ 661504 h 1160647"/>
                <a:gd name="connsiteX240" fmla="*/ 1369405 w 3079941"/>
                <a:gd name="connsiteY240" fmla="*/ 661504 h 1160647"/>
                <a:gd name="connsiteX241" fmla="*/ 1376499 w 3079941"/>
                <a:gd name="connsiteY241" fmla="*/ 661504 h 1160647"/>
                <a:gd name="connsiteX242" fmla="*/ 1376499 w 3079941"/>
                <a:gd name="connsiteY242" fmla="*/ 700416 h 1160647"/>
                <a:gd name="connsiteX243" fmla="*/ 1378272 w 3079941"/>
                <a:gd name="connsiteY243" fmla="*/ 700416 h 1160647"/>
                <a:gd name="connsiteX244" fmla="*/ 1390686 w 3079941"/>
                <a:gd name="connsiteY244" fmla="*/ 700416 h 1160647"/>
                <a:gd name="connsiteX245" fmla="*/ 1390686 w 3079941"/>
                <a:gd name="connsiteY245" fmla="*/ 702578 h 1160647"/>
                <a:gd name="connsiteX246" fmla="*/ 1390686 w 3079941"/>
                <a:gd name="connsiteY246" fmla="*/ 717710 h 1160647"/>
                <a:gd name="connsiteX247" fmla="*/ 1394739 w 3079941"/>
                <a:gd name="connsiteY247" fmla="*/ 715549 h 1160647"/>
                <a:gd name="connsiteX248" fmla="*/ 1394739 w 3079941"/>
                <a:gd name="connsiteY248" fmla="*/ 700416 h 1160647"/>
                <a:gd name="connsiteX249" fmla="*/ 1396259 w 3079941"/>
                <a:gd name="connsiteY249" fmla="*/ 700416 h 1160647"/>
                <a:gd name="connsiteX250" fmla="*/ 1406899 w 3079941"/>
                <a:gd name="connsiteY250" fmla="*/ 700416 h 1160647"/>
                <a:gd name="connsiteX251" fmla="*/ 1406899 w 3079941"/>
                <a:gd name="connsiteY251" fmla="*/ 702037 h 1160647"/>
                <a:gd name="connsiteX252" fmla="*/ 1406899 w 3079941"/>
                <a:gd name="connsiteY252" fmla="*/ 713387 h 1160647"/>
                <a:gd name="connsiteX253" fmla="*/ 1437300 w 3079941"/>
                <a:gd name="connsiteY253" fmla="*/ 713387 h 1160647"/>
                <a:gd name="connsiteX254" fmla="*/ 1437300 w 3079941"/>
                <a:gd name="connsiteY254" fmla="*/ 676637 h 1160647"/>
                <a:gd name="connsiteX255" fmla="*/ 1438566 w 3079941"/>
                <a:gd name="connsiteY255" fmla="*/ 676637 h 1160647"/>
                <a:gd name="connsiteX256" fmla="*/ 1447433 w 3079941"/>
                <a:gd name="connsiteY256" fmla="*/ 676637 h 1160647"/>
                <a:gd name="connsiteX257" fmla="*/ 1447433 w 3079941"/>
                <a:gd name="connsiteY257" fmla="*/ 698254 h 1160647"/>
                <a:gd name="connsiteX258" fmla="*/ 1449460 w 3079941"/>
                <a:gd name="connsiteY258" fmla="*/ 665828 h 1160647"/>
                <a:gd name="connsiteX259" fmla="*/ 1471753 w 3079941"/>
                <a:gd name="connsiteY259" fmla="*/ 665828 h 1160647"/>
                <a:gd name="connsiteX260" fmla="*/ 1471753 w 3079941"/>
                <a:gd name="connsiteY260" fmla="*/ 664206 h 1160647"/>
                <a:gd name="connsiteX261" fmla="*/ 1471753 w 3079941"/>
                <a:gd name="connsiteY261" fmla="*/ 652857 h 1160647"/>
                <a:gd name="connsiteX262" fmla="*/ 1472513 w 3079941"/>
                <a:gd name="connsiteY262" fmla="*/ 652857 h 1160647"/>
                <a:gd name="connsiteX263" fmla="*/ 1477833 w 3079941"/>
                <a:gd name="connsiteY263" fmla="*/ 652857 h 1160647"/>
                <a:gd name="connsiteX264" fmla="*/ 1477833 w 3079941"/>
                <a:gd name="connsiteY264" fmla="*/ 650966 h 1160647"/>
                <a:gd name="connsiteX265" fmla="*/ 1477833 w 3079941"/>
                <a:gd name="connsiteY265" fmla="*/ 637725 h 1160647"/>
                <a:gd name="connsiteX266" fmla="*/ 1481887 w 3079941"/>
                <a:gd name="connsiteY266" fmla="*/ 644210 h 1160647"/>
                <a:gd name="connsiteX267" fmla="*/ 1484167 w 3079941"/>
                <a:gd name="connsiteY267" fmla="*/ 644210 h 1160647"/>
                <a:gd name="connsiteX268" fmla="*/ 1500127 w 3079941"/>
                <a:gd name="connsiteY268" fmla="*/ 644210 h 1160647"/>
                <a:gd name="connsiteX269" fmla="*/ 1500127 w 3079941"/>
                <a:gd name="connsiteY269" fmla="*/ 643399 h 1160647"/>
                <a:gd name="connsiteX270" fmla="*/ 1500127 w 3079941"/>
                <a:gd name="connsiteY270" fmla="*/ 637725 h 1160647"/>
                <a:gd name="connsiteX271" fmla="*/ 1500887 w 3079941"/>
                <a:gd name="connsiteY271" fmla="*/ 637725 h 1160647"/>
                <a:gd name="connsiteX272" fmla="*/ 1506207 w 3079941"/>
                <a:gd name="connsiteY272" fmla="*/ 637725 h 1160647"/>
                <a:gd name="connsiteX273" fmla="*/ 1506207 w 3079941"/>
                <a:gd name="connsiteY273" fmla="*/ 639076 h 1160647"/>
                <a:gd name="connsiteX274" fmla="*/ 1506207 w 3079941"/>
                <a:gd name="connsiteY274" fmla="*/ 648534 h 1160647"/>
                <a:gd name="connsiteX275" fmla="*/ 1544714 w 3079941"/>
                <a:gd name="connsiteY275" fmla="*/ 648534 h 1160647"/>
                <a:gd name="connsiteX276" fmla="*/ 1544714 w 3079941"/>
                <a:gd name="connsiteY276" fmla="*/ 786887 h 1160647"/>
                <a:gd name="connsiteX277" fmla="*/ 1546234 w 3079941"/>
                <a:gd name="connsiteY277" fmla="*/ 786887 h 1160647"/>
                <a:gd name="connsiteX278" fmla="*/ 1556874 w 3079941"/>
                <a:gd name="connsiteY278" fmla="*/ 786887 h 1160647"/>
                <a:gd name="connsiteX279" fmla="*/ 1556874 w 3079941"/>
                <a:gd name="connsiteY279" fmla="*/ 773917 h 1160647"/>
                <a:gd name="connsiteX280" fmla="*/ 1560928 w 3079941"/>
                <a:gd name="connsiteY280" fmla="*/ 773917 h 1160647"/>
                <a:gd name="connsiteX281" fmla="*/ 1560928 w 3079941"/>
                <a:gd name="connsiteY281" fmla="*/ 786887 h 1160647"/>
                <a:gd name="connsiteX282" fmla="*/ 1591328 w 3079941"/>
                <a:gd name="connsiteY282" fmla="*/ 786887 h 1160647"/>
                <a:gd name="connsiteX283" fmla="*/ 1591328 w 3079941"/>
                <a:gd name="connsiteY283" fmla="*/ 756622 h 1160647"/>
                <a:gd name="connsiteX284" fmla="*/ 1603488 w 3079941"/>
                <a:gd name="connsiteY284" fmla="*/ 756622 h 1160647"/>
                <a:gd name="connsiteX285" fmla="*/ 1615648 w 3079941"/>
                <a:gd name="connsiteY285" fmla="*/ 754461 h 1160647"/>
                <a:gd name="connsiteX286" fmla="*/ 1619702 w 3079941"/>
                <a:gd name="connsiteY286" fmla="*/ 756622 h 1160647"/>
                <a:gd name="connsiteX287" fmla="*/ 1629835 w 3079941"/>
                <a:gd name="connsiteY287" fmla="*/ 756622 h 1160647"/>
                <a:gd name="connsiteX288" fmla="*/ 1629835 w 3079941"/>
                <a:gd name="connsiteY288" fmla="*/ 786887 h 1160647"/>
                <a:gd name="connsiteX289" fmla="*/ 1637942 w 3079941"/>
                <a:gd name="connsiteY289" fmla="*/ 786887 h 1160647"/>
                <a:gd name="connsiteX290" fmla="*/ 1637942 w 3079941"/>
                <a:gd name="connsiteY290" fmla="*/ 804182 h 1160647"/>
                <a:gd name="connsiteX291" fmla="*/ 1647278 w 3079941"/>
                <a:gd name="connsiteY291" fmla="*/ 805087 h 1160647"/>
                <a:gd name="connsiteX292" fmla="*/ 1660236 w 3079941"/>
                <a:gd name="connsiteY292" fmla="*/ 805087 h 1160647"/>
                <a:gd name="connsiteX293" fmla="*/ 1660236 w 3079941"/>
                <a:gd name="connsiteY293" fmla="*/ 789049 h 1160647"/>
                <a:gd name="connsiteX294" fmla="*/ 1728192 w 3079941"/>
                <a:gd name="connsiteY294" fmla="*/ 789049 h 1160647"/>
                <a:gd name="connsiteX295" fmla="*/ 1728192 w 3079941"/>
                <a:gd name="connsiteY295" fmla="*/ 703796 h 1160647"/>
                <a:gd name="connsiteX296" fmla="*/ 1800200 w 3079941"/>
                <a:gd name="connsiteY296" fmla="*/ 703796 h 1160647"/>
                <a:gd name="connsiteX297" fmla="*/ 1800200 w 3079941"/>
                <a:gd name="connsiteY297" fmla="*/ 782564 h 1160647"/>
                <a:gd name="connsiteX298" fmla="*/ 1802104 w 3079941"/>
                <a:gd name="connsiteY298" fmla="*/ 782564 h 1160647"/>
                <a:gd name="connsiteX299" fmla="*/ 1803346 w 3079941"/>
                <a:gd name="connsiteY299" fmla="*/ 805087 h 1160647"/>
                <a:gd name="connsiteX300" fmla="*/ 1813022 w 3079941"/>
                <a:gd name="connsiteY300" fmla="*/ 805087 h 1160647"/>
                <a:gd name="connsiteX301" fmla="*/ 1814264 w 3079941"/>
                <a:gd name="connsiteY301" fmla="*/ 782564 h 1160647"/>
                <a:gd name="connsiteX302" fmla="*/ 1820344 w 3079941"/>
                <a:gd name="connsiteY302" fmla="*/ 782564 h 1160647"/>
                <a:gd name="connsiteX303" fmla="*/ 1821586 w 3079941"/>
                <a:gd name="connsiteY303" fmla="*/ 805087 h 1160647"/>
                <a:gd name="connsiteX304" fmla="*/ 1872208 w 3079941"/>
                <a:gd name="connsiteY304" fmla="*/ 805087 h 1160647"/>
                <a:gd name="connsiteX305" fmla="*/ 1872208 w 3079941"/>
                <a:gd name="connsiteY305" fmla="*/ 642059 h 1160647"/>
                <a:gd name="connsiteX306" fmla="*/ 2069535 w 3079941"/>
                <a:gd name="connsiteY306" fmla="*/ 642059 h 1160647"/>
                <a:gd name="connsiteX307" fmla="*/ 2069535 w 3079941"/>
                <a:gd name="connsiteY307" fmla="*/ 805087 h 1160647"/>
                <a:gd name="connsiteX308" fmla="*/ 2088232 w 3079941"/>
                <a:gd name="connsiteY308" fmla="*/ 805087 h 1160647"/>
                <a:gd name="connsiteX309" fmla="*/ 2088232 w 3079941"/>
                <a:gd name="connsiteY309" fmla="*/ 722394 h 1160647"/>
                <a:gd name="connsiteX310" fmla="*/ 2183352 w 3079941"/>
                <a:gd name="connsiteY310" fmla="*/ 722394 h 1160647"/>
                <a:gd name="connsiteX311" fmla="*/ 2195282 w 3079941"/>
                <a:gd name="connsiteY311" fmla="*/ 404253 h 1160647"/>
                <a:gd name="connsiteX312" fmla="*/ 2183122 w 3079941"/>
                <a:gd name="connsiteY312" fmla="*/ 382635 h 1160647"/>
                <a:gd name="connsiteX313" fmla="*/ 2177042 w 3079941"/>
                <a:gd name="connsiteY313" fmla="*/ 378311 h 1160647"/>
                <a:gd name="connsiteX314" fmla="*/ 2185149 w 3079941"/>
                <a:gd name="connsiteY314" fmla="*/ 354532 h 1160647"/>
                <a:gd name="connsiteX315" fmla="*/ 2185149 w 3079941"/>
                <a:gd name="connsiteY315" fmla="*/ 337238 h 1160647"/>
                <a:gd name="connsiteX316" fmla="*/ 2199336 w 3079941"/>
                <a:gd name="connsiteY316" fmla="*/ 337238 h 1160647"/>
                <a:gd name="connsiteX317" fmla="*/ 2199336 w 3079941"/>
                <a:gd name="connsiteY317" fmla="*/ 315620 h 1160647"/>
                <a:gd name="connsiteX318" fmla="*/ 2201362 w 3079941"/>
                <a:gd name="connsiteY318" fmla="*/ 311296 h 1160647"/>
                <a:gd name="connsiteX319" fmla="*/ 2201362 w 3079941"/>
                <a:gd name="connsiteY319" fmla="*/ 233472 h 1160647"/>
                <a:gd name="connsiteX320" fmla="*/ 2199336 w 3079941"/>
                <a:gd name="connsiteY320" fmla="*/ 226987 h 1160647"/>
                <a:gd name="connsiteX321" fmla="*/ 2205416 w 3079941"/>
                <a:gd name="connsiteY321" fmla="*/ 220501 h 1160647"/>
                <a:gd name="connsiteX322" fmla="*/ 2205416 w 3079941"/>
                <a:gd name="connsiteY322" fmla="*/ 162133 h 1160647"/>
                <a:gd name="connsiteX323" fmla="*/ 2207442 w 3079941"/>
                <a:gd name="connsiteY323" fmla="*/ 157810 h 1160647"/>
                <a:gd name="connsiteX324" fmla="*/ 2207442 w 3079941"/>
                <a:gd name="connsiteY324" fmla="*/ 101604 h 1160647"/>
                <a:gd name="connsiteX325" fmla="*/ 2209469 w 3079941"/>
                <a:gd name="connsiteY325" fmla="*/ 82148 h 1160647"/>
                <a:gd name="connsiteX326" fmla="*/ 2213523 w 3079941"/>
                <a:gd name="connsiteY326" fmla="*/ 99442 h 1160647"/>
                <a:gd name="connsiteX327" fmla="*/ 2215549 w 3079941"/>
                <a:gd name="connsiteY327" fmla="*/ 157810 h 1160647"/>
                <a:gd name="connsiteX328" fmla="*/ 2217576 w 3079941"/>
                <a:gd name="connsiteY328" fmla="*/ 220501 h 1160647"/>
                <a:gd name="connsiteX329" fmla="*/ 2223656 w 3079941"/>
                <a:gd name="connsiteY329" fmla="*/ 226987 h 1160647"/>
                <a:gd name="connsiteX330" fmla="*/ 2221629 w 3079941"/>
                <a:gd name="connsiteY330" fmla="*/ 233472 h 1160647"/>
                <a:gd name="connsiteX331" fmla="*/ 2221629 w 3079941"/>
                <a:gd name="connsiteY331" fmla="*/ 311296 h 1160647"/>
                <a:gd name="connsiteX332" fmla="*/ 2223656 w 3079941"/>
                <a:gd name="connsiteY332" fmla="*/ 315620 h 1160647"/>
                <a:gd name="connsiteX333" fmla="*/ 2223656 w 3079941"/>
                <a:gd name="connsiteY333" fmla="*/ 337238 h 1160647"/>
                <a:gd name="connsiteX334" fmla="*/ 2237843 w 3079941"/>
                <a:gd name="connsiteY334" fmla="*/ 337238 h 1160647"/>
                <a:gd name="connsiteX335" fmla="*/ 2237843 w 3079941"/>
                <a:gd name="connsiteY335" fmla="*/ 354532 h 1160647"/>
                <a:gd name="connsiteX336" fmla="*/ 2245950 w 3079941"/>
                <a:gd name="connsiteY336" fmla="*/ 378311 h 1160647"/>
                <a:gd name="connsiteX337" fmla="*/ 2239870 w 3079941"/>
                <a:gd name="connsiteY337" fmla="*/ 382635 h 1160647"/>
                <a:gd name="connsiteX338" fmla="*/ 2227709 w 3079941"/>
                <a:gd name="connsiteY338" fmla="*/ 404253 h 1160647"/>
                <a:gd name="connsiteX339" fmla="*/ 2235816 w 3079941"/>
                <a:gd name="connsiteY339" fmla="*/ 657181 h 1160647"/>
                <a:gd name="connsiteX340" fmla="*/ 2300670 w 3079941"/>
                <a:gd name="connsiteY340" fmla="*/ 657181 h 1160647"/>
                <a:gd name="connsiteX341" fmla="*/ 2300670 w 3079941"/>
                <a:gd name="connsiteY341" fmla="*/ 732843 h 1160647"/>
                <a:gd name="connsiteX342" fmla="*/ 2308777 w 3079941"/>
                <a:gd name="connsiteY342" fmla="*/ 732843 h 1160647"/>
                <a:gd name="connsiteX343" fmla="*/ 2310804 w 3079941"/>
                <a:gd name="connsiteY343" fmla="*/ 726358 h 1160647"/>
                <a:gd name="connsiteX344" fmla="*/ 2316884 w 3079941"/>
                <a:gd name="connsiteY344" fmla="*/ 726358 h 1160647"/>
                <a:gd name="connsiteX345" fmla="*/ 2318911 w 3079941"/>
                <a:gd name="connsiteY345" fmla="*/ 735005 h 1160647"/>
                <a:gd name="connsiteX346" fmla="*/ 2331071 w 3079941"/>
                <a:gd name="connsiteY346" fmla="*/ 735005 h 1160647"/>
                <a:gd name="connsiteX347" fmla="*/ 2331071 w 3079941"/>
                <a:gd name="connsiteY347" fmla="*/ 728519 h 1160647"/>
                <a:gd name="connsiteX348" fmla="*/ 2353364 w 3079941"/>
                <a:gd name="connsiteY348" fmla="*/ 728519 h 1160647"/>
                <a:gd name="connsiteX349" fmla="*/ 2353364 w 3079941"/>
                <a:gd name="connsiteY349" fmla="*/ 735005 h 1160647"/>
                <a:gd name="connsiteX350" fmla="*/ 2373631 w 3079941"/>
                <a:gd name="connsiteY350" fmla="*/ 735005 h 1160647"/>
                <a:gd name="connsiteX351" fmla="*/ 2373631 w 3079941"/>
                <a:gd name="connsiteY351" fmla="*/ 780402 h 1160647"/>
                <a:gd name="connsiteX352" fmla="*/ 2387818 w 3079941"/>
                <a:gd name="connsiteY352" fmla="*/ 780402 h 1160647"/>
                <a:gd name="connsiteX353" fmla="*/ 2387818 w 3079941"/>
                <a:gd name="connsiteY353" fmla="*/ 767431 h 1160647"/>
                <a:gd name="connsiteX354" fmla="*/ 2404032 w 3079941"/>
                <a:gd name="connsiteY354" fmla="*/ 767431 h 1160647"/>
                <a:gd name="connsiteX355" fmla="*/ 2404032 w 3079941"/>
                <a:gd name="connsiteY355" fmla="*/ 588004 h 1160647"/>
                <a:gd name="connsiteX356" fmla="*/ 2410112 w 3079941"/>
                <a:gd name="connsiteY356" fmla="*/ 581518 h 1160647"/>
                <a:gd name="connsiteX357" fmla="*/ 2483073 w 3079941"/>
                <a:gd name="connsiteY357" fmla="*/ 581518 h 1160647"/>
                <a:gd name="connsiteX358" fmla="*/ 2483073 w 3079941"/>
                <a:gd name="connsiteY358" fmla="*/ 590166 h 1160647"/>
                <a:gd name="connsiteX359" fmla="*/ 2493206 w 3079941"/>
                <a:gd name="connsiteY359" fmla="*/ 590166 h 1160647"/>
                <a:gd name="connsiteX360" fmla="*/ 2493206 w 3079941"/>
                <a:gd name="connsiteY360" fmla="*/ 704740 h 1160647"/>
                <a:gd name="connsiteX361" fmla="*/ 2515500 w 3079941"/>
                <a:gd name="connsiteY361" fmla="*/ 704740 h 1160647"/>
                <a:gd name="connsiteX362" fmla="*/ 2515500 w 3079941"/>
                <a:gd name="connsiteY362" fmla="*/ 637725 h 1160647"/>
                <a:gd name="connsiteX363" fmla="*/ 2541847 w 3079941"/>
                <a:gd name="connsiteY363" fmla="*/ 637725 h 1160647"/>
                <a:gd name="connsiteX364" fmla="*/ 2545900 w 3079941"/>
                <a:gd name="connsiteY364" fmla="*/ 633401 h 1160647"/>
                <a:gd name="connsiteX365" fmla="*/ 2554007 w 3079941"/>
                <a:gd name="connsiteY365" fmla="*/ 633401 h 1160647"/>
                <a:gd name="connsiteX366" fmla="*/ 2558060 w 3079941"/>
                <a:gd name="connsiteY366" fmla="*/ 637725 h 1160647"/>
                <a:gd name="connsiteX367" fmla="*/ 2580354 w 3079941"/>
                <a:gd name="connsiteY367" fmla="*/ 637725 h 1160647"/>
                <a:gd name="connsiteX368" fmla="*/ 2580354 w 3079941"/>
                <a:gd name="connsiteY368" fmla="*/ 520989 h 1160647"/>
                <a:gd name="connsiteX369" fmla="*/ 2637101 w 3079941"/>
                <a:gd name="connsiteY369" fmla="*/ 510180 h 1160647"/>
                <a:gd name="connsiteX370" fmla="*/ 2637101 w 3079941"/>
                <a:gd name="connsiteY370" fmla="*/ 511261 h 1160647"/>
                <a:gd name="connsiteX371" fmla="*/ 2637101 w 3079941"/>
                <a:gd name="connsiteY371" fmla="*/ 518827 h 1160647"/>
                <a:gd name="connsiteX372" fmla="*/ 2663448 w 3079941"/>
                <a:gd name="connsiteY372" fmla="*/ 518827 h 1160647"/>
                <a:gd name="connsiteX373" fmla="*/ 2663448 w 3079941"/>
                <a:gd name="connsiteY373" fmla="*/ 773917 h 1160647"/>
                <a:gd name="connsiteX374" fmla="*/ 2685742 w 3079941"/>
                <a:gd name="connsiteY374" fmla="*/ 773917 h 1160647"/>
                <a:gd name="connsiteX375" fmla="*/ 2685742 w 3079941"/>
                <a:gd name="connsiteY375" fmla="*/ 769593 h 1160647"/>
                <a:gd name="connsiteX376" fmla="*/ 2697902 w 3079941"/>
                <a:gd name="connsiteY376" fmla="*/ 769593 h 1160647"/>
                <a:gd name="connsiteX377" fmla="*/ 2697902 w 3079941"/>
                <a:gd name="connsiteY377" fmla="*/ 773917 h 1160647"/>
                <a:gd name="connsiteX378" fmla="*/ 2722222 w 3079941"/>
                <a:gd name="connsiteY378" fmla="*/ 773917 h 1160647"/>
                <a:gd name="connsiteX379" fmla="*/ 2722222 w 3079941"/>
                <a:gd name="connsiteY379" fmla="*/ 760946 h 1160647"/>
                <a:gd name="connsiteX380" fmla="*/ 2750596 w 3079941"/>
                <a:gd name="connsiteY380" fmla="*/ 760946 h 1160647"/>
                <a:gd name="connsiteX381" fmla="*/ 2762756 w 3079941"/>
                <a:gd name="connsiteY381" fmla="*/ 756622 h 1160647"/>
                <a:gd name="connsiteX382" fmla="*/ 2783023 w 3079941"/>
                <a:gd name="connsiteY382" fmla="*/ 760946 h 1160647"/>
                <a:gd name="connsiteX383" fmla="*/ 2783023 w 3079941"/>
                <a:gd name="connsiteY383" fmla="*/ 743652 h 1160647"/>
                <a:gd name="connsiteX384" fmla="*/ 2791130 w 3079941"/>
                <a:gd name="connsiteY384" fmla="*/ 743652 h 1160647"/>
                <a:gd name="connsiteX385" fmla="*/ 2791130 w 3079941"/>
                <a:gd name="connsiteY385" fmla="*/ 730681 h 1160647"/>
                <a:gd name="connsiteX386" fmla="*/ 2847877 w 3079941"/>
                <a:gd name="connsiteY386" fmla="*/ 730681 h 1160647"/>
                <a:gd name="connsiteX387" fmla="*/ 2847877 w 3079941"/>
                <a:gd name="connsiteY387" fmla="*/ 700416 h 1160647"/>
                <a:gd name="connsiteX388" fmla="*/ 2866117 w 3079941"/>
                <a:gd name="connsiteY388" fmla="*/ 700416 h 1160647"/>
                <a:gd name="connsiteX389" fmla="*/ 2866117 w 3079941"/>
                <a:gd name="connsiteY389" fmla="*/ 693931 h 1160647"/>
                <a:gd name="connsiteX390" fmla="*/ 2878277 w 3079941"/>
                <a:gd name="connsiteY390" fmla="*/ 693931 h 1160647"/>
                <a:gd name="connsiteX391" fmla="*/ 2878277 w 3079941"/>
                <a:gd name="connsiteY391" fmla="*/ 700416 h 1160647"/>
                <a:gd name="connsiteX392" fmla="*/ 2894491 w 3079941"/>
                <a:gd name="connsiteY392" fmla="*/ 700416 h 1160647"/>
                <a:gd name="connsiteX393" fmla="*/ 2894491 w 3079941"/>
                <a:gd name="connsiteY393" fmla="*/ 750137 h 1160647"/>
                <a:gd name="connsiteX394" fmla="*/ 2926918 w 3079941"/>
                <a:gd name="connsiteY394" fmla="*/ 750137 h 1160647"/>
                <a:gd name="connsiteX395" fmla="*/ 2926918 w 3079941"/>
                <a:gd name="connsiteY395" fmla="*/ 724196 h 1160647"/>
                <a:gd name="connsiteX396" fmla="*/ 2965425 w 3079941"/>
                <a:gd name="connsiteY396" fmla="*/ 724196 h 1160647"/>
                <a:gd name="connsiteX397" fmla="*/ 2965425 w 3079941"/>
                <a:gd name="connsiteY397" fmla="*/ 693931 h 1160647"/>
                <a:gd name="connsiteX398" fmla="*/ 3014066 w 3079941"/>
                <a:gd name="connsiteY398" fmla="*/ 693931 h 1160647"/>
                <a:gd name="connsiteX399" fmla="*/ 3014066 w 3079941"/>
                <a:gd name="connsiteY399" fmla="*/ 805087 h 1160647"/>
                <a:gd name="connsiteX400" fmla="*/ 3014066 w 3079941"/>
                <a:gd name="connsiteY400" fmla="*/ 818866 h 1160647"/>
                <a:gd name="connsiteX401" fmla="*/ 3079941 w 3079941"/>
                <a:gd name="connsiteY401" fmla="*/ 818866 h 1160647"/>
                <a:gd name="connsiteX402" fmla="*/ 3079941 w 3079941"/>
                <a:gd name="connsiteY402" fmla="*/ 1160647 h 1160647"/>
                <a:gd name="connsiteX403" fmla="*/ 200958 w 3079941"/>
                <a:gd name="connsiteY403" fmla="*/ 1160647 h 1160647"/>
                <a:gd name="connsiteX404" fmla="*/ 0 w 3079941"/>
                <a:gd name="connsiteY404" fmla="*/ 1126882 h 1160647"/>
                <a:gd name="connsiteX405" fmla="*/ 55096 w 3079941"/>
                <a:gd name="connsiteY405" fmla="*/ 724196 h 1160647"/>
                <a:gd name="connsiteX406" fmla="*/ 75363 w 3079941"/>
                <a:gd name="connsiteY406" fmla="*/ 724196 h 1160647"/>
                <a:gd name="connsiteX407" fmla="*/ 75870 w 3079941"/>
                <a:gd name="connsiteY407" fmla="*/ 723115 h 1160647"/>
                <a:gd name="connsiteX408" fmla="*/ 79416 w 3079941"/>
                <a:gd name="connsiteY408" fmla="*/ 715549 h 1160647"/>
                <a:gd name="connsiteX409" fmla="*/ 81190 w 3079941"/>
                <a:gd name="connsiteY409" fmla="*/ 715819 h 1160647"/>
                <a:gd name="connsiteX410" fmla="*/ 93603 w 3079941"/>
                <a:gd name="connsiteY410" fmla="*/ 717710 h 1160647"/>
                <a:gd name="connsiteX411" fmla="*/ 94110 w 3079941"/>
                <a:gd name="connsiteY411" fmla="*/ 719062 h 1160647"/>
                <a:gd name="connsiteX412" fmla="*/ 97656 w 3079941"/>
                <a:gd name="connsiteY412" fmla="*/ 728519 h 1160647"/>
                <a:gd name="connsiteX413" fmla="*/ 124003 w 3079941"/>
                <a:gd name="connsiteY413" fmla="*/ 730681 h 1160647"/>
                <a:gd name="connsiteX414" fmla="*/ 124003 w 3079941"/>
                <a:gd name="connsiteY414" fmla="*/ 607460 h 1160647"/>
                <a:gd name="connsiteX415" fmla="*/ 126030 w 3079941"/>
                <a:gd name="connsiteY415" fmla="*/ 607460 h 1160647"/>
                <a:gd name="connsiteX416" fmla="*/ 140217 w 3079941"/>
                <a:gd name="connsiteY416" fmla="*/ 607460 h 1160647"/>
                <a:gd name="connsiteX417" fmla="*/ 140217 w 3079941"/>
                <a:gd name="connsiteY417" fmla="*/ 471268 h 1160647"/>
                <a:gd name="connsiteX418" fmla="*/ 141990 w 3079941"/>
                <a:gd name="connsiteY418" fmla="*/ 471268 h 1160647"/>
                <a:gd name="connsiteX419" fmla="*/ 154404 w 3079941"/>
                <a:gd name="connsiteY419" fmla="*/ 471268 h 1160647"/>
                <a:gd name="connsiteX420" fmla="*/ 154404 w 3079941"/>
                <a:gd name="connsiteY420" fmla="*/ 356694 h 1160647"/>
                <a:gd name="connsiteX421" fmla="*/ 158457 w 3079941"/>
                <a:gd name="connsiteY421" fmla="*/ 328590 h 1160647"/>
                <a:gd name="connsiteX422" fmla="*/ 160484 w 3079941"/>
                <a:gd name="connsiteY422" fmla="*/ 328590 h 1160647"/>
                <a:gd name="connsiteX423" fmla="*/ 174671 w 3079941"/>
                <a:gd name="connsiteY423" fmla="*/ 328590 h 1160647"/>
                <a:gd name="connsiteX424" fmla="*/ 211151 w 3079941"/>
                <a:gd name="connsiteY424" fmla="*/ 246443 h 1160647"/>
                <a:gd name="connsiteX425" fmla="*/ 215205 w 3079941"/>
                <a:gd name="connsiteY425" fmla="*/ 0 h 1160647"/>
                <a:gd name="connsiteX0" fmla="*/ 160109 w 3024845"/>
                <a:gd name="connsiteY0" fmla="*/ 0 h 1166887"/>
                <a:gd name="connsiteX1" fmla="*/ 162135 w 3024845"/>
                <a:gd name="connsiteY1" fmla="*/ 246443 h 1166887"/>
                <a:gd name="connsiteX2" fmla="*/ 200642 w 3024845"/>
                <a:gd name="connsiteY2" fmla="*/ 326429 h 1166887"/>
                <a:gd name="connsiteX3" fmla="*/ 202669 w 3024845"/>
                <a:gd name="connsiteY3" fmla="*/ 326429 h 1166887"/>
                <a:gd name="connsiteX4" fmla="*/ 216856 w 3024845"/>
                <a:gd name="connsiteY4" fmla="*/ 326429 h 1166887"/>
                <a:gd name="connsiteX5" fmla="*/ 216856 w 3024845"/>
                <a:gd name="connsiteY5" fmla="*/ 350208 h 1166887"/>
                <a:gd name="connsiteX6" fmla="*/ 217363 w 3024845"/>
                <a:gd name="connsiteY6" fmla="*/ 351019 h 1166887"/>
                <a:gd name="connsiteX7" fmla="*/ 220909 w 3024845"/>
                <a:gd name="connsiteY7" fmla="*/ 356694 h 1166887"/>
                <a:gd name="connsiteX8" fmla="*/ 220909 w 3024845"/>
                <a:gd name="connsiteY8" fmla="*/ 471268 h 1166887"/>
                <a:gd name="connsiteX9" fmla="*/ 223189 w 3024845"/>
                <a:gd name="connsiteY9" fmla="*/ 471268 h 1166887"/>
                <a:gd name="connsiteX10" fmla="*/ 239150 w 3024845"/>
                <a:gd name="connsiteY10" fmla="*/ 471268 h 1166887"/>
                <a:gd name="connsiteX11" fmla="*/ 239150 w 3024845"/>
                <a:gd name="connsiteY11" fmla="*/ 611783 h 1166887"/>
                <a:gd name="connsiteX12" fmla="*/ 240670 w 3024845"/>
                <a:gd name="connsiteY12" fmla="*/ 611513 h 1166887"/>
                <a:gd name="connsiteX13" fmla="*/ 251310 w 3024845"/>
                <a:gd name="connsiteY13" fmla="*/ 609622 h 1166887"/>
                <a:gd name="connsiteX14" fmla="*/ 249283 w 3024845"/>
                <a:gd name="connsiteY14" fmla="*/ 698254 h 1166887"/>
                <a:gd name="connsiteX15" fmla="*/ 250803 w 3024845"/>
                <a:gd name="connsiteY15" fmla="*/ 698525 h 1166887"/>
                <a:gd name="connsiteX16" fmla="*/ 261443 w 3024845"/>
                <a:gd name="connsiteY16" fmla="*/ 700416 h 1166887"/>
                <a:gd name="connsiteX17" fmla="*/ 261696 w 3024845"/>
                <a:gd name="connsiteY17" fmla="*/ 701227 h 1166887"/>
                <a:gd name="connsiteX18" fmla="*/ 263470 w 3024845"/>
                <a:gd name="connsiteY18" fmla="*/ 706902 h 1166887"/>
                <a:gd name="connsiteX19" fmla="*/ 264230 w 3024845"/>
                <a:gd name="connsiteY19" fmla="*/ 704470 h 1166887"/>
                <a:gd name="connsiteX20" fmla="*/ 269550 w 3024845"/>
                <a:gd name="connsiteY20" fmla="*/ 687446 h 1166887"/>
                <a:gd name="connsiteX21" fmla="*/ 271323 w 3024845"/>
                <a:gd name="connsiteY21" fmla="*/ 687446 h 1166887"/>
                <a:gd name="connsiteX22" fmla="*/ 283737 w 3024845"/>
                <a:gd name="connsiteY22" fmla="*/ 687446 h 1166887"/>
                <a:gd name="connsiteX23" fmla="*/ 283737 w 3024845"/>
                <a:gd name="connsiteY23" fmla="*/ 719872 h 1166887"/>
                <a:gd name="connsiteX24" fmla="*/ 284750 w 3024845"/>
                <a:gd name="connsiteY24" fmla="*/ 720413 h 1166887"/>
                <a:gd name="connsiteX25" fmla="*/ 291844 w 3024845"/>
                <a:gd name="connsiteY25" fmla="*/ 724196 h 1166887"/>
                <a:gd name="connsiteX26" fmla="*/ 291844 w 3024845"/>
                <a:gd name="connsiteY26" fmla="*/ 725547 h 1166887"/>
                <a:gd name="connsiteX27" fmla="*/ 291844 w 3024845"/>
                <a:gd name="connsiteY27" fmla="*/ 735005 h 1166887"/>
                <a:gd name="connsiteX28" fmla="*/ 336431 w 3024845"/>
                <a:gd name="connsiteY28" fmla="*/ 735005 h 1166887"/>
                <a:gd name="connsiteX29" fmla="*/ 336431 w 3024845"/>
                <a:gd name="connsiteY29" fmla="*/ 736086 h 1166887"/>
                <a:gd name="connsiteX30" fmla="*/ 336431 w 3024845"/>
                <a:gd name="connsiteY30" fmla="*/ 743652 h 1166887"/>
                <a:gd name="connsiteX31" fmla="*/ 338457 w 3024845"/>
                <a:gd name="connsiteY31" fmla="*/ 743652 h 1166887"/>
                <a:gd name="connsiteX32" fmla="*/ 352644 w 3024845"/>
                <a:gd name="connsiteY32" fmla="*/ 743652 h 1166887"/>
                <a:gd name="connsiteX33" fmla="*/ 352644 w 3024845"/>
                <a:gd name="connsiteY33" fmla="*/ 713387 h 1166887"/>
                <a:gd name="connsiteX34" fmla="*/ 397231 w 3024845"/>
                <a:gd name="connsiteY34" fmla="*/ 713387 h 1166887"/>
                <a:gd name="connsiteX35" fmla="*/ 397231 w 3024845"/>
                <a:gd name="connsiteY35" fmla="*/ 712036 h 1166887"/>
                <a:gd name="connsiteX36" fmla="*/ 397231 w 3024845"/>
                <a:gd name="connsiteY36" fmla="*/ 702578 h 1166887"/>
                <a:gd name="connsiteX37" fmla="*/ 398245 w 3024845"/>
                <a:gd name="connsiteY37" fmla="*/ 702578 h 1166887"/>
                <a:gd name="connsiteX38" fmla="*/ 405338 w 3024845"/>
                <a:gd name="connsiteY38" fmla="*/ 702578 h 1166887"/>
                <a:gd name="connsiteX39" fmla="*/ 405338 w 3024845"/>
                <a:gd name="connsiteY39" fmla="*/ 700687 h 1166887"/>
                <a:gd name="connsiteX40" fmla="*/ 405338 w 3024845"/>
                <a:gd name="connsiteY40" fmla="*/ 687446 h 1166887"/>
                <a:gd name="connsiteX41" fmla="*/ 406098 w 3024845"/>
                <a:gd name="connsiteY41" fmla="*/ 687446 h 1166887"/>
                <a:gd name="connsiteX42" fmla="*/ 411418 w 3024845"/>
                <a:gd name="connsiteY42" fmla="*/ 687446 h 1166887"/>
                <a:gd name="connsiteX43" fmla="*/ 411418 w 3024845"/>
                <a:gd name="connsiteY43" fmla="*/ 686365 h 1166887"/>
                <a:gd name="connsiteX44" fmla="*/ 411418 w 3024845"/>
                <a:gd name="connsiteY44" fmla="*/ 678798 h 1166887"/>
                <a:gd name="connsiteX45" fmla="*/ 413445 w 3024845"/>
                <a:gd name="connsiteY45" fmla="*/ 678798 h 1166887"/>
                <a:gd name="connsiteX46" fmla="*/ 427632 w 3024845"/>
                <a:gd name="connsiteY46" fmla="*/ 678798 h 1166887"/>
                <a:gd name="connsiteX47" fmla="*/ 427632 w 3024845"/>
                <a:gd name="connsiteY47" fmla="*/ 679879 h 1166887"/>
                <a:gd name="connsiteX48" fmla="*/ 427632 w 3024845"/>
                <a:gd name="connsiteY48" fmla="*/ 687446 h 1166887"/>
                <a:gd name="connsiteX49" fmla="*/ 449925 w 3024845"/>
                <a:gd name="connsiteY49" fmla="*/ 687446 h 1166887"/>
                <a:gd name="connsiteX50" fmla="*/ 449925 w 3024845"/>
                <a:gd name="connsiteY50" fmla="*/ 685554 h 1166887"/>
                <a:gd name="connsiteX51" fmla="*/ 449925 w 3024845"/>
                <a:gd name="connsiteY51" fmla="*/ 672313 h 1166887"/>
                <a:gd name="connsiteX52" fmla="*/ 451699 w 3024845"/>
                <a:gd name="connsiteY52" fmla="*/ 672313 h 1166887"/>
                <a:gd name="connsiteX53" fmla="*/ 464112 w 3024845"/>
                <a:gd name="connsiteY53" fmla="*/ 672313 h 1166887"/>
                <a:gd name="connsiteX54" fmla="*/ 464112 w 3024845"/>
                <a:gd name="connsiteY54" fmla="*/ 696093 h 1166887"/>
                <a:gd name="connsiteX55" fmla="*/ 465126 w 3024845"/>
                <a:gd name="connsiteY55" fmla="*/ 696093 h 1166887"/>
                <a:gd name="connsiteX56" fmla="*/ 472219 w 3024845"/>
                <a:gd name="connsiteY56" fmla="*/ 696093 h 1166887"/>
                <a:gd name="connsiteX57" fmla="*/ 472219 w 3024845"/>
                <a:gd name="connsiteY57" fmla="*/ 695012 h 1166887"/>
                <a:gd name="connsiteX58" fmla="*/ 472219 w 3024845"/>
                <a:gd name="connsiteY58" fmla="*/ 687446 h 1166887"/>
                <a:gd name="connsiteX59" fmla="*/ 473992 w 3024845"/>
                <a:gd name="connsiteY59" fmla="*/ 687446 h 1166887"/>
                <a:gd name="connsiteX60" fmla="*/ 486406 w 3024845"/>
                <a:gd name="connsiteY60" fmla="*/ 687446 h 1166887"/>
                <a:gd name="connsiteX61" fmla="*/ 486406 w 3024845"/>
                <a:gd name="connsiteY61" fmla="*/ 713387 h 1166887"/>
                <a:gd name="connsiteX62" fmla="*/ 488433 w 3024845"/>
                <a:gd name="connsiteY62" fmla="*/ 713387 h 1166887"/>
                <a:gd name="connsiteX63" fmla="*/ 502619 w 3024845"/>
                <a:gd name="connsiteY63" fmla="*/ 713387 h 1166887"/>
                <a:gd name="connsiteX64" fmla="*/ 502619 w 3024845"/>
                <a:gd name="connsiteY64" fmla="*/ 715008 h 1166887"/>
                <a:gd name="connsiteX65" fmla="*/ 502619 w 3024845"/>
                <a:gd name="connsiteY65" fmla="*/ 726358 h 1166887"/>
                <a:gd name="connsiteX66" fmla="*/ 503379 w 3024845"/>
                <a:gd name="connsiteY66" fmla="*/ 726358 h 1166887"/>
                <a:gd name="connsiteX67" fmla="*/ 508700 w 3024845"/>
                <a:gd name="connsiteY67" fmla="*/ 726358 h 1166887"/>
                <a:gd name="connsiteX68" fmla="*/ 508700 w 3024845"/>
                <a:gd name="connsiteY68" fmla="*/ 725547 h 1166887"/>
                <a:gd name="connsiteX69" fmla="*/ 508700 w 3024845"/>
                <a:gd name="connsiteY69" fmla="*/ 719872 h 1166887"/>
                <a:gd name="connsiteX70" fmla="*/ 539100 w 3024845"/>
                <a:gd name="connsiteY70" fmla="*/ 719872 h 1166887"/>
                <a:gd name="connsiteX71" fmla="*/ 539100 w 3024845"/>
                <a:gd name="connsiteY71" fmla="*/ 743652 h 1166887"/>
                <a:gd name="connsiteX72" fmla="*/ 540113 w 3024845"/>
                <a:gd name="connsiteY72" fmla="*/ 743652 h 1166887"/>
                <a:gd name="connsiteX73" fmla="*/ 547207 w 3024845"/>
                <a:gd name="connsiteY73" fmla="*/ 743652 h 1166887"/>
                <a:gd name="connsiteX74" fmla="*/ 547207 w 3024845"/>
                <a:gd name="connsiteY74" fmla="*/ 744733 h 1166887"/>
                <a:gd name="connsiteX75" fmla="*/ 547207 w 3024845"/>
                <a:gd name="connsiteY75" fmla="*/ 752299 h 1166887"/>
                <a:gd name="connsiteX76" fmla="*/ 547967 w 3024845"/>
                <a:gd name="connsiteY76" fmla="*/ 752299 h 1166887"/>
                <a:gd name="connsiteX77" fmla="*/ 553287 w 3024845"/>
                <a:gd name="connsiteY77" fmla="*/ 752299 h 1166887"/>
                <a:gd name="connsiteX78" fmla="*/ 553287 w 3024845"/>
                <a:gd name="connsiteY78" fmla="*/ 750137 h 1166887"/>
                <a:gd name="connsiteX79" fmla="*/ 553287 w 3024845"/>
                <a:gd name="connsiteY79" fmla="*/ 735005 h 1166887"/>
                <a:gd name="connsiteX80" fmla="*/ 554300 w 3024845"/>
                <a:gd name="connsiteY80" fmla="*/ 735005 h 1166887"/>
                <a:gd name="connsiteX81" fmla="*/ 561394 w 3024845"/>
                <a:gd name="connsiteY81" fmla="*/ 735005 h 1166887"/>
                <a:gd name="connsiteX82" fmla="*/ 561394 w 3024845"/>
                <a:gd name="connsiteY82" fmla="*/ 736086 h 1166887"/>
                <a:gd name="connsiteX83" fmla="*/ 561394 w 3024845"/>
                <a:gd name="connsiteY83" fmla="*/ 743652 h 1166887"/>
                <a:gd name="connsiteX84" fmla="*/ 566714 w 3024845"/>
                <a:gd name="connsiteY84" fmla="*/ 741659 h 1166887"/>
                <a:gd name="connsiteX85" fmla="*/ 567474 w 3024845"/>
                <a:gd name="connsiteY85" fmla="*/ 740679 h 1166887"/>
                <a:gd name="connsiteX86" fmla="*/ 567474 w 3024845"/>
                <a:gd name="connsiteY86" fmla="*/ 735005 h 1166887"/>
                <a:gd name="connsiteX87" fmla="*/ 605981 w 3024845"/>
                <a:gd name="connsiteY87" fmla="*/ 735005 h 1166887"/>
                <a:gd name="connsiteX88" fmla="*/ 605981 w 3024845"/>
                <a:gd name="connsiteY88" fmla="*/ 758784 h 1166887"/>
                <a:gd name="connsiteX89" fmla="*/ 608007 w 3024845"/>
                <a:gd name="connsiteY89" fmla="*/ 758784 h 1166887"/>
                <a:gd name="connsiteX90" fmla="*/ 622194 w 3024845"/>
                <a:gd name="connsiteY90" fmla="*/ 758784 h 1166887"/>
                <a:gd name="connsiteX91" fmla="*/ 622194 w 3024845"/>
                <a:gd name="connsiteY91" fmla="*/ 759865 h 1166887"/>
                <a:gd name="connsiteX92" fmla="*/ 622194 w 3024845"/>
                <a:gd name="connsiteY92" fmla="*/ 767431 h 1166887"/>
                <a:gd name="connsiteX93" fmla="*/ 623968 w 3024845"/>
                <a:gd name="connsiteY93" fmla="*/ 767431 h 1166887"/>
                <a:gd name="connsiteX94" fmla="*/ 636381 w 3024845"/>
                <a:gd name="connsiteY94" fmla="*/ 767431 h 1166887"/>
                <a:gd name="connsiteX95" fmla="*/ 636381 w 3024845"/>
                <a:gd name="connsiteY95" fmla="*/ 743652 h 1166887"/>
                <a:gd name="connsiteX96" fmla="*/ 637394 w 3024845"/>
                <a:gd name="connsiteY96" fmla="*/ 743652 h 1166887"/>
                <a:gd name="connsiteX97" fmla="*/ 644488 w 3024845"/>
                <a:gd name="connsiteY97" fmla="*/ 743652 h 1166887"/>
                <a:gd name="connsiteX98" fmla="*/ 644488 w 3024845"/>
                <a:gd name="connsiteY98" fmla="*/ 711225 h 1166887"/>
                <a:gd name="connsiteX99" fmla="*/ 645501 w 3024845"/>
                <a:gd name="connsiteY99" fmla="*/ 711225 h 1166887"/>
                <a:gd name="connsiteX100" fmla="*/ 652595 w 3024845"/>
                <a:gd name="connsiteY100" fmla="*/ 711225 h 1166887"/>
                <a:gd name="connsiteX101" fmla="*/ 652595 w 3024845"/>
                <a:gd name="connsiteY101" fmla="*/ 709334 h 1166887"/>
                <a:gd name="connsiteX102" fmla="*/ 652595 w 3024845"/>
                <a:gd name="connsiteY102" fmla="*/ 696093 h 1166887"/>
                <a:gd name="connsiteX103" fmla="*/ 651328 w 3024845"/>
                <a:gd name="connsiteY103" fmla="*/ 694471 h 1166887"/>
                <a:gd name="connsiteX104" fmla="*/ 656648 w 3024845"/>
                <a:gd name="connsiteY104" fmla="*/ 683122 h 1166887"/>
                <a:gd name="connsiteX105" fmla="*/ 664755 w 3024845"/>
                <a:gd name="connsiteY105" fmla="*/ 711225 h 1166887"/>
                <a:gd name="connsiteX106" fmla="*/ 665515 w 3024845"/>
                <a:gd name="connsiteY106" fmla="*/ 711225 h 1166887"/>
                <a:gd name="connsiteX107" fmla="*/ 670835 w 3024845"/>
                <a:gd name="connsiteY107" fmla="*/ 711225 h 1166887"/>
                <a:gd name="connsiteX108" fmla="*/ 670835 w 3024845"/>
                <a:gd name="connsiteY108" fmla="*/ 605298 h 1166887"/>
                <a:gd name="connsiteX109" fmla="*/ 672355 w 3024845"/>
                <a:gd name="connsiteY109" fmla="*/ 605298 h 1166887"/>
                <a:gd name="connsiteX110" fmla="*/ 682995 w 3024845"/>
                <a:gd name="connsiteY110" fmla="*/ 605298 h 1166887"/>
                <a:gd name="connsiteX111" fmla="*/ 682995 w 3024845"/>
                <a:gd name="connsiteY111" fmla="*/ 557739 h 1166887"/>
                <a:gd name="connsiteX112" fmla="*/ 709342 w 3024845"/>
                <a:gd name="connsiteY112" fmla="*/ 557739 h 1166887"/>
                <a:gd name="connsiteX113" fmla="*/ 709342 w 3024845"/>
                <a:gd name="connsiteY113" fmla="*/ 536121 h 1166887"/>
                <a:gd name="connsiteX114" fmla="*/ 743796 w 3024845"/>
                <a:gd name="connsiteY114" fmla="*/ 536121 h 1166887"/>
                <a:gd name="connsiteX115" fmla="*/ 743796 w 3024845"/>
                <a:gd name="connsiteY115" fmla="*/ 538553 h 1166887"/>
                <a:gd name="connsiteX116" fmla="*/ 743796 w 3024845"/>
                <a:gd name="connsiteY116" fmla="*/ 555577 h 1166887"/>
                <a:gd name="connsiteX117" fmla="*/ 746076 w 3024845"/>
                <a:gd name="connsiteY117" fmla="*/ 555577 h 1166887"/>
                <a:gd name="connsiteX118" fmla="*/ 762036 w 3024845"/>
                <a:gd name="connsiteY118" fmla="*/ 555577 h 1166887"/>
                <a:gd name="connsiteX119" fmla="*/ 762036 w 3024845"/>
                <a:gd name="connsiteY119" fmla="*/ 603136 h 1166887"/>
                <a:gd name="connsiteX120" fmla="*/ 763049 w 3024845"/>
                <a:gd name="connsiteY120" fmla="*/ 603136 h 1166887"/>
                <a:gd name="connsiteX121" fmla="*/ 770143 w 3024845"/>
                <a:gd name="connsiteY121" fmla="*/ 603136 h 1166887"/>
                <a:gd name="connsiteX122" fmla="*/ 784330 w 3024845"/>
                <a:gd name="connsiteY122" fmla="*/ 607460 h 1166887"/>
                <a:gd name="connsiteX123" fmla="*/ 784330 w 3024845"/>
                <a:gd name="connsiteY123" fmla="*/ 646372 h 1166887"/>
                <a:gd name="connsiteX124" fmla="*/ 785343 w 3024845"/>
                <a:gd name="connsiteY124" fmla="*/ 646372 h 1166887"/>
                <a:gd name="connsiteX125" fmla="*/ 792436 w 3024845"/>
                <a:gd name="connsiteY125" fmla="*/ 646372 h 1166887"/>
                <a:gd name="connsiteX126" fmla="*/ 792436 w 3024845"/>
                <a:gd name="connsiteY126" fmla="*/ 647993 h 1166887"/>
                <a:gd name="connsiteX127" fmla="*/ 792436 w 3024845"/>
                <a:gd name="connsiteY127" fmla="*/ 659342 h 1166887"/>
                <a:gd name="connsiteX128" fmla="*/ 794463 w 3024845"/>
                <a:gd name="connsiteY128" fmla="*/ 659342 h 1166887"/>
                <a:gd name="connsiteX129" fmla="*/ 808650 w 3024845"/>
                <a:gd name="connsiteY129" fmla="*/ 659342 h 1166887"/>
                <a:gd name="connsiteX130" fmla="*/ 814730 w 3024845"/>
                <a:gd name="connsiteY130" fmla="*/ 665828 h 1166887"/>
                <a:gd name="connsiteX131" fmla="*/ 814730 w 3024845"/>
                <a:gd name="connsiteY131" fmla="*/ 687446 h 1166887"/>
                <a:gd name="connsiteX132" fmla="*/ 817010 w 3024845"/>
                <a:gd name="connsiteY132" fmla="*/ 687446 h 1166887"/>
                <a:gd name="connsiteX133" fmla="*/ 832970 w 3024845"/>
                <a:gd name="connsiteY133" fmla="*/ 687446 h 1166887"/>
                <a:gd name="connsiteX134" fmla="*/ 832970 w 3024845"/>
                <a:gd name="connsiteY134" fmla="*/ 688526 h 1166887"/>
                <a:gd name="connsiteX135" fmla="*/ 832970 w 3024845"/>
                <a:gd name="connsiteY135" fmla="*/ 696093 h 1166887"/>
                <a:gd name="connsiteX136" fmla="*/ 834237 w 3024845"/>
                <a:gd name="connsiteY136" fmla="*/ 696093 h 1166887"/>
                <a:gd name="connsiteX137" fmla="*/ 843104 w 3024845"/>
                <a:gd name="connsiteY137" fmla="*/ 696093 h 1166887"/>
                <a:gd name="connsiteX138" fmla="*/ 843104 w 3024845"/>
                <a:gd name="connsiteY138" fmla="*/ 698254 h 1166887"/>
                <a:gd name="connsiteX139" fmla="*/ 843104 w 3024845"/>
                <a:gd name="connsiteY139" fmla="*/ 713387 h 1166887"/>
                <a:gd name="connsiteX140" fmla="*/ 847157 w 3024845"/>
                <a:gd name="connsiteY140" fmla="*/ 711495 h 1166887"/>
                <a:gd name="connsiteX141" fmla="*/ 847157 w 3024845"/>
                <a:gd name="connsiteY141" fmla="*/ 698254 h 1166887"/>
                <a:gd name="connsiteX142" fmla="*/ 848170 w 3024845"/>
                <a:gd name="connsiteY142" fmla="*/ 698254 h 1166887"/>
                <a:gd name="connsiteX143" fmla="*/ 855264 w 3024845"/>
                <a:gd name="connsiteY143" fmla="*/ 698254 h 1166887"/>
                <a:gd name="connsiteX144" fmla="*/ 855264 w 3024845"/>
                <a:gd name="connsiteY144" fmla="*/ 699876 h 1166887"/>
                <a:gd name="connsiteX145" fmla="*/ 855264 w 3024845"/>
                <a:gd name="connsiteY145" fmla="*/ 711225 h 1166887"/>
                <a:gd name="connsiteX146" fmla="*/ 856024 w 3024845"/>
                <a:gd name="connsiteY146" fmla="*/ 711225 h 1166887"/>
                <a:gd name="connsiteX147" fmla="*/ 861344 w 3024845"/>
                <a:gd name="connsiteY147" fmla="*/ 711225 h 1166887"/>
                <a:gd name="connsiteX148" fmla="*/ 909984 w 3024845"/>
                <a:gd name="connsiteY148" fmla="*/ 706902 h 1166887"/>
                <a:gd name="connsiteX149" fmla="*/ 909984 w 3024845"/>
                <a:gd name="connsiteY149" fmla="*/ 708253 h 1166887"/>
                <a:gd name="connsiteX150" fmla="*/ 909984 w 3024845"/>
                <a:gd name="connsiteY150" fmla="*/ 717710 h 1166887"/>
                <a:gd name="connsiteX151" fmla="*/ 910744 w 3024845"/>
                <a:gd name="connsiteY151" fmla="*/ 717710 h 1166887"/>
                <a:gd name="connsiteX152" fmla="*/ 916065 w 3024845"/>
                <a:gd name="connsiteY152" fmla="*/ 717710 h 1166887"/>
                <a:gd name="connsiteX153" fmla="*/ 916065 w 3024845"/>
                <a:gd name="connsiteY153" fmla="*/ 719872 h 1166887"/>
                <a:gd name="connsiteX154" fmla="*/ 916065 w 3024845"/>
                <a:gd name="connsiteY154" fmla="*/ 735005 h 1166887"/>
                <a:gd name="connsiteX155" fmla="*/ 918091 w 3024845"/>
                <a:gd name="connsiteY155" fmla="*/ 733654 h 1166887"/>
                <a:gd name="connsiteX156" fmla="*/ 932278 w 3024845"/>
                <a:gd name="connsiteY156" fmla="*/ 724196 h 1166887"/>
                <a:gd name="connsiteX157" fmla="*/ 938358 w 3024845"/>
                <a:gd name="connsiteY157" fmla="*/ 683122 h 1166887"/>
                <a:gd name="connsiteX158" fmla="*/ 939118 w 3024845"/>
                <a:gd name="connsiteY158" fmla="*/ 682852 h 1166887"/>
                <a:gd name="connsiteX159" fmla="*/ 944438 w 3024845"/>
                <a:gd name="connsiteY159" fmla="*/ 680960 h 1166887"/>
                <a:gd name="connsiteX160" fmla="*/ 946465 w 3024845"/>
                <a:gd name="connsiteY160" fmla="*/ 611783 h 1166887"/>
                <a:gd name="connsiteX161" fmla="*/ 948492 w 3024845"/>
                <a:gd name="connsiteY161" fmla="*/ 680960 h 1166887"/>
                <a:gd name="connsiteX162" fmla="*/ 949252 w 3024845"/>
                <a:gd name="connsiteY162" fmla="*/ 681230 h 1166887"/>
                <a:gd name="connsiteX163" fmla="*/ 954572 w 3024845"/>
                <a:gd name="connsiteY163" fmla="*/ 683122 h 1166887"/>
                <a:gd name="connsiteX164" fmla="*/ 954572 w 3024845"/>
                <a:gd name="connsiteY164" fmla="*/ 596651 h 1166887"/>
                <a:gd name="connsiteX165" fmla="*/ 958625 w 3024845"/>
                <a:gd name="connsiteY165" fmla="*/ 564224 h 1166887"/>
                <a:gd name="connsiteX166" fmla="*/ 997132 w 3024845"/>
                <a:gd name="connsiteY166" fmla="*/ 564224 h 1166887"/>
                <a:gd name="connsiteX167" fmla="*/ 997132 w 3024845"/>
                <a:gd name="connsiteY167" fmla="*/ 596651 h 1166887"/>
                <a:gd name="connsiteX168" fmla="*/ 997892 w 3024845"/>
                <a:gd name="connsiteY168" fmla="*/ 596651 h 1166887"/>
                <a:gd name="connsiteX169" fmla="*/ 1003212 w 3024845"/>
                <a:gd name="connsiteY169" fmla="*/ 596651 h 1166887"/>
                <a:gd name="connsiteX170" fmla="*/ 1003212 w 3024845"/>
                <a:gd name="connsiteY170" fmla="*/ 514503 h 1166887"/>
                <a:gd name="connsiteX171" fmla="*/ 1004986 w 3024845"/>
                <a:gd name="connsiteY171" fmla="*/ 514503 h 1166887"/>
                <a:gd name="connsiteX172" fmla="*/ 1017399 w 3024845"/>
                <a:gd name="connsiteY172" fmla="*/ 514503 h 1166887"/>
                <a:gd name="connsiteX173" fmla="*/ 1017399 w 3024845"/>
                <a:gd name="connsiteY173" fmla="*/ 512612 h 1166887"/>
                <a:gd name="connsiteX174" fmla="*/ 1017399 w 3024845"/>
                <a:gd name="connsiteY174" fmla="*/ 499371 h 1166887"/>
                <a:gd name="connsiteX175" fmla="*/ 1039693 w 3024845"/>
                <a:gd name="connsiteY175" fmla="*/ 499371 h 1166887"/>
                <a:gd name="connsiteX176" fmla="*/ 1039693 w 3024845"/>
                <a:gd name="connsiteY176" fmla="*/ 498290 h 1166887"/>
                <a:gd name="connsiteX177" fmla="*/ 1039693 w 3024845"/>
                <a:gd name="connsiteY177" fmla="*/ 490724 h 1166887"/>
                <a:gd name="connsiteX178" fmla="*/ 1041466 w 3024845"/>
                <a:gd name="connsiteY178" fmla="*/ 490724 h 1166887"/>
                <a:gd name="connsiteX179" fmla="*/ 1053880 w 3024845"/>
                <a:gd name="connsiteY179" fmla="*/ 490724 h 1166887"/>
                <a:gd name="connsiteX180" fmla="*/ 1053880 w 3024845"/>
                <a:gd name="connsiteY180" fmla="*/ 491805 h 1166887"/>
                <a:gd name="connsiteX181" fmla="*/ 1053880 w 3024845"/>
                <a:gd name="connsiteY181" fmla="*/ 499371 h 1166887"/>
                <a:gd name="connsiteX182" fmla="*/ 1054640 w 3024845"/>
                <a:gd name="connsiteY182" fmla="*/ 499371 h 1166887"/>
                <a:gd name="connsiteX183" fmla="*/ 1059960 w 3024845"/>
                <a:gd name="connsiteY183" fmla="*/ 499371 h 1166887"/>
                <a:gd name="connsiteX184" fmla="*/ 1070093 w 3024845"/>
                <a:gd name="connsiteY184" fmla="*/ 495047 h 1166887"/>
                <a:gd name="connsiteX185" fmla="*/ 1074146 w 3024845"/>
                <a:gd name="connsiteY185" fmla="*/ 498290 h 1166887"/>
                <a:gd name="connsiteX186" fmla="*/ 1074146 w 3024845"/>
                <a:gd name="connsiteY186" fmla="*/ 490724 h 1166887"/>
                <a:gd name="connsiteX187" fmla="*/ 1076426 w 3024845"/>
                <a:gd name="connsiteY187" fmla="*/ 490724 h 1166887"/>
                <a:gd name="connsiteX188" fmla="*/ 1092387 w 3024845"/>
                <a:gd name="connsiteY188" fmla="*/ 490724 h 1166887"/>
                <a:gd name="connsiteX189" fmla="*/ 1092387 w 3024845"/>
                <a:gd name="connsiteY189" fmla="*/ 491805 h 1166887"/>
                <a:gd name="connsiteX190" fmla="*/ 1092387 w 3024845"/>
                <a:gd name="connsiteY190" fmla="*/ 499371 h 1166887"/>
                <a:gd name="connsiteX191" fmla="*/ 1122787 w 3024845"/>
                <a:gd name="connsiteY191" fmla="*/ 499371 h 1166887"/>
                <a:gd name="connsiteX192" fmla="*/ 1122787 w 3024845"/>
                <a:gd name="connsiteY192" fmla="*/ 500992 h 1166887"/>
                <a:gd name="connsiteX193" fmla="*/ 1122787 w 3024845"/>
                <a:gd name="connsiteY193" fmla="*/ 512342 h 1166887"/>
                <a:gd name="connsiteX194" fmla="*/ 1149134 w 3024845"/>
                <a:gd name="connsiteY194" fmla="*/ 512342 h 1166887"/>
                <a:gd name="connsiteX195" fmla="*/ 1149134 w 3024845"/>
                <a:gd name="connsiteY195" fmla="*/ 542606 h 1166887"/>
                <a:gd name="connsiteX196" fmla="*/ 1149894 w 3024845"/>
                <a:gd name="connsiteY196" fmla="*/ 542606 h 1166887"/>
                <a:gd name="connsiteX197" fmla="*/ 1155214 w 3024845"/>
                <a:gd name="connsiteY197" fmla="*/ 542606 h 1166887"/>
                <a:gd name="connsiteX198" fmla="*/ 1155214 w 3024845"/>
                <a:gd name="connsiteY198" fmla="*/ 543687 h 1166887"/>
                <a:gd name="connsiteX199" fmla="*/ 1155214 w 3024845"/>
                <a:gd name="connsiteY199" fmla="*/ 551254 h 1166887"/>
                <a:gd name="connsiteX200" fmla="*/ 1159268 w 3024845"/>
                <a:gd name="connsiteY200" fmla="*/ 581518 h 1166887"/>
                <a:gd name="connsiteX201" fmla="*/ 1160028 w 3024845"/>
                <a:gd name="connsiteY201" fmla="*/ 581518 h 1166887"/>
                <a:gd name="connsiteX202" fmla="*/ 1165348 w 3024845"/>
                <a:gd name="connsiteY202" fmla="*/ 581518 h 1166887"/>
                <a:gd name="connsiteX203" fmla="*/ 1165348 w 3024845"/>
                <a:gd name="connsiteY203" fmla="*/ 582329 h 1166887"/>
                <a:gd name="connsiteX204" fmla="*/ 1165348 w 3024845"/>
                <a:gd name="connsiteY204" fmla="*/ 588004 h 1166887"/>
                <a:gd name="connsiteX205" fmla="*/ 1166361 w 3024845"/>
                <a:gd name="connsiteY205" fmla="*/ 588004 h 1166887"/>
                <a:gd name="connsiteX206" fmla="*/ 1173454 w 3024845"/>
                <a:gd name="connsiteY206" fmla="*/ 588004 h 1166887"/>
                <a:gd name="connsiteX207" fmla="*/ 1173454 w 3024845"/>
                <a:gd name="connsiteY207" fmla="*/ 618269 h 1166887"/>
                <a:gd name="connsiteX208" fmla="*/ 1175481 w 3024845"/>
                <a:gd name="connsiteY208" fmla="*/ 618269 h 1166887"/>
                <a:gd name="connsiteX209" fmla="*/ 1189668 w 3024845"/>
                <a:gd name="connsiteY209" fmla="*/ 618269 h 1166887"/>
                <a:gd name="connsiteX210" fmla="*/ 1189668 w 3024845"/>
                <a:gd name="connsiteY210" fmla="*/ 642048 h 1166887"/>
                <a:gd name="connsiteX211" fmla="*/ 1191695 w 3024845"/>
                <a:gd name="connsiteY211" fmla="*/ 643669 h 1166887"/>
                <a:gd name="connsiteX212" fmla="*/ 1191695 w 3024845"/>
                <a:gd name="connsiteY212" fmla="*/ 655019 h 1166887"/>
                <a:gd name="connsiteX213" fmla="*/ 1192455 w 3024845"/>
                <a:gd name="connsiteY213" fmla="*/ 655019 h 1166887"/>
                <a:gd name="connsiteX214" fmla="*/ 1197775 w 3024845"/>
                <a:gd name="connsiteY214" fmla="*/ 655019 h 1166887"/>
                <a:gd name="connsiteX215" fmla="*/ 1197775 w 3024845"/>
                <a:gd name="connsiteY215" fmla="*/ 678798 h 1166887"/>
                <a:gd name="connsiteX216" fmla="*/ 1199041 w 3024845"/>
                <a:gd name="connsiteY216" fmla="*/ 678798 h 1166887"/>
                <a:gd name="connsiteX217" fmla="*/ 1207908 w 3024845"/>
                <a:gd name="connsiteY217" fmla="*/ 678798 h 1166887"/>
                <a:gd name="connsiteX218" fmla="*/ 1209935 w 3024845"/>
                <a:gd name="connsiteY218" fmla="*/ 682852 h 1166887"/>
                <a:gd name="connsiteX219" fmla="*/ 1209935 w 3024845"/>
                <a:gd name="connsiteY219" fmla="*/ 696093 h 1166887"/>
                <a:gd name="connsiteX220" fmla="*/ 1211455 w 3024845"/>
                <a:gd name="connsiteY220" fmla="*/ 694201 h 1166887"/>
                <a:gd name="connsiteX221" fmla="*/ 1222095 w 3024845"/>
                <a:gd name="connsiteY221" fmla="*/ 680960 h 1166887"/>
                <a:gd name="connsiteX222" fmla="*/ 1250469 w 3024845"/>
                <a:gd name="connsiteY222" fmla="*/ 680960 h 1166887"/>
                <a:gd name="connsiteX223" fmla="*/ 1250469 w 3024845"/>
                <a:gd name="connsiteY223" fmla="*/ 767431 h 1166887"/>
                <a:gd name="connsiteX224" fmla="*/ 1251229 w 3024845"/>
                <a:gd name="connsiteY224" fmla="*/ 767431 h 1166887"/>
                <a:gd name="connsiteX225" fmla="*/ 1256549 w 3024845"/>
                <a:gd name="connsiteY225" fmla="*/ 767431 h 1166887"/>
                <a:gd name="connsiteX226" fmla="*/ 1257309 w 3024845"/>
                <a:gd name="connsiteY226" fmla="*/ 766080 h 1166887"/>
                <a:gd name="connsiteX227" fmla="*/ 1262629 w 3024845"/>
                <a:gd name="connsiteY227" fmla="*/ 756622 h 1166887"/>
                <a:gd name="connsiteX228" fmla="*/ 1262629 w 3024845"/>
                <a:gd name="connsiteY228" fmla="*/ 758514 h 1166887"/>
                <a:gd name="connsiteX229" fmla="*/ 1262629 w 3024845"/>
                <a:gd name="connsiteY229" fmla="*/ 771755 h 1166887"/>
                <a:gd name="connsiteX230" fmla="*/ 1266682 w 3024845"/>
                <a:gd name="connsiteY230" fmla="*/ 726358 h 1166887"/>
                <a:gd name="connsiteX231" fmla="*/ 1267442 w 3024845"/>
                <a:gd name="connsiteY231" fmla="*/ 726358 h 1166887"/>
                <a:gd name="connsiteX232" fmla="*/ 1272762 w 3024845"/>
                <a:gd name="connsiteY232" fmla="*/ 726358 h 1166887"/>
                <a:gd name="connsiteX233" fmla="*/ 1272762 w 3024845"/>
                <a:gd name="connsiteY233" fmla="*/ 661504 h 1166887"/>
                <a:gd name="connsiteX234" fmla="*/ 1273776 w 3024845"/>
                <a:gd name="connsiteY234" fmla="*/ 661504 h 1166887"/>
                <a:gd name="connsiteX235" fmla="*/ 1280869 w 3024845"/>
                <a:gd name="connsiteY235" fmla="*/ 661504 h 1166887"/>
                <a:gd name="connsiteX236" fmla="*/ 1293029 w 3024845"/>
                <a:gd name="connsiteY236" fmla="*/ 618269 h 1166887"/>
                <a:gd name="connsiteX237" fmla="*/ 1294296 w 3024845"/>
                <a:gd name="connsiteY237" fmla="*/ 618269 h 1166887"/>
                <a:gd name="connsiteX238" fmla="*/ 1303163 w 3024845"/>
                <a:gd name="connsiteY238" fmla="*/ 618269 h 1166887"/>
                <a:gd name="connsiteX239" fmla="*/ 1313296 w 3024845"/>
                <a:gd name="connsiteY239" fmla="*/ 661504 h 1166887"/>
                <a:gd name="connsiteX240" fmla="*/ 1314309 w 3024845"/>
                <a:gd name="connsiteY240" fmla="*/ 661504 h 1166887"/>
                <a:gd name="connsiteX241" fmla="*/ 1321403 w 3024845"/>
                <a:gd name="connsiteY241" fmla="*/ 661504 h 1166887"/>
                <a:gd name="connsiteX242" fmla="*/ 1321403 w 3024845"/>
                <a:gd name="connsiteY242" fmla="*/ 700416 h 1166887"/>
                <a:gd name="connsiteX243" fmla="*/ 1323176 w 3024845"/>
                <a:gd name="connsiteY243" fmla="*/ 700416 h 1166887"/>
                <a:gd name="connsiteX244" fmla="*/ 1335590 w 3024845"/>
                <a:gd name="connsiteY244" fmla="*/ 700416 h 1166887"/>
                <a:gd name="connsiteX245" fmla="*/ 1335590 w 3024845"/>
                <a:gd name="connsiteY245" fmla="*/ 702578 h 1166887"/>
                <a:gd name="connsiteX246" fmla="*/ 1335590 w 3024845"/>
                <a:gd name="connsiteY246" fmla="*/ 717710 h 1166887"/>
                <a:gd name="connsiteX247" fmla="*/ 1339643 w 3024845"/>
                <a:gd name="connsiteY247" fmla="*/ 715549 h 1166887"/>
                <a:gd name="connsiteX248" fmla="*/ 1339643 w 3024845"/>
                <a:gd name="connsiteY248" fmla="*/ 700416 h 1166887"/>
                <a:gd name="connsiteX249" fmla="*/ 1341163 w 3024845"/>
                <a:gd name="connsiteY249" fmla="*/ 700416 h 1166887"/>
                <a:gd name="connsiteX250" fmla="*/ 1351803 w 3024845"/>
                <a:gd name="connsiteY250" fmla="*/ 700416 h 1166887"/>
                <a:gd name="connsiteX251" fmla="*/ 1351803 w 3024845"/>
                <a:gd name="connsiteY251" fmla="*/ 702037 h 1166887"/>
                <a:gd name="connsiteX252" fmla="*/ 1351803 w 3024845"/>
                <a:gd name="connsiteY252" fmla="*/ 713387 h 1166887"/>
                <a:gd name="connsiteX253" fmla="*/ 1382204 w 3024845"/>
                <a:gd name="connsiteY253" fmla="*/ 713387 h 1166887"/>
                <a:gd name="connsiteX254" fmla="*/ 1382204 w 3024845"/>
                <a:gd name="connsiteY254" fmla="*/ 676637 h 1166887"/>
                <a:gd name="connsiteX255" fmla="*/ 1383470 w 3024845"/>
                <a:gd name="connsiteY255" fmla="*/ 676637 h 1166887"/>
                <a:gd name="connsiteX256" fmla="*/ 1392337 w 3024845"/>
                <a:gd name="connsiteY256" fmla="*/ 676637 h 1166887"/>
                <a:gd name="connsiteX257" fmla="*/ 1392337 w 3024845"/>
                <a:gd name="connsiteY257" fmla="*/ 698254 h 1166887"/>
                <a:gd name="connsiteX258" fmla="*/ 1394364 w 3024845"/>
                <a:gd name="connsiteY258" fmla="*/ 665828 h 1166887"/>
                <a:gd name="connsiteX259" fmla="*/ 1416657 w 3024845"/>
                <a:gd name="connsiteY259" fmla="*/ 665828 h 1166887"/>
                <a:gd name="connsiteX260" fmla="*/ 1416657 w 3024845"/>
                <a:gd name="connsiteY260" fmla="*/ 664206 h 1166887"/>
                <a:gd name="connsiteX261" fmla="*/ 1416657 w 3024845"/>
                <a:gd name="connsiteY261" fmla="*/ 652857 h 1166887"/>
                <a:gd name="connsiteX262" fmla="*/ 1417417 w 3024845"/>
                <a:gd name="connsiteY262" fmla="*/ 652857 h 1166887"/>
                <a:gd name="connsiteX263" fmla="*/ 1422737 w 3024845"/>
                <a:gd name="connsiteY263" fmla="*/ 652857 h 1166887"/>
                <a:gd name="connsiteX264" fmla="*/ 1422737 w 3024845"/>
                <a:gd name="connsiteY264" fmla="*/ 650966 h 1166887"/>
                <a:gd name="connsiteX265" fmla="*/ 1422737 w 3024845"/>
                <a:gd name="connsiteY265" fmla="*/ 637725 h 1166887"/>
                <a:gd name="connsiteX266" fmla="*/ 1426791 w 3024845"/>
                <a:gd name="connsiteY266" fmla="*/ 644210 h 1166887"/>
                <a:gd name="connsiteX267" fmla="*/ 1429071 w 3024845"/>
                <a:gd name="connsiteY267" fmla="*/ 644210 h 1166887"/>
                <a:gd name="connsiteX268" fmla="*/ 1445031 w 3024845"/>
                <a:gd name="connsiteY268" fmla="*/ 644210 h 1166887"/>
                <a:gd name="connsiteX269" fmla="*/ 1445031 w 3024845"/>
                <a:gd name="connsiteY269" fmla="*/ 643399 h 1166887"/>
                <a:gd name="connsiteX270" fmla="*/ 1445031 w 3024845"/>
                <a:gd name="connsiteY270" fmla="*/ 637725 h 1166887"/>
                <a:gd name="connsiteX271" fmla="*/ 1445791 w 3024845"/>
                <a:gd name="connsiteY271" fmla="*/ 637725 h 1166887"/>
                <a:gd name="connsiteX272" fmla="*/ 1451111 w 3024845"/>
                <a:gd name="connsiteY272" fmla="*/ 637725 h 1166887"/>
                <a:gd name="connsiteX273" fmla="*/ 1451111 w 3024845"/>
                <a:gd name="connsiteY273" fmla="*/ 639076 h 1166887"/>
                <a:gd name="connsiteX274" fmla="*/ 1451111 w 3024845"/>
                <a:gd name="connsiteY274" fmla="*/ 648534 h 1166887"/>
                <a:gd name="connsiteX275" fmla="*/ 1489618 w 3024845"/>
                <a:gd name="connsiteY275" fmla="*/ 648534 h 1166887"/>
                <a:gd name="connsiteX276" fmla="*/ 1489618 w 3024845"/>
                <a:gd name="connsiteY276" fmla="*/ 786887 h 1166887"/>
                <a:gd name="connsiteX277" fmla="*/ 1491138 w 3024845"/>
                <a:gd name="connsiteY277" fmla="*/ 786887 h 1166887"/>
                <a:gd name="connsiteX278" fmla="*/ 1501778 w 3024845"/>
                <a:gd name="connsiteY278" fmla="*/ 786887 h 1166887"/>
                <a:gd name="connsiteX279" fmla="*/ 1501778 w 3024845"/>
                <a:gd name="connsiteY279" fmla="*/ 773917 h 1166887"/>
                <a:gd name="connsiteX280" fmla="*/ 1505832 w 3024845"/>
                <a:gd name="connsiteY280" fmla="*/ 773917 h 1166887"/>
                <a:gd name="connsiteX281" fmla="*/ 1505832 w 3024845"/>
                <a:gd name="connsiteY281" fmla="*/ 786887 h 1166887"/>
                <a:gd name="connsiteX282" fmla="*/ 1536232 w 3024845"/>
                <a:gd name="connsiteY282" fmla="*/ 786887 h 1166887"/>
                <a:gd name="connsiteX283" fmla="*/ 1536232 w 3024845"/>
                <a:gd name="connsiteY283" fmla="*/ 756622 h 1166887"/>
                <a:gd name="connsiteX284" fmla="*/ 1548392 w 3024845"/>
                <a:gd name="connsiteY284" fmla="*/ 756622 h 1166887"/>
                <a:gd name="connsiteX285" fmla="*/ 1560552 w 3024845"/>
                <a:gd name="connsiteY285" fmla="*/ 754461 h 1166887"/>
                <a:gd name="connsiteX286" fmla="*/ 1564606 w 3024845"/>
                <a:gd name="connsiteY286" fmla="*/ 756622 h 1166887"/>
                <a:gd name="connsiteX287" fmla="*/ 1574739 w 3024845"/>
                <a:gd name="connsiteY287" fmla="*/ 756622 h 1166887"/>
                <a:gd name="connsiteX288" fmla="*/ 1574739 w 3024845"/>
                <a:gd name="connsiteY288" fmla="*/ 786887 h 1166887"/>
                <a:gd name="connsiteX289" fmla="*/ 1582846 w 3024845"/>
                <a:gd name="connsiteY289" fmla="*/ 786887 h 1166887"/>
                <a:gd name="connsiteX290" fmla="*/ 1582846 w 3024845"/>
                <a:gd name="connsiteY290" fmla="*/ 804182 h 1166887"/>
                <a:gd name="connsiteX291" fmla="*/ 1592182 w 3024845"/>
                <a:gd name="connsiteY291" fmla="*/ 805087 h 1166887"/>
                <a:gd name="connsiteX292" fmla="*/ 1605140 w 3024845"/>
                <a:gd name="connsiteY292" fmla="*/ 805087 h 1166887"/>
                <a:gd name="connsiteX293" fmla="*/ 1605140 w 3024845"/>
                <a:gd name="connsiteY293" fmla="*/ 789049 h 1166887"/>
                <a:gd name="connsiteX294" fmla="*/ 1673096 w 3024845"/>
                <a:gd name="connsiteY294" fmla="*/ 789049 h 1166887"/>
                <a:gd name="connsiteX295" fmla="*/ 1673096 w 3024845"/>
                <a:gd name="connsiteY295" fmla="*/ 703796 h 1166887"/>
                <a:gd name="connsiteX296" fmla="*/ 1745104 w 3024845"/>
                <a:gd name="connsiteY296" fmla="*/ 703796 h 1166887"/>
                <a:gd name="connsiteX297" fmla="*/ 1745104 w 3024845"/>
                <a:gd name="connsiteY297" fmla="*/ 782564 h 1166887"/>
                <a:gd name="connsiteX298" fmla="*/ 1747008 w 3024845"/>
                <a:gd name="connsiteY298" fmla="*/ 782564 h 1166887"/>
                <a:gd name="connsiteX299" fmla="*/ 1748250 w 3024845"/>
                <a:gd name="connsiteY299" fmla="*/ 805087 h 1166887"/>
                <a:gd name="connsiteX300" fmla="*/ 1757926 w 3024845"/>
                <a:gd name="connsiteY300" fmla="*/ 805087 h 1166887"/>
                <a:gd name="connsiteX301" fmla="*/ 1759168 w 3024845"/>
                <a:gd name="connsiteY301" fmla="*/ 782564 h 1166887"/>
                <a:gd name="connsiteX302" fmla="*/ 1765248 w 3024845"/>
                <a:gd name="connsiteY302" fmla="*/ 782564 h 1166887"/>
                <a:gd name="connsiteX303" fmla="*/ 1766490 w 3024845"/>
                <a:gd name="connsiteY303" fmla="*/ 805087 h 1166887"/>
                <a:gd name="connsiteX304" fmla="*/ 1817112 w 3024845"/>
                <a:gd name="connsiteY304" fmla="*/ 805087 h 1166887"/>
                <a:gd name="connsiteX305" fmla="*/ 1817112 w 3024845"/>
                <a:gd name="connsiteY305" fmla="*/ 642059 h 1166887"/>
                <a:gd name="connsiteX306" fmla="*/ 2014439 w 3024845"/>
                <a:gd name="connsiteY306" fmla="*/ 642059 h 1166887"/>
                <a:gd name="connsiteX307" fmla="*/ 2014439 w 3024845"/>
                <a:gd name="connsiteY307" fmla="*/ 805087 h 1166887"/>
                <a:gd name="connsiteX308" fmla="*/ 2033136 w 3024845"/>
                <a:gd name="connsiteY308" fmla="*/ 805087 h 1166887"/>
                <a:gd name="connsiteX309" fmla="*/ 2033136 w 3024845"/>
                <a:gd name="connsiteY309" fmla="*/ 722394 h 1166887"/>
                <a:gd name="connsiteX310" fmla="*/ 2128256 w 3024845"/>
                <a:gd name="connsiteY310" fmla="*/ 722394 h 1166887"/>
                <a:gd name="connsiteX311" fmla="*/ 2140186 w 3024845"/>
                <a:gd name="connsiteY311" fmla="*/ 404253 h 1166887"/>
                <a:gd name="connsiteX312" fmla="*/ 2128026 w 3024845"/>
                <a:gd name="connsiteY312" fmla="*/ 382635 h 1166887"/>
                <a:gd name="connsiteX313" fmla="*/ 2121946 w 3024845"/>
                <a:gd name="connsiteY313" fmla="*/ 378311 h 1166887"/>
                <a:gd name="connsiteX314" fmla="*/ 2130053 w 3024845"/>
                <a:gd name="connsiteY314" fmla="*/ 354532 h 1166887"/>
                <a:gd name="connsiteX315" fmla="*/ 2130053 w 3024845"/>
                <a:gd name="connsiteY315" fmla="*/ 337238 h 1166887"/>
                <a:gd name="connsiteX316" fmla="*/ 2144240 w 3024845"/>
                <a:gd name="connsiteY316" fmla="*/ 337238 h 1166887"/>
                <a:gd name="connsiteX317" fmla="*/ 2144240 w 3024845"/>
                <a:gd name="connsiteY317" fmla="*/ 315620 h 1166887"/>
                <a:gd name="connsiteX318" fmla="*/ 2146266 w 3024845"/>
                <a:gd name="connsiteY318" fmla="*/ 311296 h 1166887"/>
                <a:gd name="connsiteX319" fmla="*/ 2146266 w 3024845"/>
                <a:gd name="connsiteY319" fmla="*/ 233472 h 1166887"/>
                <a:gd name="connsiteX320" fmla="*/ 2144240 w 3024845"/>
                <a:gd name="connsiteY320" fmla="*/ 226987 h 1166887"/>
                <a:gd name="connsiteX321" fmla="*/ 2150320 w 3024845"/>
                <a:gd name="connsiteY321" fmla="*/ 220501 h 1166887"/>
                <a:gd name="connsiteX322" fmla="*/ 2150320 w 3024845"/>
                <a:gd name="connsiteY322" fmla="*/ 162133 h 1166887"/>
                <a:gd name="connsiteX323" fmla="*/ 2152346 w 3024845"/>
                <a:gd name="connsiteY323" fmla="*/ 157810 h 1166887"/>
                <a:gd name="connsiteX324" fmla="*/ 2152346 w 3024845"/>
                <a:gd name="connsiteY324" fmla="*/ 101604 h 1166887"/>
                <a:gd name="connsiteX325" fmla="*/ 2154373 w 3024845"/>
                <a:gd name="connsiteY325" fmla="*/ 82148 h 1166887"/>
                <a:gd name="connsiteX326" fmla="*/ 2158427 w 3024845"/>
                <a:gd name="connsiteY326" fmla="*/ 99442 h 1166887"/>
                <a:gd name="connsiteX327" fmla="*/ 2160453 w 3024845"/>
                <a:gd name="connsiteY327" fmla="*/ 157810 h 1166887"/>
                <a:gd name="connsiteX328" fmla="*/ 2162480 w 3024845"/>
                <a:gd name="connsiteY328" fmla="*/ 220501 h 1166887"/>
                <a:gd name="connsiteX329" fmla="*/ 2168560 w 3024845"/>
                <a:gd name="connsiteY329" fmla="*/ 226987 h 1166887"/>
                <a:gd name="connsiteX330" fmla="*/ 2166533 w 3024845"/>
                <a:gd name="connsiteY330" fmla="*/ 233472 h 1166887"/>
                <a:gd name="connsiteX331" fmla="*/ 2166533 w 3024845"/>
                <a:gd name="connsiteY331" fmla="*/ 311296 h 1166887"/>
                <a:gd name="connsiteX332" fmla="*/ 2168560 w 3024845"/>
                <a:gd name="connsiteY332" fmla="*/ 315620 h 1166887"/>
                <a:gd name="connsiteX333" fmla="*/ 2168560 w 3024845"/>
                <a:gd name="connsiteY333" fmla="*/ 337238 h 1166887"/>
                <a:gd name="connsiteX334" fmla="*/ 2182747 w 3024845"/>
                <a:gd name="connsiteY334" fmla="*/ 337238 h 1166887"/>
                <a:gd name="connsiteX335" fmla="*/ 2182747 w 3024845"/>
                <a:gd name="connsiteY335" fmla="*/ 354532 h 1166887"/>
                <a:gd name="connsiteX336" fmla="*/ 2190854 w 3024845"/>
                <a:gd name="connsiteY336" fmla="*/ 378311 h 1166887"/>
                <a:gd name="connsiteX337" fmla="*/ 2184774 w 3024845"/>
                <a:gd name="connsiteY337" fmla="*/ 382635 h 1166887"/>
                <a:gd name="connsiteX338" fmla="*/ 2172613 w 3024845"/>
                <a:gd name="connsiteY338" fmla="*/ 404253 h 1166887"/>
                <a:gd name="connsiteX339" fmla="*/ 2180720 w 3024845"/>
                <a:gd name="connsiteY339" fmla="*/ 657181 h 1166887"/>
                <a:gd name="connsiteX340" fmla="*/ 2245574 w 3024845"/>
                <a:gd name="connsiteY340" fmla="*/ 657181 h 1166887"/>
                <a:gd name="connsiteX341" fmla="*/ 2245574 w 3024845"/>
                <a:gd name="connsiteY341" fmla="*/ 732843 h 1166887"/>
                <a:gd name="connsiteX342" fmla="*/ 2253681 w 3024845"/>
                <a:gd name="connsiteY342" fmla="*/ 732843 h 1166887"/>
                <a:gd name="connsiteX343" fmla="*/ 2255708 w 3024845"/>
                <a:gd name="connsiteY343" fmla="*/ 726358 h 1166887"/>
                <a:gd name="connsiteX344" fmla="*/ 2261788 w 3024845"/>
                <a:gd name="connsiteY344" fmla="*/ 726358 h 1166887"/>
                <a:gd name="connsiteX345" fmla="*/ 2263815 w 3024845"/>
                <a:gd name="connsiteY345" fmla="*/ 735005 h 1166887"/>
                <a:gd name="connsiteX346" fmla="*/ 2275975 w 3024845"/>
                <a:gd name="connsiteY346" fmla="*/ 735005 h 1166887"/>
                <a:gd name="connsiteX347" fmla="*/ 2275975 w 3024845"/>
                <a:gd name="connsiteY347" fmla="*/ 728519 h 1166887"/>
                <a:gd name="connsiteX348" fmla="*/ 2298268 w 3024845"/>
                <a:gd name="connsiteY348" fmla="*/ 728519 h 1166887"/>
                <a:gd name="connsiteX349" fmla="*/ 2298268 w 3024845"/>
                <a:gd name="connsiteY349" fmla="*/ 735005 h 1166887"/>
                <a:gd name="connsiteX350" fmla="*/ 2318535 w 3024845"/>
                <a:gd name="connsiteY350" fmla="*/ 735005 h 1166887"/>
                <a:gd name="connsiteX351" fmla="*/ 2318535 w 3024845"/>
                <a:gd name="connsiteY351" fmla="*/ 780402 h 1166887"/>
                <a:gd name="connsiteX352" fmla="*/ 2332722 w 3024845"/>
                <a:gd name="connsiteY352" fmla="*/ 780402 h 1166887"/>
                <a:gd name="connsiteX353" fmla="*/ 2332722 w 3024845"/>
                <a:gd name="connsiteY353" fmla="*/ 767431 h 1166887"/>
                <a:gd name="connsiteX354" fmla="*/ 2348936 w 3024845"/>
                <a:gd name="connsiteY354" fmla="*/ 767431 h 1166887"/>
                <a:gd name="connsiteX355" fmla="*/ 2348936 w 3024845"/>
                <a:gd name="connsiteY355" fmla="*/ 588004 h 1166887"/>
                <a:gd name="connsiteX356" fmla="*/ 2355016 w 3024845"/>
                <a:gd name="connsiteY356" fmla="*/ 581518 h 1166887"/>
                <a:gd name="connsiteX357" fmla="*/ 2427977 w 3024845"/>
                <a:gd name="connsiteY357" fmla="*/ 581518 h 1166887"/>
                <a:gd name="connsiteX358" fmla="*/ 2427977 w 3024845"/>
                <a:gd name="connsiteY358" fmla="*/ 590166 h 1166887"/>
                <a:gd name="connsiteX359" fmla="*/ 2438110 w 3024845"/>
                <a:gd name="connsiteY359" fmla="*/ 590166 h 1166887"/>
                <a:gd name="connsiteX360" fmla="*/ 2438110 w 3024845"/>
                <a:gd name="connsiteY360" fmla="*/ 704740 h 1166887"/>
                <a:gd name="connsiteX361" fmla="*/ 2460404 w 3024845"/>
                <a:gd name="connsiteY361" fmla="*/ 704740 h 1166887"/>
                <a:gd name="connsiteX362" fmla="*/ 2460404 w 3024845"/>
                <a:gd name="connsiteY362" fmla="*/ 637725 h 1166887"/>
                <a:gd name="connsiteX363" fmla="*/ 2486751 w 3024845"/>
                <a:gd name="connsiteY363" fmla="*/ 637725 h 1166887"/>
                <a:gd name="connsiteX364" fmla="*/ 2490804 w 3024845"/>
                <a:gd name="connsiteY364" fmla="*/ 633401 h 1166887"/>
                <a:gd name="connsiteX365" fmla="*/ 2498911 w 3024845"/>
                <a:gd name="connsiteY365" fmla="*/ 633401 h 1166887"/>
                <a:gd name="connsiteX366" fmla="*/ 2502964 w 3024845"/>
                <a:gd name="connsiteY366" fmla="*/ 637725 h 1166887"/>
                <a:gd name="connsiteX367" fmla="*/ 2525258 w 3024845"/>
                <a:gd name="connsiteY367" fmla="*/ 637725 h 1166887"/>
                <a:gd name="connsiteX368" fmla="*/ 2525258 w 3024845"/>
                <a:gd name="connsiteY368" fmla="*/ 520989 h 1166887"/>
                <a:gd name="connsiteX369" fmla="*/ 2582005 w 3024845"/>
                <a:gd name="connsiteY369" fmla="*/ 510180 h 1166887"/>
                <a:gd name="connsiteX370" fmla="*/ 2582005 w 3024845"/>
                <a:gd name="connsiteY370" fmla="*/ 511261 h 1166887"/>
                <a:gd name="connsiteX371" fmla="*/ 2582005 w 3024845"/>
                <a:gd name="connsiteY371" fmla="*/ 518827 h 1166887"/>
                <a:gd name="connsiteX372" fmla="*/ 2608352 w 3024845"/>
                <a:gd name="connsiteY372" fmla="*/ 518827 h 1166887"/>
                <a:gd name="connsiteX373" fmla="*/ 2608352 w 3024845"/>
                <a:gd name="connsiteY373" fmla="*/ 773917 h 1166887"/>
                <a:gd name="connsiteX374" fmla="*/ 2630646 w 3024845"/>
                <a:gd name="connsiteY374" fmla="*/ 773917 h 1166887"/>
                <a:gd name="connsiteX375" fmla="*/ 2630646 w 3024845"/>
                <a:gd name="connsiteY375" fmla="*/ 769593 h 1166887"/>
                <a:gd name="connsiteX376" fmla="*/ 2642806 w 3024845"/>
                <a:gd name="connsiteY376" fmla="*/ 769593 h 1166887"/>
                <a:gd name="connsiteX377" fmla="*/ 2642806 w 3024845"/>
                <a:gd name="connsiteY377" fmla="*/ 773917 h 1166887"/>
                <a:gd name="connsiteX378" fmla="*/ 2667126 w 3024845"/>
                <a:gd name="connsiteY378" fmla="*/ 773917 h 1166887"/>
                <a:gd name="connsiteX379" fmla="*/ 2667126 w 3024845"/>
                <a:gd name="connsiteY379" fmla="*/ 760946 h 1166887"/>
                <a:gd name="connsiteX380" fmla="*/ 2695500 w 3024845"/>
                <a:gd name="connsiteY380" fmla="*/ 760946 h 1166887"/>
                <a:gd name="connsiteX381" fmla="*/ 2707660 w 3024845"/>
                <a:gd name="connsiteY381" fmla="*/ 756622 h 1166887"/>
                <a:gd name="connsiteX382" fmla="*/ 2727927 w 3024845"/>
                <a:gd name="connsiteY382" fmla="*/ 760946 h 1166887"/>
                <a:gd name="connsiteX383" fmla="*/ 2727927 w 3024845"/>
                <a:gd name="connsiteY383" fmla="*/ 743652 h 1166887"/>
                <a:gd name="connsiteX384" fmla="*/ 2736034 w 3024845"/>
                <a:gd name="connsiteY384" fmla="*/ 743652 h 1166887"/>
                <a:gd name="connsiteX385" fmla="*/ 2736034 w 3024845"/>
                <a:gd name="connsiteY385" fmla="*/ 730681 h 1166887"/>
                <a:gd name="connsiteX386" fmla="*/ 2792781 w 3024845"/>
                <a:gd name="connsiteY386" fmla="*/ 730681 h 1166887"/>
                <a:gd name="connsiteX387" fmla="*/ 2792781 w 3024845"/>
                <a:gd name="connsiteY387" fmla="*/ 700416 h 1166887"/>
                <a:gd name="connsiteX388" fmla="*/ 2811021 w 3024845"/>
                <a:gd name="connsiteY388" fmla="*/ 700416 h 1166887"/>
                <a:gd name="connsiteX389" fmla="*/ 2811021 w 3024845"/>
                <a:gd name="connsiteY389" fmla="*/ 693931 h 1166887"/>
                <a:gd name="connsiteX390" fmla="*/ 2823181 w 3024845"/>
                <a:gd name="connsiteY390" fmla="*/ 693931 h 1166887"/>
                <a:gd name="connsiteX391" fmla="*/ 2823181 w 3024845"/>
                <a:gd name="connsiteY391" fmla="*/ 700416 h 1166887"/>
                <a:gd name="connsiteX392" fmla="*/ 2839395 w 3024845"/>
                <a:gd name="connsiteY392" fmla="*/ 700416 h 1166887"/>
                <a:gd name="connsiteX393" fmla="*/ 2839395 w 3024845"/>
                <a:gd name="connsiteY393" fmla="*/ 750137 h 1166887"/>
                <a:gd name="connsiteX394" fmla="*/ 2871822 w 3024845"/>
                <a:gd name="connsiteY394" fmla="*/ 750137 h 1166887"/>
                <a:gd name="connsiteX395" fmla="*/ 2871822 w 3024845"/>
                <a:gd name="connsiteY395" fmla="*/ 724196 h 1166887"/>
                <a:gd name="connsiteX396" fmla="*/ 2910329 w 3024845"/>
                <a:gd name="connsiteY396" fmla="*/ 724196 h 1166887"/>
                <a:gd name="connsiteX397" fmla="*/ 2910329 w 3024845"/>
                <a:gd name="connsiteY397" fmla="*/ 693931 h 1166887"/>
                <a:gd name="connsiteX398" fmla="*/ 2958970 w 3024845"/>
                <a:gd name="connsiteY398" fmla="*/ 693931 h 1166887"/>
                <a:gd name="connsiteX399" fmla="*/ 2958970 w 3024845"/>
                <a:gd name="connsiteY399" fmla="*/ 805087 h 1166887"/>
                <a:gd name="connsiteX400" fmla="*/ 2958970 w 3024845"/>
                <a:gd name="connsiteY400" fmla="*/ 818866 h 1166887"/>
                <a:gd name="connsiteX401" fmla="*/ 3024845 w 3024845"/>
                <a:gd name="connsiteY401" fmla="*/ 818866 h 1166887"/>
                <a:gd name="connsiteX402" fmla="*/ 3024845 w 3024845"/>
                <a:gd name="connsiteY402" fmla="*/ 1160647 h 1166887"/>
                <a:gd name="connsiteX403" fmla="*/ 145862 w 3024845"/>
                <a:gd name="connsiteY403" fmla="*/ 1160647 h 1166887"/>
                <a:gd name="connsiteX404" fmla="*/ 2054 w 3024845"/>
                <a:gd name="connsiteY404" fmla="*/ 1166887 h 1166887"/>
                <a:gd name="connsiteX405" fmla="*/ 0 w 3024845"/>
                <a:gd name="connsiteY405" fmla="*/ 724196 h 1166887"/>
                <a:gd name="connsiteX406" fmla="*/ 20267 w 3024845"/>
                <a:gd name="connsiteY406" fmla="*/ 724196 h 1166887"/>
                <a:gd name="connsiteX407" fmla="*/ 20774 w 3024845"/>
                <a:gd name="connsiteY407" fmla="*/ 723115 h 1166887"/>
                <a:gd name="connsiteX408" fmla="*/ 24320 w 3024845"/>
                <a:gd name="connsiteY408" fmla="*/ 715549 h 1166887"/>
                <a:gd name="connsiteX409" fmla="*/ 26094 w 3024845"/>
                <a:gd name="connsiteY409" fmla="*/ 715819 h 1166887"/>
                <a:gd name="connsiteX410" fmla="*/ 38507 w 3024845"/>
                <a:gd name="connsiteY410" fmla="*/ 717710 h 1166887"/>
                <a:gd name="connsiteX411" fmla="*/ 39014 w 3024845"/>
                <a:gd name="connsiteY411" fmla="*/ 719062 h 1166887"/>
                <a:gd name="connsiteX412" fmla="*/ 42560 w 3024845"/>
                <a:gd name="connsiteY412" fmla="*/ 728519 h 1166887"/>
                <a:gd name="connsiteX413" fmla="*/ 68907 w 3024845"/>
                <a:gd name="connsiteY413" fmla="*/ 730681 h 1166887"/>
                <a:gd name="connsiteX414" fmla="*/ 68907 w 3024845"/>
                <a:gd name="connsiteY414" fmla="*/ 607460 h 1166887"/>
                <a:gd name="connsiteX415" fmla="*/ 70934 w 3024845"/>
                <a:gd name="connsiteY415" fmla="*/ 607460 h 1166887"/>
                <a:gd name="connsiteX416" fmla="*/ 85121 w 3024845"/>
                <a:gd name="connsiteY416" fmla="*/ 607460 h 1166887"/>
                <a:gd name="connsiteX417" fmla="*/ 85121 w 3024845"/>
                <a:gd name="connsiteY417" fmla="*/ 471268 h 1166887"/>
                <a:gd name="connsiteX418" fmla="*/ 86894 w 3024845"/>
                <a:gd name="connsiteY418" fmla="*/ 471268 h 1166887"/>
                <a:gd name="connsiteX419" fmla="*/ 99308 w 3024845"/>
                <a:gd name="connsiteY419" fmla="*/ 471268 h 1166887"/>
                <a:gd name="connsiteX420" fmla="*/ 99308 w 3024845"/>
                <a:gd name="connsiteY420" fmla="*/ 356694 h 1166887"/>
                <a:gd name="connsiteX421" fmla="*/ 103361 w 3024845"/>
                <a:gd name="connsiteY421" fmla="*/ 328590 h 1166887"/>
                <a:gd name="connsiteX422" fmla="*/ 105388 w 3024845"/>
                <a:gd name="connsiteY422" fmla="*/ 328590 h 1166887"/>
                <a:gd name="connsiteX423" fmla="*/ 119575 w 3024845"/>
                <a:gd name="connsiteY423" fmla="*/ 328590 h 1166887"/>
                <a:gd name="connsiteX424" fmla="*/ 156055 w 3024845"/>
                <a:gd name="connsiteY424" fmla="*/ 246443 h 1166887"/>
                <a:gd name="connsiteX425" fmla="*/ 160109 w 3024845"/>
                <a:gd name="connsiteY425" fmla="*/ 0 h 116688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145862 w 3024845"/>
                <a:gd name="connsiteY403" fmla="*/ 1160647 h 1160647"/>
                <a:gd name="connsiteX404" fmla="*/ 2054 w 3024845"/>
                <a:gd name="connsiteY404" fmla="*/ 1158314 h 1160647"/>
                <a:gd name="connsiteX405" fmla="*/ 0 w 3024845"/>
                <a:gd name="connsiteY405" fmla="*/ 724196 h 1160647"/>
                <a:gd name="connsiteX406" fmla="*/ 20267 w 3024845"/>
                <a:gd name="connsiteY406" fmla="*/ 724196 h 1160647"/>
                <a:gd name="connsiteX407" fmla="*/ 20774 w 3024845"/>
                <a:gd name="connsiteY407" fmla="*/ 723115 h 1160647"/>
                <a:gd name="connsiteX408" fmla="*/ 24320 w 3024845"/>
                <a:gd name="connsiteY408" fmla="*/ 715549 h 1160647"/>
                <a:gd name="connsiteX409" fmla="*/ 26094 w 3024845"/>
                <a:gd name="connsiteY409" fmla="*/ 715819 h 1160647"/>
                <a:gd name="connsiteX410" fmla="*/ 38507 w 3024845"/>
                <a:gd name="connsiteY410" fmla="*/ 717710 h 1160647"/>
                <a:gd name="connsiteX411" fmla="*/ 39014 w 3024845"/>
                <a:gd name="connsiteY411" fmla="*/ 719062 h 1160647"/>
                <a:gd name="connsiteX412" fmla="*/ 42560 w 3024845"/>
                <a:gd name="connsiteY412" fmla="*/ 728519 h 1160647"/>
                <a:gd name="connsiteX413" fmla="*/ 68907 w 3024845"/>
                <a:gd name="connsiteY413" fmla="*/ 730681 h 1160647"/>
                <a:gd name="connsiteX414" fmla="*/ 68907 w 3024845"/>
                <a:gd name="connsiteY414" fmla="*/ 607460 h 1160647"/>
                <a:gd name="connsiteX415" fmla="*/ 70934 w 3024845"/>
                <a:gd name="connsiteY415" fmla="*/ 607460 h 1160647"/>
                <a:gd name="connsiteX416" fmla="*/ 85121 w 3024845"/>
                <a:gd name="connsiteY416" fmla="*/ 607460 h 1160647"/>
                <a:gd name="connsiteX417" fmla="*/ 85121 w 3024845"/>
                <a:gd name="connsiteY417" fmla="*/ 471268 h 1160647"/>
                <a:gd name="connsiteX418" fmla="*/ 86894 w 3024845"/>
                <a:gd name="connsiteY418" fmla="*/ 471268 h 1160647"/>
                <a:gd name="connsiteX419" fmla="*/ 99308 w 3024845"/>
                <a:gd name="connsiteY419" fmla="*/ 471268 h 1160647"/>
                <a:gd name="connsiteX420" fmla="*/ 99308 w 3024845"/>
                <a:gd name="connsiteY420" fmla="*/ 356694 h 1160647"/>
                <a:gd name="connsiteX421" fmla="*/ 103361 w 3024845"/>
                <a:gd name="connsiteY421" fmla="*/ 328590 h 1160647"/>
                <a:gd name="connsiteX422" fmla="*/ 105388 w 3024845"/>
                <a:gd name="connsiteY422" fmla="*/ 328590 h 1160647"/>
                <a:gd name="connsiteX423" fmla="*/ 119575 w 3024845"/>
                <a:gd name="connsiteY423" fmla="*/ 328590 h 1160647"/>
                <a:gd name="connsiteX424" fmla="*/ 156055 w 3024845"/>
                <a:gd name="connsiteY424" fmla="*/ 246443 h 1160647"/>
                <a:gd name="connsiteX425" fmla="*/ 160109 w 3024845"/>
                <a:gd name="connsiteY425"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60109 w 3024845"/>
                <a:gd name="connsiteY0" fmla="*/ 0 h 1160647"/>
                <a:gd name="connsiteX1" fmla="*/ 162135 w 3024845"/>
                <a:gd name="connsiteY1" fmla="*/ 246443 h 1160647"/>
                <a:gd name="connsiteX2" fmla="*/ 200642 w 3024845"/>
                <a:gd name="connsiteY2" fmla="*/ 326429 h 1160647"/>
                <a:gd name="connsiteX3" fmla="*/ 202669 w 3024845"/>
                <a:gd name="connsiteY3" fmla="*/ 326429 h 1160647"/>
                <a:gd name="connsiteX4" fmla="*/ 216856 w 3024845"/>
                <a:gd name="connsiteY4" fmla="*/ 326429 h 1160647"/>
                <a:gd name="connsiteX5" fmla="*/ 216856 w 3024845"/>
                <a:gd name="connsiteY5" fmla="*/ 350208 h 1160647"/>
                <a:gd name="connsiteX6" fmla="*/ 217363 w 3024845"/>
                <a:gd name="connsiteY6" fmla="*/ 351019 h 1160647"/>
                <a:gd name="connsiteX7" fmla="*/ 220909 w 3024845"/>
                <a:gd name="connsiteY7" fmla="*/ 356694 h 1160647"/>
                <a:gd name="connsiteX8" fmla="*/ 220909 w 3024845"/>
                <a:gd name="connsiteY8" fmla="*/ 471268 h 1160647"/>
                <a:gd name="connsiteX9" fmla="*/ 223189 w 3024845"/>
                <a:gd name="connsiteY9" fmla="*/ 471268 h 1160647"/>
                <a:gd name="connsiteX10" fmla="*/ 239150 w 3024845"/>
                <a:gd name="connsiteY10" fmla="*/ 471268 h 1160647"/>
                <a:gd name="connsiteX11" fmla="*/ 239150 w 3024845"/>
                <a:gd name="connsiteY11" fmla="*/ 611783 h 1160647"/>
                <a:gd name="connsiteX12" fmla="*/ 240670 w 3024845"/>
                <a:gd name="connsiteY12" fmla="*/ 611513 h 1160647"/>
                <a:gd name="connsiteX13" fmla="*/ 251310 w 3024845"/>
                <a:gd name="connsiteY13" fmla="*/ 609622 h 1160647"/>
                <a:gd name="connsiteX14" fmla="*/ 249283 w 3024845"/>
                <a:gd name="connsiteY14" fmla="*/ 698254 h 1160647"/>
                <a:gd name="connsiteX15" fmla="*/ 250803 w 3024845"/>
                <a:gd name="connsiteY15" fmla="*/ 698525 h 1160647"/>
                <a:gd name="connsiteX16" fmla="*/ 261443 w 3024845"/>
                <a:gd name="connsiteY16" fmla="*/ 700416 h 1160647"/>
                <a:gd name="connsiteX17" fmla="*/ 261696 w 3024845"/>
                <a:gd name="connsiteY17" fmla="*/ 701227 h 1160647"/>
                <a:gd name="connsiteX18" fmla="*/ 263470 w 3024845"/>
                <a:gd name="connsiteY18" fmla="*/ 706902 h 1160647"/>
                <a:gd name="connsiteX19" fmla="*/ 264230 w 3024845"/>
                <a:gd name="connsiteY19" fmla="*/ 704470 h 1160647"/>
                <a:gd name="connsiteX20" fmla="*/ 269550 w 3024845"/>
                <a:gd name="connsiteY20" fmla="*/ 687446 h 1160647"/>
                <a:gd name="connsiteX21" fmla="*/ 271323 w 3024845"/>
                <a:gd name="connsiteY21" fmla="*/ 687446 h 1160647"/>
                <a:gd name="connsiteX22" fmla="*/ 283737 w 3024845"/>
                <a:gd name="connsiteY22" fmla="*/ 687446 h 1160647"/>
                <a:gd name="connsiteX23" fmla="*/ 283737 w 3024845"/>
                <a:gd name="connsiteY23" fmla="*/ 719872 h 1160647"/>
                <a:gd name="connsiteX24" fmla="*/ 284750 w 3024845"/>
                <a:gd name="connsiteY24" fmla="*/ 720413 h 1160647"/>
                <a:gd name="connsiteX25" fmla="*/ 291844 w 3024845"/>
                <a:gd name="connsiteY25" fmla="*/ 724196 h 1160647"/>
                <a:gd name="connsiteX26" fmla="*/ 291844 w 3024845"/>
                <a:gd name="connsiteY26" fmla="*/ 725547 h 1160647"/>
                <a:gd name="connsiteX27" fmla="*/ 291844 w 3024845"/>
                <a:gd name="connsiteY27" fmla="*/ 735005 h 1160647"/>
                <a:gd name="connsiteX28" fmla="*/ 336431 w 3024845"/>
                <a:gd name="connsiteY28" fmla="*/ 735005 h 1160647"/>
                <a:gd name="connsiteX29" fmla="*/ 336431 w 3024845"/>
                <a:gd name="connsiteY29" fmla="*/ 736086 h 1160647"/>
                <a:gd name="connsiteX30" fmla="*/ 336431 w 3024845"/>
                <a:gd name="connsiteY30" fmla="*/ 743652 h 1160647"/>
                <a:gd name="connsiteX31" fmla="*/ 338457 w 3024845"/>
                <a:gd name="connsiteY31" fmla="*/ 743652 h 1160647"/>
                <a:gd name="connsiteX32" fmla="*/ 352644 w 3024845"/>
                <a:gd name="connsiteY32" fmla="*/ 743652 h 1160647"/>
                <a:gd name="connsiteX33" fmla="*/ 352644 w 3024845"/>
                <a:gd name="connsiteY33" fmla="*/ 713387 h 1160647"/>
                <a:gd name="connsiteX34" fmla="*/ 397231 w 3024845"/>
                <a:gd name="connsiteY34" fmla="*/ 713387 h 1160647"/>
                <a:gd name="connsiteX35" fmla="*/ 397231 w 3024845"/>
                <a:gd name="connsiteY35" fmla="*/ 712036 h 1160647"/>
                <a:gd name="connsiteX36" fmla="*/ 397231 w 3024845"/>
                <a:gd name="connsiteY36" fmla="*/ 702578 h 1160647"/>
                <a:gd name="connsiteX37" fmla="*/ 398245 w 3024845"/>
                <a:gd name="connsiteY37" fmla="*/ 702578 h 1160647"/>
                <a:gd name="connsiteX38" fmla="*/ 405338 w 3024845"/>
                <a:gd name="connsiteY38" fmla="*/ 702578 h 1160647"/>
                <a:gd name="connsiteX39" fmla="*/ 405338 w 3024845"/>
                <a:gd name="connsiteY39" fmla="*/ 700687 h 1160647"/>
                <a:gd name="connsiteX40" fmla="*/ 405338 w 3024845"/>
                <a:gd name="connsiteY40" fmla="*/ 687446 h 1160647"/>
                <a:gd name="connsiteX41" fmla="*/ 406098 w 3024845"/>
                <a:gd name="connsiteY41" fmla="*/ 687446 h 1160647"/>
                <a:gd name="connsiteX42" fmla="*/ 411418 w 3024845"/>
                <a:gd name="connsiteY42" fmla="*/ 687446 h 1160647"/>
                <a:gd name="connsiteX43" fmla="*/ 411418 w 3024845"/>
                <a:gd name="connsiteY43" fmla="*/ 686365 h 1160647"/>
                <a:gd name="connsiteX44" fmla="*/ 411418 w 3024845"/>
                <a:gd name="connsiteY44" fmla="*/ 678798 h 1160647"/>
                <a:gd name="connsiteX45" fmla="*/ 413445 w 3024845"/>
                <a:gd name="connsiteY45" fmla="*/ 678798 h 1160647"/>
                <a:gd name="connsiteX46" fmla="*/ 427632 w 3024845"/>
                <a:gd name="connsiteY46" fmla="*/ 678798 h 1160647"/>
                <a:gd name="connsiteX47" fmla="*/ 427632 w 3024845"/>
                <a:gd name="connsiteY47" fmla="*/ 679879 h 1160647"/>
                <a:gd name="connsiteX48" fmla="*/ 427632 w 3024845"/>
                <a:gd name="connsiteY48" fmla="*/ 687446 h 1160647"/>
                <a:gd name="connsiteX49" fmla="*/ 449925 w 3024845"/>
                <a:gd name="connsiteY49" fmla="*/ 687446 h 1160647"/>
                <a:gd name="connsiteX50" fmla="*/ 449925 w 3024845"/>
                <a:gd name="connsiteY50" fmla="*/ 685554 h 1160647"/>
                <a:gd name="connsiteX51" fmla="*/ 449925 w 3024845"/>
                <a:gd name="connsiteY51" fmla="*/ 672313 h 1160647"/>
                <a:gd name="connsiteX52" fmla="*/ 451699 w 3024845"/>
                <a:gd name="connsiteY52" fmla="*/ 672313 h 1160647"/>
                <a:gd name="connsiteX53" fmla="*/ 464112 w 3024845"/>
                <a:gd name="connsiteY53" fmla="*/ 672313 h 1160647"/>
                <a:gd name="connsiteX54" fmla="*/ 464112 w 3024845"/>
                <a:gd name="connsiteY54" fmla="*/ 696093 h 1160647"/>
                <a:gd name="connsiteX55" fmla="*/ 465126 w 3024845"/>
                <a:gd name="connsiteY55" fmla="*/ 696093 h 1160647"/>
                <a:gd name="connsiteX56" fmla="*/ 472219 w 3024845"/>
                <a:gd name="connsiteY56" fmla="*/ 696093 h 1160647"/>
                <a:gd name="connsiteX57" fmla="*/ 472219 w 3024845"/>
                <a:gd name="connsiteY57" fmla="*/ 695012 h 1160647"/>
                <a:gd name="connsiteX58" fmla="*/ 472219 w 3024845"/>
                <a:gd name="connsiteY58" fmla="*/ 687446 h 1160647"/>
                <a:gd name="connsiteX59" fmla="*/ 473992 w 3024845"/>
                <a:gd name="connsiteY59" fmla="*/ 687446 h 1160647"/>
                <a:gd name="connsiteX60" fmla="*/ 486406 w 3024845"/>
                <a:gd name="connsiteY60" fmla="*/ 687446 h 1160647"/>
                <a:gd name="connsiteX61" fmla="*/ 486406 w 3024845"/>
                <a:gd name="connsiteY61" fmla="*/ 713387 h 1160647"/>
                <a:gd name="connsiteX62" fmla="*/ 488433 w 3024845"/>
                <a:gd name="connsiteY62" fmla="*/ 713387 h 1160647"/>
                <a:gd name="connsiteX63" fmla="*/ 502619 w 3024845"/>
                <a:gd name="connsiteY63" fmla="*/ 713387 h 1160647"/>
                <a:gd name="connsiteX64" fmla="*/ 502619 w 3024845"/>
                <a:gd name="connsiteY64" fmla="*/ 715008 h 1160647"/>
                <a:gd name="connsiteX65" fmla="*/ 502619 w 3024845"/>
                <a:gd name="connsiteY65" fmla="*/ 726358 h 1160647"/>
                <a:gd name="connsiteX66" fmla="*/ 503379 w 3024845"/>
                <a:gd name="connsiteY66" fmla="*/ 726358 h 1160647"/>
                <a:gd name="connsiteX67" fmla="*/ 508700 w 3024845"/>
                <a:gd name="connsiteY67" fmla="*/ 726358 h 1160647"/>
                <a:gd name="connsiteX68" fmla="*/ 508700 w 3024845"/>
                <a:gd name="connsiteY68" fmla="*/ 725547 h 1160647"/>
                <a:gd name="connsiteX69" fmla="*/ 508700 w 3024845"/>
                <a:gd name="connsiteY69" fmla="*/ 719872 h 1160647"/>
                <a:gd name="connsiteX70" fmla="*/ 539100 w 3024845"/>
                <a:gd name="connsiteY70" fmla="*/ 719872 h 1160647"/>
                <a:gd name="connsiteX71" fmla="*/ 539100 w 3024845"/>
                <a:gd name="connsiteY71" fmla="*/ 743652 h 1160647"/>
                <a:gd name="connsiteX72" fmla="*/ 540113 w 3024845"/>
                <a:gd name="connsiteY72" fmla="*/ 743652 h 1160647"/>
                <a:gd name="connsiteX73" fmla="*/ 547207 w 3024845"/>
                <a:gd name="connsiteY73" fmla="*/ 743652 h 1160647"/>
                <a:gd name="connsiteX74" fmla="*/ 547207 w 3024845"/>
                <a:gd name="connsiteY74" fmla="*/ 744733 h 1160647"/>
                <a:gd name="connsiteX75" fmla="*/ 547207 w 3024845"/>
                <a:gd name="connsiteY75" fmla="*/ 752299 h 1160647"/>
                <a:gd name="connsiteX76" fmla="*/ 547967 w 3024845"/>
                <a:gd name="connsiteY76" fmla="*/ 752299 h 1160647"/>
                <a:gd name="connsiteX77" fmla="*/ 553287 w 3024845"/>
                <a:gd name="connsiteY77" fmla="*/ 752299 h 1160647"/>
                <a:gd name="connsiteX78" fmla="*/ 553287 w 3024845"/>
                <a:gd name="connsiteY78" fmla="*/ 750137 h 1160647"/>
                <a:gd name="connsiteX79" fmla="*/ 553287 w 3024845"/>
                <a:gd name="connsiteY79" fmla="*/ 735005 h 1160647"/>
                <a:gd name="connsiteX80" fmla="*/ 554300 w 3024845"/>
                <a:gd name="connsiteY80" fmla="*/ 735005 h 1160647"/>
                <a:gd name="connsiteX81" fmla="*/ 561394 w 3024845"/>
                <a:gd name="connsiteY81" fmla="*/ 735005 h 1160647"/>
                <a:gd name="connsiteX82" fmla="*/ 561394 w 3024845"/>
                <a:gd name="connsiteY82" fmla="*/ 736086 h 1160647"/>
                <a:gd name="connsiteX83" fmla="*/ 561394 w 3024845"/>
                <a:gd name="connsiteY83" fmla="*/ 743652 h 1160647"/>
                <a:gd name="connsiteX84" fmla="*/ 566714 w 3024845"/>
                <a:gd name="connsiteY84" fmla="*/ 741659 h 1160647"/>
                <a:gd name="connsiteX85" fmla="*/ 567474 w 3024845"/>
                <a:gd name="connsiteY85" fmla="*/ 740679 h 1160647"/>
                <a:gd name="connsiteX86" fmla="*/ 567474 w 3024845"/>
                <a:gd name="connsiteY86" fmla="*/ 735005 h 1160647"/>
                <a:gd name="connsiteX87" fmla="*/ 605981 w 3024845"/>
                <a:gd name="connsiteY87" fmla="*/ 735005 h 1160647"/>
                <a:gd name="connsiteX88" fmla="*/ 605981 w 3024845"/>
                <a:gd name="connsiteY88" fmla="*/ 758784 h 1160647"/>
                <a:gd name="connsiteX89" fmla="*/ 608007 w 3024845"/>
                <a:gd name="connsiteY89" fmla="*/ 758784 h 1160647"/>
                <a:gd name="connsiteX90" fmla="*/ 622194 w 3024845"/>
                <a:gd name="connsiteY90" fmla="*/ 758784 h 1160647"/>
                <a:gd name="connsiteX91" fmla="*/ 622194 w 3024845"/>
                <a:gd name="connsiteY91" fmla="*/ 759865 h 1160647"/>
                <a:gd name="connsiteX92" fmla="*/ 622194 w 3024845"/>
                <a:gd name="connsiteY92" fmla="*/ 767431 h 1160647"/>
                <a:gd name="connsiteX93" fmla="*/ 623968 w 3024845"/>
                <a:gd name="connsiteY93" fmla="*/ 767431 h 1160647"/>
                <a:gd name="connsiteX94" fmla="*/ 636381 w 3024845"/>
                <a:gd name="connsiteY94" fmla="*/ 767431 h 1160647"/>
                <a:gd name="connsiteX95" fmla="*/ 636381 w 3024845"/>
                <a:gd name="connsiteY95" fmla="*/ 743652 h 1160647"/>
                <a:gd name="connsiteX96" fmla="*/ 637394 w 3024845"/>
                <a:gd name="connsiteY96" fmla="*/ 743652 h 1160647"/>
                <a:gd name="connsiteX97" fmla="*/ 644488 w 3024845"/>
                <a:gd name="connsiteY97" fmla="*/ 743652 h 1160647"/>
                <a:gd name="connsiteX98" fmla="*/ 644488 w 3024845"/>
                <a:gd name="connsiteY98" fmla="*/ 711225 h 1160647"/>
                <a:gd name="connsiteX99" fmla="*/ 645501 w 3024845"/>
                <a:gd name="connsiteY99" fmla="*/ 711225 h 1160647"/>
                <a:gd name="connsiteX100" fmla="*/ 652595 w 3024845"/>
                <a:gd name="connsiteY100" fmla="*/ 711225 h 1160647"/>
                <a:gd name="connsiteX101" fmla="*/ 652595 w 3024845"/>
                <a:gd name="connsiteY101" fmla="*/ 709334 h 1160647"/>
                <a:gd name="connsiteX102" fmla="*/ 652595 w 3024845"/>
                <a:gd name="connsiteY102" fmla="*/ 696093 h 1160647"/>
                <a:gd name="connsiteX103" fmla="*/ 651328 w 3024845"/>
                <a:gd name="connsiteY103" fmla="*/ 694471 h 1160647"/>
                <a:gd name="connsiteX104" fmla="*/ 656648 w 3024845"/>
                <a:gd name="connsiteY104" fmla="*/ 683122 h 1160647"/>
                <a:gd name="connsiteX105" fmla="*/ 664755 w 3024845"/>
                <a:gd name="connsiteY105" fmla="*/ 711225 h 1160647"/>
                <a:gd name="connsiteX106" fmla="*/ 665515 w 3024845"/>
                <a:gd name="connsiteY106" fmla="*/ 711225 h 1160647"/>
                <a:gd name="connsiteX107" fmla="*/ 670835 w 3024845"/>
                <a:gd name="connsiteY107" fmla="*/ 711225 h 1160647"/>
                <a:gd name="connsiteX108" fmla="*/ 670835 w 3024845"/>
                <a:gd name="connsiteY108" fmla="*/ 605298 h 1160647"/>
                <a:gd name="connsiteX109" fmla="*/ 672355 w 3024845"/>
                <a:gd name="connsiteY109" fmla="*/ 605298 h 1160647"/>
                <a:gd name="connsiteX110" fmla="*/ 682995 w 3024845"/>
                <a:gd name="connsiteY110" fmla="*/ 605298 h 1160647"/>
                <a:gd name="connsiteX111" fmla="*/ 682995 w 3024845"/>
                <a:gd name="connsiteY111" fmla="*/ 557739 h 1160647"/>
                <a:gd name="connsiteX112" fmla="*/ 709342 w 3024845"/>
                <a:gd name="connsiteY112" fmla="*/ 557739 h 1160647"/>
                <a:gd name="connsiteX113" fmla="*/ 709342 w 3024845"/>
                <a:gd name="connsiteY113" fmla="*/ 536121 h 1160647"/>
                <a:gd name="connsiteX114" fmla="*/ 743796 w 3024845"/>
                <a:gd name="connsiteY114" fmla="*/ 536121 h 1160647"/>
                <a:gd name="connsiteX115" fmla="*/ 743796 w 3024845"/>
                <a:gd name="connsiteY115" fmla="*/ 538553 h 1160647"/>
                <a:gd name="connsiteX116" fmla="*/ 743796 w 3024845"/>
                <a:gd name="connsiteY116" fmla="*/ 555577 h 1160647"/>
                <a:gd name="connsiteX117" fmla="*/ 746076 w 3024845"/>
                <a:gd name="connsiteY117" fmla="*/ 555577 h 1160647"/>
                <a:gd name="connsiteX118" fmla="*/ 762036 w 3024845"/>
                <a:gd name="connsiteY118" fmla="*/ 555577 h 1160647"/>
                <a:gd name="connsiteX119" fmla="*/ 762036 w 3024845"/>
                <a:gd name="connsiteY119" fmla="*/ 603136 h 1160647"/>
                <a:gd name="connsiteX120" fmla="*/ 763049 w 3024845"/>
                <a:gd name="connsiteY120" fmla="*/ 603136 h 1160647"/>
                <a:gd name="connsiteX121" fmla="*/ 770143 w 3024845"/>
                <a:gd name="connsiteY121" fmla="*/ 603136 h 1160647"/>
                <a:gd name="connsiteX122" fmla="*/ 784330 w 3024845"/>
                <a:gd name="connsiteY122" fmla="*/ 607460 h 1160647"/>
                <a:gd name="connsiteX123" fmla="*/ 784330 w 3024845"/>
                <a:gd name="connsiteY123" fmla="*/ 646372 h 1160647"/>
                <a:gd name="connsiteX124" fmla="*/ 785343 w 3024845"/>
                <a:gd name="connsiteY124" fmla="*/ 646372 h 1160647"/>
                <a:gd name="connsiteX125" fmla="*/ 792436 w 3024845"/>
                <a:gd name="connsiteY125" fmla="*/ 646372 h 1160647"/>
                <a:gd name="connsiteX126" fmla="*/ 792436 w 3024845"/>
                <a:gd name="connsiteY126" fmla="*/ 647993 h 1160647"/>
                <a:gd name="connsiteX127" fmla="*/ 792436 w 3024845"/>
                <a:gd name="connsiteY127" fmla="*/ 659342 h 1160647"/>
                <a:gd name="connsiteX128" fmla="*/ 794463 w 3024845"/>
                <a:gd name="connsiteY128" fmla="*/ 659342 h 1160647"/>
                <a:gd name="connsiteX129" fmla="*/ 808650 w 3024845"/>
                <a:gd name="connsiteY129" fmla="*/ 659342 h 1160647"/>
                <a:gd name="connsiteX130" fmla="*/ 814730 w 3024845"/>
                <a:gd name="connsiteY130" fmla="*/ 665828 h 1160647"/>
                <a:gd name="connsiteX131" fmla="*/ 814730 w 3024845"/>
                <a:gd name="connsiteY131" fmla="*/ 687446 h 1160647"/>
                <a:gd name="connsiteX132" fmla="*/ 817010 w 3024845"/>
                <a:gd name="connsiteY132" fmla="*/ 687446 h 1160647"/>
                <a:gd name="connsiteX133" fmla="*/ 832970 w 3024845"/>
                <a:gd name="connsiteY133" fmla="*/ 687446 h 1160647"/>
                <a:gd name="connsiteX134" fmla="*/ 832970 w 3024845"/>
                <a:gd name="connsiteY134" fmla="*/ 688526 h 1160647"/>
                <a:gd name="connsiteX135" fmla="*/ 832970 w 3024845"/>
                <a:gd name="connsiteY135" fmla="*/ 696093 h 1160647"/>
                <a:gd name="connsiteX136" fmla="*/ 834237 w 3024845"/>
                <a:gd name="connsiteY136" fmla="*/ 696093 h 1160647"/>
                <a:gd name="connsiteX137" fmla="*/ 843104 w 3024845"/>
                <a:gd name="connsiteY137" fmla="*/ 696093 h 1160647"/>
                <a:gd name="connsiteX138" fmla="*/ 843104 w 3024845"/>
                <a:gd name="connsiteY138" fmla="*/ 698254 h 1160647"/>
                <a:gd name="connsiteX139" fmla="*/ 843104 w 3024845"/>
                <a:gd name="connsiteY139" fmla="*/ 713387 h 1160647"/>
                <a:gd name="connsiteX140" fmla="*/ 847157 w 3024845"/>
                <a:gd name="connsiteY140" fmla="*/ 711495 h 1160647"/>
                <a:gd name="connsiteX141" fmla="*/ 847157 w 3024845"/>
                <a:gd name="connsiteY141" fmla="*/ 698254 h 1160647"/>
                <a:gd name="connsiteX142" fmla="*/ 848170 w 3024845"/>
                <a:gd name="connsiteY142" fmla="*/ 698254 h 1160647"/>
                <a:gd name="connsiteX143" fmla="*/ 855264 w 3024845"/>
                <a:gd name="connsiteY143" fmla="*/ 698254 h 1160647"/>
                <a:gd name="connsiteX144" fmla="*/ 855264 w 3024845"/>
                <a:gd name="connsiteY144" fmla="*/ 699876 h 1160647"/>
                <a:gd name="connsiteX145" fmla="*/ 855264 w 3024845"/>
                <a:gd name="connsiteY145" fmla="*/ 711225 h 1160647"/>
                <a:gd name="connsiteX146" fmla="*/ 856024 w 3024845"/>
                <a:gd name="connsiteY146" fmla="*/ 711225 h 1160647"/>
                <a:gd name="connsiteX147" fmla="*/ 861344 w 3024845"/>
                <a:gd name="connsiteY147" fmla="*/ 711225 h 1160647"/>
                <a:gd name="connsiteX148" fmla="*/ 909984 w 3024845"/>
                <a:gd name="connsiteY148" fmla="*/ 706902 h 1160647"/>
                <a:gd name="connsiteX149" fmla="*/ 909984 w 3024845"/>
                <a:gd name="connsiteY149" fmla="*/ 708253 h 1160647"/>
                <a:gd name="connsiteX150" fmla="*/ 909984 w 3024845"/>
                <a:gd name="connsiteY150" fmla="*/ 717710 h 1160647"/>
                <a:gd name="connsiteX151" fmla="*/ 910744 w 3024845"/>
                <a:gd name="connsiteY151" fmla="*/ 717710 h 1160647"/>
                <a:gd name="connsiteX152" fmla="*/ 916065 w 3024845"/>
                <a:gd name="connsiteY152" fmla="*/ 717710 h 1160647"/>
                <a:gd name="connsiteX153" fmla="*/ 916065 w 3024845"/>
                <a:gd name="connsiteY153" fmla="*/ 719872 h 1160647"/>
                <a:gd name="connsiteX154" fmla="*/ 916065 w 3024845"/>
                <a:gd name="connsiteY154" fmla="*/ 735005 h 1160647"/>
                <a:gd name="connsiteX155" fmla="*/ 918091 w 3024845"/>
                <a:gd name="connsiteY155" fmla="*/ 733654 h 1160647"/>
                <a:gd name="connsiteX156" fmla="*/ 932278 w 3024845"/>
                <a:gd name="connsiteY156" fmla="*/ 724196 h 1160647"/>
                <a:gd name="connsiteX157" fmla="*/ 938358 w 3024845"/>
                <a:gd name="connsiteY157" fmla="*/ 683122 h 1160647"/>
                <a:gd name="connsiteX158" fmla="*/ 939118 w 3024845"/>
                <a:gd name="connsiteY158" fmla="*/ 682852 h 1160647"/>
                <a:gd name="connsiteX159" fmla="*/ 944438 w 3024845"/>
                <a:gd name="connsiteY159" fmla="*/ 680960 h 1160647"/>
                <a:gd name="connsiteX160" fmla="*/ 946465 w 3024845"/>
                <a:gd name="connsiteY160" fmla="*/ 611783 h 1160647"/>
                <a:gd name="connsiteX161" fmla="*/ 948492 w 3024845"/>
                <a:gd name="connsiteY161" fmla="*/ 680960 h 1160647"/>
                <a:gd name="connsiteX162" fmla="*/ 949252 w 3024845"/>
                <a:gd name="connsiteY162" fmla="*/ 681230 h 1160647"/>
                <a:gd name="connsiteX163" fmla="*/ 954572 w 3024845"/>
                <a:gd name="connsiteY163" fmla="*/ 683122 h 1160647"/>
                <a:gd name="connsiteX164" fmla="*/ 954572 w 3024845"/>
                <a:gd name="connsiteY164" fmla="*/ 596651 h 1160647"/>
                <a:gd name="connsiteX165" fmla="*/ 958625 w 3024845"/>
                <a:gd name="connsiteY165" fmla="*/ 564224 h 1160647"/>
                <a:gd name="connsiteX166" fmla="*/ 997132 w 3024845"/>
                <a:gd name="connsiteY166" fmla="*/ 564224 h 1160647"/>
                <a:gd name="connsiteX167" fmla="*/ 997132 w 3024845"/>
                <a:gd name="connsiteY167" fmla="*/ 596651 h 1160647"/>
                <a:gd name="connsiteX168" fmla="*/ 997892 w 3024845"/>
                <a:gd name="connsiteY168" fmla="*/ 596651 h 1160647"/>
                <a:gd name="connsiteX169" fmla="*/ 1003212 w 3024845"/>
                <a:gd name="connsiteY169" fmla="*/ 596651 h 1160647"/>
                <a:gd name="connsiteX170" fmla="*/ 1003212 w 3024845"/>
                <a:gd name="connsiteY170" fmla="*/ 514503 h 1160647"/>
                <a:gd name="connsiteX171" fmla="*/ 1004986 w 3024845"/>
                <a:gd name="connsiteY171" fmla="*/ 514503 h 1160647"/>
                <a:gd name="connsiteX172" fmla="*/ 1017399 w 3024845"/>
                <a:gd name="connsiteY172" fmla="*/ 514503 h 1160647"/>
                <a:gd name="connsiteX173" fmla="*/ 1017399 w 3024845"/>
                <a:gd name="connsiteY173" fmla="*/ 512612 h 1160647"/>
                <a:gd name="connsiteX174" fmla="*/ 1017399 w 3024845"/>
                <a:gd name="connsiteY174" fmla="*/ 499371 h 1160647"/>
                <a:gd name="connsiteX175" fmla="*/ 1039693 w 3024845"/>
                <a:gd name="connsiteY175" fmla="*/ 499371 h 1160647"/>
                <a:gd name="connsiteX176" fmla="*/ 1039693 w 3024845"/>
                <a:gd name="connsiteY176" fmla="*/ 498290 h 1160647"/>
                <a:gd name="connsiteX177" fmla="*/ 1039693 w 3024845"/>
                <a:gd name="connsiteY177" fmla="*/ 490724 h 1160647"/>
                <a:gd name="connsiteX178" fmla="*/ 1041466 w 3024845"/>
                <a:gd name="connsiteY178" fmla="*/ 490724 h 1160647"/>
                <a:gd name="connsiteX179" fmla="*/ 1053880 w 3024845"/>
                <a:gd name="connsiteY179" fmla="*/ 490724 h 1160647"/>
                <a:gd name="connsiteX180" fmla="*/ 1053880 w 3024845"/>
                <a:gd name="connsiteY180" fmla="*/ 491805 h 1160647"/>
                <a:gd name="connsiteX181" fmla="*/ 1053880 w 3024845"/>
                <a:gd name="connsiteY181" fmla="*/ 499371 h 1160647"/>
                <a:gd name="connsiteX182" fmla="*/ 1054640 w 3024845"/>
                <a:gd name="connsiteY182" fmla="*/ 499371 h 1160647"/>
                <a:gd name="connsiteX183" fmla="*/ 1059960 w 3024845"/>
                <a:gd name="connsiteY183" fmla="*/ 499371 h 1160647"/>
                <a:gd name="connsiteX184" fmla="*/ 1070093 w 3024845"/>
                <a:gd name="connsiteY184" fmla="*/ 495047 h 1160647"/>
                <a:gd name="connsiteX185" fmla="*/ 1074146 w 3024845"/>
                <a:gd name="connsiteY185" fmla="*/ 498290 h 1160647"/>
                <a:gd name="connsiteX186" fmla="*/ 1074146 w 3024845"/>
                <a:gd name="connsiteY186" fmla="*/ 490724 h 1160647"/>
                <a:gd name="connsiteX187" fmla="*/ 1076426 w 3024845"/>
                <a:gd name="connsiteY187" fmla="*/ 490724 h 1160647"/>
                <a:gd name="connsiteX188" fmla="*/ 1092387 w 3024845"/>
                <a:gd name="connsiteY188" fmla="*/ 490724 h 1160647"/>
                <a:gd name="connsiteX189" fmla="*/ 1092387 w 3024845"/>
                <a:gd name="connsiteY189" fmla="*/ 491805 h 1160647"/>
                <a:gd name="connsiteX190" fmla="*/ 1092387 w 3024845"/>
                <a:gd name="connsiteY190" fmla="*/ 499371 h 1160647"/>
                <a:gd name="connsiteX191" fmla="*/ 1122787 w 3024845"/>
                <a:gd name="connsiteY191" fmla="*/ 499371 h 1160647"/>
                <a:gd name="connsiteX192" fmla="*/ 1122787 w 3024845"/>
                <a:gd name="connsiteY192" fmla="*/ 500992 h 1160647"/>
                <a:gd name="connsiteX193" fmla="*/ 1122787 w 3024845"/>
                <a:gd name="connsiteY193" fmla="*/ 512342 h 1160647"/>
                <a:gd name="connsiteX194" fmla="*/ 1149134 w 3024845"/>
                <a:gd name="connsiteY194" fmla="*/ 512342 h 1160647"/>
                <a:gd name="connsiteX195" fmla="*/ 1149134 w 3024845"/>
                <a:gd name="connsiteY195" fmla="*/ 542606 h 1160647"/>
                <a:gd name="connsiteX196" fmla="*/ 1149894 w 3024845"/>
                <a:gd name="connsiteY196" fmla="*/ 542606 h 1160647"/>
                <a:gd name="connsiteX197" fmla="*/ 1155214 w 3024845"/>
                <a:gd name="connsiteY197" fmla="*/ 542606 h 1160647"/>
                <a:gd name="connsiteX198" fmla="*/ 1155214 w 3024845"/>
                <a:gd name="connsiteY198" fmla="*/ 543687 h 1160647"/>
                <a:gd name="connsiteX199" fmla="*/ 1155214 w 3024845"/>
                <a:gd name="connsiteY199" fmla="*/ 551254 h 1160647"/>
                <a:gd name="connsiteX200" fmla="*/ 1159268 w 3024845"/>
                <a:gd name="connsiteY200" fmla="*/ 581518 h 1160647"/>
                <a:gd name="connsiteX201" fmla="*/ 1160028 w 3024845"/>
                <a:gd name="connsiteY201" fmla="*/ 581518 h 1160647"/>
                <a:gd name="connsiteX202" fmla="*/ 1165348 w 3024845"/>
                <a:gd name="connsiteY202" fmla="*/ 581518 h 1160647"/>
                <a:gd name="connsiteX203" fmla="*/ 1165348 w 3024845"/>
                <a:gd name="connsiteY203" fmla="*/ 582329 h 1160647"/>
                <a:gd name="connsiteX204" fmla="*/ 1165348 w 3024845"/>
                <a:gd name="connsiteY204" fmla="*/ 588004 h 1160647"/>
                <a:gd name="connsiteX205" fmla="*/ 1166361 w 3024845"/>
                <a:gd name="connsiteY205" fmla="*/ 588004 h 1160647"/>
                <a:gd name="connsiteX206" fmla="*/ 1173454 w 3024845"/>
                <a:gd name="connsiteY206" fmla="*/ 588004 h 1160647"/>
                <a:gd name="connsiteX207" fmla="*/ 1173454 w 3024845"/>
                <a:gd name="connsiteY207" fmla="*/ 618269 h 1160647"/>
                <a:gd name="connsiteX208" fmla="*/ 1175481 w 3024845"/>
                <a:gd name="connsiteY208" fmla="*/ 618269 h 1160647"/>
                <a:gd name="connsiteX209" fmla="*/ 1189668 w 3024845"/>
                <a:gd name="connsiteY209" fmla="*/ 618269 h 1160647"/>
                <a:gd name="connsiteX210" fmla="*/ 1189668 w 3024845"/>
                <a:gd name="connsiteY210" fmla="*/ 642048 h 1160647"/>
                <a:gd name="connsiteX211" fmla="*/ 1191695 w 3024845"/>
                <a:gd name="connsiteY211" fmla="*/ 643669 h 1160647"/>
                <a:gd name="connsiteX212" fmla="*/ 1191695 w 3024845"/>
                <a:gd name="connsiteY212" fmla="*/ 655019 h 1160647"/>
                <a:gd name="connsiteX213" fmla="*/ 1192455 w 3024845"/>
                <a:gd name="connsiteY213" fmla="*/ 655019 h 1160647"/>
                <a:gd name="connsiteX214" fmla="*/ 1197775 w 3024845"/>
                <a:gd name="connsiteY214" fmla="*/ 655019 h 1160647"/>
                <a:gd name="connsiteX215" fmla="*/ 1197775 w 3024845"/>
                <a:gd name="connsiteY215" fmla="*/ 678798 h 1160647"/>
                <a:gd name="connsiteX216" fmla="*/ 1199041 w 3024845"/>
                <a:gd name="connsiteY216" fmla="*/ 678798 h 1160647"/>
                <a:gd name="connsiteX217" fmla="*/ 1207908 w 3024845"/>
                <a:gd name="connsiteY217" fmla="*/ 678798 h 1160647"/>
                <a:gd name="connsiteX218" fmla="*/ 1209935 w 3024845"/>
                <a:gd name="connsiteY218" fmla="*/ 682852 h 1160647"/>
                <a:gd name="connsiteX219" fmla="*/ 1209935 w 3024845"/>
                <a:gd name="connsiteY219" fmla="*/ 696093 h 1160647"/>
                <a:gd name="connsiteX220" fmla="*/ 1211455 w 3024845"/>
                <a:gd name="connsiteY220" fmla="*/ 694201 h 1160647"/>
                <a:gd name="connsiteX221" fmla="*/ 1222095 w 3024845"/>
                <a:gd name="connsiteY221" fmla="*/ 680960 h 1160647"/>
                <a:gd name="connsiteX222" fmla="*/ 1250469 w 3024845"/>
                <a:gd name="connsiteY222" fmla="*/ 680960 h 1160647"/>
                <a:gd name="connsiteX223" fmla="*/ 1250469 w 3024845"/>
                <a:gd name="connsiteY223" fmla="*/ 767431 h 1160647"/>
                <a:gd name="connsiteX224" fmla="*/ 1251229 w 3024845"/>
                <a:gd name="connsiteY224" fmla="*/ 767431 h 1160647"/>
                <a:gd name="connsiteX225" fmla="*/ 1256549 w 3024845"/>
                <a:gd name="connsiteY225" fmla="*/ 767431 h 1160647"/>
                <a:gd name="connsiteX226" fmla="*/ 1257309 w 3024845"/>
                <a:gd name="connsiteY226" fmla="*/ 766080 h 1160647"/>
                <a:gd name="connsiteX227" fmla="*/ 1262629 w 3024845"/>
                <a:gd name="connsiteY227" fmla="*/ 756622 h 1160647"/>
                <a:gd name="connsiteX228" fmla="*/ 1262629 w 3024845"/>
                <a:gd name="connsiteY228" fmla="*/ 758514 h 1160647"/>
                <a:gd name="connsiteX229" fmla="*/ 1262629 w 3024845"/>
                <a:gd name="connsiteY229" fmla="*/ 771755 h 1160647"/>
                <a:gd name="connsiteX230" fmla="*/ 1266682 w 3024845"/>
                <a:gd name="connsiteY230" fmla="*/ 726358 h 1160647"/>
                <a:gd name="connsiteX231" fmla="*/ 1267442 w 3024845"/>
                <a:gd name="connsiteY231" fmla="*/ 726358 h 1160647"/>
                <a:gd name="connsiteX232" fmla="*/ 1272762 w 3024845"/>
                <a:gd name="connsiteY232" fmla="*/ 726358 h 1160647"/>
                <a:gd name="connsiteX233" fmla="*/ 1272762 w 3024845"/>
                <a:gd name="connsiteY233" fmla="*/ 661504 h 1160647"/>
                <a:gd name="connsiteX234" fmla="*/ 1273776 w 3024845"/>
                <a:gd name="connsiteY234" fmla="*/ 661504 h 1160647"/>
                <a:gd name="connsiteX235" fmla="*/ 1280869 w 3024845"/>
                <a:gd name="connsiteY235" fmla="*/ 661504 h 1160647"/>
                <a:gd name="connsiteX236" fmla="*/ 1293029 w 3024845"/>
                <a:gd name="connsiteY236" fmla="*/ 618269 h 1160647"/>
                <a:gd name="connsiteX237" fmla="*/ 1294296 w 3024845"/>
                <a:gd name="connsiteY237" fmla="*/ 618269 h 1160647"/>
                <a:gd name="connsiteX238" fmla="*/ 1303163 w 3024845"/>
                <a:gd name="connsiteY238" fmla="*/ 618269 h 1160647"/>
                <a:gd name="connsiteX239" fmla="*/ 1313296 w 3024845"/>
                <a:gd name="connsiteY239" fmla="*/ 661504 h 1160647"/>
                <a:gd name="connsiteX240" fmla="*/ 1314309 w 3024845"/>
                <a:gd name="connsiteY240" fmla="*/ 661504 h 1160647"/>
                <a:gd name="connsiteX241" fmla="*/ 1321403 w 3024845"/>
                <a:gd name="connsiteY241" fmla="*/ 661504 h 1160647"/>
                <a:gd name="connsiteX242" fmla="*/ 1321403 w 3024845"/>
                <a:gd name="connsiteY242" fmla="*/ 700416 h 1160647"/>
                <a:gd name="connsiteX243" fmla="*/ 1323176 w 3024845"/>
                <a:gd name="connsiteY243" fmla="*/ 700416 h 1160647"/>
                <a:gd name="connsiteX244" fmla="*/ 1335590 w 3024845"/>
                <a:gd name="connsiteY244" fmla="*/ 700416 h 1160647"/>
                <a:gd name="connsiteX245" fmla="*/ 1335590 w 3024845"/>
                <a:gd name="connsiteY245" fmla="*/ 702578 h 1160647"/>
                <a:gd name="connsiteX246" fmla="*/ 1335590 w 3024845"/>
                <a:gd name="connsiteY246" fmla="*/ 717710 h 1160647"/>
                <a:gd name="connsiteX247" fmla="*/ 1339643 w 3024845"/>
                <a:gd name="connsiteY247" fmla="*/ 715549 h 1160647"/>
                <a:gd name="connsiteX248" fmla="*/ 1339643 w 3024845"/>
                <a:gd name="connsiteY248" fmla="*/ 700416 h 1160647"/>
                <a:gd name="connsiteX249" fmla="*/ 1341163 w 3024845"/>
                <a:gd name="connsiteY249" fmla="*/ 700416 h 1160647"/>
                <a:gd name="connsiteX250" fmla="*/ 1351803 w 3024845"/>
                <a:gd name="connsiteY250" fmla="*/ 700416 h 1160647"/>
                <a:gd name="connsiteX251" fmla="*/ 1351803 w 3024845"/>
                <a:gd name="connsiteY251" fmla="*/ 702037 h 1160647"/>
                <a:gd name="connsiteX252" fmla="*/ 1351803 w 3024845"/>
                <a:gd name="connsiteY252" fmla="*/ 713387 h 1160647"/>
                <a:gd name="connsiteX253" fmla="*/ 1382204 w 3024845"/>
                <a:gd name="connsiteY253" fmla="*/ 713387 h 1160647"/>
                <a:gd name="connsiteX254" fmla="*/ 1382204 w 3024845"/>
                <a:gd name="connsiteY254" fmla="*/ 676637 h 1160647"/>
                <a:gd name="connsiteX255" fmla="*/ 1383470 w 3024845"/>
                <a:gd name="connsiteY255" fmla="*/ 676637 h 1160647"/>
                <a:gd name="connsiteX256" fmla="*/ 1392337 w 3024845"/>
                <a:gd name="connsiteY256" fmla="*/ 676637 h 1160647"/>
                <a:gd name="connsiteX257" fmla="*/ 1392337 w 3024845"/>
                <a:gd name="connsiteY257" fmla="*/ 698254 h 1160647"/>
                <a:gd name="connsiteX258" fmla="*/ 1394364 w 3024845"/>
                <a:gd name="connsiteY258" fmla="*/ 665828 h 1160647"/>
                <a:gd name="connsiteX259" fmla="*/ 1416657 w 3024845"/>
                <a:gd name="connsiteY259" fmla="*/ 665828 h 1160647"/>
                <a:gd name="connsiteX260" fmla="*/ 1416657 w 3024845"/>
                <a:gd name="connsiteY260" fmla="*/ 664206 h 1160647"/>
                <a:gd name="connsiteX261" fmla="*/ 1416657 w 3024845"/>
                <a:gd name="connsiteY261" fmla="*/ 652857 h 1160647"/>
                <a:gd name="connsiteX262" fmla="*/ 1417417 w 3024845"/>
                <a:gd name="connsiteY262" fmla="*/ 652857 h 1160647"/>
                <a:gd name="connsiteX263" fmla="*/ 1422737 w 3024845"/>
                <a:gd name="connsiteY263" fmla="*/ 652857 h 1160647"/>
                <a:gd name="connsiteX264" fmla="*/ 1422737 w 3024845"/>
                <a:gd name="connsiteY264" fmla="*/ 650966 h 1160647"/>
                <a:gd name="connsiteX265" fmla="*/ 1422737 w 3024845"/>
                <a:gd name="connsiteY265" fmla="*/ 637725 h 1160647"/>
                <a:gd name="connsiteX266" fmla="*/ 1426791 w 3024845"/>
                <a:gd name="connsiteY266" fmla="*/ 644210 h 1160647"/>
                <a:gd name="connsiteX267" fmla="*/ 1429071 w 3024845"/>
                <a:gd name="connsiteY267" fmla="*/ 644210 h 1160647"/>
                <a:gd name="connsiteX268" fmla="*/ 1445031 w 3024845"/>
                <a:gd name="connsiteY268" fmla="*/ 644210 h 1160647"/>
                <a:gd name="connsiteX269" fmla="*/ 1445031 w 3024845"/>
                <a:gd name="connsiteY269" fmla="*/ 643399 h 1160647"/>
                <a:gd name="connsiteX270" fmla="*/ 1445031 w 3024845"/>
                <a:gd name="connsiteY270" fmla="*/ 637725 h 1160647"/>
                <a:gd name="connsiteX271" fmla="*/ 1445791 w 3024845"/>
                <a:gd name="connsiteY271" fmla="*/ 637725 h 1160647"/>
                <a:gd name="connsiteX272" fmla="*/ 1451111 w 3024845"/>
                <a:gd name="connsiteY272" fmla="*/ 637725 h 1160647"/>
                <a:gd name="connsiteX273" fmla="*/ 1451111 w 3024845"/>
                <a:gd name="connsiteY273" fmla="*/ 639076 h 1160647"/>
                <a:gd name="connsiteX274" fmla="*/ 1451111 w 3024845"/>
                <a:gd name="connsiteY274" fmla="*/ 648534 h 1160647"/>
                <a:gd name="connsiteX275" fmla="*/ 1489618 w 3024845"/>
                <a:gd name="connsiteY275" fmla="*/ 648534 h 1160647"/>
                <a:gd name="connsiteX276" fmla="*/ 1489618 w 3024845"/>
                <a:gd name="connsiteY276" fmla="*/ 786887 h 1160647"/>
                <a:gd name="connsiteX277" fmla="*/ 1491138 w 3024845"/>
                <a:gd name="connsiteY277" fmla="*/ 786887 h 1160647"/>
                <a:gd name="connsiteX278" fmla="*/ 1501778 w 3024845"/>
                <a:gd name="connsiteY278" fmla="*/ 786887 h 1160647"/>
                <a:gd name="connsiteX279" fmla="*/ 1501778 w 3024845"/>
                <a:gd name="connsiteY279" fmla="*/ 773917 h 1160647"/>
                <a:gd name="connsiteX280" fmla="*/ 1505832 w 3024845"/>
                <a:gd name="connsiteY280" fmla="*/ 773917 h 1160647"/>
                <a:gd name="connsiteX281" fmla="*/ 1505832 w 3024845"/>
                <a:gd name="connsiteY281" fmla="*/ 786887 h 1160647"/>
                <a:gd name="connsiteX282" fmla="*/ 1536232 w 3024845"/>
                <a:gd name="connsiteY282" fmla="*/ 786887 h 1160647"/>
                <a:gd name="connsiteX283" fmla="*/ 1536232 w 3024845"/>
                <a:gd name="connsiteY283" fmla="*/ 756622 h 1160647"/>
                <a:gd name="connsiteX284" fmla="*/ 1548392 w 3024845"/>
                <a:gd name="connsiteY284" fmla="*/ 756622 h 1160647"/>
                <a:gd name="connsiteX285" fmla="*/ 1560552 w 3024845"/>
                <a:gd name="connsiteY285" fmla="*/ 754461 h 1160647"/>
                <a:gd name="connsiteX286" fmla="*/ 1564606 w 3024845"/>
                <a:gd name="connsiteY286" fmla="*/ 756622 h 1160647"/>
                <a:gd name="connsiteX287" fmla="*/ 1574739 w 3024845"/>
                <a:gd name="connsiteY287" fmla="*/ 756622 h 1160647"/>
                <a:gd name="connsiteX288" fmla="*/ 1574739 w 3024845"/>
                <a:gd name="connsiteY288" fmla="*/ 786887 h 1160647"/>
                <a:gd name="connsiteX289" fmla="*/ 1582846 w 3024845"/>
                <a:gd name="connsiteY289" fmla="*/ 786887 h 1160647"/>
                <a:gd name="connsiteX290" fmla="*/ 1582846 w 3024845"/>
                <a:gd name="connsiteY290" fmla="*/ 804182 h 1160647"/>
                <a:gd name="connsiteX291" fmla="*/ 1592182 w 3024845"/>
                <a:gd name="connsiteY291" fmla="*/ 805087 h 1160647"/>
                <a:gd name="connsiteX292" fmla="*/ 1605140 w 3024845"/>
                <a:gd name="connsiteY292" fmla="*/ 805087 h 1160647"/>
                <a:gd name="connsiteX293" fmla="*/ 1605140 w 3024845"/>
                <a:gd name="connsiteY293" fmla="*/ 789049 h 1160647"/>
                <a:gd name="connsiteX294" fmla="*/ 1673096 w 3024845"/>
                <a:gd name="connsiteY294" fmla="*/ 789049 h 1160647"/>
                <a:gd name="connsiteX295" fmla="*/ 1673096 w 3024845"/>
                <a:gd name="connsiteY295" fmla="*/ 703796 h 1160647"/>
                <a:gd name="connsiteX296" fmla="*/ 1745104 w 3024845"/>
                <a:gd name="connsiteY296" fmla="*/ 703796 h 1160647"/>
                <a:gd name="connsiteX297" fmla="*/ 1745104 w 3024845"/>
                <a:gd name="connsiteY297" fmla="*/ 782564 h 1160647"/>
                <a:gd name="connsiteX298" fmla="*/ 1747008 w 3024845"/>
                <a:gd name="connsiteY298" fmla="*/ 782564 h 1160647"/>
                <a:gd name="connsiteX299" fmla="*/ 1748250 w 3024845"/>
                <a:gd name="connsiteY299" fmla="*/ 805087 h 1160647"/>
                <a:gd name="connsiteX300" fmla="*/ 1757926 w 3024845"/>
                <a:gd name="connsiteY300" fmla="*/ 805087 h 1160647"/>
                <a:gd name="connsiteX301" fmla="*/ 1759168 w 3024845"/>
                <a:gd name="connsiteY301" fmla="*/ 782564 h 1160647"/>
                <a:gd name="connsiteX302" fmla="*/ 1765248 w 3024845"/>
                <a:gd name="connsiteY302" fmla="*/ 782564 h 1160647"/>
                <a:gd name="connsiteX303" fmla="*/ 1766490 w 3024845"/>
                <a:gd name="connsiteY303" fmla="*/ 805087 h 1160647"/>
                <a:gd name="connsiteX304" fmla="*/ 1817112 w 3024845"/>
                <a:gd name="connsiteY304" fmla="*/ 805087 h 1160647"/>
                <a:gd name="connsiteX305" fmla="*/ 1817112 w 3024845"/>
                <a:gd name="connsiteY305" fmla="*/ 642059 h 1160647"/>
                <a:gd name="connsiteX306" fmla="*/ 2014439 w 3024845"/>
                <a:gd name="connsiteY306" fmla="*/ 642059 h 1160647"/>
                <a:gd name="connsiteX307" fmla="*/ 2014439 w 3024845"/>
                <a:gd name="connsiteY307" fmla="*/ 805087 h 1160647"/>
                <a:gd name="connsiteX308" fmla="*/ 2033136 w 3024845"/>
                <a:gd name="connsiteY308" fmla="*/ 805087 h 1160647"/>
                <a:gd name="connsiteX309" fmla="*/ 2033136 w 3024845"/>
                <a:gd name="connsiteY309" fmla="*/ 722394 h 1160647"/>
                <a:gd name="connsiteX310" fmla="*/ 2128256 w 3024845"/>
                <a:gd name="connsiteY310" fmla="*/ 722394 h 1160647"/>
                <a:gd name="connsiteX311" fmla="*/ 2140186 w 3024845"/>
                <a:gd name="connsiteY311" fmla="*/ 404253 h 1160647"/>
                <a:gd name="connsiteX312" fmla="*/ 2128026 w 3024845"/>
                <a:gd name="connsiteY312" fmla="*/ 382635 h 1160647"/>
                <a:gd name="connsiteX313" fmla="*/ 2121946 w 3024845"/>
                <a:gd name="connsiteY313" fmla="*/ 378311 h 1160647"/>
                <a:gd name="connsiteX314" fmla="*/ 2130053 w 3024845"/>
                <a:gd name="connsiteY314" fmla="*/ 354532 h 1160647"/>
                <a:gd name="connsiteX315" fmla="*/ 2130053 w 3024845"/>
                <a:gd name="connsiteY315" fmla="*/ 337238 h 1160647"/>
                <a:gd name="connsiteX316" fmla="*/ 2144240 w 3024845"/>
                <a:gd name="connsiteY316" fmla="*/ 337238 h 1160647"/>
                <a:gd name="connsiteX317" fmla="*/ 2144240 w 3024845"/>
                <a:gd name="connsiteY317" fmla="*/ 315620 h 1160647"/>
                <a:gd name="connsiteX318" fmla="*/ 2146266 w 3024845"/>
                <a:gd name="connsiteY318" fmla="*/ 311296 h 1160647"/>
                <a:gd name="connsiteX319" fmla="*/ 2146266 w 3024845"/>
                <a:gd name="connsiteY319" fmla="*/ 233472 h 1160647"/>
                <a:gd name="connsiteX320" fmla="*/ 2144240 w 3024845"/>
                <a:gd name="connsiteY320" fmla="*/ 226987 h 1160647"/>
                <a:gd name="connsiteX321" fmla="*/ 2150320 w 3024845"/>
                <a:gd name="connsiteY321" fmla="*/ 220501 h 1160647"/>
                <a:gd name="connsiteX322" fmla="*/ 2150320 w 3024845"/>
                <a:gd name="connsiteY322" fmla="*/ 162133 h 1160647"/>
                <a:gd name="connsiteX323" fmla="*/ 2152346 w 3024845"/>
                <a:gd name="connsiteY323" fmla="*/ 157810 h 1160647"/>
                <a:gd name="connsiteX324" fmla="*/ 2152346 w 3024845"/>
                <a:gd name="connsiteY324" fmla="*/ 101604 h 1160647"/>
                <a:gd name="connsiteX325" fmla="*/ 2154373 w 3024845"/>
                <a:gd name="connsiteY325" fmla="*/ 82148 h 1160647"/>
                <a:gd name="connsiteX326" fmla="*/ 2158427 w 3024845"/>
                <a:gd name="connsiteY326" fmla="*/ 99442 h 1160647"/>
                <a:gd name="connsiteX327" fmla="*/ 2160453 w 3024845"/>
                <a:gd name="connsiteY327" fmla="*/ 157810 h 1160647"/>
                <a:gd name="connsiteX328" fmla="*/ 2162480 w 3024845"/>
                <a:gd name="connsiteY328" fmla="*/ 220501 h 1160647"/>
                <a:gd name="connsiteX329" fmla="*/ 2168560 w 3024845"/>
                <a:gd name="connsiteY329" fmla="*/ 226987 h 1160647"/>
                <a:gd name="connsiteX330" fmla="*/ 2166533 w 3024845"/>
                <a:gd name="connsiteY330" fmla="*/ 233472 h 1160647"/>
                <a:gd name="connsiteX331" fmla="*/ 2166533 w 3024845"/>
                <a:gd name="connsiteY331" fmla="*/ 311296 h 1160647"/>
                <a:gd name="connsiteX332" fmla="*/ 2168560 w 3024845"/>
                <a:gd name="connsiteY332" fmla="*/ 315620 h 1160647"/>
                <a:gd name="connsiteX333" fmla="*/ 2168560 w 3024845"/>
                <a:gd name="connsiteY333" fmla="*/ 337238 h 1160647"/>
                <a:gd name="connsiteX334" fmla="*/ 2182747 w 3024845"/>
                <a:gd name="connsiteY334" fmla="*/ 337238 h 1160647"/>
                <a:gd name="connsiteX335" fmla="*/ 2182747 w 3024845"/>
                <a:gd name="connsiteY335" fmla="*/ 354532 h 1160647"/>
                <a:gd name="connsiteX336" fmla="*/ 2190854 w 3024845"/>
                <a:gd name="connsiteY336" fmla="*/ 378311 h 1160647"/>
                <a:gd name="connsiteX337" fmla="*/ 2184774 w 3024845"/>
                <a:gd name="connsiteY337" fmla="*/ 382635 h 1160647"/>
                <a:gd name="connsiteX338" fmla="*/ 2172613 w 3024845"/>
                <a:gd name="connsiteY338" fmla="*/ 404253 h 1160647"/>
                <a:gd name="connsiteX339" fmla="*/ 2180720 w 3024845"/>
                <a:gd name="connsiteY339" fmla="*/ 657181 h 1160647"/>
                <a:gd name="connsiteX340" fmla="*/ 2245574 w 3024845"/>
                <a:gd name="connsiteY340" fmla="*/ 657181 h 1160647"/>
                <a:gd name="connsiteX341" fmla="*/ 2245574 w 3024845"/>
                <a:gd name="connsiteY341" fmla="*/ 732843 h 1160647"/>
                <a:gd name="connsiteX342" fmla="*/ 2253681 w 3024845"/>
                <a:gd name="connsiteY342" fmla="*/ 732843 h 1160647"/>
                <a:gd name="connsiteX343" fmla="*/ 2255708 w 3024845"/>
                <a:gd name="connsiteY343" fmla="*/ 726358 h 1160647"/>
                <a:gd name="connsiteX344" fmla="*/ 2261788 w 3024845"/>
                <a:gd name="connsiteY344" fmla="*/ 726358 h 1160647"/>
                <a:gd name="connsiteX345" fmla="*/ 2263815 w 3024845"/>
                <a:gd name="connsiteY345" fmla="*/ 735005 h 1160647"/>
                <a:gd name="connsiteX346" fmla="*/ 2275975 w 3024845"/>
                <a:gd name="connsiteY346" fmla="*/ 735005 h 1160647"/>
                <a:gd name="connsiteX347" fmla="*/ 2275975 w 3024845"/>
                <a:gd name="connsiteY347" fmla="*/ 728519 h 1160647"/>
                <a:gd name="connsiteX348" fmla="*/ 2298268 w 3024845"/>
                <a:gd name="connsiteY348" fmla="*/ 728519 h 1160647"/>
                <a:gd name="connsiteX349" fmla="*/ 2298268 w 3024845"/>
                <a:gd name="connsiteY349" fmla="*/ 735005 h 1160647"/>
                <a:gd name="connsiteX350" fmla="*/ 2318535 w 3024845"/>
                <a:gd name="connsiteY350" fmla="*/ 735005 h 1160647"/>
                <a:gd name="connsiteX351" fmla="*/ 2318535 w 3024845"/>
                <a:gd name="connsiteY351" fmla="*/ 780402 h 1160647"/>
                <a:gd name="connsiteX352" fmla="*/ 2332722 w 3024845"/>
                <a:gd name="connsiteY352" fmla="*/ 780402 h 1160647"/>
                <a:gd name="connsiteX353" fmla="*/ 2332722 w 3024845"/>
                <a:gd name="connsiteY353" fmla="*/ 767431 h 1160647"/>
                <a:gd name="connsiteX354" fmla="*/ 2348936 w 3024845"/>
                <a:gd name="connsiteY354" fmla="*/ 767431 h 1160647"/>
                <a:gd name="connsiteX355" fmla="*/ 2348936 w 3024845"/>
                <a:gd name="connsiteY355" fmla="*/ 588004 h 1160647"/>
                <a:gd name="connsiteX356" fmla="*/ 2355016 w 3024845"/>
                <a:gd name="connsiteY356" fmla="*/ 581518 h 1160647"/>
                <a:gd name="connsiteX357" fmla="*/ 2427977 w 3024845"/>
                <a:gd name="connsiteY357" fmla="*/ 581518 h 1160647"/>
                <a:gd name="connsiteX358" fmla="*/ 2427977 w 3024845"/>
                <a:gd name="connsiteY358" fmla="*/ 590166 h 1160647"/>
                <a:gd name="connsiteX359" fmla="*/ 2438110 w 3024845"/>
                <a:gd name="connsiteY359" fmla="*/ 590166 h 1160647"/>
                <a:gd name="connsiteX360" fmla="*/ 2438110 w 3024845"/>
                <a:gd name="connsiteY360" fmla="*/ 704740 h 1160647"/>
                <a:gd name="connsiteX361" fmla="*/ 2460404 w 3024845"/>
                <a:gd name="connsiteY361" fmla="*/ 704740 h 1160647"/>
                <a:gd name="connsiteX362" fmla="*/ 2460404 w 3024845"/>
                <a:gd name="connsiteY362" fmla="*/ 637725 h 1160647"/>
                <a:gd name="connsiteX363" fmla="*/ 2486751 w 3024845"/>
                <a:gd name="connsiteY363" fmla="*/ 637725 h 1160647"/>
                <a:gd name="connsiteX364" fmla="*/ 2490804 w 3024845"/>
                <a:gd name="connsiteY364" fmla="*/ 633401 h 1160647"/>
                <a:gd name="connsiteX365" fmla="*/ 2498911 w 3024845"/>
                <a:gd name="connsiteY365" fmla="*/ 633401 h 1160647"/>
                <a:gd name="connsiteX366" fmla="*/ 2502964 w 3024845"/>
                <a:gd name="connsiteY366" fmla="*/ 637725 h 1160647"/>
                <a:gd name="connsiteX367" fmla="*/ 2525258 w 3024845"/>
                <a:gd name="connsiteY367" fmla="*/ 637725 h 1160647"/>
                <a:gd name="connsiteX368" fmla="*/ 2525258 w 3024845"/>
                <a:gd name="connsiteY368" fmla="*/ 520989 h 1160647"/>
                <a:gd name="connsiteX369" fmla="*/ 2582005 w 3024845"/>
                <a:gd name="connsiteY369" fmla="*/ 510180 h 1160647"/>
                <a:gd name="connsiteX370" fmla="*/ 2582005 w 3024845"/>
                <a:gd name="connsiteY370" fmla="*/ 511261 h 1160647"/>
                <a:gd name="connsiteX371" fmla="*/ 2582005 w 3024845"/>
                <a:gd name="connsiteY371" fmla="*/ 518827 h 1160647"/>
                <a:gd name="connsiteX372" fmla="*/ 2608352 w 3024845"/>
                <a:gd name="connsiteY372" fmla="*/ 518827 h 1160647"/>
                <a:gd name="connsiteX373" fmla="*/ 2608352 w 3024845"/>
                <a:gd name="connsiteY373" fmla="*/ 773917 h 1160647"/>
                <a:gd name="connsiteX374" fmla="*/ 2630646 w 3024845"/>
                <a:gd name="connsiteY374" fmla="*/ 773917 h 1160647"/>
                <a:gd name="connsiteX375" fmla="*/ 2630646 w 3024845"/>
                <a:gd name="connsiteY375" fmla="*/ 769593 h 1160647"/>
                <a:gd name="connsiteX376" fmla="*/ 2642806 w 3024845"/>
                <a:gd name="connsiteY376" fmla="*/ 769593 h 1160647"/>
                <a:gd name="connsiteX377" fmla="*/ 2642806 w 3024845"/>
                <a:gd name="connsiteY377" fmla="*/ 773917 h 1160647"/>
                <a:gd name="connsiteX378" fmla="*/ 2667126 w 3024845"/>
                <a:gd name="connsiteY378" fmla="*/ 773917 h 1160647"/>
                <a:gd name="connsiteX379" fmla="*/ 2667126 w 3024845"/>
                <a:gd name="connsiteY379" fmla="*/ 760946 h 1160647"/>
                <a:gd name="connsiteX380" fmla="*/ 2695500 w 3024845"/>
                <a:gd name="connsiteY380" fmla="*/ 760946 h 1160647"/>
                <a:gd name="connsiteX381" fmla="*/ 2707660 w 3024845"/>
                <a:gd name="connsiteY381" fmla="*/ 756622 h 1160647"/>
                <a:gd name="connsiteX382" fmla="*/ 2727927 w 3024845"/>
                <a:gd name="connsiteY382" fmla="*/ 760946 h 1160647"/>
                <a:gd name="connsiteX383" fmla="*/ 2727927 w 3024845"/>
                <a:gd name="connsiteY383" fmla="*/ 743652 h 1160647"/>
                <a:gd name="connsiteX384" fmla="*/ 2736034 w 3024845"/>
                <a:gd name="connsiteY384" fmla="*/ 743652 h 1160647"/>
                <a:gd name="connsiteX385" fmla="*/ 2736034 w 3024845"/>
                <a:gd name="connsiteY385" fmla="*/ 730681 h 1160647"/>
                <a:gd name="connsiteX386" fmla="*/ 2792781 w 3024845"/>
                <a:gd name="connsiteY386" fmla="*/ 730681 h 1160647"/>
                <a:gd name="connsiteX387" fmla="*/ 2792781 w 3024845"/>
                <a:gd name="connsiteY387" fmla="*/ 700416 h 1160647"/>
                <a:gd name="connsiteX388" fmla="*/ 2811021 w 3024845"/>
                <a:gd name="connsiteY388" fmla="*/ 700416 h 1160647"/>
                <a:gd name="connsiteX389" fmla="*/ 2811021 w 3024845"/>
                <a:gd name="connsiteY389" fmla="*/ 693931 h 1160647"/>
                <a:gd name="connsiteX390" fmla="*/ 2823181 w 3024845"/>
                <a:gd name="connsiteY390" fmla="*/ 693931 h 1160647"/>
                <a:gd name="connsiteX391" fmla="*/ 2823181 w 3024845"/>
                <a:gd name="connsiteY391" fmla="*/ 700416 h 1160647"/>
                <a:gd name="connsiteX392" fmla="*/ 2839395 w 3024845"/>
                <a:gd name="connsiteY392" fmla="*/ 700416 h 1160647"/>
                <a:gd name="connsiteX393" fmla="*/ 2839395 w 3024845"/>
                <a:gd name="connsiteY393" fmla="*/ 750137 h 1160647"/>
                <a:gd name="connsiteX394" fmla="*/ 2871822 w 3024845"/>
                <a:gd name="connsiteY394" fmla="*/ 750137 h 1160647"/>
                <a:gd name="connsiteX395" fmla="*/ 2871822 w 3024845"/>
                <a:gd name="connsiteY395" fmla="*/ 724196 h 1160647"/>
                <a:gd name="connsiteX396" fmla="*/ 2910329 w 3024845"/>
                <a:gd name="connsiteY396" fmla="*/ 724196 h 1160647"/>
                <a:gd name="connsiteX397" fmla="*/ 2910329 w 3024845"/>
                <a:gd name="connsiteY397" fmla="*/ 693931 h 1160647"/>
                <a:gd name="connsiteX398" fmla="*/ 2958970 w 3024845"/>
                <a:gd name="connsiteY398" fmla="*/ 693931 h 1160647"/>
                <a:gd name="connsiteX399" fmla="*/ 2958970 w 3024845"/>
                <a:gd name="connsiteY399" fmla="*/ 805087 h 1160647"/>
                <a:gd name="connsiteX400" fmla="*/ 2958970 w 3024845"/>
                <a:gd name="connsiteY400" fmla="*/ 818866 h 1160647"/>
                <a:gd name="connsiteX401" fmla="*/ 3024845 w 3024845"/>
                <a:gd name="connsiteY401" fmla="*/ 818866 h 1160647"/>
                <a:gd name="connsiteX402" fmla="*/ 3024845 w 3024845"/>
                <a:gd name="connsiteY402" fmla="*/ 1160647 h 1160647"/>
                <a:gd name="connsiteX403" fmla="*/ 2054 w 3024845"/>
                <a:gd name="connsiteY403" fmla="*/ 1158314 h 1160647"/>
                <a:gd name="connsiteX404" fmla="*/ 0 w 3024845"/>
                <a:gd name="connsiteY404" fmla="*/ 724196 h 1160647"/>
                <a:gd name="connsiteX405" fmla="*/ 20267 w 3024845"/>
                <a:gd name="connsiteY405" fmla="*/ 724196 h 1160647"/>
                <a:gd name="connsiteX406" fmla="*/ 20774 w 3024845"/>
                <a:gd name="connsiteY406" fmla="*/ 723115 h 1160647"/>
                <a:gd name="connsiteX407" fmla="*/ 24320 w 3024845"/>
                <a:gd name="connsiteY407" fmla="*/ 715549 h 1160647"/>
                <a:gd name="connsiteX408" fmla="*/ 26094 w 3024845"/>
                <a:gd name="connsiteY408" fmla="*/ 715819 h 1160647"/>
                <a:gd name="connsiteX409" fmla="*/ 38507 w 3024845"/>
                <a:gd name="connsiteY409" fmla="*/ 717710 h 1160647"/>
                <a:gd name="connsiteX410" fmla="*/ 39014 w 3024845"/>
                <a:gd name="connsiteY410" fmla="*/ 719062 h 1160647"/>
                <a:gd name="connsiteX411" fmla="*/ 42560 w 3024845"/>
                <a:gd name="connsiteY411" fmla="*/ 728519 h 1160647"/>
                <a:gd name="connsiteX412" fmla="*/ 68907 w 3024845"/>
                <a:gd name="connsiteY412" fmla="*/ 730681 h 1160647"/>
                <a:gd name="connsiteX413" fmla="*/ 68907 w 3024845"/>
                <a:gd name="connsiteY413" fmla="*/ 607460 h 1160647"/>
                <a:gd name="connsiteX414" fmla="*/ 70934 w 3024845"/>
                <a:gd name="connsiteY414" fmla="*/ 607460 h 1160647"/>
                <a:gd name="connsiteX415" fmla="*/ 85121 w 3024845"/>
                <a:gd name="connsiteY415" fmla="*/ 607460 h 1160647"/>
                <a:gd name="connsiteX416" fmla="*/ 85121 w 3024845"/>
                <a:gd name="connsiteY416" fmla="*/ 471268 h 1160647"/>
                <a:gd name="connsiteX417" fmla="*/ 86894 w 3024845"/>
                <a:gd name="connsiteY417" fmla="*/ 471268 h 1160647"/>
                <a:gd name="connsiteX418" fmla="*/ 99308 w 3024845"/>
                <a:gd name="connsiteY418" fmla="*/ 471268 h 1160647"/>
                <a:gd name="connsiteX419" fmla="*/ 99308 w 3024845"/>
                <a:gd name="connsiteY419" fmla="*/ 356694 h 1160647"/>
                <a:gd name="connsiteX420" fmla="*/ 103361 w 3024845"/>
                <a:gd name="connsiteY420" fmla="*/ 328590 h 1160647"/>
                <a:gd name="connsiteX421" fmla="*/ 105388 w 3024845"/>
                <a:gd name="connsiteY421" fmla="*/ 328590 h 1160647"/>
                <a:gd name="connsiteX422" fmla="*/ 119575 w 3024845"/>
                <a:gd name="connsiteY422" fmla="*/ 328590 h 1160647"/>
                <a:gd name="connsiteX423" fmla="*/ 156055 w 3024845"/>
                <a:gd name="connsiteY423" fmla="*/ 246443 h 1160647"/>
                <a:gd name="connsiteX424" fmla="*/ 160109 w 3024845"/>
                <a:gd name="connsiteY424" fmla="*/ 0 h 1160647"/>
                <a:gd name="connsiteX0" fmla="*/ 156055 w 3024845"/>
                <a:gd name="connsiteY0" fmla="*/ 164295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423" fmla="*/ 156055 w 3024845"/>
                <a:gd name="connsiteY423" fmla="*/ 164295 h 1078499"/>
                <a:gd name="connsiteX0" fmla="*/ 119575 w 3024845"/>
                <a:gd name="connsiteY0" fmla="*/ 246442 h 1078499"/>
                <a:gd name="connsiteX1" fmla="*/ 162135 w 3024845"/>
                <a:gd name="connsiteY1" fmla="*/ 164295 h 1078499"/>
                <a:gd name="connsiteX2" fmla="*/ 200642 w 3024845"/>
                <a:gd name="connsiteY2" fmla="*/ 244281 h 1078499"/>
                <a:gd name="connsiteX3" fmla="*/ 202669 w 3024845"/>
                <a:gd name="connsiteY3" fmla="*/ 244281 h 1078499"/>
                <a:gd name="connsiteX4" fmla="*/ 216856 w 3024845"/>
                <a:gd name="connsiteY4" fmla="*/ 244281 h 1078499"/>
                <a:gd name="connsiteX5" fmla="*/ 216856 w 3024845"/>
                <a:gd name="connsiteY5" fmla="*/ 268060 h 1078499"/>
                <a:gd name="connsiteX6" fmla="*/ 217363 w 3024845"/>
                <a:gd name="connsiteY6" fmla="*/ 268871 h 1078499"/>
                <a:gd name="connsiteX7" fmla="*/ 220909 w 3024845"/>
                <a:gd name="connsiteY7" fmla="*/ 274546 h 1078499"/>
                <a:gd name="connsiteX8" fmla="*/ 220909 w 3024845"/>
                <a:gd name="connsiteY8" fmla="*/ 389120 h 1078499"/>
                <a:gd name="connsiteX9" fmla="*/ 223189 w 3024845"/>
                <a:gd name="connsiteY9" fmla="*/ 389120 h 1078499"/>
                <a:gd name="connsiteX10" fmla="*/ 239150 w 3024845"/>
                <a:gd name="connsiteY10" fmla="*/ 389120 h 1078499"/>
                <a:gd name="connsiteX11" fmla="*/ 239150 w 3024845"/>
                <a:gd name="connsiteY11" fmla="*/ 529635 h 1078499"/>
                <a:gd name="connsiteX12" fmla="*/ 240670 w 3024845"/>
                <a:gd name="connsiteY12" fmla="*/ 529365 h 1078499"/>
                <a:gd name="connsiteX13" fmla="*/ 251310 w 3024845"/>
                <a:gd name="connsiteY13" fmla="*/ 527474 h 1078499"/>
                <a:gd name="connsiteX14" fmla="*/ 249283 w 3024845"/>
                <a:gd name="connsiteY14" fmla="*/ 616106 h 1078499"/>
                <a:gd name="connsiteX15" fmla="*/ 250803 w 3024845"/>
                <a:gd name="connsiteY15" fmla="*/ 616377 h 1078499"/>
                <a:gd name="connsiteX16" fmla="*/ 261443 w 3024845"/>
                <a:gd name="connsiteY16" fmla="*/ 618268 h 1078499"/>
                <a:gd name="connsiteX17" fmla="*/ 261696 w 3024845"/>
                <a:gd name="connsiteY17" fmla="*/ 619079 h 1078499"/>
                <a:gd name="connsiteX18" fmla="*/ 263470 w 3024845"/>
                <a:gd name="connsiteY18" fmla="*/ 624754 h 1078499"/>
                <a:gd name="connsiteX19" fmla="*/ 264230 w 3024845"/>
                <a:gd name="connsiteY19" fmla="*/ 622322 h 1078499"/>
                <a:gd name="connsiteX20" fmla="*/ 269550 w 3024845"/>
                <a:gd name="connsiteY20" fmla="*/ 605298 h 1078499"/>
                <a:gd name="connsiteX21" fmla="*/ 271323 w 3024845"/>
                <a:gd name="connsiteY21" fmla="*/ 605298 h 1078499"/>
                <a:gd name="connsiteX22" fmla="*/ 283737 w 3024845"/>
                <a:gd name="connsiteY22" fmla="*/ 605298 h 1078499"/>
                <a:gd name="connsiteX23" fmla="*/ 283737 w 3024845"/>
                <a:gd name="connsiteY23" fmla="*/ 637724 h 1078499"/>
                <a:gd name="connsiteX24" fmla="*/ 284750 w 3024845"/>
                <a:gd name="connsiteY24" fmla="*/ 638265 h 1078499"/>
                <a:gd name="connsiteX25" fmla="*/ 291844 w 3024845"/>
                <a:gd name="connsiteY25" fmla="*/ 642048 h 1078499"/>
                <a:gd name="connsiteX26" fmla="*/ 291844 w 3024845"/>
                <a:gd name="connsiteY26" fmla="*/ 643399 h 1078499"/>
                <a:gd name="connsiteX27" fmla="*/ 291844 w 3024845"/>
                <a:gd name="connsiteY27" fmla="*/ 652857 h 1078499"/>
                <a:gd name="connsiteX28" fmla="*/ 336431 w 3024845"/>
                <a:gd name="connsiteY28" fmla="*/ 652857 h 1078499"/>
                <a:gd name="connsiteX29" fmla="*/ 336431 w 3024845"/>
                <a:gd name="connsiteY29" fmla="*/ 653938 h 1078499"/>
                <a:gd name="connsiteX30" fmla="*/ 336431 w 3024845"/>
                <a:gd name="connsiteY30" fmla="*/ 661504 h 1078499"/>
                <a:gd name="connsiteX31" fmla="*/ 338457 w 3024845"/>
                <a:gd name="connsiteY31" fmla="*/ 661504 h 1078499"/>
                <a:gd name="connsiteX32" fmla="*/ 352644 w 3024845"/>
                <a:gd name="connsiteY32" fmla="*/ 661504 h 1078499"/>
                <a:gd name="connsiteX33" fmla="*/ 352644 w 3024845"/>
                <a:gd name="connsiteY33" fmla="*/ 631239 h 1078499"/>
                <a:gd name="connsiteX34" fmla="*/ 397231 w 3024845"/>
                <a:gd name="connsiteY34" fmla="*/ 631239 h 1078499"/>
                <a:gd name="connsiteX35" fmla="*/ 397231 w 3024845"/>
                <a:gd name="connsiteY35" fmla="*/ 629888 h 1078499"/>
                <a:gd name="connsiteX36" fmla="*/ 397231 w 3024845"/>
                <a:gd name="connsiteY36" fmla="*/ 620430 h 1078499"/>
                <a:gd name="connsiteX37" fmla="*/ 398245 w 3024845"/>
                <a:gd name="connsiteY37" fmla="*/ 620430 h 1078499"/>
                <a:gd name="connsiteX38" fmla="*/ 405338 w 3024845"/>
                <a:gd name="connsiteY38" fmla="*/ 620430 h 1078499"/>
                <a:gd name="connsiteX39" fmla="*/ 405338 w 3024845"/>
                <a:gd name="connsiteY39" fmla="*/ 618539 h 1078499"/>
                <a:gd name="connsiteX40" fmla="*/ 405338 w 3024845"/>
                <a:gd name="connsiteY40" fmla="*/ 605298 h 1078499"/>
                <a:gd name="connsiteX41" fmla="*/ 406098 w 3024845"/>
                <a:gd name="connsiteY41" fmla="*/ 605298 h 1078499"/>
                <a:gd name="connsiteX42" fmla="*/ 411418 w 3024845"/>
                <a:gd name="connsiteY42" fmla="*/ 605298 h 1078499"/>
                <a:gd name="connsiteX43" fmla="*/ 411418 w 3024845"/>
                <a:gd name="connsiteY43" fmla="*/ 604217 h 1078499"/>
                <a:gd name="connsiteX44" fmla="*/ 411418 w 3024845"/>
                <a:gd name="connsiteY44" fmla="*/ 596650 h 1078499"/>
                <a:gd name="connsiteX45" fmla="*/ 413445 w 3024845"/>
                <a:gd name="connsiteY45" fmla="*/ 596650 h 1078499"/>
                <a:gd name="connsiteX46" fmla="*/ 427632 w 3024845"/>
                <a:gd name="connsiteY46" fmla="*/ 596650 h 1078499"/>
                <a:gd name="connsiteX47" fmla="*/ 427632 w 3024845"/>
                <a:gd name="connsiteY47" fmla="*/ 597731 h 1078499"/>
                <a:gd name="connsiteX48" fmla="*/ 427632 w 3024845"/>
                <a:gd name="connsiteY48" fmla="*/ 605298 h 1078499"/>
                <a:gd name="connsiteX49" fmla="*/ 449925 w 3024845"/>
                <a:gd name="connsiteY49" fmla="*/ 605298 h 1078499"/>
                <a:gd name="connsiteX50" fmla="*/ 449925 w 3024845"/>
                <a:gd name="connsiteY50" fmla="*/ 603406 h 1078499"/>
                <a:gd name="connsiteX51" fmla="*/ 449925 w 3024845"/>
                <a:gd name="connsiteY51" fmla="*/ 590165 h 1078499"/>
                <a:gd name="connsiteX52" fmla="*/ 451699 w 3024845"/>
                <a:gd name="connsiteY52" fmla="*/ 590165 h 1078499"/>
                <a:gd name="connsiteX53" fmla="*/ 464112 w 3024845"/>
                <a:gd name="connsiteY53" fmla="*/ 590165 h 1078499"/>
                <a:gd name="connsiteX54" fmla="*/ 464112 w 3024845"/>
                <a:gd name="connsiteY54" fmla="*/ 613945 h 1078499"/>
                <a:gd name="connsiteX55" fmla="*/ 465126 w 3024845"/>
                <a:gd name="connsiteY55" fmla="*/ 613945 h 1078499"/>
                <a:gd name="connsiteX56" fmla="*/ 472219 w 3024845"/>
                <a:gd name="connsiteY56" fmla="*/ 613945 h 1078499"/>
                <a:gd name="connsiteX57" fmla="*/ 472219 w 3024845"/>
                <a:gd name="connsiteY57" fmla="*/ 612864 h 1078499"/>
                <a:gd name="connsiteX58" fmla="*/ 472219 w 3024845"/>
                <a:gd name="connsiteY58" fmla="*/ 605298 h 1078499"/>
                <a:gd name="connsiteX59" fmla="*/ 473992 w 3024845"/>
                <a:gd name="connsiteY59" fmla="*/ 605298 h 1078499"/>
                <a:gd name="connsiteX60" fmla="*/ 486406 w 3024845"/>
                <a:gd name="connsiteY60" fmla="*/ 605298 h 1078499"/>
                <a:gd name="connsiteX61" fmla="*/ 486406 w 3024845"/>
                <a:gd name="connsiteY61" fmla="*/ 631239 h 1078499"/>
                <a:gd name="connsiteX62" fmla="*/ 488433 w 3024845"/>
                <a:gd name="connsiteY62" fmla="*/ 631239 h 1078499"/>
                <a:gd name="connsiteX63" fmla="*/ 502619 w 3024845"/>
                <a:gd name="connsiteY63" fmla="*/ 631239 h 1078499"/>
                <a:gd name="connsiteX64" fmla="*/ 502619 w 3024845"/>
                <a:gd name="connsiteY64" fmla="*/ 632860 h 1078499"/>
                <a:gd name="connsiteX65" fmla="*/ 502619 w 3024845"/>
                <a:gd name="connsiteY65" fmla="*/ 644210 h 1078499"/>
                <a:gd name="connsiteX66" fmla="*/ 503379 w 3024845"/>
                <a:gd name="connsiteY66" fmla="*/ 644210 h 1078499"/>
                <a:gd name="connsiteX67" fmla="*/ 508700 w 3024845"/>
                <a:gd name="connsiteY67" fmla="*/ 644210 h 1078499"/>
                <a:gd name="connsiteX68" fmla="*/ 508700 w 3024845"/>
                <a:gd name="connsiteY68" fmla="*/ 643399 h 1078499"/>
                <a:gd name="connsiteX69" fmla="*/ 508700 w 3024845"/>
                <a:gd name="connsiteY69" fmla="*/ 637724 h 1078499"/>
                <a:gd name="connsiteX70" fmla="*/ 539100 w 3024845"/>
                <a:gd name="connsiteY70" fmla="*/ 637724 h 1078499"/>
                <a:gd name="connsiteX71" fmla="*/ 539100 w 3024845"/>
                <a:gd name="connsiteY71" fmla="*/ 661504 h 1078499"/>
                <a:gd name="connsiteX72" fmla="*/ 540113 w 3024845"/>
                <a:gd name="connsiteY72" fmla="*/ 661504 h 1078499"/>
                <a:gd name="connsiteX73" fmla="*/ 547207 w 3024845"/>
                <a:gd name="connsiteY73" fmla="*/ 661504 h 1078499"/>
                <a:gd name="connsiteX74" fmla="*/ 547207 w 3024845"/>
                <a:gd name="connsiteY74" fmla="*/ 662585 h 1078499"/>
                <a:gd name="connsiteX75" fmla="*/ 547207 w 3024845"/>
                <a:gd name="connsiteY75" fmla="*/ 670151 h 1078499"/>
                <a:gd name="connsiteX76" fmla="*/ 547967 w 3024845"/>
                <a:gd name="connsiteY76" fmla="*/ 670151 h 1078499"/>
                <a:gd name="connsiteX77" fmla="*/ 553287 w 3024845"/>
                <a:gd name="connsiteY77" fmla="*/ 670151 h 1078499"/>
                <a:gd name="connsiteX78" fmla="*/ 553287 w 3024845"/>
                <a:gd name="connsiteY78" fmla="*/ 667989 h 1078499"/>
                <a:gd name="connsiteX79" fmla="*/ 553287 w 3024845"/>
                <a:gd name="connsiteY79" fmla="*/ 652857 h 1078499"/>
                <a:gd name="connsiteX80" fmla="*/ 554300 w 3024845"/>
                <a:gd name="connsiteY80" fmla="*/ 652857 h 1078499"/>
                <a:gd name="connsiteX81" fmla="*/ 561394 w 3024845"/>
                <a:gd name="connsiteY81" fmla="*/ 652857 h 1078499"/>
                <a:gd name="connsiteX82" fmla="*/ 561394 w 3024845"/>
                <a:gd name="connsiteY82" fmla="*/ 653938 h 1078499"/>
                <a:gd name="connsiteX83" fmla="*/ 561394 w 3024845"/>
                <a:gd name="connsiteY83" fmla="*/ 661504 h 1078499"/>
                <a:gd name="connsiteX84" fmla="*/ 566714 w 3024845"/>
                <a:gd name="connsiteY84" fmla="*/ 659511 h 1078499"/>
                <a:gd name="connsiteX85" fmla="*/ 567474 w 3024845"/>
                <a:gd name="connsiteY85" fmla="*/ 658531 h 1078499"/>
                <a:gd name="connsiteX86" fmla="*/ 567474 w 3024845"/>
                <a:gd name="connsiteY86" fmla="*/ 652857 h 1078499"/>
                <a:gd name="connsiteX87" fmla="*/ 605981 w 3024845"/>
                <a:gd name="connsiteY87" fmla="*/ 652857 h 1078499"/>
                <a:gd name="connsiteX88" fmla="*/ 605981 w 3024845"/>
                <a:gd name="connsiteY88" fmla="*/ 676636 h 1078499"/>
                <a:gd name="connsiteX89" fmla="*/ 608007 w 3024845"/>
                <a:gd name="connsiteY89" fmla="*/ 676636 h 1078499"/>
                <a:gd name="connsiteX90" fmla="*/ 622194 w 3024845"/>
                <a:gd name="connsiteY90" fmla="*/ 676636 h 1078499"/>
                <a:gd name="connsiteX91" fmla="*/ 622194 w 3024845"/>
                <a:gd name="connsiteY91" fmla="*/ 677717 h 1078499"/>
                <a:gd name="connsiteX92" fmla="*/ 622194 w 3024845"/>
                <a:gd name="connsiteY92" fmla="*/ 685283 h 1078499"/>
                <a:gd name="connsiteX93" fmla="*/ 623968 w 3024845"/>
                <a:gd name="connsiteY93" fmla="*/ 685283 h 1078499"/>
                <a:gd name="connsiteX94" fmla="*/ 636381 w 3024845"/>
                <a:gd name="connsiteY94" fmla="*/ 685283 h 1078499"/>
                <a:gd name="connsiteX95" fmla="*/ 636381 w 3024845"/>
                <a:gd name="connsiteY95" fmla="*/ 661504 h 1078499"/>
                <a:gd name="connsiteX96" fmla="*/ 637394 w 3024845"/>
                <a:gd name="connsiteY96" fmla="*/ 661504 h 1078499"/>
                <a:gd name="connsiteX97" fmla="*/ 644488 w 3024845"/>
                <a:gd name="connsiteY97" fmla="*/ 661504 h 1078499"/>
                <a:gd name="connsiteX98" fmla="*/ 644488 w 3024845"/>
                <a:gd name="connsiteY98" fmla="*/ 629077 h 1078499"/>
                <a:gd name="connsiteX99" fmla="*/ 645501 w 3024845"/>
                <a:gd name="connsiteY99" fmla="*/ 629077 h 1078499"/>
                <a:gd name="connsiteX100" fmla="*/ 652595 w 3024845"/>
                <a:gd name="connsiteY100" fmla="*/ 629077 h 1078499"/>
                <a:gd name="connsiteX101" fmla="*/ 652595 w 3024845"/>
                <a:gd name="connsiteY101" fmla="*/ 627186 h 1078499"/>
                <a:gd name="connsiteX102" fmla="*/ 652595 w 3024845"/>
                <a:gd name="connsiteY102" fmla="*/ 613945 h 1078499"/>
                <a:gd name="connsiteX103" fmla="*/ 651328 w 3024845"/>
                <a:gd name="connsiteY103" fmla="*/ 612323 h 1078499"/>
                <a:gd name="connsiteX104" fmla="*/ 656648 w 3024845"/>
                <a:gd name="connsiteY104" fmla="*/ 600974 h 1078499"/>
                <a:gd name="connsiteX105" fmla="*/ 664755 w 3024845"/>
                <a:gd name="connsiteY105" fmla="*/ 629077 h 1078499"/>
                <a:gd name="connsiteX106" fmla="*/ 665515 w 3024845"/>
                <a:gd name="connsiteY106" fmla="*/ 629077 h 1078499"/>
                <a:gd name="connsiteX107" fmla="*/ 670835 w 3024845"/>
                <a:gd name="connsiteY107" fmla="*/ 629077 h 1078499"/>
                <a:gd name="connsiteX108" fmla="*/ 670835 w 3024845"/>
                <a:gd name="connsiteY108" fmla="*/ 523150 h 1078499"/>
                <a:gd name="connsiteX109" fmla="*/ 672355 w 3024845"/>
                <a:gd name="connsiteY109" fmla="*/ 523150 h 1078499"/>
                <a:gd name="connsiteX110" fmla="*/ 682995 w 3024845"/>
                <a:gd name="connsiteY110" fmla="*/ 523150 h 1078499"/>
                <a:gd name="connsiteX111" fmla="*/ 682995 w 3024845"/>
                <a:gd name="connsiteY111" fmla="*/ 475591 h 1078499"/>
                <a:gd name="connsiteX112" fmla="*/ 709342 w 3024845"/>
                <a:gd name="connsiteY112" fmla="*/ 475591 h 1078499"/>
                <a:gd name="connsiteX113" fmla="*/ 709342 w 3024845"/>
                <a:gd name="connsiteY113" fmla="*/ 453973 h 1078499"/>
                <a:gd name="connsiteX114" fmla="*/ 743796 w 3024845"/>
                <a:gd name="connsiteY114" fmla="*/ 453973 h 1078499"/>
                <a:gd name="connsiteX115" fmla="*/ 743796 w 3024845"/>
                <a:gd name="connsiteY115" fmla="*/ 456405 h 1078499"/>
                <a:gd name="connsiteX116" fmla="*/ 743796 w 3024845"/>
                <a:gd name="connsiteY116" fmla="*/ 473429 h 1078499"/>
                <a:gd name="connsiteX117" fmla="*/ 746076 w 3024845"/>
                <a:gd name="connsiteY117" fmla="*/ 473429 h 1078499"/>
                <a:gd name="connsiteX118" fmla="*/ 762036 w 3024845"/>
                <a:gd name="connsiteY118" fmla="*/ 473429 h 1078499"/>
                <a:gd name="connsiteX119" fmla="*/ 762036 w 3024845"/>
                <a:gd name="connsiteY119" fmla="*/ 520988 h 1078499"/>
                <a:gd name="connsiteX120" fmla="*/ 763049 w 3024845"/>
                <a:gd name="connsiteY120" fmla="*/ 520988 h 1078499"/>
                <a:gd name="connsiteX121" fmla="*/ 770143 w 3024845"/>
                <a:gd name="connsiteY121" fmla="*/ 520988 h 1078499"/>
                <a:gd name="connsiteX122" fmla="*/ 784330 w 3024845"/>
                <a:gd name="connsiteY122" fmla="*/ 525312 h 1078499"/>
                <a:gd name="connsiteX123" fmla="*/ 784330 w 3024845"/>
                <a:gd name="connsiteY123" fmla="*/ 564224 h 1078499"/>
                <a:gd name="connsiteX124" fmla="*/ 785343 w 3024845"/>
                <a:gd name="connsiteY124" fmla="*/ 564224 h 1078499"/>
                <a:gd name="connsiteX125" fmla="*/ 792436 w 3024845"/>
                <a:gd name="connsiteY125" fmla="*/ 564224 h 1078499"/>
                <a:gd name="connsiteX126" fmla="*/ 792436 w 3024845"/>
                <a:gd name="connsiteY126" fmla="*/ 565845 h 1078499"/>
                <a:gd name="connsiteX127" fmla="*/ 792436 w 3024845"/>
                <a:gd name="connsiteY127" fmla="*/ 577194 h 1078499"/>
                <a:gd name="connsiteX128" fmla="*/ 794463 w 3024845"/>
                <a:gd name="connsiteY128" fmla="*/ 577194 h 1078499"/>
                <a:gd name="connsiteX129" fmla="*/ 808650 w 3024845"/>
                <a:gd name="connsiteY129" fmla="*/ 577194 h 1078499"/>
                <a:gd name="connsiteX130" fmla="*/ 814730 w 3024845"/>
                <a:gd name="connsiteY130" fmla="*/ 583680 h 1078499"/>
                <a:gd name="connsiteX131" fmla="*/ 814730 w 3024845"/>
                <a:gd name="connsiteY131" fmla="*/ 605298 h 1078499"/>
                <a:gd name="connsiteX132" fmla="*/ 817010 w 3024845"/>
                <a:gd name="connsiteY132" fmla="*/ 605298 h 1078499"/>
                <a:gd name="connsiteX133" fmla="*/ 832970 w 3024845"/>
                <a:gd name="connsiteY133" fmla="*/ 605298 h 1078499"/>
                <a:gd name="connsiteX134" fmla="*/ 832970 w 3024845"/>
                <a:gd name="connsiteY134" fmla="*/ 606378 h 1078499"/>
                <a:gd name="connsiteX135" fmla="*/ 832970 w 3024845"/>
                <a:gd name="connsiteY135" fmla="*/ 613945 h 1078499"/>
                <a:gd name="connsiteX136" fmla="*/ 834237 w 3024845"/>
                <a:gd name="connsiteY136" fmla="*/ 613945 h 1078499"/>
                <a:gd name="connsiteX137" fmla="*/ 843104 w 3024845"/>
                <a:gd name="connsiteY137" fmla="*/ 613945 h 1078499"/>
                <a:gd name="connsiteX138" fmla="*/ 843104 w 3024845"/>
                <a:gd name="connsiteY138" fmla="*/ 616106 h 1078499"/>
                <a:gd name="connsiteX139" fmla="*/ 843104 w 3024845"/>
                <a:gd name="connsiteY139" fmla="*/ 631239 h 1078499"/>
                <a:gd name="connsiteX140" fmla="*/ 847157 w 3024845"/>
                <a:gd name="connsiteY140" fmla="*/ 629347 h 1078499"/>
                <a:gd name="connsiteX141" fmla="*/ 847157 w 3024845"/>
                <a:gd name="connsiteY141" fmla="*/ 616106 h 1078499"/>
                <a:gd name="connsiteX142" fmla="*/ 848170 w 3024845"/>
                <a:gd name="connsiteY142" fmla="*/ 616106 h 1078499"/>
                <a:gd name="connsiteX143" fmla="*/ 855264 w 3024845"/>
                <a:gd name="connsiteY143" fmla="*/ 616106 h 1078499"/>
                <a:gd name="connsiteX144" fmla="*/ 855264 w 3024845"/>
                <a:gd name="connsiteY144" fmla="*/ 617728 h 1078499"/>
                <a:gd name="connsiteX145" fmla="*/ 855264 w 3024845"/>
                <a:gd name="connsiteY145" fmla="*/ 629077 h 1078499"/>
                <a:gd name="connsiteX146" fmla="*/ 856024 w 3024845"/>
                <a:gd name="connsiteY146" fmla="*/ 629077 h 1078499"/>
                <a:gd name="connsiteX147" fmla="*/ 861344 w 3024845"/>
                <a:gd name="connsiteY147" fmla="*/ 629077 h 1078499"/>
                <a:gd name="connsiteX148" fmla="*/ 909984 w 3024845"/>
                <a:gd name="connsiteY148" fmla="*/ 624754 h 1078499"/>
                <a:gd name="connsiteX149" fmla="*/ 909984 w 3024845"/>
                <a:gd name="connsiteY149" fmla="*/ 626105 h 1078499"/>
                <a:gd name="connsiteX150" fmla="*/ 909984 w 3024845"/>
                <a:gd name="connsiteY150" fmla="*/ 635562 h 1078499"/>
                <a:gd name="connsiteX151" fmla="*/ 910744 w 3024845"/>
                <a:gd name="connsiteY151" fmla="*/ 635562 h 1078499"/>
                <a:gd name="connsiteX152" fmla="*/ 916065 w 3024845"/>
                <a:gd name="connsiteY152" fmla="*/ 635562 h 1078499"/>
                <a:gd name="connsiteX153" fmla="*/ 916065 w 3024845"/>
                <a:gd name="connsiteY153" fmla="*/ 637724 h 1078499"/>
                <a:gd name="connsiteX154" fmla="*/ 916065 w 3024845"/>
                <a:gd name="connsiteY154" fmla="*/ 652857 h 1078499"/>
                <a:gd name="connsiteX155" fmla="*/ 918091 w 3024845"/>
                <a:gd name="connsiteY155" fmla="*/ 651506 h 1078499"/>
                <a:gd name="connsiteX156" fmla="*/ 932278 w 3024845"/>
                <a:gd name="connsiteY156" fmla="*/ 642048 h 1078499"/>
                <a:gd name="connsiteX157" fmla="*/ 938358 w 3024845"/>
                <a:gd name="connsiteY157" fmla="*/ 600974 h 1078499"/>
                <a:gd name="connsiteX158" fmla="*/ 939118 w 3024845"/>
                <a:gd name="connsiteY158" fmla="*/ 600704 h 1078499"/>
                <a:gd name="connsiteX159" fmla="*/ 944438 w 3024845"/>
                <a:gd name="connsiteY159" fmla="*/ 598812 h 1078499"/>
                <a:gd name="connsiteX160" fmla="*/ 946465 w 3024845"/>
                <a:gd name="connsiteY160" fmla="*/ 529635 h 1078499"/>
                <a:gd name="connsiteX161" fmla="*/ 948492 w 3024845"/>
                <a:gd name="connsiteY161" fmla="*/ 598812 h 1078499"/>
                <a:gd name="connsiteX162" fmla="*/ 949252 w 3024845"/>
                <a:gd name="connsiteY162" fmla="*/ 599082 h 1078499"/>
                <a:gd name="connsiteX163" fmla="*/ 954572 w 3024845"/>
                <a:gd name="connsiteY163" fmla="*/ 600974 h 1078499"/>
                <a:gd name="connsiteX164" fmla="*/ 954572 w 3024845"/>
                <a:gd name="connsiteY164" fmla="*/ 514503 h 1078499"/>
                <a:gd name="connsiteX165" fmla="*/ 958625 w 3024845"/>
                <a:gd name="connsiteY165" fmla="*/ 482076 h 1078499"/>
                <a:gd name="connsiteX166" fmla="*/ 997132 w 3024845"/>
                <a:gd name="connsiteY166" fmla="*/ 482076 h 1078499"/>
                <a:gd name="connsiteX167" fmla="*/ 997132 w 3024845"/>
                <a:gd name="connsiteY167" fmla="*/ 514503 h 1078499"/>
                <a:gd name="connsiteX168" fmla="*/ 997892 w 3024845"/>
                <a:gd name="connsiteY168" fmla="*/ 514503 h 1078499"/>
                <a:gd name="connsiteX169" fmla="*/ 1003212 w 3024845"/>
                <a:gd name="connsiteY169" fmla="*/ 514503 h 1078499"/>
                <a:gd name="connsiteX170" fmla="*/ 1003212 w 3024845"/>
                <a:gd name="connsiteY170" fmla="*/ 432355 h 1078499"/>
                <a:gd name="connsiteX171" fmla="*/ 1004986 w 3024845"/>
                <a:gd name="connsiteY171" fmla="*/ 432355 h 1078499"/>
                <a:gd name="connsiteX172" fmla="*/ 1017399 w 3024845"/>
                <a:gd name="connsiteY172" fmla="*/ 432355 h 1078499"/>
                <a:gd name="connsiteX173" fmla="*/ 1017399 w 3024845"/>
                <a:gd name="connsiteY173" fmla="*/ 430464 h 1078499"/>
                <a:gd name="connsiteX174" fmla="*/ 1017399 w 3024845"/>
                <a:gd name="connsiteY174" fmla="*/ 417223 h 1078499"/>
                <a:gd name="connsiteX175" fmla="*/ 1039693 w 3024845"/>
                <a:gd name="connsiteY175" fmla="*/ 417223 h 1078499"/>
                <a:gd name="connsiteX176" fmla="*/ 1039693 w 3024845"/>
                <a:gd name="connsiteY176" fmla="*/ 416142 h 1078499"/>
                <a:gd name="connsiteX177" fmla="*/ 1039693 w 3024845"/>
                <a:gd name="connsiteY177" fmla="*/ 408576 h 1078499"/>
                <a:gd name="connsiteX178" fmla="*/ 1041466 w 3024845"/>
                <a:gd name="connsiteY178" fmla="*/ 408576 h 1078499"/>
                <a:gd name="connsiteX179" fmla="*/ 1053880 w 3024845"/>
                <a:gd name="connsiteY179" fmla="*/ 408576 h 1078499"/>
                <a:gd name="connsiteX180" fmla="*/ 1053880 w 3024845"/>
                <a:gd name="connsiteY180" fmla="*/ 409657 h 1078499"/>
                <a:gd name="connsiteX181" fmla="*/ 1053880 w 3024845"/>
                <a:gd name="connsiteY181" fmla="*/ 417223 h 1078499"/>
                <a:gd name="connsiteX182" fmla="*/ 1054640 w 3024845"/>
                <a:gd name="connsiteY182" fmla="*/ 417223 h 1078499"/>
                <a:gd name="connsiteX183" fmla="*/ 1059960 w 3024845"/>
                <a:gd name="connsiteY183" fmla="*/ 417223 h 1078499"/>
                <a:gd name="connsiteX184" fmla="*/ 1070093 w 3024845"/>
                <a:gd name="connsiteY184" fmla="*/ 412899 h 1078499"/>
                <a:gd name="connsiteX185" fmla="*/ 1074146 w 3024845"/>
                <a:gd name="connsiteY185" fmla="*/ 416142 h 1078499"/>
                <a:gd name="connsiteX186" fmla="*/ 1074146 w 3024845"/>
                <a:gd name="connsiteY186" fmla="*/ 408576 h 1078499"/>
                <a:gd name="connsiteX187" fmla="*/ 1076426 w 3024845"/>
                <a:gd name="connsiteY187" fmla="*/ 408576 h 1078499"/>
                <a:gd name="connsiteX188" fmla="*/ 1092387 w 3024845"/>
                <a:gd name="connsiteY188" fmla="*/ 408576 h 1078499"/>
                <a:gd name="connsiteX189" fmla="*/ 1092387 w 3024845"/>
                <a:gd name="connsiteY189" fmla="*/ 409657 h 1078499"/>
                <a:gd name="connsiteX190" fmla="*/ 1092387 w 3024845"/>
                <a:gd name="connsiteY190" fmla="*/ 417223 h 1078499"/>
                <a:gd name="connsiteX191" fmla="*/ 1122787 w 3024845"/>
                <a:gd name="connsiteY191" fmla="*/ 417223 h 1078499"/>
                <a:gd name="connsiteX192" fmla="*/ 1122787 w 3024845"/>
                <a:gd name="connsiteY192" fmla="*/ 418844 h 1078499"/>
                <a:gd name="connsiteX193" fmla="*/ 1122787 w 3024845"/>
                <a:gd name="connsiteY193" fmla="*/ 430194 h 1078499"/>
                <a:gd name="connsiteX194" fmla="*/ 1149134 w 3024845"/>
                <a:gd name="connsiteY194" fmla="*/ 430194 h 1078499"/>
                <a:gd name="connsiteX195" fmla="*/ 1149134 w 3024845"/>
                <a:gd name="connsiteY195" fmla="*/ 460458 h 1078499"/>
                <a:gd name="connsiteX196" fmla="*/ 1149894 w 3024845"/>
                <a:gd name="connsiteY196" fmla="*/ 460458 h 1078499"/>
                <a:gd name="connsiteX197" fmla="*/ 1155214 w 3024845"/>
                <a:gd name="connsiteY197" fmla="*/ 460458 h 1078499"/>
                <a:gd name="connsiteX198" fmla="*/ 1155214 w 3024845"/>
                <a:gd name="connsiteY198" fmla="*/ 461539 h 1078499"/>
                <a:gd name="connsiteX199" fmla="*/ 1155214 w 3024845"/>
                <a:gd name="connsiteY199" fmla="*/ 469106 h 1078499"/>
                <a:gd name="connsiteX200" fmla="*/ 1159268 w 3024845"/>
                <a:gd name="connsiteY200" fmla="*/ 499370 h 1078499"/>
                <a:gd name="connsiteX201" fmla="*/ 1160028 w 3024845"/>
                <a:gd name="connsiteY201" fmla="*/ 499370 h 1078499"/>
                <a:gd name="connsiteX202" fmla="*/ 1165348 w 3024845"/>
                <a:gd name="connsiteY202" fmla="*/ 499370 h 1078499"/>
                <a:gd name="connsiteX203" fmla="*/ 1165348 w 3024845"/>
                <a:gd name="connsiteY203" fmla="*/ 500181 h 1078499"/>
                <a:gd name="connsiteX204" fmla="*/ 1165348 w 3024845"/>
                <a:gd name="connsiteY204" fmla="*/ 505856 h 1078499"/>
                <a:gd name="connsiteX205" fmla="*/ 1166361 w 3024845"/>
                <a:gd name="connsiteY205" fmla="*/ 505856 h 1078499"/>
                <a:gd name="connsiteX206" fmla="*/ 1173454 w 3024845"/>
                <a:gd name="connsiteY206" fmla="*/ 505856 h 1078499"/>
                <a:gd name="connsiteX207" fmla="*/ 1173454 w 3024845"/>
                <a:gd name="connsiteY207" fmla="*/ 536121 h 1078499"/>
                <a:gd name="connsiteX208" fmla="*/ 1175481 w 3024845"/>
                <a:gd name="connsiteY208" fmla="*/ 536121 h 1078499"/>
                <a:gd name="connsiteX209" fmla="*/ 1189668 w 3024845"/>
                <a:gd name="connsiteY209" fmla="*/ 536121 h 1078499"/>
                <a:gd name="connsiteX210" fmla="*/ 1189668 w 3024845"/>
                <a:gd name="connsiteY210" fmla="*/ 559900 h 1078499"/>
                <a:gd name="connsiteX211" fmla="*/ 1191695 w 3024845"/>
                <a:gd name="connsiteY211" fmla="*/ 561521 h 1078499"/>
                <a:gd name="connsiteX212" fmla="*/ 1191695 w 3024845"/>
                <a:gd name="connsiteY212" fmla="*/ 572871 h 1078499"/>
                <a:gd name="connsiteX213" fmla="*/ 1192455 w 3024845"/>
                <a:gd name="connsiteY213" fmla="*/ 572871 h 1078499"/>
                <a:gd name="connsiteX214" fmla="*/ 1197775 w 3024845"/>
                <a:gd name="connsiteY214" fmla="*/ 572871 h 1078499"/>
                <a:gd name="connsiteX215" fmla="*/ 1197775 w 3024845"/>
                <a:gd name="connsiteY215" fmla="*/ 596650 h 1078499"/>
                <a:gd name="connsiteX216" fmla="*/ 1199041 w 3024845"/>
                <a:gd name="connsiteY216" fmla="*/ 596650 h 1078499"/>
                <a:gd name="connsiteX217" fmla="*/ 1207908 w 3024845"/>
                <a:gd name="connsiteY217" fmla="*/ 596650 h 1078499"/>
                <a:gd name="connsiteX218" fmla="*/ 1209935 w 3024845"/>
                <a:gd name="connsiteY218" fmla="*/ 600704 h 1078499"/>
                <a:gd name="connsiteX219" fmla="*/ 1209935 w 3024845"/>
                <a:gd name="connsiteY219" fmla="*/ 613945 h 1078499"/>
                <a:gd name="connsiteX220" fmla="*/ 1211455 w 3024845"/>
                <a:gd name="connsiteY220" fmla="*/ 612053 h 1078499"/>
                <a:gd name="connsiteX221" fmla="*/ 1222095 w 3024845"/>
                <a:gd name="connsiteY221" fmla="*/ 598812 h 1078499"/>
                <a:gd name="connsiteX222" fmla="*/ 1250469 w 3024845"/>
                <a:gd name="connsiteY222" fmla="*/ 598812 h 1078499"/>
                <a:gd name="connsiteX223" fmla="*/ 1250469 w 3024845"/>
                <a:gd name="connsiteY223" fmla="*/ 685283 h 1078499"/>
                <a:gd name="connsiteX224" fmla="*/ 1251229 w 3024845"/>
                <a:gd name="connsiteY224" fmla="*/ 685283 h 1078499"/>
                <a:gd name="connsiteX225" fmla="*/ 1256549 w 3024845"/>
                <a:gd name="connsiteY225" fmla="*/ 685283 h 1078499"/>
                <a:gd name="connsiteX226" fmla="*/ 1257309 w 3024845"/>
                <a:gd name="connsiteY226" fmla="*/ 683932 h 1078499"/>
                <a:gd name="connsiteX227" fmla="*/ 1262629 w 3024845"/>
                <a:gd name="connsiteY227" fmla="*/ 674474 h 1078499"/>
                <a:gd name="connsiteX228" fmla="*/ 1262629 w 3024845"/>
                <a:gd name="connsiteY228" fmla="*/ 676366 h 1078499"/>
                <a:gd name="connsiteX229" fmla="*/ 1262629 w 3024845"/>
                <a:gd name="connsiteY229" fmla="*/ 689607 h 1078499"/>
                <a:gd name="connsiteX230" fmla="*/ 1266682 w 3024845"/>
                <a:gd name="connsiteY230" fmla="*/ 644210 h 1078499"/>
                <a:gd name="connsiteX231" fmla="*/ 1267442 w 3024845"/>
                <a:gd name="connsiteY231" fmla="*/ 644210 h 1078499"/>
                <a:gd name="connsiteX232" fmla="*/ 1272762 w 3024845"/>
                <a:gd name="connsiteY232" fmla="*/ 644210 h 1078499"/>
                <a:gd name="connsiteX233" fmla="*/ 1272762 w 3024845"/>
                <a:gd name="connsiteY233" fmla="*/ 579356 h 1078499"/>
                <a:gd name="connsiteX234" fmla="*/ 1273776 w 3024845"/>
                <a:gd name="connsiteY234" fmla="*/ 579356 h 1078499"/>
                <a:gd name="connsiteX235" fmla="*/ 1280869 w 3024845"/>
                <a:gd name="connsiteY235" fmla="*/ 579356 h 1078499"/>
                <a:gd name="connsiteX236" fmla="*/ 1293029 w 3024845"/>
                <a:gd name="connsiteY236" fmla="*/ 536121 h 1078499"/>
                <a:gd name="connsiteX237" fmla="*/ 1294296 w 3024845"/>
                <a:gd name="connsiteY237" fmla="*/ 536121 h 1078499"/>
                <a:gd name="connsiteX238" fmla="*/ 1303163 w 3024845"/>
                <a:gd name="connsiteY238" fmla="*/ 536121 h 1078499"/>
                <a:gd name="connsiteX239" fmla="*/ 1313296 w 3024845"/>
                <a:gd name="connsiteY239" fmla="*/ 579356 h 1078499"/>
                <a:gd name="connsiteX240" fmla="*/ 1314309 w 3024845"/>
                <a:gd name="connsiteY240" fmla="*/ 579356 h 1078499"/>
                <a:gd name="connsiteX241" fmla="*/ 1321403 w 3024845"/>
                <a:gd name="connsiteY241" fmla="*/ 579356 h 1078499"/>
                <a:gd name="connsiteX242" fmla="*/ 1321403 w 3024845"/>
                <a:gd name="connsiteY242" fmla="*/ 618268 h 1078499"/>
                <a:gd name="connsiteX243" fmla="*/ 1323176 w 3024845"/>
                <a:gd name="connsiteY243" fmla="*/ 618268 h 1078499"/>
                <a:gd name="connsiteX244" fmla="*/ 1335590 w 3024845"/>
                <a:gd name="connsiteY244" fmla="*/ 618268 h 1078499"/>
                <a:gd name="connsiteX245" fmla="*/ 1335590 w 3024845"/>
                <a:gd name="connsiteY245" fmla="*/ 620430 h 1078499"/>
                <a:gd name="connsiteX246" fmla="*/ 1335590 w 3024845"/>
                <a:gd name="connsiteY246" fmla="*/ 635562 h 1078499"/>
                <a:gd name="connsiteX247" fmla="*/ 1339643 w 3024845"/>
                <a:gd name="connsiteY247" fmla="*/ 633401 h 1078499"/>
                <a:gd name="connsiteX248" fmla="*/ 1339643 w 3024845"/>
                <a:gd name="connsiteY248" fmla="*/ 618268 h 1078499"/>
                <a:gd name="connsiteX249" fmla="*/ 1341163 w 3024845"/>
                <a:gd name="connsiteY249" fmla="*/ 618268 h 1078499"/>
                <a:gd name="connsiteX250" fmla="*/ 1351803 w 3024845"/>
                <a:gd name="connsiteY250" fmla="*/ 618268 h 1078499"/>
                <a:gd name="connsiteX251" fmla="*/ 1351803 w 3024845"/>
                <a:gd name="connsiteY251" fmla="*/ 619889 h 1078499"/>
                <a:gd name="connsiteX252" fmla="*/ 1351803 w 3024845"/>
                <a:gd name="connsiteY252" fmla="*/ 631239 h 1078499"/>
                <a:gd name="connsiteX253" fmla="*/ 1382204 w 3024845"/>
                <a:gd name="connsiteY253" fmla="*/ 631239 h 1078499"/>
                <a:gd name="connsiteX254" fmla="*/ 1382204 w 3024845"/>
                <a:gd name="connsiteY254" fmla="*/ 594489 h 1078499"/>
                <a:gd name="connsiteX255" fmla="*/ 1383470 w 3024845"/>
                <a:gd name="connsiteY255" fmla="*/ 594489 h 1078499"/>
                <a:gd name="connsiteX256" fmla="*/ 1392337 w 3024845"/>
                <a:gd name="connsiteY256" fmla="*/ 594489 h 1078499"/>
                <a:gd name="connsiteX257" fmla="*/ 1392337 w 3024845"/>
                <a:gd name="connsiteY257" fmla="*/ 616106 h 1078499"/>
                <a:gd name="connsiteX258" fmla="*/ 1394364 w 3024845"/>
                <a:gd name="connsiteY258" fmla="*/ 583680 h 1078499"/>
                <a:gd name="connsiteX259" fmla="*/ 1416657 w 3024845"/>
                <a:gd name="connsiteY259" fmla="*/ 583680 h 1078499"/>
                <a:gd name="connsiteX260" fmla="*/ 1416657 w 3024845"/>
                <a:gd name="connsiteY260" fmla="*/ 582058 h 1078499"/>
                <a:gd name="connsiteX261" fmla="*/ 1416657 w 3024845"/>
                <a:gd name="connsiteY261" fmla="*/ 570709 h 1078499"/>
                <a:gd name="connsiteX262" fmla="*/ 1417417 w 3024845"/>
                <a:gd name="connsiteY262" fmla="*/ 570709 h 1078499"/>
                <a:gd name="connsiteX263" fmla="*/ 1422737 w 3024845"/>
                <a:gd name="connsiteY263" fmla="*/ 570709 h 1078499"/>
                <a:gd name="connsiteX264" fmla="*/ 1422737 w 3024845"/>
                <a:gd name="connsiteY264" fmla="*/ 568818 h 1078499"/>
                <a:gd name="connsiteX265" fmla="*/ 1422737 w 3024845"/>
                <a:gd name="connsiteY265" fmla="*/ 555577 h 1078499"/>
                <a:gd name="connsiteX266" fmla="*/ 1426791 w 3024845"/>
                <a:gd name="connsiteY266" fmla="*/ 562062 h 1078499"/>
                <a:gd name="connsiteX267" fmla="*/ 1429071 w 3024845"/>
                <a:gd name="connsiteY267" fmla="*/ 562062 h 1078499"/>
                <a:gd name="connsiteX268" fmla="*/ 1445031 w 3024845"/>
                <a:gd name="connsiteY268" fmla="*/ 562062 h 1078499"/>
                <a:gd name="connsiteX269" fmla="*/ 1445031 w 3024845"/>
                <a:gd name="connsiteY269" fmla="*/ 561251 h 1078499"/>
                <a:gd name="connsiteX270" fmla="*/ 1445031 w 3024845"/>
                <a:gd name="connsiteY270" fmla="*/ 555577 h 1078499"/>
                <a:gd name="connsiteX271" fmla="*/ 1445791 w 3024845"/>
                <a:gd name="connsiteY271" fmla="*/ 555577 h 1078499"/>
                <a:gd name="connsiteX272" fmla="*/ 1451111 w 3024845"/>
                <a:gd name="connsiteY272" fmla="*/ 555577 h 1078499"/>
                <a:gd name="connsiteX273" fmla="*/ 1451111 w 3024845"/>
                <a:gd name="connsiteY273" fmla="*/ 556928 h 1078499"/>
                <a:gd name="connsiteX274" fmla="*/ 1451111 w 3024845"/>
                <a:gd name="connsiteY274" fmla="*/ 566386 h 1078499"/>
                <a:gd name="connsiteX275" fmla="*/ 1489618 w 3024845"/>
                <a:gd name="connsiteY275" fmla="*/ 566386 h 1078499"/>
                <a:gd name="connsiteX276" fmla="*/ 1489618 w 3024845"/>
                <a:gd name="connsiteY276" fmla="*/ 704739 h 1078499"/>
                <a:gd name="connsiteX277" fmla="*/ 1491138 w 3024845"/>
                <a:gd name="connsiteY277" fmla="*/ 704739 h 1078499"/>
                <a:gd name="connsiteX278" fmla="*/ 1501778 w 3024845"/>
                <a:gd name="connsiteY278" fmla="*/ 704739 h 1078499"/>
                <a:gd name="connsiteX279" fmla="*/ 1501778 w 3024845"/>
                <a:gd name="connsiteY279" fmla="*/ 691769 h 1078499"/>
                <a:gd name="connsiteX280" fmla="*/ 1505832 w 3024845"/>
                <a:gd name="connsiteY280" fmla="*/ 691769 h 1078499"/>
                <a:gd name="connsiteX281" fmla="*/ 1505832 w 3024845"/>
                <a:gd name="connsiteY281" fmla="*/ 704739 h 1078499"/>
                <a:gd name="connsiteX282" fmla="*/ 1536232 w 3024845"/>
                <a:gd name="connsiteY282" fmla="*/ 704739 h 1078499"/>
                <a:gd name="connsiteX283" fmla="*/ 1536232 w 3024845"/>
                <a:gd name="connsiteY283" fmla="*/ 674474 h 1078499"/>
                <a:gd name="connsiteX284" fmla="*/ 1548392 w 3024845"/>
                <a:gd name="connsiteY284" fmla="*/ 674474 h 1078499"/>
                <a:gd name="connsiteX285" fmla="*/ 1560552 w 3024845"/>
                <a:gd name="connsiteY285" fmla="*/ 672313 h 1078499"/>
                <a:gd name="connsiteX286" fmla="*/ 1564606 w 3024845"/>
                <a:gd name="connsiteY286" fmla="*/ 674474 h 1078499"/>
                <a:gd name="connsiteX287" fmla="*/ 1574739 w 3024845"/>
                <a:gd name="connsiteY287" fmla="*/ 674474 h 1078499"/>
                <a:gd name="connsiteX288" fmla="*/ 1574739 w 3024845"/>
                <a:gd name="connsiteY288" fmla="*/ 704739 h 1078499"/>
                <a:gd name="connsiteX289" fmla="*/ 1582846 w 3024845"/>
                <a:gd name="connsiteY289" fmla="*/ 704739 h 1078499"/>
                <a:gd name="connsiteX290" fmla="*/ 1582846 w 3024845"/>
                <a:gd name="connsiteY290" fmla="*/ 722034 h 1078499"/>
                <a:gd name="connsiteX291" fmla="*/ 1592182 w 3024845"/>
                <a:gd name="connsiteY291" fmla="*/ 722939 h 1078499"/>
                <a:gd name="connsiteX292" fmla="*/ 1605140 w 3024845"/>
                <a:gd name="connsiteY292" fmla="*/ 722939 h 1078499"/>
                <a:gd name="connsiteX293" fmla="*/ 1605140 w 3024845"/>
                <a:gd name="connsiteY293" fmla="*/ 706901 h 1078499"/>
                <a:gd name="connsiteX294" fmla="*/ 1673096 w 3024845"/>
                <a:gd name="connsiteY294" fmla="*/ 706901 h 1078499"/>
                <a:gd name="connsiteX295" fmla="*/ 1673096 w 3024845"/>
                <a:gd name="connsiteY295" fmla="*/ 621648 h 1078499"/>
                <a:gd name="connsiteX296" fmla="*/ 1745104 w 3024845"/>
                <a:gd name="connsiteY296" fmla="*/ 621648 h 1078499"/>
                <a:gd name="connsiteX297" fmla="*/ 1745104 w 3024845"/>
                <a:gd name="connsiteY297" fmla="*/ 700416 h 1078499"/>
                <a:gd name="connsiteX298" fmla="*/ 1747008 w 3024845"/>
                <a:gd name="connsiteY298" fmla="*/ 700416 h 1078499"/>
                <a:gd name="connsiteX299" fmla="*/ 1748250 w 3024845"/>
                <a:gd name="connsiteY299" fmla="*/ 722939 h 1078499"/>
                <a:gd name="connsiteX300" fmla="*/ 1757926 w 3024845"/>
                <a:gd name="connsiteY300" fmla="*/ 722939 h 1078499"/>
                <a:gd name="connsiteX301" fmla="*/ 1759168 w 3024845"/>
                <a:gd name="connsiteY301" fmla="*/ 700416 h 1078499"/>
                <a:gd name="connsiteX302" fmla="*/ 1765248 w 3024845"/>
                <a:gd name="connsiteY302" fmla="*/ 700416 h 1078499"/>
                <a:gd name="connsiteX303" fmla="*/ 1766490 w 3024845"/>
                <a:gd name="connsiteY303" fmla="*/ 722939 h 1078499"/>
                <a:gd name="connsiteX304" fmla="*/ 1817112 w 3024845"/>
                <a:gd name="connsiteY304" fmla="*/ 722939 h 1078499"/>
                <a:gd name="connsiteX305" fmla="*/ 1817112 w 3024845"/>
                <a:gd name="connsiteY305" fmla="*/ 559911 h 1078499"/>
                <a:gd name="connsiteX306" fmla="*/ 2014439 w 3024845"/>
                <a:gd name="connsiteY306" fmla="*/ 559911 h 1078499"/>
                <a:gd name="connsiteX307" fmla="*/ 2014439 w 3024845"/>
                <a:gd name="connsiteY307" fmla="*/ 722939 h 1078499"/>
                <a:gd name="connsiteX308" fmla="*/ 2033136 w 3024845"/>
                <a:gd name="connsiteY308" fmla="*/ 722939 h 1078499"/>
                <a:gd name="connsiteX309" fmla="*/ 2033136 w 3024845"/>
                <a:gd name="connsiteY309" fmla="*/ 640246 h 1078499"/>
                <a:gd name="connsiteX310" fmla="*/ 2128256 w 3024845"/>
                <a:gd name="connsiteY310" fmla="*/ 640246 h 1078499"/>
                <a:gd name="connsiteX311" fmla="*/ 2140186 w 3024845"/>
                <a:gd name="connsiteY311" fmla="*/ 322105 h 1078499"/>
                <a:gd name="connsiteX312" fmla="*/ 2128026 w 3024845"/>
                <a:gd name="connsiteY312" fmla="*/ 300487 h 1078499"/>
                <a:gd name="connsiteX313" fmla="*/ 2121946 w 3024845"/>
                <a:gd name="connsiteY313" fmla="*/ 296163 h 1078499"/>
                <a:gd name="connsiteX314" fmla="*/ 2130053 w 3024845"/>
                <a:gd name="connsiteY314" fmla="*/ 272384 h 1078499"/>
                <a:gd name="connsiteX315" fmla="*/ 2130053 w 3024845"/>
                <a:gd name="connsiteY315" fmla="*/ 255090 h 1078499"/>
                <a:gd name="connsiteX316" fmla="*/ 2144240 w 3024845"/>
                <a:gd name="connsiteY316" fmla="*/ 255090 h 1078499"/>
                <a:gd name="connsiteX317" fmla="*/ 2144240 w 3024845"/>
                <a:gd name="connsiteY317" fmla="*/ 233472 h 1078499"/>
                <a:gd name="connsiteX318" fmla="*/ 2146266 w 3024845"/>
                <a:gd name="connsiteY318" fmla="*/ 229148 h 1078499"/>
                <a:gd name="connsiteX319" fmla="*/ 2146266 w 3024845"/>
                <a:gd name="connsiteY319" fmla="*/ 151324 h 1078499"/>
                <a:gd name="connsiteX320" fmla="*/ 2144240 w 3024845"/>
                <a:gd name="connsiteY320" fmla="*/ 144839 h 1078499"/>
                <a:gd name="connsiteX321" fmla="*/ 2150320 w 3024845"/>
                <a:gd name="connsiteY321" fmla="*/ 138353 h 1078499"/>
                <a:gd name="connsiteX322" fmla="*/ 2150320 w 3024845"/>
                <a:gd name="connsiteY322" fmla="*/ 79985 h 1078499"/>
                <a:gd name="connsiteX323" fmla="*/ 2152346 w 3024845"/>
                <a:gd name="connsiteY323" fmla="*/ 75662 h 1078499"/>
                <a:gd name="connsiteX324" fmla="*/ 2152346 w 3024845"/>
                <a:gd name="connsiteY324" fmla="*/ 19456 h 1078499"/>
                <a:gd name="connsiteX325" fmla="*/ 2154373 w 3024845"/>
                <a:gd name="connsiteY325" fmla="*/ 0 h 1078499"/>
                <a:gd name="connsiteX326" fmla="*/ 2158427 w 3024845"/>
                <a:gd name="connsiteY326" fmla="*/ 17294 h 1078499"/>
                <a:gd name="connsiteX327" fmla="*/ 2160453 w 3024845"/>
                <a:gd name="connsiteY327" fmla="*/ 75662 h 1078499"/>
                <a:gd name="connsiteX328" fmla="*/ 2162480 w 3024845"/>
                <a:gd name="connsiteY328" fmla="*/ 138353 h 1078499"/>
                <a:gd name="connsiteX329" fmla="*/ 2168560 w 3024845"/>
                <a:gd name="connsiteY329" fmla="*/ 144839 h 1078499"/>
                <a:gd name="connsiteX330" fmla="*/ 2166533 w 3024845"/>
                <a:gd name="connsiteY330" fmla="*/ 151324 h 1078499"/>
                <a:gd name="connsiteX331" fmla="*/ 2166533 w 3024845"/>
                <a:gd name="connsiteY331" fmla="*/ 229148 h 1078499"/>
                <a:gd name="connsiteX332" fmla="*/ 2168560 w 3024845"/>
                <a:gd name="connsiteY332" fmla="*/ 233472 h 1078499"/>
                <a:gd name="connsiteX333" fmla="*/ 2168560 w 3024845"/>
                <a:gd name="connsiteY333" fmla="*/ 255090 h 1078499"/>
                <a:gd name="connsiteX334" fmla="*/ 2182747 w 3024845"/>
                <a:gd name="connsiteY334" fmla="*/ 255090 h 1078499"/>
                <a:gd name="connsiteX335" fmla="*/ 2182747 w 3024845"/>
                <a:gd name="connsiteY335" fmla="*/ 272384 h 1078499"/>
                <a:gd name="connsiteX336" fmla="*/ 2190854 w 3024845"/>
                <a:gd name="connsiteY336" fmla="*/ 296163 h 1078499"/>
                <a:gd name="connsiteX337" fmla="*/ 2184774 w 3024845"/>
                <a:gd name="connsiteY337" fmla="*/ 300487 h 1078499"/>
                <a:gd name="connsiteX338" fmla="*/ 2172613 w 3024845"/>
                <a:gd name="connsiteY338" fmla="*/ 322105 h 1078499"/>
                <a:gd name="connsiteX339" fmla="*/ 2180720 w 3024845"/>
                <a:gd name="connsiteY339" fmla="*/ 575033 h 1078499"/>
                <a:gd name="connsiteX340" fmla="*/ 2245574 w 3024845"/>
                <a:gd name="connsiteY340" fmla="*/ 575033 h 1078499"/>
                <a:gd name="connsiteX341" fmla="*/ 2245574 w 3024845"/>
                <a:gd name="connsiteY341" fmla="*/ 650695 h 1078499"/>
                <a:gd name="connsiteX342" fmla="*/ 2253681 w 3024845"/>
                <a:gd name="connsiteY342" fmla="*/ 650695 h 1078499"/>
                <a:gd name="connsiteX343" fmla="*/ 2255708 w 3024845"/>
                <a:gd name="connsiteY343" fmla="*/ 644210 h 1078499"/>
                <a:gd name="connsiteX344" fmla="*/ 2261788 w 3024845"/>
                <a:gd name="connsiteY344" fmla="*/ 644210 h 1078499"/>
                <a:gd name="connsiteX345" fmla="*/ 2263815 w 3024845"/>
                <a:gd name="connsiteY345" fmla="*/ 652857 h 1078499"/>
                <a:gd name="connsiteX346" fmla="*/ 2275975 w 3024845"/>
                <a:gd name="connsiteY346" fmla="*/ 652857 h 1078499"/>
                <a:gd name="connsiteX347" fmla="*/ 2275975 w 3024845"/>
                <a:gd name="connsiteY347" fmla="*/ 646371 h 1078499"/>
                <a:gd name="connsiteX348" fmla="*/ 2298268 w 3024845"/>
                <a:gd name="connsiteY348" fmla="*/ 646371 h 1078499"/>
                <a:gd name="connsiteX349" fmla="*/ 2298268 w 3024845"/>
                <a:gd name="connsiteY349" fmla="*/ 652857 h 1078499"/>
                <a:gd name="connsiteX350" fmla="*/ 2318535 w 3024845"/>
                <a:gd name="connsiteY350" fmla="*/ 652857 h 1078499"/>
                <a:gd name="connsiteX351" fmla="*/ 2318535 w 3024845"/>
                <a:gd name="connsiteY351" fmla="*/ 698254 h 1078499"/>
                <a:gd name="connsiteX352" fmla="*/ 2332722 w 3024845"/>
                <a:gd name="connsiteY352" fmla="*/ 698254 h 1078499"/>
                <a:gd name="connsiteX353" fmla="*/ 2332722 w 3024845"/>
                <a:gd name="connsiteY353" fmla="*/ 685283 h 1078499"/>
                <a:gd name="connsiteX354" fmla="*/ 2348936 w 3024845"/>
                <a:gd name="connsiteY354" fmla="*/ 685283 h 1078499"/>
                <a:gd name="connsiteX355" fmla="*/ 2348936 w 3024845"/>
                <a:gd name="connsiteY355" fmla="*/ 505856 h 1078499"/>
                <a:gd name="connsiteX356" fmla="*/ 2355016 w 3024845"/>
                <a:gd name="connsiteY356" fmla="*/ 499370 h 1078499"/>
                <a:gd name="connsiteX357" fmla="*/ 2427977 w 3024845"/>
                <a:gd name="connsiteY357" fmla="*/ 499370 h 1078499"/>
                <a:gd name="connsiteX358" fmla="*/ 2427977 w 3024845"/>
                <a:gd name="connsiteY358" fmla="*/ 508018 h 1078499"/>
                <a:gd name="connsiteX359" fmla="*/ 2438110 w 3024845"/>
                <a:gd name="connsiteY359" fmla="*/ 508018 h 1078499"/>
                <a:gd name="connsiteX360" fmla="*/ 2438110 w 3024845"/>
                <a:gd name="connsiteY360" fmla="*/ 622592 h 1078499"/>
                <a:gd name="connsiteX361" fmla="*/ 2460404 w 3024845"/>
                <a:gd name="connsiteY361" fmla="*/ 622592 h 1078499"/>
                <a:gd name="connsiteX362" fmla="*/ 2460404 w 3024845"/>
                <a:gd name="connsiteY362" fmla="*/ 555577 h 1078499"/>
                <a:gd name="connsiteX363" fmla="*/ 2486751 w 3024845"/>
                <a:gd name="connsiteY363" fmla="*/ 555577 h 1078499"/>
                <a:gd name="connsiteX364" fmla="*/ 2490804 w 3024845"/>
                <a:gd name="connsiteY364" fmla="*/ 551253 h 1078499"/>
                <a:gd name="connsiteX365" fmla="*/ 2498911 w 3024845"/>
                <a:gd name="connsiteY365" fmla="*/ 551253 h 1078499"/>
                <a:gd name="connsiteX366" fmla="*/ 2502964 w 3024845"/>
                <a:gd name="connsiteY366" fmla="*/ 555577 h 1078499"/>
                <a:gd name="connsiteX367" fmla="*/ 2525258 w 3024845"/>
                <a:gd name="connsiteY367" fmla="*/ 555577 h 1078499"/>
                <a:gd name="connsiteX368" fmla="*/ 2525258 w 3024845"/>
                <a:gd name="connsiteY368" fmla="*/ 438841 h 1078499"/>
                <a:gd name="connsiteX369" fmla="*/ 2582005 w 3024845"/>
                <a:gd name="connsiteY369" fmla="*/ 428032 h 1078499"/>
                <a:gd name="connsiteX370" fmla="*/ 2582005 w 3024845"/>
                <a:gd name="connsiteY370" fmla="*/ 429113 h 1078499"/>
                <a:gd name="connsiteX371" fmla="*/ 2582005 w 3024845"/>
                <a:gd name="connsiteY371" fmla="*/ 436679 h 1078499"/>
                <a:gd name="connsiteX372" fmla="*/ 2608352 w 3024845"/>
                <a:gd name="connsiteY372" fmla="*/ 436679 h 1078499"/>
                <a:gd name="connsiteX373" fmla="*/ 2608352 w 3024845"/>
                <a:gd name="connsiteY373" fmla="*/ 691769 h 1078499"/>
                <a:gd name="connsiteX374" fmla="*/ 2630646 w 3024845"/>
                <a:gd name="connsiteY374" fmla="*/ 691769 h 1078499"/>
                <a:gd name="connsiteX375" fmla="*/ 2630646 w 3024845"/>
                <a:gd name="connsiteY375" fmla="*/ 687445 h 1078499"/>
                <a:gd name="connsiteX376" fmla="*/ 2642806 w 3024845"/>
                <a:gd name="connsiteY376" fmla="*/ 687445 h 1078499"/>
                <a:gd name="connsiteX377" fmla="*/ 2642806 w 3024845"/>
                <a:gd name="connsiteY377" fmla="*/ 691769 h 1078499"/>
                <a:gd name="connsiteX378" fmla="*/ 2667126 w 3024845"/>
                <a:gd name="connsiteY378" fmla="*/ 691769 h 1078499"/>
                <a:gd name="connsiteX379" fmla="*/ 2667126 w 3024845"/>
                <a:gd name="connsiteY379" fmla="*/ 678798 h 1078499"/>
                <a:gd name="connsiteX380" fmla="*/ 2695500 w 3024845"/>
                <a:gd name="connsiteY380" fmla="*/ 678798 h 1078499"/>
                <a:gd name="connsiteX381" fmla="*/ 2707660 w 3024845"/>
                <a:gd name="connsiteY381" fmla="*/ 674474 h 1078499"/>
                <a:gd name="connsiteX382" fmla="*/ 2727927 w 3024845"/>
                <a:gd name="connsiteY382" fmla="*/ 678798 h 1078499"/>
                <a:gd name="connsiteX383" fmla="*/ 2727927 w 3024845"/>
                <a:gd name="connsiteY383" fmla="*/ 661504 h 1078499"/>
                <a:gd name="connsiteX384" fmla="*/ 2736034 w 3024845"/>
                <a:gd name="connsiteY384" fmla="*/ 661504 h 1078499"/>
                <a:gd name="connsiteX385" fmla="*/ 2736034 w 3024845"/>
                <a:gd name="connsiteY385" fmla="*/ 648533 h 1078499"/>
                <a:gd name="connsiteX386" fmla="*/ 2792781 w 3024845"/>
                <a:gd name="connsiteY386" fmla="*/ 648533 h 1078499"/>
                <a:gd name="connsiteX387" fmla="*/ 2792781 w 3024845"/>
                <a:gd name="connsiteY387" fmla="*/ 618268 h 1078499"/>
                <a:gd name="connsiteX388" fmla="*/ 2811021 w 3024845"/>
                <a:gd name="connsiteY388" fmla="*/ 618268 h 1078499"/>
                <a:gd name="connsiteX389" fmla="*/ 2811021 w 3024845"/>
                <a:gd name="connsiteY389" fmla="*/ 611783 h 1078499"/>
                <a:gd name="connsiteX390" fmla="*/ 2823181 w 3024845"/>
                <a:gd name="connsiteY390" fmla="*/ 611783 h 1078499"/>
                <a:gd name="connsiteX391" fmla="*/ 2823181 w 3024845"/>
                <a:gd name="connsiteY391" fmla="*/ 618268 h 1078499"/>
                <a:gd name="connsiteX392" fmla="*/ 2839395 w 3024845"/>
                <a:gd name="connsiteY392" fmla="*/ 618268 h 1078499"/>
                <a:gd name="connsiteX393" fmla="*/ 2839395 w 3024845"/>
                <a:gd name="connsiteY393" fmla="*/ 667989 h 1078499"/>
                <a:gd name="connsiteX394" fmla="*/ 2871822 w 3024845"/>
                <a:gd name="connsiteY394" fmla="*/ 667989 h 1078499"/>
                <a:gd name="connsiteX395" fmla="*/ 2871822 w 3024845"/>
                <a:gd name="connsiteY395" fmla="*/ 642048 h 1078499"/>
                <a:gd name="connsiteX396" fmla="*/ 2910329 w 3024845"/>
                <a:gd name="connsiteY396" fmla="*/ 642048 h 1078499"/>
                <a:gd name="connsiteX397" fmla="*/ 2910329 w 3024845"/>
                <a:gd name="connsiteY397" fmla="*/ 611783 h 1078499"/>
                <a:gd name="connsiteX398" fmla="*/ 2958970 w 3024845"/>
                <a:gd name="connsiteY398" fmla="*/ 611783 h 1078499"/>
                <a:gd name="connsiteX399" fmla="*/ 2958970 w 3024845"/>
                <a:gd name="connsiteY399" fmla="*/ 722939 h 1078499"/>
                <a:gd name="connsiteX400" fmla="*/ 2958970 w 3024845"/>
                <a:gd name="connsiteY400" fmla="*/ 736718 h 1078499"/>
                <a:gd name="connsiteX401" fmla="*/ 3024845 w 3024845"/>
                <a:gd name="connsiteY401" fmla="*/ 736718 h 1078499"/>
                <a:gd name="connsiteX402" fmla="*/ 3024845 w 3024845"/>
                <a:gd name="connsiteY402" fmla="*/ 1078499 h 1078499"/>
                <a:gd name="connsiteX403" fmla="*/ 2054 w 3024845"/>
                <a:gd name="connsiteY403" fmla="*/ 1076166 h 1078499"/>
                <a:gd name="connsiteX404" fmla="*/ 0 w 3024845"/>
                <a:gd name="connsiteY404" fmla="*/ 642048 h 1078499"/>
                <a:gd name="connsiteX405" fmla="*/ 20267 w 3024845"/>
                <a:gd name="connsiteY405" fmla="*/ 642048 h 1078499"/>
                <a:gd name="connsiteX406" fmla="*/ 20774 w 3024845"/>
                <a:gd name="connsiteY406" fmla="*/ 640967 h 1078499"/>
                <a:gd name="connsiteX407" fmla="*/ 24320 w 3024845"/>
                <a:gd name="connsiteY407" fmla="*/ 633401 h 1078499"/>
                <a:gd name="connsiteX408" fmla="*/ 26094 w 3024845"/>
                <a:gd name="connsiteY408" fmla="*/ 633671 h 1078499"/>
                <a:gd name="connsiteX409" fmla="*/ 38507 w 3024845"/>
                <a:gd name="connsiteY409" fmla="*/ 635562 h 1078499"/>
                <a:gd name="connsiteX410" fmla="*/ 39014 w 3024845"/>
                <a:gd name="connsiteY410" fmla="*/ 636914 h 1078499"/>
                <a:gd name="connsiteX411" fmla="*/ 42560 w 3024845"/>
                <a:gd name="connsiteY411" fmla="*/ 646371 h 1078499"/>
                <a:gd name="connsiteX412" fmla="*/ 68907 w 3024845"/>
                <a:gd name="connsiteY412" fmla="*/ 648533 h 1078499"/>
                <a:gd name="connsiteX413" fmla="*/ 68907 w 3024845"/>
                <a:gd name="connsiteY413" fmla="*/ 525312 h 1078499"/>
                <a:gd name="connsiteX414" fmla="*/ 70934 w 3024845"/>
                <a:gd name="connsiteY414" fmla="*/ 525312 h 1078499"/>
                <a:gd name="connsiteX415" fmla="*/ 85121 w 3024845"/>
                <a:gd name="connsiteY415" fmla="*/ 525312 h 1078499"/>
                <a:gd name="connsiteX416" fmla="*/ 85121 w 3024845"/>
                <a:gd name="connsiteY416" fmla="*/ 389120 h 1078499"/>
                <a:gd name="connsiteX417" fmla="*/ 86894 w 3024845"/>
                <a:gd name="connsiteY417" fmla="*/ 389120 h 1078499"/>
                <a:gd name="connsiteX418" fmla="*/ 99308 w 3024845"/>
                <a:gd name="connsiteY418" fmla="*/ 389120 h 1078499"/>
                <a:gd name="connsiteX419" fmla="*/ 99308 w 3024845"/>
                <a:gd name="connsiteY419" fmla="*/ 274546 h 1078499"/>
                <a:gd name="connsiteX420" fmla="*/ 103361 w 3024845"/>
                <a:gd name="connsiteY420" fmla="*/ 246442 h 1078499"/>
                <a:gd name="connsiteX421" fmla="*/ 105388 w 3024845"/>
                <a:gd name="connsiteY421" fmla="*/ 246442 h 1078499"/>
                <a:gd name="connsiteX422" fmla="*/ 119575 w 3024845"/>
                <a:gd name="connsiteY422"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58427 w 3024845"/>
                <a:gd name="connsiteY325" fmla="*/ 17294 h 1078499"/>
                <a:gd name="connsiteX326" fmla="*/ 2160453 w 3024845"/>
                <a:gd name="connsiteY326" fmla="*/ 75662 h 1078499"/>
                <a:gd name="connsiteX327" fmla="*/ 2162480 w 3024845"/>
                <a:gd name="connsiteY327" fmla="*/ 138353 h 1078499"/>
                <a:gd name="connsiteX328" fmla="*/ 2168560 w 3024845"/>
                <a:gd name="connsiteY328" fmla="*/ 144839 h 1078499"/>
                <a:gd name="connsiteX329" fmla="*/ 2166533 w 3024845"/>
                <a:gd name="connsiteY329" fmla="*/ 151324 h 1078499"/>
                <a:gd name="connsiteX330" fmla="*/ 2166533 w 3024845"/>
                <a:gd name="connsiteY330" fmla="*/ 229148 h 1078499"/>
                <a:gd name="connsiteX331" fmla="*/ 2168560 w 3024845"/>
                <a:gd name="connsiteY331" fmla="*/ 233472 h 1078499"/>
                <a:gd name="connsiteX332" fmla="*/ 2168560 w 3024845"/>
                <a:gd name="connsiteY332" fmla="*/ 255090 h 1078499"/>
                <a:gd name="connsiteX333" fmla="*/ 2182747 w 3024845"/>
                <a:gd name="connsiteY333" fmla="*/ 255090 h 1078499"/>
                <a:gd name="connsiteX334" fmla="*/ 2182747 w 3024845"/>
                <a:gd name="connsiteY334" fmla="*/ 272384 h 1078499"/>
                <a:gd name="connsiteX335" fmla="*/ 2190854 w 3024845"/>
                <a:gd name="connsiteY335" fmla="*/ 296163 h 1078499"/>
                <a:gd name="connsiteX336" fmla="*/ 2184774 w 3024845"/>
                <a:gd name="connsiteY336" fmla="*/ 300487 h 1078499"/>
                <a:gd name="connsiteX337" fmla="*/ 2172613 w 3024845"/>
                <a:gd name="connsiteY337" fmla="*/ 322105 h 1078499"/>
                <a:gd name="connsiteX338" fmla="*/ 2180720 w 3024845"/>
                <a:gd name="connsiteY338" fmla="*/ 575033 h 1078499"/>
                <a:gd name="connsiteX339" fmla="*/ 2245574 w 3024845"/>
                <a:gd name="connsiteY339" fmla="*/ 575033 h 1078499"/>
                <a:gd name="connsiteX340" fmla="*/ 2245574 w 3024845"/>
                <a:gd name="connsiteY340" fmla="*/ 650695 h 1078499"/>
                <a:gd name="connsiteX341" fmla="*/ 2253681 w 3024845"/>
                <a:gd name="connsiteY341" fmla="*/ 650695 h 1078499"/>
                <a:gd name="connsiteX342" fmla="*/ 2255708 w 3024845"/>
                <a:gd name="connsiteY342" fmla="*/ 644210 h 1078499"/>
                <a:gd name="connsiteX343" fmla="*/ 2261788 w 3024845"/>
                <a:gd name="connsiteY343" fmla="*/ 644210 h 1078499"/>
                <a:gd name="connsiteX344" fmla="*/ 2263815 w 3024845"/>
                <a:gd name="connsiteY344" fmla="*/ 652857 h 1078499"/>
                <a:gd name="connsiteX345" fmla="*/ 2275975 w 3024845"/>
                <a:gd name="connsiteY345" fmla="*/ 652857 h 1078499"/>
                <a:gd name="connsiteX346" fmla="*/ 2275975 w 3024845"/>
                <a:gd name="connsiteY346" fmla="*/ 646371 h 1078499"/>
                <a:gd name="connsiteX347" fmla="*/ 2298268 w 3024845"/>
                <a:gd name="connsiteY347" fmla="*/ 646371 h 1078499"/>
                <a:gd name="connsiteX348" fmla="*/ 2298268 w 3024845"/>
                <a:gd name="connsiteY348" fmla="*/ 652857 h 1078499"/>
                <a:gd name="connsiteX349" fmla="*/ 2318535 w 3024845"/>
                <a:gd name="connsiteY349" fmla="*/ 652857 h 1078499"/>
                <a:gd name="connsiteX350" fmla="*/ 2318535 w 3024845"/>
                <a:gd name="connsiteY350" fmla="*/ 698254 h 1078499"/>
                <a:gd name="connsiteX351" fmla="*/ 2332722 w 3024845"/>
                <a:gd name="connsiteY351" fmla="*/ 698254 h 1078499"/>
                <a:gd name="connsiteX352" fmla="*/ 2332722 w 3024845"/>
                <a:gd name="connsiteY352" fmla="*/ 685283 h 1078499"/>
                <a:gd name="connsiteX353" fmla="*/ 2348936 w 3024845"/>
                <a:gd name="connsiteY353" fmla="*/ 685283 h 1078499"/>
                <a:gd name="connsiteX354" fmla="*/ 2348936 w 3024845"/>
                <a:gd name="connsiteY354" fmla="*/ 505856 h 1078499"/>
                <a:gd name="connsiteX355" fmla="*/ 2355016 w 3024845"/>
                <a:gd name="connsiteY355" fmla="*/ 499370 h 1078499"/>
                <a:gd name="connsiteX356" fmla="*/ 2427977 w 3024845"/>
                <a:gd name="connsiteY356" fmla="*/ 499370 h 1078499"/>
                <a:gd name="connsiteX357" fmla="*/ 2427977 w 3024845"/>
                <a:gd name="connsiteY357" fmla="*/ 508018 h 1078499"/>
                <a:gd name="connsiteX358" fmla="*/ 2438110 w 3024845"/>
                <a:gd name="connsiteY358" fmla="*/ 508018 h 1078499"/>
                <a:gd name="connsiteX359" fmla="*/ 2438110 w 3024845"/>
                <a:gd name="connsiteY359" fmla="*/ 622592 h 1078499"/>
                <a:gd name="connsiteX360" fmla="*/ 2460404 w 3024845"/>
                <a:gd name="connsiteY360" fmla="*/ 622592 h 1078499"/>
                <a:gd name="connsiteX361" fmla="*/ 2460404 w 3024845"/>
                <a:gd name="connsiteY361" fmla="*/ 555577 h 1078499"/>
                <a:gd name="connsiteX362" fmla="*/ 2486751 w 3024845"/>
                <a:gd name="connsiteY362" fmla="*/ 555577 h 1078499"/>
                <a:gd name="connsiteX363" fmla="*/ 2490804 w 3024845"/>
                <a:gd name="connsiteY363" fmla="*/ 551253 h 1078499"/>
                <a:gd name="connsiteX364" fmla="*/ 2498911 w 3024845"/>
                <a:gd name="connsiteY364" fmla="*/ 551253 h 1078499"/>
                <a:gd name="connsiteX365" fmla="*/ 2502964 w 3024845"/>
                <a:gd name="connsiteY365" fmla="*/ 555577 h 1078499"/>
                <a:gd name="connsiteX366" fmla="*/ 2525258 w 3024845"/>
                <a:gd name="connsiteY366" fmla="*/ 555577 h 1078499"/>
                <a:gd name="connsiteX367" fmla="*/ 2525258 w 3024845"/>
                <a:gd name="connsiteY367" fmla="*/ 438841 h 1078499"/>
                <a:gd name="connsiteX368" fmla="*/ 2582005 w 3024845"/>
                <a:gd name="connsiteY368" fmla="*/ 428032 h 1078499"/>
                <a:gd name="connsiteX369" fmla="*/ 2582005 w 3024845"/>
                <a:gd name="connsiteY369" fmla="*/ 429113 h 1078499"/>
                <a:gd name="connsiteX370" fmla="*/ 2582005 w 3024845"/>
                <a:gd name="connsiteY370" fmla="*/ 436679 h 1078499"/>
                <a:gd name="connsiteX371" fmla="*/ 2608352 w 3024845"/>
                <a:gd name="connsiteY371" fmla="*/ 436679 h 1078499"/>
                <a:gd name="connsiteX372" fmla="*/ 2608352 w 3024845"/>
                <a:gd name="connsiteY372" fmla="*/ 691769 h 1078499"/>
                <a:gd name="connsiteX373" fmla="*/ 2630646 w 3024845"/>
                <a:gd name="connsiteY373" fmla="*/ 691769 h 1078499"/>
                <a:gd name="connsiteX374" fmla="*/ 2630646 w 3024845"/>
                <a:gd name="connsiteY374" fmla="*/ 687445 h 1078499"/>
                <a:gd name="connsiteX375" fmla="*/ 2642806 w 3024845"/>
                <a:gd name="connsiteY375" fmla="*/ 687445 h 1078499"/>
                <a:gd name="connsiteX376" fmla="*/ 2642806 w 3024845"/>
                <a:gd name="connsiteY376" fmla="*/ 691769 h 1078499"/>
                <a:gd name="connsiteX377" fmla="*/ 2667126 w 3024845"/>
                <a:gd name="connsiteY377" fmla="*/ 691769 h 1078499"/>
                <a:gd name="connsiteX378" fmla="*/ 2667126 w 3024845"/>
                <a:gd name="connsiteY378" fmla="*/ 678798 h 1078499"/>
                <a:gd name="connsiteX379" fmla="*/ 2695500 w 3024845"/>
                <a:gd name="connsiteY379" fmla="*/ 678798 h 1078499"/>
                <a:gd name="connsiteX380" fmla="*/ 2707660 w 3024845"/>
                <a:gd name="connsiteY380" fmla="*/ 674474 h 1078499"/>
                <a:gd name="connsiteX381" fmla="*/ 2727927 w 3024845"/>
                <a:gd name="connsiteY381" fmla="*/ 678798 h 1078499"/>
                <a:gd name="connsiteX382" fmla="*/ 2727927 w 3024845"/>
                <a:gd name="connsiteY382" fmla="*/ 661504 h 1078499"/>
                <a:gd name="connsiteX383" fmla="*/ 2736034 w 3024845"/>
                <a:gd name="connsiteY383" fmla="*/ 661504 h 1078499"/>
                <a:gd name="connsiteX384" fmla="*/ 2736034 w 3024845"/>
                <a:gd name="connsiteY384" fmla="*/ 648533 h 1078499"/>
                <a:gd name="connsiteX385" fmla="*/ 2792781 w 3024845"/>
                <a:gd name="connsiteY385" fmla="*/ 648533 h 1078499"/>
                <a:gd name="connsiteX386" fmla="*/ 2792781 w 3024845"/>
                <a:gd name="connsiteY386" fmla="*/ 618268 h 1078499"/>
                <a:gd name="connsiteX387" fmla="*/ 2811021 w 3024845"/>
                <a:gd name="connsiteY387" fmla="*/ 618268 h 1078499"/>
                <a:gd name="connsiteX388" fmla="*/ 2811021 w 3024845"/>
                <a:gd name="connsiteY388" fmla="*/ 611783 h 1078499"/>
                <a:gd name="connsiteX389" fmla="*/ 2823181 w 3024845"/>
                <a:gd name="connsiteY389" fmla="*/ 611783 h 1078499"/>
                <a:gd name="connsiteX390" fmla="*/ 2823181 w 3024845"/>
                <a:gd name="connsiteY390" fmla="*/ 618268 h 1078499"/>
                <a:gd name="connsiteX391" fmla="*/ 2839395 w 3024845"/>
                <a:gd name="connsiteY391" fmla="*/ 618268 h 1078499"/>
                <a:gd name="connsiteX392" fmla="*/ 2839395 w 3024845"/>
                <a:gd name="connsiteY392" fmla="*/ 667989 h 1078499"/>
                <a:gd name="connsiteX393" fmla="*/ 2871822 w 3024845"/>
                <a:gd name="connsiteY393" fmla="*/ 667989 h 1078499"/>
                <a:gd name="connsiteX394" fmla="*/ 2871822 w 3024845"/>
                <a:gd name="connsiteY394" fmla="*/ 642048 h 1078499"/>
                <a:gd name="connsiteX395" fmla="*/ 2910329 w 3024845"/>
                <a:gd name="connsiteY395" fmla="*/ 642048 h 1078499"/>
                <a:gd name="connsiteX396" fmla="*/ 2910329 w 3024845"/>
                <a:gd name="connsiteY396" fmla="*/ 611783 h 1078499"/>
                <a:gd name="connsiteX397" fmla="*/ 2958970 w 3024845"/>
                <a:gd name="connsiteY397" fmla="*/ 611783 h 1078499"/>
                <a:gd name="connsiteX398" fmla="*/ 2958970 w 3024845"/>
                <a:gd name="connsiteY398" fmla="*/ 722939 h 1078499"/>
                <a:gd name="connsiteX399" fmla="*/ 2958970 w 3024845"/>
                <a:gd name="connsiteY399" fmla="*/ 736718 h 1078499"/>
                <a:gd name="connsiteX400" fmla="*/ 3024845 w 3024845"/>
                <a:gd name="connsiteY400" fmla="*/ 736718 h 1078499"/>
                <a:gd name="connsiteX401" fmla="*/ 3024845 w 3024845"/>
                <a:gd name="connsiteY401" fmla="*/ 1078499 h 1078499"/>
                <a:gd name="connsiteX402" fmla="*/ 2054 w 3024845"/>
                <a:gd name="connsiteY402" fmla="*/ 1076166 h 1078499"/>
                <a:gd name="connsiteX403" fmla="*/ 0 w 3024845"/>
                <a:gd name="connsiteY403" fmla="*/ 642048 h 1078499"/>
                <a:gd name="connsiteX404" fmla="*/ 20267 w 3024845"/>
                <a:gd name="connsiteY404" fmla="*/ 642048 h 1078499"/>
                <a:gd name="connsiteX405" fmla="*/ 20774 w 3024845"/>
                <a:gd name="connsiteY405" fmla="*/ 640967 h 1078499"/>
                <a:gd name="connsiteX406" fmla="*/ 24320 w 3024845"/>
                <a:gd name="connsiteY406" fmla="*/ 633401 h 1078499"/>
                <a:gd name="connsiteX407" fmla="*/ 26094 w 3024845"/>
                <a:gd name="connsiteY407" fmla="*/ 633671 h 1078499"/>
                <a:gd name="connsiteX408" fmla="*/ 38507 w 3024845"/>
                <a:gd name="connsiteY408" fmla="*/ 635562 h 1078499"/>
                <a:gd name="connsiteX409" fmla="*/ 39014 w 3024845"/>
                <a:gd name="connsiteY409" fmla="*/ 636914 h 1078499"/>
                <a:gd name="connsiteX410" fmla="*/ 42560 w 3024845"/>
                <a:gd name="connsiteY410" fmla="*/ 646371 h 1078499"/>
                <a:gd name="connsiteX411" fmla="*/ 68907 w 3024845"/>
                <a:gd name="connsiteY411" fmla="*/ 648533 h 1078499"/>
                <a:gd name="connsiteX412" fmla="*/ 68907 w 3024845"/>
                <a:gd name="connsiteY412" fmla="*/ 525312 h 1078499"/>
                <a:gd name="connsiteX413" fmla="*/ 70934 w 3024845"/>
                <a:gd name="connsiteY413" fmla="*/ 525312 h 1078499"/>
                <a:gd name="connsiteX414" fmla="*/ 85121 w 3024845"/>
                <a:gd name="connsiteY414" fmla="*/ 525312 h 1078499"/>
                <a:gd name="connsiteX415" fmla="*/ 85121 w 3024845"/>
                <a:gd name="connsiteY415" fmla="*/ 389120 h 1078499"/>
                <a:gd name="connsiteX416" fmla="*/ 86894 w 3024845"/>
                <a:gd name="connsiteY416" fmla="*/ 389120 h 1078499"/>
                <a:gd name="connsiteX417" fmla="*/ 99308 w 3024845"/>
                <a:gd name="connsiteY417" fmla="*/ 389120 h 1078499"/>
                <a:gd name="connsiteX418" fmla="*/ 99308 w 3024845"/>
                <a:gd name="connsiteY418" fmla="*/ 274546 h 1078499"/>
                <a:gd name="connsiteX419" fmla="*/ 103361 w 3024845"/>
                <a:gd name="connsiteY419" fmla="*/ 246442 h 1078499"/>
                <a:gd name="connsiteX420" fmla="*/ 105388 w 3024845"/>
                <a:gd name="connsiteY420" fmla="*/ 246442 h 1078499"/>
                <a:gd name="connsiteX421" fmla="*/ 119575 w 3024845"/>
                <a:gd name="connsiteY421"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0453 w 3024845"/>
                <a:gd name="connsiteY325" fmla="*/ 75662 h 1078499"/>
                <a:gd name="connsiteX326" fmla="*/ 2162480 w 3024845"/>
                <a:gd name="connsiteY326" fmla="*/ 138353 h 1078499"/>
                <a:gd name="connsiteX327" fmla="*/ 2168560 w 3024845"/>
                <a:gd name="connsiteY327" fmla="*/ 144839 h 1078499"/>
                <a:gd name="connsiteX328" fmla="*/ 2166533 w 3024845"/>
                <a:gd name="connsiteY328" fmla="*/ 151324 h 1078499"/>
                <a:gd name="connsiteX329" fmla="*/ 2166533 w 3024845"/>
                <a:gd name="connsiteY329" fmla="*/ 229148 h 1078499"/>
                <a:gd name="connsiteX330" fmla="*/ 2168560 w 3024845"/>
                <a:gd name="connsiteY330" fmla="*/ 233472 h 1078499"/>
                <a:gd name="connsiteX331" fmla="*/ 2168560 w 3024845"/>
                <a:gd name="connsiteY331" fmla="*/ 255090 h 1078499"/>
                <a:gd name="connsiteX332" fmla="*/ 2182747 w 3024845"/>
                <a:gd name="connsiteY332" fmla="*/ 255090 h 1078499"/>
                <a:gd name="connsiteX333" fmla="*/ 2182747 w 3024845"/>
                <a:gd name="connsiteY333" fmla="*/ 272384 h 1078499"/>
                <a:gd name="connsiteX334" fmla="*/ 2190854 w 3024845"/>
                <a:gd name="connsiteY334" fmla="*/ 296163 h 1078499"/>
                <a:gd name="connsiteX335" fmla="*/ 2184774 w 3024845"/>
                <a:gd name="connsiteY335" fmla="*/ 300487 h 1078499"/>
                <a:gd name="connsiteX336" fmla="*/ 2172613 w 3024845"/>
                <a:gd name="connsiteY336" fmla="*/ 322105 h 1078499"/>
                <a:gd name="connsiteX337" fmla="*/ 2180720 w 3024845"/>
                <a:gd name="connsiteY337" fmla="*/ 575033 h 1078499"/>
                <a:gd name="connsiteX338" fmla="*/ 2245574 w 3024845"/>
                <a:gd name="connsiteY338" fmla="*/ 575033 h 1078499"/>
                <a:gd name="connsiteX339" fmla="*/ 2245574 w 3024845"/>
                <a:gd name="connsiteY339" fmla="*/ 650695 h 1078499"/>
                <a:gd name="connsiteX340" fmla="*/ 2253681 w 3024845"/>
                <a:gd name="connsiteY340" fmla="*/ 650695 h 1078499"/>
                <a:gd name="connsiteX341" fmla="*/ 2255708 w 3024845"/>
                <a:gd name="connsiteY341" fmla="*/ 644210 h 1078499"/>
                <a:gd name="connsiteX342" fmla="*/ 2261788 w 3024845"/>
                <a:gd name="connsiteY342" fmla="*/ 644210 h 1078499"/>
                <a:gd name="connsiteX343" fmla="*/ 2263815 w 3024845"/>
                <a:gd name="connsiteY343" fmla="*/ 652857 h 1078499"/>
                <a:gd name="connsiteX344" fmla="*/ 2275975 w 3024845"/>
                <a:gd name="connsiteY344" fmla="*/ 652857 h 1078499"/>
                <a:gd name="connsiteX345" fmla="*/ 2275975 w 3024845"/>
                <a:gd name="connsiteY345" fmla="*/ 646371 h 1078499"/>
                <a:gd name="connsiteX346" fmla="*/ 2298268 w 3024845"/>
                <a:gd name="connsiteY346" fmla="*/ 646371 h 1078499"/>
                <a:gd name="connsiteX347" fmla="*/ 2298268 w 3024845"/>
                <a:gd name="connsiteY347" fmla="*/ 652857 h 1078499"/>
                <a:gd name="connsiteX348" fmla="*/ 2318535 w 3024845"/>
                <a:gd name="connsiteY348" fmla="*/ 652857 h 1078499"/>
                <a:gd name="connsiteX349" fmla="*/ 2318535 w 3024845"/>
                <a:gd name="connsiteY349" fmla="*/ 698254 h 1078499"/>
                <a:gd name="connsiteX350" fmla="*/ 2332722 w 3024845"/>
                <a:gd name="connsiteY350" fmla="*/ 698254 h 1078499"/>
                <a:gd name="connsiteX351" fmla="*/ 2332722 w 3024845"/>
                <a:gd name="connsiteY351" fmla="*/ 685283 h 1078499"/>
                <a:gd name="connsiteX352" fmla="*/ 2348936 w 3024845"/>
                <a:gd name="connsiteY352" fmla="*/ 685283 h 1078499"/>
                <a:gd name="connsiteX353" fmla="*/ 2348936 w 3024845"/>
                <a:gd name="connsiteY353" fmla="*/ 505856 h 1078499"/>
                <a:gd name="connsiteX354" fmla="*/ 2355016 w 3024845"/>
                <a:gd name="connsiteY354" fmla="*/ 499370 h 1078499"/>
                <a:gd name="connsiteX355" fmla="*/ 2427977 w 3024845"/>
                <a:gd name="connsiteY355" fmla="*/ 499370 h 1078499"/>
                <a:gd name="connsiteX356" fmla="*/ 2427977 w 3024845"/>
                <a:gd name="connsiteY356" fmla="*/ 508018 h 1078499"/>
                <a:gd name="connsiteX357" fmla="*/ 2438110 w 3024845"/>
                <a:gd name="connsiteY357" fmla="*/ 508018 h 1078499"/>
                <a:gd name="connsiteX358" fmla="*/ 2438110 w 3024845"/>
                <a:gd name="connsiteY358" fmla="*/ 622592 h 1078499"/>
                <a:gd name="connsiteX359" fmla="*/ 2460404 w 3024845"/>
                <a:gd name="connsiteY359" fmla="*/ 622592 h 1078499"/>
                <a:gd name="connsiteX360" fmla="*/ 2460404 w 3024845"/>
                <a:gd name="connsiteY360" fmla="*/ 555577 h 1078499"/>
                <a:gd name="connsiteX361" fmla="*/ 2486751 w 3024845"/>
                <a:gd name="connsiteY361" fmla="*/ 555577 h 1078499"/>
                <a:gd name="connsiteX362" fmla="*/ 2490804 w 3024845"/>
                <a:gd name="connsiteY362" fmla="*/ 551253 h 1078499"/>
                <a:gd name="connsiteX363" fmla="*/ 2498911 w 3024845"/>
                <a:gd name="connsiteY363" fmla="*/ 551253 h 1078499"/>
                <a:gd name="connsiteX364" fmla="*/ 2502964 w 3024845"/>
                <a:gd name="connsiteY364" fmla="*/ 555577 h 1078499"/>
                <a:gd name="connsiteX365" fmla="*/ 2525258 w 3024845"/>
                <a:gd name="connsiteY365" fmla="*/ 555577 h 1078499"/>
                <a:gd name="connsiteX366" fmla="*/ 2525258 w 3024845"/>
                <a:gd name="connsiteY366" fmla="*/ 438841 h 1078499"/>
                <a:gd name="connsiteX367" fmla="*/ 2582005 w 3024845"/>
                <a:gd name="connsiteY367" fmla="*/ 428032 h 1078499"/>
                <a:gd name="connsiteX368" fmla="*/ 2582005 w 3024845"/>
                <a:gd name="connsiteY368" fmla="*/ 429113 h 1078499"/>
                <a:gd name="connsiteX369" fmla="*/ 2582005 w 3024845"/>
                <a:gd name="connsiteY369" fmla="*/ 436679 h 1078499"/>
                <a:gd name="connsiteX370" fmla="*/ 2608352 w 3024845"/>
                <a:gd name="connsiteY370" fmla="*/ 436679 h 1078499"/>
                <a:gd name="connsiteX371" fmla="*/ 2608352 w 3024845"/>
                <a:gd name="connsiteY371" fmla="*/ 691769 h 1078499"/>
                <a:gd name="connsiteX372" fmla="*/ 2630646 w 3024845"/>
                <a:gd name="connsiteY372" fmla="*/ 691769 h 1078499"/>
                <a:gd name="connsiteX373" fmla="*/ 2630646 w 3024845"/>
                <a:gd name="connsiteY373" fmla="*/ 687445 h 1078499"/>
                <a:gd name="connsiteX374" fmla="*/ 2642806 w 3024845"/>
                <a:gd name="connsiteY374" fmla="*/ 687445 h 1078499"/>
                <a:gd name="connsiteX375" fmla="*/ 2642806 w 3024845"/>
                <a:gd name="connsiteY375" fmla="*/ 691769 h 1078499"/>
                <a:gd name="connsiteX376" fmla="*/ 2667126 w 3024845"/>
                <a:gd name="connsiteY376" fmla="*/ 691769 h 1078499"/>
                <a:gd name="connsiteX377" fmla="*/ 2667126 w 3024845"/>
                <a:gd name="connsiteY377" fmla="*/ 678798 h 1078499"/>
                <a:gd name="connsiteX378" fmla="*/ 2695500 w 3024845"/>
                <a:gd name="connsiteY378" fmla="*/ 678798 h 1078499"/>
                <a:gd name="connsiteX379" fmla="*/ 2707660 w 3024845"/>
                <a:gd name="connsiteY379" fmla="*/ 674474 h 1078499"/>
                <a:gd name="connsiteX380" fmla="*/ 2727927 w 3024845"/>
                <a:gd name="connsiteY380" fmla="*/ 678798 h 1078499"/>
                <a:gd name="connsiteX381" fmla="*/ 2727927 w 3024845"/>
                <a:gd name="connsiteY381" fmla="*/ 661504 h 1078499"/>
                <a:gd name="connsiteX382" fmla="*/ 2736034 w 3024845"/>
                <a:gd name="connsiteY382" fmla="*/ 661504 h 1078499"/>
                <a:gd name="connsiteX383" fmla="*/ 2736034 w 3024845"/>
                <a:gd name="connsiteY383" fmla="*/ 648533 h 1078499"/>
                <a:gd name="connsiteX384" fmla="*/ 2792781 w 3024845"/>
                <a:gd name="connsiteY384" fmla="*/ 648533 h 1078499"/>
                <a:gd name="connsiteX385" fmla="*/ 2792781 w 3024845"/>
                <a:gd name="connsiteY385" fmla="*/ 618268 h 1078499"/>
                <a:gd name="connsiteX386" fmla="*/ 2811021 w 3024845"/>
                <a:gd name="connsiteY386" fmla="*/ 618268 h 1078499"/>
                <a:gd name="connsiteX387" fmla="*/ 2811021 w 3024845"/>
                <a:gd name="connsiteY387" fmla="*/ 611783 h 1078499"/>
                <a:gd name="connsiteX388" fmla="*/ 2823181 w 3024845"/>
                <a:gd name="connsiteY388" fmla="*/ 611783 h 1078499"/>
                <a:gd name="connsiteX389" fmla="*/ 2823181 w 3024845"/>
                <a:gd name="connsiteY389" fmla="*/ 618268 h 1078499"/>
                <a:gd name="connsiteX390" fmla="*/ 2839395 w 3024845"/>
                <a:gd name="connsiteY390" fmla="*/ 618268 h 1078499"/>
                <a:gd name="connsiteX391" fmla="*/ 2839395 w 3024845"/>
                <a:gd name="connsiteY391" fmla="*/ 667989 h 1078499"/>
                <a:gd name="connsiteX392" fmla="*/ 2871822 w 3024845"/>
                <a:gd name="connsiteY392" fmla="*/ 667989 h 1078499"/>
                <a:gd name="connsiteX393" fmla="*/ 2871822 w 3024845"/>
                <a:gd name="connsiteY393" fmla="*/ 642048 h 1078499"/>
                <a:gd name="connsiteX394" fmla="*/ 2910329 w 3024845"/>
                <a:gd name="connsiteY394" fmla="*/ 642048 h 1078499"/>
                <a:gd name="connsiteX395" fmla="*/ 2910329 w 3024845"/>
                <a:gd name="connsiteY395" fmla="*/ 611783 h 1078499"/>
                <a:gd name="connsiteX396" fmla="*/ 2958970 w 3024845"/>
                <a:gd name="connsiteY396" fmla="*/ 611783 h 1078499"/>
                <a:gd name="connsiteX397" fmla="*/ 2958970 w 3024845"/>
                <a:gd name="connsiteY397" fmla="*/ 722939 h 1078499"/>
                <a:gd name="connsiteX398" fmla="*/ 2958970 w 3024845"/>
                <a:gd name="connsiteY398" fmla="*/ 736718 h 1078499"/>
                <a:gd name="connsiteX399" fmla="*/ 3024845 w 3024845"/>
                <a:gd name="connsiteY399" fmla="*/ 736718 h 1078499"/>
                <a:gd name="connsiteX400" fmla="*/ 3024845 w 3024845"/>
                <a:gd name="connsiteY400" fmla="*/ 1078499 h 1078499"/>
                <a:gd name="connsiteX401" fmla="*/ 2054 w 3024845"/>
                <a:gd name="connsiteY401" fmla="*/ 1076166 h 1078499"/>
                <a:gd name="connsiteX402" fmla="*/ 0 w 3024845"/>
                <a:gd name="connsiteY402" fmla="*/ 642048 h 1078499"/>
                <a:gd name="connsiteX403" fmla="*/ 20267 w 3024845"/>
                <a:gd name="connsiteY403" fmla="*/ 642048 h 1078499"/>
                <a:gd name="connsiteX404" fmla="*/ 20774 w 3024845"/>
                <a:gd name="connsiteY404" fmla="*/ 640967 h 1078499"/>
                <a:gd name="connsiteX405" fmla="*/ 24320 w 3024845"/>
                <a:gd name="connsiteY405" fmla="*/ 633401 h 1078499"/>
                <a:gd name="connsiteX406" fmla="*/ 26094 w 3024845"/>
                <a:gd name="connsiteY406" fmla="*/ 633671 h 1078499"/>
                <a:gd name="connsiteX407" fmla="*/ 38507 w 3024845"/>
                <a:gd name="connsiteY407" fmla="*/ 635562 h 1078499"/>
                <a:gd name="connsiteX408" fmla="*/ 39014 w 3024845"/>
                <a:gd name="connsiteY408" fmla="*/ 636914 h 1078499"/>
                <a:gd name="connsiteX409" fmla="*/ 42560 w 3024845"/>
                <a:gd name="connsiteY409" fmla="*/ 646371 h 1078499"/>
                <a:gd name="connsiteX410" fmla="*/ 68907 w 3024845"/>
                <a:gd name="connsiteY410" fmla="*/ 648533 h 1078499"/>
                <a:gd name="connsiteX411" fmla="*/ 68907 w 3024845"/>
                <a:gd name="connsiteY411" fmla="*/ 525312 h 1078499"/>
                <a:gd name="connsiteX412" fmla="*/ 70934 w 3024845"/>
                <a:gd name="connsiteY412" fmla="*/ 525312 h 1078499"/>
                <a:gd name="connsiteX413" fmla="*/ 85121 w 3024845"/>
                <a:gd name="connsiteY413" fmla="*/ 525312 h 1078499"/>
                <a:gd name="connsiteX414" fmla="*/ 85121 w 3024845"/>
                <a:gd name="connsiteY414" fmla="*/ 389120 h 1078499"/>
                <a:gd name="connsiteX415" fmla="*/ 86894 w 3024845"/>
                <a:gd name="connsiteY415" fmla="*/ 389120 h 1078499"/>
                <a:gd name="connsiteX416" fmla="*/ 99308 w 3024845"/>
                <a:gd name="connsiteY416" fmla="*/ 389120 h 1078499"/>
                <a:gd name="connsiteX417" fmla="*/ 99308 w 3024845"/>
                <a:gd name="connsiteY417" fmla="*/ 274546 h 1078499"/>
                <a:gd name="connsiteX418" fmla="*/ 103361 w 3024845"/>
                <a:gd name="connsiteY418" fmla="*/ 246442 h 1078499"/>
                <a:gd name="connsiteX419" fmla="*/ 105388 w 3024845"/>
                <a:gd name="connsiteY419" fmla="*/ 246442 h 1078499"/>
                <a:gd name="connsiteX420" fmla="*/ 119575 w 3024845"/>
                <a:gd name="connsiteY420" fmla="*/ 246442 h 1078499"/>
                <a:gd name="connsiteX0" fmla="*/ 119575 w 3024845"/>
                <a:gd name="connsiteY0" fmla="*/ 246442 h 1078499"/>
                <a:gd name="connsiteX1" fmla="*/ 200642 w 3024845"/>
                <a:gd name="connsiteY1" fmla="*/ 244281 h 1078499"/>
                <a:gd name="connsiteX2" fmla="*/ 202669 w 3024845"/>
                <a:gd name="connsiteY2" fmla="*/ 244281 h 1078499"/>
                <a:gd name="connsiteX3" fmla="*/ 216856 w 3024845"/>
                <a:gd name="connsiteY3" fmla="*/ 244281 h 1078499"/>
                <a:gd name="connsiteX4" fmla="*/ 216856 w 3024845"/>
                <a:gd name="connsiteY4" fmla="*/ 268060 h 1078499"/>
                <a:gd name="connsiteX5" fmla="*/ 217363 w 3024845"/>
                <a:gd name="connsiteY5" fmla="*/ 268871 h 1078499"/>
                <a:gd name="connsiteX6" fmla="*/ 220909 w 3024845"/>
                <a:gd name="connsiteY6" fmla="*/ 274546 h 1078499"/>
                <a:gd name="connsiteX7" fmla="*/ 220909 w 3024845"/>
                <a:gd name="connsiteY7" fmla="*/ 389120 h 1078499"/>
                <a:gd name="connsiteX8" fmla="*/ 223189 w 3024845"/>
                <a:gd name="connsiteY8" fmla="*/ 389120 h 1078499"/>
                <a:gd name="connsiteX9" fmla="*/ 239150 w 3024845"/>
                <a:gd name="connsiteY9" fmla="*/ 389120 h 1078499"/>
                <a:gd name="connsiteX10" fmla="*/ 239150 w 3024845"/>
                <a:gd name="connsiteY10" fmla="*/ 529635 h 1078499"/>
                <a:gd name="connsiteX11" fmla="*/ 240670 w 3024845"/>
                <a:gd name="connsiteY11" fmla="*/ 529365 h 1078499"/>
                <a:gd name="connsiteX12" fmla="*/ 251310 w 3024845"/>
                <a:gd name="connsiteY12" fmla="*/ 527474 h 1078499"/>
                <a:gd name="connsiteX13" fmla="*/ 249283 w 3024845"/>
                <a:gd name="connsiteY13" fmla="*/ 616106 h 1078499"/>
                <a:gd name="connsiteX14" fmla="*/ 250803 w 3024845"/>
                <a:gd name="connsiteY14" fmla="*/ 616377 h 1078499"/>
                <a:gd name="connsiteX15" fmla="*/ 261443 w 3024845"/>
                <a:gd name="connsiteY15" fmla="*/ 618268 h 1078499"/>
                <a:gd name="connsiteX16" fmla="*/ 261696 w 3024845"/>
                <a:gd name="connsiteY16" fmla="*/ 619079 h 1078499"/>
                <a:gd name="connsiteX17" fmla="*/ 263470 w 3024845"/>
                <a:gd name="connsiteY17" fmla="*/ 624754 h 1078499"/>
                <a:gd name="connsiteX18" fmla="*/ 264230 w 3024845"/>
                <a:gd name="connsiteY18" fmla="*/ 622322 h 1078499"/>
                <a:gd name="connsiteX19" fmla="*/ 269550 w 3024845"/>
                <a:gd name="connsiteY19" fmla="*/ 605298 h 1078499"/>
                <a:gd name="connsiteX20" fmla="*/ 271323 w 3024845"/>
                <a:gd name="connsiteY20" fmla="*/ 605298 h 1078499"/>
                <a:gd name="connsiteX21" fmla="*/ 283737 w 3024845"/>
                <a:gd name="connsiteY21" fmla="*/ 605298 h 1078499"/>
                <a:gd name="connsiteX22" fmla="*/ 283737 w 3024845"/>
                <a:gd name="connsiteY22" fmla="*/ 637724 h 1078499"/>
                <a:gd name="connsiteX23" fmla="*/ 284750 w 3024845"/>
                <a:gd name="connsiteY23" fmla="*/ 638265 h 1078499"/>
                <a:gd name="connsiteX24" fmla="*/ 291844 w 3024845"/>
                <a:gd name="connsiteY24" fmla="*/ 642048 h 1078499"/>
                <a:gd name="connsiteX25" fmla="*/ 291844 w 3024845"/>
                <a:gd name="connsiteY25" fmla="*/ 643399 h 1078499"/>
                <a:gd name="connsiteX26" fmla="*/ 291844 w 3024845"/>
                <a:gd name="connsiteY26" fmla="*/ 652857 h 1078499"/>
                <a:gd name="connsiteX27" fmla="*/ 336431 w 3024845"/>
                <a:gd name="connsiteY27" fmla="*/ 652857 h 1078499"/>
                <a:gd name="connsiteX28" fmla="*/ 336431 w 3024845"/>
                <a:gd name="connsiteY28" fmla="*/ 653938 h 1078499"/>
                <a:gd name="connsiteX29" fmla="*/ 336431 w 3024845"/>
                <a:gd name="connsiteY29" fmla="*/ 661504 h 1078499"/>
                <a:gd name="connsiteX30" fmla="*/ 338457 w 3024845"/>
                <a:gd name="connsiteY30" fmla="*/ 661504 h 1078499"/>
                <a:gd name="connsiteX31" fmla="*/ 352644 w 3024845"/>
                <a:gd name="connsiteY31" fmla="*/ 661504 h 1078499"/>
                <a:gd name="connsiteX32" fmla="*/ 352644 w 3024845"/>
                <a:gd name="connsiteY32" fmla="*/ 631239 h 1078499"/>
                <a:gd name="connsiteX33" fmla="*/ 397231 w 3024845"/>
                <a:gd name="connsiteY33" fmla="*/ 631239 h 1078499"/>
                <a:gd name="connsiteX34" fmla="*/ 397231 w 3024845"/>
                <a:gd name="connsiteY34" fmla="*/ 629888 h 1078499"/>
                <a:gd name="connsiteX35" fmla="*/ 397231 w 3024845"/>
                <a:gd name="connsiteY35" fmla="*/ 620430 h 1078499"/>
                <a:gd name="connsiteX36" fmla="*/ 398245 w 3024845"/>
                <a:gd name="connsiteY36" fmla="*/ 620430 h 1078499"/>
                <a:gd name="connsiteX37" fmla="*/ 405338 w 3024845"/>
                <a:gd name="connsiteY37" fmla="*/ 620430 h 1078499"/>
                <a:gd name="connsiteX38" fmla="*/ 405338 w 3024845"/>
                <a:gd name="connsiteY38" fmla="*/ 618539 h 1078499"/>
                <a:gd name="connsiteX39" fmla="*/ 405338 w 3024845"/>
                <a:gd name="connsiteY39" fmla="*/ 605298 h 1078499"/>
                <a:gd name="connsiteX40" fmla="*/ 406098 w 3024845"/>
                <a:gd name="connsiteY40" fmla="*/ 605298 h 1078499"/>
                <a:gd name="connsiteX41" fmla="*/ 411418 w 3024845"/>
                <a:gd name="connsiteY41" fmla="*/ 605298 h 1078499"/>
                <a:gd name="connsiteX42" fmla="*/ 411418 w 3024845"/>
                <a:gd name="connsiteY42" fmla="*/ 604217 h 1078499"/>
                <a:gd name="connsiteX43" fmla="*/ 411418 w 3024845"/>
                <a:gd name="connsiteY43" fmla="*/ 596650 h 1078499"/>
                <a:gd name="connsiteX44" fmla="*/ 413445 w 3024845"/>
                <a:gd name="connsiteY44" fmla="*/ 596650 h 1078499"/>
                <a:gd name="connsiteX45" fmla="*/ 427632 w 3024845"/>
                <a:gd name="connsiteY45" fmla="*/ 596650 h 1078499"/>
                <a:gd name="connsiteX46" fmla="*/ 427632 w 3024845"/>
                <a:gd name="connsiteY46" fmla="*/ 597731 h 1078499"/>
                <a:gd name="connsiteX47" fmla="*/ 427632 w 3024845"/>
                <a:gd name="connsiteY47" fmla="*/ 605298 h 1078499"/>
                <a:gd name="connsiteX48" fmla="*/ 449925 w 3024845"/>
                <a:gd name="connsiteY48" fmla="*/ 605298 h 1078499"/>
                <a:gd name="connsiteX49" fmla="*/ 449925 w 3024845"/>
                <a:gd name="connsiteY49" fmla="*/ 603406 h 1078499"/>
                <a:gd name="connsiteX50" fmla="*/ 449925 w 3024845"/>
                <a:gd name="connsiteY50" fmla="*/ 590165 h 1078499"/>
                <a:gd name="connsiteX51" fmla="*/ 451699 w 3024845"/>
                <a:gd name="connsiteY51" fmla="*/ 590165 h 1078499"/>
                <a:gd name="connsiteX52" fmla="*/ 464112 w 3024845"/>
                <a:gd name="connsiteY52" fmla="*/ 590165 h 1078499"/>
                <a:gd name="connsiteX53" fmla="*/ 464112 w 3024845"/>
                <a:gd name="connsiteY53" fmla="*/ 613945 h 1078499"/>
                <a:gd name="connsiteX54" fmla="*/ 465126 w 3024845"/>
                <a:gd name="connsiteY54" fmla="*/ 613945 h 1078499"/>
                <a:gd name="connsiteX55" fmla="*/ 472219 w 3024845"/>
                <a:gd name="connsiteY55" fmla="*/ 613945 h 1078499"/>
                <a:gd name="connsiteX56" fmla="*/ 472219 w 3024845"/>
                <a:gd name="connsiteY56" fmla="*/ 612864 h 1078499"/>
                <a:gd name="connsiteX57" fmla="*/ 472219 w 3024845"/>
                <a:gd name="connsiteY57" fmla="*/ 605298 h 1078499"/>
                <a:gd name="connsiteX58" fmla="*/ 473992 w 3024845"/>
                <a:gd name="connsiteY58" fmla="*/ 605298 h 1078499"/>
                <a:gd name="connsiteX59" fmla="*/ 486406 w 3024845"/>
                <a:gd name="connsiteY59" fmla="*/ 605298 h 1078499"/>
                <a:gd name="connsiteX60" fmla="*/ 486406 w 3024845"/>
                <a:gd name="connsiteY60" fmla="*/ 631239 h 1078499"/>
                <a:gd name="connsiteX61" fmla="*/ 488433 w 3024845"/>
                <a:gd name="connsiteY61" fmla="*/ 631239 h 1078499"/>
                <a:gd name="connsiteX62" fmla="*/ 502619 w 3024845"/>
                <a:gd name="connsiteY62" fmla="*/ 631239 h 1078499"/>
                <a:gd name="connsiteX63" fmla="*/ 502619 w 3024845"/>
                <a:gd name="connsiteY63" fmla="*/ 632860 h 1078499"/>
                <a:gd name="connsiteX64" fmla="*/ 502619 w 3024845"/>
                <a:gd name="connsiteY64" fmla="*/ 644210 h 1078499"/>
                <a:gd name="connsiteX65" fmla="*/ 503379 w 3024845"/>
                <a:gd name="connsiteY65" fmla="*/ 644210 h 1078499"/>
                <a:gd name="connsiteX66" fmla="*/ 508700 w 3024845"/>
                <a:gd name="connsiteY66" fmla="*/ 644210 h 1078499"/>
                <a:gd name="connsiteX67" fmla="*/ 508700 w 3024845"/>
                <a:gd name="connsiteY67" fmla="*/ 643399 h 1078499"/>
                <a:gd name="connsiteX68" fmla="*/ 508700 w 3024845"/>
                <a:gd name="connsiteY68" fmla="*/ 637724 h 1078499"/>
                <a:gd name="connsiteX69" fmla="*/ 539100 w 3024845"/>
                <a:gd name="connsiteY69" fmla="*/ 637724 h 1078499"/>
                <a:gd name="connsiteX70" fmla="*/ 539100 w 3024845"/>
                <a:gd name="connsiteY70" fmla="*/ 661504 h 1078499"/>
                <a:gd name="connsiteX71" fmla="*/ 540113 w 3024845"/>
                <a:gd name="connsiteY71" fmla="*/ 661504 h 1078499"/>
                <a:gd name="connsiteX72" fmla="*/ 547207 w 3024845"/>
                <a:gd name="connsiteY72" fmla="*/ 661504 h 1078499"/>
                <a:gd name="connsiteX73" fmla="*/ 547207 w 3024845"/>
                <a:gd name="connsiteY73" fmla="*/ 662585 h 1078499"/>
                <a:gd name="connsiteX74" fmla="*/ 547207 w 3024845"/>
                <a:gd name="connsiteY74" fmla="*/ 670151 h 1078499"/>
                <a:gd name="connsiteX75" fmla="*/ 547967 w 3024845"/>
                <a:gd name="connsiteY75" fmla="*/ 670151 h 1078499"/>
                <a:gd name="connsiteX76" fmla="*/ 553287 w 3024845"/>
                <a:gd name="connsiteY76" fmla="*/ 670151 h 1078499"/>
                <a:gd name="connsiteX77" fmla="*/ 553287 w 3024845"/>
                <a:gd name="connsiteY77" fmla="*/ 667989 h 1078499"/>
                <a:gd name="connsiteX78" fmla="*/ 553287 w 3024845"/>
                <a:gd name="connsiteY78" fmla="*/ 652857 h 1078499"/>
                <a:gd name="connsiteX79" fmla="*/ 554300 w 3024845"/>
                <a:gd name="connsiteY79" fmla="*/ 652857 h 1078499"/>
                <a:gd name="connsiteX80" fmla="*/ 561394 w 3024845"/>
                <a:gd name="connsiteY80" fmla="*/ 652857 h 1078499"/>
                <a:gd name="connsiteX81" fmla="*/ 561394 w 3024845"/>
                <a:gd name="connsiteY81" fmla="*/ 653938 h 1078499"/>
                <a:gd name="connsiteX82" fmla="*/ 561394 w 3024845"/>
                <a:gd name="connsiteY82" fmla="*/ 661504 h 1078499"/>
                <a:gd name="connsiteX83" fmla="*/ 566714 w 3024845"/>
                <a:gd name="connsiteY83" fmla="*/ 659511 h 1078499"/>
                <a:gd name="connsiteX84" fmla="*/ 567474 w 3024845"/>
                <a:gd name="connsiteY84" fmla="*/ 658531 h 1078499"/>
                <a:gd name="connsiteX85" fmla="*/ 567474 w 3024845"/>
                <a:gd name="connsiteY85" fmla="*/ 652857 h 1078499"/>
                <a:gd name="connsiteX86" fmla="*/ 605981 w 3024845"/>
                <a:gd name="connsiteY86" fmla="*/ 652857 h 1078499"/>
                <a:gd name="connsiteX87" fmla="*/ 605981 w 3024845"/>
                <a:gd name="connsiteY87" fmla="*/ 676636 h 1078499"/>
                <a:gd name="connsiteX88" fmla="*/ 608007 w 3024845"/>
                <a:gd name="connsiteY88" fmla="*/ 676636 h 1078499"/>
                <a:gd name="connsiteX89" fmla="*/ 622194 w 3024845"/>
                <a:gd name="connsiteY89" fmla="*/ 676636 h 1078499"/>
                <a:gd name="connsiteX90" fmla="*/ 622194 w 3024845"/>
                <a:gd name="connsiteY90" fmla="*/ 677717 h 1078499"/>
                <a:gd name="connsiteX91" fmla="*/ 622194 w 3024845"/>
                <a:gd name="connsiteY91" fmla="*/ 685283 h 1078499"/>
                <a:gd name="connsiteX92" fmla="*/ 623968 w 3024845"/>
                <a:gd name="connsiteY92" fmla="*/ 685283 h 1078499"/>
                <a:gd name="connsiteX93" fmla="*/ 636381 w 3024845"/>
                <a:gd name="connsiteY93" fmla="*/ 685283 h 1078499"/>
                <a:gd name="connsiteX94" fmla="*/ 636381 w 3024845"/>
                <a:gd name="connsiteY94" fmla="*/ 661504 h 1078499"/>
                <a:gd name="connsiteX95" fmla="*/ 637394 w 3024845"/>
                <a:gd name="connsiteY95" fmla="*/ 661504 h 1078499"/>
                <a:gd name="connsiteX96" fmla="*/ 644488 w 3024845"/>
                <a:gd name="connsiteY96" fmla="*/ 661504 h 1078499"/>
                <a:gd name="connsiteX97" fmla="*/ 644488 w 3024845"/>
                <a:gd name="connsiteY97" fmla="*/ 629077 h 1078499"/>
                <a:gd name="connsiteX98" fmla="*/ 645501 w 3024845"/>
                <a:gd name="connsiteY98" fmla="*/ 629077 h 1078499"/>
                <a:gd name="connsiteX99" fmla="*/ 652595 w 3024845"/>
                <a:gd name="connsiteY99" fmla="*/ 629077 h 1078499"/>
                <a:gd name="connsiteX100" fmla="*/ 652595 w 3024845"/>
                <a:gd name="connsiteY100" fmla="*/ 627186 h 1078499"/>
                <a:gd name="connsiteX101" fmla="*/ 652595 w 3024845"/>
                <a:gd name="connsiteY101" fmla="*/ 613945 h 1078499"/>
                <a:gd name="connsiteX102" fmla="*/ 651328 w 3024845"/>
                <a:gd name="connsiteY102" fmla="*/ 612323 h 1078499"/>
                <a:gd name="connsiteX103" fmla="*/ 656648 w 3024845"/>
                <a:gd name="connsiteY103" fmla="*/ 600974 h 1078499"/>
                <a:gd name="connsiteX104" fmla="*/ 664755 w 3024845"/>
                <a:gd name="connsiteY104" fmla="*/ 629077 h 1078499"/>
                <a:gd name="connsiteX105" fmla="*/ 665515 w 3024845"/>
                <a:gd name="connsiteY105" fmla="*/ 629077 h 1078499"/>
                <a:gd name="connsiteX106" fmla="*/ 670835 w 3024845"/>
                <a:gd name="connsiteY106" fmla="*/ 629077 h 1078499"/>
                <a:gd name="connsiteX107" fmla="*/ 670835 w 3024845"/>
                <a:gd name="connsiteY107" fmla="*/ 523150 h 1078499"/>
                <a:gd name="connsiteX108" fmla="*/ 672355 w 3024845"/>
                <a:gd name="connsiteY108" fmla="*/ 523150 h 1078499"/>
                <a:gd name="connsiteX109" fmla="*/ 682995 w 3024845"/>
                <a:gd name="connsiteY109" fmla="*/ 523150 h 1078499"/>
                <a:gd name="connsiteX110" fmla="*/ 682995 w 3024845"/>
                <a:gd name="connsiteY110" fmla="*/ 475591 h 1078499"/>
                <a:gd name="connsiteX111" fmla="*/ 709342 w 3024845"/>
                <a:gd name="connsiteY111" fmla="*/ 475591 h 1078499"/>
                <a:gd name="connsiteX112" fmla="*/ 709342 w 3024845"/>
                <a:gd name="connsiteY112" fmla="*/ 453973 h 1078499"/>
                <a:gd name="connsiteX113" fmla="*/ 743796 w 3024845"/>
                <a:gd name="connsiteY113" fmla="*/ 453973 h 1078499"/>
                <a:gd name="connsiteX114" fmla="*/ 743796 w 3024845"/>
                <a:gd name="connsiteY114" fmla="*/ 456405 h 1078499"/>
                <a:gd name="connsiteX115" fmla="*/ 743796 w 3024845"/>
                <a:gd name="connsiteY115" fmla="*/ 473429 h 1078499"/>
                <a:gd name="connsiteX116" fmla="*/ 746076 w 3024845"/>
                <a:gd name="connsiteY116" fmla="*/ 473429 h 1078499"/>
                <a:gd name="connsiteX117" fmla="*/ 762036 w 3024845"/>
                <a:gd name="connsiteY117" fmla="*/ 473429 h 1078499"/>
                <a:gd name="connsiteX118" fmla="*/ 762036 w 3024845"/>
                <a:gd name="connsiteY118" fmla="*/ 520988 h 1078499"/>
                <a:gd name="connsiteX119" fmla="*/ 763049 w 3024845"/>
                <a:gd name="connsiteY119" fmla="*/ 520988 h 1078499"/>
                <a:gd name="connsiteX120" fmla="*/ 770143 w 3024845"/>
                <a:gd name="connsiteY120" fmla="*/ 520988 h 1078499"/>
                <a:gd name="connsiteX121" fmla="*/ 784330 w 3024845"/>
                <a:gd name="connsiteY121" fmla="*/ 525312 h 1078499"/>
                <a:gd name="connsiteX122" fmla="*/ 784330 w 3024845"/>
                <a:gd name="connsiteY122" fmla="*/ 564224 h 1078499"/>
                <a:gd name="connsiteX123" fmla="*/ 785343 w 3024845"/>
                <a:gd name="connsiteY123" fmla="*/ 564224 h 1078499"/>
                <a:gd name="connsiteX124" fmla="*/ 792436 w 3024845"/>
                <a:gd name="connsiteY124" fmla="*/ 564224 h 1078499"/>
                <a:gd name="connsiteX125" fmla="*/ 792436 w 3024845"/>
                <a:gd name="connsiteY125" fmla="*/ 565845 h 1078499"/>
                <a:gd name="connsiteX126" fmla="*/ 792436 w 3024845"/>
                <a:gd name="connsiteY126" fmla="*/ 577194 h 1078499"/>
                <a:gd name="connsiteX127" fmla="*/ 794463 w 3024845"/>
                <a:gd name="connsiteY127" fmla="*/ 577194 h 1078499"/>
                <a:gd name="connsiteX128" fmla="*/ 808650 w 3024845"/>
                <a:gd name="connsiteY128" fmla="*/ 577194 h 1078499"/>
                <a:gd name="connsiteX129" fmla="*/ 814730 w 3024845"/>
                <a:gd name="connsiteY129" fmla="*/ 583680 h 1078499"/>
                <a:gd name="connsiteX130" fmla="*/ 814730 w 3024845"/>
                <a:gd name="connsiteY130" fmla="*/ 605298 h 1078499"/>
                <a:gd name="connsiteX131" fmla="*/ 817010 w 3024845"/>
                <a:gd name="connsiteY131" fmla="*/ 605298 h 1078499"/>
                <a:gd name="connsiteX132" fmla="*/ 832970 w 3024845"/>
                <a:gd name="connsiteY132" fmla="*/ 605298 h 1078499"/>
                <a:gd name="connsiteX133" fmla="*/ 832970 w 3024845"/>
                <a:gd name="connsiteY133" fmla="*/ 606378 h 1078499"/>
                <a:gd name="connsiteX134" fmla="*/ 832970 w 3024845"/>
                <a:gd name="connsiteY134" fmla="*/ 613945 h 1078499"/>
                <a:gd name="connsiteX135" fmla="*/ 834237 w 3024845"/>
                <a:gd name="connsiteY135" fmla="*/ 613945 h 1078499"/>
                <a:gd name="connsiteX136" fmla="*/ 843104 w 3024845"/>
                <a:gd name="connsiteY136" fmla="*/ 613945 h 1078499"/>
                <a:gd name="connsiteX137" fmla="*/ 843104 w 3024845"/>
                <a:gd name="connsiteY137" fmla="*/ 616106 h 1078499"/>
                <a:gd name="connsiteX138" fmla="*/ 843104 w 3024845"/>
                <a:gd name="connsiteY138" fmla="*/ 631239 h 1078499"/>
                <a:gd name="connsiteX139" fmla="*/ 847157 w 3024845"/>
                <a:gd name="connsiteY139" fmla="*/ 629347 h 1078499"/>
                <a:gd name="connsiteX140" fmla="*/ 847157 w 3024845"/>
                <a:gd name="connsiteY140" fmla="*/ 616106 h 1078499"/>
                <a:gd name="connsiteX141" fmla="*/ 848170 w 3024845"/>
                <a:gd name="connsiteY141" fmla="*/ 616106 h 1078499"/>
                <a:gd name="connsiteX142" fmla="*/ 855264 w 3024845"/>
                <a:gd name="connsiteY142" fmla="*/ 616106 h 1078499"/>
                <a:gd name="connsiteX143" fmla="*/ 855264 w 3024845"/>
                <a:gd name="connsiteY143" fmla="*/ 617728 h 1078499"/>
                <a:gd name="connsiteX144" fmla="*/ 855264 w 3024845"/>
                <a:gd name="connsiteY144" fmla="*/ 629077 h 1078499"/>
                <a:gd name="connsiteX145" fmla="*/ 856024 w 3024845"/>
                <a:gd name="connsiteY145" fmla="*/ 629077 h 1078499"/>
                <a:gd name="connsiteX146" fmla="*/ 861344 w 3024845"/>
                <a:gd name="connsiteY146" fmla="*/ 629077 h 1078499"/>
                <a:gd name="connsiteX147" fmla="*/ 909984 w 3024845"/>
                <a:gd name="connsiteY147" fmla="*/ 624754 h 1078499"/>
                <a:gd name="connsiteX148" fmla="*/ 909984 w 3024845"/>
                <a:gd name="connsiteY148" fmla="*/ 626105 h 1078499"/>
                <a:gd name="connsiteX149" fmla="*/ 909984 w 3024845"/>
                <a:gd name="connsiteY149" fmla="*/ 635562 h 1078499"/>
                <a:gd name="connsiteX150" fmla="*/ 910744 w 3024845"/>
                <a:gd name="connsiteY150" fmla="*/ 635562 h 1078499"/>
                <a:gd name="connsiteX151" fmla="*/ 916065 w 3024845"/>
                <a:gd name="connsiteY151" fmla="*/ 635562 h 1078499"/>
                <a:gd name="connsiteX152" fmla="*/ 916065 w 3024845"/>
                <a:gd name="connsiteY152" fmla="*/ 637724 h 1078499"/>
                <a:gd name="connsiteX153" fmla="*/ 916065 w 3024845"/>
                <a:gd name="connsiteY153" fmla="*/ 652857 h 1078499"/>
                <a:gd name="connsiteX154" fmla="*/ 918091 w 3024845"/>
                <a:gd name="connsiteY154" fmla="*/ 651506 h 1078499"/>
                <a:gd name="connsiteX155" fmla="*/ 932278 w 3024845"/>
                <a:gd name="connsiteY155" fmla="*/ 642048 h 1078499"/>
                <a:gd name="connsiteX156" fmla="*/ 938358 w 3024845"/>
                <a:gd name="connsiteY156" fmla="*/ 600974 h 1078499"/>
                <a:gd name="connsiteX157" fmla="*/ 939118 w 3024845"/>
                <a:gd name="connsiteY157" fmla="*/ 600704 h 1078499"/>
                <a:gd name="connsiteX158" fmla="*/ 944438 w 3024845"/>
                <a:gd name="connsiteY158" fmla="*/ 598812 h 1078499"/>
                <a:gd name="connsiteX159" fmla="*/ 946465 w 3024845"/>
                <a:gd name="connsiteY159" fmla="*/ 529635 h 1078499"/>
                <a:gd name="connsiteX160" fmla="*/ 948492 w 3024845"/>
                <a:gd name="connsiteY160" fmla="*/ 598812 h 1078499"/>
                <a:gd name="connsiteX161" fmla="*/ 949252 w 3024845"/>
                <a:gd name="connsiteY161" fmla="*/ 599082 h 1078499"/>
                <a:gd name="connsiteX162" fmla="*/ 954572 w 3024845"/>
                <a:gd name="connsiteY162" fmla="*/ 600974 h 1078499"/>
                <a:gd name="connsiteX163" fmla="*/ 954572 w 3024845"/>
                <a:gd name="connsiteY163" fmla="*/ 514503 h 1078499"/>
                <a:gd name="connsiteX164" fmla="*/ 958625 w 3024845"/>
                <a:gd name="connsiteY164" fmla="*/ 482076 h 1078499"/>
                <a:gd name="connsiteX165" fmla="*/ 997132 w 3024845"/>
                <a:gd name="connsiteY165" fmla="*/ 482076 h 1078499"/>
                <a:gd name="connsiteX166" fmla="*/ 997132 w 3024845"/>
                <a:gd name="connsiteY166" fmla="*/ 514503 h 1078499"/>
                <a:gd name="connsiteX167" fmla="*/ 997892 w 3024845"/>
                <a:gd name="connsiteY167" fmla="*/ 514503 h 1078499"/>
                <a:gd name="connsiteX168" fmla="*/ 1003212 w 3024845"/>
                <a:gd name="connsiteY168" fmla="*/ 514503 h 1078499"/>
                <a:gd name="connsiteX169" fmla="*/ 1003212 w 3024845"/>
                <a:gd name="connsiteY169" fmla="*/ 432355 h 1078499"/>
                <a:gd name="connsiteX170" fmla="*/ 1004986 w 3024845"/>
                <a:gd name="connsiteY170" fmla="*/ 432355 h 1078499"/>
                <a:gd name="connsiteX171" fmla="*/ 1017399 w 3024845"/>
                <a:gd name="connsiteY171" fmla="*/ 432355 h 1078499"/>
                <a:gd name="connsiteX172" fmla="*/ 1017399 w 3024845"/>
                <a:gd name="connsiteY172" fmla="*/ 430464 h 1078499"/>
                <a:gd name="connsiteX173" fmla="*/ 1017399 w 3024845"/>
                <a:gd name="connsiteY173" fmla="*/ 417223 h 1078499"/>
                <a:gd name="connsiteX174" fmla="*/ 1039693 w 3024845"/>
                <a:gd name="connsiteY174" fmla="*/ 417223 h 1078499"/>
                <a:gd name="connsiteX175" fmla="*/ 1039693 w 3024845"/>
                <a:gd name="connsiteY175" fmla="*/ 416142 h 1078499"/>
                <a:gd name="connsiteX176" fmla="*/ 1039693 w 3024845"/>
                <a:gd name="connsiteY176" fmla="*/ 408576 h 1078499"/>
                <a:gd name="connsiteX177" fmla="*/ 1041466 w 3024845"/>
                <a:gd name="connsiteY177" fmla="*/ 408576 h 1078499"/>
                <a:gd name="connsiteX178" fmla="*/ 1053880 w 3024845"/>
                <a:gd name="connsiteY178" fmla="*/ 408576 h 1078499"/>
                <a:gd name="connsiteX179" fmla="*/ 1053880 w 3024845"/>
                <a:gd name="connsiteY179" fmla="*/ 409657 h 1078499"/>
                <a:gd name="connsiteX180" fmla="*/ 1053880 w 3024845"/>
                <a:gd name="connsiteY180" fmla="*/ 417223 h 1078499"/>
                <a:gd name="connsiteX181" fmla="*/ 1054640 w 3024845"/>
                <a:gd name="connsiteY181" fmla="*/ 417223 h 1078499"/>
                <a:gd name="connsiteX182" fmla="*/ 1059960 w 3024845"/>
                <a:gd name="connsiteY182" fmla="*/ 417223 h 1078499"/>
                <a:gd name="connsiteX183" fmla="*/ 1070093 w 3024845"/>
                <a:gd name="connsiteY183" fmla="*/ 412899 h 1078499"/>
                <a:gd name="connsiteX184" fmla="*/ 1074146 w 3024845"/>
                <a:gd name="connsiteY184" fmla="*/ 416142 h 1078499"/>
                <a:gd name="connsiteX185" fmla="*/ 1074146 w 3024845"/>
                <a:gd name="connsiteY185" fmla="*/ 408576 h 1078499"/>
                <a:gd name="connsiteX186" fmla="*/ 1076426 w 3024845"/>
                <a:gd name="connsiteY186" fmla="*/ 408576 h 1078499"/>
                <a:gd name="connsiteX187" fmla="*/ 1092387 w 3024845"/>
                <a:gd name="connsiteY187" fmla="*/ 408576 h 1078499"/>
                <a:gd name="connsiteX188" fmla="*/ 1092387 w 3024845"/>
                <a:gd name="connsiteY188" fmla="*/ 409657 h 1078499"/>
                <a:gd name="connsiteX189" fmla="*/ 1092387 w 3024845"/>
                <a:gd name="connsiteY189" fmla="*/ 417223 h 1078499"/>
                <a:gd name="connsiteX190" fmla="*/ 1122787 w 3024845"/>
                <a:gd name="connsiteY190" fmla="*/ 417223 h 1078499"/>
                <a:gd name="connsiteX191" fmla="*/ 1122787 w 3024845"/>
                <a:gd name="connsiteY191" fmla="*/ 418844 h 1078499"/>
                <a:gd name="connsiteX192" fmla="*/ 1122787 w 3024845"/>
                <a:gd name="connsiteY192" fmla="*/ 430194 h 1078499"/>
                <a:gd name="connsiteX193" fmla="*/ 1149134 w 3024845"/>
                <a:gd name="connsiteY193" fmla="*/ 430194 h 1078499"/>
                <a:gd name="connsiteX194" fmla="*/ 1149134 w 3024845"/>
                <a:gd name="connsiteY194" fmla="*/ 460458 h 1078499"/>
                <a:gd name="connsiteX195" fmla="*/ 1149894 w 3024845"/>
                <a:gd name="connsiteY195" fmla="*/ 460458 h 1078499"/>
                <a:gd name="connsiteX196" fmla="*/ 1155214 w 3024845"/>
                <a:gd name="connsiteY196" fmla="*/ 460458 h 1078499"/>
                <a:gd name="connsiteX197" fmla="*/ 1155214 w 3024845"/>
                <a:gd name="connsiteY197" fmla="*/ 461539 h 1078499"/>
                <a:gd name="connsiteX198" fmla="*/ 1155214 w 3024845"/>
                <a:gd name="connsiteY198" fmla="*/ 469106 h 1078499"/>
                <a:gd name="connsiteX199" fmla="*/ 1159268 w 3024845"/>
                <a:gd name="connsiteY199" fmla="*/ 499370 h 1078499"/>
                <a:gd name="connsiteX200" fmla="*/ 1160028 w 3024845"/>
                <a:gd name="connsiteY200" fmla="*/ 499370 h 1078499"/>
                <a:gd name="connsiteX201" fmla="*/ 1165348 w 3024845"/>
                <a:gd name="connsiteY201" fmla="*/ 499370 h 1078499"/>
                <a:gd name="connsiteX202" fmla="*/ 1165348 w 3024845"/>
                <a:gd name="connsiteY202" fmla="*/ 500181 h 1078499"/>
                <a:gd name="connsiteX203" fmla="*/ 1165348 w 3024845"/>
                <a:gd name="connsiteY203" fmla="*/ 505856 h 1078499"/>
                <a:gd name="connsiteX204" fmla="*/ 1166361 w 3024845"/>
                <a:gd name="connsiteY204" fmla="*/ 505856 h 1078499"/>
                <a:gd name="connsiteX205" fmla="*/ 1173454 w 3024845"/>
                <a:gd name="connsiteY205" fmla="*/ 505856 h 1078499"/>
                <a:gd name="connsiteX206" fmla="*/ 1173454 w 3024845"/>
                <a:gd name="connsiteY206" fmla="*/ 536121 h 1078499"/>
                <a:gd name="connsiteX207" fmla="*/ 1175481 w 3024845"/>
                <a:gd name="connsiteY207" fmla="*/ 536121 h 1078499"/>
                <a:gd name="connsiteX208" fmla="*/ 1189668 w 3024845"/>
                <a:gd name="connsiteY208" fmla="*/ 536121 h 1078499"/>
                <a:gd name="connsiteX209" fmla="*/ 1189668 w 3024845"/>
                <a:gd name="connsiteY209" fmla="*/ 559900 h 1078499"/>
                <a:gd name="connsiteX210" fmla="*/ 1191695 w 3024845"/>
                <a:gd name="connsiteY210" fmla="*/ 561521 h 1078499"/>
                <a:gd name="connsiteX211" fmla="*/ 1191695 w 3024845"/>
                <a:gd name="connsiteY211" fmla="*/ 572871 h 1078499"/>
                <a:gd name="connsiteX212" fmla="*/ 1192455 w 3024845"/>
                <a:gd name="connsiteY212" fmla="*/ 572871 h 1078499"/>
                <a:gd name="connsiteX213" fmla="*/ 1197775 w 3024845"/>
                <a:gd name="connsiteY213" fmla="*/ 572871 h 1078499"/>
                <a:gd name="connsiteX214" fmla="*/ 1197775 w 3024845"/>
                <a:gd name="connsiteY214" fmla="*/ 596650 h 1078499"/>
                <a:gd name="connsiteX215" fmla="*/ 1199041 w 3024845"/>
                <a:gd name="connsiteY215" fmla="*/ 596650 h 1078499"/>
                <a:gd name="connsiteX216" fmla="*/ 1207908 w 3024845"/>
                <a:gd name="connsiteY216" fmla="*/ 596650 h 1078499"/>
                <a:gd name="connsiteX217" fmla="*/ 1209935 w 3024845"/>
                <a:gd name="connsiteY217" fmla="*/ 600704 h 1078499"/>
                <a:gd name="connsiteX218" fmla="*/ 1209935 w 3024845"/>
                <a:gd name="connsiteY218" fmla="*/ 613945 h 1078499"/>
                <a:gd name="connsiteX219" fmla="*/ 1211455 w 3024845"/>
                <a:gd name="connsiteY219" fmla="*/ 612053 h 1078499"/>
                <a:gd name="connsiteX220" fmla="*/ 1222095 w 3024845"/>
                <a:gd name="connsiteY220" fmla="*/ 598812 h 1078499"/>
                <a:gd name="connsiteX221" fmla="*/ 1250469 w 3024845"/>
                <a:gd name="connsiteY221" fmla="*/ 598812 h 1078499"/>
                <a:gd name="connsiteX222" fmla="*/ 1250469 w 3024845"/>
                <a:gd name="connsiteY222" fmla="*/ 685283 h 1078499"/>
                <a:gd name="connsiteX223" fmla="*/ 1251229 w 3024845"/>
                <a:gd name="connsiteY223" fmla="*/ 685283 h 1078499"/>
                <a:gd name="connsiteX224" fmla="*/ 1256549 w 3024845"/>
                <a:gd name="connsiteY224" fmla="*/ 685283 h 1078499"/>
                <a:gd name="connsiteX225" fmla="*/ 1257309 w 3024845"/>
                <a:gd name="connsiteY225" fmla="*/ 683932 h 1078499"/>
                <a:gd name="connsiteX226" fmla="*/ 1262629 w 3024845"/>
                <a:gd name="connsiteY226" fmla="*/ 674474 h 1078499"/>
                <a:gd name="connsiteX227" fmla="*/ 1262629 w 3024845"/>
                <a:gd name="connsiteY227" fmla="*/ 676366 h 1078499"/>
                <a:gd name="connsiteX228" fmla="*/ 1262629 w 3024845"/>
                <a:gd name="connsiteY228" fmla="*/ 689607 h 1078499"/>
                <a:gd name="connsiteX229" fmla="*/ 1266682 w 3024845"/>
                <a:gd name="connsiteY229" fmla="*/ 644210 h 1078499"/>
                <a:gd name="connsiteX230" fmla="*/ 1267442 w 3024845"/>
                <a:gd name="connsiteY230" fmla="*/ 644210 h 1078499"/>
                <a:gd name="connsiteX231" fmla="*/ 1272762 w 3024845"/>
                <a:gd name="connsiteY231" fmla="*/ 644210 h 1078499"/>
                <a:gd name="connsiteX232" fmla="*/ 1272762 w 3024845"/>
                <a:gd name="connsiteY232" fmla="*/ 579356 h 1078499"/>
                <a:gd name="connsiteX233" fmla="*/ 1273776 w 3024845"/>
                <a:gd name="connsiteY233" fmla="*/ 579356 h 1078499"/>
                <a:gd name="connsiteX234" fmla="*/ 1280869 w 3024845"/>
                <a:gd name="connsiteY234" fmla="*/ 579356 h 1078499"/>
                <a:gd name="connsiteX235" fmla="*/ 1293029 w 3024845"/>
                <a:gd name="connsiteY235" fmla="*/ 536121 h 1078499"/>
                <a:gd name="connsiteX236" fmla="*/ 1294296 w 3024845"/>
                <a:gd name="connsiteY236" fmla="*/ 536121 h 1078499"/>
                <a:gd name="connsiteX237" fmla="*/ 1303163 w 3024845"/>
                <a:gd name="connsiteY237" fmla="*/ 536121 h 1078499"/>
                <a:gd name="connsiteX238" fmla="*/ 1313296 w 3024845"/>
                <a:gd name="connsiteY238" fmla="*/ 579356 h 1078499"/>
                <a:gd name="connsiteX239" fmla="*/ 1314309 w 3024845"/>
                <a:gd name="connsiteY239" fmla="*/ 579356 h 1078499"/>
                <a:gd name="connsiteX240" fmla="*/ 1321403 w 3024845"/>
                <a:gd name="connsiteY240" fmla="*/ 579356 h 1078499"/>
                <a:gd name="connsiteX241" fmla="*/ 1321403 w 3024845"/>
                <a:gd name="connsiteY241" fmla="*/ 618268 h 1078499"/>
                <a:gd name="connsiteX242" fmla="*/ 1323176 w 3024845"/>
                <a:gd name="connsiteY242" fmla="*/ 618268 h 1078499"/>
                <a:gd name="connsiteX243" fmla="*/ 1335590 w 3024845"/>
                <a:gd name="connsiteY243" fmla="*/ 618268 h 1078499"/>
                <a:gd name="connsiteX244" fmla="*/ 1335590 w 3024845"/>
                <a:gd name="connsiteY244" fmla="*/ 620430 h 1078499"/>
                <a:gd name="connsiteX245" fmla="*/ 1335590 w 3024845"/>
                <a:gd name="connsiteY245" fmla="*/ 635562 h 1078499"/>
                <a:gd name="connsiteX246" fmla="*/ 1339643 w 3024845"/>
                <a:gd name="connsiteY246" fmla="*/ 633401 h 1078499"/>
                <a:gd name="connsiteX247" fmla="*/ 1339643 w 3024845"/>
                <a:gd name="connsiteY247" fmla="*/ 618268 h 1078499"/>
                <a:gd name="connsiteX248" fmla="*/ 1341163 w 3024845"/>
                <a:gd name="connsiteY248" fmla="*/ 618268 h 1078499"/>
                <a:gd name="connsiteX249" fmla="*/ 1351803 w 3024845"/>
                <a:gd name="connsiteY249" fmla="*/ 618268 h 1078499"/>
                <a:gd name="connsiteX250" fmla="*/ 1351803 w 3024845"/>
                <a:gd name="connsiteY250" fmla="*/ 619889 h 1078499"/>
                <a:gd name="connsiteX251" fmla="*/ 1351803 w 3024845"/>
                <a:gd name="connsiteY251" fmla="*/ 631239 h 1078499"/>
                <a:gd name="connsiteX252" fmla="*/ 1382204 w 3024845"/>
                <a:gd name="connsiteY252" fmla="*/ 631239 h 1078499"/>
                <a:gd name="connsiteX253" fmla="*/ 1382204 w 3024845"/>
                <a:gd name="connsiteY253" fmla="*/ 594489 h 1078499"/>
                <a:gd name="connsiteX254" fmla="*/ 1383470 w 3024845"/>
                <a:gd name="connsiteY254" fmla="*/ 594489 h 1078499"/>
                <a:gd name="connsiteX255" fmla="*/ 1392337 w 3024845"/>
                <a:gd name="connsiteY255" fmla="*/ 594489 h 1078499"/>
                <a:gd name="connsiteX256" fmla="*/ 1392337 w 3024845"/>
                <a:gd name="connsiteY256" fmla="*/ 616106 h 1078499"/>
                <a:gd name="connsiteX257" fmla="*/ 1394364 w 3024845"/>
                <a:gd name="connsiteY257" fmla="*/ 583680 h 1078499"/>
                <a:gd name="connsiteX258" fmla="*/ 1416657 w 3024845"/>
                <a:gd name="connsiteY258" fmla="*/ 583680 h 1078499"/>
                <a:gd name="connsiteX259" fmla="*/ 1416657 w 3024845"/>
                <a:gd name="connsiteY259" fmla="*/ 582058 h 1078499"/>
                <a:gd name="connsiteX260" fmla="*/ 1416657 w 3024845"/>
                <a:gd name="connsiteY260" fmla="*/ 570709 h 1078499"/>
                <a:gd name="connsiteX261" fmla="*/ 1417417 w 3024845"/>
                <a:gd name="connsiteY261" fmla="*/ 570709 h 1078499"/>
                <a:gd name="connsiteX262" fmla="*/ 1422737 w 3024845"/>
                <a:gd name="connsiteY262" fmla="*/ 570709 h 1078499"/>
                <a:gd name="connsiteX263" fmla="*/ 1422737 w 3024845"/>
                <a:gd name="connsiteY263" fmla="*/ 568818 h 1078499"/>
                <a:gd name="connsiteX264" fmla="*/ 1422737 w 3024845"/>
                <a:gd name="connsiteY264" fmla="*/ 555577 h 1078499"/>
                <a:gd name="connsiteX265" fmla="*/ 1426791 w 3024845"/>
                <a:gd name="connsiteY265" fmla="*/ 562062 h 1078499"/>
                <a:gd name="connsiteX266" fmla="*/ 1429071 w 3024845"/>
                <a:gd name="connsiteY266" fmla="*/ 562062 h 1078499"/>
                <a:gd name="connsiteX267" fmla="*/ 1445031 w 3024845"/>
                <a:gd name="connsiteY267" fmla="*/ 562062 h 1078499"/>
                <a:gd name="connsiteX268" fmla="*/ 1445031 w 3024845"/>
                <a:gd name="connsiteY268" fmla="*/ 561251 h 1078499"/>
                <a:gd name="connsiteX269" fmla="*/ 1445031 w 3024845"/>
                <a:gd name="connsiteY269" fmla="*/ 555577 h 1078499"/>
                <a:gd name="connsiteX270" fmla="*/ 1445791 w 3024845"/>
                <a:gd name="connsiteY270" fmla="*/ 555577 h 1078499"/>
                <a:gd name="connsiteX271" fmla="*/ 1451111 w 3024845"/>
                <a:gd name="connsiteY271" fmla="*/ 555577 h 1078499"/>
                <a:gd name="connsiteX272" fmla="*/ 1451111 w 3024845"/>
                <a:gd name="connsiteY272" fmla="*/ 556928 h 1078499"/>
                <a:gd name="connsiteX273" fmla="*/ 1451111 w 3024845"/>
                <a:gd name="connsiteY273" fmla="*/ 566386 h 1078499"/>
                <a:gd name="connsiteX274" fmla="*/ 1489618 w 3024845"/>
                <a:gd name="connsiteY274" fmla="*/ 566386 h 1078499"/>
                <a:gd name="connsiteX275" fmla="*/ 1489618 w 3024845"/>
                <a:gd name="connsiteY275" fmla="*/ 704739 h 1078499"/>
                <a:gd name="connsiteX276" fmla="*/ 1491138 w 3024845"/>
                <a:gd name="connsiteY276" fmla="*/ 704739 h 1078499"/>
                <a:gd name="connsiteX277" fmla="*/ 1501778 w 3024845"/>
                <a:gd name="connsiteY277" fmla="*/ 704739 h 1078499"/>
                <a:gd name="connsiteX278" fmla="*/ 1501778 w 3024845"/>
                <a:gd name="connsiteY278" fmla="*/ 691769 h 1078499"/>
                <a:gd name="connsiteX279" fmla="*/ 1505832 w 3024845"/>
                <a:gd name="connsiteY279" fmla="*/ 691769 h 1078499"/>
                <a:gd name="connsiteX280" fmla="*/ 1505832 w 3024845"/>
                <a:gd name="connsiteY280" fmla="*/ 704739 h 1078499"/>
                <a:gd name="connsiteX281" fmla="*/ 1536232 w 3024845"/>
                <a:gd name="connsiteY281" fmla="*/ 704739 h 1078499"/>
                <a:gd name="connsiteX282" fmla="*/ 1536232 w 3024845"/>
                <a:gd name="connsiteY282" fmla="*/ 674474 h 1078499"/>
                <a:gd name="connsiteX283" fmla="*/ 1548392 w 3024845"/>
                <a:gd name="connsiteY283" fmla="*/ 674474 h 1078499"/>
                <a:gd name="connsiteX284" fmla="*/ 1560552 w 3024845"/>
                <a:gd name="connsiteY284" fmla="*/ 672313 h 1078499"/>
                <a:gd name="connsiteX285" fmla="*/ 1564606 w 3024845"/>
                <a:gd name="connsiteY285" fmla="*/ 674474 h 1078499"/>
                <a:gd name="connsiteX286" fmla="*/ 1574739 w 3024845"/>
                <a:gd name="connsiteY286" fmla="*/ 674474 h 1078499"/>
                <a:gd name="connsiteX287" fmla="*/ 1574739 w 3024845"/>
                <a:gd name="connsiteY287" fmla="*/ 704739 h 1078499"/>
                <a:gd name="connsiteX288" fmla="*/ 1582846 w 3024845"/>
                <a:gd name="connsiteY288" fmla="*/ 704739 h 1078499"/>
                <a:gd name="connsiteX289" fmla="*/ 1582846 w 3024845"/>
                <a:gd name="connsiteY289" fmla="*/ 722034 h 1078499"/>
                <a:gd name="connsiteX290" fmla="*/ 1592182 w 3024845"/>
                <a:gd name="connsiteY290" fmla="*/ 722939 h 1078499"/>
                <a:gd name="connsiteX291" fmla="*/ 1605140 w 3024845"/>
                <a:gd name="connsiteY291" fmla="*/ 722939 h 1078499"/>
                <a:gd name="connsiteX292" fmla="*/ 1605140 w 3024845"/>
                <a:gd name="connsiteY292" fmla="*/ 706901 h 1078499"/>
                <a:gd name="connsiteX293" fmla="*/ 1673096 w 3024845"/>
                <a:gd name="connsiteY293" fmla="*/ 706901 h 1078499"/>
                <a:gd name="connsiteX294" fmla="*/ 1673096 w 3024845"/>
                <a:gd name="connsiteY294" fmla="*/ 621648 h 1078499"/>
                <a:gd name="connsiteX295" fmla="*/ 1745104 w 3024845"/>
                <a:gd name="connsiteY295" fmla="*/ 621648 h 1078499"/>
                <a:gd name="connsiteX296" fmla="*/ 1745104 w 3024845"/>
                <a:gd name="connsiteY296" fmla="*/ 700416 h 1078499"/>
                <a:gd name="connsiteX297" fmla="*/ 1747008 w 3024845"/>
                <a:gd name="connsiteY297" fmla="*/ 700416 h 1078499"/>
                <a:gd name="connsiteX298" fmla="*/ 1748250 w 3024845"/>
                <a:gd name="connsiteY298" fmla="*/ 722939 h 1078499"/>
                <a:gd name="connsiteX299" fmla="*/ 1757926 w 3024845"/>
                <a:gd name="connsiteY299" fmla="*/ 722939 h 1078499"/>
                <a:gd name="connsiteX300" fmla="*/ 1759168 w 3024845"/>
                <a:gd name="connsiteY300" fmla="*/ 700416 h 1078499"/>
                <a:gd name="connsiteX301" fmla="*/ 1765248 w 3024845"/>
                <a:gd name="connsiteY301" fmla="*/ 700416 h 1078499"/>
                <a:gd name="connsiteX302" fmla="*/ 1766490 w 3024845"/>
                <a:gd name="connsiteY302" fmla="*/ 722939 h 1078499"/>
                <a:gd name="connsiteX303" fmla="*/ 1817112 w 3024845"/>
                <a:gd name="connsiteY303" fmla="*/ 722939 h 1078499"/>
                <a:gd name="connsiteX304" fmla="*/ 1817112 w 3024845"/>
                <a:gd name="connsiteY304" fmla="*/ 559911 h 1078499"/>
                <a:gd name="connsiteX305" fmla="*/ 2014439 w 3024845"/>
                <a:gd name="connsiteY305" fmla="*/ 559911 h 1078499"/>
                <a:gd name="connsiteX306" fmla="*/ 2014439 w 3024845"/>
                <a:gd name="connsiteY306" fmla="*/ 722939 h 1078499"/>
                <a:gd name="connsiteX307" fmla="*/ 2033136 w 3024845"/>
                <a:gd name="connsiteY307" fmla="*/ 722939 h 1078499"/>
                <a:gd name="connsiteX308" fmla="*/ 2033136 w 3024845"/>
                <a:gd name="connsiteY308" fmla="*/ 640246 h 1078499"/>
                <a:gd name="connsiteX309" fmla="*/ 2128256 w 3024845"/>
                <a:gd name="connsiteY309" fmla="*/ 640246 h 1078499"/>
                <a:gd name="connsiteX310" fmla="*/ 2140186 w 3024845"/>
                <a:gd name="connsiteY310" fmla="*/ 322105 h 1078499"/>
                <a:gd name="connsiteX311" fmla="*/ 2128026 w 3024845"/>
                <a:gd name="connsiteY311" fmla="*/ 300487 h 1078499"/>
                <a:gd name="connsiteX312" fmla="*/ 2121946 w 3024845"/>
                <a:gd name="connsiteY312" fmla="*/ 296163 h 1078499"/>
                <a:gd name="connsiteX313" fmla="*/ 2130053 w 3024845"/>
                <a:gd name="connsiteY313" fmla="*/ 272384 h 1078499"/>
                <a:gd name="connsiteX314" fmla="*/ 2130053 w 3024845"/>
                <a:gd name="connsiteY314" fmla="*/ 255090 h 1078499"/>
                <a:gd name="connsiteX315" fmla="*/ 2144240 w 3024845"/>
                <a:gd name="connsiteY315" fmla="*/ 255090 h 1078499"/>
                <a:gd name="connsiteX316" fmla="*/ 2144240 w 3024845"/>
                <a:gd name="connsiteY316" fmla="*/ 233472 h 1078499"/>
                <a:gd name="connsiteX317" fmla="*/ 2146266 w 3024845"/>
                <a:gd name="connsiteY317" fmla="*/ 229148 h 1078499"/>
                <a:gd name="connsiteX318" fmla="*/ 2146266 w 3024845"/>
                <a:gd name="connsiteY318" fmla="*/ 151324 h 1078499"/>
                <a:gd name="connsiteX319" fmla="*/ 2144240 w 3024845"/>
                <a:gd name="connsiteY319" fmla="*/ 144839 h 1078499"/>
                <a:gd name="connsiteX320" fmla="*/ 2150320 w 3024845"/>
                <a:gd name="connsiteY320" fmla="*/ 138353 h 1078499"/>
                <a:gd name="connsiteX321" fmla="*/ 2150320 w 3024845"/>
                <a:gd name="connsiteY321" fmla="*/ 79985 h 1078499"/>
                <a:gd name="connsiteX322" fmla="*/ 2152346 w 3024845"/>
                <a:gd name="connsiteY322" fmla="*/ 75662 h 1078499"/>
                <a:gd name="connsiteX323" fmla="*/ 2152346 w 3024845"/>
                <a:gd name="connsiteY323" fmla="*/ 19456 h 1078499"/>
                <a:gd name="connsiteX324" fmla="*/ 2154373 w 3024845"/>
                <a:gd name="connsiteY324" fmla="*/ 0 h 1078499"/>
                <a:gd name="connsiteX325" fmla="*/ 2162480 w 3024845"/>
                <a:gd name="connsiteY325" fmla="*/ 138353 h 1078499"/>
                <a:gd name="connsiteX326" fmla="*/ 2168560 w 3024845"/>
                <a:gd name="connsiteY326" fmla="*/ 144839 h 1078499"/>
                <a:gd name="connsiteX327" fmla="*/ 2166533 w 3024845"/>
                <a:gd name="connsiteY327" fmla="*/ 151324 h 1078499"/>
                <a:gd name="connsiteX328" fmla="*/ 2166533 w 3024845"/>
                <a:gd name="connsiteY328" fmla="*/ 229148 h 1078499"/>
                <a:gd name="connsiteX329" fmla="*/ 2168560 w 3024845"/>
                <a:gd name="connsiteY329" fmla="*/ 233472 h 1078499"/>
                <a:gd name="connsiteX330" fmla="*/ 2168560 w 3024845"/>
                <a:gd name="connsiteY330" fmla="*/ 255090 h 1078499"/>
                <a:gd name="connsiteX331" fmla="*/ 2182747 w 3024845"/>
                <a:gd name="connsiteY331" fmla="*/ 255090 h 1078499"/>
                <a:gd name="connsiteX332" fmla="*/ 2182747 w 3024845"/>
                <a:gd name="connsiteY332" fmla="*/ 272384 h 1078499"/>
                <a:gd name="connsiteX333" fmla="*/ 2190854 w 3024845"/>
                <a:gd name="connsiteY333" fmla="*/ 296163 h 1078499"/>
                <a:gd name="connsiteX334" fmla="*/ 2184774 w 3024845"/>
                <a:gd name="connsiteY334" fmla="*/ 300487 h 1078499"/>
                <a:gd name="connsiteX335" fmla="*/ 2172613 w 3024845"/>
                <a:gd name="connsiteY335" fmla="*/ 322105 h 1078499"/>
                <a:gd name="connsiteX336" fmla="*/ 2180720 w 3024845"/>
                <a:gd name="connsiteY336" fmla="*/ 575033 h 1078499"/>
                <a:gd name="connsiteX337" fmla="*/ 2245574 w 3024845"/>
                <a:gd name="connsiteY337" fmla="*/ 575033 h 1078499"/>
                <a:gd name="connsiteX338" fmla="*/ 2245574 w 3024845"/>
                <a:gd name="connsiteY338" fmla="*/ 650695 h 1078499"/>
                <a:gd name="connsiteX339" fmla="*/ 2253681 w 3024845"/>
                <a:gd name="connsiteY339" fmla="*/ 650695 h 1078499"/>
                <a:gd name="connsiteX340" fmla="*/ 2255708 w 3024845"/>
                <a:gd name="connsiteY340" fmla="*/ 644210 h 1078499"/>
                <a:gd name="connsiteX341" fmla="*/ 2261788 w 3024845"/>
                <a:gd name="connsiteY341" fmla="*/ 644210 h 1078499"/>
                <a:gd name="connsiteX342" fmla="*/ 2263815 w 3024845"/>
                <a:gd name="connsiteY342" fmla="*/ 652857 h 1078499"/>
                <a:gd name="connsiteX343" fmla="*/ 2275975 w 3024845"/>
                <a:gd name="connsiteY343" fmla="*/ 652857 h 1078499"/>
                <a:gd name="connsiteX344" fmla="*/ 2275975 w 3024845"/>
                <a:gd name="connsiteY344" fmla="*/ 646371 h 1078499"/>
                <a:gd name="connsiteX345" fmla="*/ 2298268 w 3024845"/>
                <a:gd name="connsiteY345" fmla="*/ 646371 h 1078499"/>
                <a:gd name="connsiteX346" fmla="*/ 2298268 w 3024845"/>
                <a:gd name="connsiteY346" fmla="*/ 652857 h 1078499"/>
                <a:gd name="connsiteX347" fmla="*/ 2318535 w 3024845"/>
                <a:gd name="connsiteY347" fmla="*/ 652857 h 1078499"/>
                <a:gd name="connsiteX348" fmla="*/ 2318535 w 3024845"/>
                <a:gd name="connsiteY348" fmla="*/ 698254 h 1078499"/>
                <a:gd name="connsiteX349" fmla="*/ 2332722 w 3024845"/>
                <a:gd name="connsiteY349" fmla="*/ 698254 h 1078499"/>
                <a:gd name="connsiteX350" fmla="*/ 2332722 w 3024845"/>
                <a:gd name="connsiteY350" fmla="*/ 685283 h 1078499"/>
                <a:gd name="connsiteX351" fmla="*/ 2348936 w 3024845"/>
                <a:gd name="connsiteY351" fmla="*/ 685283 h 1078499"/>
                <a:gd name="connsiteX352" fmla="*/ 2348936 w 3024845"/>
                <a:gd name="connsiteY352" fmla="*/ 505856 h 1078499"/>
                <a:gd name="connsiteX353" fmla="*/ 2355016 w 3024845"/>
                <a:gd name="connsiteY353" fmla="*/ 499370 h 1078499"/>
                <a:gd name="connsiteX354" fmla="*/ 2427977 w 3024845"/>
                <a:gd name="connsiteY354" fmla="*/ 499370 h 1078499"/>
                <a:gd name="connsiteX355" fmla="*/ 2427977 w 3024845"/>
                <a:gd name="connsiteY355" fmla="*/ 508018 h 1078499"/>
                <a:gd name="connsiteX356" fmla="*/ 2438110 w 3024845"/>
                <a:gd name="connsiteY356" fmla="*/ 508018 h 1078499"/>
                <a:gd name="connsiteX357" fmla="*/ 2438110 w 3024845"/>
                <a:gd name="connsiteY357" fmla="*/ 622592 h 1078499"/>
                <a:gd name="connsiteX358" fmla="*/ 2460404 w 3024845"/>
                <a:gd name="connsiteY358" fmla="*/ 622592 h 1078499"/>
                <a:gd name="connsiteX359" fmla="*/ 2460404 w 3024845"/>
                <a:gd name="connsiteY359" fmla="*/ 555577 h 1078499"/>
                <a:gd name="connsiteX360" fmla="*/ 2486751 w 3024845"/>
                <a:gd name="connsiteY360" fmla="*/ 555577 h 1078499"/>
                <a:gd name="connsiteX361" fmla="*/ 2490804 w 3024845"/>
                <a:gd name="connsiteY361" fmla="*/ 551253 h 1078499"/>
                <a:gd name="connsiteX362" fmla="*/ 2498911 w 3024845"/>
                <a:gd name="connsiteY362" fmla="*/ 551253 h 1078499"/>
                <a:gd name="connsiteX363" fmla="*/ 2502964 w 3024845"/>
                <a:gd name="connsiteY363" fmla="*/ 555577 h 1078499"/>
                <a:gd name="connsiteX364" fmla="*/ 2525258 w 3024845"/>
                <a:gd name="connsiteY364" fmla="*/ 555577 h 1078499"/>
                <a:gd name="connsiteX365" fmla="*/ 2525258 w 3024845"/>
                <a:gd name="connsiteY365" fmla="*/ 438841 h 1078499"/>
                <a:gd name="connsiteX366" fmla="*/ 2582005 w 3024845"/>
                <a:gd name="connsiteY366" fmla="*/ 428032 h 1078499"/>
                <a:gd name="connsiteX367" fmla="*/ 2582005 w 3024845"/>
                <a:gd name="connsiteY367" fmla="*/ 429113 h 1078499"/>
                <a:gd name="connsiteX368" fmla="*/ 2582005 w 3024845"/>
                <a:gd name="connsiteY368" fmla="*/ 436679 h 1078499"/>
                <a:gd name="connsiteX369" fmla="*/ 2608352 w 3024845"/>
                <a:gd name="connsiteY369" fmla="*/ 436679 h 1078499"/>
                <a:gd name="connsiteX370" fmla="*/ 2608352 w 3024845"/>
                <a:gd name="connsiteY370" fmla="*/ 691769 h 1078499"/>
                <a:gd name="connsiteX371" fmla="*/ 2630646 w 3024845"/>
                <a:gd name="connsiteY371" fmla="*/ 691769 h 1078499"/>
                <a:gd name="connsiteX372" fmla="*/ 2630646 w 3024845"/>
                <a:gd name="connsiteY372" fmla="*/ 687445 h 1078499"/>
                <a:gd name="connsiteX373" fmla="*/ 2642806 w 3024845"/>
                <a:gd name="connsiteY373" fmla="*/ 687445 h 1078499"/>
                <a:gd name="connsiteX374" fmla="*/ 2642806 w 3024845"/>
                <a:gd name="connsiteY374" fmla="*/ 691769 h 1078499"/>
                <a:gd name="connsiteX375" fmla="*/ 2667126 w 3024845"/>
                <a:gd name="connsiteY375" fmla="*/ 691769 h 1078499"/>
                <a:gd name="connsiteX376" fmla="*/ 2667126 w 3024845"/>
                <a:gd name="connsiteY376" fmla="*/ 678798 h 1078499"/>
                <a:gd name="connsiteX377" fmla="*/ 2695500 w 3024845"/>
                <a:gd name="connsiteY377" fmla="*/ 678798 h 1078499"/>
                <a:gd name="connsiteX378" fmla="*/ 2707660 w 3024845"/>
                <a:gd name="connsiteY378" fmla="*/ 674474 h 1078499"/>
                <a:gd name="connsiteX379" fmla="*/ 2727927 w 3024845"/>
                <a:gd name="connsiteY379" fmla="*/ 678798 h 1078499"/>
                <a:gd name="connsiteX380" fmla="*/ 2727927 w 3024845"/>
                <a:gd name="connsiteY380" fmla="*/ 661504 h 1078499"/>
                <a:gd name="connsiteX381" fmla="*/ 2736034 w 3024845"/>
                <a:gd name="connsiteY381" fmla="*/ 661504 h 1078499"/>
                <a:gd name="connsiteX382" fmla="*/ 2736034 w 3024845"/>
                <a:gd name="connsiteY382" fmla="*/ 648533 h 1078499"/>
                <a:gd name="connsiteX383" fmla="*/ 2792781 w 3024845"/>
                <a:gd name="connsiteY383" fmla="*/ 648533 h 1078499"/>
                <a:gd name="connsiteX384" fmla="*/ 2792781 w 3024845"/>
                <a:gd name="connsiteY384" fmla="*/ 618268 h 1078499"/>
                <a:gd name="connsiteX385" fmla="*/ 2811021 w 3024845"/>
                <a:gd name="connsiteY385" fmla="*/ 618268 h 1078499"/>
                <a:gd name="connsiteX386" fmla="*/ 2811021 w 3024845"/>
                <a:gd name="connsiteY386" fmla="*/ 611783 h 1078499"/>
                <a:gd name="connsiteX387" fmla="*/ 2823181 w 3024845"/>
                <a:gd name="connsiteY387" fmla="*/ 611783 h 1078499"/>
                <a:gd name="connsiteX388" fmla="*/ 2823181 w 3024845"/>
                <a:gd name="connsiteY388" fmla="*/ 618268 h 1078499"/>
                <a:gd name="connsiteX389" fmla="*/ 2839395 w 3024845"/>
                <a:gd name="connsiteY389" fmla="*/ 618268 h 1078499"/>
                <a:gd name="connsiteX390" fmla="*/ 2839395 w 3024845"/>
                <a:gd name="connsiteY390" fmla="*/ 667989 h 1078499"/>
                <a:gd name="connsiteX391" fmla="*/ 2871822 w 3024845"/>
                <a:gd name="connsiteY391" fmla="*/ 667989 h 1078499"/>
                <a:gd name="connsiteX392" fmla="*/ 2871822 w 3024845"/>
                <a:gd name="connsiteY392" fmla="*/ 642048 h 1078499"/>
                <a:gd name="connsiteX393" fmla="*/ 2910329 w 3024845"/>
                <a:gd name="connsiteY393" fmla="*/ 642048 h 1078499"/>
                <a:gd name="connsiteX394" fmla="*/ 2910329 w 3024845"/>
                <a:gd name="connsiteY394" fmla="*/ 611783 h 1078499"/>
                <a:gd name="connsiteX395" fmla="*/ 2958970 w 3024845"/>
                <a:gd name="connsiteY395" fmla="*/ 611783 h 1078499"/>
                <a:gd name="connsiteX396" fmla="*/ 2958970 w 3024845"/>
                <a:gd name="connsiteY396" fmla="*/ 722939 h 1078499"/>
                <a:gd name="connsiteX397" fmla="*/ 2958970 w 3024845"/>
                <a:gd name="connsiteY397" fmla="*/ 736718 h 1078499"/>
                <a:gd name="connsiteX398" fmla="*/ 3024845 w 3024845"/>
                <a:gd name="connsiteY398" fmla="*/ 736718 h 1078499"/>
                <a:gd name="connsiteX399" fmla="*/ 3024845 w 3024845"/>
                <a:gd name="connsiteY399" fmla="*/ 1078499 h 1078499"/>
                <a:gd name="connsiteX400" fmla="*/ 2054 w 3024845"/>
                <a:gd name="connsiteY400" fmla="*/ 1076166 h 1078499"/>
                <a:gd name="connsiteX401" fmla="*/ 0 w 3024845"/>
                <a:gd name="connsiteY401" fmla="*/ 642048 h 1078499"/>
                <a:gd name="connsiteX402" fmla="*/ 20267 w 3024845"/>
                <a:gd name="connsiteY402" fmla="*/ 642048 h 1078499"/>
                <a:gd name="connsiteX403" fmla="*/ 20774 w 3024845"/>
                <a:gd name="connsiteY403" fmla="*/ 640967 h 1078499"/>
                <a:gd name="connsiteX404" fmla="*/ 24320 w 3024845"/>
                <a:gd name="connsiteY404" fmla="*/ 633401 h 1078499"/>
                <a:gd name="connsiteX405" fmla="*/ 26094 w 3024845"/>
                <a:gd name="connsiteY405" fmla="*/ 633671 h 1078499"/>
                <a:gd name="connsiteX406" fmla="*/ 38507 w 3024845"/>
                <a:gd name="connsiteY406" fmla="*/ 635562 h 1078499"/>
                <a:gd name="connsiteX407" fmla="*/ 39014 w 3024845"/>
                <a:gd name="connsiteY407" fmla="*/ 636914 h 1078499"/>
                <a:gd name="connsiteX408" fmla="*/ 42560 w 3024845"/>
                <a:gd name="connsiteY408" fmla="*/ 646371 h 1078499"/>
                <a:gd name="connsiteX409" fmla="*/ 68907 w 3024845"/>
                <a:gd name="connsiteY409" fmla="*/ 648533 h 1078499"/>
                <a:gd name="connsiteX410" fmla="*/ 68907 w 3024845"/>
                <a:gd name="connsiteY410" fmla="*/ 525312 h 1078499"/>
                <a:gd name="connsiteX411" fmla="*/ 70934 w 3024845"/>
                <a:gd name="connsiteY411" fmla="*/ 525312 h 1078499"/>
                <a:gd name="connsiteX412" fmla="*/ 85121 w 3024845"/>
                <a:gd name="connsiteY412" fmla="*/ 525312 h 1078499"/>
                <a:gd name="connsiteX413" fmla="*/ 85121 w 3024845"/>
                <a:gd name="connsiteY413" fmla="*/ 389120 h 1078499"/>
                <a:gd name="connsiteX414" fmla="*/ 86894 w 3024845"/>
                <a:gd name="connsiteY414" fmla="*/ 389120 h 1078499"/>
                <a:gd name="connsiteX415" fmla="*/ 99308 w 3024845"/>
                <a:gd name="connsiteY415" fmla="*/ 389120 h 1078499"/>
                <a:gd name="connsiteX416" fmla="*/ 99308 w 3024845"/>
                <a:gd name="connsiteY416" fmla="*/ 274546 h 1078499"/>
                <a:gd name="connsiteX417" fmla="*/ 103361 w 3024845"/>
                <a:gd name="connsiteY417" fmla="*/ 246442 h 1078499"/>
                <a:gd name="connsiteX418" fmla="*/ 105388 w 3024845"/>
                <a:gd name="connsiteY418" fmla="*/ 246442 h 1078499"/>
                <a:gd name="connsiteX419" fmla="*/ 119575 w 3024845"/>
                <a:gd name="connsiteY419" fmla="*/ 246442 h 1078499"/>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72613 w 3024845"/>
                <a:gd name="connsiteY334" fmla="*/ 302649 h 1059043"/>
                <a:gd name="connsiteX335" fmla="*/ 2180720 w 3024845"/>
                <a:gd name="connsiteY335" fmla="*/ 555577 h 1059043"/>
                <a:gd name="connsiteX336" fmla="*/ 2245574 w 3024845"/>
                <a:gd name="connsiteY336" fmla="*/ 555577 h 1059043"/>
                <a:gd name="connsiteX337" fmla="*/ 2245574 w 3024845"/>
                <a:gd name="connsiteY337" fmla="*/ 631239 h 1059043"/>
                <a:gd name="connsiteX338" fmla="*/ 2253681 w 3024845"/>
                <a:gd name="connsiteY338" fmla="*/ 631239 h 1059043"/>
                <a:gd name="connsiteX339" fmla="*/ 2255708 w 3024845"/>
                <a:gd name="connsiteY339" fmla="*/ 624754 h 1059043"/>
                <a:gd name="connsiteX340" fmla="*/ 2261788 w 3024845"/>
                <a:gd name="connsiteY340" fmla="*/ 624754 h 1059043"/>
                <a:gd name="connsiteX341" fmla="*/ 2263815 w 3024845"/>
                <a:gd name="connsiteY341" fmla="*/ 633401 h 1059043"/>
                <a:gd name="connsiteX342" fmla="*/ 2275975 w 3024845"/>
                <a:gd name="connsiteY342" fmla="*/ 633401 h 1059043"/>
                <a:gd name="connsiteX343" fmla="*/ 2275975 w 3024845"/>
                <a:gd name="connsiteY343" fmla="*/ 626915 h 1059043"/>
                <a:gd name="connsiteX344" fmla="*/ 2298268 w 3024845"/>
                <a:gd name="connsiteY344" fmla="*/ 626915 h 1059043"/>
                <a:gd name="connsiteX345" fmla="*/ 2298268 w 3024845"/>
                <a:gd name="connsiteY345" fmla="*/ 633401 h 1059043"/>
                <a:gd name="connsiteX346" fmla="*/ 2318535 w 3024845"/>
                <a:gd name="connsiteY346" fmla="*/ 633401 h 1059043"/>
                <a:gd name="connsiteX347" fmla="*/ 2318535 w 3024845"/>
                <a:gd name="connsiteY347" fmla="*/ 678798 h 1059043"/>
                <a:gd name="connsiteX348" fmla="*/ 2332722 w 3024845"/>
                <a:gd name="connsiteY348" fmla="*/ 678798 h 1059043"/>
                <a:gd name="connsiteX349" fmla="*/ 2332722 w 3024845"/>
                <a:gd name="connsiteY349" fmla="*/ 665827 h 1059043"/>
                <a:gd name="connsiteX350" fmla="*/ 2348936 w 3024845"/>
                <a:gd name="connsiteY350" fmla="*/ 665827 h 1059043"/>
                <a:gd name="connsiteX351" fmla="*/ 2348936 w 3024845"/>
                <a:gd name="connsiteY351" fmla="*/ 486400 h 1059043"/>
                <a:gd name="connsiteX352" fmla="*/ 2355016 w 3024845"/>
                <a:gd name="connsiteY352" fmla="*/ 479914 h 1059043"/>
                <a:gd name="connsiteX353" fmla="*/ 2427977 w 3024845"/>
                <a:gd name="connsiteY353" fmla="*/ 479914 h 1059043"/>
                <a:gd name="connsiteX354" fmla="*/ 2427977 w 3024845"/>
                <a:gd name="connsiteY354" fmla="*/ 488562 h 1059043"/>
                <a:gd name="connsiteX355" fmla="*/ 2438110 w 3024845"/>
                <a:gd name="connsiteY355" fmla="*/ 488562 h 1059043"/>
                <a:gd name="connsiteX356" fmla="*/ 2438110 w 3024845"/>
                <a:gd name="connsiteY356" fmla="*/ 603136 h 1059043"/>
                <a:gd name="connsiteX357" fmla="*/ 2460404 w 3024845"/>
                <a:gd name="connsiteY357" fmla="*/ 603136 h 1059043"/>
                <a:gd name="connsiteX358" fmla="*/ 2460404 w 3024845"/>
                <a:gd name="connsiteY358" fmla="*/ 536121 h 1059043"/>
                <a:gd name="connsiteX359" fmla="*/ 2486751 w 3024845"/>
                <a:gd name="connsiteY359" fmla="*/ 536121 h 1059043"/>
                <a:gd name="connsiteX360" fmla="*/ 2490804 w 3024845"/>
                <a:gd name="connsiteY360" fmla="*/ 531797 h 1059043"/>
                <a:gd name="connsiteX361" fmla="*/ 2498911 w 3024845"/>
                <a:gd name="connsiteY361" fmla="*/ 531797 h 1059043"/>
                <a:gd name="connsiteX362" fmla="*/ 2502964 w 3024845"/>
                <a:gd name="connsiteY362" fmla="*/ 536121 h 1059043"/>
                <a:gd name="connsiteX363" fmla="*/ 2525258 w 3024845"/>
                <a:gd name="connsiteY363" fmla="*/ 536121 h 1059043"/>
                <a:gd name="connsiteX364" fmla="*/ 2525258 w 3024845"/>
                <a:gd name="connsiteY364" fmla="*/ 419385 h 1059043"/>
                <a:gd name="connsiteX365" fmla="*/ 2582005 w 3024845"/>
                <a:gd name="connsiteY365" fmla="*/ 408576 h 1059043"/>
                <a:gd name="connsiteX366" fmla="*/ 2582005 w 3024845"/>
                <a:gd name="connsiteY366" fmla="*/ 409657 h 1059043"/>
                <a:gd name="connsiteX367" fmla="*/ 2582005 w 3024845"/>
                <a:gd name="connsiteY367" fmla="*/ 417223 h 1059043"/>
                <a:gd name="connsiteX368" fmla="*/ 2608352 w 3024845"/>
                <a:gd name="connsiteY368" fmla="*/ 417223 h 1059043"/>
                <a:gd name="connsiteX369" fmla="*/ 2608352 w 3024845"/>
                <a:gd name="connsiteY369" fmla="*/ 672313 h 1059043"/>
                <a:gd name="connsiteX370" fmla="*/ 2630646 w 3024845"/>
                <a:gd name="connsiteY370" fmla="*/ 672313 h 1059043"/>
                <a:gd name="connsiteX371" fmla="*/ 2630646 w 3024845"/>
                <a:gd name="connsiteY371" fmla="*/ 667989 h 1059043"/>
                <a:gd name="connsiteX372" fmla="*/ 2642806 w 3024845"/>
                <a:gd name="connsiteY372" fmla="*/ 667989 h 1059043"/>
                <a:gd name="connsiteX373" fmla="*/ 2642806 w 3024845"/>
                <a:gd name="connsiteY373" fmla="*/ 672313 h 1059043"/>
                <a:gd name="connsiteX374" fmla="*/ 2667126 w 3024845"/>
                <a:gd name="connsiteY374" fmla="*/ 672313 h 1059043"/>
                <a:gd name="connsiteX375" fmla="*/ 2667126 w 3024845"/>
                <a:gd name="connsiteY375" fmla="*/ 659342 h 1059043"/>
                <a:gd name="connsiteX376" fmla="*/ 2695500 w 3024845"/>
                <a:gd name="connsiteY376" fmla="*/ 659342 h 1059043"/>
                <a:gd name="connsiteX377" fmla="*/ 2707660 w 3024845"/>
                <a:gd name="connsiteY377" fmla="*/ 655018 h 1059043"/>
                <a:gd name="connsiteX378" fmla="*/ 2727927 w 3024845"/>
                <a:gd name="connsiteY378" fmla="*/ 659342 h 1059043"/>
                <a:gd name="connsiteX379" fmla="*/ 2727927 w 3024845"/>
                <a:gd name="connsiteY379" fmla="*/ 642048 h 1059043"/>
                <a:gd name="connsiteX380" fmla="*/ 2736034 w 3024845"/>
                <a:gd name="connsiteY380" fmla="*/ 642048 h 1059043"/>
                <a:gd name="connsiteX381" fmla="*/ 2736034 w 3024845"/>
                <a:gd name="connsiteY381" fmla="*/ 629077 h 1059043"/>
                <a:gd name="connsiteX382" fmla="*/ 2792781 w 3024845"/>
                <a:gd name="connsiteY382" fmla="*/ 629077 h 1059043"/>
                <a:gd name="connsiteX383" fmla="*/ 2792781 w 3024845"/>
                <a:gd name="connsiteY383" fmla="*/ 598812 h 1059043"/>
                <a:gd name="connsiteX384" fmla="*/ 2811021 w 3024845"/>
                <a:gd name="connsiteY384" fmla="*/ 598812 h 1059043"/>
                <a:gd name="connsiteX385" fmla="*/ 2811021 w 3024845"/>
                <a:gd name="connsiteY385" fmla="*/ 592327 h 1059043"/>
                <a:gd name="connsiteX386" fmla="*/ 2823181 w 3024845"/>
                <a:gd name="connsiteY386" fmla="*/ 592327 h 1059043"/>
                <a:gd name="connsiteX387" fmla="*/ 2823181 w 3024845"/>
                <a:gd name="connsiteY387" fmla="*/ 598812 h 1059043"/>
                <a:gd name="connsiteX388" fmla="*/ 2839395 w 3024845"/>
                <a:gd name="connsiteY388" fmla="*/ 598812 h 1059043"/>
                <a:gd name="connsiteX389" fmla="*/ 2839395 w 3024845"/>
                <a:gd name="connsiteY389" fmla="*/ 648533 h 1059043"/>
                <a:gd name="connsiteX390" fmla="*/ 2871822 w 3024845"/>
                <a:gd name="connsiteY390" fmla="*/ 648533 h 1059043"/>
                <a:gd name="connsiteX391" fmla="*/ 2871822 w 3024845"/>
                <a:gd name="connsiteY391" fmla="*/ 622592 h 1059043"/>
                <a:gd name="connsiteX392" fmla="*/ 2910329 w 3024845"/>
                <a:gd name="connsiteY392" fmla="*/ 622592 h 1059043"/>
                <a:gd name="connsiteX393" fmla="*/ 2910329 w 3024845"/>
                <a:gd name="connsiteY393" fmla="*/ 592327 h 1059043"/>
                <a:gd name="connsiteX394" fmla="*/ 2958970 w 3024845"/>
                <a:gd name="connsiteY394" fmla="*/ 592327 h 1059043"/>
                <a:gd name="connsiteX395" fmla="*/ 2958970 w 3024845"/>
                <a:gd name="connsiteY395" fmla="*/ 703483 h 1059043"/>
                <a:gd name="connsiteX396" fmla="*/ 2958970 w 3024845"/>
                <a:gd name="connsiteY396" fmla="*/ 717262 h 1059043"/>
                <a:gd name="connsiteX397" fmla="*/ 3024845 w 3024845"/>
                <a:gd name="connsiteY397" fmla="*/ 717262 h 1059043"/>
                <a:gd name="connsiteX398" fmla="*/ 3024845 w 3024845"/>
                <a:gd name="connsiteY398" fmla="*/ 1059043 h 1059043"/>
                <a:gd name="connsiteX399" fmla="*/ 2054 w 3024845"/>
                <a:gd name="connsiteY399" fmla="*/ 1056710 h 1059043"/>
                <a:gd name="connsiteX400" fmla="*/ 0 w 3024845"/>
                <a:gd name="connsiteY400" fmla="*/ 622592 h 1059043"/>
                <a:gd name="connsiteX401" fmla="*/ 20267 w 3024845"/>
                <a:gd name="connsiteY401" fmla="*/ 622592 h 1059043"/>
                <a:gd name="connsiteX402" fmla="*/ 20774 w 3024845"/>
                <a:gd name="connsiteY402" fmla="*/ 621511 h 1059043"/>
                <a:gd name="connsiteX403" fmla="*/ 24320 w 3024845"/>
                <a:gd name="connsiteY403" fmla="*/ 613945 h 1059043"/>
                <a:gd name="connsiteX404" fmla="*/ 26094 w 3024845"/>
                <a:gd name="connsiteY404" fmla="*/ 614215 h 1059043"/>
                <a:gd name="connsiteX405" fmla="*/ 38507 w 3024845"/>
                <a:gd name="connsiteY405" fmla="*/ 616106 h 1059043"/>
                <a:gd name="connsiteX406" fmla="*/ 39014 w 3024845"/>
                <a:gd name="connsiteY406" fmla="*/ 617458 h 1059043"/>
                <a:gd name="connsiteX407" fmla="*/ 42560 w 3024845"/>
                <a:gd name="connsiteY407" fmla="*/ 626915 h 1059043"/>
                <a:gd name="connsiteX408" fmla="*/ 68907 w 3024845"/>
                <a:gd name="connsiteY408" fmla="*/ 629077 h 1059043"/>
                <a:gd name="connsiteX409" fmla="*/ 68907 w 3024845"/>
                <a:gd name="connsiteY409" fmla="*/ 505856 h 1059043"/>
                <a:gd name="connsiteX410" fmla="*/ 70934 w 3024845"/>
                <a:gd name="connsiteY410" fmla="*/ 505856 h 1059043"/>
                <a:gd name="connsiteX411" fmla="*/ 85121 w 3024845"/>
                <a:gd name="connsiteY411" fmla="*/ 505856 h 1059043"/>
                <a:gd name="connsiteX412" fmla="*/ 85121 w 3024845"/>
                <a:gd name="connsiteY412" fmla="*/ 369664 h 1059043"/>
                <a:gd name="connsiteX413" fmla="*/ 86894 w 3024845"/>
                <a:gd name="connsiteY413" fmla="*/ 369664 h 1059043"/>
                <a:gd name="connsiteX414" fmla="*/ 99308 w 3024845"/>
                <a:gd name="connsiteY414" fmla="*/ 369664 h 1059043"/>
                <a:gd name="connsiteX415" fmla="*/ 99308 w 3024845"/>
                <a:gd name="connsiteY415" fmla="*/ 255090 h 1059043"/>
                <a:gd name="connsiteX416" fmla="*/ 103361 w 3024845"/>
                <a:gd name="connsiteY416" fmla="*/ 226986 h 1059043"/>
                <a:gd name="connsiteX417" fmla="*/ 105388 w 3024845"/>
                <a:gd name="connsiteY417" fmla="*/ 226986 h 1059043"/>
                <a:gd name="connsiteX418" fmla="*/ 119575 w 3024845"/>
                <a:gd name="connsiteY41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4774 w 3024845"/>
                <a:gd name="connsiteY333" fmla="*/ 281031 h 1059043"/>
                <a:gd name="connsiteX334" fmla="*/ 2180720 w 3024845"/>
                <a:gd name="connsiteY334" fmla="*/ 555577 h 1059043"/>
                <a:gd name="connsiteX335" fmla="*/ 2245574 w 3024845"/>
                <a:gd name="connsiteY335" fmla="*/ 555577 h 1059043"/>
                <a:gd name="connsiteX336" fmla="*/ 2245574 w 3024845"/>
                <a:gd name="connsiteY336" fmla="*/ 631239 h 1059043"/>
                <a:gd name="connsiteX337" fmla="*/ 2253681 w 3024845"/>
                <a:gd name="connsiteY337" fmla="*/ 631239 h 1059043"/>
                <a:gd name="connsiteX338" fmla="*/ 2255708 w 3024845"/>
                <a:gd name="connsiteY338" fmla="*/ 624754 h 1059043"/>
                <a:gd name="connsiteX339" fmla="*/ 2261788 w 3024845"/>
                <a:gd name="connsiteY339" fmla="*/ 624754 h 1059043"/>
                <a:gd name="connsiteX340" fmla="*/ 2263815 w 3024845"/>
                <a:gd name="connsiteY340" fmla="*/ 633401 h 1059043"/>
                <a:gd name="connsiteX341" fmla="*/ 2275975 w 3024845"/>
                <a:gd name="connsiteY341" fmla="*/ 633401 h 1059043"/>
                <a:gd name="connsiteX342" fmla="*/ 2275975 w 3024845"/>
                <a:gd name="connsiteY342" fmla="*/ 626915 h 1059043"/>
                <a:gd name="connsiteX343" fmla="*/ 2298268 w 3024845"/>
                <a:gd name="connsiteY343" fmla="*/ 626915 h 1059043"/>
                <a:gd name="connsiteX344" fmla="*/ 2298268 w 3024845"/>
                <a:gd name="connsiteY344" fmla="*/ 633401 h 1059043"/>
                <a:gd name="connsiteX345" fmla="*/ 2318535 w 3024845"/>
                <a:gd name="connsiteY345" fmla="*/ 633401 h 1059043"/>
                <a:gd name="connsiteX346" fmla="*/ 2318535 w 3024845"/>
                <a:gd name="connsiteY346" fmla="*/ 678798 h 1059043"/>
                <a:gd name="connsiteX347" fmla="*/ 2332722 w 3024845"/>
                <a:gd name="connsiteY347" fmla="*/ 678798 h 1059043"/>
                <a:gd name="connsiteX348" fmla="*/ 2332722 w 3024845"/>
                <a:gd name="connsiteY348" fmla="*/ 665827 h 1059043"/>
                <a:gd name="connsiteX349" fmla="*/ 2348936 w 3024845"/>
                <a:gd name="connsiteY349" fmla="*/ 665827 h 1059043"/>
                <a:gd name="connsiteX350" fmla="*/ 2348936 w 3024845"/>
                <a:gd name="connsiteY350" fmla="*/ 486400 h 1059043"/>
                <a:gd name="connsiteX351" fmla="*/ 2355016 w 3024845"/>
                <a:gd name="connsiteY351" fmla="*/ 479914 h 1059043"/>
                <a:gd name="connsiteX352" fmla="*/ 2427977 w 3024845"/>
                <a:gd name="connsiteY352" fmla="*/ 479914 h 1059043"/>
                <a:gd name="connsiteX353" fmla="*/ 2427977 w 3024845"/>
                <a:gd name="connsiteY353" fmla="*/ 488562 h 1059043"/>
                <a:gd name="connsiteX354" fmla="*/ 2438110 w 3024845"/>
                <a:gd name="connsiteY354" fmla="*/ 488562 h 1059043"/>
                <a:gd name="connsiteX355" fmla="*/ 2438110 w 3024845"/>
                <a:gd name="connsiteY355" fmla="*/ 603136 h 1059043"/>
                <a:gd name="connsiteX356" fmla="*/ 2460404 w 3024845"/>
                <a:gd name="connsiteY356" fmla="*/ 603136 h 1059043"/>
                <a:gd name="connsiteX357" fmla="*/ 2460404 w 3024845"/>
                <a:gd name="connsiteY357" fmla="*/ 536121 h 1059043"/>
                <a:gd name="connsiteX358" fmla="*/ 2486751 w 3024845"/>
                <a:gd name="connsiteY358" fmla="*/ 536121 h 1059043"/>
                <a:gd name="connsiteX359" fmla="*/ 2490804 w 3024845"/>
                <a:gd name="connsiteY359" fmla="*/ 531797 h 1059043"/>
                <a:gd name="connsiteX360" fmla="*/ 2498911 w 3024845"/>
                <a:gd name="connsiteY360" fmla="*/ 531797 h 1059043"/>
                <a:gd name="connsiteX361" fmla="*/ 2502964 w 3024845"/>
                <a:gd name="connsiteY361" fmla="*/ 536121 h 1059043"/>
                <a:gd name="connsiteX362" fmla="*/ 2525258 w 3024845"/>
                <a:gd name="connsiteY362" fmla="*/ 536121 h 1059043"/>
                <a:gd name="connsiteX363" fmla="*/ 2525258 w 3024845"/>
                <a:gd name="connsiteY363" fmla="*/ 419385 h 1059043"/>
                <a:gd name="connsiteX364" fmla="*/ 2582005 w 3024845"/>
                <a:gd name="connsiteY364" fmla="*/ 408576 h 1059043"/>
                <a:gd name="connsiteX365" fmla="*/ 2582005 w 3024845"/>
                <a:gd name="connsiteY365" fmla="*/ 409657 h 1059043"/>
                <a:gd name="connsiteX366" fmla="*/ 2582005 w 3024845"/>
                <a:gd name="connsiteY366" fmla="*/ 417223 h 1059043"/>
                <a:gd name="connsiteX367" fmla="*/ 2608352 w 3024845"/>
                <a:gd name="connsiteY367" fmla="*/ 417223 h 1059043"/>
                <a:gd name="connsiteX368" fmla="*/ 2608352 w 3024845"/>
                <a:gd name="connsiteY368" fmla="*/ 672313 h 1059043"/>
                <a:gd name="connsiteX369" fmla="*/ 2630646 w 3024845"/>
                <a:gd name="connsiteY369" fmla="*/ 672313 h 1059043"/>
                <a:gd name="connsiteX370" fmla="*/ 2630646 w 3024845"/>
                <a:gd name="connsiteY370" fmla="*/ 667989 h 1059043"/>
                <a:gd name="connsiteX371" fmla="*/ 2642806 w 3024845"/>
                <a:gd name="connsiteY371" fmla="*/ 667989 h 1059043"/>
                <a:gd name="connsiteX372" fmla="*/ 2642806 w 3024845"/>
                <a:gd name="connsiteY372" fmla="*/ 672313 h 1059043"/>
                <a:gd name="connsiteX373" fmla="*/ 2667126 w 3024845"/>
                <a:gd name="connsiteY373" fmla="*/ 672313 h 1059043"/>
                <a:gd name="connsiteX374" fmla="*/ 2667126 w 3024845"/>
                <a:gd name="connsiteY374" fmla="*/ 659342 h 1059043"/>
                <a:gd name="connsiteX375" fmla="*/ 2695500 w 3024845"/>
                <a:gd name="connsiteY375" fmla="*/ 659342 h 1059043"/>
                <a:gd name="connsiteX376" fmla="*/ 2707660 w 3024845"/>
                <a:gd name="connsiteY376" fmla="*/ 655018 h 1059043"/>
                <a:gd name="connsiteX377" fmla="*/ 2727927 w 3024845"/>
                <a:gd name="connsiteY377" fmla="*/ 659342 h 1059043"/>
                <a:gd name="connsiteX378" fmla="*/ 2727927 w 3024845"/>
                <a:gd name="connsiteY378" fmla="*/ 642048 h 1059043"/>
                <a:gd name="connsiteX379" fmla="*/ 2736034 w 3024845"/>
                <a:gd name="connsiteY379" fmla="*/ 642048 h 1059043"/>
                <a:gd name="connsiteX380" fmla="*/ 2736034 w 3024845"/>
                <a:gd name="connsiteY380" fmla="*/ 629077 h 1059043"/>
                <a:gd name="connsiteX381" fmla="*/ 2792781 w 3024845"/>
                <a:gd name="connsiteY381" fmla="*/ 629077 h 1059043"/>
                <a:gd name="connsiteX382" fmla="*/ 2792781 w 3024845"/>
                <a:gd name="connsiteY382" fmla="*/ 598812 h 1059043"/>
                <a:gd name="connsiteX383" fmla="*/ 2811021 w 3024845"/>
                <a:gd name="connsiteY383" fmla="*/ 598812 h 1059043"/>
                <a:gd name="connsiteX384" fmla="*/ 2811021 w 3024845"/>
                <a:gd name="connsiteY384" fmla="*/ 592327 h 1059043"/>
                <a:gd name="connsiteX385" fmla="*/ 2823181 w 3024845"/>
                <a:gd name="connsiteY385" fmla="*/ 592327 h 1059043"/>
                <a:gd name="connsiteX386" fmla="*/ 2823181 w 3024845"/>
                <a:gd name="connsiteY386" fmla="*/ 598812 h 1059043"/>
                <a:gd name="connsiteX387" fmla="*/ 2839395 w 3024845"/>
                <a:gd name="connsiteY387" fmla="*/ 598812 h 1059043"/>
                <a:gd name="connsiteX388" fmla="*/ 2839395 w 3024845"/>
                <a:gd name="connsiteY388" fmla="*/ 648533 h 1059043"/>
                <a:gd name="connsiteX389" fmla="*/ 2871822 w 3024845"/>
                <a:gd name="connsiteY389" fmla="*/ 648533 h 1059043"/>
                <a:gd name="connsiteX390" fmla="*/ 2871822 w 3024845"/>
                <a:gd name="connsiteY390" fmla="*/ 622592 h 1059043"/>
                <a:gd name="connsiteX391" fmla="*/ 2910329 w 3024845"/>
                <a:gd name="connsiteY391" fmla="*/ 622592 h 1059043"/>
                <a:gd name="connsiteX392" fmla="*/ 2910329 w 3024845"/>
                <a:gd name="connsiteY392" fmla="*/ 592327 h 1059043"/>
                <a:gd name="connsiteX393" fmla="*/ 2958970 w 3024845"/>
                <a:gd name="connsiteY393" fmla="*/ 592327 h 1059043"/>
                <a:gd name="connsiteX394" fmla="*/ 2958970 w 3024845"/>
                <a:gd name="connsiteY394" fmla="*/ 703483 h 1059043"/>
                <a:gd name="connsiteX395" fmla="*/ 2958970 w 3024845"/>
                <a:gd name="connsiteY395" fmla="*/ 717262 h 1059043"/>
                <a:gd name="connsiteX396" fmla="*/ 3024845 w 3024845"/>
                <a:gd name="connsiteY396" fmla="*/ 717262 h 1059043"/>
                <a:gd name="connsiteX397" fmla="*/ 3024845 w 3024845"/>
                <a:gd name="connsiteY397" fmla="*/ 1059043 h 1059043"/>
                <a:gd name="connsiteX398" fmla="*/ 2054 w 3024845"/>
                <a:gd name="connsiteY398" fmla="*/ 1056710 h 1059043"/>
                <a:gd name="connsiteX399" fmla="*/ 0 w 3024845"/>
                <a:gd name="connsiteY399" fmla="*/ 622592 h 1059043"/>
                <a:gd name="connsiteX400" fmla="*/ 20267 w 3024845"/>
                <a:gd name="connsiteY400" fmla="*/ 622592 h 1059043"/>
                <a:gd name="connsiteX401" fmla="*/ 20774 w 3024845"/>
                <a:gd name="connsiteY401" fmla="*/ 621511 h 1059043"/>
                <a:gd name="connsiteX402" fmla="*/ 24320 w 3024845"/>
                <a:gd name="connsiteY402" fmla="*/ 613945 h 1059043"/>
                <a:gd name="connsiteX403" fmla="*/ 26094 w 3024845"/>
                <a:gd name="connsiteY403" fmla="*/ 614215 h 1059043"/>
                <a:gd name="connsiteX404" fmla="*/ 38507 w 3024845"/>
                <a:gd name="connsiteY404" fmla="*/ 616106 h 1059043"/>
                <a:gd name="connsiteX405" fmla="*/ 39014 w 3024845"/>
                <a:gd name="connsiteY405" fmla="*/ 617458 h 1059043"/>
                <a:gd name="connsiteX406" fmla="*/ 42560 w 3024845"/>
                <a:gd name="connsiteY406" fmla="*/ 626915 h 1059043"/>
                <a:gd name="connsiteX407" fmla="*/ 68907 w 3024845"/>
                <a:gd name="connsiteY407" fmla="*/ 629077 h 1059043"/>
                <a:gd name="connsiteX408" fmla="*/ 68907 w 3024845"/>
                <a:gd name="connsiteY408" fmla="*/ 505856 h 1059043"/>
                <a:gd name="connsiteX409" fmla="*/ 70934 w 3024845"/>
                <a:gd name="connsiteY409" fmla="*/ 505856 h 1059043"/>
                <a:gd name="connsiteX410" fmla="*/ 85121 w 3024845"/>
                <a:gd name="connsiteY410" fmla="*/ 505856 h 1059043"/>
                <a:gd name="connsiteX411" fmla="*/ 85121 w 3024845"/>
                <a:gd name="connsiteY411" fmla="*/ 369664 h 1059043"/>
                <a:gd name="connsiteX412" fmla="*/ 86894 w 3024845"/>
                <a:gd name="connsiteY412" fmla="*/ 369664 h 1059043"/>
                <a:gd name="connsiteX413" fmla="*/ 99308 w 3024845"/>
                <a:gd name="connsiteY413" fmla="*/ 369664 h 1059043"/>
                <a:gd name="connsiteX414" fmla="*/ 99308 w 3024845"/>
                <a:gd name="connsiteY414" fmla="*/ 255090 h 1059043"/>
                <a:gd name="connsiteX415" fmla="*/ 103361 w 3024845"/>
                <a:gd name="connsiteY415" fmla="*/ 226986 h 1059043"/>
                <a:gd name="connsiteX416" fmla="*/ 105388 w 3024845"/>
                <a:gd name="connsiteY416" fmla="*/ 226986 h 1059043"/>
                <a:gd name="connsiteX417" fmla="*/ 119575 w 3024845"/>
                <a:gd name="connsiteY41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0186 w 3024845"/>
                <a:gd name="connsiteY310" fmla="*/ 302649 h 1059043"/>
                <a:gd name="connsiteX311" fmla="*/ 2128026 w 3024845"/>
                <a:gd name="connsiteY311" fmla="*/ 281031 h 1059043"/>
                <a:gd name="connsiteX312" fmla="*/ 2121946 w 3024845"/>
                <a:gd name="connsiteY312" fmla="*/ 276707 h 1059043"/>
                <a:gd name="connsiteX313" fmla="*/ 2130053 w 3024845"/>
                <a:gd name="connsiteY313" fmla="*/ 252928 h 1059043"/>
                <a:gd name="connsiteX314" fmla="*/ 2130053 w 3024845"/>
                <a:gd name="connsiteY314" fmla="*/ 235634 h 1059043"/>
                <a:gd name="connsiteX315" fmla="*/ 2144240 w 3024845"/>
                <a:gd name="connsiteY315" fmla="*/ 235634 h 1059043"/>
                <a:gd name="connsiteX316" fmla="*/ 2144240 w 3024845"/>
                <a:gd name="connsiteY316" fmla="*/ 214016 h 1059043"/>
                <a:gd name="connsiteX317" fmla="*/ 2146266 w 3024845"/>
                <a:gd name="connsiteY317" fmla="*/ 209692 h 1059043"/>
                <a:gd name="connsiteX318" fmla="*/ 2146266 w 3024845"/>
                <a:gd name="connsiteY318" fmla="*/ 131868 h 1059043"/>
                <a:gd name="connsiteX319" fmla="*/ 2144240 w 3024845"/>
                <a:gd name="connsiteY319" fmla="*/ 125383 h 1059043"/>
                <a:gd name="connsiteX320" fmla="*/ 2150320 w 3024845"/>
                <a:gd name="connsiteY320" fmla="*/ 118897 h 1059043"/>
                <a:gd name="connsiteX321" fmla="*/ 2150320 w 3024845"/>
                <a:gd name="connsiteY321" fmla="*/ 60529 h 1059043"/>
                <a:gd name="connsiteX322" fmla="*/ 2152346 w 3024845"/>
                <a:gd name="connsiteY322" fmla="*/ 56206 h 1059043"/>
                <a:gd name="connsiteX323" fmla="*/ 2152346 w 3024845"/>
                <a:gd name="connsiteY323" fmla="*/ 0 h 1059043"/>
                <a:gd name="connsiteX324" fmla="*/ 2162480 w 3024845"/>
                <a:gd name="connsiteY324" fmla="*/ 118897 h 1059043"/>
                <a:gd name="connsiteX325" fmla="*/ 2168560 w 3024845"/>
                <a:gd name="connsiteY325" fmla="*/ 125383 h 1059043"/>
                <a:gd name="connsiteX326" fmla="*/ 2166533 w 3024845"/>
                <a:gd name="connsiteY326" fmla="*/ 131868 h 1059043"/>
                <a:gd name="connsiteX327" fmla="*/ 2166533 w 3024845"/>
                <a:gd name="connsiteY327" fmla="*/ 209692 h 1059043"/>
                <a:gd name="connsiteX328" fmla="*/ 2168560 w 3024845"/>
                <a:gd name="connsiteY328" fmla="*/ 214016 h 1059043"/>
                <a:gd name="connsiteX329" fmla="*/ 2168560 w 3024845"/>
                <a:gd name="connsiteY329" fmla="*/ 235634 h 1059043"/>
                <a:gd name="connsiteX330" fmla="*/ 2182747 w 3024845"/>
                <a:gd name="connsiteY330" fmla="*/ 235634 h 1059043"/>
                <a:gd name="connsiteX331" fmla="*/ 2182747 w 3024845"/>
                <a:gd name="connsiteY331" fmla="*/ 252928 h 1059043"/>
                <a:gd name="connsiteX332" fmla="*/ 2190854 w 3024845"/>
                <a:gd name="connsiteY332" fmla="*/ 276707 h 1059043"/>
                <a:gd name="connsiteX333" fmla="*/ 2180720 w 3024845"/>
                <a:gd name="connsiteY333" fmla="*/ 555577 h 1059043"/>
                <a:gd name="connsiteX334" fmla="*/ 2245574 w 3024845"/>
                <a:gd name="connsiteY334" fmla="*/ 555577 h 1059043"/>
                <a:gd name="connsiteX335" fmla="*/ 2245574 w 3024845"/>
                <a:gd name="connsiteY335" fmla="*/ 631239 h 1059043"/>
                <a:gd name="connsiteX336" fmla="*/ 2253681 w 3024845"/>
                <a:gd name="connsiteY336" fmla="*/ 631239 h 1059043"/>
                <a:gd name="connsiteX337" fmla="*/ 2255708 w 3024845"/>
                <a:gd name="connsiteY337" fmla="*/ 624754 h 1059043"/>
                <a:gd name="connsiteX338" fmla="*/ 2261788 w 3024845"/>
                <a:gd name="connsiteY338" fmla="*/ 624754 h 1059043"/>
                <a:gd name="connsiteX339" fmla="*/ 2263815 w 3024845"/>
                <a:gd name="connsiteY339" fmla="*/ 633401 h 1059043"/>
                <a:gd name="connsiteX340" fmla="*/ 2275975 w 3024845"/>
                <a:gd name="connsiteY340" fmla="*/ 633401 h 1059043"/>
                <a:gd name="connsiteX341" fmla="*/ 2275975 w 3024845"/>
                <a:gd name="connsiteY341" fmla="*/ 626915 h 1059043"/>
                <a:gd name="connsiteX342" fmla="*/ 2298268 w 3024845"/>
                <a:gd name="connsiteY342" fmla="*/ 626915 h 1059043"/>
                <a:gd name="connsiteX343" fmla="*/ 2298268 w 3024845"/>
                <a:gd name="connsiteY343" fmla="*/ 633401 h 1059043"/>
                <a:gd name="connsiteX344" fmla="*/ 2318535 w 3024845"/>
                <a:gd name="connsiteY344" fmla="*/ 633401 h 1059043"/>
                <a:gd name="connsiteX345" fmla="*/ 2318535 w 3024845"/>
                <a:gd name="connsiteY345" fmla="*/ 678798 h 1059043"/>
                <a:gd name="connsiteX346" fmla="*/ 2332722 w 3024845"/>
                <a:gd name="connsiteY346" fmla="*/ 678798 h 1059043"/>
                <a:gd name="connsiteX347" fmla="*/ 2332722 w 3024845"/>
                <a:gd name="connsiteY347" fmla="*/ 665827 h 1059043"/>
                <a:gd name="connsiteX348" fmla="*/ 2348936 w 3024845"/>
                <a:gd name="connsiteY348" fmla="*/ 665827 h 1059043"/>
                <a:gd name="connsiteX349" fmla="*/ 2348936 w 3024845"/>
                <a:gd name="connsiteY349" fmla="*/ 486400 h 1059043"/>
                <a:gd name="connsiteX350" fmla="*/ 2355016 w 3024845"/>
                <a:gd name="connsiteY350" fmla="*/ 479914 h 1059043"/>
                <a:gd name="connsiteX351" fmla="*/ 2427977 w 3024845"/>
                <a:gd name="connsiteY351" fmla="*/ 479914 h 1059043"/>
                <a:gd name="connsiteX352" fmla="*/ 2427977 w 3024845"/>
                <a:gd name="connsiteY352" fmla="*/ 488562 h 1059043"/>
                <a:gd name="connsiteX353" fmla="*/ 2438110 w 3024845"/>
                <a:gd name="connsiteY353" fmla="*/ 488562 h 1059043"/>
                <a:gd name="connsiteX354" fmla="*/ 2438110 w 3024845"/>
                <a:gd name="connsiteY354" fmla="*/ 603136 h 1059043"/>
                <a:gd name="connsiteX355" fmla="*/ 2460404 w 3024845"/>
                <a:gd name="connsiteY355" fmla="*/ 603136 h 1059043"/>
                <a:gd name="connsiteX356" fmla="*/ 2460404 w 3024845"/>
                <a:gd name="connsiteY356" fmla="*/ 536121 h 1059043"/>
                <a:gd name="connsiteX357" fmla="*/ 2486751 w 3024845"/>
                <a:gd name="connsiteY357" fmla="*/ 536121 h 1059043"/>
                <a:gd name="connsiteX358" fmla="*/ 2490804 w 3024845"/>
                <a:gd name="connsiteY358" fmla="*/ 531797 h 1059043"/>
                <a:gd name="connsiteX359" fmla="*/ 2498911 w 3024845"/>
                <a:gd name="connsiteY359" fmla="*/ 531797 h 1059043"/>
                <a:gd name="connsiteX360" fmla="*/ 2502964 w 3024845"/>
                <a:gd name="connsiteY360" fmla="*/ 536121 h 1059043"/>
                <a:gd name="connsiteX361" fmla="*/ 2525258 w 3024845"/>
                <a:gd name="connsiteY361" fmla="*/ 536121 h 1059043"/>
                <a:gd name="connsiteX362" fmla="*/ 2525258 w 3024845"/>
                <a:gd name="connsiteY362" fmla="*/ 419385 h 1059043"/>
                <a:gd name="connsiteX363" fmla="*/ 2582005 w 3024845"/>
                <a:gd name="connsiteY363" fmla="*/ 408576 h 1059043"/>
                <a:gd name="connsiteX364" fmla="*/ 2582005 w 3024845"/>
                <a:gd name="connsiteY364" fmla="*/ 409657 h 1059043"/>
                <a:gd name="connsiteX365" fmla="*/ 2582005 w 3024845"/>
                <a:gd name="connsiteY365" fmla="*/ 417223 h 1059043"/>
                <a:gd name="connsiteX366" fmla="*/ 2608352 w 3024845"/>
                <a:gd name="connsiteY366" fmla="*/ 417223 h 1059043"/>
                <a:gd name="connsiteX367" fmla="*/ 2608352 w 3024845"/>
                <a:gd name="connsiteY367" fmla="*/ 672313 h 1059043"/>
                <a:gd name="connsiteX368" fmla="*/ 2630646 w 3024845"/>
                <a:gd name="connsiteY368" fmla="*/ 672313 h 1059043"/>
                <a:gd name="connsiteX369" fmla="*/ 2630646 w 3024845"/>
                <a:gd name="connsiteY369" fmla="*/ 667989 h 1059043"/>
                <a:gd name="connsiteX370" fmla="*/ 2642806 w 3024845"/>
                <a:gd name="connsiteY370" fmla="*/ 667989 h 1059043"/>
                <a:gd name="connsiteX371" fmla="*/ 2642806 w 3024845"/>
                <a:gd name="connsiteY371" fmla="*/ 672313 h 1059043"/>
                <a:gd name="connsiteX372" fmla="*/ 2667126 w 3024845"/>
                <a:gd name="connsiteY372" fmla="*/ 672313 h 1059043"/>
                <a:gd name="connsiteX373" fmla="*/ 2667126 w 3024845"/>
                <a:gd name="connsiteY373" fmla="*/ 659342 h 1059043"/>
                <a:gd name="connsiteX374" fmla="*/ 2695500 w 3024845"/>
                <a:gd name="connsiteY374" fmla="*/ 659342 h 1059043"/>
                <a:gd name="connsiteX375" fmla="*/ 2707660 w 3024845"/>
                <a:gd name="connsiteY375" fmla="*/ 655018 h 1059043"/>
                <a:gd name="connsiteX376" fmla="*/ 2727927 w 3024845"/>
                <a:gd name="connsiteY376" fmla="*/ 659342 h 1059043"/>
                <a:gd name="connsiteX377" fmla="*/ 2727927 w 3024845"/>
                <a:gd name="connsiteY377" fmla="*/ 642048 h 1059043"/>
                <a:gd name="connsiteX378" fmla="*/ 2736034 w 3024845"/>
                <a:gd name="connsiteY378" fmla="*/ 642048 h 1059043"/>
                <a:gd name="connsiteX379" fmla="*/ 2736034 w 3024845"/>
                <a:gd name="connsiteY379" fmla="*/ 629077 h 1059043"/>
                <a:gd name="connsiteX380" fmla="*/ 2792781 w 3024845"/>
                <a:gd name="connsiteY380" fmla="*/ 629077 h 1059043"/>
                <a:gd name="connsiteX381" fmla="*/ 2792781 w 3024845"/>
                <a:gd name="connsiteY381" fmla="*/ 598812 h 1059043"/>
                <a:gd name="connsiteX382" fmla="*/ 2811021 w 3024845"/>
                <a:gd name="connsiteY382" fmla="*/ 598812 h 1059043"/>
                <a:gd name="connsiteX383" fmla="*/ 2811021 w 3024845"/>
                <a:gd name="connsiteY383" fmla="*/ 592327 h 1059043"/>
                <a:gd name="connsiteX384" fmla="*/ 2823181 w 3024845"/>
                <a:gd name="connsiteY384" fmla="*/ 592327 h 1059043"/>
                <a:gd name="connsiteX385" fmla="*/ 2823181 w 3024845"/>
                <a:gd name="connsiteY385" fmla="*/ 598812 h 1059043"/>
                <a:gd name="connsiteX386" fmla="*/ 2839395 w 3024845"/>
                <a:gd name="connsiteY386" fmla="*/ 598812 h 1059043"/>
                <a:gd name="connsiteX387" fmla="*/ 2839395 w 3024845"/>
                <a:gd name="connsiteY387" fmla="*/ 648533 h 1059043"/>
                <a:gd name="connsiteX388" fmla="*/ 2871822 w 3024845"/>
                <a:gd name="connsiteY388" fmla="*/ 648533 h 1059043"/>
                <a:gd name="connsiteX389" fmla="*/ 2871822 w 3024845"/>
                <a:gd name="connsiteY389" fmla="*/ 622592 h 1059043"/>
                <a:gd name="connsiteX390" fmla="*/ 2910329 w 3024845"/>
                <a:gd name="connsiteY390" fmla="*/ 622592 h 1059043"/>
                <a:gd name="connsiteX391" fmla="*/ 2910329 w 3024845"/>
                <a:gd name="connsiteY391" fmla="*/ 592327 h 1059043"/>
                <a:gd name="connsiteX392" fmla="*/ 2958970 w 3024845"/>
                <a:gd name="connsiteY392" fmla="*/ 592327 h 1059043"/>
                <a:gd name="connsiteX393" fmla="*/ 2958970 w 3024845"/>
                <a:gd name="connsiteY393" fmla="*/ 703483 h 1059043"/>
                <a:gd name="connsiteX394" fmla="*/ 2958970 w 3024845"/>
                <a:gd name="connsiteY394" fmla="*/ 717262 h 1059043"/>
                <a:gd name="connsiteX395" fmla="*/ 3024845 w 3024845"/>
                <a:gd name="connsiteY395" fmla="*/ 717262 h 1059043"/>
                <a:gd name="connsiteX396" fmla="*/ 3024845 w 3024845"/>
                <a:gd name="connsiteY396" fmla="*/ 1059043 h 1059043"/>
                <a:gd name="connsiteX397" fmla="*/ 2054 w 3024845"/>
                <a:gd name="connsiteY397" fmla="*/ 1056710 h 1059043"/>
                <a:gd name="connsiteX398" fmla="*/ 0 w 3024845"/>
                <a:gd name="connsiteY398" fmla="*/ 622592 h 1059043"/>
                <a:gd name="connsiteX399" fmla="*/ 20267 w 3024845"/>
                <a:gd name="connsiteY399" fmla="*/ 622592 h 1059043"/>
                <a:gd name="connsiteX400" fmla="*/ 20774 w 3024845"/>
                <a:gd name="connsiteY400" fmla="*/ 621511 h 1059043"/>
                <a:gd name="connsiteX401" fmla="*/ 24320 w 3024845"/>
                <a:gd name="connsiteY401" fmla="*/ 613945 h 1059043"/>
                <a:gd name="connsiteX402" fmla="*/ 26094 w 3024845"/>
                <a:gd name="connsiteY402" fmla="*/ 614215 h 1059043"/>
                <a:gd name="connsiteX403" fmla="*/ 38507 w 3024845"/>
                <a:gd name="connsiteY403" fmla="*/ 616106 h 1059043"/>
                <a:gd name="connsiteX404" fmla="*/ 39014 w 3024845"/>
                <a:gd name="connsiteY404" fmla="*/ 617458 h 1059043"/>
                <a:gd name="connsiteX405" fmla="*/ 42560 w 3024845"/>
                <a:gd name="connsiteY405" fmla="*/ 626915 h 1059043"/>
                <a:gd name="connsiteX406" fmla="*/ 68907 w 3024845"/>
                <a:gd name="connsiteY406" fmla="*/ 629077 h 1059043"/>
                <a:gd name="connsiteX407" fmla="*/ 68907 w 3024845"/>
                <a:gd name="connsiteY407" fmla="*/ 505856 h 1059043"/>
                <a:gd name="connsiteX408" fmla="*/ 70934 w 3024845"/>
                <a:gd name="connsiteY408" fmla="*/ 505856 h 1059043"/>
                <a:gd name="connsiteX409" fmla="*/ 85121 w 3024845"/>
                <a:gd name="connsiteY409" fmla="*/ 505856 h 1059043"/>
                <a:gd name="connsiteX410" fmla="*/ 85121 w 3024845"/>
                <a:gd name="connsiteY410" fmla="*/ 369664 h 1059043"/>
                <a:gd name="connsiteX411" fmla="*/ 86894 w 3024845"/>
                <a:gd name="connsiteY411" fmla="*/ 369664 h 1059043"/>
                <a:gd name="connsiteX412" fmla="*/ 99308 w 3024845"/>
                <a:gd name="connsiteY412" fmla="*/ 369664 h 1059043"/>
                <a:gd name="connsiteX413" fmla="*/ 99308 w 3024845"/>
                <a:gd name="connsiteY413" fmla="*/ 255090 h 1059043"/>
                <a:gd name="connsiteX414" fmla="*/ 103361 w 3024845"/>
                <a:gd name="connsiteY414" fmla="*/ 226986 h 1059043"/>
                <a:gd name="connsiteX415" fmla="*/ 105388 w 3024845"/>
                <a:gd name="connsiteY415" fmla="*/ 226986 h 1059043"/>
                <a:gd name="connsiteX416" fmla="*/ 119575 w 3024845"/>
                <a:gd name="connsiteY41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35634 h 1059043"/>
                <a:gd name="connsiteX330" fmla="*/ 2182747 w 3024845"/>
                <a:gd name="connsiteY330" fmla="*/ 252928 h 1059043"/>
                <a:gd name="connsiteX331" fmla="*/ 2190854 w 3024845"/>
                <a:gd name="connsiteY331" fmla="*/ 276707 h 1059043"/>
                <a:gd name="connsiteX332" fmla="*/ 2180720 w 3024845"/>
                <a:gd name="connsiteY332" fmla="*/ 555577 h 1059043"/>
                <a:gd name="connsiteX333" fmla="*/ 2245574 w 3024845"/>
                <a:gd name="connsiteY333" fmla="*/ 555577 h 1059043"/>
                <a:gd name="connsiteX334" fmla="*/ 2245574 w 3024845"/>
                <a:gd name="connsiteY334" fmla="*/ 631239 h 1059043"/>
                <a:gd name="connsiteX335" fmla="*/ 2253681 w 3024845"/>
                <a:gd name="connsiteY335" fmla="*/ 631239 h 1059043"/>
                <a:gd name="connsiteX336" fmla="*/ 2255708 w 3024845"/>
                <a:gd name="connsiteY336" fmla="*/ 624754 h 1059043"/>
                <a:gd name="connsiteX337" fmla="*/ 2261788 w 3024845"/>
                <a:gd name="connsiteY337" fmla="*/ 624754 h 1059043"/>
                <a:gd name="connsiteX338" fmla="*/ 2263815 w 3024845"/>
                <a:gd name="connsiteY338" fmla="*/ 633401 h 1059043"/>
                <a:gd name="connsiteX339" fmla="*/ 2275975 w 3024845"/>
                <a:gd name="connsiteY339" fmla="*/ 633401 h 1059043"/>
                <a:gd name="connsiteX340" fmla="*/ 2275975 w 3024845"/>
                <a:gd name="connsiteY340" fmla="*/ 626915 h 1059043"/>
                <a:gd name="connsiteX341" fmla="*/ 2298268 w 3024845"/>
                <a:gd name="connsiteY341" fmla="*/ 626915 h 1059043"/>
                <a:gd name="connsiteX342" fmla="*/ 2298268 w 3024845"/>
                <a:gd name="connsiteY342" fmla="*/ 633401 h 1059043"/>
                <a:gd name="connsiteX343" fmla="*/ 2318535 w 3024845"/>
                <a:gd name="connsiteY343" fmla="*/ 633401 h 1059043"/>
                <a:gd name="connsiteX344" fmla="*/ 2318535 w 3024845"/>
                <a:gd name="connsiteY344" fmla="*/ 678798 h 1059043"/>
                <a:gd name="connsiteX345" fmla="*/ 2332722 w 3024845"/>
                <a:gd name="connsiteY345" fmla="*/ 678798 h 1059043"/>
                <a:gd name="connsiteX346" fmla="*/ 2332722 w 3024845"/>
                <a:gd name="connsiteY346" fmla="*/ 665827 h 1059043"/>
                <a:gd name="connsiteX347" fmla="*/ 2348936 w 3024845"/>
                <a:gd name="connsiteY347" fmla="*/ 665827 h 1059043"/>
                <a:gd name="connsiteX348" fmla="*/ 2348936 w 3024845"/>
                <a:gd name="connsiteY348" fmla="*/ 486400 h 1059043"/>
                <a:gd name="connsiteX349" fmla="*/ 2355016 w 3024845"/>
                <a:gd name="connsiteY349" fmla="*/ 479914 h 1059043"/>
                <a:gd name="connsiteX350" fmla="*/ 2427977 w 3024845"/>
                <a:gd name="connsiteY350" fmla="*/ 479914 h 1059043"/>
                <a:gd name="connsiteX351" fmla="*/ 2427977 w 3024845"/>
                <a:gd name="connsiteY351" fmla="*/ 488562 h 1059043"/>
                <a:gd name="connsiteX352" fmla="*/ 2438110 w 3024845"/>
                <a:gd name="connsiteY352" fmla="*/ 488562 h 1059043"/>
                <a:gd name="connsiteX353" fmla="*/ 2438110 w 3024845"/>
                <a:gd name="connsiteY353" fmla="*/ 603136 h 1059043"/>
                <a:gd name="connsiteX354" fmla="*/ 2460404 w 3024845"/>
                <a:gd name="connsiteY354" fmla="*/ 603136 h 1059043"/>
                <a:gd name="connsiteX355" fmla="*/ 2460404 w 3024845"/>
                <a:gd name="connsiteY355" fmla="*/ 536121 h 1059043"/>
                <a:gd name="connsiteX356" fmla="*/ 2486751 w 3024845"/>
                <a:gd name="connsiteY356" fmla="*/ 536121 h 1059043"/>
                <a:gd name="connsiteX357" fmla="*/ 2490804 w 3024845"/>
                <a:gd name="connsiteY357" fmla="*/ 531797 h 1059043"/>
                <a:gd name="connsiteX358" fmla="*/ 2498911 w 3024845"/>
                <a:gd name="connsiteY358" fmla="*/ 531797 h 1059043"/>
                <a:gd name="connsiteX359" fmla="*/ 2502964 w 3024845"/>
                <a:gd name="connsiteY359" fmla="*/ 536121 h 1059043"/>
                <a:gd name="connsiteX360" fmla="*/ 2525258 w 3024845"/>
                <a:gd name="connsiteY360" fmla="*/ 536121 h 1059043"/>
                <a:gd name="connsiteX361" fmla="*/ 2525258 w 3024845"/>
                <a:gd name="connsiteY361" fmla="*/ 419385 h 1059043"/>
                <a:gd name="connsiteX362" fmla="*/ 2582005 w 3024845"/>
                <a:gd name="connsiteY362" fmla="*/ 408576 h 1059043"/>
                <a:gd name="connsiteX363" fmla="*/ 2582005 w 3024845"/>
                <a:gd name="connsiteY363" fmla="*/ 409657 h 1059043"/>
                <a:gd name="connsiteX364" fmla="*/ 2582005 w 3024845"/>
                <a:gd name="connsiteY364" fmla="*/ 417223 h 1059043"/>
                <a:gd name="connsiteX365" fmla="*/ 2608352 w 3024845"/>
                <a:gd name="connsiteY365" fmla="*/ 417223 h 1059043"/>
                <a:gd name="connsiteX366" fmla="*/ 2608352 w 3024845"/>
                <a:gd name="connsiteY366" fmla="*/ 672313 h 1059043"/>
                <a:gd name="connsiteX367" fmla="*/ 2630646 w 3024845"/>
                <a:gd name="connsiteY367" fmla="*/ 672313 h 1059043"/>
                <a:gd name="connsiteX368" fmla="*/ 2630646 w 3024845"/>
                <a:gd name="connsiteY368" fmla="*/ 667989 h 1059043"/>
                <a:gd name="connsiteX369" fmla="*/ 2642806 w 3024845"/>
                <a:gd name="connsiteY369" fmla="*/ 667989 h 1059043"/>
                <a:gd name="connsiteX370" fmla="*/ 2642806 w 3024845"/>
                <a:gd name="connsiteY370" fmla="*/ 672313 h 1059043"/>
                <a:gd name="connsiteX371" fmla="*/ 2667126 w 3024845"/>
                <a:gd name="connsiteY371" fmla="*/ 672313 h 1059043"/>
                <a:gd name="connsiteX372" fmla="*/ 2667126 w 3024845"/>
                <a:gd name="connsiteY372" fmla="*/ 659342 h 1059043"/>
                <a:gd name="connsiteX373" fmla="*/ 2695500 w 3024845"/>
                <a:gd name="connsiteY373" fmla="*/ 659342 h 1059043"/>
                <a:gd name="connsiteX374" fmla="*/ 2707660 w 3024845"/>
                <a:gd name="connsiteY374" fmla="*/ 655018 h 1059043"/>
                <a:gd name="connsiteX375" fmla="*/ 2727927 w 3024845"/>
                <a:gd name="connsiteY375" fmla="*/ 659342 h 1059043"/>
                <a:gd name="connsiteX376" fmla="*/ 2727927 w 3024845"/>
                <a:gd name="connsiteY376" fmla="*/ 642048 h 1059043"/>
                <a:gd name="connsiteX377" fmla="*/ 2736034 w 3024845"/>
                <a:gd name="connsiteY377" fmla="*/ 642048 h 1059043"/>
                <a:gd name="connsiteX378" fmla="*/ 2736034 w 3024845"/>
                <a:gd name="connsiteY378" fmla="*/ 629077 h 1059043"/>
                <a:gd name="connsiteX379" fmla="*/ 2792781 w 3024845"/>
                <a:gd name="connsiteY379" fmla="*/ 629077 h 1059043"/>
                <a:gd name="connsiteX380" fmla="*/ 2792781 w 3024845"/>
                <a:gd name="connsiteY380" fmla="*/ 598812 h 1059043"/>
                <a:gd name="connsiteX381" fmla="*/ 2811021 w 3024845"/>
                <a:gd name="connsiteY381" fmla="*/ 598812 h 1059043"/>
                <a:gd name="connsiteX382" fmla="*/ 2811021 w 3024845"/>
                <a:gd name="connsiteY382" fmla="*/ 592327 h 1059043"/>
                <a:gd name="connsiteX383" fmla="*/ 2823181 w 3024845"/>
                <a:gd name="connsiteY383" fmla="*/ 592327 h 1059043"/>
                <a:gd name="connsiteX384" fmla="*/ 2823181 w 3024845"/>
                <a:gd name="connsiteY384" fmla="*/ 598812 h 1059043"/>
                <a:gd name="connsiteX385" fmla="*/ 2839395 w 3024845"/>
                <a:gd name="connsiteY385" fmla="*/ 598812 h 1059043"/>
                <a:gd name="connsiteX386" fmla="*/ 2839395 w 3024845"/>
                <a:gd name="connsiteY386" fmla="*/ 648533 h 1059043"/>
                <a:gd name="connsiteX387" fmla="*/ 2871822 w 3024845"/>
                <a:gd name="connsiteY387" fmla="*/ 648533 h 1059043"/>
                <a:gd name="connsiteX388" fmla="*/ 2871822 w 3024845"/>
                <a:gd name="connsiteY388" fmla="*/ 622592 h 1059043"/>
                <a:gd name="connsiteX389" fmla="*/ 2910329 w 3024845"/>
                <a:gd name="connsiteY389" fmla="*/ 622592 h 1059043"/>
                <a:gd name="connsiteX390" fmla="*/ 2910329 w 3024845"/>
                <a:gd name="connsiteY390" fmla="*/ 592327 h 1059043"/>
                <a:gd name="connsiteX391" fmla="*/ 2958970 w 3024845"/>
                <a:gd name="connsiteY391" fmla="*/ 592327 h 1059043"/>
                <a:gd name="connsiteX392" fmla="*/ 2958970 w 3024845"/>
                <a:gd name="connsiteY392" fmla="*/ 703483 h 1059043"/>
                <a:gd name="connsiteX393" fmla="*/ 2958970 w 3024845"/>
                <a:gd name="connsiteY393" fmla="*/ 717262 h 1059043"/>
                <a:gd name="connsiteX394" fmla="*/ 3024845 w 3024845"/>
                <a:gd name="connsiteY394" fmla="*/ 717262 h 1059043"/>
                <a:gd name="connsiteX395" fmla="*/ 3024845 w 3024845"/>
                <a:gd name="connsiteY395" fmla="*/ 1059043 h 1059043"/>
                <a:gd name="connsiteX396" fmla="*/ 2054 w 3024845"/>
                <a:gd name="connsiteY396" fmla="*/ 1056710 h 1059043"/>
                <a:gd name="connsiteX397" fmla="*/ 0 w 3024845"/>
                <a:gd name="connsiteY397" fmla="*/ 622592 h 1059043"/>
                <a:gd name="connsiteX398" fmla="*/ 20267 w 3024845"/>
                <a:gd name="connsiteY398" fmla="*/ 622592 h 1059043"/>
                <a:gd name="connsiteX399" fmla="*/ 20774 w 3024845"/>
                <a:gd name="connsiteY399" fmla="*/ 621511 h 1059043"/>
                <a:gd name="connsiteX400" fmla="*/ 24320 w 3024845"/>
                <a:gd name="connsiteY400" fmla="*/ 613945 h 1059043"/>
                <a:gd name="connsiteX401" fmla="*/ 26094 w 3024845"/>
                <a:gd name="connsiteY401" fmla="*/ 614215 h 1059043"/>
                <a:gd name="connsiteX402" fmla="*/ 38507 w 3024845"/>
                <a:gd name="connsiteY402" fmla="*/ 616106 h 1059043"/>
                <a:gd name="connsiteX403" fmla="*/ 39014 w 3024845"/>
                <a:gd name="connsiteY403" fmla="*/ 617458 h 1059043"/>
                <a:gd name="connsiteX404" fmla="*/ 42560 w 3024845"/>
                <a:gd name="connsiteY404" fmla="*/ 626915 h 1059043"/>
                <a:gd name="connsiteX405" fmla="*/ 68907 w 3024845"/>
                <a:gd name="connsiteY405" fmla="*/ 629077 h 1059043"/>
                <a:gd name="connsiteX406" fmla="*/ 68907 w 3024845"/>
                <a:gd name="connsiteY406" fmla="*/ 505856 h 1059043"/>
                <a:gd name="connsiteX407" fmla="*/ 70934 w 3024845"/>
                <a:gd name="connsiteY407" fmla="*/ 505856 h 1059043"/>
                <a:gd name="connsiteX408" fmla="*/ 85121 w 3024845"/>
                <a:gd name="connsiteY408" fmla="*/ 505856 h 1059043"/>
                <a:gd name="connsiteX409" fmla="*/ 85121 w 3024845"/>
                <a:gd name="connsiteY409" fmla="*/ 369664 h 1059043"/>
                <a:gd name="connsiteX410" fmla="*/ 86894 w 3024845"/>
                <a:gd name="connsiteY410" fmla="*/ 369664 h 1059043"/>
                <a:gd name="connsiteX411" fmla="*/ 99308 w 3024845"/>
                <a:gd name="connsiteY411" fmla="*/ 369664 h 1059043"/>
                <a:gd name="connsiteX412" fmla="*/ 99308 w 3024845"/>
                <a:gd name="connsiteY412" fmla="*/ 255090 h 1059043"/>
                <a:gd name="connsiteX413" fmla="*/ 103361 w 3024845"/>
                <a:gd name="connsiteY413" fmla="*/ 226986 h 1059043"/>
                <a:gd name="connsiteX414" fmla="*/ 105388 w 3024845"/>
                <a:gd name="connsiteY414" fmla="*/ 226986 h 1059043"/>
                <a:gd name="connsiteX415" fmla="*/ 119575 w 3024845"/>
                <a:gd name="connsiteY41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90854 w 3024845"/>
                <a:gd name="connsiteY330" fmla="*/ 276707 h 1059043"/>
                <a:gd name="connsiteX331" fmla="*/ 2180720 w 3024845"/>
                <a:gd name="connsiteY331" fmla="*/ 555577 h 1059043"/>
                <a:gd name="connsiteX332" fmla="*/ 2245574 w 3024845"/>
                <a:gd name="connsiteY332" fmla="*/ 555577 h 1059043"/>
                <a:gd name="connsiteX333" fmla="*/ 2245574 w 3024845"/>
                <a:gd name="connsiteY333" fmla="*/ 631239 h 1059043"/>
                <a:gd name="connsiteX334" fmla="*/ 2253681 w 3024845"/>
                <a:gd name="connsiteY334" fmla="*/ 631239 h 1059043"/>
                <a:gd name="connsiteX335" fmla="*/ 2255708 w 3024845"/>
                <a:gd name="connsiteY335" fmla="*/ 624754 h 1059043"/>
                <a:gd name="connsiteX336" fmla="*/ 2261788 w 3024845"/>
                <a:gd name="connsiteY336" fmla="*/ 624754 h 1059043"/>
                <a:gd name="connsiteX337" fmla="*/ 2263815 w 3024845"/>
                <a:gd name="connsiteY337" fmla="*/ 633401 h 1059043"/>
                <a:gd name="connsiteX338" fmla="*/ 2275975 w 3024845"/>
                <a:gd name="connsiteY338" fmla="*/ 633401 h 1059043"/>
                <a:gd name="connsiteX339" fmla="*/ 2275975 w 3024845"/>
                <a:gd name="connsiteY339" fmla="*/ 626915 h 1059043"/>
                <a:gd name="connsiteX340" fmla="*/ 2298268 w 3024845"/>
                <a:gd name="connsiteY340" fmla="*/ 626915 h 1059043"/>
                <a:gd name="connsiteX341" fmla="*/ 2298268 w 3024845"/>
                <a:gd name="connsiteY341" fmla="*/ 633401 h 1059043"/>
                <a:gd name="connsiteX342" fmla="*/ 2318535 w 3024845"/>
                <a:gd name="connsiteY342" fmla="*/ 633401 h 1059043"/>
                <a:gd name="connsiteX343" fmla="*/ 2318535 w 3024845"/>
                <a:gd name="connsiteY343" fmla="*/ 678798 h 1059043"/>
                <a:gd name="connsiteX344" fmla="*/ 2332722 w 3024845"/>
                <a:gd name="connsiteY344" fmla="*/ 678798 h 1059043"/>
                <a:gd name="connsiteX345" fmla="*/ 2332722 w 3024845"/>
                <a:gd name="connsiteY345" fmla="*/ 665827 h 1059043"/>
                <a:gd name="connsiteX346" fmla="*/ 2348936 w 3024845"/>
                <a:gd name="connsiteY346" fmla="*/ 665827 h 1059043"/>
                <a:gd name="connsiteX347" fmla="*/ 2348936 w 3024845"/>
                <a:gd name="connsiteY347" fmla="*/ 486400 h 1059043"/>
                <a:gd name="connsiteX348" fmla="*/ 2355016 w 3024845"/>
                <a:gd name="connsiteY348" fmla="*/ 479914 h 1059043"/>
                <a:gd name="connsiteX349" fmla="*/ 2427977 w 3024845"/>
                <a:gd name="connsiteY349" fmla="*/ 479914 h 1059043"/>
                <a:gd name="connsiteX350" fmla="*/ 2427977 w 3024845"/>
                <a:gd name="connsiteY350" fmla="*/ 488562 h 1059043"/>
                <a:gd name="connsiteX351" fmla="*/ 2438110 w 3024845"/>
                <a:gd name="connsiteY351" fmla="*/ 488562 h 1059043"/>
                <a:gd name="connsiteX352" fmla="*/ 2438110 w 3024845"/>
                <a:gd name="connsiteY352" fmla="*/ 603136 h 1059043"/>
                <a:gd name="connsiteX353" fmla="*/ 2460404 w 3024845"/>
                <a:gd name="connsiteY353" fmla="*/ 603136 h 1059043"/>
                <a:gd name="connsiteX354" fmla="*/ 2460404 w 3024845"/>
                <a:gd name="connsiteY354" fmla="*/ 536121 h 1059043"/>
                <a:gd name="connsiteX355" fmla="*/ 2486751 w 3024845"/>
                <a:gd name="connsiteY355" fmla="*/ 536121 h 1059043"/>
                <a:gd name="connsiteX356" fmla="*/ 2490804 w 3024845"/>
                <a:gd name="connsiteY356" fmla="*/ 531797 h 1059043"/>
                <a:gd name="connsiteX357" fmla="*/ 2498911 w 3024845"/>
                <a:gd name="connsiteY357" fmla="*/ 531797 h 1059043"/>
                <a:gd name="connsiteX358" fmla="*/ 2502964 w 3024845"/>
                <a:gd name="connsiteY358" fmla="*/ 536121 h 1059043"/>
                <a:gd name="connsiteX359" fmla="*/ 2525258 w 3024845"/>
                <a:gd name="connsiteY359" fmla="*/ 536121 h 1059043"/>
                <a:gd name="connsiteX360" fmla="*/ 2525258 w 3024845"/>
                <a:gd name="connsiteY360" fmla="*/ 419385 h 1059043"/>
                <a:gd name="connsiteX361" fmla="*/ 2582005 w 3024845"/>
                <a:gd name="connsiteY361" fmla="*/ 408576 h 1059043"/>
                <a:gd name="connsiteX362" fmla="*/ 2582005 w 3024845"/>
                <a:gd name="connsiteY362" fmla="*/ 409657 h 1059043"/>
                <a:gd name="connsiteX363" fmla="*/ 2582005 w 3024845"/>
                <a:gd name="connsiteY363" fmla="*/ 417223 h 1059043"/>
                <a:gd name="connsiteX364" fmla="*/ 2608352 w 3024845"/>
                <a:gd name="connsiteY364" fmla="*/ 417223 h 1059043"/>
                <a:gd name="connsiteX365" fmla="*/ 2608352 w 3024845"/>
                <a:gd name="connsiteY365" fmla="*/ 672313 h 1059043"/>
                <a:gd name="connsiteX366" fmla="*/ 2630646 w 3024845"/>
                <a:gd name="connsiteY366" fmla="*/ 672313 h 1059043"/>
                <a:gd name="connsiteX367" fmla="*/ 2630646 w 3024845"/>
                <a:gd name="connsiteY367" fmla="*/ 667989 h 1059043"/>
                <a:gd name="connsiteX368" fmla="*/ 2642806 w 3024845"/>
                <a:gd name="connsiteY368" fmla="*/ 667989 h 1059043"/>
                <a:gd name="connsiteX369" fmla="*/ 2642806 w 3024845"/>
                <a:gd name="connsiteY369" fmla="*/ 672313 h 1059043"/>
                <a:gd name="connsiteX370" fmla="*/ 2667126 w 3024845"/>
                <a:gd name="connsiteY370" fmla="*/ 672313 h 1059043"/>
                <a:gd name="connsiteX371" fmla="*/ 2667126 w 3024845"/>
                <a:gd name="connsiteY371" fmla="*/ 659342 h 1059043"/>
                <a:gd name="connsiteX372" fmla="*/ 2695500 w 3024845"/>
                <a:gd name="connsiteY372" fmla="*/ 659342 h 1059043"/>
                <a:gd name="connsiteX373" fmla="*/ 2707660 w 3024845"/>
                <a:gd name="connsiteY373" fmla="*/ 655018 h 1059043"/>
                <a:gd name="connsiteX374" fmla="*/ 2727927 w 3024845"/>
                <a:gd name="connsiteY374" fmla="*/ 659342 h 1059043"/>
                <a:gd name="connsiteX375" fmla="*/ 2727927 w 3024845"/>
                <a:gd name="connsiteY375" fmla="*/ 642048 h 1059043"/>
                <a:gd name="connsiteX376" fmla="*/ 2736034 w 3024845"/>
                <a:gd name="connsiteY376" fmla="*/ 642048 h 1059043"/>
                <a:gd name="connsiteX377" fmla="*/ 2736034 w 3024845"/>
                <a:gd name="connsiteY377" fmla="*/ 629077 h 1059043"/>
                <a:gd name="connsiteX378" fmla="*/ 2792781 w 3024845"/>
                <a:gd name="connsiteY378" fmla="*/ 629077 h 1059043"/>
                <a:gd name="connsiteX379" fmla="*/ 2792781 w 3024845"/>
                <a:gd name="connsiteY379" fmla="*/ 598812 h 1059043"/>
                <a:gd name="connsiteX380" fmla="*/ 2811021 w 3024845"/>
                <a:gd name="connsiteY380" fmla="*/ 598812 h 1059043"/>
                <a:gd name="connsiteX381" fmla="*/ 2811021 w 3024845"/>
                <a:gd name="connsiteY381" fmla="*/ 592327 h 1059043"/>
                <a:gd name="connsiteX382" fmla="*/ 2823181 w 3024845"/>
                <a:gd name="connsiteY382" fmla="*/ 592327 h 1059043"/>
                <a:gd name="connsiteX383" fmla="*/ 2823181 w 3024845"/>
                <a:gd name="connsiteY383" fmla="*/ 598812 h 1059043"/>
                <a:gd name="connsiteX384" fmla="*/ 2839395 w 3024845"/>
                <a:gd name="connsiteY384" fmla="*/ 598812 h 1059043"/>
                <a:gd name="connsiteX385" fmla="*/ 2839395 w 3024845"/>
                <a:gd name="connsiteY385" fmla="*/ 648533 h 1059043"/>
                <a:gd name="connsiteX386" fmla="*/ 2871822 w 3024845"/>
                <a:gd name="connsiteY386" fmla="*/ 648533 h 1059043"/>
                <a:gd name="connsiteX387" fmla="*/ 2871822 w 3024845"/>
                <a:gd name="connsiteY387" fmla="*/ 622592 h 1059043"/>
                <a:gd name="connsiteX388" fmla="*/ 2910329 w 3024845"/>
                <a:gd name="connsiteY388" fmla="*/ 622592 h 1059043"/>
                <a:gd name="connsiteX389" fmla="*/ 2910329 w 3024845"/>
                <a:gd name="connsiteY389" fmla="*/ 592327 h 1059043"/>
                <a:gd name="connsiteX390" fmla="*/ 2958970 w 3024845"/>
                <a:gd name="connsiteY390" fmla="*/ 592327 h 1059043"/>
                <a:gd name="connsiteX391" fmla="*/ 2958970 w 3024845"/>
                <a:gd name="connsiteY391" fmla="*/ 703483 h 1059043"/>
                <a:gd name="connsiteX392" fmla="*/ 2958970 w 3024845"/>
                <a:gd name="connsiteY392" fmla="*/ 717262 h 1059043"/>
                <a:gd name="connsiteX393" fmla="*/ 3024845 w 3024845"/>
                <a:gd name="connsiteY393" fmla="*/ 717262 h 1059043"/>
                <a:gd name="connsiteX394" fmla="*/ 3024845 w 3024845"/>
                <a:gd name="connsiteY394" fmla="*/ 1059043 h 1059043"/>
                <a:gd name="connsiteX395" fmla="*/ 2054 w 3024845"/>
                <a:gd name="connsiteY395" fmla="*/ 1056710 h 1059043"/>
                <a:gd name="connsiteX396" fmla="*/ 0 w 3024845"/>
                <a:gd name="connsiteY396" fmla="*/ 622592 h 1059043"/>
                <a:gd name="connsiteX397" fmla="*/ 20267 w 3024845"/>
                <a:gd name="connsiteY397" fmla="*/ 622592 h 1059043"/>
                <a:gd name="connsiteX398" fmla="*/ 20774 w 3024845"/>
                <a:gd name="connsiteY398" fmla="*/ 621511 h 1059043"/>
                <a:gd name="connsiteX399" fmla="*/ 24320 w 3024845"/>
                <a:gd name="connsiteY399" fmla="*/ 613945 h 1059043"/>
                <a:gd name="connsiteX400" fmla="*/ 26094 w 3024845"/>
                <a:gd name="connsiteY400" fmla="*/ 614215 h 1059043"/>
                <a:gd name="connsiteX401" fmla="*/ 38507 w 3024845"/>
                <a:gd name="connsiteY401" fmla="*/ 616106 h 1059043"/>
                <a:gd name="connsiteX402" fmla="*/ 39014 w 3024845"/>
                <a:gd name="connsiteY402" fmla="*/ 617458 h 1059043"/>
                <a:gd name="connsiteX403" fmla="*/ 42560 w 3024845"/>
                <a:gd name="connsiteY403" fmla="*/ 626915 h 1059043"/>
                <a:gd name="connsiteX404" fmla="*/ 68907 w 3024845"/>
                <a:gd name="connsiteY404" fmla="*/ 629077 h 1059043"/>
                <a:gd name="connsiteX405" fmla="*/ 68907 w 3024845"/>
                <a:gd name="connsiteY405" fmla="*/ 505856 h 1059043"/>
                <a:gd name="connsiteX406" fmla="*/ 70934 w 3024845"/>
                <a:gd name="connsiteY406" fmla="*/ 505856 h 1059043"/>
                <a:gd name="connsiteX407" fmla="*/ 85121 w 3024845"/>
                <a:gd name="connsiteY407" fmla="*/ 505856 h 1059043"/>
                <a:gd name="connsiteX408" fmla="*/ 85121 w 3024845"/>
                <a:gd name="connsiteY408" fmla="*/ 369664 h 1059043"/>
                <a:gd name="connsiteX409" fmla="*/ 86894 w 3024845"/>
                <a:gd name="connsiteY409" fmla="*/ 369664 h 1059043"/>
                <a:gd name="connsiteX410" fmla="*/ 99308 w 3024845"/>
                <a:gd name="connsiteY410" fmla="*/ 369664 h 1059043"/>
                <a:gd name="connsiteX411" fmla="*/ 99308 w 3024845"/>
                <a:gd name="connsiteY411" fmla="*/ 255090 h 1059043"/>
                <a:gd name="connsiteX412" fmla="*/ 103361 w 3024845"/>
                <a:gd name="connsiteY412" fmla="*/ 226986 h 1059043"/>
                <a:gd name="connsiteX413" fmla="*/ 105388 w 3024845"/>
                <a:gd name="connsiteY413" fmla="*/ 226986 h 1059043"/>
                <a:gd name="connsiteX414" fmla="*/ 119575 w 3024845"/>
                <a:gd name="connsiteY41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2747 w 3024845"/>
                <a:gd name="connsiteY329" fmla="*/ 252928 h 1059043"/>
                <a:gd name="connsiteX330" fmla="*/ 2180720 w 3024845"/>
                <a:gd name="connsiteY330" fmla="*/ 555577 h 1059043"/>
                <a:gd name="connsiteX331" fmla="*/ 2245574 w 3024845"/>
                <a:gd name="connsiteY331" fmla="*/ 555577 h 1059043"/>
                <a:gd name="connsiteX332" fmla="*/ 2245574 w 3024845"/>
                <a:gd name="connsiteY332" fmla="*/ 631239 h 1059043"/>
                <a:gd name="connsiteX333" fmla="*/ 2253681 w 3024845"/>
                <a:gd name="connsiteY333" fmla="*/ 631239 h 1059043"/>
                <a:gd name="connsiteX334" fmla="*/ 2255708 w 3024845"/>
                <a:gd name="connsiteY334" fmla="*/ 624754 h 1059043"/>
                <a:gd name="connsiteX335" fmla="*/ 2261788 w 3024845"/>
                <a:gd name="connsiteY335" fmla="*/ 624754 h 1059043"/>
                <a:gd name="connsiteX336" fmla="*/ 2263815 w 3024845"/>
                <a:gd name="connsiteY336" fmla="*/ 633401 h 1059043"/>
                <a:gd name="connsiteX337" fmla="*/ 2275975 w 3024845"/>
                <a:gd name="connsiteY337" fmla="*/ 633401 h 1059043"/>
                <a:gd name="connsiteX338" fmla="*/ 2275975 w 3024845"/>
                <a:gd name="connsiteY338" fmla="*/ 626915 h 1059043"/>
                <a:gd name="connsiteX339" fmla="*/ 2298268 w 3024845"/>
                <a:gd name="connsiteY339" fmla="*/ 626915 h 1059043"/>
                <a:gd name="connsiteX340" fmla="*/ 2298268 w 3024845"/>
                <a:gd name="connsiteY340" fmla="*/ 633401 h 1059043"/>
                <a:gd name="connsiteX341" fmla="*/ 2318535 w 3024845"/>
                <a:gd name="connsiteY341" fmla="*/ 633401 h 1059043"/>
                <a:gd name="connsiteX342" fmla="*/ 2318535 w 3024845"/>
                <a:gd name="connsiteY342" fmla="*/ 678798 h 1059043"/>
                <a:gd name="connsiteX343" fmla="*/ 2332722 w 3024845"/>
                <a:gd name="connsiteY343" fmla="*/ 678798 h 1059043"/>
                <a:gd name="connsiteX344" fmla="*/ 2332722 w 3024845"/>
                <a:gd name="connsiteY344" fmla="*/ 665827 h 1059043"/>
                <a:gd name="connsiteX345" fmla="*/ 2348936 w 3024845"/>
                <a:gd name="connsiteY345" fmla="*/ 665827 h 1059043"/>
                <a:gd name="connsiteX346" fmla="*/ 2348936 w 3024845"/>
                <a:gd name="connsiteY346" fmla="*/ 486400 h 1059043"/>
                <a:gd name="connsiteX347" fmla="*/ 2355016 w 3024845"/>
                <a:gd name="connsiteY347" fmla="*/ 479914 h 1059043"/>
                <a:gd name="connsiteX348" fmla="*/ 2427977 w 3024845"/>
                <a:gd name="connsiteY348" fmla="*/ 479914 h 1059043"/>
                <a:gd name="connsiteX349" fmla="*/ 2427977 w 3024845"/>
                <a:gd name="connsiteY349" fmla="*/ 488562 h 1059043"/>
                <a:gd name="connsiteX350" fmla="*/ 2438110 w 3024845"/>
                <a:gd name="connsiteY350" fmla="*/ 488562 h 1059043"/>
                <a:gd name="connsiteX351" fmla="*/ 2438110 w 3024845"/>
                <a:gd name="connsiteY351" fmla="*/ 603136 h 1059043"/>
                <a:gd name="connsiteX352" fmla="*/ 2460404 w 3024845"/>
                <a:gd name="connsiteY352" fmla="*/ 603136 h 1059043"/>
                <a:gd name="connsiteX353" fmla="*/ 2460404 w 3024845"/>
                <a:gd name="connsiteY353" fmla="*/ 536121 h 1059043"/>
                <a:gd name="connsiteX354" fmla="*/ 2486751 w 3024845"/>
                <a:gd name="connsiteY354" fmla="*/ 536121 h 1059043"/>
                <a:gd name="connsiteX355" fmla="*/ 2490804 w 3024845"/>
                <a:gd name="connsiteY355" fmla="*/ 531797 h 1059043"/>
                <a:gd name="connsiteX356" fmla="*/ 2498911 w 3024845"/>
                <a:gd name="connsiteY356" fmla="*/ 531797 h 1059043"/>
                <a:gd name="connsiteX357" fmla="*/ 2502964 w 3024845"/>
                <a:gd name="connsiteY357" fmla="*/ 536121 h 1059043"/>
                <a:gd name="connsiteX358" fmla="*/ 2525258 w 3024845"/>
                <a:gd name="connsiteY358" fmla="*/ 536121 h 1059043"/>
                <a:gd name="connsiteX359" fmla="*/ 2525258 w 3024845"/>
                <a:gd name="connsiteY359" fmla="*/ 419385 h 1059043"/>
                <a:gd name="connsiteX360" fmla="*/ 2582005 w 3024845"/>
                <a:gd name="connsiteY360" fmla="*/ 408576 h 1059043"/>
                <a:gd name="connsiteX361" fmla="*/ 2582005 w 3024845"/>
                <a:gd name="connsiteY361" fmla="*/ 409657 h 1059043"/>
                <a:gd name="connsiteX362" fmla="*/ 2582005 w 3024845"/>
                <a:gd name="connsiteY362" fmla="*/ 417223 h 1059043"/>
                <a:gd name="connsiteX363" fmla="*/ 2608352 w 3024845"/>
                <a:gd name="connsiteY363" fmla="*/ 417223 h 1059043"/>
                <a:gd name="connsiteX364" fmla="*/ 2608352 w 3024845"/>
                <a:gd name="connsiteY364" fmla="*/ 672313 h 1059043"/>
                <a:gd name="connsiteX365" fmla="*/ 2630646 w 3024845"/>
                <a:gd name="connsiteY365" fmla="*/ 672313 h 1059043"/>
                <a:gd name="connsiteX366" fmla="*/ 2630646 w 3024845"/>
                <a:gd name="connsiteY366" fmla="*/ 667989 h 1059043"/>
                <a:gd name="connsiteX367" fmla="*/ 2642806 w 3024845"/>
                <a:gd name="connsiteY367" fmla="*/ 667989 h 1059043"/>
                <a:gd name="connsiteX368" fmla="*/ 2642806 w 3024845"/>
                <a:gd name="connsiteY368" fmla="*/ 672313 h 1059043"/>
                <a:gd name="connsiteX369" fmla="*/ 2667126 w 3024845"/>
                <a:gd name="connsiteY369" fmla="*/ 672313 h 1059043"/>
                <a:gd name="connsiteX370" fmla="*/ 2667126 w 3024845"/>
                <a:gd name="connsiteY370" fmla="*/ 659342 h 1059043"/>
                <a:gd name="connsiteX371" fmla="*/ 2695500 w 3024845"/>
                <a:gd name="connsiteY371" fmla="*/ 659342 h 1059043"/>
                <a:gd name="connsiteX372" fmla="*/ 2707660 w 3024845"/>
                <a:gd name="connsiteY372" fmla="*/ 655018 h 1059043"/>
                <a:gd name="connsiteX373" fmla="*/ 2727927 w 3024845"/>
                <a:gd name="connsiteY373" fmla="*/ 659342 h 1059043"/>
                <a:gd name="connsiteX374" fmla="*/ 2727927 w 3024845"/>
                <a:gd name="connsiteY374" fmla="*/ 642048 h 1059043"/>
                <a:gd name="connsiteX375" fmla="*/ 2736034 w 3024845"/>
                <a:gd name="connsiteY375" fmla="*/ 642048 h 1059043"/>
                <a:gd name="connsiteX376" fmla="*/ 2736034 w 3024845"/>
                <a:gd name="connsiteY376" fmla="*/ 629077 h 1059043"/>
                <a:gd name="connsiteX377" fmla="*/ 2792781 w 3024845"/>
                <a:gd name="connsiteY377" fmla="*/ 629077 h 1059043"/>
                <a:gd name="connsiteX378" fmla="*/ 2792781 w 3024845"/>
                <a:gd name="connsiteY378" fmla="*/ 598812 h 1059043"/>
                <a:gd name="connsiteX379" fmla="*/ 2811021 w 3024845"/>
                <a:gd name="connsiteY379" fmla="*/ 598812 h 1059043"/>
                <a:gd name="connsiteX380" fmla="*/ 2811021 w 3024845"/>
                <a:gd name="connsiteY380" fmla="*/ 592327 h 1059043"/>
                <a:gd name="connsiteX381" fmla="*/ 2823181 w 3024845"/>
                <a:gd name="connsiteY381" fmla="*/ 592327 h 1059043"/>
                <a:gd name="connsiteX382" fmla="*/ 2823181 w 3024845"/>
                <a:gd name="connsiteY382" fmla="*/ 598812 h 1059043"/>
                <a:gd name="connsiteX383" fmla="*/ 2839395 w 3024845"/>
                <a:gd name="connsiteY383" fmla="*/ 598812 h 1059043"/>
                <a:gd name="connsiteX384" fmla="*/ 2839395 w 3024845"/>
                <a:gd name="connsiteY384" fmla="*/ 648533 h 1059043"/>
                <a:gd name="connsiteX385" fmla="*/ 2871822 w 3024845"/>
                <a:gd name="connsiteY385" fmla="*/ 648533 h 1059043"/>
                <a:gd name="connsiteX386" fmla="*/ 2871822 w 3024845"/>
                <a:gd name="connsiteY386" fmla="*/ 622592 h 1059043"/>
                <a:gd name="connsiteX387" fmla="*/ 2910329 w 3024845"/>
                <a:gd name="connsiteY387" fmla="*/ 622592 h 1059043"/>
                <a:gd name="connsiteX388" fmla="*/ 2910329 w 3024845"/>
                <a:gd name="connsiteY388" fmla="*/ 592327 h 1059043"/>
                <a:gd name="connsiteX389" fmla="*/ 2958970 w 3024845"/>
                <a:gd name="connsiteY389" fmla="*/ 592327 h 1059043"/>
                <a:gd name="connsiteX390" fmla="*/ 2958970 w 3024845"/>
                <a:gd name="connsiteY390" fmla="*/ 703483 h 1059043"/>
                <a:gd name="connsiteX391" fmla="*/ 2958970 w 3024845"/>
                <a:gd name="connsiteY391" fmla="*/ 717262 h 1059043"/>
                <a:gd name="connsiteX392" fmla="*/ 3024845 w 3024845"/>
                <a:gd name="connsiteY392" fmla="*/ 717262 h 1059043"/>
                <a:gd name="connsiteX393" fmla="*/ 3024845 w 3024845"/>
                <a:gd name="connsiteY393" fmla="*/ 1059043 h 1059043"/>
                <a:gd name="connsiteX394" fmla="*/ 2054 w 3024845"/>
                <a:gd name="connsiteY394" fmla="*/ 1056710 h 1059043"/>
                <a:gd name="connsiteX395" fmla="*/ 0 w 3024845"/>
                <a:gd name="connsiteY395" fmla="*/ 622592 h 1059043"/>
                <a:gd name="connsiteX396" fmla="*/ 20267 w 3024845"/>
                <a:gd name="connsiteY396" fmla="*/ 622592 h 1059043"/>
                <a:gd name="connsiteX397" fmla="*/ 20774 w 3024845"/>
                <a:gd name="connsiteY397" fmla="*/ 621511 h 1059043"/>
                <a:gd name="connsiteX398" fmla="*/ 24320 w 3024845"/>
                <a:gd name="connsiteY398" fmla="*/ 613945 h 1059043"/>
                <a:gd name="connsiteX399" fmla="*/ 26094 w 3024845"/>
                <a:gd name="connsiteY399" fmla="*/ 614215 h 1059043"/>
                <a:gd name="connsiteX400" fmla="*/ 38507 w 3024845"/>
                <a:gd name="connsiteY400" fmla="*/ 616106 h 1059043"/>
                <a:gd name="connsiteX401" fmla="*/ 39014 w 3024845"/>
                <a:gd name="connsiteY401" fmla="*/ 617458 h 1059043"/>
                <a:gd name="connsiteX402" fmla="*/ 42560 w 3024845"/>
                <a:gd name="connsiteY402" fmla="*/ 626915 h 1059043"/>
                <a:gd name="connsiteX403" fmla="*/ 68907 w 3024845"/>
                <a:gd name="connsiteY403" fmla="*/ 629077 h 1059043"/>
                <a:gd name="connsiteX404" fmla="*/ 68907 w 3024845"/>
                <a:gd name="connsiteY404" fmla="*/ 505856 h 1059043"/>
                <a:gd name="connsiteX405" fmla="*/ 70934 w 3024845"/>
                <a:gd name="connsiteY405" fmla="*/ 505856 h 1059043"/>
                <a:gd name="connsiteX406" fmla="*/ 85121 w 3024845"/>
                <a:gd name="connsiteY406" fmla="*/ 505856 h 1059043"/>
                <a:gd name="connsiteX407" fmla="*/ 85121 w 3024845"/>
                <a:gd name="connsiteY407" fmla="*/ 369664 h 1059043"/>
                <a:gd name="connsiteX408" fmla="*/ 86894 w 3024845"/>
                <a:gd name="connsiteY408" fmla="*/ 369664 h 1059043"/>
                <a:gd name="connsiteX409" fmla="*/ 99308 w 3024845"/>
                <a:gd name="connsiteY409" fmla="*/ 369664 h 1059043"/>
                <a:gd name="connsiteX410" fmla="*/ 99308 w 3024845"/>
                <a:gd name="connsiteY410" fmla="*/ 255090 h 1059043"/>
                <a:gd name="connsiteX411" fmla="*/ 103361 w 3024845"/>
                <a:gd name="connsiteY411" fmla="*/ 226986 h 1059043"/>
                <a:gd name="connsiteX412" fmla="*/ 105388 w 3024845"/>
                <a:gd name="connsiteY412" fmla="*/ 226986 h 1059043"/>
                <a:gd name="connsiteX413" fmla="*/ 119575 w 3024845"/>
                <a:gd name="connsiteY41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14016 h 1059043"/>
                <a:gd name="connsiteX328" fmla="*/ 2168560 w 3024845"/>
                <a:gd name="connsiteY328" fmla="*/ 235634 h 1059043"/>
                <a:gd name="connsiteX329" fmla="*/ 2180720 w 3024845"/>
                <a:gd name="connsiteY329" fmla="*/ 555577 h 1059043"/>
                <a:gd name="connsiteX330" fmla="*/ 2245574 w 3024845"/>
                <a:gd name="connsiteY330" fmla="*/ 555577 h 1059043"/>
                <a:gd name="connsiteX331" fmla="*/ 2245574 w 3024845"/>
                <a:gd name="connsiteY331" fmla="*/ 631239 h 1059043"/>
                <a:gd name="connsiteX332" fmla="*/ 2253681 w 3024845"/>
                <a:gd name="connsiteY332" fmla="*/ 631239 h 1059043"/>
                <a:gd name="connsiteX333" fmla="*/ 2255708 w 3024845"/>
                <a:gd name="connsiteY333" fmla="*/ 624754 h 1059043"/>
                <a:gd name="connsiteX334" fmla="*/ 2261788 w 3024845"/>
                <a:gd name="connsiteY334" fmla="*/ 624754 h 1059043"/>
                <a:gd name="connsiteX335" fmla="*/ 2263815 w 3024845"/>
                <a:gd name="connsiteY335" fmla="*/ 633401 h 1059043"/>
                <a:gd name="connsiteX336" fmla="*/ 2275975 w 3024845"/>
                <a:gd name="connsiteY336" fmla="*/ 633401 h 1059043"/>
                <a:gd name="connsiteX337" fmla="*/ 2275975 w 3024845"/>
                <a:gd name="connsiteY337" fmla="*/ 626915 h 1059043"/>
                <a:gd name="connsiteX338" fmla="*/ 2298268 w 3024845"/>
                <a:gd name="connsiteY338" fmla="*/ 626915 h 1059043"/>
                <a:gd name="connsiteX339" fmla="*/ 2298268 w 3024845"/>
                <a:gd name="connsiteY339" fmla="*/ 633401 h 1059043"/>
                <a:gd name="connsiteX340" fmla="*/ 2318535 w 3024845"/>
                <a:gd name="connsiteY340" fmla="*/ 633401 h 1059043"/>
                <a:gd name="connsiteX341" fmla="*/ 2318535 w 3024845"/>
                <a:gd name="connsiteY341" fmla="*/ 678798 h 1059043"/>
                <a:gd name="connsiteX342" fmla="*/ 2332722 w 3024845"/>
                <a:gd name="connsiteY342" fmla="*/ 678798 h 1059043"/>
                <a:gd name="connsiteX343" fmla="*/ 2332722 w 3024845"/>
                <a:gd name="connsiteY343" fmla="*/ 665827 h 1059043"/>
                <a:gd name="connsiteX344" fmla="*/ 2348936 w 3024845"/>
                <a:gd name="connsiteY344" fmla="*/ 665827 h 1059043"/>
                <a:gd name="connsiteX345" fmla="*/ 2348936 w 3024845"/>
                <a:gd name="connsiteY345" fmla="*/ 486400 h 1059043"/>
                <a:gd name="connsiteX346" fmla="*/ 2355016 w 3024845"/>
                <a:gd name="connsiteY346" fmla="*/ 479914 h 1059043"/>
                <a:gd name="connsiteX347" fmla="*/ 2427977 w 3024845"/>
                <a:gd name="connsiteY347" fmla="*/ 479914 h 1059043"/>
                <a:gd name="connsiteX348" fmla="*/ 2427977 w 3024845"/>
                <a:gd name="connsiteY348" fmla="*/ 488562 h 1059043"/>
                <a:gd name="connsiteX349" fmla="*/ 2438110 w 3024845"/>
                <a:gd name="connsiteY349" fmla="*/ 488562 h 1059043"/>
                <a:gd name="connsiteX350" fmla="*/ 2438110 w 3024845"/>
                <a:gd name="connsiteY350" fmla="*/ 603136 h 1059043"/>
                <a:gd name="connsiteX351" fmla="*/ 2460404 w 3024845"/>
                <a:gd name="connsiteY351" fmla="*/ 603136 h 1059043"/>
                <a:gd name="connsiteX352" fmla="*/ 2460404 w 3024845"/>
                <a:gd name="connsiteY352" fmla="*/ 536121 h 1059043"/>
                <a:gd name="connsiteX353" fmla="*/ 2486751 w 3024845"/>
                <a:gd name="connsiteY353" fmla="*/ 536121 h 1059043"/>
                <a:gd name="connsiteX354" fmla="*/ 2490804 w 3024845"/>
                <a:gd name="connsiteY354" fmla="*/ 531797 h 1059043"/>
                <a:gd name="connsiteX355" fmla="*/ 2498911 w 3024845"/>
                <a:gd name="connsiteY355" fmla="*/ 531797 h 1059043"/>
                <a:gd name="connsiteX356" fmla="*/ 2502964 w 3024845"/>
                <a:gd name="connsiteY356" fmla="*/ 536121 h 1059043"/>
                <a:gd name="connsiteX357" fmla="*/ 2525258 w 3024845"/>
                <a:gd name="connsiteY357" fmla="*/ 536121 h 1059043"/>
                <a:gd name="connsiteX358" fmla="*/ 2525258 w 3024845"/>
                <a:gd name="connsiteY358" fmla="*/ 419385 h 1059043"/>
                <a:gd name="connsiteX359" fmla="*/ 2582005 w 3024845"/>
                <a:gd name="connsiteY359" fmla="*/ 408576 h 1059043"/>
                <a:gd name="connsiteX360" fmla="*/ 2582005 w 3024845"/>
                <a:gd name="connsiteY360" fmla="*/ 409657 h 1059043"/>
                <a:gd name="connsiteX361" fmla="*/ 2582005 w 3024845"/>
                <a:gd name="connsiteY361" fmla="*/ 417223 h 1059043"/>
                <a:gd name="connsiteX362" fmla="*/ 2608352 w 3024845"/>
                <a:gd name="connsiteY362" fmla="*/ 417223 h 1059043"/>
                <a:gd name="connsiteX363" fmla="*/ 2608352 w 3024845"/>
                <a:gd name="connsiteY363" fmla="*/ 672313 h 1059043"/>
                <a:gd name="connsiteX364" fmla="*/ 2630646 w 3024845"/>
                <a:gd name="connsiteY364" fmla="*/ 672313 h 1059043"/>
                <a:gd name="connsiteX365" fmla="*/ 2630646 w 3024845"/>
                <a:gd name="connsiteY365" fmla="*/ 667989 h 1059043"/>
                <a:gd name="connsiteX366" fmla="*/ 2642806 w 3024845"/>
                <a:gd name="connsiteY366" fmla="*/ 667989 h 1059043"/>
                <a:gd name="connsiteX367" fmla="*/ 2642806 w 3024845"/>
                <a:gd name="connsiteY367" fmla="*/ 672313 h 1059043"/>
                <a:gd name="connsiteX368" fmla="*/ 2667126 w 3024845"/>
                <a:gd name="connsiteY368" fmla="*/ 672313 h 1059043"/>
                <a:gd name="connsiteX369" fmla="*/ 2667126 w 3024845"/>
                <a:gd name="connsiteY369" fmla="*/ 659342 h 1059043"/>
                <a:gd name="connsiteX370" fmla="*/ 2695500 w 3024845"/>
                <a:gd name="connsiteY370" fmla="*/ 659342 h 1059043"/>
                <a:gd name="connsiteX371" fmla="*/ 2707660 w 3024845"/>
                <a:gd name="connsiteY371" fmla="*/ 655018 h 1059043"/>
                <a:gd name="connsiteX372" fmla="*/ 2727927 w 3024845"/>
                <a:gd name="connsiteY372" fmla="*/ 659342 h 1059043"/>
                <a:gd name="connsiteX373" fmla="*/ 2727927 w 3024845"/>
                <a:gd name="connsiteY373" fmla="*/ 642048 h 1059043"/>
                <a:gd name="connsiteX374" fmla="*/ 2736034 w 3024845"/>
                <a:gd name="connsiteY374" fmla="*/ 642048 h 1059043"/>
                <a:gd name="connsiteX375" fmla="*/ 2736034 w 3024845"/>
                <a:gd name="connsiteY375" fmla="*/ 629077 h 1059043"/>
                <a:gd name="connsiteX376" fmla="*/ 2792781 w 3024845"/>
                <a:gd name="connsiteY376" fmla="*/ 629077 h 1059043"/>
                <a:gd name="connsiteX377" fmla="*/ 2792781 w 3024845"/>
                <a:gd name="connsiteY377" fmla="*/ 598812 h 1059043"/>
                <a:gd name="connsiteX378" fmla="*/ 2811021 w 3024845"/>
                <a:gd name="connsiteY378" fmla="*/ 598812 h 1059043"/>
                <a:gd name="connsiteX379" fmla="*/ 2811021 w 3024845"/>
                <a:gd name="connsiteY379" fmla="*/ 592327 h 1059043"/>
                <a:gd name="connsiteX380" fmla="*/ 2823181 w 3024845"/>
                <a:gd name="connsiteY380" fmla="*/ 592327 h 1059043"/>
                <a:gd name="connsiteX381" fmla="*/ 2823181 w 3024845"/>
                <a:gd name="connsiteY381" fmla="*/ 598812 h 1059043"/>
                <a:gd name="connsiteX382" fmla="*/ 2839395 w 3024845"/>
                <a:gd name="connsiteY382" fmla="*/ 598812 h 1059043"/>
                <a:gd name="connsiteX383" fmla="*/ 2839395 w 3024845"/>
                <a:gd name="connsiteY383" fmla="*/ 648533 h 1059043"/>
                <a:gd name="connsiteX384" fmla="*/ 2871822 w 3024845"/>
                <a:gd name="connsiteY384" fmla="*/ 648533 h 1059043"/>
                <a:gd name="connsiteX385" fmla="*/ 2871822 w 3024845"/>
                <a:gd name="connsiteY385" fmla="*/ 622592 h 1059043"/>
                <a:gd name="connsiteX386" fmla="*/ 2910329 w 3024845"/>
                <a:gd name="connsiteY386" fmla="*/ 622592 h 1059043"/>
                <a:gd name="connsiteX387" fmla="*/ 2910329 w 3024845"/>
                <a:gd name="connsiteY387" fmla="*/ 592327 h 1059043"/>
                <a:gd name="connsiteX388" fmla="*/ 2958970 w 3024845"/>
                <a:gd name="connsiteY388" fmla="*/ 592327 h 1059043"/>
                <a:gd name="connsiteX389" fmla="*/ 2958970 w 3024845"/>
                <a:gd name="connsiteY389" fmla="*/ 703483 h 1059043"/>
                <a:gd name="connsiteX390" fmla="*/ 2958970 w 3024845"/>
                <a:gd name="connsiteY390" fmla="*/ 717262 h 1059043"/>
                <a:gd name="connsiteX391" fmla="*/ 3024845 w 3024845"/>
                <a:gd name="connsiteY391" fmla="*/ 717262 h 1059043"/>
                <a:gd name="connsiteX392" fmla="*/ 3024845 w 3024845"/>
                <a:gd name="connsiteY392" fmla="*/ 1059043 h 1059043"/>
                <a:gd name="connsiteX393" fmla="*/ 2054 w 3024845"/>
                <a:gd name="connsiteY393" fmla="*/ 1056710 h 1059043"/>
                <a:gd name="connsiteX394" fmla="*/ 0 w 3024845"/>
                <a:gd name="connsiteY394" fmla="*/ 622592 h 1059043"/>
                <a:gd name="connsiteX395" fmla="*/ 20267 w 3024845"/>
                <a:gd name="connsiteY395" fmla="*/ 622592 h 1059043"/>
                <a:gd name="connsiteX396" fmla="*/ 20774 w 3024845"/>
                <a:gd name="connsiteY396" fmla="*/ 621511 h 1059043"/>
                <a:gd name="connsiteX397" fmla="*/ 24320 w 3024845"/>
                <a:gd name="connsiteY397" fmla="*/ 613945 h 1059043"/>
                <a:gd name="connsiteX398" fmla="*/ 26094 w 3024845"/>
                <a:gd name="connsiteY398" fmla="*/ 614215 h 1059043"/>
                <a:gd name="connsiteX399" fmla="*/ 38507 w 3024845"/>
                <a:gd name="connsiteY399" fmla="*/ 616106 h 1059043"/>
                <a:gd name="connsiteX400" fmla="*/ 39014 w 3024845"/>
                <a:gd name="connsiteY400" fmla="*/ 617458 h 1059043"/>
                <a:gd name="connsiteX401" fmla="*/ 42560 w 3024845"/>
                <a:gd name="connsiteY401" fmla="*/ 626915 h 1059043"/>
                <a:gd name="connsiteX402" fmla="*/ 68907 w 3024845"/>
                <a:gd name="connsiteY402" fmla="*/ 629077 h 1059043"/>
                <a:gd name="connsiteX403" fmla="*/ 68907 w 3024845"/>
                <a:gd name="connsiteY403" fmla="*/ 505856 h 1059043"/>
                <a:gd name="connsiteX404" fmla="*/ 70934 w 3024845"/>
                <a:gd name="connsiteY404" fmla="*/ 505856 h 1059043"/>
                <a:gd name="connsiteX405" fmla="*/ 85121 w 3024845"/>
                <a:gd name="connsiteY405" fmla="*/ 505856 h 1059043"/>
                <a:gd name="connsiteX406" fmla="*/ 85121 w 3024845"/>
                <a:gd name="connsiteY406" fmla="*/ 369664 h 1059043"/>
                <a:gd name="connsiteX407" fmla="*/ 86894 w 3024845"/>
                <a:gd name="connsiteY407" fmla="*/ 369664 h 1059043"/>
                <a:gd name="connsiteX408" fmla="*/ 99308 w 3024845"/>
                <a:gd name="connsiteY408" fmla="*/ 369664 h 1059043"/>
                <a:gd name="connsiteX409" fmla="*/ 99308 w 3024845"/>
                <a:gd name="connsiteY409" fmla="*/ 255090 h 1059043"/>
                <a:gd name="connsiteX410" fmla="*/ 103361 w 3024845"/>
                <a:gd name="connsiteY410" fmla="*/ 226986 h 1059043"/>
                <a:gd name="connsiteX411" fmla="*/ 105388 w 3024845"/>
                <a:gd name="connsiteY411" fmla="*/ 226986 h 1059043"/>
                <a:gd name="connsiteX412" fmla="*/ 119575 w 3024845"/>
                <a:gd name="connsiteY41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68560 w 3024845"/>
                <a:gd name="connsiteY327" fmla="*/ 235634 h 1059043"/>
                <a:gd name="connsiteX328" fmla="*/ 2180720 w 3024845"/>
                <a:gd name="connsiteY328" fmla="*/ 555577 h 1059043"/>
                <a:gd name="connsiteX329" fmla="*/ 2245574 w 3024845"/>
                <a:gd name="connsiteY329" fmla="*/ 555577 h 1059043"/>
                <a:gd name="connsiteX330" fmla="*/ 2245574 w 3024845"/>
                <a:gd name="connsiteY330" fmla="*/ 631239 h 1059043"/>
                <a:gd name="connsiteX331" fmla="*/ 2253681 w 3024845"/>
                <a:gd name="connsiteY331" fmla="*/ 631239 h 1059043"/>
                <a:gd name="connsiteX332" fmla="*/ 2255708 w 3024845"/>
                <a:gd name="connsiteY332" fmla="*/ 624754 h 1059043"/>
                <a:gd name="connsiteX333" fmla="*/ 2261788 w 3024845"/>
                <a:gd name="connsiteY333" fmla="*/ 624754 h 1059043"/>
                <a:gd name="connsiteX334" fmla="*/ 2263815 w 3024845"/>
                <a:gd name="connsiteY334" fmla="*/ 633401 h 1059043"/>
                <a:gd name="connsiteX335" fmla="*/ 2275975 w 3024845"/>
                <a:gd name="connsiteY335" fmla="*/ 633401 h 1059043"/>
                <a:gd name="connsiteX336" fmla="*/ 2275975 w 3024845"/>
                <a:gd name="connsiteY336" fmla="*/ 626915 h 1059043"/>
                <a:gd name="connsiteX337" fmla="*/ 2298268 w 3024845"/>
                <a:gd name="connsiteY337" fmla="*/ 626915 h 1059043"/>
                <a:gd name="connsiteX338" fmla="*/ 2298268 w 3024845"/>
                <a:gd name="connsiteY338" fmla="*/ 633401 h 1059043"/>
                <a:gd name="connsiteX339" fmla="*/ 2318535 w 3024845"/>
                <a:gd name="connsiteY339" fmla="*/ 633401 h 1059043"/>
                <a:gd name="connsiteX340" fmla="*/ 2318535 w 3024845"/>
                <a:gd name="connsiteY340" fmla="*/ 678798 h 1059043"/>
                <a:gd name="connsiteX341" fmla="*/ 2332722 w 3024845"/>
                <a:gd name="connsiteY341" fmla="*/ 678798 h 1059043"/>
                <a:gd name="connsiteX342" fmla="*/ 2332722 w 3024845"/>
                <a:gd name="connsiteY342" fmla="*/ 665827 h 1059043"/>
                <a:gd name="connsiteX343" fmla="*/ 2348936 w 3024845"/>
                <a:gd name="connsiteY343" fmla="*/ 665827 h 1059043"/>
                <a:gd name="connsiteX344" fmla="*/ 2348936 w 3024845"/>
                <a:gd name="connsiteY344" fmla="*/ 486400 h 1059043"/>
                <a:gd name="connsiteX345" fmla="*/ 2355016 w 3024845"/>
                <a:gd name="connsiteY345" fmla="*/ 479914 h 1059043"/>
                <a:gd name="connsiteX346" fmla="*/ 2427977 w 3024845"/>
                <a:gd name="connsiteY346" fmla="*/ 479914 h 1059043"/>
                <a:gd name="connsiteX347" fmla="*/ 2427977 w 3024845"/>
                <a:gd name="connsiteY347" fmla="*/ 488562 h 1059043"/>
                <a:gd name="connsiteX348" fmla="*/ 2438110 w 3024845"/>
                <a:gd name="connsiteY348" fmla="*/ 488562 h 1059043"/>
                <a:gd name="connsiteX349" fmla="*/ 2438110 w 3024845"/>
                <a:gd name="connsiteY349" fmla="*/ 603136 h 1059043"/>
                <a:gd name="connsiteX350" fmla="*/ 2460404 w 3024845"/>
                <a:gd name="connsiteY350" fmla="*/ 603136 h 1059043"/>
                <a:gd name="connsiteX351" fmla="*/ 2460404 w 3024845"/>
                <a:gd name="connsiteY351" fmla="*/ 536121 h 1059043"/>
                <a:gd name="connsiteX352" fmla="*/ 2486751 w 3024845"/>
                <a:gd name="connsiteY352" fmla="*/ 536121 h 1059043"/>
                <a:gd name="connsiteX353" fmla="*/ 2490804 w 3024845"/>
                <a:gd name="connsiteY353" fmla="*/ 531797 h 1059043"/>
                <a:gd name="connsiteX354" fmla="*/ 2498911 w 3024845"/>
                <a:gd name="connsiteY354" fmla="*/ 531797 h 1059043"/>
                <a:gd name="connsiteX355" fmla="*/ 2502964 w 3024845"/>
                <a:gd name="connsiteY355" fmla="*/ 536121 h 1059043"/>
                <a:gd name="connsiteX356" fmla="*/ 2525258 w 3024845"/>
                <a:gd name="connsiteY356" fmla="*/ 536121 h 1059043"/>
                <a:gd name="connsiteX357" fmla="*/ 2525258 w 3024845"/>
                <a:gd name="connsiteY357" fmla="*/ 419385 h 1059043"/>
                <a:gd name="connsiteX358" fmla="*/ 2582005 w 3024845"/>
                <a:gd name="connsiteY358" fmla="*/ 408576 h 1059043"/>
                <a:gd name="connsiteX359" fmla="*/ 2582005 w 3024845"/>
                <a:gd name="connsiteY359" fmla="*/ 409657 h 1059043"/>
                <a:gd name="connsiteX360" fmla="*/ 2582005 w 3024845"/>
                <a:gd name="connsiteY360" fmla="*/ 417223 h 1059043"/>
                <a:gd name="connsiteX361" fmla="*/ 2608352 w 3024845"/>
                <a:gd name="connsiteY361" fmla="*/ 417223 h 1059043"/>
                <a:gd name="connsiteX362" fmla="*/ 2608352 w 3024845"/>
                <a:gd name="connsiteY362" fmla="*/ 672313 h 1059043"/>
                <a:gd name="connsiteX363" fmla="*/ 2630646 w 3024845"/>
                <a:gd name="connsiteY363" fmla="*/ 672313 h 1059043"/>
                <a:gd name="connsiteX364" fmla="*/ 2630646 w 3024845"/>
                <a:gd name="connsiteY364" fmla="*/ 667989 h 1059043"/>
                <a:gd name="connsiteX365" fmla="*/ 2642806 w 3024845"/>
                <a:gd name="connsiteY365" fmla="*/ 667989 h 1059043"/>
                <a:gd name="connsiteX366" fmla="*/ 2642806 w 3024845"/>
                <a:gd name="connsiteY366" fmla="*/ 672313 h 1059043"/>
                <a:gd name="connsiteX367" fmla="*/ 2667126 w 3024845"/>
                <a:gd name="connsiteY367" fmla="*/ 672313 h 1059043"/>
                <a:gd name="connsiteX368" fmla="*/ 2667126 w 3024845"/>
                <a:gd name="connsiteY368" fmla="*/ 659342 h 1059043"/>
                <a:gd name="connsiteX369" fmla="*/ 2695500 w 3024845"/>
                <a:gd name="connsiteY369" fmla="*/ 659342 h 1059043"/>
                <a:gd name="connsiteX370" fmla="*/ 2707660 w 3024845"/>
                <a:gd name="connsiteY370" fmla="*/ 655018 h 1059043"/>
                <a:gd name="connsiteX371" fmla="*/ 2727927 w 3024845"/>
                <a:gd name="connsiteY371" fmla="*/ 659342 h 1059043"/>
                <a:gd name="connsiteX372" fmla="*/ 2727927 w 3024845"/>
                <a:gd name="connsiteY372" fmla="*/ 642048 h 1059043"/>
                <a:gd name="connsiteX373" fmla="*/ 2736034 w 3024845"/>
                <a:gd name="connsiteY373" fmla="*/ 642048 h 1059043"/>
                <a:gd name="connsiteX374" fmla="*/ 2736034 w 3024845"/>
                <a:gd name="connsiteY374" fmla="*/ 629077 h 1059043"/>
                <a:gd name="connsiteX375" fmla="*/ 2792781 w 3024845"/>
                <a:gd name="connsiteY375" fmla="*/ 629077 h 1059043"/>
                <a:gd name="connsiteX376" fmla="*/ 2792781 w 3024845"/>
                <a:gd name="connsiteY376" fmla="*/ 598812 h 1059043"/>
                <a:gd name="connsiteX377" fmla="*/ 2811021 w 3024845"/>
                <a:gd name="connsiteY377" fmla="*/ 598812 h 1059043"/>
                <a:gd name="connsiteX378" fmla="*/ 2811021 w 3024845"/>
                <a:gd name="connsiteY378" fmla="*/ 592327 h 1059043"/>
                <a:gd name="connsiteX379" fmla="*/ 2823181 w 3024845"/>
                <a:gd name="connsiteY379" fmla="*/ 592327 h 1059043"/>
                <a:gd name="connsiteX380" fmla="*/ 2823181 w 3024845"/>
                <a:gd name="connsiteY380" fmla="*/ 598812 h 1059043"/>
                <a:gd name="connsiteX381" fmla="*/ 2839395 w 3024845"/>
                <a:gd name="connsiteY381" fmla="*/ 598812 h 1059043"/>
                <a:gd name="connsiteX382" fmla="*/ 2839395 w 3024845"/>
                <a:gd name="connsiteY382" fmla="*/ 648533 h 1059043"/>
                <a:gd name="connsiteX383" fmla="*/ 2871822 w 3024845"/>
                <a:gd name="connsiteY383" fmla="*/ 648533 h 1059043"/>
                <a:gd name="connsiteX384" fmla="*/ 2871822 w 3024845"/>
                <a:gd name="connsiteY384" fmla="*/ 622592 h 1059043"/>
                <a:gd name="connsiteX385" fmla="*/ 2910329 w 3024845"/>
                <a:gd name="connsiteY385" fmla="*/ 622592 h 1059043"/>
                <a:gd name="connsiteX386" fmla="*/ 2910329 w 3024845"/>
                <a:gd name="connsiteY386" fmla="*/ 592327 h 1059043"/>
                <a:gd name="connsiteX387" fmla="*/ 2958970 w 3024845"/>
                <a:gd name="connsiteY387" fmla="*/ 592327 h 1059043"/>
                <a:gd name="connsiteX388" fmla="*/ 2958970 w 3024845"/>
                <a:gd name="connsiteY388" fmla="*/ 703483 h 1059043"/>
                <a:gd name="connsiteX389" fmla="*/ 2958970 w 3024845"/>
                <a:gd name="connsiteY389" fmla="*/ 717262 h 1059043"/>
                <a:gd name="connsiteX390" fmla="*/ 3024845 w 3024845"/>
                <a:gd name="connsiteY390" fmla="*/ 717262 h 1059043"/>
                <a:gd name="connsiteX391" fmla="*/ 3024845 w 3024845"/>
                <a:gd name="connsiteY391" fmla="*/ 1059043 h 1059043"/>
                <a:gd name="connsiteX392" fmla="*/ 2054 w 3024845"/>
                <a:gd name="connsiteY392" fmla="*/ 1056710 h 1059043"/>
                <a:gd name="connsiteX393" fmla="*/ 0 w 3024845"/>
                <a:gd name="connsiteY393" fmla="*/ 622592 h 1059043"/>
                <a:gd name="connsiteX394" fmla="*/ 20267 w 3024845"/>
                <a:gd name="connsiteY394" fmla="*/ 622592 h 1059043"/>
                <a:gd name="connsiteX395" fmla="*/ 20774 w 3024845"/>
                <a:gd name="connsiteY395" fmla="*/ 621511 h 1059043"/>
                <a:gd name="connsiteX396" fmla="*/ 24320 w 3024845"/>
                <a:gd name="connsiteY396" fmla="*/ 613945 h 1059043"/>
                <a:gd name="connsiteX397" fmla="*/ 26094 w 3024845"/>
                <a:gd name="connsiteY397" fmla="*/ 614215 h 1059043"/>
                <a:gd name="connsiteX398" fmla="*/ 38507 w 3024845"/>
                <a:gd name="connsiteY398" fmla="*/ 616106 h 1059043"/>
                <a:gd name="connsiteX399" fmla="*/ 39014 w 3024845"/>
                <a:gd name="connsiteY399" fmla="*/ 617458 h 1059043"/>
                <a:gd name="connsiteX400" fmla="*/ 42560 w 3024845"/>
                <a:gd name="connsiteY400" fmla="*/ 626915 h 1059043"/>
                <a:gd name="connsiteX401" fmla="*/ 68907 w 3024845"/>
                <a:gd name="connsiteY401" fmla="*/ 629077 h 1059043"/>
                <a:gd name="connsiteX402" fmla="*/ 68907 w 3024845"/>
                <a:gd name="connsiteY402" fmla="*/ 505856 h 1059043"/>
                <a:gd name="connsiteX403" fmla="*/ 70934 w 3024845"/>
                <a:gd name="connsiteY403" fmla="*/ 505856 h 1059043"/>
                <a:gd name="connsiteX404" fmla="*/ 85121 w 3024845"/>
                <a:gd name="connsiteY404" fmla="*/ 505856 h 1059043"/>
                <a:gd name="connsiteX405" fmla="*/ 85121 w 3024845"/>
                <a:gd name="connsiteY405" fmla="*/ 369664 h 1059043"/>
                <a:gd name="connsiteX406" fmla="*/ 86894 w 3024845"/>
                <a:gd name="connsiteY406" fmla="*/ 369664 h 1059043"/>
                <a:gd name="connsiteX407" fmla="*/ 99308 w 3024845"/>
                <a:gd name="connsiteY407" fmla="*/ 369664 h 1059043"/>
                <a:gd name="connsiteX408" fmla="*/ 99308 w 3024845"/>
                <a:gd name="connsiteY408" fmla="*/ 255090 h 1059043"/>
                <a:gd name="connsiteX409" fmla="*/ 103361 w 3024845"/>
                <a:gd name="connsiteY409" fmla="*/ 226986 h 1059043"/>
                <a:gd name="connsiteX410" fmla="*/ 105388 w 3024845"/>
                <a:gd name="connsiteY410" fmla="*/ 226986 h 1059043"/>
                <a:gd name="connsiteX411" fmla="*/ 119575 w 3024845"/>
                <a:gd name="connsiteY41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66533 w 3024845"/>
                <a:gd name="connsiteY326" fmla="*/ 209692 h 1059043"/>
                <a:gd name="connsiteX327" fmla="*/ 2180720 w 3024845"/>
                <a:gd name="connsiteY327" fmla="*/ 555577 h 1059043"/>
                <a:gd name="connsiteX328" fmla="*/ 2245574 w 3024845"/>
                <a:gd name="connsiteY328" fmla="*/ 555577 h 1059043"/>
                <a:gd name="connsiteX329" fmla="*/ 2245574 w 3024845"/>
                <a:gd name="connsiteY329" fmla="*/ 631239 h 1059043"/>
                <a:gd name="connsiteX330" fmla="*/ 2253681 w 3024845"/>
                <a:gd name="connsiteY330" fmla="*/ 631239 h 1059043"/>
                <a:gd name="connsiteX331" fmla="*/ 2255708 w 3024845"/>
                <a:gd name="connsiteY331" fmla="*/ 624754 h 1059043"/>
                <a:gd name="connsiteX332" fmla="*/ 2261788 w 3024845"/>
                <a:gd name="connsiteY332" fmla="*/ 624754 h 1059043"/>
                <a:gd name="connsiteX333" fmla="*/ 2263815 w 3024845"/>
                <a:gd name="connsiteY333" fmla="*/ 633401 h 1059043"/>
                <a:gd name="connsiteX334" fmla="*/ 2275975 w 3024845"/>
                <a:gd name="connsiteY334" fmla="*/ 633401 h 1059043"/>
                <a:gd name="connsiteX335" fmla="*/ 2275975 w 3024845"/>
                <a:gd name="connsiteY335" fmla="*/ 626915 h 1059043"/>
                <a:gd name="connsiteX336" fmla="*/ 2298268 w 3024845"/>
                <a:gd name="connsiteY336" fmla="*/ 626915 h 1059043"/>
                <a:gd name="connsiteX337" fmla="*/ 2298268 w 3024845"/>
                <a:gd name="connsiteY337" fmla="*/ 633401 h 1059043"/>
                <a:gd name="connsiteX338" fmla="*/ 2318535 w 3024845"/>
                <a:gd name="connsiteY338" fmla="*/ 633401 h 1059043"/>
                <a:gd name="connsiteX339" fmla="*/ 2318535 w 3024845"/>
                <a:gd name="connsiteY339" fmla="*/ 678798 h 1059043"/>
                <a:gd name="connsiteX340" fmla="*/ 2332722 w 3024845"/>
                <a:gd name="connsiteY340" fmla="*/ 678798 h 1059043"/>
                <a:gd name="connsiteX341" fmla="*/ 2332722 w 3024845"/>
                <a:gd name="connsiteY341" fmla="*/ 665827 h 1059043"/>
                <a:gd name="connsiteX342" fmla="*/ 2348936 w 3024845"/>
                <a:gd name="connsiteY342" fmla="*/ 665827 h 1059043"/>
                <a:gd name="connsiteX343" fmla="*/ 2348936 w 3024845"/>
                <a:gd name="connsiteY343" fmla="*/ 486400 h 1059043"/>
                <a:gd name="connsiteX344" fmla="*/ 2355016 w 3024845"/>
                <a:gd name="connsiteY344" fmla="*/ 479914 h 1059043"/>
                <a:gd name="connsiteX345" fmla="*/ 2427977 w 3024845"/>
                <a:gd name="connsiteY345" fmla="*/ 479914 h 1059043"/>
                <a:gd name="connsiteX346" fmla="*/ 2427977 w 3024845"/>
                <a:gd name="connsiteY346" fmla="*/ 488562 h 1059043"/>
                <a:gd name="connsiteX347" fmla="*/ 2438110 w 3024845"/>
                <a:gd name="connsiteY347" fmla="*/ 488562 h 1059043"/>
                <a:gd name="connsiteX348" fmla="*/ 2438110 w 3024845"/>
                <a:gd name="connsiteY348" fmla="*/ 603136 h 1059043"/>
                <a:gd name="connsiteX349" fmla="*/ 2460404 w 3024845"/>
                <a:gd name="connsiteY349" fmla="*/ 603136 h 1059043"/>
                <a:gd name="connsiteX350" fmla="*/ 2460404 w 3024845"/>
                <a:gd name="connsiteY350" fmla="*/ 536121 h 1059043"/>
                <a:gd name="connsiteX351" fmla="*/ 2486751 w 3024845"/>
                <a:gd name="connsiteY351" fmla="*/ 536121 h 1059043"/>
                <a:gd name="connsiteX352" fmla="*/ 2490804 w 3024845"/>
                <a:gd name="connsiteY352" fmla="*/ 531797 h 1059043"/>
                <a:gd name="connsiteX353" fmla="*/ 2498911 w 3024845"/>
                <a:gd name="connsiteY353" fmla="*/ 531797 h 1059043"/>
                <a:gd name="connsiteX354" fmla="*/ 2502964 w 3024845"/>
                <a:gd name="connsiteY354" fmla="*/ 536121 h 1059043"/>
                <a:gd name="connsiteX355" fmla="*/ 2525258 w 3024845"/>
                <a:gd name="connsiteY355" fmla="*/ 536121 h 1059043"/>
                <a:gd name="connsiteX356" fmla="*/ 2525258 w 3024845"/>
                <a:gd name="connsiteY356" fmla="*/ 419385 h 1059043"/>
                <a:gd name="connsiteX357" fmla="*/ 2582005 w 3024845"/>
                <a:gd name="connsiteY357" fmla="*/ 408576 h 1059043"/>
                <a:gd name="connsiteX358" fmla="*/ 2582005 w 3024845"/>
                <a:gd name="connsiteY358" fmla="*/ 409657 h 1059043"/>
                <a:gd name="connsiteX359" fmla="*/ 2582005 w 3024845"/>
                <a:gd name="connsiteY359" fmla="*/ 417223 h 1059043"/>
                <a:gd name="connsiteX360" fmla="*/ 2608352 w 3024845"/>
                <a:gd name="connsiteY360" fmla="*/ 417223 h 1059043"/>
                <a:gd name="connsiteX361" fmla="*/ 2608352 w 3024845"/>
                <a:gd name="connsiteY361" fmla="*/ 672313 h 1059043"/>
                <a:gd name="connsiteX362" fmla="*/ 2630646 w 3024845"/>
                <a:gd name="connsiteY362" fmla="*/ 672313 h 1059043"/>
                <a:gd name="connsiteX363" fmla="*/ 2630646 w 3024845"/>
                <a:gd name="connsiteY363" fmla="*/ 667989 h 1059043"/>
                <a:gd name="connsiteX364" fmla="*/ 2642806 w 3024845"/>
                <a:gd name="connsiteY364" fmla="*/ 667989 h 1059043"/>
                <a:gd name="connsiteX365" fmla="*/ 2642806 w 3024845"/>
                <a:gd name="connsiteY365" fmla="*/ 672313 h 1059043"/>
                <a:gd name="connsiteX366" fmla="*/ 2667126 w 3024845"/>
                <a:gd name="connsiteY366" fmla="*/ 672313 h 1059043"/>
                <a:gd name="connsiteX367" fmla="*/ 2667126 w 3024845"/>
                <a:gd name="connsiteY367" fmla="*/ 659342 h 1059043"/>
                <a:gd name="connsiteX368" fmla="*/ 2695500 w 3024845"/>
                <a:gd name="connsiteY368" fmla="*/ 659342 h 1059043"/>
                <a:gd name="connsiteX369" fmla="*/ 2707660 w 3024845"/>
                <a:gd name="connsiteY369" fmla="*/ 655018 h 1059043"/>
                <a:gd name="connsiteX370" fmla="*/ 2727927 w 3024845"/>
                <a:gd name="connsiteY370" fmla="*/ 659342 h 1059043"/>
                <a:gd name="connsiteX371" fmla="*/ 2727927 w 3024845"/>
                <a:gd name="connsiteY371" fmla="*/ 642048 h 1059043"/>
                <a:gd name="connsiteX372" fmla="*/ 2736034 w 3024845"/>
                <a:gd name="connsiteY372" fmla="*/ 642048 h 1059043"/>
                <a:gd name="connsiteX373" fmla="*/ 2736034 w 3024845"/>
                <a:gd name="connsiteY373" fmla="*/ 629077 h 1059043"/>
                <a:gd name="connsiteX374" fmla="*/ 2792781 w 3024845"/>
                <a:gd name="connsiteY374" fmla="*/ 629077 h 1059043"/>
                <a:gd name="connsiteX375" fmla="*/ 2792781 w 3024845"/>
                <a:gd name="connsiteY375" fmla="*/ 598812 h 1059043"/>
                <a:gd name="connsiteX376" fmla="*/ 2811021 w 3024845"/>
                <a:gd name="connsiteY376" fmla="*/ 598812 h 1059043"/>
                <a:gd name="connsiteX377" fmla="*/ 2811021 w 3024845"/>
                <a:gd name="connsiteY377" fmla="*/ 592327 h 1059043"/>
                <a:gd name="connsiteX378" fmla="*/ 2823181 w 3024845"/>
                <a:gd name="connsiteY378" fmla="*/ 592327 h 1059043"/>
                <a:gd name="connsiteX379" fmla="*/ 2823181 w 3024845"/>
                <a:gd name="connsiteY379" fmla="*/ 598812 h 1059043"/>
                <a:gd name="connsiteX380" fmla="*/ 2839395 w 3024845"/>
                <a:gd name="connsiteY380" fmla="*/ 598812 h 1059043"/>
                <a:gd name="connsiteX381" fmla="*/ 2839395 w 3024845"/>
                <a:gd name="connsiteY381" fmla="*/ 648533 h 1059043"/>
                <a:gd name="connsiteX382" fmla="*/ 2871822 w 3024845"/>
                <a:gd name="connsiteY382" fmla="*/ 648533 h 1059043"/>
                <a:gd name="connsiteX383" fmla="*/ 2871822 w 3024845"/>
                <a:gd name="connsiteY383" fmla="*/ 622592 h 1059043"/>
                <a:gd name="connsiteX384" fmla="*/ 2910329 w 3024845"/>
                <a:gd name="connsiteY384" fmla="*/ 622592 h 1059043"/>
                <a:gd name="connsiteX385" fmla="*/ 2910329 w 3024845"/>
                <a:gd name="connsiteY385" fmla="*/ 592327 h 1059043"/>
                <a:gd name="connsiteX386" fmla="*/ 2958970 w 3024845"/>
                <a:gd name="connsiteY386" fmla="*/ 592327 h 1059043"/>
                <a:gd name="connsiteX387" fmla="*/ 2958970 w 3024845"/>
                <a:gd name="connsiteY387" fmla="*/ 703483 h 1059043"/>
                <a:gd name="connsiteX388" fmla="*/ 2958970 w 3024845"/>
                <a:gd name="connsiteY388" fmla="*/ 717262 h 1059043"/>
                <a:gd name="connsiteX389" fmla="*/ 3024845 w 3024845"/>
                <a:gd name="connsiteY389" fmla="*/ 717262 h 1059043"/>
                <a:gd name="connsiteX390" fmla="*/ 3024845 w 3024845"/>
                <a:gd name="connsiteY390" fmla="*/ 1059043 h 1059043"/>
                <a:gd name="connsiteX391" fmla="*/ 2054 w 3024845"/>
                <a:gd name="connsiteY391" fmla="*/ 1056710 h 1059043"/>
                <a:gd name="connsiteX392" fmla="*/ 0 w 3024845"/>
                <a:gd name="connsiteY392" fmla="*/ 622592 h 1059043"/>
                <a:gd name="connsiteX393" fmla="*/ 20267 w 3024845"/>
                <a:gd name="connsiteY393" fmla="*/ 622592 h 1059043"/>
                <a:gd name="connsiteX394" fmla="*/ 20774 w 3024845"/>
                <a:gd name="connsiteY394" fmla="*/ 621511 h 1059043"/>
                <a:gd name="connsiteX395" fmla="*/ 24320 w 3024845"/>
                <a:gd name="connsiteY395" fmla="*/ 613945 h 1059043"/>
                <a:gd name="connsiteX396" fmla="*/ 26094 w 3024845"/>
                <a:gd name="connsiteY396" fmla="*/ 614215 h 1059043"/>
                <a:gd name="connsiteX397" fmla="*/ 38507 w 3024845"/>
                <a:gd name="connsiteY397" fmla="*/ 616106 h 1059043"/>
                <a:gd name="connsiteX398" fmla="*/ 39014 w 3024845"/>
                <a:gd name="connsiteY398" fmla="*/ 617458 h 1059043"/>
                <a:gd name="connsiteX399" fmla="*/ 42560 w 3024845"/>
                <a:gd name="connsiteY399" fmla="*/ 626915 h 1059043"/>
                <a:gd name="connsiteX400" fmla="*/ 68907 w 3024845"/>
                <a:gd name="connsiteY400" fmla="*/ 629077 h 1059043"/>
                <a:gd name="connsiteX401" fmla="*/ 68907 w 3024845"/>
                <a:gd name="connsiteY401" fmla="*/ 505856 h 1059043"/>
                <a:gd name="connsiteX402" fmla="*/ 70934 w 3024845"/>
                <a:gd name="connsiteY402" fmla="*/ 505856 h 1059043"/>
                <a:gd name="connsiteX403" fmla="*/ 85121 w 3024845"/>
                <a:gd name="connsiteY403" fmla="*/ 505856 h 1059043"/>
                <a:gd name="connsiteX404" fmla="*/ 85121 w 3024845"/>
                <a:gd name="connsiteY404" fmla="*/ 369664 h 1059043"/>
                <a:gd name="connsiteX405" fmla="*/ 86894 w 3024845"/>
                <a:gd name="connsiteY405" fmla="*/ 369664 h 1059043"/>
                <a:gd name="connsiteX406" fmla="*/ 99308 w 3024845"/>
                <a:gd name="connsiteY406" fmla="*/ 369664 h 1059043"/>
                <a:gd name="connsiteX407" fmla="*/ 99308 w 3024845"/>
                <a:gd name="connsiteY407" fmla="*/ 255090 h 1059043"/>
                <a:gd name="connsiteX408" fmla="*/ 103361 w 3024845"/>
                <a:gd name="connsiteY408" fmla="*/ 226986 h 1059043"/>
                <a:gd name="connsiteX409" fmla="*/ 105388 w 3024845"/>
                <a:gd name="connsiteY409" fmla="*/ 226986 h 1059043"/>
                <a:gd name="connsiteX410" fmla="*/ 119575 w 3024845"/>
                <a:gd name="connsiteY41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209692 h 1059043"/>
                <a:gd name="connsiteX317" fmla="*/ 2146266 w 3024845"/>
                <a:gd name="connsiteY317" fmla="*/ 131868 h 1059043"/>
                <a:gd name="connsiteX318" fmla="*/ 2144240 w 3024845"/>
                <a:gd name="connsiteY318" fmla="*/ 125383 h 1059043"/>
                <a:gd name="connsiteX319" fmla="*/ 2150320 w 3024845"/>
                <a:gd name="connsiteY319" fmla="*/ 118897 h 1059043"/>
                <a:gd name="connsiteX320" fmla="*/ 2150320 w 3024845"/>
                <a:gd name="connsiteY320" fmla="*/ 60529 h 1059043"/>
                <a:gd name="connsiteX321" fmla="*/ 2152346 w 3024845"/>
                <a:gd name="connsiteY321" fmla="*/ 56206 h 1059043"/>
                <a:gd name="connsiteX322" fmla="*/ 2152346 w 3024845"/>
                <a:gd name="connsiteY322" fmla="*/ 0 h 1059043"/>
                <a:gd name="connsiteX323" fmla="*/ 2162480 w 3024845"/>
                <a:gd name="connsiteY323" fmla="*/ 118897 h 1059043"/>
                <a:gd name="connsiteX324" fmla="*/ 2168560 w 3024845"/>
                <a:gd name="connsiteY324" fmla="*/ 125383 h 1059043"/>
                <a:gd name="connsiteX325" fmla="*/ 2166533 w 3024845"/>
                <a:gd name="connsiteY325" fmla="*/ 131868 h 1059043"/>
                <a:gd name="connsiteX326" fmla="*/ 2180720 w 3024845"/>
                <a:gd name="connsiteY326" fmla="*/ 555577 h 1059043"/>
                <a:gd name="connsiteX327" fmla="*/ 2245574 w 3024845"/>
                <a:gd name="connsiteY327" fmla="*/ 555577 h 1059043"/>
                <a:gd name="connsiteX328" fmla="*/ 2245574 w 3024845"/>
                <a:gd name="connsiteY328" fmla="*/ 631239 h 1059043"/>
                <a:gd name="connsiteX329" fmla="*/ 2253681 w 3024845"/>
                <a:gd name="connsiteY329" fmla="*/ 631239 h 1059043"/>
                <a:gd name="connsiteX330" fmla="*/ 2255708 w 3024845"/>
                <a:gd name="connsiteY330" fmla="*/ 624754 h 1059043"/>
                <a:gd name="connsiteX331" fmla="*/ 2261788 w 3024845"/>
                <a:gd name="connsiteY331" fmla="*/ 624754 h 1059043"/>
                <a:gd name="connsiteX332" fmla="*/ 2263815 w 3024845"/>
                <a:gd name="connsiteY332" fmla="*/ 633401 h 1059043"/>
                <a:gd name="connsiteX333" fmla="*/ 2275975 w 3024845"/>
                <a:gd name="connsiteY333" fmla="*/ 633401 h 1059043"/>
                <a:gd name="connsiteX334" fmla="*/ 2275975 w 3024845"/>
                <a:gd name="connsiteY334" fmla="*/ 626915 h 1059043"/>
                <a:gd name="connsiteX335" fmla="*/ 2298268 w 3024845"/>
                <a:gd name="connsiteY335" fmla="*/ 626915 h 1059043"/>
                <a:gd name="connsiteX336" fmla="*/ 2298268 w 3024845"/>
                <a:gd name="connsiteY336" fmla="*/ 633401 h 1059043"/>
                <a:gd name="connsiteX337" fmla="*/ 2318535 w 3024845"/>
                <a:gd name="connsiteY337" fmla="*/ 633401 h 1059043"/>
                <a:gd name="connsiteX338" fmla="*/ 2318535 w 3024845"/>
                <a:gd name="connsiteY338" fmla="*/ 678798 h 1059043"/>
                <a:gd name="connsiteX339" fmla="*/ 2332722 w 3024845"/>
                <a:gd name="connsiteY339" fmla="*/ 678798 h 1059043"/>
                <a:gd name="connsiteX340" fmla="*/ 2332722 w 3024845"/>
                <a:gd name="connsiteY340" fmla="*/ 665827 h 1059043"/>
                <a:gd name="connsiteX341" fmla="*/ 2348936 w 3024845"/>
                <a:gd name="connsiteY341" fmla="*/ 665827 h 1059043"/>
                <a:gd name="connsiteX342" fmla="*/ 2348936 w 3024845"/>
                <a:gd name="connsiteY342" fmla="*/ 486400 h 1059043"/>
                <a:gd name="connsiteX343" fmla="*/ 2355016 w 3024845"/>
                <a:gd name="connsiteY343" fmla="*/ 479914 h 1059043"/>
                <a:gd name="connsiteX344" fmla="*/ 2427977 w 3024845"/>
                <a:gd name="connsiteY344" fmla="*/ 479914 h 1059043"/>
                <a:gd name="connsiteX345" fmla="*/ 2427977 w 3024845"/>
                <a:gd name="connsiteY345" fmla="*/ 488562 h 1059043"/>
                <a:gd name="connsiteX346" fmla="*/ 2438110 w 3024845"/>
                <a:gd name="connsiteY346" fmla="*/ 488562 h 1059043"/>
                <a:gd name="connsiteX347" fmla="*/ 2438110 w 3024845"/>
                <a:gd name="connsiteY347" fmla="*/ 603136 h 1059043"/>
                <a:gd name="connsiteX348" fmla="*/ 2460404 w 3024845"/>
                <a:gd name="connsiteY348" fmla="*/ 603136 h 1059043"/>
                <a:gd name="connsiteX349" fmla="*/ 2460404 w 3024845"/>
                <a:gd name="connsiteY349" fmla="*/ 536121 h 1059043"/>
                <a:gd name="connsiteX350" fmla="*/ 2486751 w 3024845"/>
                <a:gd name="connsiteY350" fmla="*/ 536121 h 1059043"/>
                <a:gd name="connsiteX351" fmla="*/ 2490804 w 3024845"/>
                <a:gd name="connsiteY351" fmla="*/ 531797 h 1059043"/>
                <a:gd name="connsiteX352" fmla="*/ 2498911 w 3024845"/>
                <a:gd name="connsiteY352" fmla="*/ 531797 h 1059043"/>
                <a:gd name="connsiteX353" fmla="*/ 2502964 w 3024845"/>
                <a:gd name="connsiteY353" fmla="*/ 536121 h 1059043"/>
                <a:gd name="connsiteX354" fmla="*/ 2525258 w 3024845"/>
                <a:gd name="connsiteY354" fmla="*/ 536121 h 1059043"/>
                <a:gd name="connsiteX355" fmla="*/ 2525258 w 3024845"/>
                <a:gd name="connsiteY355" fmla="*/ 419385 h 1059043"/>
                <a:gd name="connsiteX356" fmla="*/ 2582005 w 3024845"/>
                <a:gd name="connsiteY356" fmla="*/ 408576 h 1059043"/>
                <a:gd name="connsiteX357" fmla="*/ 2582005 w 3024845"/>
                <a:gd name="connsiteY357" fmla="*/ 409657 h 1059043"/>
                <a:gd name="connsiteX358" fmla="*/ 2582005 w 3024845"/>
                <a:gd name="connsiteY358" fmla="*/ 417223 h 1059043"/>
                <a:gd name="connsiteX359" fmla="*/ 2608352 w 3024845"/>
                <a:gd name="connsiteY359" fmla="*/ 417223 h 1059043"/>
                <a:gd name="connsiteX360" fmla="*/ 2608352 w 3024845"/>
                <a:gd name="connsiteY360" fmla="*/ 672313 h 1059043"/>
                <a:gd name="connsiteX361" fmla="*/ 2630646 w 3024845"/>
                <a:gd name="connsiteY361" fmla="*/ 672313 h 1059043"/>
                <a:gd name="connsiteX362" fmla="*/ 2630646 w 3024845"/>
                <a:gd name="connsiteY362" fmla="*/ 667989 h 1059043"/>
                <a:gd name="connsiteX363" fmla="*/ 2642806 w 3024845"/>
                <a:gd name="connsiteY363" fmla="*/ 667989 h 1059043"/>
                <a:gd name="connsiteX364" fmla="*/ 2642806 w 3024845"/>
                <a:gd name="connsiteY364" fmla="*/ 672313 h 1059043"/>
                <a:gd name="connsiteX365" fmla="*/ 2667126 w 3024845"/>
                <a:gd name="connsiteY365" fmla="*/ 672313 h 1059043"/>
                <a:gd name="connsiteX366" fmla="*/ 2667126 w 3024845"/>
                <a:gd name="connsiteY366" fmla="*/ 659342 h 1059043"/>
                <a:gd name="connsiteX367" fmla="*/ 2695500 w 3024845"/>
                <a:gd name="connsiteY367" fmla="*/ 659342 h 1059043"/>
                <a:gd name="connsiteX368" fmla="*/ 2707660 w 3024845"/>
                <a:gd name="connsiteY368" fmla="*/ 655018 h 1059043"/>
                <a:gd name="connsiteX369" fmla="*/ 2727927 w 3024845"/>
                <a:gd name="connsiteY369" fmla="*/ 659342 h 1059043"/>
                <a:gd name="connsiteX370" fmla="*/ 2727927 w 3024845"/>
                <a:gd name="connsiteY370" fmla="*/ 642048 h 1059043"/>
                <a:gd name="connsiteX371" fmla="*/ 2736034 w 3024845"/>
                <a:gd name="connsiteY371" fmla="*/ 642048 h 1059043"/>
                <a:gd name="connsiteX372" fmla="*/ 2736034 w 3024845"/>
                <a:gd name="connsiteY372" fmla="*/ 629077 h 1059043"/>
                <a:gd name="connsiteX373" fmla="*/ 2792781 w 3024845"/>
                <a:gd name="connsiteY373" fmla="*/ 629077 h 1059043"/>
                <a:gd name="connsiteX374" fmla="*/ 2792781 w 3024845"/>
                <a:gd name="connsiteY374" fmla="*/ 598812 h 1059043"/>
                <a:gd name="connsiteX375" fmla="*/ 2811021 w 3024845"/>
                <a:gd name="connsiteY375" fmla="*/ 598812 h 1059043"/>
                <a:gd name="connsiteX376" fmla="*/ 2811021 w 3024845"/>
                <a:gd name="connsiteY376" fmla="*/ 592327 h 1059043"/>
                <a:gd name="connsiteX377" fmla="*/ 2823181 w 3024845"/>
                <a:gd name="connsiteY377" fmla="*/ 592327 h 1059043"/>
                <a:gd name="connsiteX378" fmla="*/ 2823181 w 3024845"/>
                <a:gd name="connsiteY378" fmla="*/ 598812 h 1059043"/>
                <a:gd name="connsiteX379" fmla="*/ 2839395 w 3024845"/>
                <a:gd name="connsiteY379" fmla="*/ 598812 h 1059043"/>
                <a:gd name="connsiteX380" fmla="*/ 2839395 w 3024845"/>
                <a:gd name="connsiteY380" fmla="*/ 648533 h 1059043"/>
                <a:gd name="connsiteX381" fmla="*/ 2871822 w 3024845"/>
                <a:gd name="connsiteY381" fmla="*/ 648533 h 1059043"/>
                <a:gd name="connsiteX382" fmla="*/ 2871822 w 3024845"/>
                <a:gd name="connsiteY382" fmla="*/ 622592 h 1059043"/>
                <a:gd name="connsiteX383" fmla="*/ 2910329 w 3024845"/>
                <a:gd name="connsiteY383" fmla="*/ 622592 h 1059043"/>
                <a:gd name="connsiteX384" fmla="*/ 2910329 w 3024845"/>
                <a:gd name="connsiteY384" fmla="*/ 592327 h 1059043"/>
                <a:gd name="connsiteX385" fmla="*/ 2958970 w 3024845"/>
                <a:gd name="connsiteY385" fmla="*/ 592327 h 1059043"/>
                <a:gd name="connsiteX386" fmla="*/ 2958970 w 3024845"/>
                <a:gd name="connsiteY386" fmla="*/ 703483 h 1059043"/>
                <a:gd name="connsiteX387" fmla="*/ 2958970 w 3024845"/>
                <a:gd name="connsiteY387" fmla="*/ 717262 h 1059043"/>
                <a:gd name="connsiteX388" fmla="*/ 3024845 w 3024845"/>
                <a:gd name="connsiteY388" fmla="*/ 717262 h 1059043"/>
                <a:gd name="connsiteX389" fmla="*/ 3024845 w 3024845"/>
                <a:gd name="connsiteY389" fmla="*/ 1059043 h 1059043"/>
                <a:gd name="connsiteX390" fmla="*/ 2054 w 3024845"/>
                <a:gd name="connsiteY390" fmla="*/ 1056710 h 1059043"/>
                <a:gd name="connsiteX391" fmla="*/ 0 w 3024845"/>
                <a:gd name="connsiteY391" fmla="*/ 622592 h 1059043"/>
                <a:gd name="connsiteX392" fmla="*/ 20267 w 3024845"/>
                <a:gd name="connsiteY392" fmla="*/ 622592 h 1059043"/>
                <a:gd name="connsiteX393" fmla="*/ 20774 w 3024845"/>
                <a:gd name="connsiteY393" fmla="*/ 621511 h 1059043"/>
                <a:gd name="connsiteX394" fmla="*/ 24320 w 3024845"/>
                <a:gd name="connsiteY394" fmla="*/ 613945 h 1059043"/>
                <a:gd name="connsiteX395" fmla="*/ 26094 w 3024845"/>
                <a:gd name="connsiteY395" fmla="*/ 614215 h 1059043"/>
                <a:gd name="connsiteX396" fmla="*/ 38507 w 3024845"/>
                <a:gd name="connsiteY396" fmla="*/ 616106 h 1059043"/>
                <a:gd name="connsiteX397" fmla="*/ 39014 w 3024845"/>
                <a:gd name="connsiteY397" fmla="*/ 617458 h 1059043"/>
                <a:gd name="connsiteX398" fmla="*/ 42560 w 3024845"/>
                <a:gd name="connsiteY398" fmla="*/ 626915 h 1059043"/>
                <a:gd name="connsiteX399" fmla="*/ 68907 w 3024845"/>
                <a:gd name="connsiteY399" fmla="*/ 629077 h 1059043"/>
                <a:gd name="connsiteX400" fmla="*/ 68907 w 3024845"/>
                <a:gd name="connsiteY400" fmla="*/ 505856 h 1059043"/>
                <a:gd name="connsiteX401" fmla="*/ 70934 w 3024845"/>
                <a:gd name="connsiteY401" fmla="*/ 505856 h 1059043"/>
                <a:gd name="connsiteX402" fmla="*/ 85121 w 3024845"/>
                <a:gd name="connsiteY402" fmla="*/ 505856 h 1059043"/>
                <a:gd name="connsiteX403" fmla="*/ 85121 w 3024845"/>
                <a:gd name="connsiteY403" fmla="*/ 369664 h 1059043"/>
                <a:gd name="connsiteX404" fmla="*/ 86894 w 3024845"/>
                <a:gd name="connsiteY404" fmla="*/ 369664 h 1059043"/>
                <a:gd name="connsiteX405" fmla="*/ 99308 w 3024845"/>
                <a:gd name="connsiteY405" fmla="*/ 369664 h 1059043"/>
                <a:gd name="connsiteX406" fmla="*/ 99308 w 3024845"/>
                <a:gd name="connsiteY406" fmla="*/ 255090 h 1059043"/>
                <a:gd name="connsiteX407" fmla="*/ 103361 w 3024845"/>
                <a:gd name="connsiteY407" fmla="*/ 226986 h 1059043"/>
                <a:gd name="connsiteX408" fmla="*/ 105388 w 3024845"/>
                <a:gd name="connsiteY408" fmla="*/ 226986 h 1059043"/>
                <a:gd name="connsiteX409" fmla="*/ 119575 w 3024845"/>
                <a:gd name="connsiteY40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35634 h 1059043"/>
                <a:gd name="connsiteX315" fmla="*/ 2144240 w 3024845"/>
                <a:gd name="connsiteY315" fmla="*/ 214016 h 1059043"/>
                <a:gd name="connsiteX316" fmla="*/ 2146266 w 3024845"/>
                <a:gd name="connsiteY316" fmla="*/ 131868 h 1059043"/>
                <a:gd name="connsiteX317" fmla="*/ 2144240 w 3024845"/>
                <a:gd name="connsiteY317" fmla="*/ 125383 h 1059043"/>
                <a:gd name="connsiteX318" fmla="*/ 2150320 w 3024845"/>
                <a:gd name="connsiteY318" fmla="*/ 118897 h 1059043"/>
                <a:gd name="connsiteX319" fmla="*/ 2150320 w 3024845"/>
                <a:gd name="connsiteY319" fmla="*/ 60529 h 1059043"/>
                <a:gd name="connsiteX320" fmla="*/ 2152346 w 3024845"/>
                <a:gd name="connsiteY320" fmla="*/ 56206 h 1059043"/>
                <a:gd name="connsiteX321" fmla="*/ 2152346 w 3024845"/>
                <a:gd name="connsiteY321" fmla="*/ 0 h 1059043"/>
                <a:gd name="connsiteX322" fmla="*/ 2162480 w 3024845"/>
                <a:gd name="connsiteY322" fmla="*/ 118897 h 1059043"/>
                <a:gd name="connsiteX323" fmla="*/ 2168560 w 3024845"/>
                <a:gd name="connsiteY323" fmla="*/ 125383 h 1059043"/>
                <a:gd name="connsiteX324" fmla="*/ 2166533 w 3024845"/>
                <a:gd name="connsiteY324" fmla="*/ 131868 h 1059043"/>
                <a:gd name="connsiteX325" fmla="*/ 2180720 w 3024845"/>
                <a:gd name="connsiteY325" fmla="*/ 555577 h 1059043"/>
                <a:gd name="connsiteX326" fmla="*/ 2245574 w 3024845"/>
                <a:gd name="connsiteY326" fmla="*/ 555577 h 1059043"/>
                <a:gd name="connsiteX327" fmla="*/ 2245574 w 3024845"/>
                <a:gd name="connsiteY327" fmla="*/ 631239 h 1059043"/>
                <a:gd name="connsiteX328" fmla="*/ 2253681 w 3024845"/>
                <a:gd name="connsiteY328" fmla="*/ 631239 h 1059043"/>
                <a:gd name="connsiteX329" fmla="*/ 2255708 w 3024845"/>
                <a:gd name="connsiteY329" fmla="*/ 624754 h 1059043"/>
                <a:gd name="connsiteX330" fmla="*/ 2261788 w 3024845"/>
                <a:gd name="connsiteY330" fmla="*/ 624754 h 1059043"/>
                <a:gd name="connsiteX331" fmla="*/ 2263815 w 3024845"/>
                <a:gd name="connsiteY331" fmla="*/ 633401 h 1059043"/>
                <a:gd name="connsiteX332" fmla="*/ 2275975 w 3024845"/>
                <a:gd name="connsiteY332" fmla="*/ 633401 h 1059043"/>
                <a:gd name="connsiteX333" fmla="*/ 2275975 w 3024845"/>
                <a:gd name="connsiteY333" fmla="*/ 626915 h 1059043"/>
                <a:gd name="connsiteX334" fmla="*/ 2298268 w 3024845"/>
                <a:gd name="connsiteY334" fmla="*/ 626915 h 1059043"/>
                <a:gd name="connsiteX335" fmla="*/ 2298268 w 3024845"/>
                <a:gd name="connsiteY335" fmla="*/ 633401 h 1059043"/>
                <a:gd name="connsiteX336" fmla="*/ 2318535 w 3024845"/>
                <a:gd name="connsiteY336" fmla="*/ 633401 h 1059043"/>
                <a:gd name="connsiteX337" fmla="*/ 2318535 w 3024845"/>
                <a:gd name="connsiteY337" fmla="*/ 678798 h 1059043"/>
                <a:gd name="connsiteX338" fmla="*/ 2332722 w 3024845"/>
                <a:gd name="connsiteY338" fmla="*/ 678798 h 1059043"/>
                <a:gd name="connsiteX339" fmla="*/ 2332722 w 3024845"/>
                <a:gd name="connsiteY339" fmla="*/ 665827 h 1059043"/>
                <a:gd name="connsiteX340" fmla="*/ 2348936 w 3024845"/>
                <a:gd name="connsiteY340" fmla="*/ 665827 h 1059043"/>
                <a:gd name="connsiteX341" fmla="*/ 2348936 w 3024845"/>
                <a:gd name="connsiteY341" fmla="*/ 486400 h 1059043"/>
                <a:gd name="connsiteX342" fmla="*/ 2355016 w 3024845"/>
                <a:gd name="connsiteY342" fmla="*/ 479914 h 1059043"/>
                <a:gd name="connsiteX343" fmla="*/ 2427977 w 3024845"/>
                <a:gd name="connsiteY343" fmla="*/ 479914 h 1059043"/>
                <a:gd name="connsiteX344" fmla="*/ 2427977 w 3024845"/>
                <a:gd name="connsiteY344" fmla="*/ 488562 h 1059043"/>
                <a:gd name="connsiteX345" fmla="*/ 2438110 w 3024845"/>
                <a:gd name="connsiteY345" fmla="*/ 488562 h 1059043"/>
                <a:gd name="connsiteX346" fmla="*/ 2438110 w 3024845"/>
                <a:gd name="connsiteY346" fmla="*/ 603136 h 1059043"/>
                <a:gd name="connsiteX347" fmla="*/ 2460404 w 3024845"/>
                <a:gd name="connsiteY347" fmla="*/ 603136 h 1059043"/>
                <a:gd name="connsiteX348" fmla="*/ 2460404 w 3024845"/>
                <a:gd name="connsiteY348" fmla="*/ 536121 h 1059043"/>
                <a:gd name="connsiteX349" fmla="*/ 2486751 w 3024845"/>
                <a:gd name="connsiteY349" fmla="*/ 536121 h 1059043"/>
                <a:gd name="connsiteX350" fmla="*/ 2490804 w 3024845"/>
                <a:gd name="connsiteY350" fmla="*/ 531797 h 1059043"/>
                <a:gd name="connsiteX351" fmla="*/ 2498911 w 3024845"/>
                <a:gd name="connsiteY351" fmla="*/ 531797 h 1059043"/>
                <a:gd name="connsiteX352" fmla="*/ 2502964 w 3024845"/>
                <a:gd name="connsiteY352" fmla="*/ 536121 h 1059043"/>
                <a:gd name="connsiteX353" fmla="*/ 2525258 w 3024845"/>
                <a:gd name="connsiteY353" fmla="*/ 536121 h 1059043"/>
                <a:gd name="connsiteX354" fmla="*/ 2525258 w 3024845"/>
                <a:gd name="connsiteY354" fmla="*/ 419385 h 1059043"/>
                <a:gd name="connsiteX355" fmla="*/ 2582005 w 3024845"/>
                <a:gd name="connsiteY355" fmla="*/ 408576 h 1059043"/>
                <a:gd name="connsiteX356" fmla="*/ 2582005 w 3024845"/>
                <a:gd name="connsiteY356" fmla="*/ 409657 h 1059043"/>
                <a:gd name="connsiteX357" fmla="*/ 2582005 w 3024845"/>
                <a:gd name="connsiteY357" fmla="*/ 417223 h 1059043"/>
                <a:gd name="connsiteX358" fmla="*/ 2608352 w 3024845"/>
                <a:gd name="connsiteY358" fmla="*/ 417223 h 1059043"/>
                <a:gd name="connsiteX359" fmla="*/ 2608352 w 3024845"/>
                <a:gd name="connsiteY359" fmla="*/ 672313 h 1059043"/>
                <a:gd name="connsiteX360" fmla="*/ 2630646 w 3024845"/>
                <a:gd name="connsiteY360" fmla="*/ 672313 h 1059043"/>
                <a:gd name="connsiteX361" fmla="*/ 2630646 w 3024845"/>
                <a:gd name="connsiteY361" fmla="*/ 667989 h 1059043"/>
                <a:gd name="connsiteX362" fmla="*/ 2642806 w 3024845"/>
                <a:gd name="connsiteY362" fmla="*/ 667989 h 1059043"/>
                <a:gd name="connsiteX363" fmla="*/ 2642806 w 3024845"/>
                <a:gd name="connsiteY363" fmla="*/ 672313 h 1059043"/>
                <a:gd name="connsiteX364" fmla="*/ 2667126 w 3024845"/>
                <a:gd name="connsiteY364" fmla="*/ 672313 h 1059043"/>
                <a:gd name="connsiteX365" fmla="*/ 2667126 w 3024845"/>
                <a:gd name="connsiteY365" fmla="*/ 659342 h 1059043"/>
                <a:gd name="connsiteX366" fmla="*/ 2695500 w 3024845"/>
                <a:gd name="connsiteY366" fmla="*/ 659342 h 1059043"/>
                <a:gd name="connsiteX367" fmla="*/ 2707660 w 3024845"/>
                <a:gd name="connsiteY367" fmla="*/ 655018 h 1059043"/>
                <a:gd name="connsiteX368" fmla="*/ 2727927 w 3024845"/>
                <a:gd name="connsiteY368" fmla="*/ 659342 h 1059043"/>
                <a:gd name="connsiteX369" fmla="*/ 2727927 w 3024845"/>
                <a:gd name="connsiteY369" fmla="*/ 642048 h 1059043"/>
                <a:gd name="connsiteX370" fmla="*/ 2736034 w 3024845"/>
                <a:gd name="connsiteY370" fmla="*/ 642048 h 1059043"/>
                <a:gd name="connsiteX371" fmla="*/ 2736034 w 3024845"/>
                <a:gd name="connsiteY371" fmla="*/ 629077 h 1059043"/>
                <a:gd name="connsiteX372" fmla="*/ 2792781 w 3024845"/>
                <a:gd name="connsiteY372" fmla="*/ 629077 h 1059043"/>
                <a:gd name="connsiteX373" fmla="*/ 2792781 w 3024845"/>
                <a:gd name="connsiteY373" fmla="*/ 598812 h 1059043"/>
                <a:gd name="connsiteX374" fmla="*/ 2811021 w 3024845"/>
                <a:gd name="connsiteY374" fmla="*/ 598812 h 1059043"/>
                <a:gd name="connsiteX375" fmla="*/ 2811021 w 3024845"/>
                <a:gd name="connsiteY375" fmla="*/ 592327 h 1059043"/>
                <a:gd name="connsiteX376" fmla="*/ 2823181 w 3024845"/>
                <a:gd name="connsiteY376" fmla="*/ 592327 h 1059043"/>
                <a:gd name="connsiteX377" fmla="*/ 2823181 w 3024845"/>
                <a:gd name="connsiteY377" fmla="*/ 598812 h 1059043"/>
                <a:gd name="connsiteX378" fmla="*/ 2839395 w 3024845"/>
                <a:gd name="connsiteY378" fmla="*/ 598812 h 1059043"/>
                <a:gd name="connsiteX379" fmla="*/ 2839395 w 3024845"/>
                <a:gd name="connsiteY379" fmla="*/ 648533 h 1059043"/>
                <a:gd name="connsiteX380" fmla="*/ 2871822 w 3024845"/>
                <a:gd name="connsiteY380" fmla="*/ 648533 h 1059043"/>
                <a:gd name="connsiteX381" fmla="*/ 2871822 w 3024845"/>
                <a:gd name="connsiteY381" fmla="*/ 622592 h 1059043"/>
                <a:gd name="connsiteX382" fmla="*/ 2910329 w 3024845"/>
                <a:gd name="connsiteY382" fmla="*/ 622592 h 1059043"/>
                <a:gd name="connsiteX383" fmla="*/ 2910329 w 3024845"/>
                <a:gd name="connsiteY383" fmla="*/ 592327 h 1059043"/>
                <a:gd name="connsiteX384" fmla="*/ 2958970 w 3024845"/>
                <a:gd name="connsiteY384" fmla="*/ 592327 h 1059043"/>
                <a:gd name="connsiteX385" fmla="*/ 2958970 w 3024845"/>
                <a:gd name="connsiteY385" fmla="*/ 703483 h 1059043"/>
                <a:gd name="connsiteX386" fmla="*/ 2958970 w 3024845"/>
                <a:gd name="connsiteY386" fmla="*/ 717262 h 1059043"/>
                <a:gd name="connsiteX387" fmla="*/ 3024845 w 3024845"/>
                <a:gd name="connsiteY387" fmla="*/ 717262 h 1059043"/>
                <a:gd name="connsiteX388" fmla="*/ 3024845 w 3024845"/>
                <a:gd name="connsiteY388" fmla="*/ 1059043 h 1059043"/>
                <a:gd name="connsiteX389" fmla="*/ 2054 w 3024845"/>
                <a:gd name="connsiteY389" fmla="*/ 1056710 h 1059043"/>
                <a:gd name="connsiteX390" fmla="*/ 0 w 3024845"/>
                <a:gd name="connsiteY390" fmla="*/ 622592 h 1059043"/>
                <a:gd name="connsiteX391" fmla="*/ 20267 w 3024845"/>
                <a:gd name="connsiteY391" fmla="*/ 622592 h 1059043"/>
                <a:gd name="connsiteX392" fmla="*/ 20774 w 3024845"/>
                <a:gd name="connsiteY392" fmla="*/ 621511 h 1059043"/>
                <a:gd name="connsiteX393" fmla="*/ 24320 w 3024845"/>
                <a:gd name="connsiteY393" fmla="*/ 613945 h 1059043"/>
                <a:gd name="connsiteX394" fmla="*/ 26094 w 3024845"/>
                <a:gd name="connsiteY394" fmla="*/ 614215 h 1059043"/>
                <a:gd name="connsiteX395" fmla="*/ 38507 w 3024845"/>
                <a:gd name="connsiteY395" fmla="*/ 616106 h 1059043"/>
                <a:gd name="connsiteX396" fmla="*/ 39014 w 3024845"/>
                <a:gd name="connsiteY396" fmla="*/ 617458 h 1059043"/>
                <a:gd name="connsiteX397" fmla="*/ 42560 w 3024845"/>
                <a:gd name="connsiteY397" fmla="*/ 626915 h 1059043"/>
                <a:gd name="connsiteX398" fmla="*/ 68907 w 3024845"/>
                <a:gd name="connsiteY398" fmla="*/ 629077 h 1059043"/>
                <a:gd name="connsiteX399" fmla="*/ 68907 w 3024845"/>
                <a:gd name="connsiteY399" fmla="*/ 505856 h 1059043"/>
                <a:gd name="connsiteX400" fmla="*/ 70934 w 3024845"/>
                <a:gd name="connsiteY400" fmla="*/ 505856 h 1059043"/>
                <a:gd name="connsiteX401" fmla="*/ 85121 w 3024845"/>
                <a:gd name="connsiteY401" fmla="*/ 505856 h 1059043"/>
                <a:gd name="connsiteX402" fmla="*/ 85121 w 3024845"/>
                <a:gd name="connsiteY402" fmla="*/ 369664 h 1059043"/>
                <a:gd name="connsiteX403" fmla="*/ 86894 w 3024845"/>
                <a:gd name="connsiteY403" fmla="*/ 369664 h 1059043"/>
                <a:gd name="connsiteX404" fmla="*/ 99308 w 3024845"/>
                <a:gd name="connsiteY404" fmla="*/ 369664 h 1059043"/>
                <a:gd name="connsiteX405" fmla="*/ 99308 w 3024845"/>
                <a:gd name="connsiteY405" fmla="*/ 255090 h 1059043"/>
                <a:gd name="connsiteX406" fmla="*/ 103361 w 3024845"/>
                <a:gd name="connsiteY406" fmla="*/ 226986 h 1059043"/>
                <a:gd name="connsiteX407" fmla="*/ 105388 w 3024845"/>
                <a:gd name="connsiteY407" fmla="*/ 226986 h 1059043"/>
                <a:gd name="connsiteX408" fmla="*/ 119575 w 3024845"/>
                <a:gd name="connsiteY40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30053 w 3024845"/>
                <a:gd name="connsiteY313" fmla="*/ 235634 h 1059043"/>
                <a:gd name="connsiteX314" fmla="*/ 2144240 w 3024845"/>
                <a:gd name="connsiteY314" fmla="*/ 214016 h 1059043"/>
                <a:gd name="connsiteX315" fmla="*/ 2146266 w 3024845"/>
                <a:gd name="connsiteY315" fmla="*/ 131868 h 1059043"/>
                <a:gd name="connsiteX316" fmla="*/ 2144240 w 3024845"/>
                <a:gd name="connsiteY316" fmla="*/ 125383 h 1059043"/>
                <a:gd name="connsiteX317" fmla="*/ 2150320 w 3024845"/>
                <a:gd name="connsiteY317" fmla="*/ 118897 h 1059043"/>
                <a:gd name="connsiteX318" fmla="*/ 2150320 w 3024845"/>
                <a:gd name="connsiteY318" fmla="*/ 60529 h 1059043"/>
                <a:gd name="connsiteX319" fmla="*/ 2152346 w 3024845"/>
                <a:gd name="connsiteY319" fmla="*/ 56206 h 1059043"/>
                <a:gd name="connsiteX320" fmla="*/ 2152346 w 3024845"/>
                <a:gd name="connsiteY320" fmla="*/ 0 h 1059043"/>
                <a:gd name="connsiteX321" fmla="*/ 2162480 w 3024845"/>
                <a:gd name="connsiteY321" fmla="*/ 118897 h 1059043"/>
                <a:gd name="connsiteX322" fmla="*/ 2168560 w 3024845"/>
                <a:gd name="connsiteY322" fmla="*/ 125383 h 1059043"/>
                <a:gd name="connsiteX323" fmla="*/ 2166533 w 3024845"/>
                <a:gd name="connsiteY323" fmla="*/ 131868 h 1059043"/>
                <a:gd name="connsiteX324" fmla="*/ 2180720 w 3024845"/>
                <a:gd name="connsiteY324" fmla="*/ 555577 h 1059043"/>
                <a:gd name="connsiteX325" fmla="*/ 2245574 w 3024845"/>
                <a:gd name="connsiteY325" fmla="*/ 555577 h 1059043"/>
                <a:gd name="connsiteX326" fmla="*/ 2245574 w 3024845"/>
                <a:gd name="connsiteY326" fmla="*/ 631239 h 1059043"/>
                <a:gd name="connsiteX327" fmla="*/ 2253681 w 3024845"/>
                <a:gd name="connsiteY327" fmla="*/ 631239 h 1059043"/>
                <a:gd name="connsiteX328" fmla="*/ 2255708 w 3024845"/>
                <a:gd name="connsiteY328" fmla="*/ 624754 h 1059043"/>
                <a:gd name="connsiteX329" fmla="*/ 2261788 w 3024845"/>
                <a:gd name="connsiteY329" fmla="*/ 624754 h 1059043"/>
                <a:gd name="connsiteX330" fmla="*/ 2263815 w 3024845"/>
                <a:gd name="connsiteY330" fmla="*/ 633401 h 1059043"/>
                <a:gd name="connsiteX331" fmla="*/ 2275975 w 3024845"/>
                <a:gd name="connsiteY331" fmla="*/ 633401 h 1059043"/>
                <a:gd name="connsiteX332" fmla="*/ 2275975 w 3024845"/>
                <a:gd name="connsiteY332" fmla="*/ 626915 h 1059043"/>
                <a:gd name="connsiteX333" fmla="*/ 2298268 w 3024845"/>
                <a:gd name="connsiteY333" fmla="*/ 626915 h 1059043"/>
                <a:gd name="connsiteX334" fmla="*/ 2298268 w 3024845"/>
                <a:gd name="connsiteY334" fmla="*/ 633401 h 1059043"/>
                <a:gd name="connsiteX335" fmla="*/ 2318535 w 3024845"/>
                <a:gd name="connsiteY335" fmla="*/ 633401 h 1059043"/>
                <a:gd name="connsiteX336" fmla="*/ 2318535 w 3024845"/>
                <a:gd name="connsiteY336" fmla="*/ 678798 h 1059043"/>
                <a:gd name="connsiteX337" fmla="*/ 2332722 w 3024845"/>
                <a:gd name="connsiteY337" fmla="*/ 678798 h 1059043"/>
                <a:gd name="connsiteX338" fmla="*/ 2332722 w 3024845"/>
                <a:gd name="connsiteY338" fmla="*/ 665827 h 1059043"/>
                <a:gd name="connsiteX339" fmla="*/ 2348936 w 3024845"/>
                <a:gd name="connsiteY339" fmla="*/ 665827 h 1059043"/>
                <a:gd name="connsiteX340" fmla="*/ 2348936 w 3024845"/>
                <a:gd name="connsiteY340" fmla="*/ 486400 h 1059043"/>
                <a:gd name="connsiteX341" fmla="*/ 2355016 w 3024845"/>
                <a:gd name="connsiteY341" fmla="*/ 479914 h 1059043"/>
                <a:gd name="connsiteX342" fmla="*/ 2427977 w 3024845"/>
                <a:gd name="connsiteY342" fmla="*/ 479914 h 1059043"/>
                <a:gd name="connsiteX343" fmla="*/ 2427977 w 3024845"/>
                <a:gd name="connsiteY343" fmla="*/ 488562 h 1059043"/>
                <a:gd name="connsiteX344" fmla="*/ 2438110 w 3024845"/>
                <a:gd name="connsiteY344" fmla="*/ 488562 h 1059043"/>
                <a:gd name="connsiteX345" fmla="*/ 2438110 w 3024845"/>
                <a:gd name="connsiteY345" fmla="*/ 603136 h 1059043"/>
                <a:gd name="connsiteX346" fmla="*/ 2460404 w 3024845"/>
                <a:gd name="connsiteY346" fmla="*/ 603136 h 1059043"/>
                <a:gd name="connsiteX347" fmla="*/ 2460404 w 3024845"/>
                <a:gd name="connsiteY347" fmla="*/ 536121 h 1059043"/>
                <a:gd name="connsiteX348" fmla="*/ 2486751 w 3024845"/>
                <a:gd name="connsiteY348" fmla="*/ 536121 h 1059043"/>
                <a:gd name="connsiteX349" fmla="*/ 2490804 w 3024845"/>
                <a:gd name="connsiteY349" fmla="*/ 531797 h 1059043"/>
                <a:gd name="connsiteX350" fmla="*/ 2498911 w 3024845"/>
                <a:gd name="connsiteY350" fmla="*/ 531797 h 1059043"/>
                <a:gd name="connsiteX351" fmla="*/ 2502964 w 3024845"/>
                <a:gd name="connsiteY351" fmla="*/ 536121 h 1059043"/>
                <a:gd name="connsiteX352" fmla="*/ 2525258 w 3024845"/>
                <a:gd name="connsiteY352" fmla="*/ 536121 h 1059043"/>
                <a:gd name="connsiteX353" fmla="*/ 2525258 w 3024845"/>
                <a:gd name="connsiteY353" fmla="*/ 419385 h 1059043"/>
                <a:gd name="connsiteX354" fmla="*/ 2582005 w 3024845"/>
                <a:gd name="connsiteY354" fmla="*/ 408576 h 1059043"/>
                <a:gd name="connsiteX355" fmla="*/ 2582005 w 3024845"/>
                <a:gd name="connsiteY355" fmla="*/ 409657 h 1059043"/>
                <a:gd name="connsiteX356" fmla="*/ 2582005 w 3024845"/>
                <a:gd name="connsiteY356" fmla="*/ 417223 h 1059043"/>
                <a:gd name="connsiteX357" fmla="*/ 2608352 w 3024845"/>
                <a:gd name="connsiteY357" fmla="*/ 417223 h 1059043"/>
                <a:gd name="connsiteX358" fmla="*/ 2608352 w 3024845"/>
                <a:gd name="connsiteY358" fmla="*/ 672313 h 1059043"/>
                <a:gd name="connsiteX359" fmla="*/ 2630646 w 3024845"/>
                <a:gd name="connsiteY359" fmla="*/ 672313 h 1059043"/>
                <a:gd name="connsiteX360" fmla="*/ 2630646 w 3024845"/>
                <a:gd name="connsiteY360" fmla="*/ 667989 h 1059043"/>
                <a:gd name="connsiteX361" fmla="*/ 2642806 w 3024845"/>
                <a:gd name="connsiteY361" fmla="*/ 667989 h 1059043"/>
                <a:gd name="connsiteX362" fmla="*/ 2642806 w 3024845"/>
                <a:gd name="connsiteY362" fmla="*/ 672313 h 1059043"/>
                <a:gd name="connsiteX363" fmla="*/ 2667126 w 3024845"/>
                <a:gd name="connsiteY363" fmla="*/ 672313 h 1059043"/>
                <a:gd name="connsiteX364" fmla="*/ 2667126 w 3024845"/>
                <a:gd name="connsiteY364" fmla="*/ 659342 h 1059043"/>
                <a:gd name="connsiteX365" fmla="*/ 2695500 w 3024845"/>
                <a:gd name="connsiteY365" fmla="*/ 659342 h 1059043"/>
                <a:gd name="connsiteX366" fmla="*/ 2707660 w 3024845"/>
                <a:gd name="connsiteY366" fmla="*/ 655018 h 1059043"/>
                <a:gd name="connsiteX367" fmla="*/ 2727927 w 3024845"/>
                <a:gd name="connsiteY367" fmla="*/ 659342 h 1059043"/>
                <a:gd name="connsiteX368" fmla="*/ 2727927 w 3024845"/>
                <a:gd name="connsiteY368" fmla="*/ 642048 h 1059043"/>
                <a:gd name="connsiteX369" fmla="*/ 2736034 w 3024845"/>
                <a:gd name="connsiteY369" fmla="*/ 642048 h 1059043"/>
                <a:gd name="connsiteX370" fmla="*/ 2736034 w 3024845"/>
                <a:gd name="connsiteY370" fmla="*/ 629077 h 1059043"/>
                <a:gd name="connsiteX371" fmla="*/ 2792781 w 3024845"/>
                <a:gd name="connsiteY371" fmla="*/ 629077 h 1059043"/>
                <a:gd name="connsiteX372" fmla="*/ 2792781 w 3024845"/>
                <a:gd name="connsiteY372" fmla="*/ 598812 h 1059043"/>
                <a:gd name="connsiteX373" fmla="*/ 2811021 w 3024845"/>
                <a:gd name="connsiteY373" fmla="*/ 598812 h 1059043"/>
                <a:gd name="connsiteX374" fmla="*/ 2811021 w 3024845"/>
                <a:gd name="connsiteY374" fmla="*/ 592327 h 1059043"/>
                <a:gd name="connsiteX375" fmla="*/ 2823181 w 3024845"/>
                <a:gd name="connsiteY375" fmla="*/ 592327 h 1059043"/>
                <a:gd name="connsiteX376" fmla="*/ 2823181 w 3024845"/>
                <a:gd name="connsiteY376" fmla="*/ 598812 h 1059043"/>
                <a:gd name="connsiteX377" fmla="*/ 2839395 w 3024845"/>
                <a:gd name="connsiteY377" fmla="*/ 598812 h 1059043"/>
                <a:gd name="connsiteX378" fmla="*/ 2839395 w 3024845"/>
                <a:gd name="connsiteY378" fmla="*/ 648533 h 1059043"/>
                <a:gd name="connsiteX379" fmla="*/ 2871822 w 3024845"/>
                <a:gd name="connsiteY379" fmla="*/ 648533 h 1059043"/>
                <a:gd name="connsiteX380" fmla="*/ 2871822 w 3024845"/>
                <a:gd name="connsiteY380" fmla="*/ 622592 h 1059043"/>
                <a:gd name="connsiteX381" fmla="*/ 2910329 w 3024845"/>
                <a:gd name="connsiteY381" fmla="*/ 622592 h 1059043"/>
                <a:gd name="connsiteX382" fmla="*/ 2910329 w 3024845"/>
                <a:gd name="connsiteY382" fmla="*/ 592327 h 1059043"/>
                <a:gd name="connsiteX383" fmla="*/ 2958970 w 3024845"/>
                <a:gd name="connsiteY383" fmla="*/ 592327 h 1059043"/>
                <a:gd name="connsiteX384" fmla="*/ 2958970 w 3024845"/>
                <a:gd name="connsiteY384" fmla="*/ 703483 h 1059043"/>
                <a:gd name="connsiteX385" fmla="*/ 2958970 w 3024845"/>
                <a:gd name="connsiteY385" fmla="*/ 717262 h 1059043"/>
                <a:gd name="connsiteX386" fmla="*/ 3024845 w 3024845"/>
                <a:gd name="connsiteY386" fmla="*/ 717262 h 1059043"/>
                <a:gd name="connsiteX387" fmla="*/ 3024845 w 3024845"/>
                <a:gd name="connsiteY387" fmla="*/ 1059043 h 1059043"/>
                <a:gd name="connsiteX388" fmla="*/ 2054 w 3024845"/>
                <a:gd name="connsiteY388" fmla="*/ 1056710 h 1059043"/>
                <a:gd name="connsiteX389" fmla="*/ 0 w 3024845"/>
                <a:gd name="connsiteY389" fmla="*/ 622592 h 1059043"/>
                <a:gd name="connsiteX390" fmla="*/ 20267 w 3024845"/>
                <a:gd name="connsiteY390" fmla="*/ 622592 h 1059043"/>
                <a:gd name="connsiteX391" fmla="*/ 20774 w 3024845"/>
                <a:gd name="connsiteY391" fmla="*/ 621511 h 1059043"/>
                <a:gd name="connsiteX392" fmla="*/ 24320 w 3024845"/>
                <a:gd name="connsiteY392" fmla="*/ 613945 h 1059043"/>
                <a:gd name="connsiteX393" fmla="*/ 26094 w 3024845"/>
                <a:gd name="connsiteY393" fmla="*/ 614215 h 1059043"/>
                <a:gd name="connsiteX394" fmla="*/ 38507 w 3024845"/>
                <a:gd name="connsiteY394" fmla="*/ 616106 h 1059043"/>
                <a:gd name="connsiteX395" fmla="*/ 39014 w 3024845"/>
                <a:gd name="connsiteY395" fmla="*/ 617458 h 1059043"/>
                <a:gd name="connsiteX396" fmla="*/ 42560 w 3024845"/>
                <a:gd name="connsiteY396" fmla="*/ 626915 h 1059043"/>
                <a:gd name="connsiteX397" fmla="*/ 68907 w 3024845"/>
                <a:gd name="connsiteY397" fmla="*/ 629077 h 1059043"/>
                <a:gd name="connsiteX398" fmla="*/ 68907 w 3024845"/>
                <a:gd name="connsiteY398" fmla="*/ 505856 h 1059043"/>
                <a:gd name="connsiteX399" fmla="*/ 70934 w 3024845"/>
                <a:gd name="connsiteY399" fmla="*/ 505856 h 1059043"/>
                <a:gd name="connsiteX400" fmla="*/ 85121 w 3024845"/>
                <a:gd name="connsiteY400" fmla="*/ 505856 h 1059043"/>
                <a:gd name="connsiteX401" fmla="*/ 85121 w 3024845"/>
                <a:gd name="connsiteY401" fmla="*/ 369664 h 1059043"/>
                <a:gd name="connsiteX402" fmla="*/ 86894 w 3024845"/>
                <a:gd name="connsiteY402" fmla="*/ 369664 h 1059043"/>
                <a:gd name="connsiteX403" fmla="*/ 99308 w 3024845"/>
                <a:gd name="connsiteY403" fmla="*/ 369664 h 1059043"/>
                <a:gd name="connsiteX404" fmla="*/ 99308 w 3024845"/>
                <a:gd name="connsiteY404" fmla="*/ 255090 h 1059043"/>
                <a:gd name="connsiteX405" fmla="*/ 103361 w 3024845"/>
                <a:gd name="connsiteY405" fmla="*/ 226986 h 1059043"/>
                <a:gd name="connsiteX406" fmla="*/ 105388 w 3024845"/>
                <a:gd name="connsiteY406" fmla="*/ 226986 h 1059043"/>
                <a:gd name="connsiteX407" fmla="*/ 119575 w 3024845"/>
                <a:gd name="connsiteY407"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30053 w 3024845"/>
                <a:gd name="connsiteY312" fmla="*/ 252928 h 1059043"/>
                <a:gd name="connsiteX313" fmla="*/ 2144240 w 3024845"/>
                <a:gd name="connsiteY313" fmla="*/ 214016 h 1059043"/>
                <a:gd name="connsiteX314" fmla="*/ 2146266 w 3024845"/>
                <a:gd name="connsiteY314" fmla="*/ 131868 h 1059043"/>
                <a:gd name="connsiteX315" fmla="*/ 2144240 w 3024845"/>
                <a:gd name="connsiteY315" fmla="*/ 125383 h 1059043"/>
                <a:gd name="connsiteX316" fmla="*/ 2150320 w 3024845"/>
                <a:gd name="connsiteY316" fmla="*/ 118897 h 1059043"/>
                <a:gd name="connsiteX317" fmla="*/ 2150320 w 3024845"/>
                <a:gd name="connsiteY317" fmla="*/ 60529 h 1059043"/>
                <a:gd name="connsiteX318" fmla="*/ 2152346 w 3024845"/>
                <a:gd name="connsiteY318" fmla="*/ 56206 h 1059043"/>
                <a:gd name="connsiteX319" fmla="*/ 2152346 w 3024845"/>
                <a:gd name="connsiteY319" fmla="*/ 0 h 1059043"/>
                <a:gd name="connsiteX320" fmla="*/ 2162480 w 3024845"/>
                <a:gd name="connsiteY320" fmla="*/ 118897 h 1059043"/>
                <a:gd name="connsiteX321" fmla="*/ 2168560 w 3024845"/>
                <a:gd name="connsiteY321" fmla="*/ 125383 h 1059043"/>
                <a:gd name="connsiteX322" fmla="*/ 2166533 w 3024845"/>
                <a:gd name="connsiteY322" fmla="*/ 131868 h 1059043"/>
                <a:gd name="connsiteX323" fmla="*/ 2180720 w 3024845"/>
                <a:gd name="connsiteY323" fmla="*/ 555577 h 1059043"/>
                <a:gd name="connsiteX324" fmla="*/ 2245574 w 3024845"/>
                <a:gd name="connsiteY324" fmla="*/ 555577 h 1059043"/>
                <a:gd name="connsiteX325" fmla="*/ 2245574 w 3024845"/>
                <a:gd name="connsiteY325" fmla="*/ 631239 h 1059043"/>
                <a:gd name="connsiteX326" fmla="*/ 2253681 w 3024845"/>
                <a:gd name="connsiteY326" fmla="*/ 631239 h 1059043"/>
                <a:gd name="connsiteX327" fmla="*/ 2255708 w 3024845"/>
                <a:gd name="connsiteY327" fmla="*/ 624754 h 1059043"/>
                <a:gd name="connsiteX328" fmla="*/ 2261788 w 3024845"/>
                <a:gd name="connsiteY328" fmla="*/ 624754 h 1059043"/>
                <a:gd name="connsiteX329" fmla="*/ 2263815 w 3024845"/>
                <a:gd name="connsiteY329" fmla="*/ 633401 h 1059043"/>
                <a:gd name="connsiteX330" fmla="*/ 2275975 w 3024845"/>
                <a:gd name="connsiteY330" fmla="*/ 633401 h 1059043"/>
                <a:gd name="connsiteX331" fmla="*/ 2275975 w 3024845"/>
                <a:gd name="connsiteY331" fmla="*/ 626915 h 1059043"/>
                <a:gd name="connsiteX332" fmla="*/ 2298268 w 3024845"/>
                <a:gd name="connsiteY332" fmla="*/ 626915 h 1059043"/>
                <a:gd name="connsiteX333" fmla="*/ 2298268 w 3024845"/>
                <a:gd name="connsiteY333" fmla="*/ 633401 h 1059043"/>
                <a:gd name="connsiteX334" fmla="*/ 2318535 w 3024845"/>
                <a:gd name="connsiteY334" fmla="*/ 633401 h 1059043"/>
                <a:gd name="connsiteX335" fmla="*/ 2318535 w 3024845"/>
                <a:gd name="connsiteY335" fmla="*/ 678798 h 1059043"/>
                <a:gd name="connsiteX336" fmla="*/ 2332722 w 3024845"/>
                <a:gd name="connsiteY336" fmla="*/ 678798 h 1059043"/>
                <a:gd name="connsiteX337" fmla="*/ 2332722 w 3024845"/>
                <a:gd name="connsiteY337" fmla="*/ 665827 h 1059043"/>
                <a:gd name="connsiteX338" fmla="*/ 2348936 w 3024845"/>
                <a:gd name="connsiteY338" fmla="*/ 665827 h 1059043"/>
                <a:gd name="connsiteX339" fmla="*/ 2348936 w 3024845"/>
                <a:gd name="connsiteY339" fmla="*/ 486400 h 1059043"/>
                <a:gd name="connsiteX340" fmla="*/ 2355016 w 3024845"/>
                <a:gd name="connsiteY340" fmla="*/ 479914 h 1059043"/>
                <a:gd name="connsiteX341" fmla="*/ 2427977 w 3024845"/>
                <a:gd name="connsiteY341" fmla="*/ 479914 h 1059043"/>
                <a:gd name="connsiteX342" fmla="*/ 2427977 w 3024845"/>
                <a:gd name="connsiteY342" fmla="*/ 488562 h 1059043"/>
                <a:gd name="connsiteX343" fmla="*/ 2438110 w 3024845"/>
                <a:gd name="connsiteY343" fmla="*/ 488562 h 1059043"/>
                <a:gd name="connsiteX344" fmla="*/ 2438110 w 3024845"/>
                <a:gd name="connsiteY344" fmla="*/ 603136 h 1059043"/>
                <a:gd name="connsiteX345" fmla="*/ 2460404 w 3024845"/>
                <a:gd name="connsiteY345" fmla="*/ 603136 h 1059043"/>
                <a:gd name="connsiteX346" fmla="*/ 2460404 w 3024845"/>
                <a:gd name="connsiteY346" fmla="*/ 536121 h 1059043"/>
                <a:gd name="connsiteX347" fmla="*/ 2486751 w 3024845"/>
                <a:gd name="connsiteY347" fmla="*/ 536121 h 1059043"/>
                <a:gd name="connsiteX348" fmla="*/ 2490804 w 3024845"/>
                <a:gd name="connsiteY348" fmla="*/ 531797 h 1059043"/>
                <a:gd name="connsiteX349" fmla="*/ 2498911 w 3024845"/>
                <a:gd name="connsiteY349" fmla="*/ 531797 h 1059043"/>
                <a:gd name="connsiteX350" fmla="*/ 2502964 w 3024845"/>
                <a:gd name="connsiteY350" fmla="*/ 536121 h 1059043"/>
                <a:gd name="connsiteX351" fmla="*/ 2525258 w 3024845"/>
                <a:gd name="connsiteY351" fmla="*/ 536121 h 1059043"/>
                <a:gd name="connsiteX352" fmla="*/ 2525258 w 3024845"/>
                <a:gd name="connsiteY352" fmla="*/ 419385 h 1059043"/>
                <a:gd name="connsiteX353" fmla="*/ 2582005 w 3024845"/>
                <a:gd name="connsiteY353" fmla="*/ 408576 h 1059043"/>
                <a:gd name="connsiteX354" fmla="*/ 2582005 w 3024845"/>
                <a:gd name="connsiteY354" fmla="*/ 409657 h 1059043"/>
                <a:gd name="connsiteX355" fmla="*/ 2582005 w 3024845"/>
                <a:gd name="connsiteY355" fmla="*/ 417223 h 1059043"/>
                <a:gd name="connsiteX356" fmla="*/ 2608352 w 3024845"/>
                <a:gd name="connsiteY356" fmla="*/ 417223 h 1059043"/>
                <a:gd name="connsiteX357" fmla="*/ 2608352 w 3024845"/>
                <a:gd name="connsiteY357" fmla="*/ 672313 h 1059043"/>
                <a:gd name="connsiteX358" fmla="*/ 2630646 w 3024845"/>
                <a:gd name="connsiteY358" fmla="*/ 672313 h 1059043"/>
                <a:gd name="connsiteX359" fmla="*/ 2630646 w 3024845"/>
                <a:gd name="connsiteY359" fmla="*/ 667989 h 1059043"/>
                <a:gd name="connsiteX360" fmla="*/ 2642806 w 3024845"/>
                <a:gd name="connsiteY360" fmla="*/ 667989 h 1059043"/>
                <a:gd name="connsiteX361" fmla="*/ 2642806 w 3024845"/>
                <a:gd name="connsiteY361" fmla="*/ 672313 h 1059043"/>
                <a:gd name="connsiteX362" fmla="*/ 2667126 w 3024845"/>
                <a:gd name="connsiteY362" fmla="*/ 672313 h 1059043"/>
                <a:gd name="connsiteX363" fmla="*/ 2667126 w 3024845"/>
                <a:gd name="connsiteY363" fmla="*/ 659342 h 1059043"/>
                <a:gd name="connsiteX364" fmla="*/ 2695500 w 3024845"/>
                <a:gd name="connsiteY364" fmla="*/ 659342 h 1059043"/>
                <a:gd name="connsiteX365" fmla="*/ 2707660 w 3024845"/>
                <a:gd name="connsiteY365" fmla="*/ 655018 h 1059043"/>
                <a:gd name="connsiteX366" fmla="*/ 2727927 w 3024845"/>
                <a:gd name="connsiteY366" fmla="*/ 659342 h 1059043"/>
                <a:gd name="connsiteX367" fmla="*/ 2727927 w 3024845"/>
                <a:gd name="connsiteY367" fmla="*/ 642048 h 1059043"/>
                <a:gd name="connsiteX368" fmla="*/ 2736034 w 3024845"/>
                <a:gd name="connsiteY368" fmla="*/ 642048 h 1059043"/>
                <a:gd name="connsiteX369" fmla="*/ 2736034 w 3024845"/>
                <a:gd name="connsiteY369" fmla="*/ 629077 h 1059043"/>
                <a:gd name="connsiteX370" fmla="*/ 2792781 w 3024845"/>
                <a:gd name="connsiteY370" fmla="*/ 629077 h 1059043"/>
                <a:gd name="connsiteX371" fmla="*/ 2792781 w 3024845"/>
                <a:gd name="connsiteY371" fmla="*/ 598812 h 1059043"/>
                <a:gd name="connsiteX372" fmla="*/ 2811021 w 3024845"/>
                <a:gd name="connsiteY372" fmla="*/ 598812 h 1059043"/>
                <a:gd name="connsiteX373" fmla="*/ 2811021 w 3024845"/>
                <a:gd name="connsiteY373" fmla="*/ 592327 h 1059043"/>
                <a:gd name="connsiteX374" fmla="*/ 2823181 w 3024845"/>
                <a:gd name="connsiteY374" fmla="*/ 592327 h 1059043"/>
                <a:gd name="connsiteX375" fmla="*/ 2823181 w 3024845"/>
                <a:gd name="connsiteY375" fmla="*/ 598812 h 1059043"/>
                <a:gd name="connsiteX376" fmla="*/ 2839395 w 3024845"/>
                <a:gd name="connsiteY376" fmla="*/ 598812 h 1059043"/>
                <a:gd name="connsiteX377" fmla="*/ 2839395 w 3024845"/>
                <a:gd name="connsiteY377" fmla="*/ 648533 h 1059043"/>
                <a:gd name="connsiteX378" fmla="*/ 2871822 w 3024845"/>
                <a:gd name="connsiteY378" fmla="*/ 648533 h 1059043"/>
                <a:gd name="connsiteX379" fmla="*/ 2871822 w 3024845"/>
                <a:gd name="connsiteY379" fmla="*/ 622592 h 1059043"/>
                <a:gd name="connsiteX380" fmla="*/ 2910329 w 3024845"/>
                <a:gd name="connsiteY380" fmla="*/ 622592 h 1059043"/>
                <a:gd name="connsiteX381" fmla="*/ 2910329 w 3024845"/>
                <a:gd name="connsiteY381" fmla="*/ 592327 h 1059043"/>
                <a:gd name="connsiteX382" fmla="*/ 2958970 w 3024845"/>
                <a:gd name="connsiteY382" fmla="*/ 592327 h 1059043"/>
                <a:gd name="connsiteX383" fmla="*/ 2958970 w 3024845"/>
                <a:gd name="connsiteY383" fmla="*/ 703483 h 1059043"/>
                <a:gd name="connsiteX384" fmla="*/ 2958970 w 3024845"/>
                <a:gd name="connsiteY384" fmla="*/ 717262 h 1059043"/>
                <a:gd name="connsiteX385" fmla="*/ 3024845 w 3024845"/>
                <a:gd name="connsiteY385" fmla="*/ 717262 h 1059043"/>
                <a:gd name="connsiteX386" fmla="*/ 3024845 w 3024845"/>
                <a:gd name="connsiteY386" fmla="*/ 1059043 h 1059043"/>
                <a:gd name="connsiteX387" fmla="*/ 2054 w 3024845"/>
                <a:gd name="connsiteY387" fmla="*/ 1056710 h 1059043"/>
                <a:gd name="connsiteX388" fmla="*/ 0 w 3024845"/>
                <a:gd name="connsiteY388" fmla="*/ 622592 h 1059043"/>
                <a:gd name="connsiteX389" fmla="*/ 20267 w 3024845"/>
                <a:gd name="connsiteY389" fmla="*/ 622592 h 1059043"/>
                <a:gd name="connsiteX390" fmla="*/ 20774 w 3024845"/>
                <a:gd name="connsiteY390" fmla="*/ 621511 h 1059043"/>
                <a:gd name="connsiteX391" fmla="*/ 24320 w 3024845"/>
                <a:gd name="connsiteY391" fmla="*/ 613945 h 1059043"/>
                <a:gd name="connsiteX392" fmla="*/ 26094 w 3024845"/>
                <a:gd name="connsiteY392" fmla="*/ 614215 h 1059043"/>
                <a:gd name="connsiteX393" fmla="*/ 38507 w 3024845"/>
                <a:gd name="connsiteY393" fmla="*/ 616106 h 1059043"/>
                <a:gd name="connsiteX394" fmla="*/ 39014 w 3024845"/>
                <a:gd name="connsiteY394" fmla="*/ 617458 h 1059043"/>
                <a:gd name="connsiteX395" fmla="*/ 42560 w 3024845"/>
                <a:gd name="connsiteY395" fmla="*/ 626915 h 1059043"/>
                <a:gd name="connsiteX396" fmla="*/ 68907 w 3024845"/>
                <a:gd name="connsiteY396" fmla="*/ 629077 h 1059043"/>
                <a:gd name="connsiteX397" fmla="*/ 68907 w 3024845"/>
                <a:gd name="connsiteY397" fmla="*/ 505856 h 1059043"/>
                <a:gd name="connsiteX398" fmla="*/ 70934 w 3024845"/>
                <a:gd name="connsiteY398" fmla="*/ 505856 h 1059043"/>
                <a:gd name="connsiteX399" fmla="*/ 85121 w 3024845"/>
                <a:gd name="connsiteY399" fmla="*/ 505856 h 1059043"/>
                <a:gd name="connsiteX400" fmla="*/ 85121 w 3024845"/>
                <a:gd name="connsiteY400" fmla="*/ 369664 h 1059043"/>
                <a:gd name="connsiteX401" fmla="*/ 86894 w 3024845"/>
                <a:gd name="connsiteY401" fmla="*/ 369664 h 1059043"/>
                <a:gd name="connsiteX402" fmla="*/ 99308 w 3024845"/>
                <a:gd name="connsiteY402" fmla="*/ 369664 h 1059043"/>
                <a:gd name="connsiteX403" fmla="*/ 99308 w 3024845"/>
                <a:gd name="connsiteY403" fmla="*/ 255090 h 1059043"/>
                <a:gd name="connsiteX404" fmla="*/ 103361 w 3024845"/>
                <a:gd name="connsiteY404" fmla="*/ 226986 h 1059043"/>
                <a:gd name="connsiteX405" fmla="*/ 105388 w 3024845"/>
                <a:gd name="connsiteY405" fmla="*/ 226986 h 1059043"/>
                <a:gd name="connsiteX406" fmla="*/ 119575 w 3024845"/>
                <a:gd name="connsiteY406"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21946 w 3024845"/>
                <a:gd name="connsiteY311" fmla="*/ 276707 h 1059043"/>
                <a:gd name="connsiteX312" fmla="*/ 2144240 w 3024845"/>
                <a:gd name="connsiteY312" fmla="*/ 214016 h 1059043"/>
                <a:gd name="connsiteX313" fmla="*/ 2146266 w 3024845"/>
                <a:gd name="connsiteY313" fmla="*/ 131868 h 1059043"/>
                <a:gd name="connsiteX314" fmla="*/ 2144240 w 3024845"/>
                <a:gd name="connsiteY314" fmla="*/ 125383 h 1059043"/>
                <a:gd name="connsiteX315" fmla="*/ 2150320 w 3024845"/>
                <a:gd name="connsiteY315" fmla="*/ 118897 h 1059043"/>
                <a:gd name="connsiteX316" fmla="*/ 2150320 w 3024845"/>
                <a:gd name="connsiteY316" fmla="*/ 60529 h 1059043"/>
                <a:gd name="connsiteX317" fmla="*/ 2152346 w 3024845"/>
                <a:gd name="connsiteY317" fmla="*/ 56206 h 1059043"/>
                <a:gd name="connsiteX318" fmla="*/ 2152346 w 3024845"/>
                <a:gd name="connsiteY318" fmla="*/ 0 h 1059043"/>
                <a:gd name="connsiteX319" fmla="*/ 2162480 w 3024845"/>
                <a:gd name="connsiteY319" fmla="*/ 118897 h 1059043"/>
                <a:gd name="connsiteX320" fmla="*/ 2168560 w 3024845"/>
                <a:gd name="connsiteY320" fmla="*/ 125383 h 1059043"/>
                <a:gd name="connsiteX321" fmla="*/ 2166533 w 3024845"/>
                <a:gd name="connsiteY321" fmla="*/ 131868 h 1059043"/>
                <a:gd name="connsiteX322" fmla="*/ 2180720 w 3024845"/>
                <a:gd name="connsiteY322" fmla="*/ 555577 h 1059043"/>
                <a:gd name="connsiteX323" fmla="*/ 2245574 w 3024845"/>
                <a:gd name="connsiteY323" fmla="*/ 555577 h 1059043"/>
                <a:gd name="connsiteX324" fmla="*/ 2245574 w 3024845"/>
                <a:gd name="connsiteY324" fmla="*/ 631239 h 1059043"/>
                <a:gd name="connsiteX325" fmla="*/ 2253681 w 3024845"/>
                <a:gd name="connsiteY325" fmla="*/ 631239 h 1059043"/>
                <a:gd name="connsiteX326" fmla="*/ 2255708 w 3024845"/>
                <a:gd name="connsiteY326" fmla="*/ 624754 h 1059043"/>
                <a:gd name="connsiteX327" fmla="*/ 2261788 w 3024845"/>
                <a:gd name="connsiteY327" fmla="*/ 624754 h 1059043"/>
                <a:gd name="connsiteX328" fmla="*/ 2263815 w 3024845"/>
                <a:gd name="connsiteY328" fmla="*/ 633401 h 1059043"/>
                <a:gd name="connsiteX329" fmla="*/ 2275975 w 3024845"/>
                <a:gd name="connsiteY329" fmla="*/ 633401 h 1059043"/>
                <a:gd name="connsiteX330" fmla="*/ 2275975 w 3024845"/>
                <a:gd name="connsiteY330" fmla="*/ 626915 h 1059043"/>
                <a:gd name="connsiteX331" fmla="*/ 2298268 w 3024845"/>
                <a:gd name="connsiteY331" fmla="*/ 626915 h 1059043"/>
                <a:gd name="connsiteX332" fmla="*/ 2298268 w 3024845"/>
                <a:gd name="connsiteY332" fmla="*/ 633401 h 1059043"/>
                <a:gd name="connsiteX333" fmla="*/ 2318535 w 3024845"/>
                <a:gd name="connsiteY333" fmla="*/ 633401 h 1059043"/>
                <a:gd name="connsiteX334" fmla="*/ 2318535 w 3024845"/>
                <a:gd name="connsiteY334" fmla="*/ 678798 h 1059043"/>
                <a:gd name="connsiteX335" fmla="*/ 2332722 w 3024845"/>
                <a:gd name="connsiteY335" fmla="*/ 678798 h 1059043"/>
                <a:gd name="connsiteX336" fmla="*/ 2332722 w 3024845"/>
                <a:gd name="connsiteY336" fmla="*/ 665827 h 1059043"/>
                <a:gd name="connsiteX337" fmla="*/ 2348936 w 3024845"/>
                <a:gd name="connsiteY337" fmla="*/ 665827 h 1059043"/>
                <a:gd name="connsiteX338" fmla="*/ 2348936 w 3024845"/>
                <a:gd name="connsiteY338" fmla="*/ 486400 h 1059043"/>
                <a:gd name="connsiteX339" fmla="*/ 2355016 w 3024845"/>
                <a:gd name="connsiteY339" fmla="*/ 479914 h 1059043"/>
                <a:gd name="connsiteX340" fmla="*/ 2427977 w 3024845"/>
                <a:gd name="connsiteY340" fmla="*/ 479914 h 1059043"/>
                <a:gd name="connsiteX341" fmla="*/ 2427977 w 3024845"/>
                <a:gd name="connsiteY341" fmla="*/ 488562 h 1059043"/>
                <a:gd name="connsiteX342" fmla="*/ 2438110 w 3024845"/>
                <a:gd name="connsiteY342" fmla="*/ 488562 h 1059043"/>
                <a:gd name="connsiteX343" fmla="*/ 2438110 w 3024845"/>
                <a:gd name="connsiteY343" fmla="*/ 603136 h 1059043"/>
                <a:gd name="connsiteX344" fmla="*/ 2460404 w 3024845"/>
                <a:gd name="connsiteY344" fmla="*/ 603136 h 1059043"/>
                <a:gd name="connsiteX345" fmla="*/ 2460404 w 3024845"/>
                <a:gd name="connsiteY345" fmla="*/ 536121 h 1059043"/>
                <a:gd name="connsiteX346" fmla="*/ 2486751 w 3024845"/>
                <a:gd name="connsiteY346" fmla="*/ 536121 h 1059043"/>
                <a:gd name="connsiteX347" fmla="*/ 2490804 w 3024845"/>
                <a:gd name="connsiteY347" fmla="*/ 531797 h 1059043"/>
                <a:gd name="connsiteX348" fmla="*/ 2498911 w 3024845"/>
                <a:gd name="connsiteY348" fmla="*/ 531797 h 1059043"/>
                <a:gd name="connsiteX349" fmla="*/ 2502964 w 3024845"/>
                <a:gd name="connsiteY349" fmla="*/ 536121 h 1059043"/>
                <a:gd name="connsiteX350" fmla="*/ 2525258 w 3024845"/>
                <a:gd name="connsiteY350" fmla="*/ 536121 h 1059043"/>
                <a:gd name="connsiteX351" fmla="*/ 2525258 w 3024845"/>
                <a:gd name="connsiteY351" fmla="*/ 419385 h 1059043"/>
                <a:gd name="connsiteX352" fmla="*/ 2582005 w 3024845"/>
                <a:gd name="connsiteY352" fmla="*/ 408576 h 1059043"/>
                <a:gd name="connsiteX353" fmla="*/ 2582005 w 3024845"/>
                <a:gd name="connsiteY353" fmla="*/ 409657 h 1059043"/>
                <a:gd name="connsiteX354" fmla="*/ 2582005 w 3024845"/>
                <a:gd name="connsiteY354" fmla="*/ 417223 h 1059043"/>
                <a:gd name="connsiteX355" fmla="*/ 2608352 w 3024845"/>
                <a:gd name="connsiteY355" fmla="*/ 417223 h 1059043"/>
                <a:gd name="connsiteX356" fmla="*/ 2608352 w 3024845"/>
                <a:gd name="connsiteY356" fmla="*/ 672313 h 1059043"/>
                <a:gd name="connsiteX357" fmla="*/ 2630646 w 3024845"/>
                <a:gd name="connsiteY357" fmla="*/ 672313 h 1059043"/>
                <a:gd name="connsiteX358" fmla="*/ 2630646 w 3024845"/>
                <a:gd name="connsiteY358" fmla="*/ 667989 h 1059043"/>
                <a:gd name="connsiteX359" fmla="*/ 2642806 w 3024845"/>
                <a:gd name="connsiteY359" fmla="*/ 667989 h 1059043"/>
                <a:gd name="connsiteX360" fmla="*/ 2642806 w 3024845"/>
                <a:gd name="connsiteY360" fmla="*/ 672313 h 1059043"/>
                <a:gd name="connsiteX361" fmla="*/ 2667126 w 3024845"/>
                <a:gd name="connsiteY361" fmla="*/ 672313 h 1059043"/>
                <a:gd name="connsiteX362" fmla="*/ 2667126 w 3024845"/>
                <a:gd name="connsiteY362" fmla="*/ 659342 h 1059043"/>
                <a:gd name="connsiteX363" fmla="*/ 2695500 w 3024845"/>
                <a:gd name="connsiteY363" fmla="*/ 659342 h 1059043"/>
                <a:gd name="connsiteX364" fmla="*/ 2707660 w 3024845"/>
                <a:gd name="connsiteY364" fmla="*/ 655018 h 1059043"/>
                <a:gd name="connsiteX365" fmla="*/ 2727927 w 3024845"/>
                <a:gd name="connsiteY365" fmla="*/ 659342 h 1059043"/>
                <a:gd name="connsiteX366" fmla="*/ 2727927 w 3024845"/>
                <a:gd name="connsiteY366" fmla="*/ 642048 h 1059043"/>
                <a:gd name="connsiteX367" fmla="*/ 2736034 w 3024845"/>
                <a:gd name="connsiteY367" fmla="*/ 642048 h 1059043"/>
                <a:gd name="connsiteX368" fmla="*/ 2736034 w 3024845"/>
                <a:gd name="connsiteY368" fmla="*/ 629077 h 1059043"/>
                <a:gd name="connsiteX369" fmla="*/ 2792781 w 3024845"/>
                <a:gd name="connsiteY369" fmla="*/ 629077 h 1059043"/>
                <a:gd name="connsiteX370" fmla="*/ 2792781 w 3024845"/>
                <a:gd name="connsiteY370" fmla="*/ 598812 h 1059043"/>
                <a:gd name="connsiteX371" fmla="*/ 2811021 w 3024845"/>
                <a:gd name="connsiteY371" fmla="*/ 598812 h 1059043"/>
                <a:gd name="connsiteX372" fmla="*/ 2811021 w 3024845"/>
                <a:gd name="connsiteY372" fmla="*/ 592327 h 1059043"/>
                <a:gd name="connsiteX373" fmla="*/ 2823181 w 3024845"/>
                <a:gd name="connsiteY373" fmla="*/ 592327 h 1059043"/>
                <a:gd name="connsiteX374" fmla="*/ 2823181 w 3024845"/>
                <a:gd name="connsiteY374" fmla="*/ 598812 h 1059043"/>
                <a:gd name="connsiteX375" fmla="*/ 2839395 w 3024845"/>
                <a:gd name="connsiteY375" fmla="*/ 598812 h 1059043"/>
                <a:gd name="connsiteX376" fmla="*/ 2839395 w 3024845"/>
                <a:gd name="connsiteY376" fmla="*/ 648533 h 1059043"/>
                <a:gd name="connsiteX377" fmla="*/ 2871822 w 3024845"/>
                <a:gd name="connsiteY377" fmla="*/ 648533 h 1059043"/>
                <a:gd name="connsiteX378" fmla="*/ 2871822 w 3024845"/>
                <a:gd name="connsiteY378" fmla="*/ 622592 h 1059043"/>
                <a:gd name="connsiteX379" fmla="*/ 2910329 w 3024845"/>
                <a:gd name="connsiteY379" fmla="*/ 622592 h 1059043"/>
                <a:gd name="connsiteX380" fmla="*/ 2910329 w 3024845"/>
                <a:gd name="connsiteY380" fmla="*/ 592327 h 1059043"/>
                <a:gd name="connsiteX381" fmla="*/ 2958970 w 3024845"/>
                <a:gd name="connsiteY381" fmla="*/ 592327 h 1059043"/>
                <a:gd name="connsiteX382" fmla="*/ 2958970 w 3024845"/>
                <a:gd name="connsiteY382" fmla="*/ 703483 h 1059043"/>
                <a:gd name="connsiteX383" fmla="*/ 2958970 w 3024845"/>
                <a:gd name="connsiteY383" fmla="*/ 717262 h 1059043"/>
                <a:gd name="connsiteX384" fmla="*/ 3024845 w 3024845"/>
                <a:gd name="connsiteY384" fmla="*/ 717262 h 1059043"/>
                <a:gd name="connsiteX385" fmla="*/ 3024845 w 3024845"/>
                <a:gd name="connsiteY385" fmla="*/ 1059043 h 1059043"/>
                <a:gd name="connsiteX386" fmla="*/ 2054 w 3024845"/>
                <a:gd name="connsiteY386" fmla="*/ 1056710 h 1059043"/>
                <a:gd name="connsiteX387" fmla="*/ 0 w 3024845"/>
                <a:gd name="connsiteY387" fmla="*/ 622592 h 1059043"/>
                <a:gd name="connsiteX388" fmla="*/ 20267 w 3024845"/>
                <a:gd name="connsiteY388" fmla="*/ 622592 h 1059043"/>
                <a:gd name="connsiteX389" fmla="*/ 20774 w 3024845"/>
                <a:gd name="connsiteY389" fmla="*/ 621511 h 1059043"/>
                <a:gd name="connsiteX390" fmla="*/ 24320 w 3024845"/>
                <a:gd name="connsiteY390" fmla="*/ 613945 h 1059043"/>
                <a:gd name="connsiteX391" fmla="*/ 26094 w 3024845"/>
                <a:gd name="connsiteY391" fmla="*/ 614215 h 1059043"/>
                <a:gd name="connsiteX392" fmla="*/ 38507 w 3024845"/>
                <a:gd name="connsiteY392" fmla="*/ 616106 h 1059043"/>
                <a:gd name="connsiteX393" fmla="*/ 39014 w 3024845"/>
                <a:gd name="connsiteY393" fmla="*/ 617458 h 1059043"/>
                <a:gd name="connsiteX394" fmla="*/ 42560 w 3024845"/>
                <a:gd name="connsiteY394" fmla="*/ 626915 h 1059043"/>
                <a:gd name="connsiteX395" fmla="*/ 68907 w 3024845"/>
                <a:gd name="connsiteY395" fmla="*/ 629077 h 1059043"/>
                <a:gd name="connsiteX396" fmla="*/ 68907 w 3024845"/>
                <a:gd name="connsiteY396" fmla="*/ 505856 h 1059043"/>
                <a:gd name="connsiteX397" fmla="*/ 70934 w 3024845"/>
                <a:gd name="connsiteY397" fmla="*/ 505856 h 1059043"/>
                <a:gd name="connsiteX398" fmla="*/ 85121 w 3024845"/>
                <a:gd name="connsiteY398" fmla="*/ 505856 h 1059043"/>
                <a:gd name="connsiteX399" fmla="*/ 85121 w 3024845"/>
                <a:gd name="connsiteY399" fmla="*/ 369664 h 1059043"/>
                <a:gd name="connsiteX400" fmla="*/ 86894 w 3024845"/>
                <a:gd name="connsiteY400" fmla="*/ 369664 h 1059043"/>
                <a:gd name="connsiteX401" fmla="*/ 99308 w 3024845"/>
                <a:gd name="connsiteY401" fmla="*/ 369664 h 1059043"/>
                <a:gd name="connsiteX402" fmla="*/ 99308 w 3024845"/>
                <a:gd name="connsiteY402" fmla="*/ 255090 h 1059043"/>
                <a:gd name="connsiteX403" fmla="*/ 103361 w 3024845"/>
                <a:gd name="connsiteY403" fmla="*/ 226986 h 1059043"/>
                <a:gd name="connsiteX404" fmla="*/ 105388 w 3024845"/>
                <a:gd name="connsiteY404" fmla="*/ 226986 h 1059043"/>
                <a:gd name="connsiteX405" fmla="*/ 119575 w 3024845"/>
                <a:gd name="connsiteY405"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28026 w 3024845"/>
                <a:gd name="connsiteY310" fmla="*/ 281031 h 1059043"/>
                <a:gd name="connsiteX311" fmla="*/ 2144240 w 3024845"/>
                <a:gd name="connsiteY311" fmla="*/ 214016 h 1059043"/>
                <a:gd name="connsiteX312" fmla="*/ 2146266 w 3024845"/>
                <a:gd name="connsiteY312" fmla="*/ 131868 h 1059043"/>
                <a:gd name="connsiteX313" fmla="*/ 2144240 w 3024845"/>
                <a:gd name="connsiteY313" fmla="*/ 125383 h 1059043"/>
                <a:gd name="connsiteX314" fmla="*/ 2150320 w 3024845"/>
                <a:gd name="connsiteY314" fmla="*/ 118897 h 1059043"/>
                <a:gd name="connsiteX315" fmla="*/ 2150320 w 3024845"/>
                <a:gd name="connsiteY315" fmla="*/ 60529 h 1059043"/>
                <a:gd name="connsiteX316" fmla="*/ 2152346 w 3024845"/>
                <a:gd name="connsiteY316" fmla="*/ 56206 h 1059043"/>
                <a:gd name="connsiteX317" fmla="*/ 2152346 w 3024845"/>
                <a:gd name="connsiteY317" fmla="*/ 0 h 1059043"/>
                <a:gd name="connsiteX318" fmla="*/ 2162480 w 3024845"/>
                <a:gd name="connsiteY318" fmla="*/ 118897 h 1059043"/>
                <a:gd name="connsiteX319" fmla="*/ 2168560 w 3024845"/>
                <a:gd name="connsiteY319" fmla="*/ 125383 h 1059043"/>
                <a:gd name="connsiteX320" fmla="*/ 2166533 w 3024845"/>
                <a:gd name="connsiteY320" fmla="*/ 131868 h 1059043"/>
                <a:gd name="connsiteX321" fmla="*/ 2180720 w 3024845"/>
                <a:gd name="connsiteY321" fmla="*/ 555577 h 1059043"/>
                <a:gd name="connsiteX322" fmla="*/ 2245574 w 3024845"/>
                <a:gd name="connsiteY322" fmla="*/ 555577 h 1059043"/>
                <a:gd name="connsiteX323" fmla="*/ 2245574 w 3024845"/>
                <a:gd name="connsiteY323" fmla="*/ 631239 h 1059043"/>
                <a:gd name="connsiteX324" fmla="*/ 2253681 w 3024845"/>
                <a:gd name="connsiteY324" fmla="*/ 631239 h 1059043"/>
                <a:gd name="connsiteX325" fmla="*/ 2255708 w 3024845"/>
                <a:gd name="connsiteY325" fmla="*/ 624754 h 1059043"/>
                <a:gd name="connsiteX326" fmla="*/ 2261788 w 3024845"/>
                <a:gd name="connsiteY326" fmla="*/ 624754 h 1059043"/>
                <a:gd name="connsiteX327" fmla="*/ 2263815 w 3024845"/>
                <a:gd name="connsiteY327" fmla="*/ 633401 h 1059043"/>
                <a:gd name="connsiteX328" fmla="*/ 2275975 w 3024845"/>
                <a:gd name="connsiteY328" fmla="*/ 633401 h 1059043"/>
                <a:gd name="connsiteX329" fmla="*/ 2275975 w 3024845"/>
                <a:gd name="connsiteY329" fmla="*/ 626915 h 1059043"/>
                <a:gd name="connsiteX330" fmla="*/ 2298268 w 3024845"/>
                <a:gd name="connsiteY330" fmla="*/ 626915 h 1059043"/>
                <a:gd name="connsiteX331" fmla="*/ 2298268 w 3024845"/>
                <a:gd name="connsiteY331" fmla="*/ 633401 h 1059043"/>
                <a:gd name="connsiteX332" fmla="*/ 2318535 w 3024845"/>
                <a:gd name="connsiteY332" fmla="*/ 633401 h 1059043"/>
                <a:gd name="connsiteX333" fmla="*/ 2318535 w 3024845"/>
                <a:gd name="connsiteY333" fmla="*/ 678798 h 1059043"/>
                <a:gd name="connsiteX334" fmla="*/ 2332722 w 3024845"/>
                <a:gd name="connsiteY334" fmla="*/ 678798 h 1059043"/>
                <a:gd name="connsiteX335" fmla="*/ 2332722 w 3024845"/>
                <a:gd name="connsiteY335" fmla="*/ 665827 h 1059043"/>
                <a:gd name="connsiteX336" fmla="*/ 2348936 w 3024845"/>
                <a:gd name="connsiteY336" fmla="*/ 665827 h 1059043"/>
                <a:gd name="connsiteX337" fmla="*/ 2348936 w 3024845"/>
                <a:gd name="connsiteY337" fmla="*/ 486400 h 1059043"/>
                <a:gd name="connsiteX338" fmla="*/ 2355016 w 3024845"/>
                <a:gd name="connsiteY338" fmla="*/ 479914 h 1059043"/>
                <a:gd name="connsiteX339" fmla="*/ 2427977 w 3024845"/>
                <a:gd name="connsiteY339" fmla="*/ 479914 h 1059043"/>
                <a:gd name="connsiteX340" fmla="*/ 2427977 w 3024845"/>
                <a:gd name="connsiteY340" fmla="*/ 488562 h 1059043"/>
                <a:gd name="connsiteX341" fmla="*/ 2438110 w 3024845"/>
                <a:gd name="connsiteY341" fmla="*/ 488562 h 1059043"/>
                <a:gd name="connsiteX342" fmla="*/ 2438110 w 3024845"/>
                <a:gd name="connsiteY342" fmla="*/ 603136 h 1059043"/>
                <a:gd name="connsiteX343" fmla="*/ 2460404 w 3024845"/>
                <a:gd name="connsiteY343" fmla="*/ 603136 h 1059043"/>
                <a:gd name="connsiteX344" fmla="*/ 2460404 w 3024845"/>
                <a:gd name="connsiteY344" fmla="*/ 536121 h 1059043"/>
                <a:gd name="connsiteX345" fmla="*/ 2486751 w 3024845"/>
                <a:gd name="connsiteY345" fmla="*/ 536121 h 1059043"/>
                <a:gd name="connsiteX346" fmla="*/ 2490804 w 3024845"/>
                <a:gd name="connsiteY346" fmla="*/ 531797 h 1059043"/>
                <a:gd name="connsiteX347" fmla="*/ 2498911 w 3024845"/>
                <a:gd name="connsiteY347" fmla="*/ 531797 h 1059043"/>
                <a:gd name="connsiteX348" fmla="*/ 2502964 w 3024845"/>
                <a:gd name="connsiteY348" fmla="*/ 536121 h 1059043"/>
                <a:gd name="connsiteX349" fmla="*/ 2525258 w 3024845"/>
                <a:gd name="connsiteY349" fmla="*/ 536121 h 1059043"/>
                <a:gd name="connsiteX350" fmla="*/ 2525258 w 3024845"/>
                <a:gd name="connsiteY350" fmla="*/ 419385 h 1059043"/>
                <a:gd name="connsiteX351" fmla="*/ 2582005 w 3024845"/>
                <a:gd name="connsiteY351" fmla="*/ 408576 h 1059043"/>
                <a:gd name="connsiteX352" fmla="*/ 2582005 w 3024845"/>
                <a:gd name="connsiteY352" fmla="*/ 409657 h 1059043"/>
                <a:gd name="connsiteX353" fmla="*/ 2582005 w 3024845"/>
                <a:gd name="connsiteY353" fmla="*/ 417223 h 1059043"/>
                <a:gd name="connsiteX354" fmla="*/ 2608352 w 3024845"/>
                <a:gd name="connsiteY354" fmla="*/ 417223 h 1059043"/>
                <a:gd name="connsiteX355" fmla="*/ 2608352 w 3024845"/>
                <a:gd name="connsiteY355" fmla="*/ 672313 h 1059043"/>
                <a:gd name="connsiteX356" fmla="*/ 2630646 w 3024845"/>
                <a:gd name="connsiteY356" fmla="*/ 672313 h 1059043"/>
                <a:gd name="connsiteX357" fmla="*/ 2630646 w 3024845"/>
                <a:gd name="connsiteY357" fmla="*/ 667989 h 1059043"/>
                <a:gd name="connsiteX358" fmla="*/ 2642806 w 3024845"/>
                <a:gd name="connsiteY358" fmla="*/ 667989 h 1059043"/>
                <a:gd name="connsiteX359" fmla="*/ 2642806 w 3024845"/>
                <a:gd name="connsiteY359" fmla="*/ 672313 h 1059043"/>
                <a:gd name="connsiteX360" fmla="*/ 2667126 w 3024845"/>
                <a:gd name="connsiteY360" fmla="*/ 672313 h 1059043"/>
                <a:gd name="connsiteX361" fmla="*/ 2667126 w 3024845"/>
                <a:gd name="connsiteY361" fmla="*/ 659342 h 1059043"/>
                <a:gd name="connsiteX362" fmla="*/ 2695500 w 3024845"/>
                <a:gd name="connsiteY362" fmla="*/ 659342 h 1059043"/>
                <a:gd name="connsiteX363" fmla="*/ 2707660 w 3024845"/>
                <a:gd name="connsiteY363" fmla="*/ 655018 h 1059043"/>
                <a:gd name="connsiteX364" fmla="*/ 2727927 w 3024845"/>
                <a:gd name="connsiteY364" fmla="*/ 659342 h 1059043"/>
                <a:gd name="connsiteX365" fmla="*/ 2727927 w 3024845"/>
                <a:gd name="connsiteY365" fmla="*/ 642048 h 1059043"/>
                <a:gd name="connsiteX366" fmla="*/ 2736034 w 3024845"/>
                <a:gd name="connsiteY366" fmla="*/ 642048 h 1059043"/>
                <a:gd name="connsiteX367" fmla="*/ 2736034 w 3024845"/>
                <a:gd name="connsiteY367" fmla="*/ 629077 h 1059043"/>
                <a:gd name="connsiteX368" fmla="*/ 2792781 w 3024845"/>
                <a:gd name="connsiteY368" fmla="*/ 629077 h 1059043"/>
                <a:gd name="connsiteX369" fmla="*/ 2792781 w 3024845"/>
                <a:gd name="connsiteY369" fmla="*/ 598812 h 1059043"/>
                <a:gd name="connsiteX370" fmla="*/ 2811021 w 3024845"/>
                <a:gd name="connsiteY370" fmla="*/ 598812 h 1059043"/>
                <a:gd name="connsiteX371" fmla="*/ 2811021 w 3024845"/>
                <a:gd name="connsiteY371" fmla="*/ 592327 h 1059043"/>
                <a:gd name="connsiteX372" fmla="*/ 2823181 w 3024845"/>
                <a:gd name="connsiteY372" fmla="*/ 592327 h 1059043"/>
                <a:gd name="connsiteX373" fmla="*/ 2823181 w 3024845"/>
                <a:gd name="connsiteY373" fmla="*/ 598812 h 1059043"/>
                <a:gd name="connsiteX374" fmla="*/ 2839395 w 3024845"/>
                <a:gd name="connsiteY374" fmla="*/ 598812 h 1059043"/>
                <a:gd name="connsiteX375" fmla="*/ 2839395 w 3024845"/>
                <a:gd name="connsiteY375" fmla="*/ 648533 h 1059043"/>
                <a:gd name="connsiteX376" fmla="*/ 2871822 w 3024845"/>
                <a:gd name="connsiteY376" fmla="*/ 648533 h 1059043"/>
                <a:gd name="connsiteX377" fmla="*/ 2871822 w 3024845"/>
                <a:gd name="connsiteY377" fmla="*/ 622592 h 1059043"/>
                <a:gd name="connsiteX378" fmla="*/ 2910329 w 3024845"/>
                <a:gd name="connsiteY378" fmla="*/ 622592 h 1059043"/>
                <a:gd name="connsiteX379" fmla="*/ 2910329 w 3024845"/>
                <a:gd name="connsiteY379" fmla="*/ 592327 h 1059043"/>
                <a:gd name="connsiteX380" fmla="*/ 2958970 w 3024845"/>
                <a:gd name="connsiteY380" fmla="*/ 592327 h 1059043"/>
                <a:gd name="connsiteX381" fmla="*/ 2958970 w 3024845"/>
                <a:gd name="connsiteY381" fmla="*/ 703483 h 1059043"/>
                <a:gd name="connsiteX382" fmla="*/ 2958970 w 3024845"/>
                <a:gd name="connsiteY382" fmla="*/ 717262 h 1059043"/>
                <a:gd name="connsiteX383" fmla="*/ 3024845 w 3024845"/>
                <a:gd name="connsiteY383" fmla="*/ 717262 h 1059043"/>
                <a:gd name="connsiteX384" fmla="*/ 3024845 w 3024845"/>
                <a:gd name="connsiteY384" fmla="*/ 1059043 h 1059043"/>
                <a:gd name="connsiteX385" fmla="*/ 2054 w 3024845"/>
                <a:gd name="connsiteY385" fmla="*/ 1056710 h 1059043"/>
                <a:gd name="connsiteX386" fmla="*/ 0 w 3024845"/>
                <a:gd name="connsiteY386" fmla="*/ 622592 h 1059043"/>
                <a:gd name="connsiteX387" fmla="*/ 20267 w 3024845"/>
                <a:gd name="connsiteY387" fmla="*/ 622592 h 1059043"/>
                <a:gd name="connsiteX388" fmla="*/ 20774 w 3024845"/>
                <a:gd name="connsiteY388" fmla="*/ 621511 h 1059043"/>
                <a:gd name="connsiteX389" fmla="*/ 24320 w 3024845"/>
                <a:gd name="connsiteY389" fmla="*/ 613945 h 1059043"/>
                <a:gd name="connsiteX390" fmla="*/ 26094 w 3024845"/>
                <a:gd name="connsiteY390" fmla="*/ 614215 h 1059043"/>
                <a:gd name="connsiteX391" fmla="*/ 38507 w 3024845"/>
                <a:gd name="connsiteY391" fmla="*/ 616106 h 1059043"/>
                <a:gd name="connsiteX392" fmla="*/ 39014 w 3024845"/>
                <a:gd name="connsiteY392" fmla="*/ 617458 h 1059043"/>
                <a:gd name="connsiteX393" fmla="*/ 42560 w 3024845"/>
                <a:gd name="connsiteY393" fmla="*/ 626915 h 1059043"/>
                <a:gd name="connsiteX394" fmla="*/ 68907 w 3024845"/>
                <a:gd name="connsiteY394" fmla="*/ 629077 h 1059043"/>
                <a:gd name="connsiteX395" fmla="*/ 68907 w 3024845"/>
                <a:gd name="connsiteY395" fmla="*/ 505856 h 1059043"/>
                <a:gd name="connsiteX396" fmla="*/ 70934 w 3024845"/>
                <a:gd name="connsiteY396" fmla="*/ 505856 h 1059043"/>
                <a:gd name="connsiteX397" fmla="*/ 85121 w 3024845"/>
                <a:gd name="connsiteY397" fmla="*/ 505856 h 1059043"/>
                <a:gd name="connsiteX398" fmla="*/ 85121 w 3024845"/>
                <a:gd name="connsiteY398" fmla="*/ 369664 h 1059043"/>
                <a:gd name="connsiteX399" fmla="*/ 86894 w 3024845"/>
                <a:gd name="connsiteY399" fmla="*/ 369664 h 1059043"/>
                <a:gd name="connsiteX400" fmla="*/ 99308 w 3024845"/>
                <a:gd name="connsiteY400" fmla="*/ 369664 h 1059043"/>
                <a:gd name="connsiteX401" fmla="*/ 99308 w 3024845"/>
                <a:gd name="connsiteY401" fmla="*/ 255090 h 1059043"/>
                <a:gd name="connsiteX402" fmla="*/ 103361 w 3024845"/>
                <a:gd name="connsiteY402" fmla="*/ 226986 h 1059043"/>
                <a:gd name="connsiteX403" fmla="*/ 105388 w 3024845"/>
                <a:gd name="connsiteY403" fmla="*/ 226986 h 1059043"/>
                <a:gd name="connsiteX404" fmla="*/ 119575 w 3024845"/>
                <a:gd name="connsiteY404"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4240 w 3024845"/>
                <a:gd name="connsiteY310" fmla="*/ 214016 h 1059043"/>
                <a:gd name="connsiteX311" fmla="*/ 2146266 w 3024845"/>
                <a:gd name="connsiteY311" fmla="*/ 131868 h 1059043"/>
                <a:gd name="connsiteX312" fmla="*/ 2144240 w 3024845"/>
                <a:gd name="connsiteY312" fmla="*/ 125383 h 1059043"/>
                <a:gd name="connsiteX313" fmla="*/ 2150320 w 3024845"/>
                <a:gd name="connsiteY313" fmla="*/ 118897 h 1059043"/>
                <a:gd name="connsiteX314" fmla="*/ 2150320 w 3024845"/>
                <a:gd name="connsiteY314" fmla="*/ 60529 h 1059043"/>
                <a:gd name="connsiteX315" fmla="*/ 2152346 w 3024845"/>
                <a:gd name="connsiteY315" fmla="*/ 56206 h 1059043"/>
                <a:gd name="connsiteX316" fmla="*/ 2152346 w 3024845"/>
                <a:gd name="connsiteY316" fmla="*/ 0 h 1059043"/>
                <a:gd name="connsiteX317" fmla="*/ 2162480 w 3024845"/>
                <a:gd name="connsiteY317" fmla="*/ 118897 h 1059043"/>
                <a:gd name="connsiteX318" fmla="*/ 2168560 w 3024845"/>
                <a:gd name="connsiteY318" fmla="*/ 125383 h 1059043"/>
                <a:gd name="connsiteX319" fmla="*/ 2166533 w 3024845"/>
                <a:gd name="connsiteY319" fmla="*/ 131868 h 1059043"/>
                <a:gd name="connsiteX320" fmla="*/ 2180720 w 3024845"/>
                <a:gd name="connsiteY320" fmla="*/ 555577 h 1059043"/>
                <a:gd name="connsiteX321" fmla="*/ 2245574 w 3024845"/>
                <a:gd name="connsiteY321" fmla="*/ 555577 h 1059043"/>
                <a:gd name="connsiteX322" fmla="*/ 2245574 w 3024845"/>
                <a:gd name="connsiteY322" fmla="*/ 631239 h 1059043"/>
                <a:gd name="connsiteX323" fmla="*/ 2253681 w 3024845"/>
                <a:gd name="connsiteY323" fmla="*/ 631239 h 1059043"/>
                <a:gd name="connsiteX324" fmla="*/ 2255708 w 3024845"/>
                <a:gd name="connsiteY324" fmla="*/ 624754 h 1059043"/>
                <a:gd name="connsiteX325" fmla="*/ 2261788 w 3024845"/>
                <a:gd name="connsiteY325" fmla="*/ 624754 h 1059043"/>
                <a:gd name="connsiteX326" fmla="*/ 2263815 w 3024845"/>
                <a:gd name="connsiteY326" fmla="*/ 633401 h 1059043"/>
                <a:gd name="connsiteX327" fmla="*/ 2275975 w 3024845"/>
                <a:gd name="connsiteY327" fmla="*/ 633401 h 1059043"/>
                <a:gd name="connsiteX328" fmla="*/ 2275975 w 3024845"/>
                <a:gd name="connsiteY328" fmla="*/ 626915 h 1059043"/>
                <a:gd name="connsiteX329" fmla="*/ 2298268 w 3024845"/>
                <a:gd name="connsiteY329" fmla="*/ 626915 h 1059043"/>
                <a:gd name="connsiteX330" fmla="*/ 2298268 w 3024845"/>
                <a:gd name="connsiteY330" fmla="*/ 633401 h 1059043"/>
                <a:gd name="connsiteX331" fmla="*/ 2318535 w 3024845"/>
                <a:gd name="connsiteY331" fmla="*/ 633401 h 1059043"/>
                <a:gd name="connsiteX332" fmla="*/ 2318535 w 3024845"/>
                <a:gd name="connsiteY332" fmla="*/ 678798 h 1059043"/>
                <a:gd name="connsiteX333" fmla="*/ 2332722 w 3024845"/>
                <a:gd name="connsiteY333" fmla="*/ 678798 h 1059043"/>
                <a:gd name="connsiteX334" fmla="*/ 2332722 w 3024845"/>
                <a:gd name="connsiteY334" fmla="*/ 665827 h 1059043"/>
                <a:gd name="connsiteX335" fmla="*/ 2348936 w 3024845"/>
                <a:gd name="connsiteY335" fmla="*/ 665827 h 1059043"/>
                <a:gd name="connsiteX336" fmla="*/ 2348936 w 3024845"/>
                <a:gd name="connsiteY336" fmla="*/ 486400 h 1059043"/>
                <a:gd name="connsiteX337" fmla="*/ 2355016 w 3024845"/>
                <a:gd name="connsiteY337" fmla="*/ 479914 h 1059043"/>
                <a:gd name="connsiteX338" fmla="*/ 2427977 w 3024845"/>
                <a:gd name="connsiteY338" fmla="*/ 479914 h 1059043"/>
                <a:gd name="connsiteX339" fmla="*/ 2427977 w 3024845"/>
                <a:gd name="connsiteY339" fmla="*/ 488562 h 1059043"/>
                <a:gd name="connsiteX340" fmla="*/ 2438110 w 3024845"/>
                <a:gd name="connsiteY340" fmla="*/ 488562 h 1059043"/>
                <a:gd name="connsiteX341" fmla="*/ 2438110 w 3024845"/>
                <a:gd name="connsiteY341" fmla="*/ 603136 h 1059043"/>
                <a:gd name="connsiteX342" fmla="*/ 2460404 w 3024845"/>
                <a:gd name="connsiteY342" fmla="*/ 603136 h 1059043"/>
                <a:gd name="connsiteX343" fmla="*/ 2460404 w 3024845"/>
                <a:gd name="connsiteY343" fmla="*/ 536121 h 1059043"/>
                <a:gd name="connsiteX344" fmla="*/ 2486751 w 3024845"/>
                <a:gd name="connsiteY344" fmla="*/ 536121 h 1059043"/>
                <a:gd name="connsiteX345" fmla="*/ 2490804 w 3024845"/>
                <a:gd name="connsiteY345" fmla="*/ 531797 h 1059043"/>
                <a:gd name="connsiteX346" fmla="*/ 2498911 w 3024845"/>
                <a:gd name="connsiteY346" fmla="*/ 531797 h 1059043"/>
                <a:gd name="connsiteX347" fmla="*/ 2502964 w 3024845"/>
                <a:gd name="connsiteY347" fmla="*/ 536121 h 1059043"/>
                <a:gd name="connsiteX348" fmla="*/ 2525258 w 3024845"/>
                <a:gd name="connsiteY348" fmla="*/ 536121 h 1059043"/>
                <a:gd name="connsiteX349" fmla="*/ 2525258 w 3024845"/>
                <a:gd name="connsiteY349" fmla="*/ 419385 h 1059043"/>
                <a:gd name="connsiteX350" fmla="*/ 2582005 w 3024845"/>
                <a:gd name="connsiteY350" fmla="*/ 408576 h 1059043"/>
                <a:gd name="connsiteX351" fmla="*/ 2582005 w 3024845"/>
                <a:gd name="connsiteY351" fmla="*/ 409657 h 1059043"/>
                <a:gd name="connsiteX352" fmla="*/ 2582005 w 3024845"/>
                <a:gd name="connsiteY352" fmla="*/ 417223 h 1059043"/>
                <a:gd name="connsiteX353" fmla="*/ 2608352 w 3024845"/>
                <a:gd name="connsiteY353" fmla="*/ 417223 h 1059043"/>
                <a:gd name="connsiteX354" fmla="*/ 2608352 w 3024845"/>
                <a:gd name="connsiteY354" fmla="*/ 672313 h 1059043"/>
                <a:gd name="connsiteX355" fmla="*/ 2630646 w 3024845"/>
                <a:gd name="connsiteY355" fmla="*/ 672313 h 1059043"/>
                <a:gd name="connsiteX356" fmla="*/ 2630646 w 3024845"/>
                <a:gd name="connsiteY356" fmla="*/ 667989 h 1059043"/>
                <a:gd name="connsiteX357" fmla="*/ 2642806 w 3024845"/>
                <a:gd name="connsiteY357" fmla="*/ 667989 h 1059043"/>
                <a:gd name="connsiteX358" fmla="*/ 2642806 w 3024845"/>
                <a:gd name="connsiteY358" fmla="*/ 672313 h 1059043"/>
                <a:gd name="connsiteX359" fmla="*/ 2667126 w 3024845"/>
                <a:gd name="connsiteY359" fmla="*/ 672313 h 1059043"/>
                <a:gd name="connsiteX360" fmla="*/ 2667126 w 3024845"/>
                <a:gd name="connsiteY360" fmla="*/ 659342 h 1059043"/>
                <a:gd name="connsiteX361" fmla="*/ 2695500 w 3024845"/>
                <a:gd name="connsiteY361" fmla="*/ 659342 h 1059043"/>
                <a:gd name="connsiteX362" fmla="*/ 2707660 w 3024845"/>
                <a:gd name="connsiteY362" fmla="*/ 655018 h 1059043"/>
                <a:gd name="connsiteX363" fmla="*/ 2727927 w 3024845"/>
                <a:gd name="connsiteY363" fmla="*/ 659342 h 1059043"/>
                <a:gd name="connsiteX364" fmla="*/ 2727927 w 3024845"/>
                <a:gd name="connsiteY364" fmla="*/ 642048 h 1059043"/>
                <a:gd name="connsiteX365" fmla="*/ 2736034 w 3024845"/>
                <a:gd name="connsiteY365" fmla="*/ 642048 h 1059043"/>
                <a:gd name="connsiteX366" fmla="*/ 2736034 w 3024845"/>
                <a:gd name="connsiteY366" fmla="*/ 629077 h 1059043"/>
                <a:gd name="connsiteX367" fmla="*/ 2792781 w 3024845"/>
                <a:gd name="connsiteY367" fmla="*/ 629077 h 1059043"/>
                <a:gd name="connsiteX368" fmla="*/ 2792781 w 3024845"/>
                <a:gd name="connsiteY368" fmla="*/ 598812 h 1059043"/>
                <a:gd name="connsiteX369" fmla="*/ 2811021 w 3024845"/>
                <a:gd name="connsiteY369" fmla="*/ 598812 h 1059043"/>
                <a:gd name="connsiteX370" fmla="*/ 2811021 w 3024845"/>
                <a:gd name="connsiteY370" fmla="*/ 592327 h 1059043"/>
                <a:gd name="connsiteX371" fmla="*/ 2823181 w 3024845"/>
                <a:gd name="connsiteY371" fmla="*/ 592327 h 1059043"/>
                <a:gd name="connsiteX372" fmla="*/ 2823181 w 3024845"/>
                <a:gd name="connsiteY372" fmla="*/ 598812 h 1059043"/>
                <a:gd name="connsiteX373" fmla="*/ 2839395 w 3024845"/>
                <a:gd name="connsiteY373" fmla="*/ 598812 h 1059043"/>
                <a:gd name="connsiteX374" fmla="*/ 2839395 w 3024845"/>
                <a:gd name="connsiteY374" fmla="*/ 648533 h 1059043"/>
                <a:gd name="connsiteX375" fmla="*/ 2871822 w 3024845"/>
                <a:gd name="connsiteY375" fmla="*/ 648533 h 1059043"/>
                <a:gd name="connsiteX376" fmla="*/ 2871822 w 3024845"/>
                <a:gd name="connsiteY376" fmla="*/ 622592 h 1059043"/>
                <a:gd name="connsiteX377" fmla="*/ 2910329 w 3024845"/>
                <a:gd name="connsiteY377" fmla="*/ 622592 h 1059043"/>
                <a:gd name="connsiteX378" fmla="*/ 2910329 w 3024845"/>
                <a:gd name="connsiteY378" fmla="*/ 592327 h 1059043"/>
                <a:gd name="connsiteX379" fmla="*/ 2958970 w 3024845"/>
                <a:gd name="connsiteY379" fmla="*/ 592327 h 1059043"/>
                <a:gd name="connsiteX380" fmla="*/ 2958970 w 3024845"/>
                <a:gd name="connsiteY380" fmla="*/ 703483 h 1059043"/>
                <a:gd name="connsiteX381" fmla="*/ 2958970 w 3024845"/>
                <a:gd name="connsiteY381" fmla="*/ 717262 h 1059043"/>
                <a:gd name="connsiteX382" fmla="*/ 3024845 w 3024845"/>
                <a:gd name="connsiteY382" fmla="*/ 717262 h 1059043"/>
                <a:gd name="connsiteX383" fmla="*/ 3024845 w 3024845"/>
                <a:gd name="connsiteY383" fmla="*/ 1059043 h 1059043"/>
                <a:gd name="connsiteX384" fmla="*/ 2054 w 3024845"/>
                <a:gd name="connsiteY384" fmla="*/ 1056710 h 1059043"/>
                <a:gd name="connsiteX385" fmla="*/ 0 w 3024845"/>
                <a:gd name="connsiteY385" fmla="*/ 622592 h 1059043"/>
                <a:gd name="connsiteX386" fmla="*/ 20267 w 3024845"/>
                <a:gd name="connsiteY386" fmla="*/ 622592 h 1059043"/>
                <a:gd name="connsiteX387" fmla="*/ 20774 w 3024845"/>
                <a:gd name="connsiteY387" fmla="*/ 621511 h 1059043"/>
                <a:gd name="connsiteX388" fmla="*/ 24320 w 3024845"/>
                <a:gd name="connsiteY388" fmla="*/ 613945 h 1059043"/>
                <a:gd name="connsiteX389" fmla="*/ 26094 w 3024845"/>
                <a:gd name="connsiteY389" fmla="*/ 614215 h 1059043"/>
                <a:gd name="connsiteX390" fmla="*/ 38507 w 3024845"/>
                <a:gd name="connsiteY390" fmla="*/ 616106 h 1059043"/>
                <a:gd name="connsiteX391" fmla="*/ 39014 w 3024845"/>
                <a:gd name="connsiteY391" fmla="*/ 617458 h 1059043"/>
                <a:gd name="connsiteX392" fmla="*/ 42560 w 3024845"/>
                <a:gd name="connsiteY392" fmla="*/ 626915 h 1059043"/>
                <a:gd name="connsiteX393" fmla="*/ 68907 w 3024845"/>
                <a:gd name="connsiteY393" fmla="*/ 629077 h 1059043"/>
                <a:gd name="connsiteX394" fmla="*/ 68907 w 3024845"/>
                <a:gd name="connsiteY394" fmla="*/ 505856 h 1059043"/>
                <a:gd name="connsiteX395" fmla="*/ 70934 w 3024845"/>
                <a:gd name="connsiteY395" fmla="*/ 505856 h 1059043"/>
                <a:gd name="connsiteX396" fmla="*/ 85121 w 3024845"/>
                <a:gd name="connsiteY396" fmla="*/ 505856 h 1059043"/>
                <a:gd name="connsiteX397" fmla="*/ 85121 w 3024845"/>
                <a:gd name="connsiteY397" fmla="*/ 369664 h 1059043"/>
                <a:gd name="connsiteX398" fmla="*/ 86894 w 3024845"/>
                <a:gd name="connsiteY398" fmla="*/ 369664 h 1059043"/>
                <a:gd name="connsiteX399" fmla="*/ 99308 w 3024845"/>
                <a:gd name="connsiteY399" fmla="*/ 369664 h 1059043"/>
                <a:gd name="connsiteX400" fmla="*/ 99308 w 3024845"/>
                <a:gd name="connsiteY400" fmla="*/ 255090 h 1059043"/>
                <a:gd name="connsiteX401" fmla="*/ 103361 w 3024845"/>
                <a:gd name="connsiteY401" fmla="*/ 226986 h 1059043"/>
                <a:gd name="connsiteX402" fmla="*/ 105388 w 3024845"/>
                <a:gd name="connsiteY402" fmla="*/ 226986 h 1059043"/>
                <a:gd name="connsiteX403" fmla="*/ 119575 w 3024845"/>
                <a:gd name="connsiteY403"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66533 w 3024845"/>
                <a:gd name="connsiteY318" fmla="*/ 131868 h 1059043"/>
                <a:gd name="connsiteX319" fmla="*/ 2180720 w 3024845"/>
                <a:gd name="connsiteY319" fmla="*/ 555577 h 1059043"/>
                <a:gd name="connsiteX320" fmla="*/ 2245574 w 3024845"/>
                <a:gd name="connsiteY320" fmla="*/ 555577 h 1059043"/>
                <a:gd name="connsiteX321" fmla="*/ 2245574 w 3024845"/>
                <a:gd name="connsiteY321" fmla="*/ 631239 h 1059043"/>
                <a:gd name="connsiteX322" fmla="*/ 2253681 w 3024845"/>
                <a:gd name="connsiteY322" fmla="*/ 631239 h 1059043"/>
                <a:gd name="connsiteX323" fmla="*/ 2255708 w 3024845"/>
                <a:gd name="connsiteY323" fmla="*/ 624754 h 1059043"/>
                <a:gd name="connsiteX324" fmla="*/ 2261788 w 3024845"/>
                <a:gd name="connsiteY324" fmla="*/ 624754 h 1059043"/>
                <a:gd name="connsiteX325" fmla="*/ 2263815 w 3024845"/>
                <a:gd name="connsiteY325" fmla="*/ 633401 h 1059043"/>
                <a:gd name="connsiteX326" fmla="*/ 2275975 w 3024845"/>
                <a:gd name="connsiteY326" fmla="*/ 633401 h 1059043"/>
                <a:gd name="connsiteX327" fmla="*/ 2275975 w 3024845"/>
                <a:gd name="connsiteY327" fmla="*/ 626915 h 1059043"/>
                <a:gd name="connsiteX328" fmla="*/ 2298268 w 3024845"/>
                <a:gd name="connsiteY328" fmla="*/ 626915 h 1059043"/>
                <a:gd name="connsiteX329" fmla="*/ 2298268 w 3024845"/>
                <a:gd name="connsiteY329" fmla="*/ 633401 h 1059043"/>
                <a:gd name="connsiteX330" fmla="*/ 2318535 w 3024845"/>
                <a:gd name="connsiteY330" fmla="*/ 633401 h 1059043"/>
                <a:gd name="connsiteX331" fmla="*/ 2318535 w 3024845"/>
                <a:gd name="connsiteY331" fmla="*/ 678798 h 1059043"/>
                <a:gd name="connsiteX332" fmla="*/ 2332722 w 3024845"/>
                <a:gd name="connsiteY332" fmla="*/ 678798 h 1059043"/>
                <a:gd name="connsiteX333" fmla="*/ 2332722 w 3024845"/>
                <a:gd name="connsiteY333" fmla="*/ 665827 h 1059043"/>
                <a:gd name="connsiteX334" fmla="*/ 2348936 w 3024845"/>
                <a:gd name="connsiteY334" fmla="*/ 665827 h 1059043"/>
                <a:gd name="connsiteX335" fmla="*/ 2348936 w 3024845"/>
                <a:gd name="connsiteY335" fmla="*/ 486400 h 1059043"/>
                <a:gd name="connsiteX336" fmla="*/ 2355016 w 3024845"/>
                <a:gd name="connsiteY336" fmla="*/ 479914 h 1059043"/>
                <a:gd name="connsiteX337" fmla="*/ 2427977 w 3024845"/>
                <a:gd name="connsiteY337" fmla="*/ 479914 h 1059043"/>
                <a:gd name="connsiteX338" fmla="*/ 2427977 w 3024845"/>
                <a:gd name="connsiteY338" fmla="*/ 488562 h 1059043"/>
                <a:gd name="connsiteX339" fmla="*/ 2438110 w 3024845"/>
                <a:gd name="connsiteY339" fmla="*/ 488562 h 1059043"/>
                <a:gd name="connsiteX340" fmla="*/ 2438110 w 3024845"/>
                <a:gd name="connsiteY340" fmla="*/ 603136 h 1059043"/>
                <a:gd name="connsiteX341" fmla="*/ 2460404 w 3024845"/>
                <a:gd name="connsiteY341" fmla="*/ 603136 h 1059043"/>
                <a:gd name="connsiteX342" fmla="*/ 2460404 w 3024845"/>
                <a:gd name="connsiteY342" fmla="*/ 536121 h 1059043"/>
                <a:gd name="connsiteX343" fmla="*/ 2486751 w 3024845"/>
                <a:gd name="connsiteY343" fmla="*/ 536121 h 1059043"/>
                <a:gd name="connsiteX344" fmla="*/ 2490804 w 3024845"/>
                <a:gd name="connsiteY344" fmla="*/ 531797 h 1059043"/>
                <a:gd name="connsiteX345" fmla="*/ 2498911 w 3024845"/>
                <a:gd name="connsiteY345" fmla="*/ 531797 h 1059043"/>
                <a:gd name="connsiteX346" fmla="*/ 2502964 w 3024845"/>
                <a:gd name="connsiteY346" fmla="*/ 536121 h 1059043"/>
                <a:gd name="connsiteX347" fmla="*/ 2525258 w 3024845"/>
                <a:gd name="connsiteY347" fmla="*/ 536121 h 1059043"/>
                <a:gd name="connsiteX348" fmla="*/ 2525258 w 3024845"/>
                <a:gd name="connsiteY348" fmla="*/ 419385 h 1059043"/>
                <a:gd name="connsiteX349" fmla="*/ 2582005 w 3024845"/>
                <a:gd name="connsiteY349" fmla="*/ 408576 h 1059043"/>
                <a:gd name="connsiteX350" fmla="*/ 2582005 w 3024845"/>
                <a:gd name="connsiteY350" fmla="*/ 409657 h 1059043"/>
                <a:gd name="connsiteX351" fmla="*/ 2582005 w 3024845"/>
                <a:gd name="connsiteY351" fmla="*/ 417223 h 1059043"/>
                <a:gd name="connsiteX352" fmla="*/ 2608352 w 3024845"/>
                <a:gd name="connsiteY352" fmla="*/ 417223 h 1059043"/>
                <a:gd name="connsiteX353" fmla="*/ 2608352 w 3024845"/>
                <a:gd name="connsiteY353" fmla="*/ 672313 h 1059043"/>
                <a:gd name="connsiteX354" fmla="*/ 2630646 w 3024845"/>
                <a:gd name="connsiteY354" fmla="*/ 672313 h 1059043"/>
                <a:gd name="connsiteX355" fmla="*/ 2630646 w 3024845"/>
                <a:gd name="connsiteY355" fmla="*/ 667989 h 1059043"/>
                <a:gd name="connsiteX356" fmla="*/ 2642806 w 3024845"/>
                <a:gd name="connsiteY356" fmla="*/ 667989 h 1059043"/>
                <a:gd name="connsiteX357" fmla="*/ 2642806 w 3024845"/>
                <a:gd name="connsiteY357" fmla="*/ 672313 h 1059043"/>
                <a:gd name="connsiteX358" fmla="*/ 2667126 w 3024845"/>
                <a:gd name="connsiteY358" fmla="*/ 672313 h 1059043"/>
                <a:gd name="connsiteX359" fmla="*/ 2667126 w 3024845"/>
                <a:gd name="connsiteY359" fmla="*/ 659342 h 1059043"/>
                <a:gd name="connsiteX360" fmla="*/ 2695500 w 3024845"/>
                <a:gd name="connsiteY360" fmla="*/ 659342 h 1059043"/>
                <a:gd name="connsiteX361" fmla="*/ 2707660 w 3024845"/>
                <a:gd name="connsiteY361" fmla="*/ 655018 h 1059043"/>
                <a:gd name="connsiteX362" fmla="*/ 2727927 w 3024845"/>
                <a:gd name="connsiteY362" fmla="*/ 659342 h 1059043"/>
                <a:gd name="connsiteX363" fmla="*/ 2727927 w 3024845"/>
                <a:gd name="connsiteY363" fmla="*/ 642048 h 1059043"/>
                <a:gd name="connsiteX364" fmla="*/ 2736034 w 3024845"/>
                <a:gd name="connsiteY364" fmla="*/ 642048 h 1059043"/>
                <a:gd name="connsiteX365" fmla="*/ 2736034 w 3024845"/>
                <a:gd name="connsiteY365" fmla="*/ 629077 h 1059043"/>
                <a:gd name="connsiteX366" fmla="*/ 2792781 w 3024845"/>
                <a:gd name="connsiteY366" fmla="*/ 629077 h 1059043"/>
                <a:gd name="connsiteX367" fmla="*/ 2792781 w 3024845"/>
                <a:gd name="connsiteY367" fmla="*/ 598812 h 1059043"/>
                <a:gd name="connsiteX368" fmla="*/ 2811021 w 3024845"/>
                <a:gd name="connsiteY368" fmla="*/ 598812 h 1059043"/>
                <a:gd name="connsiteX369" fmla="*/ 2811021 w 3024845"/>
                <a:gd name="connsiteY369" fmla="*/ 592327 h 1059043"/>
                <a:gd name="connsiteX370" fmla="*/ 2823181 w 3024845"/>
                <a:gd name="connsiteY370" fmla="*/ 592327 h 1059043"/>
                <a:gd name="connsiteX371" fmla="*/ 2823181 w 3024845"/>
                <a:gd name="connsiteY371" fmla="*/ 598812 h 1059043"/>
                <a:gd name="connsiteX372" fmla="*/ 2839395 w 3024845"/>
                <a:gd name="connsiteY372" fmla="*/ 598812 h 1059043"/>
                <a:gd name="connsiteX373" fmla="*/ 2839395 w 3024845"/>
                <a:gd name="connsiteY373" fmla="*/ 648533 h 1059043"/>
                <a:gd name="connsiteX374" fmla="*/ 2871822 w 3024845"/>
                <a:gd name="connsiteY374" fmla="*/ 648533 h 1059043"/>
                <a:gd name="connsiteX375" fmla="*/ 2871822 w 3024845"/>
                <a:gd name="connsiteY375" fmla="*/ 622592 h 1059043"/>
                <a:gd name="connsiteX376" fmla="*/ 2910329 w 3024845"/>
                <a:gd name="connsiteY376" fmla="*/ 622592 h 1059043"/>
                <a:gd name="connsiteX377" fmla="*/ 2910329 w 3024845"/>
                <a:gd name="connsiteY377" fmla="*/ 592327 h 1059043"/>
                <a:gd name="connsiteX378" fmla="*/ 2958970 w 3024845"/>
                <a:gd name="connsiteY378" fmla="*/ 592327 h 1059043"/>
                <a:gd name="connsiteX379" fmla="*/ 2958970 w 3024845"/>
                <a:gd name="connsiteY379" fmla="*/ 703483 h 1059043"/>
                <a:gd name="connsiteX380" fmla="*/ 2958970 w 3024845"/>
                <a:gd name="connsiteY380" fmla="*/ 717262 h 1059043"/>
                <a:gd name="connsiteX381" fmla="*/ 3024845 w 3024845"/>
                <a:gd name="connsiteY381" fmla="*/ 717262 h 1059043"/>
                <a:gd name="connsiteX382" fmla="*/ 3024845 w 3024845"/>
                <a:gd name="connsiteY382" fmla="*/ 1059043 h 1059043"/>
                <a:gd name="connsiteX383" fmla="*/ 2054 w 3024845"/>
                <a:gd name="connsiteY383" fmla="*/ 1056710 h 1059043"/>
                <a:gd name="connsiteX384" fmla="*/ 0 w 3024845"/>
                <a:gd name="connsiteY384" fmla="*/ 622592 h 1059043"/>
                <a:gd name="connsiteX385" fmla="*/ 20267 w 3024845"/>
                <a:gd name="connsiteY385" fmla="*/ 622592 h 1059043"/>
                <a:gd name="connsiteX386" fmla="*/ 20774 w 3024845"/>
                <a:gd name="connsiteY386" fmla="*/ 621511 h 1059043"/>
                <a:gd name="connsiteX387" fmla="*/ 24320 w 3024845"/>
                <a:gd name="connsiteY387" fmla="*/ 613945 h 1059043"/>
                <a:gd name="connsiteX388" fmla="*/ 26094 w 3024845"/>
                <a:gd name="connsiteY388" fmla="*/ 614215 h 1059043"/>
                <a:gd name="connsiteX389" fmla="*/ 38507 w 3024845"/>
                <a:gd name="connsiteY389" fmla="*/ 616106 h 1059043"/>
                <a:gd name="connsiteX390" fmla="*/ 39014 w 3024845"/>
                <a:gd name="connsiteY390" fmla="*/ 617458 h 1059043"/>
                <a:gd name="connsiteX391" fmla="*/ 42560 w 3024845"/>
                <a:gd name="connsiteY391" fmla="*/ 626915 h 1059043"/>
                <a:gd name="connsiteX392" fmla="*/ 68907 w 3024845"/>
                <a:gd name="connsiteY392" fmla="*/ 629077 h 1059043"/>
                <a:gd name="connsiteX393" fmla="*/ 68907 w 3024845"/>
                <a:gd name="connsiteY393" fmla="*/ 505856 h 1059043"/>
                <a:gd name="connsiteX394" fmla="*/ 70934 w 3024845"/>
                <a:gd name="connsiteY394" fmla="*/ 505856 h 1059043"/>
                <a:gd name="connsiteX395" fmla="*/ 85121 w 3024845"/>
                <a:gd name="connsiteY395" fmla="*/ 505856 h 1059043"/>
                <a:gd name="connsiteX396" fmla="*/ 85121 w 3024845"/>
                <a:gd name="connsiteY396" fmla="*/ 369664 h 1059043"/>
                <a:gd name="connsiteX397" fmla="*/ 86894 w 3024845"/>
                <a:gd name="connsiteY397" fmla="*/ 369664 h 1059043"/>
                <a:gd name="connsiteX398" fmla="*/ 99308 w 3024845"/>
                <a:gd name="connsiteY398" fmla="*/ 369664 h 1059043"/>
                <a:gd name="connsiteX399" fmla="*/ 99308 w 3024845"/>
                <a:gd name="connsiteY399" fmla="*/ 255090 h 1059043"/>
                <a:gd name="connsiteX400" fmla="*/ 103361 w 3024845"/>
                <a:gd name="connsiteY400" fmla="*/ 226986 h 1059043"/>
                <a:gd name="connsiteX401" fmla="*/ 105388 w 3024845"/>
                <a:gd name="connsiteY401" fmla="*/ 226986 h 1059043"/>
                <a:gd name="connsiteX402" fmla="*/ 119575 w 3024845"/>
                <a:gd name="connsiteY402"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2480 w 3024845"/>
                <a:gd name="connsiteY316" fmla="*/ 118897 h 1059043"/>
                <a:gd name="connsiteX317" fmla="*/ 2168560 w 3024845"/>
                <a:gd name="connsiteY317" fmla="*/ 125383 h 1059043"/>
                <a:gd name="connsiteX318" fmla="*/ 2180720 w 3024845"/>
                <a:gd name="connsiteY318" fmla="*/ 555577 h 1059043"/>
                <a:gd name="connsiteX319" fmla="*/ 2245574 w 3024845"/>
                <a:gd name="connsiteY319" fmla="*/ 555577 h 1059043"/>
                <a:gd name="connsiteX320" fmla="*/ 2245574 w 3024845"/>
                <a:gd name="connsiteY320" fmla="*/ 631239 h 1059043"/>
                <a:gd name="connsiteX321" fmla="*/ 2253681 w 3024845"/>
                <a:gd name="connsiteY321" fmla="*/ 631239 h 1059043"/>
                <a:gd name="connsiteX322" fmla="*/ 2255708 w 3024845"/>
                <a:gd name="connsiteY322" fmla="*/ 624754 h 1059043"/>
                <a:gd name="connsiteX323" fmla="*/ 2261788 w 3024845"/>
                <a:gd name="connsiteY323" fmla="*/ 624754 h 1059043"/>
                <a:gd name="connsiteX324" fmla="*/ 2263815 w 3024845"/>
                <a:gd name="connsiteY324" fmla="*/ 633401 h 1059043"/>
                <a:gd name="connsiteX325" fmla="*/ 2275975 w 3024845"/>
                <a:gd name="connsiteY325" fmla="*/ 633401 h 1059043"/>
                <a:gd name="connsiteX326" fmla="*/ 2275975 w 3024845"/>
                <a:gd name="connsiteY326" fmla="*/ 626915 h 1059043"/>
                <a:gd name="connsiteX327" fmla="*/ 2298268 w 3024845"/>
                <a:gd name="connsiteY327" fmla="*/ 626915 h 1059043"/>
                <a:gd name="connsiteX328" fmla="*/ 2298268 w 3024845"/>
                <a:gd name="connsiteY328" fmla="*/ 633401 h 1059043"/>
                <a:gd name="connsiteX329" fmla="*/ 2318535 w 3024845"/>
                <a:gd name="connsiteY329" fmla="*/ 633401 h 1059043"/>
                <a:gd name="connsiteX330" fmla="*/ 2318535 w 3024845"/>
                <a:gd name="connsiteY330" fmla="*/ 678798 h 1059043"/>
                <a:gd name="connsiteX331" fmla="*/ 2332722 w 3024845"/>
                <a:gd name="connsiteY331" fmla="*/ 678798 h 1059043"/>
                <a:gd name="connsiteX332" fmla="*/ 2332722 w 3024845"/>
                <a:gd name="connsiteY332" fmla="*/ 665827 h 1059043"/>
                <a:gd name="connsiteX333" fmla="*/ 2348936 w 3024845"/>
                <a:gd name="connsiteY333" fmla="*/ 665827 h 1059043"/>
                <a:gd name="connsiteX334" fmla="*/ 2348936 w 3024845"/>
                <a:gd name="connsiteY334" fmla="*/ 486400 h 1059043"/>
                <a:gd name="connsiteX335" fmla="*/ 2355016 w 3024845"/>
                <a:gd name="connsiteY335" fmla="*/ 479914 h 1059043"/>
                <a:gd name="connsiteX336" fmla="*/ 2427977 w 3024845"/>
                <a:gd name="connsiteY336" fmla="*/ 479914 h 1059043"/>
                <a:gd name="connsiteX337" fmla="*/ 2427977 w 3024845"/>
                <a:gd name="connsiteY337" fmla="*/ 488562 h 1059043"/>
                <a:gd name="connsiteX338" fmla="*/ 2438110 w 3024845"/>
                <a:gd name="connsiteY338" fmla="*/ 488562 h 1059043"/>
                <a:gd name="connsiteX339" fmla="*/ 2438110 w 3024845"/>
                <a:gd name="connsiteY339" fmla="*/ 603136 h 1059043"/>
                <a:gd name="connsiteX340" fmla="*/ 2460404 w 3024845"/>
                <a:gd name="connsiteY340" fmla="*/ 603136 h 1059043"/>
                <a:gd name="connsiteX341" fmla="*/ 2460404 w 3024845"/>
                <a:gd name="connsiteY341" fmla="*/ 536121 h 1059043"/>
                <a:gd name="connsiteX342" fmla="*/ 2486751 w 3024845"/>
                <a:gd name="connsiteY342" fmla="*/ 536121 h 1059043"/>
                <a:gd name="connsiteX343" fmla="*/ 2490804 w 3024845"/>
                <a:gd name="connsiteY343" fmla="*/ 531797 h 1059043"/>
                <a:gd name="connsiteX344" fmla="*/ 2498911 w 3024845"/>
                <a:gd name="connsiteY344" fmla="*/ 531797 h 1059043"/>
                <a:gd name="connsiteX345" fmla="*/ 2502964 w 3024845"/>
                <a:gd name="connsiteY345" fmla="*/ 536121 h 1059043"/>
                <a:gd name="connsiteX346" fmla="*/ 2525258 w 3024845"/>
                <a:gd name="connsiteY346" fmla="*/ 536121 h 1059043"/>
                <a:gd name="connsiteX347" fmla="*/ 2525258 w 3024845"/>
                <a:gd name="connsiteY347" fmla="*/ 419385 h 1059043"/>
                <a:gd name="connsiteX348" fmla="*/ 2582005 w 3024845"/>
                <a:gd name="connsiteY348" fmla="*/ 408576 h 1059043"/>
                <a:gd name="connsiteX349" fmla="*/ 2582005 w 3024845"/>
                <a:gd name="connsiteY349" fmla="*/ 409657 h 1059043"/>
                <a:gd name="connsiteX350" fmla="*/ 2582005 w 3024845"/>
                <a:gd name="connsiteY350" fmla="*/ 417223 h 1059043"/>
                <a:gd name="connsiteX351" fmla="*/ 2608352 w 3024845"/>
                <a:gd name="connsiteY351" fmla="*/ 417223 h 1059043"/>
                <a:gd name="connsiteX352" fmla="*/ 2608352 w 3024845"/>
                <a:gd name="connsiteY352" fmla="*/ 672313 h 1059043"/>
                <a:gd name="connsiteX353" fmla="*/ 2630646 w 3024845"/>
                <a:gd name="connsiteY353" fmla="*/ 672313 h 1059043"/>
                <a:gd name="connsiteX354" fmla="*/ 2630646 w 3024845"/>
                <a:gd name="connsiteY354" fmla="*/ 667989 h 1059043"/>
                <a:gd name="connsiteX355" fmla="*/ 2642806 w 3024845"/>
                <a:gd name="connsiteY355" fmla="*/ 667989 h 1059043"/>
                <a:gd name="connsiteX356" fmla="*/ 2642806 w 3024845"/>
                <a:gd name="connsiteY356" fmla="*/ 672313 h 1059043"/>
                <a:gd name="connsiteX357" fmla="*/ 2667126 w 3024845"/>
                <a:gd name="connsiteY357" fmla="*/ 672313 h 1059043"/>
                <a:gd name="connsiteX358" fmla="*/ 2667126 w 3024845"/>
                <a:gd name="connsiteY358" fmla="*/ 659342 h 1059043"/>
                <a:gd name="connsiteX359" fmla="*/ 2695500 w 3024845"/>
                <a:gd name="connsiteY359" fmla="*/ 659342 h 1059043"/>
                <a:gd name="connsiteX360" fmla="*/ 2707660 w 3024845"/>
                <a:gd name="connsiteY360" fmla="*/ 655018 h 1059043"/>
                <a:gd name="connsiteX361" fmla="*/ 2727927 w 3024845"/>
                <a:gd name="connsiteY361" fmla="*/ 659342 h 1059043"/>
                <a:gd name="connsiteX362" fmla="*/ 2727927 w 3024845"/>
                <a:gd name="connsiteY362" fmla="*/ 642048 h 1059043"/>
                <a:gd name="connsiteX363" fmla="*/ 2736034 w 3024845"/>
                <a:gd name="connsiteY363" fmla="*/ 642048 h 1059043"/>
                <a:gd name="connsiteX364" fmla="*/ 2736034 w 3024845"/>
                <a:gd name="connsiteY364" fmla="*/ 629077 h 1059043"/>
                <a:gd name="connsiteX365" fmla="*/ 2792781 w 3024845"/>
                <a:gd name="connsiteY365" fmla="*/ 629077 h 1059043"/>
                <a:gd name="connsiteX366" fmla="*/ 2792781 w 3024845"/>
                <a:gd name="connsiteY366" fmla="*/ 598812 h 1059043"/>
                <a:gd name="connsiteX367" fmla="*/ 2811021 w 3024845"/>
                <a:gd name="connsiteY367" fmla="*/ 598812 h 1059043"/>
                <a:gd name="connsiteX368" fmla="*/ 2811021 w 3024845"/>
                <a:gd name="connsiteY368" fmla="*/ 592327 h 1059043"/>
                <a:gd name="connsiteX369" fmla="*/ 2823181 w 3024845"/>
                <a:gd name="connsiteY369" fmla="*/ 592327 h 1059043"/>
                <a:gd name="connsiteX370" fmla="*/ 2823181 w 3024845"/>
                <a:gd name="connsiteY370" fmla="*/ 598812 h 1059043"/>
                <a:gd name="connsiteX371" fmla="*/ 2839395 w 3024845"/>
                <a:gd name="connsiteY371" fmla="*/ 598812 h 1059043"/>
                <a:gd name="connsiteX372" fmla="*/ 2839395 w 3024845"/>
                <a:gd name="connsiteY372" fmla="*/ 648533 h 1059043"/>
                <a:gd name="connsiteX373" fmla="*/ 2871822 w 3024845"/>
                <a:gd name="connsiteY373" fmla="*/ 648533 h 1059043"/>
                <a:gd name="connsiteX374" fmla="*/ 2871822 w 3024845"/>
                <a:gd name="connsiteY374" fmla="*/ 622592 h 1059043"/>
                <a:gd name="connsiteX375" fmla="*/ 2910329 w 3024845"/>
                <a:gd name="connsiteY375" fmla="*/ 622592 h 1059043"/>
                <a:gd name="connsiteX376" fmla="*/ 2910329 w 3024845"/>
                <a:gd name="connsiteY376" fmla="*/ 592327 h 1059043"/>
                <a:gd name="connsiteX377" fmla="*/ 2958970 w 3024845"/>
                <a:gd name="connsiteY377" fmla="*/ 592327 h 1059043"/>
                <a:gd name="connsiteX378" fmla="*/ 2958970 w 3024845"/>
                <a:gd name="connsiteY378" fmla="*/ 703483 h 1059043"/>
                <a:gd name="connsiteX379" fmla="*/ 2958970 w 3024845"/>
                <a:gd name="connsiteY379" fmla="*/ 717262 h 1059043"/>
                <a:gd name="connsiteX380" fmla="*/ 3024845 w 3024845"/>
                <a:gd name="connsiteY380" fmla="*/ 717262 h 1059043"/>
                <a:gd name="connsiteX381" fmla="*/ 3024845 w 3024845"/>
                <a:gd name="connsiteY381" fmla="*/ 1059043 h 1059043"/>
                <a:gd name="connsiteX382" fmla="*/ 2054 w 3024845"/>
                <a:gd name="connsiteY382" fmla="*/ 1056710 h 1059043"/>
                <a:gd name="connsiteX383" fmla="*/ 0 w 3024845"/>
                <a:gd name="connsiteY383" fmla="*/ 622592 h 1059043"/>
                <a:gd name="connsiteX384" fmla="*/ 20267 w 3024845"/>
                <a:gd name="connsiteY384" fmla="*/ 622592 h 1059043"/>
                <a:gd name="connsiteX385" fmla="*/ 20774 w 3024845"/>
                <a:gd name="connsiteY385" fmla="*/ 621511 h 1059043"/>
                <a:gd name="connsiteX386" fmla="*/ 24320 w 3024845"/>
                <a:gd name="connsiteY386" fmla="*/ 613945 h 1059043"/>
                <a:gd name="connsiteX387" fmla="*/ 26094 w 3024845"/>
                <a:gd name="connsiteY387" fmla="*/ 614215 h 1059043"/>
                <a:gd name="connsiteX388" fmla="*/ 38507 w 3024845"/>
                <a:gd name="connsiteY388" fmla="*/ 616106 h 1059043"/>
                <a:gd name="connsiteX389" fmla="*/ 39014 w 3024845"/>
                <a:gd name="connsiteY389" fmla="*/ 617458 h 1059043"/>
                <a:gd name="connsiteX390" fmla="*/ 42560 w 3024845"/>
                <a:gd name="connsiteY390" fmla="*/ 626915 h 1059043"/>
                <a:gd name="connsiteX391" fmla="*/ 68907 w 3024845"/>
                <a:gd name="connsiteY391" fmla="*/ 629077 h 1059043"/>
                <a:gd name="connsiteX392" fmla="*/ 68907 w 3024845"/>
                <a:gd name="connsiteY392" fmla="*/ 505856 h 1059043"/>
                <a:gd name="connsiteX393" fmla="*/ 70934 w 3024845"/>
                <a:gd name="connsiteY393" fmla="*/ 505856 h 1059043"/>
                <a:gd name="connsiteX394" fmla="*/ 85121 w 3024845"/>
                <a:gd name="connsiteY394" fmla="*/ 505856 h 1059043"/>
                <a:gd name="connsiteX395" fmla="*/ 85121 w 3024845"/>
                <a:gd name="connsiteY395" fmla="*/ 369664 h 1059043"/>
                <a:gd name="connsiteX396" fmla="*/ 86894 w 3024845"/>
                <a:gd name="connsiteY396" fmla="*/ 369664 h 1059043"/>
                <a:gd name="connsiteX397" fmla="*/ 99308 w 3024845"/>
                <a:gd name="connsiteY397" fmla="*/ 369664 h 1059043"/>
                <a:gd name="connsiteX398" fmla="*/ 99308 w 3024845"/>
                <a:gd name="connsiteY398" fmla="*/ 255090 h 1059043"/>
                <a:gd name="connsiteX399" fmla="*/ 103361 w 3024845"/>
                <a:gd name="connsiteY399" fmla="*/ 226986 h 1059043"/>
                <a:gd name="connsiteX400" fmla="*/ 105388 w 3024845"/>
                <a:gd name="connsiteY400" fmla="*/ 226986 h 1059043"/>
                <a:gd name="connsiteX401" fmla="*/ 119575 w 3024845"/>
                <a:gd name="connsiteY401"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68560 w 3024845"/>
                <a:gd name="connsiteY316" fmla="*/ 125383 h 1059043"/>
                <a:gd name="connsiteX317" fmla="*/ 2180720 w 3024845"/>
                <a:gd name="connsiteY317" fmla="*/ 555577 h 1059043"/>
                <a:gd name="connsiteX318" fmla="*/ 2245574 w 3024845"/>
                <a:gd name="connsiteY318" fmla="*/ 555577 h 1059043"/>
                <a:gd name="connsiteX319" fmla="*/ 2245574 w 3024845"/>
                <a:gd name="connsiteY319" fmla="*/ 631239 h 1059043"/>
                <a:gd name="connsiteX320" fmla="*/ 2253681 w 3024845"/>
                <a:gd name="connsiteY320" fmla="*/ 631239 h 1059043"/>
                <a:gd name="connsiteX321" fmla="*/ 2255708 w 3024845"/>
                <a:gd name="connsiteY321" fmla="*/ 624754 h 1059043"/>
                <a:gd name="connsiteX322" fmla="*/ 2261788 w 3024845"/>
                <a:gd name="connsiteY322" fmla="*/ 624754 h 1059043"/>
                <a:gd name="connsiteX323" fmla="*/ 2263815 w 3024845"/>
                <a:gd name="connsiteY323" fmla="*/ 633401 h 1059043"/>
                <a:gd name="connsiteX324" fmla="*/ 2275975 w 3024845"/>
                <a:gd name="connsiteY324" fmla="*/ 633401 h 1059043"/>
                <a:gd name="connsiteX325" fmla="*/ 2275975 w 3024845"/>
                <a:gd name="connsiteY325" fmla="*/ 626915 h 1059043"/>
                <a:gd name="connsiteX326" fmla="*/ 2298268 w 3024845"/>
                <a:gd name="connsiteY326" fmla="*/ 626915 h 1059043"/>
                <a:gd name="connsiteX327" fmla="*/ 2298268 w 3024845"/>
                <a:gd name="connsiteY327" fmla="*/ 633401 h 1059043"/>
                <a:gd name="connsiteX328" fmla="*/ 2318535 w 3024845"/>
                <a:gd name="connsiteY328" fmla="*/ 633401 h 1059043"/>
                <a:gd name="connsiteX329" fmla="*/ 2318535 w 3024845"/>
                <a:gd name="connsiteY329" fmla="*/ 678798 h 1059043"/>
                <a:gd name="connsiteX330" fmla="*/ 2332722 w 3024845"/>
                <a:gd name="connsiteY330" fmla="*/ 678798 h 1059043"/>
                <a:gd name="connsiteX331" fmla="*/ 2332722 w 3024845"/>
                <a:gd name="connsiteY331" fmla="*/ 665827 h 1059043"/>
                <a:gd name="connsiteX332" fmla="*/ 2348936 w 3024845"/>
                <a:gd name="connsiteY332" fmla="*/ 665827 h 1059043"/>
                <a:gd name="connsiteX333" fmla="*/ 2348936 w 3024845"/>
                <a:gd name="connsiteY333" fmla="*/ 486400 h 1059043"/>
                <a:gd name="connsiteX334" fmla="*/ 2355016 w 3024845"/>
                <a:gd name="connsiteY334" fmla="*/ 479914 h 1059043"/>
                <a:gd name="connsiteX335" fmla="*/ 2427977 w 3024845"/>
                <a:gd name="connsiteY335" fmla="*/ 479914 h 1059043"/>
                <a:gd name="connsiteX336" fmla="*/ 2427977 w 3024845"/>
                <a:gd name="connsiteY336" fmla="*/ 488562 h 1059043"/>
                <a:gd name="connsiteX337" fmla="*/ 2438110 w 3024845"/>
                <a:gd name="connsiteY337" fmla="*/ 488562 h 1059043"/>
                <a:gd name="connsiteX338" fmla="*/ 2438110 w 3024845"/>
                <a:gd name="connsiteY338" fmla="*/ 603136 h 1059043"/>
                <a:gd name="connsiteX339" fmla="*/ 2460404 w 3024845"/>
                <a:gd name="connsiteY339" fmla="*/ 603136 h 1059043"/>
                <a:gd name="connsiteX340" fmla="*/ 2460404 w 3024845"/>
                <a:gd name="connsiteY340" fmla="*/ 536121 h 1059043"/>
                <a:gd name="connsiteX341" fmla="*/ 2486751 w 3024845"/>
                <a:gd name="connsiteY341" fmla="*/ 536121 h 1059043"/>
                <a:gd name="connsiteX342" fmla="*/ 2490804 w 3024845"/>
                <a:gd name="connsiteY342" fmla="*/ 531797 h 1059043"/>
                <a:gd name="connsiteX343" fmla="*/ 2498911 w 3024845"/>
                <a:gd name="connsiteY343" fmla="*/ 531797 h 1059043"/>
                <a:gd name="connsiteX344" fmla="*/ 2502964 w 3024845"/>
                <a:gd name="connsiteY344" fmla="*/ 536121 h 1059043"/>
                <a:gd name="connsiteX345" fmla="*/ 2525258 w 3024845"/>
                <a:gd name="connsiteY345" fmla="*/ 536121 h 1059043"/>
                <a:gd name="connsiteX346" fmla="*/ 2525258 w 3024845"/>
                <a:gd name="connsiteY346" fmla="*/ 419385 h 1059043"/>
                <a:gd name="connsiteX347" fmla="*/ 2582005 w 3024845"/>
                <a:gd name="connsiteY347" fmla="*/ 408576 h 1059043"/>
                <a:gd name="connsiteX348" fmla="*/ 2582005 w 3024845"/>
                <a:gd name="connsiteY348" fmla="*/ 409657 h 1059043"/>
                <a:gd name="connsiteX349" fmla="*/ 2582005 w 3024845"/>
                <a:gd name="connsiteY349" fmla="*/ 417223 h 1059043"/>
                <a:gd name="connsiteX350" fmla="*/ 2608352 w 3024845"/>
                <a:gd name="connsiteY350" fmla="*/ 417223 h 1059043"/>
                <a:gd name="connsiteX351" fmla="*/ 2608352 w 3024845"/>
                <a:gd name="connsiteY351" fmla="*/ 672313 h 1059043"/>
                <a:gd name="connsiteX352" fmla="*/ 2630646 w 3024845"/>
                <a:gd name="connsiteY352" fmla="*/ 672313 h 1059043"/>
                <a:gd name="connsiteX353" fmla="*/ 2630646 w 3024845"/>
                <a:gd name="connsiteY353" fmla="*/ 667989 h 1059043"/>
                <a:gd name="connsiteX354" fmla="*/ 2642806 w 3024845"/>
                <a:gd name="connsiteY354" fmla="*/ 667989 h 1059043"/>
                <a:gd name="connsiteX355" fmla="*/ 2642806 w 3024845"/>
                <a:gd name="connsiteY355" fmla="*/ 672313 h 1059043"/>
                <a:gd name="connsiteX356" fmla="*/ 2667126 w 3024845"/>
                <a:gd name="connsiteY356" fmla="*/ 672313 h 1059043"/>
                <a:gd name="connsiteX357" fmla="*/ 2667126 w 3024845"/>
                <a:gd name="connsiteY357" fmla="*/ 659342 h 1059043"/>
                <a:gd name="connsiteX358" fmla="*/ 2695500 w 3024845"/>
                <a:gd name="connsiteY358" fmla="*/ 659342 h 1059043"/>
                <a:gd name="connsiteX359" fmla="*/ 2707660 w 3024845"/>
                <a:gd name="connsiteY359" fmla="*/ 655018 h 1059043"/>
                <a:gd name="connsiteX360" fmla="*/ 2727927 w 3024845"/>
                <a:gd name="connsiteY360" fmla="*/ 659342 h 1059043"/>
                <a:gd name="connsiteX361" fmla="*/ 2727927 w 3024845"/>
                <a:gd name="connsiteY361" fmla="*/ 642048 h 1059043"/>
                <a:gd name="connsiteX362" fmla="*/ 2736034 w 3024845"/>
                <a:gd name="connsiteY362" fmla="*/ 642048 h 1059043"/>
                <a:gd name="connsiteX363" fmla="*/ 2736034 w 3024845"/>
                <a:gd name="connsiteY363" fmla="*/ 629077 h 1059043"/>
                <a:gd name="connsiteX364" fmla="*/ 2792781 w 3024845"/>
                <a:gd name="connsiteY364" fmla="*/ 629077 h 1059043"/>
                <a:gd name="connsiteX365" fmla="*/ 2792781 w 3024845"/>
                <a:gd name="connsiteY365" fmla="*/ 598812 h 1059043"/>
                <a:gd name="connsiteX366" fmla="*/ 2811021 w 3024845"/>
                <a:gd name="connsiteY366" fmla="*/ 598812 h 1059043"/>
                <a:gd name="connsiteX367" fmla="*/ 2811021 w 3024845"/>
                <a:gd name="connsiteY367" fmla="*/ 592327 h 1059043"/>
                <a:gd name="connsiteX368" fmla="*/ 2823181 w 3024845"/>
                <a:gd name="connsiteY368" fmla="*/ 592327 h 1059043"/>
                <a:gd name="connsiteX369" fmla="*/ 2823181 w 3024845"/>
                <a:gd name="connsiteY369" fmla="*/ 598812 h 1059043"/>
                <a:gd name="connsiteX370" fmla="*/ 2839395 w 3024845"/>
                <a:gd name="connsiteY370" fmla="*/ 598812 h 1059043"/>
                <a:gd name="connsiteX371" fmla="*/ 2839395 w 3024845"/>
                <a:gd name="connsiteY371" fmla="*/ 648533 h 1059043"/>
                <a:gd name="connsiteX372" fmla="*/ 2871822 w 3024845"/>
                <a:gd name="connsiteY372" fmla="*/ 648533 h 1059043"/>
                <a:gd name="connsiteX373" fmla="*/ 2871822 w 3024845"/>
                <a:gd name="connsiteY373" fmla="*/ 622592 h 1059043"/>
                <a:gd name="connsiteX374" fmla="*/ 2910329 w 3024845"/>
                <a:gd name="connsiteY374" fmla="*/ 622592 h 1059043"/>
                <a:gd name="connsiteX375" fmla="*/ 2910329 w 3024845"/>
                <a:gd name="connsiteY375" fmla="*/ 592327 h 1059043"/>
                <a:gd name="connsiteX376" fmla="*/ 2958970 w 3024845"/>
                <a:gd name="connsiteY376" fmla="*/ 592327 h 1059043"/>
                <a:gd name="connsiteX377" fmla="*/ 2958970 w 3024845"/>
                <a:gd name="connsiteY377" fmla="*/ 703483 h 1059043"/>
                <a:gd name="connsiteX378" fmla="*/ 2958970 w 3024845"/>
                <a:gd name="connsiteY378" fmla="*/ 717262 h 1059043"/>
                <a:gd name="connsiteX379" fmla="*/ 3024845 w 3024845"/>
                <a:gd name="connsiteY379" fmla="*/ 717262 h 1059043"/>
                <a:gd name="connsiteX380" fmla="*/ 3024845 w 3024845"/>
                <a:gd name="connsiteY380" fmla="*/ 1059043 h 1059043"/>
                <a:gd name="connsiteX381" fmla="*/ 2054 w 3024845"/>
                <a:gd name="connsiteY381" fmla="*/ 1056710 h 1059043"/>
                <a:gd name="connsiteX382" fmla="*/ 0 w 3024845"/>
                <a:gd name="connsiteY382" fmla="*/ 622592 h 1059043"/>
                <a:gd name="connsiteX383" fmla="*/ 20267 w 3024845"/>
                <a:gd name="connsiteY383" fmla="*/ 622592 h 1059043"/>
                <a:gd name="connsiteX384" fmla="*/ 20774 w 3024845"/>
                <a:gd name="connsiteY384" fmla="*/ 621511 h 1059043"/>
                <a:gd name="connsiteX385" fmla="*/ 24320 w 3024845"/>
                <a:gd name="connsiteY385" fmla="*/ 613945 h 1059043"/>
                <a:gd name="connsiteX386" fmla="*/ 26094 w 3024845"/>
                <a:gd name="connsiteY386" fmla="*/ 614215 h 1059043"/>
                <a:gd name="connsiteX387" fmla="*/ 38507 w 3024845"/>
                <a:gd name="connsiteY387" fmla="*/ 616106 h 1059043"/>
                <a:gd name="connsiteX388" fmla="*/ 39014 w 3024845"/>
                <a:gd name="connsiteY388" fmla="*/ 617458 h 1059043"/>
                <a:gd name="connsiteX389" fmla="*/ 42560 w 3024845"/>
                <a:gd name="connsiteY389" fmla="*/ 626915 h 1059043"/>
                <a:gd name="connsiteX390" fmla="*/ 68907 w 3024845"/>
                <a:gd name="connsiteY390" fmla="*/ 629077 h 1059043"/>
                <a:gd name="connsiteX391" fmla="*/ 68907 w 3024845"/>
                <a:gd name="connsiteY391" fmla="*/ 505856 h 1059043"/>
                <a:gd name="connsiteX392" fmla="*/ 70934 w 3024845"/>
                <a:gd name="connsiteY392" fmla="*/ 505856 h 1059043"/>
                <a:gd name="connsiteX393" fmla="*/ 85121 w 3024845"/>
                <a:gd name="connsiteY393" fmla="*/ 505856 h 1059043"/>
                <a:gd name="connsiteX394" fmla="*/ 85121 w 3024845"/>
                <a:gd name="connsiteY394" fmla="*/ 369664 h 1059043"/>
                <a:gd name="connsiteX395" fmla="*/ 86894 w 3024845"/>
                <a:gd name="connsiteY395" fmla="*/ 369664 h 1059043"/>
                <a:gd name="connsiteX396" fmla="*/ 99308 w 3024845"/>
                <a:gd name="connsiteY396" fmla="*/ 369664 h 1059043"/>
                <a:gd name="connsiteX397" fmla="*/ 99308 w 3024845"/>
                <a:gd name="connsiteY397" fmla="*/ 255090 h 1059043"/>
                <a:gd name="connsiteX398" fmla="*/ 103361 w 3024845"/>
                <a:gd name="connsiteY398" fmla="*/ 226986 h 1059043"/>
                <a:gd name="connsiteX399" fmla="*/ 105388 w 3024845"/>
                <a:gd name="connsiteY399" fmla="*/ 226986 h 1059043"/>
                <a:gd name="connsiteX400" fmla="*/ 119575 w 3024845"/>
                <a:gd name="connsiteY400"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118897 h 1059043"/>
                <a:gd name="connsiteX313" fmla="*/ 2150320 w 3024845"/>
                <a:gd name="connsiteY313" fmla="*/ 60529 h 1059043"/>
                <a:gd name="connsiteX314" fmla="*/ 2152346 w 3024845"/>
                <a:gd name="connsiteY314" fmla="*/ 56206 h 1059043"/>
                <a:gd name="connsiteX315" fmla="*/ 2152346 w 3024845"/>
                <a:gd name="connsiteY315" fmla="*/ 0 h 1059043"/>
                <a:gd name="connsiteX316" fmla="*/ 2180720 w 3024845"/>
                <a:gd name="connsiteY316" fmla="*/ 555577 h 1059043"/>
                <a:gd name="connsiteX317" fmla="*/ 2245574 w 3024845"/>
                <a:gd name="connsiteY317" fmla="*/ 555577 h 1059043"/>
                <a:gd name="connsiteX318" fmla="*/ 2245574 w 3024845"/>
                <a:gd name="connsiteY318" fmla="*/ 631239 h 1059043"/>
                <a:gd name="connsiteX319" fmla="*/ 2253681 w 3024845"/>
                <a:gd name="connsiteY319" fmla="*/ 631239 h 1059043"/>
                <a:gd name="connsiteX320" fmla="*/ 2255708 w 3024845"/>
                <a:gd name="connsiteY320" fmla="*/ 624754 h 1059043"/>
                <a:gd name="connsiteX321" fmla="*/ 2261788 w 3024845"/>
                <a:gd name="connsiteY321" fmla="*/ 624754 h 1059043"/>
                <a:gd name="connsiteX322" fmla="*/ 2263815 w 3024845"/>
                <a:gd name="connsiteY322" fmla="*/ 633401 h 1059043"/>
                <a:gd name="connsiteX323" fmla="*/ 2275975 w 3024845"/>
                <a:gd name="connsiteY323" fmla="*/ 633401 h 1059043"/>
                <a:gd name="connsiteX324" fmla="*/ 2275975 w 3024845"/>
                <a:gd name="connsiteY324" fmla="*/ 626915 h 1059043"/>
                <a:gd name="connsiteX325" fmla="*/ 2298268 w 3024845"/>
                <a:gd name="connsiteY325" fmla="*/ 626915 h 1059043"/>
                <a:gd name="connsiteX326" fmla="*/ 2298268 w 3024845"/>
                <a:gd name="connsiteY326" fmla="*/ 633401 h 1059043"/>
                <a:gd name="connsiteX327" fmla="*/ 2318535 w 3024845"/>
                <a:gd name="connsiteY327" fmla="*/ 633401 h 1059043"/>
                <a:gd name="connsiteX328" fmla="*/ 2318535 w 3024845"/>
                <a:gd name="connsiteY328" fmla="*/ 678798 h 1059043"/>
                <a:gd name="connsiteX329" fmla="*/ 2332722 w 3024845"/>
                <a:gd name="connsiteY329" fmla="*/ 678798 h 1059043"/>
                <a:gd name="connsiteX330" fmla="*/ 2332722 w 3024845"/>
                <a:gd name="connsiteY330" fmla="*/ 665827 h 1059043"/>
                <a:gd name="connsiteX331" fmla="*/ 2348936 w 3024845"/>
                <a:gd name="connsiteY331" fmla="*/ 665827 h 1059043"/>
                <a:gd name="connsiteX332" fmla="*/ 2348936 w 3024845"/>
                <a:gd name="connsiteY332" fmla="*/ 486400 h 1059043"/>
                <a:gd name="connsiteX333" fmla="*/ 2355016 w 3024845"/>
                <a:gd name="connsiteY333" fmla="*/ 479914 h 1059043"/>
                <a:gd name="connsiteX334" fmla="*/ 2427977 w 3024845"/>
                <a:gd name="connsiteY334" fmla="*/ 479914 h 1059043"/>
                <a:gd name="connsiteX335" fmla="*/ 2427977 w 3024845"/>
                <a:gd name="connsiteY335" fmla="*/ 488562 h 1059043"/>
                <a:gd name="connsiteX336" fmla="*/ 2438110 w 3024845"/>
                <a:gd name="connsiteY336" fmla="*/ 488562 h 1059043"/>
                <a:gd name="connsiteX337" fmla="*/ 2438110 w 3024845"/>
                <a:gd name="connsiteY337" fmla="*/ 603136 h 1059043"/>
                <a:gd name="connsiteX338" fmla="*/ 2460404 w 3024845"/>
                <a:gd name="connsiteY338" fmla="*/ 603136 h 1059043"/>
                <a:gd name="connsiteX339" fmla="*/ 2460404 w 3024845"/>
                <a:gd name="connsiteY339" fmla="*/ 536121 h 1059043"/>
                <a:gd name="connsiteX340" fmla="*/ 2486751 w 3024845"/>
                <a:gd name="connsiteY340" fmla="*/ 536121 h 1059043"/>
                <a:gd name="connsiteX341" fmla="*/ 2490804 w 3024845"/>
                <a:gd name="connsiteY341" fmla="*/ 531797 h 1059043"/>
                <a:gd name="connsiteX342" fmla="*/ 2498911 w 3024845"/>
                <a:gd name="connsiteY342" fmla="*/ 531797 h 1059043"/>
                <a:gd name="connsiteX343" fmla="*/ 2502964 w 3024845"/>
                <a:gd name="connsiteY343" fmla="*/ 536121 h 1059043"/>
                <a:gd name="connsiteX344" fmla="*/ 2525258 w 3024845"/>
                <a:gd name="connsiteY344" fmla="*/ 536121 h 1059043"/>
                <a:gd name="connsiteX345" fmla="*/ 2525258 w 3024845"/>
                <a:gd name="connsiteY345" fmla="*/ 419385 h 1059043"/>
                <a:gd name="connsiteX346" fmla="*/ 2582005 w 3024845"/>
                <a:gd name="connsiteY346" fmla="*/ 408576 h 1059043"/>
                <a:gd name="connsiteX347" fmla="*/ 2582005 w 3024845"/>
                <a:gd name="connsiteY347" fmla="*/ 409657 h 1059043"/>
                <a:gd name="connsiteX348" fmla="*/ 2582005 w 3024845"/>
                <a:gd name="connsiteY348" fmla="*/ 417223 h 1059043"/>
                <a:gd name="connsiteX349" fmla="*/ 2608352 w 3024845"/>
                <a:gd name="connsiteY349" fmla="*/ 417223 h 1059043"/>
                <a:gd name="connsiteX350" fmla="*/ 2608352 w 3024845"/>
                <a:gd name="connsiteY350" fmla="*/ 672313 h 1059043"/>
                <a:gd name="connsiteX351" fmla="*/ 2630646 w 3024845"/>
                <a:gd name="connsiteY351" fmla="*/ 672313 h 1059043"/>
                <a:gd name="connsiteX352" fmla="*/ 2630646 w 3024845"/>
                <a:gd name="connsiteY352" fmla="*/ 667989 h 1059043"/>
                <a:gd name="connsiteX353" fmla="*/ 2642806 w 3024845"/>
                <a:gd name="connsiteY353" fmla="*/ 667989 h 1059043"/>
                <a:gd name="connsiteX354" fmla="*/ 2642806 w 3024845"/>
                <a:gd name="connsiteY354" fmla="*/ 672313 h 1059043"/>
                <a:gd name="connsiteX355" fmla="*/ 2667126 w 3024845"/>
                <a:gd name="connsiteY355" fmla="*/ 672313 h 1059043"/>
                <a:gd name="connsiteX356" fmla="*/ 2667126 w 3024845"/>
                <a:gd name="connsiteY356" fmla="*/ 659342 h 1059043"/>
                <a:gd name="connsiteX357" fmla="*/ 2695500 w 3024845"/>
                <a:gd name="connsiteY357" fmla="*/ 659342 h 1059043"/>
                <a:gd name="connsiteX358" fmla="*/ 2707660 w 3024845"/>
                <a:gd name="connsiteY358" fmla="*/ 655018 h 1059043"/>
                <a:gd name="connsiteX359" fmla="*/ 2727927 w 3024845"/>
                <a:gd name="connsiteY359" fmla="*/ 659342 h 1059043"/>
                <a:gd name="connsiteX360" fmla="*/ 2727927 w 3024845"/>
                <a:gd name="connsiteY360" fmla="*/ 642048 h 1059043"/>
                <a:gd name="connsiteX361" fmla="*/ 2736034 w 3024845"/>
                <a:gd name="connsiteY361" fmla="*/ 642048 h 1059043"/>
                <a:gd name="connsiteX362" fmla="*/ 2736034 w 3024845"/>
                <a:gd name="connsiteY362" fmla="*/ 629077 h 1059043"/>
                <a:gd name="connsiteX363" fmla="*/ 2792781 w 3024845"/>
                <a:gd name="connsiteY363" fmla="*/ 629077 h 1059043"/>
                <a:gd name="connsiteX364" fmla="*/ 2792781 w 3024845"/>
                <a:gd name="connsiteY364" fmla="*/ 598812 h 1059043"/>
                <a:gd name="connsiteX365" fmla="*/ 2811021 w 3024845"/>
                <a:gd name="connsiteY365" fmla="*/ 598812 h 1059043"/>
                <a:gd name="connsiteX366" fmla="*/ 2811021 w 3024845"/>
                <a:gd name="connsiteY366" fmla="*/ 592327 h 1059043"/>
                <a:gd name="connsiteX367" fmla="*/ 2823181 w 3024845"/>
                <a:gd name="connsiteY367" fmla="*/ 592327 h 1059043"/>
                <a:gd name="connsiteX368" fmla="*/ 2823181 w 3024845"/>
                <a:gd name="connsiteY368" fmla="*/ 598812 h 1059043"/>
                <a:gd name="connsiteX369" fmla="*/ 2839395 w 3024845"/>
                <a:gd name="connsiteY369" fmla="*/ 598812 h 1059043"/>
                <a:gd name="connsiteX370" fmla="*/ 2839395 w 3024845"/>
                <a:gd name="connsiteY370" fmla="*/ 648533 h 1059043"/>
                <a:gd name="connsiteX371" fmla="*/ 2871822 w 3024845"/>
                <a:gd name="connsiteY371" fmla="*/ 648533 h 1059043"/>
                <a:gd name="connsiteX372" fmla="*/ 2871822 w 3024845"/>
                <a:gd name="connsiteY372" fmla="*/ 622592 h 1059043"/>
                <a:gd name="connsiteX373" fmla="*/ 2910329 w 3024845"/>
                <a:gd name="connsiteY373" fmla="*/ 622592 h 1059043"/>
                <a:gd name="connsiteX374" fmla="*/ 2910329 w 3024845"/>
                <a:gd name="connsiteY374" fmla="*/ 592327 h 1059043"/>
                <a:gd name="connsiteX375" fmla="*/ 2958970 w 3024845"/>
                <a:gd name="connsiteY375" fmla="*/ 592327 h 1059043"/>
                <a:gd name="connsiteX376" fmla="*/ 2958970 w 3024845"/>
                <a:gd name="connsiteY376" fmla="*/ 703483 h 1059043"/>
                <a:gd name="connsiteX377" fmla="*/ 2958970 w 3024845"/>
                <a:gd name="connsiteY377" fmla="*/ 717262 h 1059043"/>
                <a:gd name="connsiteX378" fmla="*/ 3024845 w 3024845"/>
                <a:gd name="connsiteY378" fmla="*/ 717262 h 1059043"/>
                <a:gd name="connsiteX379" fmla="*/ 3024845 w 3024845"/>
                <a:gd name="connsiteY379" fmla="*/ 1059043 h 1059043"/>
                <a:gd name="connsiteX380" fmla="*/ 2054 w 3024845"/>
                <a:gd name="connsiteY380" fmla="*/ 1056710 h 1059043"/>
                <a:gd name="connsiteX381" fmla="*/ 0 w 3024845"/>
                <a:gd name="connsiteY381" fmla="*/ 622592 h 1059043"/>
                <a:gd name="connsiteX382" fmla="*/ 20267 w 3024845"/>
                <a:gd name="connsiteY382" fmla="*/ 622592 h 1059043"/>
                <a:gd name="connsiteX383" fmla="*/ 20774 w 3024845"/>
                <a:gd name="connsiteY383" fmla="*/ 621511 h 1059043"/>
                <a:gd name="connsiteX384" fmla="*/ 24320 w 3024845"/>
                <a:gd name="connsiteY384" fmla="*/ 613945 h 1059043"/>
                <a:gd name="connsiteX385" fmla="*/ 26094 w 3024845"/>
                <a:gd name="connsiteY385" fmla="*/ 614215 h 1059043"/>
                <a:gd name="connsiteX386" fmla="*/ 38507 w 3024845"/>
                <a:gd name="connsiteY386" fmla="*/ 616106 h 1059043"/>
                <a:gd name="connsiteX387" fmla="*/ 39014 w 3024845"/>
                <a:gd name="connsiteY387" fmla="*/ 617458 h 1059043"/>
                <a:gd name="connsiteX388" fmla="*/ 42560 w 3024845"/>
                <a:gd name="connsiteY388" fmla="*/ 626915 h 1059043"/>
                <a:gd name="connsiteX389" fmla="*/ 68907 w 3024845"/>
                <a:gd name="connsiteY389" fmla="*/ 629077 h 1059043"/>
                <a:gd name="connsiteX390" fmla="*/ 68907 w 3024845"/>
                <a:gd name="connsiteY390" fmla="*/ 505856 h 1059043"/>
                <a:gd name="connsiteX391" fmla="*/ 70934 w 3024845"/>
                <a:gd name="connsiteY391" fmla="*/ 505856 h 1059043"/>
                <a:gd name="connsiteX392" fmla="*/ 85121 w 3024845"/>
                <a:gd name="connsiteY392" fmla="*/ 505856 h 1059043"/>
                <a:gd name="connsiteX393" fmla="*/ 85121 w 3024845"/>
                <a:gd name="connsiteY393" fmla="*/ 369664 h 1059043"/>
                <a:gd name="connsiteX394" fmla="*/ 86894 w 3024845"/>
                <a:gd name="connsiteY394" fmla="*/ 369664 h 1059043"/>
                <a:gd name="connsiteX395" fmla="*/ 99308 w 3024845"/>
                <a:gd name="connsiteY395" fmla="*/ 369664 h 1059043"/>
                <a:gd name="connsiteX396" fmla="*/ 99308 w 3024845"/>
                <a:gd name="connsiteY396" fmla="*/ 255090 h 1059043"/>
                <a:gd name="connsiteX397" fmla="*/ 103361 w 3024845"/>
                <a:gd name="connsiteY397" fmla="*/ 226986 h 1059043"/>
                <a:gd name="connsiteX398" fmla="*/ 105388 w 3024845"/>
                <a:gd name="connsiteY398" fmla="*/ 226986 h 1059043"/>
                <a:gd name="connsiteX399" fmla="*/ 119575 w 3024845"/>
                <a:gd name="connsiteY399"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44240 w 3024845"/>
                <a:gd name="connsiteY311" fmla="*/ 125383 h 1059043"/>
                <a:gd name="connsiteX312" fmla="*/ 2150320 w 3024845"/>
                <a:gd name="connsiteY312" fmla="*/ 60529 h 1059043"/>
                <a:gd name="connsiteX313" fmla="*/ 2152346 w 3024845"/>
                <a:gd name="connsiteY313" fmla="*/ 56206 h 1059043"/>
                <a:gd name="connsiteX314" fmla="*/ 2152346 w 3024845"/>
                <a:gd name="connsiteY314" fmla="*/ 0 h 1059043"/>
                <a:gd name="connsiteX315" fmla="*/ 2180720 w 3024845"/>
                <a:gd name="connsiteY315" fmla="*/ 555577 h 1059043"/>
                <a:gd name="connsiteX316" fmla="*/ 2245574 w 3024845"/>
                <a:gd name="connsiteY316" fmla="*/ 555577 h 1059043"/>
                <a:gd name="connsiteX317" fmla="*/ 2245574 w 3024845"/>
                <a:gd name="connsiteY317" fmla="*/ 631239 h 1059043"/>
                <a:gd name="connsiteX318" fmla="*/ 2253681 w 3024845"/>
                <a:gd name="connsiteY318" fmla="*/ 631239 h 1059043"/>
                <a:gd name="connsiteX319" fmla="*/ 2255708 w 3024845"/>
                <a:gd name="connsiteY319" fmla="*/ 624754 h 1059043"/>
                <a:gd name="connsiteX320" fmla="*/ 2261788 w 3024845"/>
                <a:gd name="connsiteY320" fmla="*/ 624754 h 1059043"/>
                <a:gd name="connsiteX321" fmla="*/ 2263815 w 3024845"/>
                <a:gd name="connsiteY321" fmla="*/ 633401 h 1059043"/>
                <a:gd name="connsiteX322" fmla="*/ 2275975 w 3024845"/>
                <a:gd name="connsiteY322" fmla="*/ 633401 h 1059043"/>
                <a:gd name="connsiteX323" fmla="*/ 2275975 w 3024845"/>
                <a:gd name="connsiteY323" fmla="*/ 626915 h 1059043"/>
                <a:gd name="connsiteX324" fmla="*/ 2298268 w 3024845"/>
                <a:gd name="connsiteY324" fmla="*/ 626915 h 1059043"/>
                <a:gd name="connsiteX325" fmla="*/ 2298268 w 3024845"/>
                <a:gd name="connsiteY325" fmla="*/ 633401 h 1059043"/>
                <a:gd name="connsiteX326" fmla="*/ 2318535 w 3024845"/>
                <a:gd name="connsiteY326" fmla="*/ 633401 h 1059043"/>
                <a:gd name="connsiteX327" fmla="*/ 2318535 w 3024845"/>
                <a:gd name="connsiteY327" fmla="*/ 678798 h 1059043"/>
                <a:gd name="connsiteX328" fmla="*/ 2332722 w 3024845"/>
                <a:gd name="connsiteY328" fmla="*/ 678798 h 1059043"/>
                <a:gd name="connsiteX329" fmla="*/ 2332722 w 3024845"/>
                <a:gd name="connsiteY329" fmla="*/ 665827 h 1059043"/>
                <a:gd name="connsiteX330" fmla="*/ 2348936 w 3024845"/>
                <a:gd name="connsiteY330" fmla="*/ 665827 h 1059043"/>
                <a:gd name="connsiteX331" fmla="*/ 2348936 w 3024845"/>
                <a:gd name="connsiteY331" fmla="*/ 486400 h 1059043"/>
                <a:gd name="connsiteX332" fmla="*/ 2355016 w 3024845"/>
                <a:gd name="connsiteY332" fmla="*/ 479914 h 1059043"/>
                <a:gd name="connsiteX333" fmla="*/ 2427977 w 3024845"/>
                <a:gd name="connsiteY333" fmla="*/ 479914 h 1059043"/>
                <a:gd name="connsiteX334" fmla="*/ 2427977 w 3024845"/>
                <a:gd name="connsiteY334" fmla="*/ 488562 h 1059043"/>
                <a:gd name="connsiteX335" fmla="*/ 2438110 w 3024845"/>
                <a:gd name="connsiteY335" fmla="*/ 488562 h 1059043"/>
                <a:gd name="connsiteX336" fmla="*/ 2438110 w 3024845"/>
                <a:gd name="connsiteY336" fmla="*/ 603136 h 1059043"/>
                <a:gd name="connsiteX337" fmla="*/ 2460404 w 3024845"/>
                <a:gd name="connsiteY337" fmla="*/ 603136 h 1059043"/>
                <a:gd name="connsiteX338" fmla="*/ 2460404 w 3024845"/>
                <a:gd name="connsiteY338" fmla="*/ 536121 h 1059043"/>
                <a:gd name="connsiteX339" fmla="*/ 2486751 w 3024845"/>
                <a:gd name="connsiteY339" fmla="*/ 536121 h 1059043"/>
                <a:gd name="connsiteX340" fmla="*/ 2490804 w 3024845"/>
                <a:gd name="connsiteY340" fmla="*/ 531797 h 1059043"/>
                <a:gd name="connsiteX341" fmla="*/ 2498911 w 3024845"/>
                <a:gd name="connsiteY341" fmla="*/ 531797 h 1059043"/>
                <a:gd name="connsiteX342" fmla="*/ 2502964 w 3024845"/>
                <a:gd name="connsiteY342" fmla="*/ 536121 h 1059043"/>
                <a:gd name="connsiteX343" fmla="*/ 2525258 w 3024845"/>
                <a:gd name="connsiteY343" fmla="*/ 536121 h 1059043"/>
                <a:gd name="connsiteX344" fmla="*/ 2525258 w 3024845"/>
                <a:gd name="connsiteY344" fmla="*/ 419385 h 1059043"/>
                <a:gd name="connsiteX345" fmla="*/ 2582005 w 3024845"/>
                <a:gd name="connsiteY345" fmla="*/ 408576 h 1059043"/>
                <a:gd name="connsiteX346" fmla="*/ 2582005 w 3024845"/>
                <a:gd name="connsiteY346" fmla="*/ 409657 h 1059043"/>
                <a:gd name="connsiteX347" fmla="*/ 2582005 w 3024845"/>
                <a:gd name="connsiteY347" fmla="*/ 417223 h 1059043"/>
                <a:gd name="connsiteX348" fmla="*/ 2608352 w 3024845"/>
                <a:gd name="connsiteY348" fmla="*/ 417223 h 1059043"/>
                <a:gd name="connsiteX349" fmla="*/ 2608352 w 3024845"/>
                <a:gd name="connsiteY349" fmla="*/ 672313 h 1059043"/>
                <a:gd name="connsiteX350" fmla="*/ 2630646 w 3024845"/>
                <a:gd name="connsiteY350" fmla="*/ 672313 h 1059043"/>
                <a:gd name="connsiteX351" fmla="*/ 2630646 w 3024845"/>
                <a:gd name="connsiteY351" fmla="*/ 667989 h 1059043"/>
                <a:gd name="connsiteX352" fmla="*/ 2642806 w 3024845"/>
                <a:gd name="connsiteY352" fmla="*/ 667989 h 1059043"/>
                <a:gd name="connsiteX353" fmla="*/ 2642806 w 3024845"/>
                <a:gd name="connsiteY353" fmla="*/ 672313 h 1059043"/>
                <a:gd name="connsiteX354" fmla="*/ 2667126 w 3024845"/>
                <a:gd name="connsiteY354" fmla="*/ 672313 h 1059043"/>
                <a:gd name="connsiteX355" fmla="*/ 2667126 w 3024845"/>
                <a:gd name="connsiteY355" fmla="*/ 659342 h 1059043"/>
                <a:gd name="connsiteX356" fmla="*/ 2695500 w 3024845"/>
                <a:gd name="connsiteY356" fmla="*/ 659342 h 1059043"/>
                <a:gd name="connsiteX357" fmla="*/ 2707660 w 3024845"/>
                <a:gd name="connsiteY357" fmla="*/ 655018 h 1059043"/>
                <a:gd name="connsiteX358" fmla="*/ 2727927 w 3024845"/>
                <a:gd name="connsiteY358" fmla="*/ 659342 h 1059043"/>
                <a:gd name="connsiteX359" fmla="*/ 2727927 w 3024845"/>
                <a:gd name="connsiteY359" fmla="*/ 642048 h 1059043"/>
                <a:gd name="connsiteX360" fmla="*/ 2736034 w 3024845"/>
                <a:gd name="connsiteY360" fmla="*/ 642048 h 1059043"/>
                <a:gd name="connsiteX361" fmla="*/ 2736034 w 3024845"/>
                <a:gd name="connsiteY361" fmla="*/ 629077 h 1059043"/>
                <a:gd name="connsiteX362" fmla="*/ 2792781 w 3024845"/>
                <a:gd name="connsiteY362" fmla="*/ 629077 h 1059043"/>
                <a:gd name="connsiteX363" fmla="*/ 2792781 w 3024845"/>
                <a:gd name="connsiteY363" fmla="*/ 598812 h 1059043"/>
                <a:gd name="connsiteX364" fmla="*/ 2811021 w 3024845"/>
                <a:gd name="connsiteY364" fmla="*/ 598812 h 1059043"/>
                <a:gd name="connsiteX365" fmla="*/ 2811021 w 3024845"/>
                <a:gd name="connsiteY365" fmla="*/ 592327 h 1059043"/>
                <a:gd name="connsiteX366" fmla="*/ 2823181 w 3024845"/>
                <a:gd name="connsiteY366" fmla="*/ 592327 h 1059043"/>
                <a:gd name="connsiteX367" fmla="*/ 2823181 w 3024845"/>
                <a:gd name="connsiteY367" fmla="*/ 598812 h 1059043"/>
                <a:gd name="connsiteX368" fmla="*/ 2839395 w 3024845"/>
                <a:gd name="connsiteY368" fmla="*/ 598812 h 1059043"/>
                <a:gd name="connsiteX369" fmla="*/ 2839395 w 3024845"/>
                <a:gd name="connsiteY369" fmla="*/ 648533 h 1059043"/>
                <a:gd name="connsiteX370" fmla="*/ 2871822 w 3024845"/>
                <a:gd name="connsiteY370" fmla="*/ 648533 h 1059043"/>
                <a:gd name="connsiteX371" fmla="*/ 2871822 w 3024845"/>
                <a:gd name="connsiteY371" fmla="*/ 622592 h 1059043"/>
                <a:gd name="connsiteX372" fmla="*/ 2910329 w 3024845"/>
                <a:gd name="connsiteY372" fmla="*/ 622592 h 1059043"/>
                <a:gd name="connsiteX373" fmla="*/ 2910329 w 3024845"/>
                <a:gd name="connsiteY373" fmla="*/ 592327 h 1059043"/>
                <a:gd name="connsiteX374" fmla="*/ 2958970 w 3024845"/>
                <a:gd name="connsiteY374" fmla="*/ 592327 h 1059043"/>
                <a:gd name="connsiteX375" fmla="*/ 2958970 w 3024845"/>
                <a:gd name="connsiteY375" fmla="*/ 703483 h 1059043"/>
                <a:gd name="connsiteX376" fmla="*/ 2958970 w 3024845"/>
                <a:gd name="connsiteY376" fmla="*/ 717262 h 1059043"/>
                <a:gd name="connsiteX377" fmla="*/ 3024845 w 3024845"/>
                <a:gd name="connsiteY377" fmla="*/ 717262 h 1059043"/>
                <a:gd name="connsiteX378" fmla="*/ 3024845 w 3024845"/>
                <a:gd name="connsiteY378" fmla="*/ 1059043 h 1059043"/>
                <a:gd name="connsiteX379" fmla="*/ 2054 w 3024845"/>
                <a:gd name="connsiteY379" fmla="*/ 1056710 h 1059043"/>
                <a:gd name="connsiteX380" fmla="*/ 0 w 3024845"/>
                <a:gd name="connsiteY380" fmla="*/ 622592 h 1059043"/>
                <a:gd name="connsiteX381" fmla="*/ 20267 w 3024845"/>
                <a:gd name="connsiteY381" fmla="*/ 622592 h 1059043"/>
                <a:gd name="connsiteX382" fmla="*/ 20774 w 3024845"/>
                <a:gd name="connsiteY382" fmla="*/ 621511 h 1059043"/>
                <a:gd name="connsiteX383" fmla="*/ 24320 w 3024845"/>
                <a:gd name="connsiteY383" fmla="*/ 613945 h 1059043"/>
                <a:gd name="connsiteX384" fmla="*/ 26094 w 3024845"/>
                <a:gd name="connsiteY384" fmla="*/ 614215 h 1059043"/>
                <a:gd name="connsiteX385" fmla="*/ 38507 w 3024845"/>
                <a:gd name="connsiteY385" fmla="*/ 616106 h 1059043"/>
                <a:gd name="connsiteX386" fmla="*/ 39014 w 3024845"/>
                <a:gd name="connsiteY386" fmla="*/ 617458 h 1059043"/>
                <a:gd name="connsiteX387" fmla="*/ 42560 w 3024845"/>
                <a:gd name="connsiteY387" fmla="*/ 626915 h 1059043"/>
                <a:gd name="connsiteX388" fmla="*/ 68907 w 3024845"/>
                <a:gd name="connsiteY388" fmla="*/ 629077 h 1059043"/>
                <a:gd name="connsiteX389" fmla="*/ 68907 w 3024845"/>
                <a:gd name="connsiteY389" fmla="*/ 505856 h 1059043"/>
                <a:gd name="connsiteX390" fmla="*/ 70934 w 3024845"/>
                <a:gd name="connsiteY390" fmla="*/ 505856 h 1059043"/>
                <a:gd name="connsiteX391" fmla="*/ 85121 w 3024845"/>
                <a:gd name="connsiteY391" fmla="*/ 505856 h 1059043"/>
                <a:gd name="connsiteX392" fmla="*/ 85121 w 3024845"/>
                <a:gd name="connsiteY392" fmla="*/ 369664 h 1059043"/>
                <a:gd name="connsiteX393" fmla="*/ 86894 w 3024845"/>
                <a:gd name="connsiteY393" fmla="*/ 369664 h 1059043"/>
                <a:gd name="connsiteX394" fmla="*/ 99308 w 3024845"/>
                <a:gd name="connsiteY394" fmla="*/ 369664 h 1059043"/>
                <a:gd name="connsiteX395" fmla="*/ 99308 w 3024845"/>
                <a:gd name="connsiteY395" fmla="*/ 255090 h 1059043"/>
                <a:gd name="connsiteX396" fmla="*/ 103361 w 3024845"/>
                <a:gd name="connsiteY396" fmla="*/ 226986 h 1059043"/>
                <a:gd name="connsiteX397" fmla="*/ 105388 w 3024845"/>
                <a:gd name="connsiteY397" fmla="*/ 226986 h 1059043"/>
                <a:gd name="connsiteX398" fmla="*/ 119575 w 3024845"/>
                <a:gd name="connsiteY398" fmla="*/ 226986 h 1059043"/>
                <a:gd name="connsiteX0" fmla="*/ 119575 w 3024845"/>
                <a:gd name="connsiteY0" fmla="*/ 226986 h 1059043"/>
                <a:gd name="connsiteX1" fmla="*/ 200642 w 3024845"/>
                <a:gd name="connsiteY1" fmla="*/ 224825 h 1059043"/>
                <a:gd name="connsiteX2" fmla="*/ 202669 w 3024845"/>
                <a:gd name="connsiteY2" fmla="*/ 224825 h 1059043"/>
                <a:gd name="connsiteX3" fmla="*/ 216856 w 3024845"/>
                <a:gd name="connsiteY3" fmla="*/ 224825 h 1059043"/>
                <a:gd name="connsiteX4" fmla="*/ 216856 w 3024845"/>
                <a:gd name="connsiteY4" fmla="*/ 248604 h 1059043"/>
                <a:gd name="connsiteX5" fmla="*/ 217363 w 3024845"/>
                <a:gd name="connsiteY5" fmla="*/ 249415 h 1059043"/>
                <a:gd name="connsiteX6" fmla="*/ 220909 w 3024845"/>
                <a:gd name="connsiteY6" fmla="*/ 255090 h 1059043"/>
                <a:gd name="connsiteX7" fmla="*/ 220909 w 3024845"/>
                <a:gd name="connsiteY7" fmla="*/ 369664 h 1059043"/>
                <a:gd name="connsiteX8" fmla="*/ 223189 w 3024845"/>
                <a:gd name="connsiteY8" fmla="*/ 369664 h 1059043"/>
                <a:gd name="connsiteX9" fmla="*/ 239150 w 3024845"/>
                <a:gd name="connsiteY9" fmla="*/ 369664 h 1059043"/>
                <a:gd name="connsiteX10" fmla="*/ 239150 w 3024845"/>
                <a:gd name="connsiteY10" fmla="*/ 510179 h 1059043"/>
                <a:gd name="connsiteX11" fmla="*/ 240670 w 3024845"/>
                <a:gd name="connsiteY11" fmla="*/ 509909 h 1059043"/>
                <a:gd name="connsiteX12" fmla="*/ 251310 w 3024845"/>
                <a:gd name="connsiteY12" fmla="*/ 508018 h 1059043"/>
                <a:gd name="connsiteX13" fmla="*/ 249283 w 3024845"/>
                <a:gd name="connsiteY13" fmla="*/ 596650 h 1059043"/>
                <a:gd name="connsiteX14" fmla="*/ 250803 w 3024845"/>
                <a:gd name="connsiteY14" fmla="*/ 596921 h 1059043"/>
                <a:gd name="connsiteX15" fmla="*/ 261443 w 3024845"/>
                <a:gd name="connsiteY15" fmla="*/ 598812 h 1059043"/>
                <a:gd name="connsiteX16" fmla="*/ 261696 w 3024845"/>
                <a:gd name="connsiteY16" fmla="*/ 599623 h 1059043"/>
                <a:gd name="connsiteX17" fmla="*/ 263470 w 3024845"/>
                <a:gd name="connsiteY17" fmla="*/ 605298 h 1059043"/>
                <a:gd name="connsiteX18" fmla="*/ 264230 w 3024845"/>
                <a:gd name="connsiteY18" fmla="*/ 602866 h 1059043"/>
                <a:gd name="connsiteX19" fmla="*/ 269550 w 3024845"/>
                <a:gd name="connsiteY19" fmla="*/ 585842 h 1059043"/>
                <a:gd name="connsiteX20" fmla="*/ 271323 w 3024845"/>
                <a:gd name="connsiteY20" fmla="*/ 585842 h 1059043"/>
                <a:gd name="connsiteX21" fmla="*/ 283737 w 3024845"/>
                <a:gd name="connsiteY21" fmla="*/ 585842 h 1059043"/>
                <a:gd name="connsiteX22" fmla="*/ 283737 w 3024845"/>
                <a:gd name="connsiteY22" fmla="*/ 618268 h 1059043"/>
                <a:gd name="connsiteX23" fmla="*/ 284750 w 3024845"/>
                <a:gd name="connsiteY23" fmla="*/ 618809 h 1059043"/>
                <a:gd name="connsiteX24" fmla="*/ 291844 w 3024845"/>
                <a:gd name="connsiteY24" fmla="*/ 622592 h 1059043"/>
                <a:gd name="connsiteX25" fmla="*/ 291844 w 3024845"/>
                <a:gd name="connsiteY25" fmla="*/ 623943 h 1059043"/>
                <a:gd name="connsiteX26" fmla="*/ 291844 w 3024845"/>
                <a:gd name="connsiteY26" fmla="*/ 633401 h 1059043"/>
                <a:gd name="connsiteX27" fmla="*/ 336431 w 3024845"/>
                <a:gd name="connsiteY27" fmla="*/ 633401 h 1059043"/>
                <a:gd name="connsiteX28" fmla="*/ 336431 w 3024845"/>
                <a:gd name="connsiteY28" fmla="*/ 634482 h 1059043"/>
                <a:gd name="connsiteX29" fmla="*/ 336431 w 3024845"/>
                <a:gd name="connsiteY29" fmla="*/ 642048 h 1059043"/>
                <a:gd name="connsiteX30" fmla="*/ 338457 w 3024845"/>
                <a:gd name="connsiteY30" fmla="*/ 642048 h 1059043"/>
                <a:gd name="connsiteX31" fmla="*/ 352644 w 3024845"/>
                <a:gd name="connsiteY31" fmla="*/ 642048 h 1059043"/>
                <a:gd name="connsiteX32" fmla="*/ 352644 w 3024845"/>
                <a:gd name="connsiteY32" fmla="*/ 611783 h 1059043"/>
                <a:gd name="connsiteX33" fmla="*/ 397231 w 3024845"/>
                <a:gd name="connsiteY33" fmla="*/ 611783 h 1059043"/>
                <a:gd name="connsiteX34" fmla="*/ 397231 w 3024845"/>
                <a:gd name="connsiteY34" fmla="*/ 610432 h 1059043"/>
                <a:gd name="connsiteX35" fmla="*/ 397231 w 3024845"/>
                <a:gd name="connsiteY35" fmla="*/ 600974 h 1059043"/>
                <a:gd name="connsiteX36" fmla="*/ 398245 w 3024845"/>
                <a:gd name="connsiteY36" fmla="*/ 600974 h 1059043"/>
                <a:gd name="connsiteX37" fmla="*/ 405338 w 3024845"/>
                <a:gd name="connsiteY37" fmla="*/ 600974 h 1059043"/>
                <a:gd name="connsiteX38" fmla="*/ 405338 w 3024845"/>
                <a:gd name="connsiteY38" fmla="*/ 599083 h 1059043"/>
                <a:gd name="connsiteX39" fmla="*/ 405338 w 3024845"/>
                <a:gd name="connsiteY39" fmla="*/ 585842 h 1059043"/>
                <a:gd name="connsiteX40" fmla="*/ 406098 w 3024845"/>
                <a:gd name="connsiteY40" fmla="*/ 585842 h 1059043"/>
                <a:gd name="connsiteX41" fmla="*/ 411418 w 3024845"/>
                <a:gd name="connsiteY41" fmla="*/ 585842 h 1059043"/>
                <a:gd name="connsiteX42" fmla="*/ 411418 w 3024845"/>
                <a:gd name="connsiteY42" fmla="*/ 584761 h 1059043"/>
                <a:gd name="connsiteX43" fmla="*/ 411418 w 3024845"/>
                <a:gd name="connsiteY43" fmla="*/ 577194 h 1059043"/>
                <a:gd name="connsiteX44" fmla="*/ 413445 w 3024845"/>
                <a:gd name="connsiteY44" fmla="*/ 577194 h 1059043"/>
                <a:gd name="connsiteX45" fmla="*/ 427632 w 3024845"/>
                <a:gd name="connsiteY45" fmla="*/ 577194 h 1059043"/>
                <a:gd name="connsiteX46" fmla="*/ 427632 w 3024845"/>
                <a:gd name="connsiteY46" fmla="*/ 578275 h 1059043"/>
                <a:gd name="connsiteX47" fmla="*/ 427632 w 3024845"/>
                <a:gd name="connsiteY47" fmla="*/ 585842 h 1059043"/>
                <a:gd name="connsiteX48" fmla="*/ 449925 w 3024845"/>
                <a:gd name="connsiteY48" fmla="*/ 585842 h 1059043"/>
                <a:gd name="connsiteX49" fmla="*/ 449925 w 3024845"/>
                <a:gd name="connsiteY49" fmla="*/ 583950 h 1059043"/>
                <a:gd name="connsiteX50" fmla="*/ 449925 w 3024845"/>
                <a:gd name="connsiteY50" fmla="*/ 570709 h 1059043"/>
                <a:gd name="connsiteX51" fmla="*/ 451699 w 3024845"/>
                <a:gd name="connsiteY51" fmla="*/ 570709 h 1059043"/>
                <a:gd name="connsiteX52" fmla="*/ 464112 w 3024845"/>
                <a:gd name="connsiteY52" fmla="*/ 570709 h 1059043"/>
                <a:gd name="connsiteX53" fmla="*/ 464112 w 3024845"/>
                <a:gd name="connsiteY53" fmla="*/ 594489 h 1059043"/>
                <a:gd name="connsiteX54" fmla="*/ 465126 w 3024845"/>
                <a:gd name="connsiteY54" fmla="*/ 594489 h 1059043"/>
                <a:gd name="connsiteX55" fmla="*/ 472219 w 3024845"/>
                <a:gd name="connsiteY55" fmla="*/ 594489 h 1059043"/>
                <a:gd name="connsiteX56" fmla="*/ 472219 w 3024845"/>
                <a:gd name="connsiteY56" fmla="*/ 593408 h 1059043"/>
                <a:gd name="connsiteX57" fmla="*/ 472219 w 3024845"/>
                <a:gd name="connsiteY57" fmla="*/ 585842 h 1059043"/>
                <a:gd name="connsiteX58" fmla="*/ 473992 w 3024845"/>
                <a:gd name="connsiteY58" fmla="*/ 585842 h 1059043"/>
                <a:gd name="connsiteX59" fmla="*/ 486406 w 3024845"/>
                <a:gd name="connsiteY59" fmla="*/ 585842 h 1059043"/>
                <a:gd name="connsiteX60" fmla="*/ 486406 w 3024845"/>
                <a:gd name="connsiteY60" fmla="*/ 611783 h 1059043"/>
                <a:gd name="connsiteX61" fmla="*/ 488433 w 3024845"/>
                <a:gd name="connsiteY61" fmla="*/ 611783 h 1059043"/>
                <a:gd name="connsiteX62" fmla="*/ 502619 w 3024845"/>
                <a:gd name="connsiteY62" fmla="*/ 611783 h 1059043"/>
                <a:gd name="connsiteX63" fmla="*/ 502619 w 3024845"/>
                <a:gd name="connsiteY63" fmla="*/ 613404 h 1059043"/>
                <a:gd name="connsiteX64" fmla="*/ 502619 w 3024845"/>
                <a:gd name="connsiteY64" fmla="*/ 624754 h 1059043"/>
                <a:gd name="connsiteX65" fmla="*/ 503379 w 3024845"/>
                <a:gd name="connsiteY65" fmla="*/ 624754 h 1059043"/>
                <a:gd name="connsiteX66" fmla="*/ 508700 w 3024845"/>
                <a:gd name="connsiteY66" fmla="*/ 624754 h 1059043"/>
                <a:gd name="connsiteX67" fmla="*/ 508700 w 3024845"/>
                <a:gd name="connsiteY67" fmla="*/ 623943 h 1059043"/>
                <a:gd name="connsiteX68" fmla="*/ 508700 w 3024845"/>
                <a:gd name="connsiteY68" fmla="*/ 618268 h 1059043"/>
                <a:gd name="connsiteX69" fmla="*/ 539100 w 3024845"/>
                <a:gd name="connsiteY69" fmla="*/ 618268 h 1059043"/>
                <a:gd name="connsiteX70" fmla="*/ 539100 w 3024845"/>
                <a:gd name="connsiteY70" fmla="*/ 642048 h 1059043"/>
                <a:gd name="connsiteX71" fmla="*/ 540113 w 3024845"/>
                <a:gd name="connsiteY71" fmla="*/ 642048 h 1059043"/>
                <a:gd name="connsiteX72" fmla="*/ 547207 w 3024845"/>
                <a:gd name="connsiteY72" fmla="*/ 642048 h 1059043"/>
                <a:gd name="connsiteX73" fmla="*/ 547207 w 3024845"/>
                <a:gd name="connsiteY73" fmla="*/ 643129 h 1059043"/>
                <a:gd name="connsiteX74" fmla="*/ 547207 w 3024845"/>
                <a:gd name="connsiteY74" fmla="*/ 650695 h 1059043"/>
                <a:gd name="connsiteX75" fmla="*/ 547967 w 3024845"/>
                <a:gd name="connsiteY75" fmla="*/ 650695 h 1059043"/>
                <a:gd name="connsiteX76" fmla="*/ 553287 w 3024845"/>
                <a:gd name="connsiteY76" fmla="*/ 650695 h 1059043"/>
                <a:gd name="connsiteX77" fmla="*/ 553287 w 3024845"/>
                <a:gd name="connsiteY77" fmla="*/ 648533 h 1059043"/>
                <a:gd name="connsiteX78" fmla="*/ 553287 w 3024845"/>
                <a:gd name="connsiteY78" fmla="*/ 633401 h 1059043"/>
                <a:gd name="connsiteX79" fmla="*/ 554300 w 3024845"/>
                <a:gd name="connsiteY79" fmla="*/ 633401 h 1059043"/>
                <a:gd name="connsiteX80" fmla="*/ 561394 w 3024845"/>
                <a:gd name="connsiteY80" fmla="*/ 633401 h 1059043"/>
                <a:gd name="connsiteX81" fmla="*/ 561394 w 3024845"/>
                <a:gd name="connsiteY81" fmla="*/ 634482 h 1059043"/>
                <a:gd name="connsiteX82" fmla="*/ 561394 w 3024845"/>
                <a:gd name="connsiteY82" fmla="*/ 642048 h 1059043"/>
                <a:gd name="connsiteX83" fmla="*/ 566714 w 3024845"/>
                <a:gd name="connsiteY83" fmla="*/ 640055 h 1059043"/>
                <a:gd name="connsiteX84" fmla="*/ 567474 w 3024845"/>
                <a:gd name="connsiteY84" fmla="*/ 639075 h 1059043"/>
                <a:gd name="connsiteX85" fmla="*/ 567474 w 3024845"/>
                <a:gd name="connsiteY85" fmla="*/ 633401 h 1059043"/>
                <a:gd name="connsiteX86" fmla="*/ 605981 w 3024845"/>
                <a:gd name="connsiteY86" fmla="*/ 633401 h 1059043"/>
                <a:gd name="connsiteX87" fmla="*/ 605981 w 3024845"/>
                <a:gd name="connsiteY87" fmla="*/ 657180 h 1059043"/>
                <a:gd name="connsiteX88" fmla="*/ 608007 w 3024845"/>
                <a:gd name="connsiteY88" fmla="*/ 657180 h 1059043"/>
                <a:gd name="connsiteX89" fmla="*/ 622194 w 3024845"/>
                <a:gd name="connsiteY89" fmla="*/ 657180 h 1059043"/>
                <a:gd name="connsiteX90" fmla="*/ 622194 w 3024845"/>
                <a:gd name="connsiteY90" fmla="*/ 658261 h 1059043"/>
                <a:gd name="connsiteX91" fmla="*/ 622194 w 3024845"/>
                <a:gd name="connsiteY91" fmla="*/ 665827 h 1059043"/>
                <a:gd name="connsiteX92" fmla="*/ 623968 w 3024845"/>
                <a:gd name="connsiteY92" fmla="*/ 665827 h 1059043"/>
                <a:gd name="connsiteX93" fmla="*/ 636381 w 3024845"/>
                <a:gd name="connsiteY93" fmla="*/ 665827 h 1059043"/>
                <a:gd name="connsiteX94" fmla="*/ 636381 w 3024845"/>
                <a:gd name="connsiteY94" fmla="*/ 642048 h 1059043"/>
                <a:gd name="connsiteX95" fmla="*/ 637394 w 3024845"/>
                <a:gd name="connsiteY95" fmla="*/ 642048 h 1059043"/>
                <a:gd name="connsiteX96" fmla="*/ 644488 w 3024845"/>
                <a:gd name="connsiteY96" fmla="*/ 642048 h 1059043"/>
                <a:gd name="connsiteX97" fmla="*/ 644488 w 3024845"/>
                <a:gd name="connsiteY97" fmla="*/ 609621 h 1059043"/>
                <a:gd name="connsiteX98" fmla="*/ 645501 w 3024845"/>
                <a:gd name="connsiteY98" fmla="*/ 609621 h 1059043"/>
                <a:gd name="connsiteX99" fmla="*/ 652595 w 3024845"/>
                <a:gd name="connsiteY99" fmla="*/ 609621 h 1059043"/>
                <a:gd name="connsiteX100" fmla="*/ 652595 w 3024845"/>
                <a:gd name="connsiteY100" fmla="*/ 607730 h 1059043"/>
                <a:gd name="connsiteX101" fmla="*/ 652595 w 3024845"/>
                <a:gd name="connsiteY101" fmla="*/ 594489 h 1059043"/>
                <a:gd name="connsiteX102" fmla="*/ 651328 w 3024845"/>
                <a:gd name="connsiteY102" fmla="*/ 592867 h 1059043"/>
                <a:gd name="connsiteX103" fmla="*/ 656648 w 3024845"/>
                <a:gd name="connsiteY103" fmla="*/ 581518 h 1059043"/>
                <a:gd name="connsiteX104" fmla="*/ 664755 w 3024845"/>
                <a:gd name="connsiteY104" fmla="*/ 609621 h 1059043"/>
                <a:gd name="connsiteX105" fmla="*/ 665515 w 3024845"/>
                <a:gd name="connsiteY105" fmla="*/ 609621 h 1059043"/>
                <a:gd name="connsiteX106" fmla="*/ 670835 w 3024845"/>
                <a:gd name="connsiteY106" fmla="*/ 609621 h 1059043"/>
                <a:gd name="connsiteX107" fmla="*/ 670835 w 3024845"/>
                <a:gd name="connsiteY107" fmla="*/ 503694 h 1059043"/>
                <a:gd name="connsiteX108" fmla="*/ 672355 w 3024845"/>
                <a:gd name="connsiteY108" fmla="*/ 503694 h 1059043"/>
                <a:gd name="connsiteX109" fmla="*/ 682995 w 3024845"/>
                <a:gd name="connsiteY109" fmla="*/ 503694 h 1059043"/>
                <a:gd name="connsiteX110" fmla="*/ 682995 w 3024845"/>
                <a:gd name="connsiteY110" fmla="*/ 456135 h 1059043"/>
                <a:gd name="connsiteX111" fmla="*/ 709342 w 3024845"/>
                <a:gd name="connsiteY111" fmla="*/ 456135 h 1059043"/>
                <a:gd name="connsiteX112" fmla="*/ 709342 w 3024845"/>
                <a:gd name="connsiteY112" fmla="*/ 434517 h 1059043"/>
                <a:gd name="connsiteX113" fmla="*/ 743796 w 3024845"/>
                <a:gd name="connsiteY113" fmla="*/ 434517 h 1059043"/>
                <a:gd name="connsiteX114" fmla="*/ 743796 w 3024845"/>
                <a:gd name="connsiteY114" fmla="*/ 436949 h 1059043"/>
                <a:gd name="connsiteX115" fmla="*/ 743796 w 3024845"/>
                <a:gd name="connsiteY115" fmla="*/ 453973 h 1059043"/>
                <a:gd name="connsiteX116" fmla="*/ 746076 w 3024845"/>
                <a:gd name="connsiteY116" fmla="*/ 453973 h 1059043"/>
                <a:gd name="connsiteX117" fmla="*/ 762036 w 3024845"/>
                <a:gd name="connsiteY117" fmla="*/ 453973 h 1059043"/>
                <a:gd name="connsiteX118" fmla="*/ 762036 w 3024845"/>
                <a:gd name="connsiteY118" fmla="*/ 501532 h 1059043"/>
                <a:gd name="connsiteX119" fmla="*/ 763049 w 3024845"/>
                <a:gd name="connsiteY119" fmla="*/ 501532 h 1059043"/>
                <a:gd name="connsiteX120" fmla="*/ 770143 w 3024845"/>
                <a:gd name="connsiteY120" fmla="*/ 501532 h 1059043"/>
                <a:gd name="connsiteX121" fmla="*/ 784330 w 3024845"/>
                <a:gd name="connsiteY121" fmla="*/ 505856 h 1059043"/>
                <a:gd name="connsiteX122" fmla="*/ 784330 w 3024845"/>
                <a:gd name="connsiteY122" fmla="*/ 544768 h 1059043"/>
                <a:gd name="connsiteX123" fmla="*/ 785343 w 3024845"/>
                <a:gd name="connsiteY123" fmla="*/ 544768 h 1059043"/>
                <a:gd name="connsiteX124" fmla="*/ 792436 w 3024845"/>
                <a:gd name="connsiteY124" fmla="*/ 544768 h 1059043"/>
                <a:gd name="connsiteX125" fmla="*/ 792436 w 3024845"/>
                <a:gd name="connsiteY125" fmla="*/ 546389 h 1059043"/>
                <a:gd name="connsiteX126" fmla="*/ 792436 w 3024845"/>
                <a:gd name="connsiteY126" fmla="*/ 557738 h 1059043"/>
                <a:gd name="connsiteX127" fmla="*/ 794463 w 3024845"/>
                <a:gd name="connsiteY127" fmla="*/ 557738 h 1059043"/>
                <a:gd name="connsiteX128" fmla="*/ 808650 w 3024845"/>
                <a:gd name="connsiteY128" fmla="*/ 557738 h 1059043"/>
                <a:gd name="connsiteX129" fmla="*/ 814730 w 3024845"/>
                <a:gd name="connsiteY129" fmla="*/ 564224 h 1059043"/>
                <a:gd name="connsiteX130" fmla="*/ 814730 w 3024845"/>
                <a:gd name="connsiteY130" fmla="*/ 585842 h 1059043"/>
                <a:gd name="connsiteX131" fmla="*/ 817010 w 3024845"/>
                <a:gd name="connsiteY131" fmla="*/ 585842 h 1059043"/>
                <a:gd name="connsiteX132" fmla="*/ 832970 w 3024845"/>
                <a:gd name="connsiteY132" fmla="*/ 585842 h 1059043"/>
                <a:gd name="connsiteX133" fmla="*/ 832970 w 3024845"/>
                <a:gd name="connsiteY133" fmla="*/ 586922 h 1059043"/>
                <a:gd name="connsiteX134" fmla="*/ 832970 w 3024845"/>
                <a:gd name="connsiteY134" fmla="*/ 594489 h 1059043"/>
                <a:gd name="connsiteX135" fmla="*/ 834237 w 3024845"/>
                <a:gd name="connsiteY135" fmla="*/ 594489 h 1059043"/>
                <a:gd name="connsiteX136" fmla="*/ 843104 w 3024845"/>
                <a:gd name="connsiteY136" fmla="*/ 594489 h 1059043"/>
                <a:gd name="connsiteX137" fmla="*/ 843104 w 3024845"/>
                <a:gd name="connsiteY137" fmla="*/ 596650 h 1059043"/>
                <a:gd name="connsiteX138" fmla="*/ 843104 w 3024845"/>
                <a:gd name="connsiteY138" fmla="*/ 611783 h 1059043"/>
                <a:gd name="connsiteX139" fmla="*/ 847157 w 3024845"/>
                <a:gd name="connsiteY139" fmla="*/ 609891 h 1059043"/>
                <a:gd name="connsiteX140" fmla="*/ 847157 w 3024845"/>
                <a:gd name="connsiteY140" fmla="*/ 596650 h 1059043"/>
                <a:gd name="connsiteX141" fmla="*/ 848170 w 3024845"/>
                <a:gd name="connsiteY141" fmla="*/ 596650 h 1059043"/>
                <a:gd name="connsiteX142" fmla="*/ 855264 w 3024845"/>
                <a:gd name="connsiteY142" fmla="*/ 596650 h 1059043"/>
                <a:gd name="connsiteX143" fmla="*/ 855264 w 3024845"/>
                <a:gd name="connsiteY143" fmla="*/ 598272 h 1059043"/>
                <a:gd name="connsiteX144" fmla="*/ 855264 w 3024845"/>
                <a:gd name="connsiteY144" fmla="*/ 609621 h 1059043"/>
                <a:gd name="connsiteX145" fmla="*/ 856024 w 3024845"/>
                <a:gd name="connsiteY145" fmla="*/ 609621 h 1059043"/>
                <a:gd name="connsiteX146" fmla="*/ 861344 w 3024845"/>
                <a:gd name="connsiteY146" fmla="*/ 609621 h 1059043"/>
                <a:gd name="connsiteX147" fmla="*/ 909984 w 3024845"/>
                <a:gd name="connsiteY147" fmla="*/ 605298 h 1059043"/>
                <a:gd name="connsiteX148" fmla="*/ 909984 w 3024845"/>
                <a:gd name="connsiteY148" fmla="*/ 606649 h 1059043"/>
                <a:gd name="connsiteX149" fmla="*/ 909984 w 3024845"/>
                <a:gd name="connsiteY149" fmla="*/ 616106 h 1059043"/>
                <a:gd name="connsiteX150" fmla="*/ 910744 w 3024845"/>
                <a:gd name="connsiteY150" fmla="*/ 616106 h 1059043"/>
                <a:gd name="connsiteX151" fmla="*/ 916065 w 3024845"/>
                <a:gd name="connsiteY151" fmla="*/ 616106 h 1059043"/>
                <a:gd name="connsiteX152" fmla="*/ 916065 w 3024845"/>
                <a:gd name="connsiteY152" fmla="*/ 618268 h 1059043"/>
                <a:gd name="connsiteX153" fmla="*/ 916065 w 3024845"/>
                <a:gd name="connsiteY153" fmla="*/ 633401 h 1059043"/>
                <a:gd name="connsiteX154" fmla="*/ 918091 w 3024845"/>
                <a:gd name="connsiteY154" fmla="*/ 632050 h 1059043"/>
                <a:gd name="connsiteX155" fmla="*/ 932278 w 3024845"/>
                <a:gd name="connsiteY155" fmla="*/ 622592 h 1059043"/>
                <a:gd name="connsiteX156" fmla="*/ 938358 w 3024845"/>
                <a:gd name="connsiteY156" fmla="*/ 581518 h 1059043"/>
                <a:gd name="connsiteX157" fmla="*/ 939118 w 3024845"/>
                <a:gd name="connsiteY157" fmla="*/ 581248 h 1059043"/>
                <a:gd name="connsiteX158" fmla="*/ 944438 w 3024845"/>
                <a:gd name="connsiteY158" fmla="*/ 579356 h 1059043"/>
                <a:gd name="connsiteX159" fmla="*/ 946465 w 3024845"/>
                <a:gd name="connsiteY159" fmla="*/ 510179 h 1059043"/>
                <a:gd name="connsiteX160" fmla="*/ 948492 w 3024845"/>
                <a:gd name="connsiteY160" fmla="*/ 579356 h 1059043"/>
                <a:gd name="connsiteX161" fmla="*/ 949252 w 3024845"/>
                <a:gd name="connsiteY161" fmla="*/ 579626 h 1059043"/>
                <a:gd name="connsiteX162" fmla="*/ 954572 w 3024845"/>
                <a:gd name="connsiteY162" fmla="*/ 581518 h 1059043"/>
                <a:gd name="connsiteX163" fmla="*/ 954572 w 3024845"/>
                <a:gd name="connsiteY163" fmla="*/ 495047 h 1059043"/>
                <a:gd name="connsiteX164" fmla="*/ 958625 w 3024845"/>
                <a:gd name="connsiteY164" fmla="*/ 462620 h 1059043"/>
                <a:gd name="connsiteX165" fmla="*/ 997132 w 3024845"/>
                <a:gd name="connsiteY165" fmla="*/ 462620 h 1059043"/>
                <a:gd name="connsiteX166" fmla="*/ 997132 w 3024845"/>
                <a:gd name="connsiteY166" fmla="*/ 495047 h 1059043"/>
                <a:gd name="connsiteX167" fmla="*/ 997892 w 3024845"/>
                <a:gd name="connsiteY167" fmla="*/ 495047 h 1059043"/>
                <a:gd name="connsiteX168" fmla="*/ 1003212 w 3024845"/>
                <a:gd name="connsiteY168" fmla="*/ 495047 h 1059043"/>
                <a:gd name="connsiteX169" fmla="*/ 1003212 w 3024845"/>
                <a:gd name="connsiteY169" fmla="*/ 412899 h 1059043"/>
                <a:gd name="connsiteX170" fmla="*/ 1004986 w 3024845"/>
                <a:gd name="connsiteY170" fmla="*/ 412899 h 1059043"/>
                <a:gd name="connsiteX171" fmla="*/ 1017399 w 3024845"/>
                <a:gd name="connsiteY171" fmla="*/ 412899 h 1059043"/>
                <a:gd name="connsiteX172" fmla="*/ 1017399 w 3024845"/>
                <a:gd name="connsiteY172" fmla="*/ 411008 h 1059043"/>
                <a:gd name="connsiteX173" fmla="*/ 1017399 w 3024845"/>
                <a:gd name="connsiteY173" fmla="*/ 397767 h 1059043"/>
                <a:gd name="connsiteX174" fmla="*/ 1039693 w 3024845"/>
                <a:gd name="connsiteY174" fmla="*/ 397767 h 1059043"/>
                <a:gd name="connsiteX175" fmla="*/ 1039693 w 3024845"/>
                <a:gd name="connsiteY175" fmla="*/ 396686 h 1059043"/>
                <a:gd name="connsiteX176" fmla="*/ 1039693 w 3024845"/>
                <a:gd name="connsiteY176" fmla="*/ 389120 h 1059043"/>
                <a:gd name="connsiteX177" fmla="*/ 1041466 w 3024845"/>
                <a:gd name="connsiteY177" fmla="*/ 389120 h 1059043"/>
                <a:gd name="connsiteX178" fmla="*/ 1053880 w 3024845"/>
                <a:gd name="connsiteY178" fmla="*/ 389120 h 1059043"/>
                <a:gd name="connsiteX179" fmla="*/ 1053880 w 3024845"/>
                <a:gd name="connsiteY179" fmla="*/ 390201 h 1059043"/>
                <a:gd name="connsiteX180" fmla="*/ 1053880 w 3024845"/>
                <a:gd name="connsiteY180" fmla="*/ 397767 h 1059043"/>
                <a:gd name="connsiteX181" fmla="*/ 1054640 w 3024845"/>
                <a:gd name="connsiteY181" fmla="*/ 397767 h 1059043"/>
                <a:gd name="connsiteX182" fmla="*/ 1059960 w 3024845"/>
                <a:gd name="connsiteY182" fmla="*/ 397767 h 1059043"/>
                <a:gd name="connsiteX183" fmla="*/ 1070093 w 3024845"/>
                <a:gd name="connsiteY183" fmla="*/ 393443 h 1059043"/>
                <a:gd name="connsiteX184" fmla="*/ 1074146 w 3024845"/>
                <a:gd name="connsiteY184" fmla="*/ 396686 h 1059043"/>
                <a:gd name="connsiteX185" fmla="*/ 1074146 w 3024845"/>
                <a:gd name="connsiteY185" fmla="*/ 389120 h 1059043"/>
                <a:gd name="connsiteX186" fmla="*/ 1076426 w 3024845"/>
                <a:gd name="connsiteY186" fmla="*/ 389120 h 1059043"/>
                <a:gd name="connsiteX187" fmla="*/ 1092387 w 3024845"/>
                <a:gd name="connsiteY187" fmla="*/ 389120 h 1059043"/>
                <a:gd name="connsiteX188" fmla="*/ 1092387 w 3024845"/>
                <a:gd name="connsiteY188" fmla="*/ 390201 h 1059043"/>
                <a:gd name="connsiteX189" fmla="*/ 1092387 w 3024845"/>
                <a:gd name="connsiteY189" fmla="*/ 397767 h 1059043"/>
                <a:gd name="connsiteX190" fmla="*/ 1122787 w 3024845"/>
                <a:gd name="connsiteY190" fmla="*/ 397767 h 1059043"/>
                <a:gd name="connsiteX191" fmla="*/ 1122787 w 3024845"/>
                <a:gd name="connsiteY191" fmla="*/ 399388 h 1059043"/>
                <a:gd name="connsiteX192" fmla="*/ 1122787 w 3024845"/>
                <a:gd name="connsiteY192" fmla="*/ 410738 h 1059043"/>
                <a:gd name="connsiteX193" fmla="*/ 1149134 w 3024845"/>
                <a:gd name="connsiteY193" fmla="*/ 410738 h 1059043"/>
                <a:gd name="connsiteX194" fmla="*/ 1149134 w 3024845"/>
                <a:gd name="connsiteY194" fmla="*/ 441002 h 1059043"/>
                <a:gd name="connsiteX195" fmla="*/ 1149894 w 3024845"/>
                <a:gd name="connsiteY195" fmla="*/ 441002 h 1059043"/>
                <a:gd name="connsiteX196" fmla="*/ 1155214 w 3024845"/>
                <a:gd name="connsiteY196" fmla="*/ 441002 h 1059043"/>
                <a:gd name="connsiteX197" fmla="*/ 1155214 w 3024845"/>
                <a:gd name="connsiteY197" fmla="*/ 442083 h 1059043"/>
                <a:gd name="connsiteX198" fmla="*/ 1155214 w 3024845"/>
                <a:gd name="connsiteY198" fmla="*/ 449650 h 1059043"/>
                <a:gd name="connsiteX199" fmla="*/ 1159268 w 3024845"/>
                <a:gd name="connsiteY199" fmla="*/ 479914 h 1059043"/>
                <a:gd name="connsiteX200" fmla="*/ 1160028 w 3024845"/>
                <a:gd name="connsiteY200" fmla="*/ 479914 h 1059043"/>
                <a:gd name="connsiteX201" fmla="*/ 1165348 w 3024845"/>
                <a:gd name="connsiteY201" fmla="*/ 479914 h 1059043"/>
                <a:gd name="connsiteX202" fmla="*/ 1165348 w 3024845"/>
                <a:gd name="connsiteY202" fmla="*/ 480725 h 1059043"/>
                <a:gd name="connsiteX203" fmla="*/ 1165348 w 3024845"/>
                <a:gd name="connsiteY203" fmla="*/ 486400 h 1059043"/>
                <a:gd name="connsiteX204" fmla="*/ 1166361 w 3024845"/>
                <a:gd name="connsiteY204" fmla="*/ 486400 h 1059043"/>
                <a:gd name="connsiteX205" fmla="*/ 1173454 w 3024845"/>
                <a:gd name="connsiteY205" fmla="*/ 486400 h 1059043"/>
                <a:gd name="connsiteX206" fmla="*/ 1173454 w 3024845"/>
                <a:gd name="connsiteY206" fmla="*/ 516665 h 1059043"/>
                <a:gd name="connsiteX207" fmla="*/ 1175481 w 3024845"/>
                <a:gd name="connsiteY207" fmla="*/ 516665 h 1059043"/>
                <a:gd name="connsiteX208" fmla="*/ 1189668 w 3024845"/>
                <a:gd name="connsiteY208" fmla="*/ 516665 h 1059043"/>
                <a:gd name="connsiteX209" fmla="*/ 1189668 w 3024845"/>
                <a:gd name="connsiteY209" fmla="*/ 540444 h 1059043"/>
                <a:gd name="connsiteX210" fmla="*/ 1191695 w 3024845"/>
                <a:gd name="connsiteY210" fmla="*/ 542065 h 1059043"/>
                <a:gd name="connsiteX211" fmla="*/ 1191695 w 3024845"/>
                <a:gd name="connsiteY211" fmla="*/ 553415 h 1059043"/>
                <a:gd name="connsiteX212" fmla="*/ 1192455 w 3024845"/>
                <a:gd name="connsiteY212" fmla="*/ 553415 h 1059043"/>
                <a:gd name="connsiteX213" fmla="*/ 1197775 w 3024845"/>
                <a:gd name="connsiteY213" fmla="*/ 553415 h 1059043"/>
                <a:gd name="connsiteX214" fmla="*/ 1197775 w 3024845"/>
                <a:gd name="connsiteY214" fmla="*/ 577194 h 1059043"/>
                <a:gd name="connsiteX215" fmla="*/ 1199041 w 3024845"/>
                <a:gd name="connsiteY215" fmla="*/ 577194 h 1059043"/>
                <a:gd name="connsiteX216" fmla="*/ 1207908 w 3024845"/>
                <a:gd name="connsiteY216" fmla="*/ 577194 h 1059043"/>
                <a:gd name="connsiteX217" fmla="*/ 1209935 w 3024845"/>
                <a:gd name="connsiteY217" fmla="*/ 581248 h 1059043"/>
                <a:gd name="connsiteX218" fmla="*/ 1209935 w 3024845"/>
                <a:gd name="connsiteY218" fmla="*/ 594489 h 1059043"/>
                <a:gd name="connsiteX219" fmla="*/ 1211455 w 3024845"/>
                <a:gd name="connsiteY219" fmla="*/ 592597 h 1059043"/>
                <a:gd name="connsiteX220" fmla="*/ 1222095 w 3024845"/>
                <a:gd name="connsiteY220" fmla="*/ 579356 h 1059043"/>
                <a:gd name="connsiteX221" fmla="*/ 1250469 w 3024845"/>
                <a:gd name="connsiteY221" fmla="*/ 579356 h 1059043"/>
                <a:gd name="connsiteX222" fmla="*/ 1250469 w 3024845"/>
                <a:gd name="connsiteY222" fmla="*/ 665827 h 1059043"/>
                <a:gd name="connsiteX223" fmla="*/ 1251229 w 3024845"/>
                <a:gd name="connsiteY223" fmla="*/ 665827 h 1059043"/>
                <a:gd name="connsiteX224" fmla="*/ 1256549 w 3024845"/>
                <a:gd name="connsiteY224" fmla="*/ 665827 h 1059043"/>
                <a:gd name="connsiteX225" fmla="*/ 1257309 w 3024845"/>
                <a:gd name="connsiteY225" fmla="*/ 664476 h 1059043"/>
                <a:gd name="connsiteX226" fmla="*/ 1262629 w 3024845"/>
                <a:gd name="connsiteY226" fmla="*/ 655018 h 1059043"/>
                <a:gd name="connsiteX227" fmla="*/ 1262629 w 3024845"/>
                <a:gd name="connsiteY227" fmla="*/ 656910 h 1059043"/>
                <a:gd name="connsiteX228" fmla="*/ 1262629 w 3024845"/>
                <a:gd name="connsiteY228" fmla="*/ 670151 h 1059043"/>
                <a:gd name="connsiteX229" fmla="*/ 1266682 w 3024845"/>
                <a:gd name="connsiteY229" fmla="*/ 624754 h 1059043"/>
                <a:gd name="connsiteX230" fmla="*/ 1267442 w 3024845"/>
                <a:gd name="connsiteY230" fmla="*/ 624754 h 1059043"/>
                <a:gd name="connsiteX231" fmla="*/ 1272762 w 3024845"/>
                <a:gd name="connsiteY231" fmla="*/ 624754 h 1059043"/>
                <a:gd name="connsiteX232" fmla="*/ 1272762 w 3024845"/>
                <a:gd name="connsiteY232" fmla="*/ 559900 h 1059043"/>
                <a:gd name="connsiteX233" fmla="*/ 1273776 w 3024845"/>
                <a:gd name="connsiteY233" fmla="*/ 559900 h 1059043"/>
                <a:gd name="connsiteX234" fmla="*/ 1280869 w 3024845"/>
                <a:gd name="connsiteY234" fmla="*/ 559900 h 1059043"/>
                <a:gd name="connsiteX235" fmla="*/ 1293029 w 3024845"/>
                <a:gd name="connsiteY235" fmla="*/ 516665 h 1059043"/>
                <a:gd name="connsiteX236" fmla="*/ 1294296 w 3024845"/>
                <a:gd name="connsiteY236" fmla="*/ 516665 h 1059043"/>
                <a:gd name="connsiteX237" fmla="*/ 1303163 w 3024845"/>
                <a:gd name="connsiteY237" fmla="*/ 516665 h 1059043"/>
                <a:gd name="connsiteX238" fmla="*/ 1313296 w 3024845"/>
                <a:gd name="connsiteY238" fmla="*/ 559900 h 1059043"/>
                <a:gd name="connsiteX239" fmla="*/ 1314309 w 3024845"/>
                <a:gd name="connsiteY239" fmla="*/ 559900 h 1059043"/>
                <a:gd name="connsiteX240" fmla="*/ 1321403 w 3024845"/>
                <a:gd name="connsiteY240" fmla="*/ 559900 h 1059043"/>
                <a:gd name="connsiteX241" fmla="*/ 1321403 w 3024845"/>
                <a:gd name="connsiteY241" fmla="*/ 598812 h 1059043"/>
                <a:gd name="connsiteX242" fmla="*/ 1323176 w 3024845"/>
                <a:gd name="connsiteY242" fmla="*/ 598812 h 1059043"/>
                <a:gd name="connsiteX243" fmla="*/ 1335590 w 3024845"/>
                <a:gd name="connsiteY243" fmla="*/ 598812 h 1059043"/>
                <a:gd name="connsiteX244" fmla="*/ 1335590 w 3024845"/>
                <a:gd name="connsiteY244" fmla="*/ 600974 h 1059043"/>
                <a:gd name="connsiteX245" fmla="*/ 1335590 w 3024845"/>
                <a:gd name="connsiteY245" fmla="*/ 616106 h 1059043"/>
                <a:gd name="connsiteX246" fmla="*/ 1339643 w 3024845"/>
                <a:gd name="connsiteY246" fmla="*/ 613945 h 1059043"/>
                <a:gd name="connsiteX247" fmla="*/ 1339643 w 3024845"/>
                <a:gd name="connsiteY247" fmla="*/ 598812 h 1059043"/>
                <a:gd name="connsiteX248" fmla="*/ 1341163 w 3024845"/>
                <a:gd name="connsiteY248" fmla="*/ 598812 h 1059043"/>
                <a:gd name="connsiteX249" fmla="*/ 1351803 w 3024845"/>
                <a:gd name="connsiteY249" fmla="*/ 598812 h 1059043"/>
                <a:gd name="connsiteX250" fmla="*/ 1351803 w 3024845"/>
                <a:gd name="connsiteY250" fmla="*/ 600433 h 1059043"/>
                <a:gd name="connsiteX251" fmla="*/ 1351803 w 3024845"/>
                <a:gd name="connsiteY251" fmla="*/ 611783 h 1059043"/>
                <a:gd name="connsiteX252" fmla="*/ 1382204 w 3024845"/>
                <a:gd name="connsiteY252" fmla="*/ 611783 h 1059043"/>
                <a:gd name="connsiteX253" fmla="*/ 1382204 w 3024845"/>
                <a:gd name="connsiteY253" fmla="*/ 575033 h 1059043"/>
                <a:gd name="connsiteX254" fmla="*/ 1383470 w 3024845"/>
                <a:gd name="connsiteY254" fmla="*/ 575033 h 1059043"/>
                <a:gd name="connsiteX255" fmla="*/ 1392337 w 3024845"/>
                <a:gd name="connsiteY255" fmla="*/ 575033 h 1059043"/>
                <a:gd name="connsiteX256" fmla="*/ 1392337 w 3024845"/>
                <a:gd name="connsiteY256" fmla="*/ 596650 h 1059043"/>
                <a:gd name="connsiteX257" fmla="*/ 1394364 w 3024845"/>
                <a:gd name="connsiteY257" fmla="*/ 564224 h 1059043"/>
                <a:gd name="connsiteX258" fmla="*/ 1416657 w 3024845"/>
                <a:gd name="connsiteY258" fmla="*/ 564224 h 1059043"/>
                <a:gd name="connsiteX259" fmla="*/ 1416657 w 3024845"/>
                <a:gd name="connsiteY259" fmla="*/ 562602 h 1059043"/>
                <a:gd name="connsiteX260" fmla="*/ 1416657 w 3024845"/>
                <a:gd name="connsiteY260" fmla="*/ 551253 h 1059043"/>
                <a:gd name="connsiteX261" fmla="*/ 1417417 w 3024845"/>
                <a:gd name="connsiteY261" fmla="*/ 551253 h 1059043"/>
                <a:gd name="connsiteX262" fmla="*/ 1422737 w 3024845"/>
                <a:gd name="connsiteY262" fmla="*/ 551253 h 1059043"/>
                <a:gd name="connsiteX263" fmla="*/ 1422737 w 3024845"/>
                <a:gd name="connsiteY263" fmla="*/ 549362 h 1059043"/>
                <a:gd name="connsiteX264" fmla="*/ 1422737 w 3024845"/>
                <a:gd name="connsiteY264" fmla="*/ 536121 h 1059043"/>
                <a:gd name="connsiteX265" fmla="*/ 1426791 w 3024845"/>
                <a:gd name="connsiteY265" fmla="*/ 542606 h 1059043"/>
                <a:gd name="connsiteX266" fmla="*/ 1429071 w 3024845"/>
                <a:gd name="connsiteY266" fmla="*/ 542606 h 1059043"/>
                <a:gd name="connsiteX267" fmla="*/ 1445031 w 3024845"/>
                <a:gd name="connsiteY267" fmla="*/ 542606 h 1059043"/>
                <a:gd name="connsiteX268" fmla="*/ 1445031 w 3024845"/>
                <a:gd name="connsiteY268" fmla="*/ 541795 h 1059043"/>
                <a:gd name="connsiteX269" fmla="*/ 1445031 w 3024845"/>
                <a:gd name="connsiteY269" fmla="*/ 536121 h 1059043"/>
                <a:gd name="connsiteX270" fmla="*/ 1445791 w 3024845"/>
                <a:gd name="connsiteY270" fmla="*/ 536121 h 1059043"/>
                <a:gd name="connsiteX271" fmla="*/ 1451111 w 3024845"/>
                <a:gd name="connsiteY271" fmla="*/ 536121 h 1059043"/>
                <a:gd name="connsiteX272" fmla="*/ 1451111 w 3024845"/>
                <a:gd name="connsiteY272" fmla="*/ 537472 h 1059043"/>
                <a:gd name="connsiteX273" fmla="*/ 1451111 w 3024845"/>
                <a:gd name="connsiteY273" fmla="*/ 546930 h 1059043"/>
                <a:gd name="connsiteX274" fmla="*/ 1489618 w 3024845"/>
                <a:gd name="connsiteY274" fmla="*/ 546930 h 1059043"/>
                <a:gd name="connsiteX275" fmla="*/ 1489618 w 3024845"/>
                <a:gd name="connsiteY275" fmla="*/ 685283 h 1059043"/>
                <a:gd name="connsiteX276" fmla="*/ 1491138 w 3024845"/>
                <a:gd name="connsiteY276" fmla="*/ 685283 h 1059043"/>
                <a:gd name="connsiteX277" fmla="*/ 1501778 w 3024845"/>
                <a:gd name="connsiteY277" fmla="*/ 685283 h 1059043"/>
                <a:gd name="connsiteX278" fmla="*/ 1501778 w 3024845"/>
                <a:gd name="connsiteY278" fmla="*/ 672313 h 1059043"/>
                <a:gd name="connsiteX279" fmla="*/ 1505832 w 3024845"/>
                <a:gd name="connsiteY279" fmla="*/ 672313 h 1059043"/>
                <a:gd name="connsiteX280" fmla="*/ 1505832 w 3024845"/>
                <a:gd name="connsiteY280" fmla="*/ 685283 h 1059043"/>
                <a:gd name="connsiteX281" fmla="*/ 1536232 w 3024845"/>
                <a:gd name="connsiteY281" fmla="*/ 685283 h 1059043"/>
                <a:gd name="connsiteX282" fmla="*/ 1536232 w 3024845"/>
                <a:gd name="connsiteY282" fmla="*/ 655018 h 1059043"/>
                <a:gd name="connsiteX283" fmla="*/ 1548392 w 3024845"/>
                <a:gd name="connsiteY283" fmla="*/ 655018 h 1059043"/>
                <a:gd name="connsiteX284" fmla="*/ 1560552 w 3024845"/>
                <a:gd name="connsiteY284" fmla="*/ 652857 h 1059043"/>
                <a:gd name="connsiteX285" fmla="*/ 1564606 w 3024845"/>
                <a:gd name="connsiteY285" fmla="*/ 655018 h 1059043"/>
                <a:gd name="connsiteX286" fmla="*/ 1574739 w 3024845"/>
                <a:gd name="connsiteY286" fmla="*/ 655018 h 1059043"/>
                <a:gd name="connsiteX287" fmla="*/ 1574739 w 3024845"/>
                <a:gd name="connsiteY287" fmla="*/ 685283 h 1059043"/>
                <a:gd name="connsiteX288" fmla="*/ 1582846 w 3024845"/>
                <a:gd name="connsiteY288" fmla="*/ 685283 h 1059043"/>
                <a:gd name="connsiteX289" fmla="*/ 1582846 w 3024845"/>
                <a:gd name="connsiteY289" fmla="*/ 702578 h 1059043"/>
                <a:gd name="connsiteX290" fmla="*/ 1592182 w 3024845"/>
                <a:gd name="connsiteY290" fmla="*/ 703483 h 1059043"/>
                <a:gd name="connsiteX291" fmla="*/ 1605140 w 3024845"/>
                <a:gd name="connsiteY291" fmla="*/ 703483 h 1059043"/>
                <a:gd name="connsiteX292" fmla="*/ 1605140 w 3024845"/>
                <a:gd name="connsiteY292" fmla="*/ 687445 h 1059043"/>
                <a:gd name="connsiteX293" fmla="*/ 1673096 w 3024845"/>
                <a:gd name="connsiteY293" fmla="*/ 687445 h 1059043"/>
                <a:gd name="connsiteX294" fmla="*/ 1673096 w 3024845"/>
                <a:gd name="connsiteY294" fmla="*/ 602192 h 1059043"/>
                <a:gd name="connsiteX295" fmla="*/ 1745104 w 3024845"/>
                <a:gd name="connsiteY295" fmla="*/ 602192 h 1059043"/>
                <a:gd name="connsiteX296" fmla="*/ 1745104 w 3024845"/>
                <a:gd name="connsiteY296" fmla="*/ 680960 h 1059043"/>
                <a:gd name="connsiteX297" fmla="*/ 1747008 w 3024845"/>
                <a:gd name="connsiteY297" fmla="*/ 680960 h 1059043"/>
                <a:gd name="connsiteX298" fmla="*/ 1748250 w 3024845"/>
                <a:gd name="connsiteY298" fmla="*/ 703483 h 1059043"/>
                <a:gd name="connsiteX299" fmla="*/ 1757926 w 3024845"/>
                <a:gd name="connsiteY299" fmla="*/ 703483 h 1059043"/>
                <a:gd name="connsiteX300" fmla="*/ 1759168 w 3024845"/>
                <a:gd name="connsiteY300" fmla="*/ 680960 h 1059043"/>
                <a:gd name="connsiteX301" fmla="*/ 1765248 w 3024845"/>
                <a:gd name="connsiteY301" fmla="*/ 680960 h 1059043"/>
                <a:gd name="connsiteX302" fmla="*/ 1766490 w 3024845"/>
                <a:gd name="connsiteY302" fmla="*/ 703483 h 1059043"/>
                <a:gd name="connsiteX303" fmla="*/ 1817112 w 3024845"/>
                <a:gd name="connsiteY303" fmla="*/ 703483 h 1059043"/>
                <a:gd name="connsiteX304" fmla="*/ 1817112 w 3024845"/>
                <a:gd name="connsiteY304" fmla="*/ 540455 h 1059043"/>
                <a:gd name="connsiteX305" fmla="*/ 2014439 w 3024845"/>
                <a:gd name="connsiteY305" fmla="*/ 540455 h 1059043"/>
                <a:gd name="connsiteX306" fmla="*/ 2014439 w 3024845"/>
                <a:gd name="connsiteY306" fmla="*/ 703483 h 1059043"/>
                <a:gd name="connsiteX307" fmla="*/ 2033136 w 3024845"/>
                <a:gd name="connsiteY307" fmla="*/ 703483 h 1059043"/>
                <a:gd name="connsiteX308" fmla="*/ 2033136 w 3024845"/>
                <a:gd name="connsiteY308" fmla="*/ 620790 h 1059043"/>
                <a:gd name="connsiteX309" fmla="*/ 2128256 w 3024845"/>
                <a:gd name="connsiteY309" fmla="*/ 620790 h 1059043"/>
                <a:gd name="connsiteX310" fmla="*/ 2146266 w 3024845"/>
                <a:gd name="connsiteY310" fmla="*/ 131868 h 1059043"/>
                <a:gd name="connsiteX311" fmla="*/ 2150320 w 3024845"/>
                <a:gd name="connsiteY311" fmla="*/ 60529 h 1059043"/>
                <a:gd name="connsiteX312" fmla="*/ 2152346 w 3024845"/>
                <a:gd name="connsiteY312" fmla="*/ 56206 h 1059043"/>
                <a:gd name="connsiteX313" fmla="*/ 2152346 w 3024845"/>
                <a:gd name="connsiteY313" fmla="*/ 0 h 1059043"/>
                <a:gd name="connsiteX314" fmla="*/ 2180720 w 3024845"/>
                <a:gd name="connsiteY314" fmla="*/ 555577 h 1059043"/>
                <a:gd name="connsiteX315" fmla="*/ 2245574 w 3024845"/>
                <a:gd name="connsiteY315" fmla="*/ 555577 h 1059043"/>
                <a:gd name="connsiteX316" fmla="*/ 2245574 w 3024845"/>
                <a:gd name="connsiteY316" fmla="*/ 631239 h 1059043"/>
                <a:gd name="connsiteX317" fmla="*/ 2253681 w 3024845"/>
                <a:gd name="connsiteY317" fmla="*/ 631239 h 1059043"/>
                <a:gd name="connsiteX318" fmla="*/ 2255708 w 3024845"/>
                <a:gd name="connsiteY318" fmla="*/ 624754 h 1059043"/>
                <a:gd name="connsiteX319" fmla="*/ 2261788 w 3024845"/>
                <a:gd name="connsiteY319" fmla="*/ 624754 h 1059043"/>
                <a:gd name="connsiteX320" fmla="*/ 2263815 w 3024845"/>
                <a:gd name="connsiteY320" fmla="*/ 633401 h 1059043"/>
                <a:gd name="connsiteX321" fmla="*/ 2275975 w 3024845"/>
                <a:gd name="connsiteY321" fmla="*/ 633401 h 1059043"/>
                <a:gd name="connsiteX322" fmla="*/ 2275975 w 3024845"/>
                <a:gd name="connsiteY322" fmla="*/ 626915 h 1059043"/>
                <a:gd name="connsiteX323" fmla="*/ 2298268 w 3024845"/>
                <a:gd name="connsiteY323" fmla="*/ 626915 h 1059043"/>
                <a:gd name="connsiteX324" fmla="*/ 2298268 w 3024845"/>
                <a:gd name="connsiteY324" fmla="*/ 633401 h 1059043"/>
                <a:gd name="connsiteX325" fmla="*/ 2318535 w 3024845"/>
                <a:gd name="connsiteY325" fmla="*/ 633401 h 1059043"/>
                <a:gd name="connsiteX326" fmla="*/ 2318535 w 3024845"/>
                <a:gd name="connsiteY326" fmla="*/ 678798 h 1059043"/>
                <a:gd name="connsiteX327" fmla="*/ 2332722 w 3024845"/>
                <a:gd name="connsiteY327" fmla="*/ 678798 h 1059043"/>
                <a:gd name="connsiteX328" fmla="*/ 2332722 w 3024845"/>
                <a:gd name="connsiteY328" fmla="*/ 665827 h 1059043"/>
                <a:gd name="connsiteX329" fmla="*/ 2348936 w 3024845"/>
                <a:gd name="connsiteY329" fmla="*/ 665827 h 1059043"/>
                <a:gd name="connsiteX330" fmla="*/ 2348936 w 3024845"/>
                <a:gd name="connsiteY330" fmla="*/ 486400 h 1059043"/>
                <a:gd name="connsiteX331" fmla="*/ 2355016 w 3024845"/>
                <a:gd name="connsiteY331" fmla="*/ 479914 h 1059043"/>
                <a:gd name="connsiteX332" fmla="*/ 2427977 w 3024845"/>
                <a:gd name="connsiteY332" fmla="*/ 479914 h 1059043"/>
                <a:gd name="connsiteX333" fmla="*/ 2427977 w 3024845"/>
                <a:gd name="connsiteY333" fmla="*/ 488562 h 1059043"/>
                <a:gd name="connsiteX334" fmla="*/ 2438110 w 3024845"/>
                <a:gd name="connsiteY334" fmla="*/ 488562 h 1059043"/>
                <a:gd name="connsiteX335" fmla="*/ 2438110 w 3024845"/>
                <a:gd name="connsiteY335" fmla="*/ 603136 h 1059043"/>
                <a:gd name="connsiteX336" fmla="*/ 2460404 w 3024845"/>
                <a:gd name="connsiteY336" fmla="*/ 603136 h 1059043"/>
                <a:gd name="connsiteX337" fmla="*/ 2460404 w 3024845"/>
                <a:gd name="connsiteY337" fmla="*/ 536121 h 1059043"/>
                <a:gd name="connsiteX338" fmla="*/ 2486751 w 3024845"/>
                <a:gd name="connsiteY338" fmla="*/ 536121 h 1059043"/>
                <a:gd name="connsiteX339" fmla="*/ 2490804 w 3024845"/>
                <a:gd name="connsiteY339" fmla="*/ 531797 h 1059043"/>
                <a:gd name="connsiteX340" fmla="*/ 2498911 w 3024845"/>
                <a:gd name="connsiteY340" fmla="*/ 531797 h 1059043"/>
                <a:gd name="connsiteX341" fmla="*/ 2502964 w 3024845"/>
                <a:gd name="connsiteY341" fmla="*/ 536121 h 1059043"/>
                <a:gd name="connsiteX342" fmla="*/ 2525258 w 3024845"/>
                <a:gd name="connsiteY342" fmla="*/ 536121 h 1059043"/>
                <a:gd name="connsiteX343" fmla="*/ 2525258 w 3024845"/>
                <a:gd name="connsiteY343" fmla="*/ 419385 h 1059043"/>
                <a:gd name="connsiteX344" fmla="*/ 2582005 w 3024845"/>
                <a:gd name="connsiteY344" fmla="*/ 408576 h 1059043"/>
                <a:gd name="connsiteX345" fmla="*/ 2582005 w 3024845"/>
                <a:gd name="connsiteY345" fmla="*/ 409657 h 1059043"/>
                <a:gd name="connsiteX346" fmla="*/ 2582005 w 3024845"/>
                <a:gd name="connsiteY346" fmla="*/ 417223 h 1059043"/>
                <a:gd name="connsiteX347" fmla="*/ 2608352 w 3024845"/>
                <a:gd name="connsiteY347" fmla="*/ 417223 h 1059043"/>
                <a:gd name="connsiteX348" fmla="*/ 2608352 w 3024845"/>
                <a:gd name="connsiteY348" fmla="*/ 672313 h 1059043"/>
                <a:gd name="connsiteX349" fmla="*/ 2630646 w 3024845"/>
                <a:gd name="connsiteY349" fmla="*/ 672313 h 1059043"/>
                <a:gd name="connsiteX350" fmla="*/ 2630646 w 3024845"/>
                <a:gd name="connsiteY350" fmla="*/ 667989 h 1059043"/>
                <a:gd name="connsiteX351" fmla="*/ 2642806 w 3024845"/>
                <a:gd name="connsiteY351" fmla="*/ 667989 h 1059043"/>
                <a:gd name="connsiteX352" fmla="*/ 2642806 w 3024845"/>
                <a:gd name="connsiteY352" fmla="*/ 672313 h 1059043"/>
                <a:gd name="connsiteX353" fmla="*/ 2667126 w 3024845"/>
                <a:gd name="connsiteY353" fmla="*/ 672313 h 1059043"/>
                <a:gd name="connsiteX354" fmla="*/ 2667126 w 3024845"/>
                <a:gd name="connsiteY354" fmla="*/ 659342 h 1059043"/>
                <a:gd name="connsiteX355" fmla="*/ 2695500 w 3024845"/>
                <a:gd name="connsiteY355" fmla="*/ 659342 h 1059043"/>
                <a:gd name="connsiteX356" fmla="*/ 2707660 w 3024845"/>
                <a:gd name="connsiteY356" fmla="*/ 655018 h 1059043"/>
                <a:gd name="connsiteX357" fmla="*/ 2727927 w 3024845"/>
                <a:gd name="connsiteY357" fmla="*/ 659342 h 1059043"/>
                <a:gd name="connsiteX358" fmla="*/ 2727927 w 3024845"/>
                <a:gd name="connsiteY358" fmla="*/ 642048 h 1059043"/>
                <a:gd name="connsiteX359" fmla="*/ 2736034 w 3024845"/>
                <a:gd name="connsiteY359" fmla="*/ 642048 h 1059043"/>
                <a:gd name="connsiteX360" fmla="*/ 2736034 w 3024845"/>
                <a:gd name="connsiteY360" fmla="*/ 629077 h 1059043"/>
                <a:gd name="connsiteX361" fmla="*/ 2792781 w 3024845"/>
                <a:gd name="connsiteY361" fmla="*/ 629077 h 1059043"/>
                <a:gd name="connsiteX362" fmla="*/ 2792781 w 3024845"/>
                <a:gd name="connsiteY362" fmla="*/ 598812 h 1059043"/>
                <a:gd name="connsiteX363" fmla="*/ 2811021 w 3024845"/>
                <a:gd name="connsiteY363" fmla="*/ 598812 h 1059043"/>
                <a:gd name="connsiteX364" fmla="*/ 2811021 w 3024845"/>
                <a:gd name="connsiteY364" fmla="*/ 592327 h 1059043"/>
                <a:gd name="connsiteX365" fmla="*/ 2823181 w 3024845"/>
                <a:gd name="connsiteY365" fmla="*/ 592327 h 1059043"/>
                <a:gd name="connsiteX366" fmla="*/ 2823181 w 3024845"/>
                <a:gd name="connsiteY366" fmla="*/ 598812 h 1059043"/>
                <a:gd name="connsiteX367" fmla="*/ 2839395 w 3024845"/>
                <a:gd name="connsiteY367" fmla="*/ 598812 h 1059043"/>
                <a:gd name="connsiteX368" fmla="*/ 2839395 w 3024845"/>
                <a:gd name="connsiteY368" fmla="*/ 648533 h 1059043"/>
                <a:gd name="connsiteX369" fmla="*/ 2871822 w 3024845"/>
                <a:gd name="connsiteY369" fmla="*/ 648533 h 1059043"/>
                <a:gd name="connsiteX370" fmla="*/ 2871822 w 3024845"/>
                <a:gd name="connsiteY370" fmla="*/ 622592 h 1059043"/>
                <a:gd name="connsiteX371" fmla="*/ 2910329 w 3024845"/>
                <a:gd name="connsiteY371" fmla="*/ 622592 h 1059043"/>
                <a:gd name="connsiteX372" fmla="*/ 2910329 w 3024845"/>
                <a:gd name="connsiteY372" fmla="*/ 592327 h 1059043"/>
                <a:gd name="connsiteX373" fmla="*/ 2958970 w 3024845"/>
                <a:gd name="connsiteY373" fmla="*/ 592327 h 1059043"/>
                <a:gd name="connsiteX374" fmla="*/ 2958970 w 3024845"/>
                <a:gd name="connsiteY374" fmla="*/ 703483 h 1059043"/>
                <a:gd name="connsiteX375" fmla="*/ 2958970 w 3024845"/>
                <a:gd name="connsiteY375" fmla="*/ 717262 h 1059043"/>
                <a:gd name="connsiteX376" fmla="*/ 3024845 w 3024845"/>
                <a:gd name="connsiteY376" fmla="*/ 717262 h 1059043"/>
                <a:gd name="connsiteX377" fmla="*/ 3024845 w 3024845"/>
                <a:gd name="connsiteY377" fmla="*/ 1059043 h 1059043"/>
                <a:gd name="connsiteX378" fmla="*/ 2054 w 3024845"/>
                <a:gd name="connsiteY378" fmla="*/ 1056710 h 1059043"/>
                <a:gd name="connsiteX379" fmla="*/ 0 w 3024845"/>
                <a:gd name="connsiteY379" fmla="*/ 622592 h 1059043"/>
                <a:gd name="connsiteX380" fmla="*/ 20267 w 3024845"/>
                <a:gd name="connsiteY380" fmla="*/ 622592 h 1059043"/>
                <a:gd name="connsiteX381" fmla="*/ 20774 w 3024845"/>
                <a:gd name="connsiteY381" fmla="*/ 621511 h 1059043"/>
                <a:gd name="connsiteX382" fmla="*/ 24320 w 3024845"/>
                <a:gd name="connsiteY382" fmla="*/ 613945 h 1059043"/>
                <a:gd name="connsiteX383" fmla="*/ 26094 w 3024845"/>
                <a:gd name="connsiteY383" fmla="*/ 614215 h 1059043"/>
                <a:gd name="connsiteX384" fmla="*/ 38507 w 3024845"/>
                <a:gd name="connsiteY384" fmla="*/ 616106 h 1059043"/>
                <a:gd name="connsiteX385" fmla="*/ 39014 w 3024845"/>
                <a:gd name="connsiteY385" fmla="*/ 617458 h 1059043"/>
                <a:gd name="connsiteX386" fmla="*/ 42560 w 3024845"/>
                <a:gd name="connsiteY386" fmla="*/ 626915 h 1059043"/>
                <a:gd name="connsiteX387" fmla="*/ 68907 w 3024845"/>
                <a:gd name="connsiteY387" fmla="*/ 629077 h 1059043"/>
                <a:gd name="connsiteX388" fmla="*/ 68907 w 3024845"/>
                <a:gd name="connsiteY388" fmla="*/ 505856 h 1059043"/>
                <a:gd name="connsiteX389" fmla="*/ 70934 w 3024845"/>
                <a:gd name="connsiteY389" fmla="*/ 505856 h 1059043"/>
                <a:gd name="connsiteX390" fmla="*/ 85121 w 3024845"/>
                <a:gd name="connsiteY390" fmla="*/ 505856 h 1059043"/>
                <a:gd name="connsiteX391" fmla="*/ 85121 w 3024845"/>
                <a:gd name="connsiteY391" fmla="*/ 369664 h 1059043"/>
                <a:gd name="connsiteX392" fmla="*/ 86894 w 3024845"/>
                <a:gd name="connsiteY392" fmla="*/ 369664 h 1059043"/>
                <a:gd name="connsiteX393" fmla="*/ 99308 w 3024845"/>
                <a:gd name="connsiteY393" fmla="*/ 369664 h 1059043"/>
                <a:gd name="connsiteX394" fmla="*/ 99308 w 3024845"/>
                <a:gd name="connsiteY394" fmla="*/ 255090 h 1059043"/>
                <a:gd name="connsiteX395" fmla="*/ 103361 w 3024845"/>
                <a:gd name="connsiteY395" fmla="*/ 226986 h 1059043"/>
                <a:gd name="connsiteX396" fmla="*/ 105388 w 3024845"/>
                <a:gd name="connsiteY396" fmla="*/ 226986 h 1059043"/>
                <a:gd name="connsiteX397" fmla="*/ 119575 w 3024845"/>
                <a:gd name="connsiteY397" fmla="*/ 226986 h 1059043"/>
                <a:gd name="connsiteX0" fmla="*/ 119575 w 3024845"/>
                <a:gd name="connsiteY0" fmla="*/ 255427 h 1087484"/>
                <a:gd name="connsiteX1" fmla="*/ 200642 w 3024845"/>
                <a:gd name="connsiteY1" fmla="*/ 253266 h 1087484"/>
                <a:gd name="connsiteX2" fmla="*/ 202669 w 3024845"/>
                <a:gd name="connsiteY2" fmla="*/ 253266 h 1087484"/>
                <a:gd name="connsiteX3" fmla="*/ 216856 w 3024845"/>
                <a:gd name="connsiteY3" fmla="*/ 253266 h 1087484"/>
                <a:gd name="connsiteX4" fmla="*/ 216856 w 3024845"/>
                <a:gd name="connsiteY4" fmla="*/ 277045 h 1087484"/>
                <a:gd name="connsiteX5" fmla="*/ 217363 w 3024845"/>
                <a:gd name="connsiteY5" fmla="*/ 277856 h 1087484"/>
                <a:gd name="connsiteX6" fmla="*/ 220909 w 3024845"/>
                <a:gd name="connsiteY6" fmla="*/ 283531 h 1087484"/>
                <a:gd name="connsiteX7" fmla="*/ 220909 w 3024845"/>
                <a:gd name="connsiteY7" fmla="*/ 398105 h 1087484"/>
                <a:gd name="connsiteX8" fmla="*/ 223189 w 3024845"/>
                <a:gd name="connsiteY8" fmla="*/ 398105 h 1087484"/>
                <a:gd name="connsiteX9" fmla="*/ 239150 w 3024845"/>
                <a:gd name="connsiteY9" fmla="*/ 398105 h 1087484"/>
                <a:gd name="connsiteX10" fmla="*/ 239150 w 3024845"/>
                <a:gd name="connsiteY10" fmla="*/ 538620 h 1087484"/>
                <a:gd name="connsiteX11" fmla="*/ 240670 w 3024845"/>
                <a:gd name="connsiteY11" fmla="*/ 538350 h 1087484"/>
                <a:gd name="connsiteX12" fmla="*/ 251310 w 3024845"/>
                <a:gd name="connsiteY12" fmla="*/ 536459 h 1087484"/>
                <a:gd name="connsiteX13" fmla="*/ 249283 w 3024845"/>
                <a:gd name="connsiteY13" fmla="*/ 625091 h 1087484"/>
                <a:gd name="connsiteX14" fmla="*/ 250803 w 3024845"/>
                <a:gd name="connsiteY14" fmla="*/ 625362 h 1087484"/>
                <a:gd name="connsiteX15" fmla="*/ 261443 w 3024845"/>
                <a:gd name="connsiteY15" fmla="*/ 627253 h 1087484"/>
                <a:gd name="connsiteX16" fmla="*/ 261696 w 3024845"/>
                <a:gd name="connsiteY16" fmla="*/ 628064 h 1087484"/>
                <a:gd name="connsiteX17" fmla="*/ 263470 w 3024845"/>
                <a:gd name="connsiteY17" fmla="*/ 633739 h 1087484"/>
                <a:gd name="connsiteX18" fmla="*/ 264230 w 3024845"/>
                <a:gd name="connsiteY18" fmla="*/ 631307 h 1087484"/>
                <a:gd name="connsiteX19" fmla="*/ 269550 w 3024845"/>
                <a:gd name="connsiteY19" fmla="*/ 614283 h 1087484"/>
                <a:gd name="connsiteX20" fmla="*/ 271323 w 3024845"/>
                <a:gd name="connsiteY20" fmla="*/ 614283 h 1087484"/>
                <a:gd name="connsiteX21" fmla="*/ 283737 w 3024845"/>
                <a:gd name="connsiteY21" fmla="*/ 614283 h 1087484"/>
                <a:gd name="connsiteX22" fmla="*/ 283737 w 3024845"/>
                <a:gd name="connsiteY22" fmla="*/ 646709 h 1087484"/>
                <a:gd name="connsiteX23" fmla="*/ 284750 w 3024845"/>
                <a:gd name="connsiteY23" fmla="*/ 647250 h 1087484"/>
                <a:gd name="connsiteX24" fmla="*/ 291844 w 3024845"/>
                <a:gd name="connsiteY24" fmla="*/ 651033 h 1087484"/>
                <a:gd name="connsiteX25" fmla="*/ 291844 w 3024845"/>
                <a:gd name="connsiteY25" fmla="*/ 652384 h 1087484"/>
                <a:gd name="connsiteX26" fmla="*/ 291844 w 3024845"/>
                <a:gd name="connsiteY26" fmla="*/ 661842 h 1087484"/>
                <a:gd name="connsiteX27" fmla="*/ 336431 w 3024845"/>
                <a:gd name="connsiteY27" fmla="*/ 661842 h 1087484"/>
                <a:gd name="connsiteX28" fmla="*/ 336431 w 3024845"/>
                <a:gd name="connsiteY28" fmla="*/ 662923 h 1087484"/>
                <a:gd name="connsiteX29" fmla="*/ 336431 w 3024845"/>
                <a:gd name="connsiteY29" fmla="*/ 670489 h 1087484"/>
                <a:gd name="connsiteX30" fmla="*/ 338457 w 3024845"/>
                <a:gd name="connsiteY30" fmla="*/ 670489 h 1087484"/>
                <a:gd name="connsiteX31" fmla="*/ 352644 w 3024845"/>
                <a:gd name="connsiteY31" fmla="*/ 670489 h 1087484"/>
                <a:gd name="connsiteX32" fmla="*/ 352644 w 3024845"/>
                <a:gd name="connsiteY32" fmla="*/ 640224 h 1087484"/>
                <a:gd name="connsiteX33" fmla="*/ 397231 w 3024845"/>
                <a:gd name="connsiteY33" fmla="*/ 640224 h 1087484"/>
                <a:gd name="connsiteX34" fmla="*/ 397231 w 3024845"/>
                <a:gd name="connsiteY34" fmla="*/ 638873 h 1087484"/>
                <a:gd name="connsiteX35" fmla="*/ 397231 w 3024845"/>
                <a:gd name="connsiteY35" fmla="*/ 629415 h 1087484"/>
                <a:gd name="connsiteX36" fmla="*/ 398245 w 3024845"/>
                <a:gd name="connsiteY36" fmla="*/ 629415 h 1087484"/>
                <a:gd name="connsiteX37" fmla="*/ 405338 w 3024845"/>
                <a:gd name="connsiteY37" fmla="*/ 629415 h 1087484"/>
                <a:gd name="connsiteX38" fmla="*/ 405338 w 3024845"/>
                <a:gd name="connsiteY38" fmla="*/ 627524 h 1087484"/>
                <a:gd name="connsiteX39" fmla="*/ 405338 w 3024845"/>
                <a:gd name="connsiteY39" fmla="*/ 614283 h 1087484"/>
                <a:gd name="connsiteX40" fmla="*/ 406098 w 3024845"/>
                <a:gd name="connsiteY40" fmla="*/ 614283 h 1087484"/>
                <a:gd name="connsiteX41" fmla="*/ 411418 w 3024845"/>
                <a:gd name="connsiteY41" fmla="*/ 614283 h 1087484"/>
                <a:gd name="connsiteX42" fmla="*/ 411418 w 3024845"/>
                <a:gd name="connsiteY42" fmla="*/ 613202 h 1087484"/>
                <a:gd name="connsiteX43" fmla="*/ 411418 w 3024845"/>
                <a:gd name="connsiteY43" fmla="*/ 605635 h 1087484"/>
                <a:gd name="connsiteX44" fmla="*/ 413445 w 3024845"/>
                <a:gd name="connsiteY44" fmla="*/ 605635 h 1087484"/>
                <a:gd name="connsiteX45" fmla="*/ 427632 w 3024845"/>
                <a:gd name="connsiteY45" fmla="*/ 605635 h 1087484"/>
                <a:gd name="connsiteX46" fmla="*/ 427632 w 3024845"/>
                <a:gd name="connsiteY46" fmla="*/ 606716 h 1087484"/>
                <a:gd name="connsiteX47" fmla="*/ 427632 w 3024845"/>
                <a:gd name="connsiteY47" fmla="*/ 614283 h 1087484"/>
                <a:gd name="connsiteX48" fmla="*/ 449925 w 3024845"/>
                <a:gd name="connsiteY48" fmla="*/ 614283 h 1087484"/>
                <a:gd name="connsiteX49" fmla="*/ 449925 w 3024845"/>
                <a:gd name="connsiteY49" fmla="*/ 612391 h 1087484"/>
                <a:gd name="connsiteX50" fmla="*/ 449925 w 3024845"/>
                <a:gd name="connsiteY50" fmla="*/ 599150 h 1087484"/>
                <a:gd name="connsiteX51" fmla="*/ 451699 w 3024845"/>
                <a:gd name="connsiteY51" fmla="*/ 599150 h 1087484"/>
                <a:gd name="connsiteX52" fmla="*/ 464112 w 3024845"/>
                <a:gd name="connsiteY52" fmla="*/ 599150 h 1087484"/>
                <a:gd name="connsiteX53" fmla="*/ 464112 w 3024845"/>
                <a:gd name="connsiteY53" fmla="*/ 622930 h 1087484"/>
                <a:gd name="connsiteX54" fmla="*/ 465126 w 3024845"/>
                <a:gd name="connsiteY54" fmla="*/ 622930 h 1087484"/>
                <a:gd name="connsiteX55" fmla="*/ 472219 w 3024845"/>
                <a:gd name="connsiteY55" fmla="*/ 622930 h 1087484"/>
                <a:gd name="connsiteX56" fmla="*/ 472219 w 3024845"/>
                <a:gd name="connsiteY56" fmla="*/ 621849 h 1087484"/>
                <a:gd name="connsiteX57" fmla="*/ 472219 w 3024845"/>
                <a:gd name="connsiteY57" fmla="*/ 614283 h 1087484"/>
                <a:gd name="connsiteX58" fmla="*/ 473992 w 3024845"/>
                <a:gd name="connsiteY58" fmla="*/ 614283 h 1087484"/>
                <a:gd name="connsiteX59" fmla="*/ 486406 w 3024845"/>
                <a:gd name="connsiteY59" fmla="*/ 614283 h 1087484"/>
                <a:gd name="connsiteX60" fmla="*/ 486406 w 3024845"/>
                <a:gd name="connsiteY60" fmla="*/ 640224 h 1087484"/>
                <a:gd name="connsiteX61" fmla="*/ 488433 w 3024845"/>
                <a:gd name="connsiteY61" fmla="*/ 640224 h 1087484"/>
                <a:gd name="connsiteX62" fmla="*/ 502619 w 3024845"/>
                <a:gd name="connsiteY62" fmla="*/ 640224 h 1087484"/>
                <a:gd name="connsiteX63" fmla="*/ 502619 w 3024845"/>
                <a:gd name="connsiteY63" fmla="*/ 641845 h 1087484"/>
                <a:gd name="connsiteX64" fmla="*/ 502619 w 3024845"/>
                <a:gd name="connsiteY64" fmla="*/ 653195 h 1087484"/>
                <a:gd name="connsiteX65" fmla="*/ 503379 w 3024845"/>
                <a:gd name="connsiteY65" fmla="*/ 653195 h 1087484"/>
                <a:gd name="connsiteX66" fmla="*/ 508700 w 3024845"/>
                <a:gd name="connsiteY66" fmla="*/ 653195 h 1087484"/>
                <a:gd name="connsiteX67" fmla="*/ 508700 w 3024845"/>
                <a:gd name="connsiteY67" fmla="*/ 652384 h 1087484"/>
                <a:gd name="connsiteX68" fmla="*/ 508700 w 3024845"/>
                <a:gd name="connsiteY68" fmla="*/ 646709 h 1087484"/>
                <a:gd name="connsiteX69" fmla="*/ 539100 w 3024845"/>
                <a:gd name="connsiteY69" fmla="*/ 646709 h 1087484"/>
                <a:gd name="connsiteX70" fmla="*/ 539100 w 3024845"/>
                <a:gd name="connsiteY70" fmla="*/ 670489 h 1087484"/>
                <a:gd name="connsiteX71" fmla="*/ 540113 w 3024845"/>
                <a:gd name="connsiteY71" fmla="*/ 670489 h 1087484"/>
                <a:gd name="connsiteX72" fmla="*/ 547207 w 3024845"/>
                <a:gd name="connsiteY72" fmla="*/ 670489 h 1087484"/>
                <a:gd name="connsiteX73" fmla="*/ 547207 w 3024845"/>
                <a:gd name="connsiteY73" fmla="*/ 671570 h 1087484"/>
                <a:gd name="connsiteX74" fmla="*/ 547207 w 3024845"/>
                <a:gd name="connsiteY74" fmla="*/ 679136 h 1087484"/>
                <a:gd name="connsiteX75" fmla="*/ 547967 w 3024845"/>
                <a:gd name="connsiteY75" fmla="*/ 679136 h 1087484"/>
                <a:gd name="connsiteX76" fmla="*/ 553287 w 3024845"/>
                <a:gd name="connsiteY76" fmla="*/ 679136 h 1087484"/>
                <a:gd name="connsiteX77" fmla="*/ 553287 w 3024845"/>
                <a:gd name="connsiteY77" fmla="*/ 676974 h 1087484"/>
                <a:gd name="connsiteX78" fmla="*/ 553287 w 3024845"/>
                <a:gd name="connsiteY78" fmla="*/ 661842 h 1087484"/>
                <a:gd name="connsiteX79" fmla="*/ 554300 w 3024845"/>
                <a:gd name="connsiteY79" fmla="*/ 661842 h 1087484"/>
                <a:gd name="connsiteX80" fmla="*/ 561394 w 3024845"/>
                <a:gd name="connsiteY80" fmla="*/ 661842 h 1087484"/>
                <a:gd name="connsiteX81" fmla="*/ 561394 w 3024845"/>
                <a:gd name="connsiteY81" fmla="*/ 662923 h 1087484"/>
                <a:gd name="connsiteX82" fmla="*/ 561394 w 3024845"/>
                <a:gd name="connsiteY82" fmla="*/ 670489 h 1087484"/>
                <a:gd name="connsiteX83" fmla="*/ 566714 w 3024845"/>
                <a:gd name="connsiteY83" fmla="*/ 668496 h 1087484"/>
                <a:gd name="connsiteX84" fmla="*/ 567474 w 3024845"/>
                <a:gd name="connsiteY84" fmla="*/ 667516 h 1087484"/>
                <a:gd name="connsiteX85" fmla="*/ 567474 w 3024845"/>
                <a:gd name="connsiteY85" fmla="*/ 661842 h 1087484"/>
                <a:gd name="connsiteX86" fmla="*/ 605981 w 3024845"/>
                <a:gd name="connsiteY86" fmla="*/ 661842 h 1087484"/>
                <a:gd name="connsiteX87" fmla="*/ 605981 w 3024845"/>
                <a:gd name="connsiteY87" fmla="*/ 685621 h 1087484"/>
                <a:gd name="connsiteX88" fmla="*/ 608007 w 3024845"/>
                <a:gd name="connsiteY88" fmla="*/ 685621 h 1087484"/>
                <a:gd name="connsiteX89" fmla="*/ 622194 w 3024845"/>
                <a:gd name="connsiteY89" fmla="*/ 685621 h 1087484"/>
                <a:gd name="connsiteX90" fmla="*/ 622194 w 3024845"/>
                <a:gd name="connsiteY90" fmla="*/ 686702 h 1087484"/>
                <a:gd name="connsiteX91" fmla="*/ 622194 w 3024845"/>
                <a:gd name="connsiteY91" fmla="*/ 694268 h 1087484"/>
                <a:gd name="connsiteX92" fmla="*/ 623968 w 3024845"/>
                <a:gd name="connsiteY92" fmla="*/ 694268 h 1087484"/>
                <a:gd name="connsiteX93" fmla="*/ 636381 w 3024845"/>
                <a:gd name="connsiteY93" fmla="*/ 694268 h 1087484"/>
                <a:gd name="connsiteX94" fmla="*/ 636381 w 3024845"/>
                <a:gd name="connsiteY94" fmla="*/ 670489 h 1087484"/>
                <a:gd name="connsiteX95" fmla="*/ 637394 w 3024845"/>
                <a:gd name="connsiteY95" fmla="*/ 670489 h 1087484"/>
                <a:gd name="connsiteX96" fmla="*/ 644488 w 3024845"/>
                <a:gd name="connsiteY96" fmla="*/ 670489 h 1087484"/>
                <a:gd name="connsiteX97" fmla="*/ 644488 w 3024845"/>
                <a:gd name="connsiteY97" fmla="*/ 638062 h 1087484"/>
                <a:gd name="connsiteX98" fmla="*/ 645501 w 3024845"/>
                <a:gd name="connsiteY98" fmla="*/ 638062 h 1087484"/>
                <a:gd name="connsiteX99" fmla="*/ 652595 w 3024845"/>
                <a:gd name="connsiteY99" fmla="*/ 638062 h 1087484"/>
                <a:gd name="connsiteX100" fmla="*/ 652595 w 3024845"/>
                <a:gd name="connsiteY100" fmla="*/ 636171 h 1087484"/>
                <a:gd name="connsiteX101" fmla="*/ 652595 w 3024845"/>
                <a:gd name="connsiteY101" fmla="*/ 622930 h 1087484"/>
                <a:gd name="connsiteX102" fmla="*/ 651328 w 3024845"/>
                <a:gd name="connsiteY102" fmla="*/ 621308 h 1087484"/>
                <a:gd name="connsiteX103" fmla="*/ 656648 w 3024845"/>
                <a:gd name="connsiteY103" fmla="*/ 609959 h 1087484"/>
                <a:gd name="connsiteX104" fmla="*/ 664755 w 3024845"/>
                <a:gd name="connsiteY104" fmla="*/ 638062 h 1087484"/>
                <a:gd name="connsiteX105" fmla="*/ 665515 w 3024845"/>
                <a:gd name="connsiteY105" fmla="*/ 638062 h 1087484"/>
                <a:gd name="connsiteX106" fmla="*/ 670835 w 3024845"/>
                <a:gd name="connsiteY106" fmla="*/ 638062 h 1087484"/>
                <a:gd name="connsiteX107" fmla="*/ 670835 w 3024845"/>
                <a:gd name="connsiteY107" fmla="*/ 532135 h 1087484"/>
                <a:gd name="connsiteX108" fmla="*/ 672355 w 3024845"/>
                <a:gd name="connsiteY108" fmla="*/ 532135 h 1087484"/>
                <a:gd name="connsiteX109" fmla="*/ 682995 w 3024845"/>
                <a:gd name="connsiteY109" fmla="*/ 532135 h 1087484"/>
                <a:gd name="connsiteX110" fmla="*/ 682995 w 3024845"/>
                <a:gd name="connsiteY110" fmla="*/ 484576 h 1087484"/>
                <a:gd name="connsiteX111" fmla="*/ 709342 w 3024845"/>
                <a:gd name="connsiteY111" fmla="*/ 484576 h 1087484"/>
                <a:gd name="connsiteX112" fmla="*/ 709342 w 3024845"/>
                <a:gd name="connsiteY112" fmla="*/ 462958 h 1087484"/>
                <a:gd name="connsiteX113" fmla="*/ 743796 w 3024845"/>
                <a:gd name="connsiteY113" fmla="*/ 462958 h 1087484"/>
                <a:gd name="connsiteX114" fmla="*/ 743796 w 3024845"/>
                <a:gd name="connsiteY114" fmla="*/ 465390 h 1087484"/>
                <a:gd name="connsiteX115" fmla="*/ 743796 w 3024845"/>
                <a:gd name="connsiteY115" fmla="*/ 482414 h 1087484"/>
                <a:gd name="connsiteX116" fmla="*/ 746076 w 3024845"/>
                <a:gd name="connsiteY116" fmla="*/ 482414 h 1087484"/>
                <a:gd name="connsiteX117" fmla="*/ 762036 w 3024845"/>
                <a:gd name="connsiteY117" fmla="*/ 482414 h 1087484"/>
                <a:gd name="connsiteX118" fmla="*/ 762036 w 3024845"/>
                <a:gd name="connsiteY118" fmla="*/ 529973 h 1087484"/>
                <a:gd name="connsiteX119" fmla="*/ 763049 w 3024845"/>
                <a:gd name="connsiteY119" fmla="*/ 529973 h 1087484"/>
                <a:gd name="connsiteX120" fmla="*/ 770143 w 3024845"/>
                <a:gd name="connsiteY120" fmla="*/ 529973 h 1087484"/>
                <a:gd name="connsiteX121" fmla="*/ 784330 w 3024845"/>
                <a:gd name="connsiteY121" fmla="*/ 534297 h 1087484"/>
                <a:gd name="connsiteX122" fmla="*/ 784330 w 3024845"/>
                <a:gd name="connsiteY122" fmla="*/ 573209 h 1087484"/>
                <a:gd name="connsiteX123" fmla="*/ 785343 w 3024845"/>
                <a:gd name="connsiteY123" fmla="*/ 573209 h 1087484"/>
                <a:gd name="connsiteX124" fmla="*/ 792436 w 3024845"/>
                <a:gd name="connsiteY124" fmla="*/ 573209 h 1087484"/>
                <a:gd name="connsiteX125" fmla="*/ 792436 w 3024845"/>
                <a:gd name="connsiteY125" fmla="*/ 574830 h 1087484"/>
                <a:gd name="connsiteX126" fmla="*/ 792436 w 3024845"/>
                <a:gd name="connsiteY126" fmla="*/ 586179 h 1087484"/>
                <a:gd name="connsiteX127" fmla="*/ 794463 w 3024845"/>
                <a:gd name="connsiteY127" fmla="*/ 586179 h 1087484"/>
                <a:gd name="connsiteX128" fmla="*/ 808650 w 3024845"/>
                <a:gd name="connsiteY128" fmla="*/ 586179 h 1087484"/>
                <a:gd name="connsiteX129" fmla="*/ 814730 w 3024845"/>
                <a:gd name="connsiteY129" fmla="*/ 592665 h 1087484"/>
                <a:gd name="connsiteX130" fmla="*/ 814730 w 3024845"/>
                <a:gd name="connsiteY130" fmla="*/ 614283 h 1087484"/>
                <a:gd name="connsiteX131" fmla="*/ 817010 w 3024845"/>
                <a:gd name="connsiteY131" fmla="*/ 614283 h 1087484"/>
                <a:gd name="connsiteX132" fmla="*/ 832970 w 3024845"/>
                <a:gd name="connsiteY132" fmla="*/ 614283 h 1087484"/>
                <a:gd name="connsiteX133" fmla="*/ 832970 w 3024845"/>
                <a:gd name="connsiteY133" fmla="*/ 615363 h 1087484"/>
                <a:gd name="connsiteX134" fmla="*/ 832970 w 3024845"/>
                <a:gd name="connsiteY134" fmla="*/ 622930 h 1087484"/>
                <a:gd name="connsiteX135" fmla="*/ 834237 w 3024845"/>
                <a:gd name="connsiteY135" fmla="*/ 622930 h 1087484"/>
                <a:gd name="connsiteX136" fmla="*/ 843104 w 3024845"/>
                <a:gd name="connsiteY136" fmla="*/ 622930 h 1087484"/>
                <a:gd name="connsiteX137" fmla="*/ 843104 w 3024845"/>
                <a:gd name="connsiteY137" fmla="*/ 625091 h 1087484"/>
                <a:gd name="connsiteX138" fmla="*/ 843104 w 3024845"/>
                <a:gd name="connsiteY138" fmla="*/ 640224 h 1087484"/>
                <a:gd name="connsiteX139" fmla="*/ 847157 w 3024845"/>
                <a:gd name="connsiteY139" fmla="*/ 638332 h 1087484"/>
                <a:gd name="connsiteX140" fmla="*/ 847157 w 3024845"/>
                <a:gd name="connsiteY140" fmla="*/ 625091 h 1087484"/>
                <a:gd name="connsiteX141" fmla="*/ 848170 w 3024845"/>
                <a:gd name="connsiteY141" fmla="*/ 625091 h 1087484"/>
                <a:gd name="connsiteX142" fmla="*/ 855264 w 3024845"/>
                <a:gd name="connsiteY142" fmla="*/ 625091 h 1087484"/>
                <a:gd name="connsiteX143" fmla="*/ 855264 w 3024845"/>
                <a:gd name="connsiteY143" fmla="*/ 626713 h 1087484"/>
                <a:gd name="connsiteX144" fmla="*/ 855264 w 3024845"/>
                <a:gd name="connsiteY144" fmla="*/ 638062 h 1087484"/>
                <a:gd name="connsiteX145" fmla="*/ 856024 w 3024845"/>
                <a:gd name="connsiteY145" fmla="*/ 638062 h 1087484"/>
                <a:gd name="connsiteX146" fmla="*/ 861344 w 3024845"/>
                <a:gd name="connsiteY146" fmla="*/ 638062 h 1087484"/>
                <a:gd name="connsiteX147" fmla="*/ 909984 w 3024845"/>
                <a:gd name="connsiteY147" fmla="*/ 633739 h 1087484"/>
                <a:gd name="connsiteX148" fmla="*/ 909984 w 3024845"/>
                <a:gd name="connsiteY148" fmla="*/ 635090 h 1087484"/>
                <a:gd name="connsiteX149" fmla="*/ 909984 w 3024845"/>
                <a:gd name="connsiteY149" fmla="*/ 644547 h 1087484"/>
                <a:gd name="connsiteX150" fmla="*/ 910744 w 3024845"/>
                <a:gd name="connsiteY150" fmla="*/ 644547 h 1087484"/>
                <a:gd name="connsiteX151" fmla="*/ 916065 w 3024845"/>
                <a:gd name="connsiteY151" fmla="*/ 644547 h 1087484"/>
                <a:gd name="connsiteX152" fmla="*/ 916065 w 3024845"/>
                <a:gd name="connsiteY152" fmla="*/ 646709 h 1087484"/>
                <a:gd name="connsiteX153" fmla="*/ 916065 w 3024845"/>
                <a:gd name="connsiteY153" fmla="*/ 661842 h 1087484"/>
                <a:gd name="connsiteX154" fmla="*/ 918091 w 3024845"/>
                <a:gd name="connsiteY154" fmla="*/ 660491 h 1087484"/>
                <a:gd name="connsiteX155" fmla="*/ 932278 w 3024845"/>
                <a:gd name="connsiteY155" fmla="*/ 651033 h 1087484"/>
                <a:gd name="connsiteX156" fmla="*/ 938358 w 3024845"/>
                <a:gd name="connsiteY156" fmla="*/ 609959 h 1087484"/>
                <a:gd name="connsiteX157" fmla="*/ 939118 w 3024845"/>
                <a:gd name="connsiteY157" fmla="*/ 609689 h 1087484"/>
                <a:gd name="connsiteX158" fmla="*/ 944438 w 3024845"/>
                <a:gd name="connsiteY158" fmla="*/ 607797 h 1087484"/>
                <a:gd name="connsiteX159" fmla="*/ 946465 w 3024845"/>
                <a:gd name="connsiteY159" fmla="*/ 538620 h 1087484"/>
                <a:gd name="connsiteX160" fmla="*/ 948492 w 3024845"/>
                <a:gd name="connsiteY160" fmla="*/ 607797 h 1087484"/>
                <a:gd name="connsiteX161" fmla="*/ 949252 w 3024845"/>
                <a:gd name="connsiteY161" fmla="*/ 608067 h 1087484"/>
                <a:gd name="connsiteX162" fmla="*/ 954572 w 3024845"/>
                <a:gd name="connsiteY162" fmla="*/ 609959 h 1087484"/>
                <a:gd name="connsiteX163" fmla="*/ 954572 w 3024845"/>
                <a:gd name="connsiteY163" fmla="*/ 523488 h 1087484"/>
                <a:gd name="connsiteX164" fmla="*/ 958625 w 3024845"/>
                <a:gd name="connsiteY164" fmla="*/ 491061 h 1087484"/>
                <a:gd name="connsiteX165" fmla="*/ 997132 w 3024845"/>
                <a:gd name="connsiteY165" fmla="*/ 491061 h 1087484"/>
                <a:gd name="connsiteX166" fmla="*/ 997132 w 3024845"/>
                <a:gd name="connsiteY166" fmla="*/ 523488 h 1087484"/>
                <a:gd name="connsiteX167" fmla="*/ 997892 w 3024845"/>
                <a:gd name="connsiteY167" fmla="*/ 523488 h 1087484"/>
                <a:gd name="connsiteX168" fmla="*/ 1003212 w 3024845"/>
                <a:gd name="connsiteY168" fmla="*/ 523488 h 1087484"/>
                <a:gd name="connsiteX169" fmla="*/ 1003212 w 3024845"/>
                <a:gd name="connsiteY169" fmla="*/ 441340 h 1087484"/>
                <a:gd name="connsiteX170" fmla="*/ 1004986 w 3024845"/>
                <a:gd name="connsiteY170" fmla="*/ 441340 h 1087484"/>
                <a:gd name="connsiteX171" fmla="*/ 1017399 w 3024845"/>
                <a:gd name="connsiteY171" fmla="*/ 441340 h 1087484"/>
                <a:gd name="connsiteX172" fmla="*/ 1017399 w 3024845"/>
                <a:gd name="connsiteY172" fmla="*/ 439449 h 1087484"/>
                <a:gd name="connsiteX173" fmla="*/ 1017399 w 3024845"/>
                <a:gd name="connsiteY173" fmla="*/ 426208 h 1087484"/>
                <a:gd name="connsiteX174" fmla="*/ 1039693 w 3024845"/>
                <a:gd name="connsiteY174" fmla="*/ 426208 h 1087484"/>
                <a:gd name="connsiteX175" fmla="*/ 1039693 w 3024845"/>
                <a:gd name="connsiteY175" fmla="*/ 425127 h 1087484"/>
                <a:gd name="connsiteX176" fmla="*/ 1039693 w 3024845"/>
                <a:gd name="connsiteY176" fmla="*/ 417561 h 1087484"/>
                <a:gd name="connsiteX177" fmla="*/ 1041466 w 3024845"/>
                <a:gd name="connsiteY177" fmla="*/ 417561 h 1087484"/>
                <a:gd name="connsiteX178" fmla="*/ 1053880 w 3024845"/>
                <a:gd name="connsiteY178" fmla="*/ 417561 h 1087484"/>
                <a:gd name="connsiteX179" fmla="*/ 1053880 w 3024845"/>
                <a:gd name="connsiteY179" fmla="*/ 418642 h 1087484"/>
                <a:gd name="connsiteX180" fmla="*/ 1053880 w 3024845"/>
                <a:gd name="connsiteY180" fmla="*/ 426208 h 1087484"/>
                <a:gd name="connsiteX181" fmla="*/ 1054640 w 3024845"/>
                <a:gd name="connsiteY181" fmla="*/ 426208 h 1087484"/>
                <a:gd name="connsiteX182" fmla="*/ 1059960 w 3024845"/>
                <a:gd name="connsiteY182" fmla="*/ 426208 h 1087484"/>
                <a:gd name="connsiteX183" fmla="*/ 1070093 w 3024845"/>
                <a:gd name="connsiteY183" fmla="*/ 421884 h 1087484"/>
                <a:gd name="connsiteX184" fmla="*/ 1074146 w 3024845"/>
                <a:gd name="connsiteY184" fmla="*/ 425127 h 1087484"/>
                <a:gd name="connsiteX185" fmla="*/ 1074146 w 3024845"/>
                <a:gd name="connsiteY185" fmla="*/ 417561 h 1087484"/>
                <a:gd name="connsiteX186" fmla="*/ 1076426 w 3024845"/>
                <a:gd name="connsiteY186" fmla="*/ 417561 h 1087484"/>
                <a:gd name="connsiteX187" fmla="*/ 1092387 w 3024845"/>
                <a:gd name="connsiteY187" fmla="*/ 417561 h 1087484"/>
                <a:gd name="connsiteX188" fmla="*/ 1092387 w 3024845"/>
                <a:gd name="connsiteY188" fmla="*/ 418642 h 1087484"/>
                <a:gd name="connsiteX189" fmla="*/ 1092387 w 3024845"/>
                <a:gd name="connsiteY189" fmla="*/ 426208 h 1087484"/>
                <a:gd name="connsiteX190" fmla="*/ 1122787 w 3024845"/>
                <a:gd name="connsiteY190" fmla="*/ 426208 h 1087484"/>
                <a:gd name="connsiteX191" fmla="*/ 1122787 w 3024845"/>
                <a:gd name="connsiteY191" fmla="*/ 427829 h 1087484"/>
                <a:gd name="connsiteX192" fmla="*/ 1122787 w 3024845"/>
                <a:gd name="connsiteY192" fmla="*/ 439179 h 1087484"/>
                <a:gd name="connsiteX193" fmla="*/ 1149134 w 3024845"/>
                <a:gd name="connsiteY193" fmla="*/ 439179 h 1087484"/>
                <a:gd name="connsiteX194" fmla="*/ 1149134 w 3024845"/>
                <a:gd name="connsiteY194" fmla="*/ 469443 h 1087484"/>
                <a:gd name="connsiteX195" fmla="*/ 1149894 w 3024845"/>
                <a:gd name="connsiteY195" fmla="*/ 469443 h 1087484"/>
                <a:gd name="connsiteX196" fmla="*/ 1155214 w 3024845"/>
                <a:gd name="connsiteY196" fmla="*/ 469443 h 1087484"/>
                <a:gd name="connsiteX197" fmla="*/ 1155214 w 3024845"/>
                <a:gd name="connsiteY197" fmla="*/ 470524 h 1087484"/>
                <a:gd name="connsiteX198" fmla="*/ 1155214 w 3024845"/>
                <a:gd name="connsiteY198" fmla="*/ 478091 h 1087484"/>
                <a:gd name="connsiteX199" fmla="*/ 1159268 w 3024845"/>
                <a:gd name="connsiteY199" fmla="*/ 508355 h 1087484"/>
                <a:gd name="connsiteX200" fmla="*/ 1160028 w 3024845"/>
                <a:gd name="connsiteY200" fmla="*/ 508355 h 1087484"/>
                <a:gd name="connsiteX201" fmla="*/ 1165348 w 3024845"/>
                <a:gd name="connsiteY201" fmla="*/ 508355 h 1087484"/>
                <a:gd name="connsiteX202" fmla="*/ 1165348 w 3024845"/>
                <a:gd name="connsiteY202" fmla="*/ 509166 h 1087484"/>
                <a:gd name="connsiteX203" fmla="*/ 1165348 w 3024845"/>
                <a:gd name="connsiteY203" fmla="*/ 514841 h 1087484"/>
                <a:gd name="connsiteX204" fmla="*/ 1166361 w 3024845"/>
                <a:gd name="connsiteY204" fmla="*/ 514841 h 1087484"/>
                <a:gd name="connsiteX205" fmla="*/ 1173454 w 3024845"/>
                <a:gd name="connsiteY205" fmla="*/ 514841 h 1087484"/>
                <a:gd name="connsiteX206" fmla="*/ 1173454 w 3024845"/>
                <a:gd name="connsiteY206" fmla="*/ 545106 h 1087484"/>
                <a:gd name="connsiteX207" fmla="*/ 1175481 w 3024845"/>
                <a:gd name="connsiteY207" fmla="*/ 545106 h 1087484"/>
                <a:gd name="connsiteX208" fmla="*/ 1189668 w 3024845"/>
                <a:gd name="connsiteY208" fmla="*/ 545106 h 1087484"/>
                <a:gd name="connsiteX209" fmla="*/ 1189668 w 3024845"/>
                <a:gd name="connsiteY209" fmla="*/ 568885 h 1087484"/>
                <a:gd name="connsiteX210" fmla="*/ 1191695 w 3024845"/>
                <a:gd name="connsiteY210" fmla="*/ 570506 h 1087484"/>
                <a:gd name="connsiteX211" fmla="*/ 1191695 w 3024845"/>
                <a:gd name="connsiteY211" fmla="*/ 581856 h 1087484"/>
                <a:gd name="connsiteX212" fmla="*/ 1192455 w 3024845"/>
                <a:gd name="connsiteY212" fmla="*/ 581856 h 1087484"/>
                <a:gd name="connsiteX213" fmla="*/ 1197775 w 3024845"/>
                <a:gd name="connsiteY213" fmla="*/ 581856 h 1087484"/>
                <a:gd name="connsiteX214" fmla="*/ 1197775 w 3024845"/>
                <a:gd name="connsiteY214" fmla="*/ 605635 h 1087484"/>
                <a:gd name="connsiteX215" fmla="*/ 1199041 w 3024845"/>
                <a:gd name="connsiteY215" fmla="*/ 605635 h 1087484"/>
                <a:gd name="connsiteX216" fmla="*/ 1207908 w 3024845"/>
                <a:gd name="connsiteY216" fmla="*/ 605635 h 1087484"/>
                <a:gd name="connsiteX217" fmla="*/ 1209935 w 3024845"/>
                <a:gd name="connsiteY217" fmla="*/ 609689 h 1087484"/>
                <a:gd name="connsiteX218" fmla="*/ 1209935 w 3024845"/>
                <a:gd name="connsiteY218" fmla="*/ 622930 h 1087484"/>
                <a:gd name="connsiteX219" fmla="*/ 1211455 w 3024845"/>
                <a:gd name="connsiteY219" fmla="*/ 621038 h 1087484"/>
                <a:gd name="connsiteX220" fmla="*/ 1222095 w 3024845"/>
                <a:gd name="connsiteY220" fmla="*/ 607797 h 1087484"/>
                <a:gd name="connsiteX221" fmla="*/ 1250469 w 3024845"/>
                <a:gd name="connsiteY221" fmla="*/ 607797 h 1087484"/>
                <a:gd name="connsiteX222" fmla="*/ 1250469 w 3024845"/>
                <a:gd name="connsiteY222" fmla="*/ 694268 h 1087484"/>
                <a:gd name="connsiteX223" fmla="*/ 1251229 w 3024845"/>
                <a:gd name="connsiteY223" fmla="*/ 694268 h 1087484"/>
                <a:gd name="connsiteX224" fmla="*/ 1256549 w 3024845"/>
                <a:gd name="connsiteY224" fmla="*/ 694268 h 1087484"/>
                <a:gd name="connsiteX225" fmla="*/ 1257309 w 3024845"/>
                <a:gd name="connsiteY225" fmla="*/ 692917 h 1087484"/>
                <a:gd name="connsiteX226" fmla="*/ 1262629 w 3024845"/>
                <a:gd name="connsiteY226" fmla="*/ 683459 h 1087484"/>
                <a:gd name="connsiteX227" fmla="*/ 1262629 w 3024845"/>
                <a:gd name="connsiteY227" fmla="*/ 685351 h 1087484"/>
                <a:gd name="connsiteX228" fmla="*/ 1262629 w 3024845"/>
                <a:gd name="connsiteY228" fmla="*/ 698592 h 1087484"/>
                <a:gd name="connsiteX229" fmla="*/ 1266682 w 3024845"/>
                <a:gd name="connsiteY229" fmla="*/ 653195 h 1087484"/>
                <a:gd name="connsiteX230" fmla="*/ 1267442 w 3024845"/>
                <a:gd name="connsiteY230" fmla="*/ 653195 h 1087484"/>
                <a:gd name="connsiteX231" fmla="*/ 1272762 w 3024845"/>
                <a:gd name="connsiteY231" fmla="*/ 653195 h 1087484"/>
                <a:gd name="connsiteX232" fmla="*/ 1272762 w 3024845"/>
                <a:gd name="connsiteY232" fmla="*/ 588341 h 1087484"/>
                <a:gd name="connsiteX233" fmla="*/ 1273776 w 3024845"/>
                <a:gd name="connsiteY233" fmla="*/ 588341 h 1087484"/>
                <a:gd name="connsiteX234" fmla="*/ 1280869 w 3024845"/>
                <a:gd name="connsiteY234" fmla="*/ 588341 h 1087484"/>
                <a:gd name="connsiteX235" fmla="*/ 1293029 w 3024845"/>
                <a:gd name="connsiteY235" fmla="*/ 545106 h 1087484"/>
                <a:gd name="connsiteX236" fmla="*/ 1294296 w 3024845"/>
                <a:gd name="connsiteY236" fmla="*/ 545106 h 1087484"/>
                <a:gd name="connsiteX237" fmla="*/ 1303163 w 3024845"/>
                <a:gd name="connsiteY237" fmla="*/ 545106 h 1087484"/>
                <a:gd name="connsiteX238" fmla="*/ 1313296 w 3024845"/>
                <a:gd name="connsiteY238" fmla="*/ 588341 h 1087484"/>
                <a:gd name="connsiteX239" fmla="*/ 1314309 w 3024845"/>
                <a:gd name="connsiteY239" fmla="*/ 588341 h 1087484"/>
                <a:gd name="connsiteX240" fmla="*/ 1321403 w 3024845"/>
                <a:gd name="connsiteY240" fmla="*/ 588341 h 1087484"/>
                <a:gd name="connsiteX241" fmla="*/ 1321403 w 3024845"/>
                <a:gd name="connsiteY241" fmla="*/ 627253 h 1087484"/>
                <a:gd name="connsiteX242" fmla="*/ 1323176 w 3024845"/>
                <a:gd name="connsiteY242" fmla="*/ 627253 h 1087484"/>
                <a:gd name="connsiteX243" fmla="*/ 1335590 w 3024845"/>
                <a:gd name="connsiteY243" fmla="*/ 627253 h 1087484"/>
                <a:gd name="connsiteX244" fmla="*/ 1335590 w 3024845"/>
                <a:gd name="connsiteY244" fmla="*/ 629415 h 1087484"/>
                <a:gd name="connsiteX245" fmla="*/ 1335590 w 3024845"/>
                <a:gd name="connsiteY245" fmla="*/ 644547 h 1087484"/>
                <a:gd name="connsiteX246" fmla="*/ 1339643 w 3024845"/>
                <a:gd name="connsiteY246" fmla="*/ 642386 h 1087484"/>
                <a:gd name="connsiteX247" fmla="*/ 1339643 w 3024845"/>
                <a:gd name="connsiteY247" fmla="*/ 627253 h 1087484"/>
                <a:gd name="connsiteX248" fmla="*/ 1341163 w 3024845"/>
                <a:gd name="connsiteY248" fmla="*/ 627253 h 1087484"/>
                <a:gd name="connsiteX249" fmla="*/ 1351803 w 3024845"/>
                <a:gd name="connsiteY249" fmla="*/ 627253 h 1087484"/>
                <a:gd name="connsiteX250" fmla="*/ 1351803 w 3024845"/>
                <a:gd name="connsiteY250" fmla="*/ 628874 h 1087484"/>
                <a:gd name="connsiteX251" fmla="*/ 1351803 w 3024845"/>
                <a:gd name="connsiteY251" fmla="*/ 640224 h 1087484"/>
                <a:gd name="connsiteX252" fmla="*/ 1382204 w 3024845"/>
                <a:gd name="connsiteY252" fmla="*/ 640224 h 1087484"/>
                <a:gd name="connsiteX253" fmla="*/ 1382204 w 3024845"/>
                <a:gd name="connsiteY253" fmla="*/ 603474 h 1087484"/>
                <a:gd name="connsiteX254" fmla="*/ 1383470 w 3024845"/>
                <a:gd name="connsiteY254" fmla="*/ 603474 h 1087484"/>
                <a:gd name="connsiteX255" fmla="*/ 1392337 w 3024845"/>
                <a:gd name="connsiteY255" fmla="*/ 603474 h 1087484"/>
                <a:gd name="connsiteX256" fmla="*/ 1392337 w 3024845"/>
                <a:gd name="connsiteY256" fmla="*/ 625091 h 1087484"/>
                <a:gd name="connsiteX257" fmla="*/ 1394364 w 3024845"/>
                <a:gd name="connsiteY257" fmla="*/ 592665 h 1087484"/>
                <a:gd name="connsiteX258" fmla="*/ 1416657 w 3024845"/>
                <a:gd name="connsiteY258" fmla="*/ 592665 h 1087484"/>
                <a:gd name="connsiteX259" fmla="*/ 1416657 w 3024845"/>
                <a:gd name="connsiteY259" fmla="*/ 591043 h 1087484"/>
                <a:gd name="connsiteX260" fmla="*/ 1416657 w 3024845"/>
                <a:gd name="connsiteY260" fmla="*/ 579694 h 1087484"/>
                <a:gd name="connsiteX261" fmla="*/ 1417417 w 3024845"/>
                <a:gd name="connsiteY261" fmla="*/ 579694 h 1087484"/>
                <a:gd name="connsiteX262" fmla="*/ 1422737 w 3024845"/>
                <a:gd name="connsiteY262" fmla="*/ 579694 h 1087484"/>
                <a:gd name="connsiteX263" fmla="*/ 1422737 w 3024845"/>
                <a:gd name="connsiteY263" fmla="*/ 577803 h 1087484"/>
                <a:gd name="connsiteX264" fmla="*/ 1422737 w 3024845"/>
                <a:gd name="connsiteY264" fmla="*/ 564562 h 1087484"/>
                <a:gd name="connsiteX265" fmla="*/ 1426791 w 3024845"/>
                <a:gd name="connsiteY265" fmla="*/ 571047 h 1087484"/>
                <a:gd name="connsiteX266" fmla="*/ 1429071 w 3024845"/>
                <a:gd name="connsiteY266" fmla="*/ 571047 h 1087484"/>
                <a:gd name="connsiteX267" fmla="*/ 1445031 w 3024845"/>
                <a:gd name="connsiteY267" fmla="*/ 571047 h 1087484"/>
                <a:gd name="connsiteX268" fmla="*/ 1445031 w 3024845"/>
                <a:gd name="connsiteY268" fmla="*/ 570236 h 1087484"/>
                <a:gd name="connsiteX269" fmla="*/ 1445031 w 3024845"/>
                <a:gd name="connsiteY269" fmla="*/ 564562 h 1087484"/>
                <a:gd name="connsiteX270" fmla="*/ 1445791 w 3024845"/>
                <a:gd name="connsiteY270" fmla="*/ 564562 h 1087484"/>
                <a:gd name="connsiteX271" fmla="*/ 1451111 w 3024845"/>
                <a:gd name="connsiteY271" fmla="*/ 564562 h 1087484"/>
                <a:gd name="connsiteX272" fmla="*/ 1451111 w 3024845"/>
                <a:gd name="connsiteY272" fmla="*/ 565913 h 1087484"/>
                <a:gd name="connsiteX273" fmla="*/ 1451111 w 3024845"/>
                <a:gd name="connsiteY273" fmla="*/ 575371 h 1087484"/>
                <a:gd name="connsiteX274" fmla="*/ 1489618 w 3024845"/>
                <a:gd name="connsiteY274" fmla="*/ 575371 h 1087484"/>
                <a:gd name="connsiteX275" fmla="*/ 1489618 w 3024845"/>
                <a:gd name="connsiteY275" fmla="*/ 713724 h 1087484"/>
                <a:gd name="connsiteX276" fmla="*/ 1491138 w 3024845"/>
                <a:gd name="connsiteY276" fmla="*/ 713724 h 1087484"/>
                <a:gd name="connsiteX277" fmla="*/ 1501778 w 3024845"/>
                <a:gd name="connsiteY277" fmla="*/ 713724 h 1087484"/>
                <a:gd name="connsiteX278" fmla="*/ 1501778 w 3024845"/>
                <a:gd name="connsiteY278" fmla="*/ 700754 h 1087484"/>
                <a:gd name="connsiteX279" fmla="*/ 1505832 w 3024845"/>
                <a:gd name="connsiteY279" fmla="*/ 700754 h 1087484"/>
                <a:gd name="connsiteX280" fmla="*/ 1505832 w 3024845"/>
                <a:gd name="connsiteY280" fmla="*/ 713724 h 1087484"/>
                <a:gd name="connsiteX281" fmla="*/ 1536232 w 3024845"/>
                <a:gd name="connsiteY281" fmla="*/ 713724 h 1087484"/>
                <a:gd name="connsiteX282" fmla="*/ 1536232 w 3024845"/>
                <a:gd name="connsiteY282" fmla="*/ 683459 h 1087484"/>
                <a:gd name="connsiteX283" fmla="*/ 1548392 w 3024845"/>
                <a:gd name="connsiteY283" fmla="*/ 683459 h 1087484"/>
                <a:gd name="connsiteX284" fmla="*/ 1560552 w 3024845"/>
                <a:gd name="connsiteY284" fmla="*/ 681298 h 1087484"/>
                <a:gd name="connsiteX285" fmla="*/ 1564606 w 3024845"/>
                <a:gd name="connsiteY285" fmla="*/ 683459 h 1087484"/>
                <a:gd name="connsiteX286" fmla="*/ 1574739 w 3024845"/>
                <a:gd name="connsiteY286" fmla="*/ 683459 h 1087484"/>
                <a:gd name="connsiteX287" fmla="*/ 1574739 w 3024845"/>
                <a:gd name="connsiteY287" fmla="*/ 713724 h 1087484"/>
                <a:gd name="connsiteX288" fmla="*/ 1582846 w 3024845"/>
                <a:gd name="connsiteY288" fmla="*/ 713724 h 1087484"/>
                <a:gd name="connsiteX289" fmla="*/ 1582846 w 3024845"/>
                <a:gd name="connsiteY289" fmla="*/ 731019 h 1087484"/>
                <a:gd name="connsiteX290" fmla="*/ 1592182 w 3024845"/>
                <a:gd name="connsiteY290" fmla="*/ 731924 h 1087484"/>
                <a:gd name="connsiteX291" fmla="*/ 1605140 w 3024845"/>
                <a:gd name="connsiteY291" fmla="*/ 731924 h 1087484"/>
                <a:gd name="connsiteX292" fmla="*/ 1605140 w 3024845"/>
                <a:gd name="connsiteY292" fmla="*/ 715886 h 1087484"/>
                <a:gd name="connsiteX293" fmla="*/ 1673096 w 3024845"/>
                <a:gd name="connsiteY293" fmla="*/ 715886 h 1087484"/>
                <a:gd name="connsiteX294" fmla="*/ 1673096 w 3024845"/>
                <a:gd name="connsiteY294" fmla="*/ 630633 h 1087484"/>
                <a:gd name="connsiteX295" fmla="*/ 1745104 w 3024845"/>
                <a:gd name="connsiteY295" fmla="*/ 630633 h 1087484"/>
                <a:gd name="connsiteX296" fmla="*/ 1745104 w 3024845"/>
                <a:gd name="connsiteY296" fmla="*/ 709401 h 1087484"/>
                <a:gd name="connsiteX297" fmla="*/ 1747008 w 3024845"/>
                <a:gd name="connsiteY297" fmla="*/ 709401 h 1087484"/>
                <a:gd name="connsiteX298" fmla="*/ 1748250 w 3024845"/>
                <a:gd name="connsiteY298" fmla="*/ 731924 h 1087484"/>
                <a:gd name="connsiteX299" fmla="*/ 1757926 w 3024845"/>
                <a:gd name="connsiteY299" fmla="*/ 731924 h 1087484"/>
                <a:gd name="connsiteX300" fmla="*/ 1759168 w 3024845"/>
                <a:gd name="connsiteY300" fmla="*/ 709401 h 1087484"/>
                <a:gd name="connsiteX301" fmla="*/ 1765248 w 3024845"/>
                <a:gd name="connsiteY301" fmla="*/ 709401 h 1087484"/>
                <a:gd name="connsiteX302" fmla="*/ 1766490 w 3024845"/>
                <a:gd name="connsiteY302" fmla="*/ 731924 h 1087484"/>
                <a:gd name="connsiteX303" fmla="*/ 1817112 w 3024845"/>
                <a:gd name="connsiteY303" fmla="*/ 731924 h 1087484"/>
                <a:gd name="connsiteX304" fmla="*/ 1817112 w 3024845"/>
                <a:gd name="connsiteY304" fmla="*/ 568896 h 1087484"/>
                <a:gd name="connsiteX305" fmla="*/ 2014439 w 3024845"/>
                <a:gd name="connsiteY305" fmla="*/ 568896 h 1087484"/>
                <a:gd name="connsiteX306" fmla="*/ 2014439 w 3024845"/>
                <a:gd name="connsiteY306" fmla="*/ 731924 h 1087484"/>
                <a:gd name="connsiteX307" fmla="*/ 2033136 w 3024845"/>
                <a:gd name="connsiteY307" fmla="*/ 731924 h 1087484"/>
                <a:gd name="connsiteX308" fmla="*/ 2033136 w 3024845"/>
                <a:gd name="connsiteY308" fmla="*/ 649231 h 1087484"/>
                <a:gd name="connsiteX309" fmla="*/ 2128256 w 3024845"/>
                <a:gd name="connsiteY309" fmla="*/ 649231 h 1087484"/>
                <a:gd name="connsiteX310" fmla="*/ 2146266 w 3024845"/>
                <a:gd name="connsiteY310" fmla="*/ 160309 h 1087484"/>
                <a:gd name="connsiteX311" fmla="*/ 2150320 w 3024845"/>
                <a:gd name="connsiteY311" fmla="*/ 88970 h 1087484"/>
                <a:gd name="connsiteX312" fmla="*/ 2152346 w 3024845"/>
                <a:gd name="connsiteY312" fmla="*/ 28441 h 1087484"/>
                <a:gd name="connsiteX313" fmla="*/ 2180720 w 3024845"/>
                <a:gd name="connsiteY313" fmla="*/ 584018 h 1087484"/>
                <a:gd name="connsiteX314" fmla="*/ 2245574 w 3024845"/>
                <a:gd name="connsiteY314" fmla="*/ 584018 h 1087484"/>
                <a:gd name="connsiteX315" fmla="*/ 2245574 w 3024845"/>
                <a:gd name="connsiteY315" fmla="*/ 659680 h 1087484"/>
                <a:gd name="connsiteX316" fmla="*/ 2253681 w 3024845"/>
                <a:gd name="connsiteY316" fmla="*/ 659680 h 1087484"/>
                <a:gd name="connsiteX317" fmla="*/ 2255708 w 3024845"/>
                <a:gd name="connsiteY317" fmla="*/ 653195 h 1087484"/>
                <a:gd name="connsiteX318" fmla="*/ 2261788 w 3024845"/>
                <a:gd name="connsiteY318" fmla="*/ 653195 h 1087484"/>
                <a:gd name="connsiteX319" fmla="*/ 2263815 w 3024845"/>
                <a:gd name="connsiteY319" fmla="*/ 661842 h 1087484"/>
                <a:gd name="connsiteX320" fmla="*/ 2275975 w 3024845"/>
                <a:gd name="connsiteY320" fmla="*/ 661842 h 1087484"/>
                <a:gd name="connsiteX321" fmla="*/ 2275975 w 3024845"/>
                <a:gd name="connsiteY321" fmla="*/ 655356 h 1087484"/>
                <a:gd name="connsiteX322" fmla="*/ 2298268 w 3024845"/>
                <a:gd name="connsiteY322" fmla="*/ 655356 h 1087484"/>
                <a:gd name="connsiteX323" fmla="*/ 2298268 w 3024845"/>
                <a:gd name="connsiteY323" fmla="*/ 661842 h 1087484"/>
                <a:gd name="connsiteX324" fmla="*/ 2318535 w 3024845"/>
                <a:gd name="connsiteY324" fmla="*/ 661842 h 1087484"/>
                <a:gd name="connsiteX325" fmla="*/ 2318535 w 3024845"/>
                <a:gd name="connsiteY325" fmla="*/ 707239 h 1087484"/>
                <a:gd name="connsiteX326" fmla="*/ 2332722 w 3024845"/>
                <a:gd name="connsiteY326" fmla="*/ 707239 h 1087484"/>
                <a:gd name="connsiteX327" fmla="*/ 2332722 w 3024845"/>
                <a:gd name="connsiteY327" fmla="*/ 694268 h 1087484"/>
                <a:gd name="connsiteX328" fmla="*/ 2348936 w 3024845"/>
                <a:gd name="connsiteY328" fmla="*/ 694268 h 1087484"/>
                <a:gd name="connsiteX329" fmla="*/ 2348936 w 3024845"/>
                <a:gd name="connsiteY329" fmla="*/ 514841 h 1087484"/>
                <a:gd name="connsiteX330" fmla="*/ 2355016 w 3024845"/>
                <a:gd name="connsiteY330" fmla="*/ 508355 h 1087484"/>
                <a:gd name="connsiteX331" fmla="*/ 2427977 w 3024845"/>
                <a:gd name="connsiteY331" fmla="*/ 508355 h 1087484"/>
                <a:gd name="connsiteX332" fmla="*/ 2427977 w 3024845"/>
                <a:gd name="connsiteY332" fmla="*/ 517003 h 1087484"/>
                <a:gd name="connsiteX333" fmla="*/ 2438110 w 3024845"/>
                <a:gd name="connsiteY333" fmla="*/ 517003 h 1087484"/>
                <a:gd name="connsiteX334" fmla="*/ 2438110 w 3024845"/>
                <a:gd name="connsiteY334" fmla="*/ 631577 h 1087484"/>
                <a:gd name="connsiteX335" fmla="*/ 2460404 w 3024845"/>
                <a:gd name="connsiteY335" fmla="*/ 631577 h 1087484"/>
                <a:gd name="connsiteX336" fmla="*/ 2460404 w 3024845"/>
                <a:gd name="connsiteY336" fmla="*/ 564562 h 1087484"/>
                <a:gd name="connsiteX337" fmla="*/ 2486751 w 3024845"/>
                <a:gd name="connsiteY337" fmla="*/ 564562 h 1087484"/>
                <a:gd name="connsiteX338" fmla="*/ 2490804 w 3024845"/>
                <a:gd name="connsiteY338" fmla="*/ 560238 h 1087484"/>
                <a:gd name="connsiteX339" fmla="*/ 2498911 w 3024845"/>
                <a:gd name="connsiteY339" fmla="*/ 560238 h 1087484"/>
                <a:gd name="connsiteX340" fmla="*/ 2502964 w 3024845"/>
                <a:gd name="connsiteY340" fmla="*/ 564562 h 1087484"/>
                <a:gd name="connsiteX341" fmla="*/ 2525258 w 3024845"/>
                <a:gd name="connsiteY341" fmla="*/ 564562 h 1087484"/>
                <a:gd name="connsiteX342" fmla="*/ 2525258 w 3024845"/>
                <a:gd name="connsiteY342" fmla="*/ 447826 h 1087484"/>
                <a:gd name="connsiteX343" fmla="*/ 2582005 w 3024845"/>
                <a:gd name="connsiteY343" fmla="*/ 437017 h 1087484"/>
                <a:gd name="connsiteX344" fmla="*/ 2582005 w 3024845"/>
                <a:gd name="connsiteY344" fmla="*/ 438098 h 1087484"/>
                <a:gd name="connsiteX345" fmla="*/ 2582005 w 3024845"/>
                <a:gd name="connsiteY345" fmla="*/ 445664 h 1087484"/>
                <a:gd name="connsiteX346" fmla="*/ 2608352 w 3024845"/>
                <a:gd name="connsiteY346" fmla="*/ 445664 h 1087484"/>
                <a:gd name="connsiteX347" fmla="*/ 2608352 w 3024845"/>
                <a:gd name="connsiteY347" fmla="*/ 700754 h 1087484"/>
                <a:gd name="connsiteX348" fmla="*/ 2630646 w 3024845"/>
                <a:gd name="connsiteY348" fmla="*/ 700754 h 1087484"/>
                <a:gd name="connsiteX349" fmla="*/ 2630646 w 3024845"/>
                <a:gd name="connsiteY349" fmla="*/ 696430 h 1087484"/>
                <a:gd name="connsiteX350" fmla="*/ 2642806 w 3024845"/>
                <a:gd name="connsiteY350" fmla="*/ 696430 h 1087484"/>
                <a:gd name="connsiteX351" fmla="*/ 2642806 w 3024845"/>
                <a:gd name="connsiteY351" fmla="*/ 700754 h 1087484"/>
                <a:gd name="connsiteX352" fmla="*/ 2667126 w 3024845"/>
                <a:gd name="connsiteY352" fmla="*/ 700754 h 1087484"/>
                <a:gd name="connsiteX353" fmla="*/ 2667126 w 3024845"/>
                <a:gd name="connsiteY353" fmla="*/ 687783 h 1087484"/>
                <a:gd name="connsiteX354" fmla="*/ 2695500 w 3024845"/>
                <a:gd name="connsiteY354" fmla="*/ 687783 h 1087484"/>
                <a:gd name="connsiteX355" fmla="*/ 2707660 w 3024845"/>
                <a:gd name="connsiteY355" fmla="*/ 683459 h 1087484"/>
                <a:gd name="connsiteX356" fmla="*/ 2727927 w 3024845"/>
                <a:gd name="connsiteY356" fmla="*/ 687783 h 1087484"/>
                <a:gd name="connsiteX357" fmla="*/ 2727927 w 3024845"/>
                <a:gd name="connsiteY357" fmla="*/ 670489 h 1087484"/>
                <a:gd name="connsiteX358" fmla="*/ 2736034 w 3024845"/>
                <a:gd name="connsiteY358" fmla="*/ 670489 h 1087484"/>
                <a:gd name="connsiteX359" fmla="*/ 2736034 w 3024845"/>
                <a:gd name="connsiteY359" fmla="*/ 657518 h 1087484"/>
                <a:gd name="connsiteX360" fmla="*/ 2792781 w 3024845"/>
                <a:gd name="connsiteY360" fmla="*/ 657518 h 1087484"/>
                <a:gd name="connsiteX361" fmla="*/ 2792781 w 3024845"/>
                <a:gd name="connsiteY361" fmla="*/ 627253 h 1087484"/>
                <a:gd name="connsiteX362" fmla="*/ 2811021 w 3024845"/>
                <a:gd name="connsiteY362" fmla="*/ 627253 h 1087484"/>
                <a:gd name="connsiteX363" fmla="*/ 2811021 w 3024845"/>
                <a:gd name="connsiteY363" fmla="*/ 620768 h 1087484"/>
                <a:gd name="connsiteX364" fmla="*/ 2823181 w 3024845"/>
                <a:gd name="connsiteY364" fmla="*/ 620768 h 1087484"/>
                <a:gd name="connsiteX365" fmla="*/ 2823181 w 3024845"/>
                <a:gd name="connsiteY365" fmla="*/ 627253 h 1087484"/>
                <a:gd name="connsiteX366" fmla="*/ 2839395 w 3024845"/>
                <a:gd name="connsiteY366" fmla="*/ 627253 h 1087484"/>
                <a:gd name="connsiteX367" fmla="*/ 2839395 w 3024845"/>
                <a:gd name="connsiteY367" fmla="*/ 676974 h 1087484"/>
                <a:gd name="connsiteX368" fmla="*/ 2871822 w 3024845"/>
                <a:gd name="connsiteY368" fmla="*/ 676974 h 1087484"/>
                <a:gd name="connsiteX369" fmla="*/ 2871822 w 3024845"/>
                <a:gd name="connsiteY369" fmla="*/ 651033 h 1087484"/>
                <a:gd name="connsiteX370" fmla="*/ 2910329 w 3024845"/>
                <a:gd name="connsiteY370" fmla="*/ 651033 h 1087484"/>
                <a:gd name="connsiteX371" fmla="*/ 2910329 w 3024845"/>
                <a:gd name="connsiteY371" fmla="*/ 620768 h 1087484"/>
                <a:gd name="connsiteX372" fmla="*/ 2958970 w 3024845"/>
                <a:gd name="connsiteY372" fmla="*/ 620768 h 1087484"/>
                <a:gd name="connsiteX373" fmla="*/ 2958970 w 3024845"/>
                <a:gd name="connsiteY373" fmla="*/ 731924 h 1087484"/>
                <a:gd name="connsiteX374" fmla="*/ 2958970 w 3024845"/>
                <a:gd name="connsiteY374" fmla="*/ 745703 h 1087484"/>
                <a:gd name="connsiteX375" fmla="*/ 3024845 w 3024845"/>
                <a:gd name="connsiteY375" fmla="*/ 745703 h 1087484"/>
                <a:gd name="connsiteX376" fmla="*/ 3024845 w 3024845"/>
                <a:gd name="connsiteY376" fmla="*/ 1087484 h 1087484"/>
                <a:gd name="connsiteX377" fmla="*/ 2054 w 3024845"/>
                <a:gd name="connsiteY377" fmla="*/ 1085151 h 1087484"/>
                <a:gd name="connsiteX378" fmla="*/ 0 w 3024845"/>
                <a:gd name="connsiteY378" fmla="*/ 651033 h 1087484"/>
                <a:gd name="connsiteX379" fmla="*/ 20267 w 3024845"/>
                <a:gd name="connsiteY379" fmla="*/ 651033 h 1087484"/>
                <a:gd name="connsiteX380" fmla="*/ 20774 w 3024845"/>
                <a:gd name="connsiteY380" fmla="*/ 649952 h 1087484"/>
                <a:gd name="connsiteX381" fmla="*/ 24320 w 3024845"/>
                <a:gd name="connsiteY381" fmla="*/ 642386 h 1087484"/>
                <a:gd name="connsiteX382" fmla="*/ 26094 w 3024845"/>
                <a:gd name="connsiteY382" fmla="*/ 642656 h 1087484"/>
                <a:gd name="connsiteX383" fmla="*/ 38507 w 3024845"/>
                <a:gd name="connsiteY383" fmla="*/ 644547 h 1087484"/>
                <a:gd name="connsiteX384" fmla="*/ 39014 w 3024845"/>
                <a:gd name="connsiteY384" fmla="*/ 645899 h 1087484"/>
                <a:gd name="connsiteX385" fmla="*/ 42560 w 3024845"/>
                <a:gd name="connsiteY385" fmla="*/ 655356 h 1087484"/>
                <a:gd name="connsiteX386" fmla="*/ 68907 w 3024845"/>
                <a:gd name="connsiteY386" fmla="*/ 657518 h 1087484"/>
                <a:gd name="connsiteX387" fmla="*/ 68907 w 3024845"/>
                <a:gd name="connsiteY387" fmla="*/ 534297 h 1087484"/>
                <a:gd name="connsiteX388" fmla="*/ 70934 w 3024845"/>
                <a:gd name="connsiteY388" fmla="*/ 534297 h 1087484"/>
                <a:gd name="connsiteX389" fmla="*/ 85121 w 3024845"/>
                <a:gd name="connsiteY389" fmla="*/ 534297 h 1087484"/>
                <a:gd name="connsiteX390" fmla="*/ 85121 w 3024845"/>
                <a:gd name="connsiteY390" fmla="*/ 398105 h 1087484"/>
                <a:gd name="connsiteX391" fmla="*/ 86894 w 3024845"/>
                <a:gd name="connsiteY391" fmla="*/ 398105 h 1087484"/>
                <a:gd name="connsiteX392" fmla="*/ 99308 w 3024845"/>
                <a:gd name="connsiteY392" fmla="*/ 398105 h 1087484"/>
                <a:gd name="connsiteX393" fmla="*/ 99308 w 3024845"/>
                <a:gd name="connsiteY393" fmla="*/ 283531 h 1087484"/>
                <a:gd name="connsiteX394" fmla="*/ 103361 w 3024845"/>
                <a:gd name="connsiteY394" fmla="*/ 255427 h 1087484"/>
                <a:gd name="connsiteX395" fmla="*/ 105388 w 3024845"/>
                <a:gd name="connsiteY395" fmla="*/ 255427 h 1087484"/>
                <a:gd name="connsiteX396" fmla="*/ 119575 w 3024845"/>
                <a:gd name="connsiteY396" fmla="*/ 255427 h 1087484"/>
                <a:gd name="connsiteX0" fmla="*/ 119575 w 3024845"/>
                <a:gd name="connsiteY0" fmla="*/ 200101 h 1032158"/>
                <a:gd name="connsiteX1" fmla="*/ 200642 w 3024845"/>
                <a:gd name="connsiteY1" fmla="*/ 197940 h 1032158"/>
                <a:gd name="connsiteX2" fmla="*/ 202669 w 3024845"/>
                <a:gd name="connsiteY2" fmla="*/ 197940 h 1032158"/>
                <a:gd name="connsiteX3" fmla="*/ 216856 w 3024845"/>
                <a:gd name="connsiteY3" fmla="*/ 197940 h 1032158"/>
                <a:gd name="connsiteX4" fmla="*/ 216856 w 3024845"/>
                <a:gd name="connsiteY4" fmla="*/ 221719 h 1032158"/>
                <a:gd name="connsiteX5" fmla="*/ 217363 w 3024845"/>
                <a:gd name="connsiteY5" fmla="*/ 222530 h 1032158"/>
                <a:gd name="connsiteX6" fmla="*/ 220909 w 3024845"/>
                <a:gd name="connsiteY6" fmla="*/ 228205 h 1032158"/>
                <a:gd name="connsiteX7" fmla="*/ 220909 w 3024845"/>
                <a:gd name="connsiteY7" fmla="*/ 342779 h 1032158"/>
                <a:gd name="connsiteX8" fmla="*/ 223189 w 3024845"/>
                <a:gd name="connsiteY8" fmla="*/ 342779 h 1032158"/>
                <a:gd name="connsiteX9" fmla="*/ 239150 w 3024845"/>
                <a:gd name="connsiteY9" fmla="*/ 342779 h 1032158"/>
                <a:gd name="connsiteX10" fmla="*/ 239150 w 3024845"/>
                <a:gd name="connsiteY10" fmla="*/ 483294 h 1032158"/>
                <a:gd name="connsiteX11" fmla="*/ 240670 w 3024845"/>
                <a:gd name="connsiteY11" fmla="*/ 483024 h 1032158"/>
                <a:gd name="connsiteX12" fmla="*/ 251310 w 3024845"/>
                <a:gd name="connsiteY12" fmla="*/ 481133 h 1032158"/>
                <a:gd name="connsiteX13" fmla="*/ 249283 w 3024845"/>
                <a:gd name="connsiteY13" fmla="*/ 569765 h 1032158"/>
                <a:gd name="connsiteX14" fmla="*/ 250803 w 3024845"/>
                <a:gd name="connsiteY14" fmla="*/ 570036 h 1032158"/>
                <a:gd name="connsiteX15" fmla="*/ 261443 w 3024845"/>
                <a:gd name="connsiteY15" fmla="*/ 571927 h 1032158"/>
                <a:gd name="connsiteX16" fmla="*/ 261696 w 3024845"/>
                <a:gd name="connsiteY16" fmla="*/ 572738 h 1032158"/>
                <a:gd name="connsiteX17" fmla="*/ 263470 w 3024845"/>
                <a:gd name="connsiteY17" fmla="*/ 578413 h 1032158"/>
                <a:gd name="connsiteX18" fmla="*/ 264230 w 3024845"/>
                <a:gd name="connsiteY18" fmla="*/ 575981 h 1032158"/>
                <a:gd name="connsiteX19" fmla="*/ 269550 w 3024845"/>
                <a:gd name="connsiteY19" fmla="*/ 558957 h 1032158"/>
                <a:gd name="connsiteX20" fmla="*/ 271323 w 3024845"/>
                <a:gd name="connsiteY20" fmla="*/ 558957 h 1032158"/>
                <a:gd name="connsiteX21" fmla="*/ 283737 w 3024845"/>
                <a:gd name="connsiteY21" fmla="*/ 558957 h 1032158"/>
                <a:gd name="connsiteX22" fmla="*/ 283737 w 3024845"/>
                <a:gd name="connsiteY22" fmla="*/ 591383 h 1032158"/>
                <a:gd name="connsiteX23" fmla="*/ 284750 w 3024845"/>
                <a:gd name="connsiteY23" fmla="*/ 591924 h 1032158"/>
                <a:gd name="connsiteX24" fmla="*/ 291844 w 3024845"/>
                <a:gd name="connsiteY24" fmla="*/ 595707 h 1032158"/>
                <a:gd name="connsiteX25" fmla="*/ 291844 w 3024845"/>
                <a:gd name="connsiteY25" fmla="*/ 597058 h 1032158"/>
                <a:gd name="connsiteX26" fmla="*/ 291844 w 3024845"/>
                <a:gd name="connsiteY26" fmla="*/ 606516 h 1032158"/>
                <a:gd name="connsiteX27" fmla="*/ 336431 w 3024845"/>
                <a:gd name="connsiteY27" fmla="*/ 606516 h 1032158"/>
                <a:gd name="connsiteX28" fmla="*/ 336431 w 3024845"/>
                <a:gd name="connsiteY28" fmla="*/ 607597 h 1032158"/>
                <a:gd name="connsiteX29" fmla="*/ 336431 w 3024845"/>
                <a:gd name="connsiteY29" fmla="*/ 615163 h 1032158"/>
                <a:gd name="connsiteX30" fmla="*/ 338457 w 3024845"/>
                <a:gd name="connsiteY30" fmla="*/ 615163 h 1032158"/>
                <a:gd name="connsiteX31" fmla="*/ 352644 w 3024845"/>
                <a:gd name="connsiteY31" fmla="*/ 615163 h 1032158"/>
                <a:gd name="connsiteX32" fmla="*/ 352644 w 3024845"/>
                <a:gd name="connsiteY32" fmla="*/ 584898 h 1032158"/>
                <a:gd name="connsiteX33" fmla="*/ 397231 w 3024845"/>
                <a:gd name="connsiteY33" fmla="*/ 584898 h 1032158"/>
                <a:gd name="connsiteX34" fmla="*/ 397231 w 3024845"/>
                <a:gd name="connsiteY34" fmla="*/ 583547 h 1032158"/>
                <a:gd name="connsiteX35" fmla="*/ 397231 w 3024845"/>
                <a:gd name="connsiteY35" fmla="*/ 574089 h 1032158"/>
                <a:gd name="connsiteX36" fmla="*/ 398245 w 3024845"/>
                <a:gd name="connsiteY36" fmla="*/ 574089 h 1032158"/>
                <a:gd name="connsiteX37" fmla="*/ 405338 w 3024845"/>
                <a:gd name="connsiteY37" fmla="*/ 574089 h 1032158"/>
                <a:gd name="connsiteX38" fmla="*/ 405338 w 3024845"/>
                <a:gd name="connsiteY38" fmla="*/ 572198 h 1032158"/>
                <a:gd name="connsiteX39" fmla="*/ 405338 w 3024845"/>
                <a:gd name="connsiteY39" fmla="*/ 558957 h 1032158"/>
                <a:gd name="connsiteX40" fmla="*/ 406098 w 3024845"/>
                <a:gd name="connsiteY40" fmla="*/ 558957 h 1032158"/>
                <a:gd name="connsiteX41" fmla="*/ 411418 w 3024845"/>
                <a:gd name="connsiteY41" fmla="*/ 558957 h 1032158"/>
                <a:gd name="connsiteX42" fmla="*/ 411418 w 3024845"/>
                <a:gd name="connsiteY42" fmla="*/ 557876 h 1032158"/>
                <a:gd name="connsiteX43" fmla="*/ 411418 w 3024845"/>
                <a:gd name="connsiteY43" fmla="*/ 550309 h 1032158"/>
                <a:gd name="connsiteX44" fmla="*/ 413445 w 3024845"/>
                <a:gd name="connsiteY44" fmla="*/ 550309 h 1032158"/>
                <a:gd name="connsiteX45" fmla="*/ 427632 w 3024845"/>
                <a:gd name="connsiteY45" fmla="*/ 550309 h 1032158"/>
                <a:gd name="connsiteX46" fmla="*/ 427632 w 3024845"/>
                <a:gd name="connsiteY46" fmla="*/ 551390 h 1032158"/>
                <a:gd name="connsiteX47" fmla="*/ 427632 w 3024845"/>
                <a:gd name="connsiteY47" fmla="*/ 558957 h 1032158"/>
                <a:gd name="connsiteX48" fmla="*/ 449925 w 3024845"/>
                <a:gd name="connsiteY48" fmla="*/ 558957 h 1032158"/>
                <a:gd name="connsiteX49" fmla="*/ 449925 w 3024845"/>
                <a:gd name="connsiteY49" fmla="*/ 557065 h 1032158"/>
                <a:gd name="connsiteX50" fmla="*/ 449925 w 3024845"/>
                <a:gd name="connsiteY50" fmla="*/ 543824 h 1032158"/>
                <a:gd name="connsiteX51" fmla="*/ 451699 w 3024845"/>
                <a:gd name="connsiteY51" fmla="*/ 543824 h 1032158"/>
                <a:gd name="connsiteX52" fmla="*/ 464112 w 3024845"/>
                <a:gd name="connsiteY52" fmla="*/ 543824 h 1032158"/>
                <a:gd name="connsiteX53" fmla="*/ 464112 w 3024845"/>
                <a:gd name="connsiteY53" fmla="*/ 567604 h 1032158"/>
                <a:gd name="connsiteX54" fmla="*/ 465126 w 3024845"/>
                <a:gd name="connsiteY54" fmla="*/ 567604 h 1032158"/>
                <a:gd name="connsiteX55" fmla="*/ 472219 w 3024845"/>
                <a:gd name="connsiteY55" fmla="*/ 567604 h 1032158"/>
                <a:gd name="connsiteX56" fmla="*/ 472219 w 3024845"/>
                <a:gd name="connsiteY56" fmla="*/ 566523 h 1032158"/>
                <a:gd name="connsiteX57" fmla="*/ 472219 w 3024845"/>
                <a:gd name="connsiteY57" fmla="*/ 558957 h 1032158"/>
                <a:gd name="connsiteX58" fmla="*/ 473992 w 3024845"/>
                <a:gd name="connsiteY58" fmla="*/ 558957 h 1032158"/>
                <a:gd name="connsiteX59" fmla="*/ 486406 w 3024845"/>
                <a:gd name="connsiteY59" fmla="*/ 558957 h 1032158"/>
                <a:gd name="connsiteX60" fmla="*/ 486406 w 3024845"/>
                <a:gd name="connsiteY60" fmla="*/ 584898 h 1032158"/>
                <a:gd name="connsiteX61" fmla="*/ 488433 w 3024845"/>
                <a:gd name="connsiteY61" fmla="*/ 584898 h 1032158"/>
                <a:gd name="connsiteX62" fmla="*/ 502619 w 3024845"/>
                <a:gd name="connsiteY62" fmla="*/ 584898 h 1032158"/>
                <a:gd name="connsiteX63" fmla="*/ 502619 w 3024845"/>
                <a:gd name="connsiteY63" fmla="*/ 586519 h 1032158"/>
                <a:gd name="connsiteX64" fmla="*/ 502619 w 3024845"/>
                <a:gd name="connsiteY64" fmla="*/ 597869 h 1032158"/>
                <a:gd name="connsiteX65" fmla="*/ 503379 w 3024845"/>
                <a:gd name="connsiteY65" fmla="*/ 597869 h 1032158"/>
                <a:gd name="connsiteX66" fmla="*/ 508700 w 3024845"/>
                <a:gd name="connsiteY66" fmla="*/ 597869 h 1032158"/>
                <a:gd name="connsiteX67" fmla="*/ 508700 w 3024845"/>
                <a:gd name="connsiteY67" fmla="*/ 597058 h 1032158"/>
                <a:gd name="connsiteX68" fmla="*/ 508700 w 3024845"/>
                <a:gd name="connsiteY68" fmla="*/ 591383 h 1032158"/>
                <a:gd name="connsiteX69" fmla="*/ 539100 w 3024845"/>
                <a:gd name="connsiteY69" fmla="*/ 591383 h 1032158"/>
                <a:gd name="connsiteX70" fmla="*/ 539100 w 3024845"/>
                <a:gd name="connsiteY70" fmla="*/ 615163 h 1032158"/>
                <a:gd name="connsiteX71" fmla="*/ 540113 w 3024845"/>
                <a:gd name="connsiteY71" fmla="*/ 615163 h 1032158"/>
                <a:gd name="connsiteX72" fmla="*/ 547207 w 3024845"/>
                <a:gd name="connsiteY72" fmla="*/ 615163 h 1032158"/>
                <a:gd name="connsiteX73" fmla="*/ 547207 w 3024845"/>
                <a:gd name="connsiteY73" fmla="*/ 616244 h 1032158"/>
                <a:gd name="connsiteX74" fmla="*/ 547207 w 3024845"/>
                <a:gd name="connsiteY74" fmla="*/ 623810 h 1032158"/>
                <a:gd name="connsiteX75" fmla="*/ 547967 w 3024845"/>
                <a:gd name="connsiteY75" fmla="*/ 623810 h 1032158"/>
                <a:gd name="connsiteX76" fmla="*/ 553287 w 3024845"/>
                <a:gd name="connsiteY76" fmla="*/ 623810 h 1032158"/>
                <a:gd name="connsiteX77" fmla="*/ 553287 w 3024845"/>
                <a:gd name="connsiteY77" fmla="*/ 621648 h 1032158"/>
                <a:gd name="connsiteX78" fmla="*/ 553287 w 3024845"/>
                <a:gd name="connsiteY78" fmla="*/ 606516 h 1032158"/>
                <a:gd name="connsiteX79" fmla="*/ 554300 w 3024845"/>
                <a:gd name="connsiteY79" fmla="*/ 606516 h 1032158"/>
                <a:gd name="connsiteX80" fmla="*/ 561394 w 3024845"/>
                <a:gd name="connsiteY80" fmla="*/ 606516 h 1032158"/>
                <a:gd name="connsiteX81" fmla="*/ 561394 w 3024845"/>
                <a:gd name="connsiteY81" fmla="*/ 607597 h 1032158"/>
                <a:gd name="connsiteX82" fmla="*/ 561394 w 3024845"/>
                <a:gd name="connsiteY82" fmla="*/ 615163 h 1032158"/>
                <a:gd name="connsiteX83" fmla="*/ 566714 w 3024845"/>
                <a:gd name="connsiteY83" fmla="*/ 613170 h 1032158"/>
                <a:gd name="connsiteX84" fmla="*/ 567474 w 3024845"/>
                <a:gd name="connsiteY84" fmla="*/ 612190 h 1032158"/>
                <a:gd name="connsiteX85" fmla="*/ 567474 w 3024845"/>
                <a:gd name="connsiteY85" fmla="*/ 606516 h 1032158"/>
                <a:gd name="connsiteX86" fmla="*/ 605981 w 3024845"/>
                <a:gd name="connsiteY86" fmla="*/ 606516 h 1032158"/>
                <a:gd name="connsiteX87" fmla="*/ 605981 w 3024845"/>
                <a:gd name="connsiteY87" fmla="*/ 630295 h 1032158"/>
                <a:gd name="connsiteX88" fmla="*/ 608007 w 3024845"/>
                <a:gd name="connsiteY88" fmla="*/ 630295 h 1032158"/>
                <a:gd name="connsiteX89" fmla="*/ 622194 w 3024845"/>
                <a:gd name="connsiteY89" fmla="*/ 630295 h 1032158"/>
                <a:gd name="connsiteX90" fmla="*/ 622194 w 3024845"/>
                <a:gd name="connsiteY90" fmla="*/ 631376 h 1032158"/>
                <a:gd name="connsiteX91" fmla="*/ 622194 w 3024845"/>
                <a:gd name="connsiteY91" fmla="*/ 638942 h 1032158"/>
                <a:gd name="connsiteX92" fmla="*/ 623968 w 3024845"/>
                <a:gd name="connsiteY92" fmla="*/ 638942 h 1032158"/>
                <a:gd name="connsiteX93" fmla="*/ 636381 w 3024845"/>
                <a:gd name="connsiteY93" fmla="*/ 638942 h 1032158"/>
                <a:gd name="connsiteX94" fmla="*/ 636381 w 3024845"/>
                <a:gd name="connsiteY94" fmla="*/ 615163 h 1032158"/>
                <a:gd name="connsiteX95" fmla="*/ 637394 w 3024845"/>
                <a:gd name="connsiteY95" fmla="*/ 615163 h 1032158"/>
                <a:gd name="connsiteX96" fmla="*/ 644488 w 3024845"/>
                <a:gd name="connsiteY96" fmla="*/ 615163 h 1032158"/>
                <a:gd name="connsiteX97" fmla="*/ 644488 w 3024845"/>
                <a:gd name="connsiteY97" fmla="*/ 582736 h 1032158"/>
                <a:gd name="connsiteX98" fmla="*/ 645501 w 3024845"/>
                <a:gd name="connsiteY98" fmla="*/ 582736 h 1032158"/>
                <a:gd name="connsiteX99" fmla="*/ 652595 w 3024845"/>
                <a:gd name="connsiteY99" fmla="*/ 582736 h 1032158"/>
                <a:gd name="connsiteX100" fmla="*/ 652595 w 3024845"/>
                <a:gd name="connsiteY100" fmla="*/ 580845 h 1032158"/>
                <a:gd name="connsiteX101" fmla="*/ 652595 w 3024845"/>
                <a:gd name="connsiteY101" fmla="*/ 567604 h 1032158"/>
                <a:gd name="connsiteX102" fmla="*/ 651328 w 3024845"/>
                <a:gd name="connsiteY102" fmla="*/ 565982 h 1032158"/>
                <a:gd name="connsiteX103" fmla="*/ 656648 w 3024845"/>
                <a:gd name="connsiteY103" fmla="*/ 554633 h 1032158"/>
                <a:gd name="connsiteX104" fmla="*/ 664755 w 3024845"/>
                <a:gd name="connsiteY104" fmla="*/ 582736 h 1032158"/>
                <a:gd name="connsiteX105" fmla="*/ 665515 w 3024845"/>
                <a:gd name="connsiteY105" fmla="*/ 582736 h 1032158"/>
                <a:gd name="connsiteX106" fmla="*/ 670835 w 3024845"/>
                <a:gd name="connsiteY106" fmla="*/ 582736 h 1032158"/>
                <a:gd name="connsiteX107" fmla="*/ 670835 w 3024845"/>
                <a:gd name="connsiteY107" fmla="*/ 476809 h 1032158"/>
                <a:gd name="connsiteX108" fmla="*/ 672355 w 3024845"/>
                <a:gd name="connsiteY108" fmla="*/ 476809 h 1032158"/>
                <a:gd name="connsiteX109" fmla="*/ 682995 w 3024845"/>
                <a:gd name="connsiteY109" fmla="*/ 476809 h 1032158"/>
                <a:gd name="connsiteX110" fmla="*/ 682995 w 3024845"/>
                <a:gd name="connsiteY110" fmla="*/ 429250 h 1032158"/>
                <a:gd name="connsiteX111" fmla="*/ 709342 w 3024845"/>
                <a:gd name="connsiteY111" fmla="*/ 429250 h 1032158"/>
                <a:gd name="connsiteX112" fmla="*/ 709342 w 3024845"/>
                <a:gd name="connsiteY112" fmla="*/ 407632 h 1032158"/>
                <a:gd name="connsiteX113" fmla="*/ 743796 w 3024845"/>
                <a:gd name="connsiteY113" fmla="*/ 407632 h 1032158"/>
                <a:gd name="connsiteX114" fmla="*/ 743796 w 3024845"/>
                <a:gd name="connsiteY114" fmla="*/ 410064 h 1032158"/>
                <a:gd name="connsiteX115" fmla="*/ 743796 w 3024845"/>
                <a:gd name="connsiteY115" fmla="*/ 427088 h 1032158"/>
                <a:gd name="connsiteX116" fmla="*/ 746076 w 3024845"/>
                <a:gd name="connsiteY116" fmla="*/ 427088 h 1032158"/>
                <a:gd name="connsiteX117" fmla="*/ 762036 w 3024845"/>
                <a:gd name="connsiteY117" fmla="*/ 427088 h 1032158"/>
                <a:gd name="connsiteX118" fmla="*/ 762036 w 3024845"/>
                <a:gd name="connsiteY118" fmla="*/ 474647 h 1032158"/>
                <a:gd name="connsiteX119" fmla="*/ 763049 w 3024845"/>
                <a:gd name="connsiteY119" fmla="*/ 474647 h 1032158"/>
                <a:gd name="connsiteX120" fmla="*/ 770143 w 3024845"/>
                <a:gd name="connsiteY120" fmla="*/ 474647 h 1032158"/>
                <a:gd name="connsiteX121" fmla="*/ 784330 w 3024845"/>
                <a:gd name="connsiteY121" fmla="*/ 478971 h 1032158"/>
                <a:gd name="connsiteX122" fmla="*/ 784330 w 3024845"/>
                <a:gd name="connsiteY122" fmla="*/ 517883 h 1032158"/>
                <a:gd name="connsiteX123" fmla="*/ 785343 w 3024845"/>
                <a:gd name="connsiteY123" fmla="*/ 517883 h 1032158"/>
                <a:gd name="connsiteX124" fmla="*/ 792436 w 3024845"/>
                <a:gd name="connsiteY124" fmla="*/ 517883 h 1032158"/>
                <a:gd name="connsiteX125" fmla="*/ 792436 w 3024845"/>
                <a:gd name="connsiteY125" fmla="*/ 519504 h 1032158"/>
                <a:gd name="connsiteX126" fmla="*/ 792436 w 3024845"/>
                <a:gd name="connsiteY126" fmla="*/ 530853 h 1032158"/>
                <a:gd name="connsiteX127" fmla="*/ 794463 w 3024845"/>
                <a:gd name="connsiteY127" fmla="*/ 530853 h 1032158"/>
                <a:gd name="connsiteX128" fmla="*/ 808650 w 3024845"/>
                <a:gd name="connsiteY128" fmla="*/ 530853 h 1032158"/>
                <a:gd name="connsiteX129" fmla="*/ 814730 w 3024845"/>
                <a:gd name="connsiteY129" fmla="*/ 537339 h 1032158"/>
                <a:gd name="connsiteX130" fmla="*/ 814730 w 3024845"/>
                <a:gd name="connsiteY130" fmla="*/ 558957 h 1032158"/>
                <a:gd name="connsiteX131" fmla="*/ 817010 w 3024845"/>
                <a:gd name="connsiteY131" fmla="*/ 558957 h 1032158"/>
                <a:gd name="connsiteX132" fmla="*/ 832970 w 3024845"/>
                <a:gd name="connsiteY132" fmla="*/ 558957 h 1032158"/>
                <a:gd name="connsiteX133" fmla="*/ 832970 w 3024845"/>
                <a:gd name="connsiteY133" fmla="*/ 560037 h 1032158"/>
                <a:gd name="connsiteX134" fmla="*/ 832970 w 3024845"/>
                <a:gd name="connsiteY134" fmla="*/ 567604 h 1032158"/>
                <a:gd name="connsiteX135" fmla="*/ 834237 w 3024845"/>
                <a:gd name="connsiteY135" fmla="*/ 567604 h 1032158"/>
                <a:gd name="connsiteX136" fmla="*/ 843104 w 3024845"/>
                <a:gd name="connsiteY136" fmla="*/ 567604 h 1032158"/>
                <a:gd name="connsiteX137" fmla="*/ 843104 w 3024845"/>
                <a:gd name="connsiteY137" fmla="*/ 569765 h 1032158"/>
                <a:gd name="connsiteX138" fmla="*/ 843104 w 3024845"/>
                <a:gd name="connsiteY138" fmla="*/ 584898 h 1032158"/>
                <a:gd name="connsiteX139" fmla="*/ 847157 w 3024845"/>
                <a:gd name="connsiteY139" fmla="*/ 583006 h 1032158"/>
                <a:gd name="connsiteX140" fmla="*/ 847157 w 3024845"/>
                <a:gd name="connsiteY140" fmla="*/ 569765 h 1032158"/>
                <a:gd name="connsiteX141" fmla="*/ 848170 w 3024845"/>
                <a:gd name="connsiteY141" fmla="*/ 569765 h 1032158"/>
                <a:gd name="connsiteX142" fmla="*/ 855264 w 3024845"/>
                <a:gd name="connsiteY142" fmla="*/ 569765 h 1032158"/>
                <a:gd name="connsiteX143" fmla="*/ 855264 w 3024845"/>
                <a:gd name="connsiteY143" fmla="*/ 571387 h 1032158"/>
                <a:gd name="connsiteX144" fmla="*/ 855264 w 3024845"/>
                <a:gd name="connsiteY144" fmla="*/ 582736 h 1032158"/>
                <a:gd name="connsiteX145" fmla="*/ 856024 w 3024845"/>
                <a:gd name="connsiteY145" fmla="*/ 582736 h 1032158"/>
                <a:gd name="connsiteX146" fmla="*/ 861344 w 3024845"/>
                <a:gd name="connsiteY146" fmla="*/ 582736 h 1032158"/>
                <a:gd name="connsiteX147" fmla="*/ 909984 w 3024845"/>
                <a:gd name="connsiteY147" fmla="*/ 578413 h 1032158"/>
                <a:gd name="connsiteX148" fmla="*/ 909984 w 3024845"/>
                <a:gd name="connsiteY148" fmla="*/ 579764 h 1032158"/>
                <a:gd name="connsiteX149" fmla="*/ 909984 w 3024845"/>
                <a:gd name="connsiteY149" fmla="*/ 589221 h 1032158"/>
                <a:gd name="connsiteX150" fmla="*/ 910744 w 3024845"/>
                <a:gd name="connsiteY150" fmla="*/ 589221 h 1032158"/>
                <a:gd name="connsiteX151" fmla="*/ 916065 w 3024845"/>
                <a:gd name="connsiteY151" fmla="*/ 589221 h 1032158"/>
                <a:gd name="connsiteX152" fmla="*/ 916065 w 3024845"/>
                <a:gd name="connsiteY152" fmla="*/ 591383 h 1032158"/>
                <a:gd name="connsiteX153" fmla="*/ 916065 w 3024845"/>
                <a:gd name="connsiteY153" fmla="*/ 606516 h 1032158"/>
                <a:gd name="connsiteX154" fmla="*/ 918091 w 3024845"/>
                <a:gd name="connsiteY154" fmla="*/ 605165 h 1032158"/>
                <a:gd name="connsiteX155" fmla="*/ 932278 w 3024845"/>
                <a:gd name="connsiteY155" fmla="*/ 595707 h 1032158"/>
                <a:gd name="connsiteX156" fmla="*/ 938358 w 3024845"/>
                <a:gd name="connsiteY156" fmla="*/ 554633 h 1032158"/>
                <a:gd name="connsiteX157" fmla="*/ 939118 w 3024845"/>
                <a:gd name="connsiteY157" fmla="*/ 554363 h 1032158"/>
                <a:gd name="connsiteX158" fmla="*/ 944438 w 3024845"/>
                <a:gd name="connsiteY158" fmla="*/ 552471 h 1032158"/>
                <a:gd name="connsiteX159" fmla="*/ 946465 w 3024845"/>
                <a:gd name="connsiteY159" fmla="*/ 483294 h 1032158"/>
                <a:gd name="connsiteX160" fmla="*/ 948492 w 3024845"/>
                <a:gd name="connsiteY160" fmla="*/ 552471 h 1032158"/>
                <a:gd name="connsiteX161" fmla="*/ 949252 w 3024845"/>
                <a:gd name="connsiteY161" fmla="*/ 552741 h 1032158"/>
                <a:gd name="connsiteX162" fmla="*/ 954572 w 3024845"/>
                <a:gd name="connsiteY162" fmla="*/ 554633 h 1032158"/>
                <a:gd name="connsiteX163" fmla="*/ 954572 w 3024845"/>
                <a:gd name="connsiteY163" fmla="*/ 468162 h 1032158"/>
                <a:gd name="connsiteX164" fmla="*/ 958625 w 3024845"/>
                <a:gd name="connsiteY164" fmla="*/ 435735 h 1032158"/>
                <a:gd name="connsiteX165" fmla="*/ 997132 w 3024845"/>
                <a:gd name="connsiteY165" fmla="*/ 435735 h 1032158"/>
                <a:gd name="connsiteX166" fmla="*/ 997132 w 3024845"/>
                <a:gd name="connsiteY166" fmla="*/ 468162 h 1032158"/>
                <a:gd name="connsiteX167" fmla="*/ 997892 w 3024845"/>
                <a:gd name="connsiteY167" fmla="*/ 468162 h 1032158"/>
                <a:gd name="connsiteX168" fmla="*/ 1003212 w 3024845"/>
                <a:gd name="connsiteY168" fmla="*/ 468162 h 1032158"/>
                <a:gd name="connsiteX169" fmla="*/ 1003212 w 3024845"/>
                <a:gd name="connsiteY169" fmla="*/ 386014 h 1032158"/>
                <a:gd name="connsiteX170" fmla="*/ 1004986 w 3024845"/>
                <a:gd name="connsiteY170" fmla="*/ 386014 h 1032158"/>
                <a:gd name="connsiteX171" fmla="*/ 1017399 w 3024845"/>
                <a:gd name="connsiteY171" fmla="*/ 386014 h 1032158"/>
                <a:gd name="connsiteX172" fmla="*/ 1017399 w 3024845"/>
                <a:gd name="connsiteY172" fmla="*/ 384123 h 1032158"/>
                <a:gd name="connsiteX173" fmla="*/ 1017399 w 3024845"/>
                <a:gd name="connsiteY173" fmla="*/ 370882 h 1032158"/>
                <a:gd name="connsiteX174" fmla="*/ 1039693 w 3024845"/>
                <a:gd name="connsiteY174" fmla="*/ 370882 h 1032158"/>
                <a:gd name="connsiteX175" fmla="*/ 1039693 w 3024845"/>
                <a:gd name="connsiteY175" fmla="*/ 369801 h 1032158"/>
                <a:gd name="connsiteX176" fmla="*/ 1039693 w 3024845"/>
                <a:gd name="connsiteY176" fmla="*/ 362235 h 1032158"/>
                <a:gd name="connsiteX177" fmla="*/ 1041466 w 3024845"/>
                <a:gd name="connsiteY177" fmla="*/ 362235 h 1032158"/>
                <a:gd name="connsiteX178" fmla="*/ 1053880 w 3024845"/>
                <a:gd name="connsiteY178" fmla="*/ 362235 h 1032158"/>
                <a:gd name="connsiteX179" fmla="*/ 1053880 w 3024845"/>
                <a:gd name="connsiteY179" fmla="*/ 363316 h 1032158"/>
                <a:gd name="connsiteX180" fmla="*/ 1053880 w 3024845"/>
                <a:gd name="connsiteY180" fmla="*/ 370882 h 1032158"/>
                <a:gd name="connsiteX181" fmla="*/ 1054640 w 3024845"/>
                <a:gd name="connsiteY181" fmla="*/ 370882 h 1032158"/>
                <a:gd name="connsiteX182" fmla="*/ 1059960 w 3024845"/>
                <a:gd name="connsiteY182" fmla="*/ 370882 h 1032158"/>
                <a:gd name="connsiteX183" fmla="*/ 1070093 w 3024845"/>
                <a:gd name="connsiteY183" fmla="*/ 366558 h 1032158"/>
                <a:gd name="connsiteX184" fmla="*/ 1074146 w 3024845"/>
                <a:gd name="connsiteY184" fmla="*/ 369801 h 1032158"/>
                <a:gd name="connsiteX185" fmla="*/ 1074146 w 3024845"/>
                <a:gd name="connsiteY185" fmla="*/ 362235 h 1032158"/>
                <a:gd name="connsiteX186" fmla="*/ 1076426 w 3024845"/>
                <a:gd name="connsiteY186" fmla="*/ 362235 h 1032158"/>
                <a:gd name="connsiteX187" fmla="*/ 1092387 w 3024845"/>
                <a:gd name="connsiteY187" fmla="*/ 362235 h 1032158"/>
                <a:gd name="connsiteX188" fmla="*/ 1092387 w 3024845"/>
                <a:gd name="connsiteY188" fmla="*/ 363316 h 1032158"/>
                <a:gd name="connsiteX189" fmla="*/ 1092387 w 3024845"/>
                <a:gd name="connsiteY189" fmla="*/ 370882 h 1032158"/>
                <a:gd name="connsiteX190" fmla="*/ 1122787 w 3024845"/>
                <a:gd name="connsiteY190" fmla="*/ 370882 h 1032158"/>
                <a:gd name="connsiteX191" fmla="*/ 1122787 w 3024845"/>
                <a:gd name="connsiteY191" fmla="*/ 372503 h 1032158"/>
                <a:gd name="connsiteX192" fmla="*/ 1122787 w 3024845"/>
                <a:gd name="connsiteY192" fmla="*/ 383853 h 1032158"/>
                <a:gd name="connsiteX193" fmla="*/ 1149134 w 3024845"/>
                <a:gd name="connsiteY193" fmla="*/ 383853 h 1032158"/>
                <a:gd name="connsiteX194" fmla="*/ 1149134 w 3024845"/>
                <a:gd name="connsiteY194" fmla="*/ 414117 h 1032158"/>
                <a:gd name="connsiteX195" fmla="*/ 1149894 w 3024845"/>
                <a:gd name="connsiteY195" fmla="*/ 414117 h 1032158"/>
                <a:gd name="connsiteX196" fmla="*/ 1155214 w 3024845"/>
                <a:gd name="connsiteY196" fmla="*/ 414117 h 1032158"/>
                <a:gd name="connsiteX197" fmla="*/ 1155214 w 3024845"/>
                <a:gd name="connsiteY197" fmla="*/ 415198 h 1032158"/>
                <a:gd name="connsiteX198" fmla="*/ 1155214 w 3024845"/>
                <a:gd name="connsiteY198" fmla="*/ 422765 h 1032158"/>
                <a:gd name="connsiteX199" fmla="*/ 1159268 w 3024845"/>
                <a:gd name="connsiteY199" fmla="*/ 453029 h 1032158"/>
                <a:gd name="connsiteX200" fmla="*/ 1160028 w 3024845"/>
                <a:gd name="connsiteY200" fmla="*/ 453029 h 1032158"/>
                <a:gd name="connsiteX201" fmla="*/ 1165348 w 3024845"/>
                <a:gd name="connsiteY201" fmla="*/ 453029 h 1032158"/>
                <a:gd name="connsiteX202" fmla="*/ 1165348 w 3024845"/>
                <a:gd name="connsiteY202" fmla="*/ 453840 h 1032158"/>
                <a:gd name="connsiteX203" fmla="*/ 1165348 w 3024845"/>
                <a:gd name="connsiteY203" fmla="*/ 459515 h 1032158"/>
                <a:gd name="connsiteX204" fmla="*/ 1166361 w 3024845"/>
                <a:gd name="connsiteY204" fmla="*/ 459515 h 1032158"/>
                <a:gd name="connsiteX205" fmla="*/ 1173454 w 3024845"/>
                <a:gd name="connsiteY205" fmla="*/ 459515 h 1032158"/>
                <a:gd name="connsiteX206" fmla="*/ 1173454 w 3024845"/>
                <a:gd name="connsiteY206" fmla="*/ 489780 h 1032158"/>
                <a:gd name="connsiteX207" fmla="*/ 1175481 w 3024845"/>
                <a:gd name="connsiteY207" fmla="*/ 489780 h 1032158"/>
                <a:gd name="connsiteX208" fmla="*/ 1189668 w 3024845"/>
                <a:gd name="connsiteY208" fmla="*/ 489780 h 1032158"/>
                <a:gd name="connsiteX209" fmla="*/ 1189668 w 3024845"/>
                <a:gd name="connsiteY209" fmla="*/ 513559 h 1032158"/>
                <a:gd name="connsiteX210" fmla="*/ 1191695 w 3024845"/>
                <a:gd name="connsiteY210" fmla="*/ 515180 h 1032158"/>
                <a:gd name="connsiteX211" fmla="*/ 1191695 w 3024845"/>
                <a:gd name="connsiteY211" fmla="*/ 526530 h 1032158"/>
                <a:gd name="connsiteX212" fmla="*/ 1192455 w 3024845"/>
                <a:gd name="connsiteY212" fmla="*/ 526530 h 1032158"/>
                <a:gd name="connsiteX213" fmla="*/ 1197775 w 3024845"/>
                <a:gd name="connsiteY213" fmla="*/ 526530 h 1032158"/>
                <a:gd name="connsiteX214" fmla="*/ 1197775 w 3024845"/>
                <a:gd name="connsiteY214" fmla="*/ 550309 h 1032158"/>
                <a:gd name="connsiteX215" fmla="*/ 1199041 w 3024845"/>
                <a:gd name="connsiteY215" fmla="*/ 550309 h 1032158"/>
                <a:gd name="connsiteX216" fmla="*/ 1207908 w 3024845"/>
                <a:gd name="connsiteY216" fmla="*/ 550309 h 1032158"/>
                <a:gd name="connsiteX217" fmla="*/ 1209935 w 3024845"/>
                <a:gd name="connsiteY217" fmla="*/ 554363 h 1032158"/>
                <a:gd name="connsiteX218" fmla="*/ 1209935 w 3024845"/>
                <a:gd name="connsiteY218" fmla="*/ 567604 h 1032158"/>
                <a:gd name="connsiteX219" fmla="*/ 1211455 w 3024845"/>
                <a:gd name="connsiteY219" fmla="*/ 565712 h 1032158"/>
                <a:gd name="connsiteX220" fmla="*/ 1222095 w 3024845"/>
                <a:gd name="connsiteY220" fmla="*/ 552471 h 1032158"/>
                <a:gd name="connsiteX221" fmla="*/ 1250469 w 3024845"/>
                <a:gd name="connsiteY221" fmla="*/ 552471 h 1032158"/>
                <a:gd name="connsiteX222" fmla="*/ 1250469 w 3024845"/>
                <a:gd name="connsiteY222" fmla="*/ 638942 h 1032158"/>
                <a:gd name="connsiteX223" fmla="*/ 1251229 w 3024845"/>
                <a:gd name="connsiteY223" fmla="*/ 638942 h 1032158"/>
                <a:gd name="connsiteX224" fmla="*/ 1256549 w 3024845"/>
                <a:gd name="connsiteY224" fmla="*/ 638942 h 1032158"/>
                <a:gd name="connsiteX225" fmla="*/ 1257309 w 3024845"/>
                <a:gd name="connsiteY225" fmla="*/ 637591 h 1032158"/>
                <a:gd name="connsiteX226" fmla="*/ 1262629 w 3024845"/>
                <a:gd name="connsiteY226" fmla="*/ 628133 h 1032158"/>
                <a:gd name="connsiteX227" fmla="*/ 1262629 w 3024845"/>
                <a:gd name="connsiteY227" fmla="*/ 630025 h 1032158"/>
                <a:gd name="connsiteX228" fmla="*/ 1262629 w 3024845"/>
                <a:gd name="connsiteY228" fmla="*/ 643266 h 1032158"/>
                <a:gd name="connsiteX229" fmla="*/ 1266682 w 3024845"/>
                <a:gd name="connsiteY229" fmla="*/ 597869 h 1032158"/>
                <a:gd name="connsiteX230" fmla="*/ 1267442 w 3024845"/>
                <a:gd name="connsiteY230" fmla="*/ 597869 h 1032158"/>
                <a:gd name="connsiteX231" fmla="*/ 1272762 w 3024845"/>
                <a:gd name="connsiteY231" fmla="*/ 597869 h 1032158"/>
                <a:gd name="connsiteX232" fmla="*/ 1272762 w 3024845"/>
                <a:gd name="connsiteY232" fmla="*/ 533015 h 1032158"/>
                <a:gd name="connsiteX233" fmla="*/ 1273776 w 3024845"/>
                <a:gd name="connsiteY233" fmla="*/ 533015 h 1032158"/>
                <a:gd name="connsiteX234" fmla="*/ 1280869 w 3024845"/>
                <a:gd name="connsiteY234" fmla="*/ 533015 h 1032158"/>
                <a:gd name="connsiteX235" fmla="*/ 1293029 w 3024845"/>
                <a:gd name="connsiteY235" fmla="*/ 489780 h 1032158"/>
                <a:gd name="connsiteX236" fmla="*/ 1294296 w 3024845"/>
                <a:gd name="connsiteY236" fmla="*/ 489780 h 1032158"/>
                <a:gd name="connsiteX237" fmla="*/ 1303163 w 3024845"/>
                <a:gd name="connsiteY237" fmla="*/ 489780 h 1032158"/>
                <a:gd name="connsiteX238" fmla="*/ 1313296 w 3024845"/>
                <a:gd name="connsiteY238" fmla="*/ 533015 h 1032158"/>
                <a:gd name="connsiteX239" fmla="*/ 1314309 w 3024845"/>
                <a:gd name="connsiteY239" fmla="*/ 533015 h 1032158"/>
                <a:gd name="connsiteX240" fmla="*/ 1321403 w 3024845"/>
                <a:gd name="connsiteY240" fmla="*/ 533015 h 1032158"/>
                <a:gd name="connsiteX241" fmla="*/ 1321403 w 3024845"/>
                <a:gd name="connsiteY241" fmla="*/ 571927 h 1032158"/>
                <a:gd name="connsiteX242" fmla="*/ 1323176 w 3024845"/>
                <a:gd name="connsiteY242" fmla="*/ 571927 h 1032158"/>
                <a:gd name="connsiteX243" fmla="*/ 1335590 w 3024845"/>
                <a:gd name="connsiteY243" fmla="*/ 571927 h 1032158"/>
                <a:gd name="connsiteX244" fmla="*/ 1335590 w 3024845"/>
                <a:gd name="connsiteY244" fmla="*/ 574089 h 1032158"/>
                <a:gd name="connsiteX245" fmla="*/ 1335590 w 3024845"/>
                <a:gd name="connsiteY245" fmla="*/ 589221 h 1032158"/>
                <a:gd name="connsiteX246" fmla="*/ 1339643 w 3024845"/>
                <a:gd name="connsiteY246" fmla="*/ 587060 h 1032158"/>
                <a:gd name="connsiteX247" fmla="*/ 1339643 w 3024845"/>
                <a:gd name="connsiteY247" fmla="*/ 571927 h 1032158"/>
                <a:gd name="connsiteX248" fmla="*/ 1341163 w 3024845"/>
                <a:gd name="connsiteY248" fmla="*/ 571927 h 1032158"/>
                <a:gd name="connsiteX249" fmla="*/ 1351803 w 3024845"/>
                <a:gd name="connsiteY249" fmla="*/ 571927 h 1032158"/>
                <a:gd name="connsiteX250" fmla="*/ 1351803 w 3024845"/>
                <a:gd name="connsiteY250" fmla="*/ 573548 h 1032158"/>
                <a:gd name="connsiteX251" fmla="*/ 1351803 w 3024845"/>
                <a:gd name="connsiteY251" fmla="*/ 584898 h 1032158"/>
                <a:gd name="connsiteX252" fmla="*/ 1382204 w 3024845"/>
                <a:gd name="connsiteY252" fmla="*/ 584898 h 1032158"/>
                <a:gd name="connsiteX253" fmla="*/ 1382204 w 3024845"/>
                <a:gd name="connsiteY253" fmla="*/ 548148 h 1032158"/>
                <a:gd name="connsiteX254" fmla="*/ 1383470 w 3024845"/>
                <a:gd name="connsiteY254" fmla="*/ 548148 h 1032158"/>
                <a:gd name="connsiteX255" fmla="*/ 1392337 w 3024845"/>
                <a:gd name="connsiteY255" fmla="*/ 548148 h 1032158"/>
                <a:gd name="connsiteX256" fmla="*/ 1392337 w 3024845"/>
                <a:gd name="connsiteY256" fmla="*/ 569765 h 1032158"/>
                <a:gd name="connsiteX257" fmla="*/ 1394364 w 3024845"/>
                <a:gd name="connsiteY257" fmla="*/ 537339 h 1032158"/>
                <a:gd name="connsiteX258" fmla="*/ 1416657 w 3024845"/>
                <a:gd name="connsiteY258" fmla="*/ 537339 h 1032158"/>
                <a:gd name="connsiteX259" fmla="*/ 1416657 w 3024845"/>
                <a:gd name="connsiteY259" fmla="*/ 535717 h 1032158"/>
                <a:gd name="connsiteX260" fmla="*/ 1416657 w 3024845"/>
                <a:gd name="connsiteY260" fmla="*/ 524368 h 1032158"/>
                <a:gd name="connsiteX261" fmla="*/ 1417417 w 3024845"/>
                <a:gd name="connsiteY261" fmla="*/ 524368 h 1032158"/>
                <a:gd name="connsiteX262" fmla="*/ 1422737 w 3024845"/>
                <a:gd name="connsiteY262" fmla="*/ 524368 h 1032158"/>
                <a:gd name="connsiteX263" fmla="*/ 1422737 w 3024845"/>
                <a:gd name="connsiteY263" fmla="*/ 522477 h 1032158"/>
                <a:gd name="connsiteX264" fmla="*/ 1422737 w 3024845"/>
                <a:gd name="connsiteY264" fmla="*/ 509236 h 1032158"/>
                <a:gd name="connsiteX265" fmla="*/ 1426791 w 3024845"/>
                <a:gd name="connsiteY265" fmla="*/ 515721 h 1032158"/>
                <a:gd name="connsiteX266" fmla="*/ 1429071 w 3024845"/>
                <a:gd name="connsiteY266" fmla="*/ 515721 h 1032158"/>
                <a:gd name="connsiteX267" fmla="*/ 1445031 w 3024845"/>
                <a:gd name="connsiteY267" fmla="*/ 515721 h 1032158"/>
                <a:gd name="connsiteX268" fmla="*/ 1445031 w 3024845"/>
                <a:gd name="connsiteY268" fmla="*/ 514910 h 1032158"/>
                <a:gd name="connsiteX269" fmla="*/ 1445031 w 3024845"/>
                <a:gd name="connsiteY269" fmla="*/ 509236 h 1032158"/>
                <a:gd name="connsiteX270" fmla="*/ 1445791 w 3024845"/>
                <a:gd name="connsiteY270" fmla="*/ 509236 h 1032158"/>
                <a:gd name="connsiteX271" fmla="*/ 1451111 w 3024845"/>
                <a:gd name="connsiteY271" fmla="*/ 509236 h 1032158"/>
                <a:gd name="connsiteX272" fmla="*/ 1451111 w 3024845"/>
                <a:gd name="connsiteY272" fmla="*/ 510587 h 1032158"/>
                <a:gd name="connsiteX273" fmla="*/ 1451111 w 3024845"/>
                <a:gd name="connsiteY273" fmla="*/ 520045 h 1032158"/>
                <a:gd name="connsiteX274" fmla="*/ 1489618 w 3024845"/>
                <a:gd name="connsiteY274" fmla="*/ 520045 h 1032158"/>
                <a:gd name="connsiteX275" fmla="*/ 1489618 w 3024845"/>
                <a:gd name="connsiteY275" fmla="*/ 658398 h 1032158"/>
                <a:gd name="connsiteX276" fmla="*/ 1491138 w 3024845"/>
                <a:gd name="connsiteY276" fmla="*/ 658398 h 1032158"/>
                <a:gd name="connsiteX277" fmla="*/ 1501778 w 3024845"/>
                <a:gd name="connsiteY277" fmla="*/ 658398 h 1032158"/>
                <a:gd name="connsiteX278" fmla="*/ 1501778 w 3024845"/>
                <a:gd name="connsiteY278" fmla="*/ 645428 h 1032158"/>
                <a:gd name="connsiteX279" fmla="*/ 1505832 w 3024845"/>
                <a:gd name="connsiteY279" fmla="*/ 645428 h 1032158"/>
                <a:gd name="connsiteX280" fmla="*/ 1505832 w 3024845"/>
                <a:gd name="connsiteY280" fmla="*/ 658398 h 1032158"/>
                <a:gd name="connsiteX281" fmla="*/ 1536232 w 3024845"/>
                <a:gd name="connsiteY281" fmla="*/ 658398 h 1032158"/>
                <a:gd name="connsiteX282" fmla="*/ 1536232 w 3024845"/>
                <a:gd name="connsiteY282" fmla="*/ 628133 h 1032158"/>
                <a:gd name="connsiteX283" fmla="*/ 1548392 w 3024845"/>
                <a:gd name="connsiteY283" fmla="*/ 628133 h 1032158"/>
                <a:gd name="connsiteX284" fmla="*/ 1560552 w 3024845"/>
                <a:gd name="connsiteY284" fmla="*/ 625972 h 1032158"/>
                <a:gd name="connsiteX285" fmla="*/ 1564606 w 3024845"/>
                <a:gd name="connsiteY285" fmla="*/ 628133 h 1032158"/>
                <a:gd name="connsiteX286" fmla="*/ 1574739 w 3024845"/>
                <a:gd name="connsiteY286" fmla="*/ 628133 h 1032158"/>
                <a:gd name="connsiteX287" fmla="*/ 1574739 w 3024845"/>
                <a:gd name="connsiteY287" fmla="*/ 658398 h 1032158"/>
                <a:gd name="connsiteX288" fmla="*/ 1582846 w 3024845"/>
                <a:gd name="connsiteY288" fmla="*/ 658398 h 1032158"/>
                <a:gd name="connsiteX289" fmla="*/ 1582846 w 3024845"/>
                <a:gd name="connsiteY289" fmla="*/ 675693 h 1032158"/>
                <a:gd name="connsiteX290" fmla="*/ 1592182 w 3024845"/>
                <a:gd name="connsiteY290" fmla="*/ 676598 h 1032158"/>
                <a:gd name="connsiteX291" fmla="*/ 1605140 w 3024845"/>
                <a:gd name="connsiteY291" fmla="*/ 676598 h 1032158"/>
                <a:gd name="connsiteX292" fmla="*/ 1605140 w 3024845"/>
                <a:gd name="connsiteY292" fmla="*/ 660560 h 1032158"/>
                <a:gd name="connsiteX293" fmla="*/ 1673096 w 3024845"/>
                <a:gd name="connsiteY293" fmla="*/ 660560 h 1032158"/>
                <a:gd name="connsiteX294" fmla="*/ 1673096 w 3024845"/>
                <a:gd name="connsiteY294" fmla="*/ 575307 h 1032158"/>
                <a:gd name="connsiteX295" fmla="*/ 1745104 w 3024845"/>
                <a:gd name="connsiteY295" fmla="*/ 575307 h 1032158"/>
                <a:gd name="connsiteX296" fmla="*/ 1745104 w 3024845"/>
                <a:gd name="connsiteY296" fmla="*/ 654075 h 1032158"/>
                <a:gd name="connsiteX297" fmla="*/ 1747008 w 3024845"/>
                <a:gd name="connsiteY297" fmla="*/ 654075 h 1032158"/>
                <a:gd name="connsiteX298" fmla="*/ 1748250 w 3024845"/>
                <a:gd name="connsiteY298" fmla="*/ 676598 h 1032158"/>
                <a:gd name="connsiteX299" fmla="*/ 1757926 w 3024845"/>
                <a:gd name="connsiteY299" fmla="*/ 676598 h 1032158"/>
                <a:gd name="connsiteX300" fmla="*/ 1759168 w 3024845"/>
                <a:gd name="connsiteY300" fmla="*/ 654075 h 1032158"/>
                <a:gd name="connsiteX301" fmla="*/ 1765248 w 3024845"/>
                <a:gd name="connsiteY301" fmla="*/ 654075 h 1032158"/>
                <a:gd name="connsiteX302" fmla="*/ 1766490 w 3024845"/>
                <a:gd name="connsiteY302" fmla="*/ 676598 h 1032158"/>
                <a:gd name="connsiteX303" fmla="*/ 1817112 w 3024845"/>
                <a:gd name="connsiteY303" fmla="*/ 676598 h 1032158"/>
                <a:gd name="connsiteX304" fmla="*/ 1817112 w 3024845"/>
                <a:gd name="connsiteY304" fmla="*/ 513570 h 1032158"/>
                <a:gd name="connsiteX305" fmla="*/ 2014439 w 3024845"/>
                <a:gd name="connsiteY305" fmla="*/ 513570 h 1032158"/>
                <a:gd name="connsiteX306" fmla="*/ 2014439 w 3024845"/>
                <a:gd name="connsiteY306" fmla="*/ 676598 h 1032158"/>
                <a:gd name="connsiteX307" fmla="*/ 2033136 w 3024845"/>
                <a:gd name="connsiteY307" fmla="*/ 676598 h 1032158"/>
                <a:gd name="connsiteX308" fmla="*/ 2033136 w 3024845"/>
                <a:gd name="connsiteY308" fmla="*/ 593905 h 1032158"/>
                <a:gd name="connsiteX309" fmla="*/ 2128256 w 3024845"/>
                <a:gd name="connsiteY309" fmla="*/ 593905 h 1032158"/>
                <a:gd name="connsiteX310" fmla="*/ 2146266 w 3024845"/>
                <a:gd name="connsiteY310" fmla="*/ 104983 h 1032158"/>
                <a:gd name="connsiteX311" fmla="*/ 2150320 w 3024845"/>
                <a:gd name="connsiteY311" fmla="*/ 33644 h 1032158"/>
                <a:gd name="connsiteX312" fmla="*/ 2180720 w 3024845"/>
                <a:gd name="connsiteY312" fmla="*/ 528692 h 1032158"/>
                <a:gd name="connsiteX313" fmla="*/ 2245574 w 3024845"/>
                <a:gd name="connsiteY313" fmla="*/ 528692 h 1032158"/>
                <a:gd name="connsiteX314" fmla="*/ 2245574 w 3024845"/>
                <a:gd name="connsiteY314" fmla="*/ 604354 h 1032158"/>
                <a:gd name="connsiteX315" fmla="*/ 2253681 w 3024845"/>
                <a:gd name="connsiteY315" fmla="*/ 604354 h 1032158"/>
                <a:gd name="connsiteX316" fmla="*/ 2255708 w 3024845"/>
                <a:gd name="connsiteY316" fmla="*/ 597869 h 1032158"/>
                <a:gd name="connsiteX317" fmla="*/ 2261788 w 3024845"/>
                <a:gd name="connsiteY317" fmla="*/ 597869 h 1032158"/>
                <a:gd name="connsiteX318" fmla="*/ 2263815 w 3024845"/>
                <a:gd name="connsiteY318" fmla="*/ 606516 h 1032158"/>
                <a:gd name="connsiteX319" fmla="*/ 2275975 w 3024845"/>
                <a:gd name="connsiteY319" fmla="*/ 606516 h 1032158"/>
                <a:gd name="connsiteX320" fmla="*/ 2275975 w 3024845"/>
                <a:gd name="connsiteY320" fmla="*/ 600030 h 1032158"/>
                <a:gd name="connsiteX321" fmla="*/ 2298268 w 3024845"/>
                <a:gd name="connsiteY321" fmla="*/ 600030 h 1032158"/>
                <a:gd name="connsiteX322" fmla="*/ 2298268 w 3024845"/>
                <a:gd name="connsiteY322" fmla="*/ 606516 h 1032158"/>
                <a:gd name="connsiteX323" fmla="*/ 2318535 w 3024845"/>
                <a:gd name="connsiteY323" fmla="*/ 606516 h 1032158"/>
                <a:gd name="connsiteX324" fmla="*/ 2318535 w 3024845"/>
                <a:gd name="connsiteY324" fmla="*/ 651913 h 1032158"/>
                <a:gd name="connsiteX325" fmla="*/ 2332722 w 3024845"/>
                <a:gd name="connsiteY325" fmla="*/ 651913 h 1032158"/>
                <a:gd name="connsiteX326" fmla="*/ 2332722 w 3024845"/>
                <a:gd name="connsiteY326" fmla="*/ 638942 h 1032158"/>
                <a:gd name="connsiteX327" fmla="*/ 2348936 w 3024845"/>
                <a:gd name="connsiteY327" fmla="*/ 638942 h 1032158"/>
                <a:gd name="connsiteX328" fmla="*/ 2348936 w 3024845"/>
                <a:gd name="connsiteY328" fmla="*/ 459515 h 1032158"/>
                <a:gd name="connsiteX329" fmla="*/ 2355016 w 3024845"/>
                <a:gd name="connsiteY329" fmla="*/ 453029 h 1032158"/>
                <a:gd name="connsiteX330" fmla="*/ 2427977 w 3024845"/>
                <a:gd name="connsiteY330" fmla="*/ 453029 h 1032158"/>
                <a:gd name="connsiteX331" fmla="*/ 2427977 w 3024845"/>
                <a:gd name="connsiteY331" fmla="*/ 461677 h 1032158"/>
                <a:gd name="connsiteX332" fmla="*/ 2438110 w 3024845"/>
                <a:gd name="connsiteY332" fmla="*/ 461677 h 1032158"/>
                <a:gd name="connsiteX333" fmla="*/ 2438110 w 3024845"/>
                <a:gd name="connsiteY333" fmla="*/ 576251 h 1032158"/>
                <a:gd name="connsiteX334" fmla="*/ 2460404 w 3024845"/>
                <a:gd name="connsiteY334" fmla="*/ 576251 h 1032158"/>
                <a:gd name="connsiteX335" fmla="*/ 2460404 w 3024845"/>
                <a:gd name="connsiteY335" fmla="*/ 509236 h 1032158"/>
                <a:gd name="connsiteX336" fmla="*/ 2486751 w 3024845"/>
                <a:gd name="connsiteY336" fmla="*/ 509236 h 1032158"/>
                <a:gd name="connsiteX337" fmla="*/ 2490804 w 3024845"/>
                <a:gd name="connsiteY337" fmla="*/ 504912 h 1032158"/>
                <a:gd name="connsiteX338" fmla="*/ 2498911 w 3024845"/>
                <a:gd name="connsiteY338" fmla="*/ 504912 h 1032158"/>
                <a:gd name="connsiteX339" fmla="*/ 2502964 w 3024845"/>
                <a:gd name="connsiteY339" fmla="*/ 509236 h 1032158"/>
                <a:gd name="connsiteX340" fmla="*/ 2525258 w 3024845"/>
                <a:gd name="connsiteY340" fmla="*/ 509236 h 1032158"/>
                <a:gd name="connsiteX341" fmla="*/ 2525258 w 3024845"/>
                <a:gd name="connsiteY341" fmla="*/ 392500 h 1032158"/>
                <a:gd name="connsiteX342" fmla="*/ 2582005 w 3024845"/>
                <a:gd name="connsiteY342" fmla="*/ 381691 h 1032158"/>
                <a:gd name="connsiteX343" fmla="*/ 2582005 w 3024845"/>
                <a:gd name="connsiteY343" fmla="*/ 382772 h 1032158"/>
                <a:gd name="connsiteX344" fmla="*/ 2582005 w 3024845"/>
                <a:gd name="connsiteY344" fmla="*/ 390338 h 1032158"/>
                <a:gd name="connsiteX345" fmla="*/ 2608352 w 3024845"/>
                <a:gd name="connsiteY345" fmla="*/ 390338 h 1032158"/>
                <a:gd name="connsiteX346" fmla="*/ 2608352 w 3024845"/>
                <a:gd name="connsiteY346" fmla="*/ 645428 h 1032158"/>
                <a:gd name="connsiteX347" fmla="*/ 2630646 w 3024845"/>
                <a:gd name="connsiteY347" fmla="*/ 645428 h 1032158"/>
                <a:gd name="connsiteX348" fmla="*/ 2630646 w 3024845"/>
                <a:gd name="connsiteY348" fmla="*/ 641104 h 1032158"/>
                <a:gd name="connsiteX349" fmla="*/ 2642806 w 3024845"/>
                <a:gd name="connsiteY349" fmla="*/ 641104 h 1032158"/>
                <a:gd name="connsiteX350" fmla="*/ 2642806 w 3024845"/>
                <a:gd name="connsiteY350" fmla="*/ 645428 h 1032158"/>
                <a:gd name="connsiteX351" fmla="*/ 2667126 w 3024845"/>
                <a:gd name="connsiteY351" fmla="*/ 645428 h 1032158"/>
                <a:gd name="connsiteX352" fmla="*/ 2667126 w 3024845"/>
                <a:gd name="connsiteY352" fmla="*/ 632457 h 1032158"/>
                <a:gd name="connsiteX353" fmla="*/ 2695500 w 3024845"/>
                <a:gd name="connsiteY353" fmla="*/ 632457 h 1032158"/>
                <a:gd name="connsiteX354" fmla="*/ 2707660 w 3024845"/>
                <a:gd name="connsiteY354" fmla="*/ 628133 h 1032158"/>
                <a:gd name="connsiteX355" fmla="*/ 2727927 w 3024845"/>
                <a:gd name="connsiteY355" fmla="*/ 632457 h 1032158"/>
                <a:gd name="connsiteX356" fmla="*/ 2727927 w 3024845"/>
                <a:gd name="connsiteY356" fmla="*/ 615163 h 1032158"/>
                <a:gd name="connsiteX357" fmla="*/ 2736034 w 3024845"/>
                <a:gd name="connsiteY357" fmla="*/ 615163 h 1032158"/>
                <a:gd name="connsiteX358" fmla="*/ 2736034 w 3024845"/>
                <a:gd name="connsiteY358" fmla="*/ 602192 h 1032158"/>
                <a:gd name="connsiteX359" fmla="*/ 2792781 w 3024845"/>
                <a:gd name="connsiteY359" fmla="*/ 602192 h 1032158"/>
                <a:gd name="connsiteX360" fmla="*/ 2792781 w 3024845"/>
                <a:gd name="connsiteY360" fmla="*/ 571927 h 1032158"/>
                <a:gd name="connsiteX361" fmla="*/ 2811021 w 3024845"/>
                <a:gd name="connsiteY361" fmla="*/ 571927 h 1032158"/>
                <a:gd name="connsiteX362" fmla="*/ 2811021 w 3024845"/>
                <a:gd name="connsiteY362" fmla="*/ 565442 h 1032158"/>
                <a:gd name="connsiteX363" fmla="*/ 2823181 w 3024845"/>
                <a:gd name="connsiteY363" fmla="*/ 565442 h 1032158"/>
                <a:gd name="connsiteX364" fmla="*/ 2823181 w 3024845"/>
                <a:gd name="connsiteY364" fmla="*/ 571927 h 1032158"/>
                <a:gd name="connsiteX365" fmla="*/ 2839395 w 3024845"/>
                <a:gd name="connsiteY365" fmla="*/ 571927 h 1032158"/>
                <a:gd name="connsiteX366" fmla="*/ 2839395 w 3024845"/>
                <a:gd name="connsiteY366" fmla="*/ 621648 h 1032158"/>
                <a:gd name="connsiteX367" fmla="*/ 2871822 w 3024845"/>
                <a:gd name="connsiteY367" fmla="*/ 621648 h 1032158"/>
                <a:gd name="connsiteX368" fmla="*/ 2871822 w 3024845"/>
                <a:gd name="connsiteY368" fmla="*/ 595707 h 1032158"/>
                <a:gd name="connsiteX369" fmla="*/ 2910329 w 3024845"/>
                <a:gd name="connsiteY369" fmla="*/ 595707 h 1032158"/>
                <a:gd name="connsiteX370" fmla="*/ 2910329 w 3024845"/>
                <a:gd name="connsiteY370" fmla="*/ 565442 h 1032158"/>
                <a:gd name="connsiteX371" fmla="*/ 2958970 w 3024845"/>
                <a:gd name="connsiteY371" fmla="*/ 565442 h 1032158"/>
                <a:gd name="connsiteX372" fmla="*/ 2958970 w 3024845"/>
                <a:gd name="connsiteY372" fmla="*/ 676598 h 1032158"/>
                <a:gd name="connsiteX373" fmla="*/ 2958970 w 3024845"/>
                <a:gd name="connsiteY373" fmla="*/ 690377 h 1032158"/>
                <a:gd name="connsiteX374" fmla="*/ 3024845 w 3024845"/>
                <a:gd name="connsiteY374" fmla="*/ 690377 h 1032158"/>
                <a:gd name="connsiteX375" fmla="*/ 3024845 w 3024845"/>
                <a:gd name="connsiteY375" fmla="*/ 1032158 h 1032158"/>
                <a:gd name="connsiteX376" fmla="*/ 2054 w 3024845"/>
                <a:gd name="connsiteY376" fmla="*/ 1029825 h 1032158"/>
                <a:gd name="connsiteX377" fmla="*/ 0 w 3024845"/>
                <a:gd name="connsiteY377" fmla="*/ 595707 h 1032158"/>
                <a:gd name="connsiteX378" fmla="*/ 20267 w 3024845"/>
                <a:gd name="connsiteY378" fmla="*/ 595707 h 1032158"/>
                <a:gd name="connsiteX379" fmla="*/ 20774 w 3024845"/>
                <a:gd name="connsiteY379" fmla="*/ 594626 h 1032158"/>
                <a:gd name="connsiteX380" fmla="*/ 24320 w 3024845"/>
                <a:gd name="connsiteY380" fmla="*/ 587060 h 1032158"/>
                <a:gd name="connsiteX381" fmla="*/ 26094 w 3024845"/>
                <a:gd name="connsiteY381" fmla="*/ 587330 h 1032158"/>
                <a:gd name="connsiteX382" fmla="*/ 38507 w 3024845"/>
                <a:gd name="connsiteY382" fmla="*/ 589221 h 1032158"/>
                <a:gd name="connsiteX383" fmla="*/ 39014 w 3024845"/>
                <a:gd name="connsiteY383" fmla="*/ 590573 h 1032158"/>
                <a:gd name="connsiteX384" fmla="*/ 42560 w 3024845"/>
                <a:gd name="connsiteY384" fmla="*/ 600030 h 1032158"/>
                <a:gd name="connsiteX385" fmla="*/ 68907 w 3024845"/>
                <a:gd name="connsiteY385" fmla="*/ 602192 h 1032158"/>
                <a:gd name="connsiteX386" fmla="*/ 68907 w 3024845"/>
                <a:gd name="connsiteY386" fmla="*/ 478971 h 1032158"/>
                <a:gd name="connsiteX387" fmla="*/ 70934 w 3024845"/>
                <a:gd name="connsiteY387" fmla="*/ 478971 h 1032158"/>
                <a:gd name="connsiteX388" fmla="*/ 85121 w 3024845"/>
                <a:gd name="connsiteY388" fmla="*/ 478971 h 1032158"/>
                <a:gd name="connsiteX389" fmla="*/ 85121 w 3024845"/>
                <a:gd name="connsiteY389" fmla="*/ 342779 h 1032158"/>
                <a:gd name="connsiteX390" fmla="*/ 86894 w 3024845"/>
                <a:gd name="connsiteY390" fmla="*/ 342779 h 1032158"/>
                <a:gd name="connsiteX391" fmla="*/ 99308 w 3024845"/>
                <a:gd name="connsiteY391" fmla="*/ 342779 h 1032158"/>
                <a:gd name="connsiteX392" fmla="*/ 99308 w 3024845"/>
                <a:gd name="connsiteY392" fmla="*/ 228205 h 1032158"/>
                <a:gd name="connsiteX393" fmla="*/ 103361 w 3024845"/>
                <a:gd name="connsiteY393" fmla="*/ 200101 h 1032158"/>
                <a:gd name="connsiteX394" fmla="*/ 105388 w 3024845"/>
                <a:gd name="connsiteY394" fmla="*/ 200101 h 1032158"/>
                <a:gd name="connsiteX395" fmla="*/ 119575 w 3024845"/>
                <a:gd name="connsiteY395" fmla="*/ 200101 h 1032158"/>
                <a:gd name="connsiteX0" fmla="*/ 119575 w 3024845"/>
                <a:gd name="connsiteY0" fmla="*/ 95357 h 927414"/>
                <a:gd name="connsiteX1" fmla="*/ 200642 w 3024845"/>
                <a:gd name="connsiteY1" fmla="*/ 93196 h 927414"/>
                <a:gd name="connsiteX2" fmla="*/ 202669 w 3024845"/>
                <a:gd name="connsiteY2" fmla="*/ 93196 h 927414"/>
                <a:gd name="connsiteX3" fmla="*/ 216856 w 3024845"/>
                <a:gd name="connsiteY3" fmla="*/ 93196 h 927414"/>
                <a:gd name="connsiteX4" fmla="*/ 216856 w 3024845"/>
                <a:gd name="connsiteY4" fmla="*/ 116975 h 927414"/>
                <a:gd name="connsiteX5" fmla="*/ 217363 w 3024845"/>
                <a:gd name="connsiteY5" fmla="*/ 117786 h 927414"/>
                <a:gd name="connsiteX6" fmla="*/ 220909 w 3024845"/>
                <a:gd name="connsiteY6" fmla="*/ 123461 h 927414"/>
                <a:gd name="connsiteX7" fmla="*/ 220909 w 3024845"/>
                <a:gd name="connsiteY7" fmla="*/ 238035 h 927414"/>
                <a:gd name="connsiteX8" fmla="*/ 223189 w 3024845"/>
                <a:gd name="connsiteY8" fmla="*/ 238035 h 927414"/>
                <a:gd name="connsiteX9" fmla="*/ 239150 w 3024845"/>
                <a:gd name="connsiteY9" fmla="*/ 238035 h 927414"/>
                <a:gd name="connsiteX10" fmla="*/ 239150 w 3024845"/>
                <a:gd name="connsiteY10" fmla="*/ 378550 h 927414"/>
                <a:gd name="connsiteX11" fmla="*/ 240670 w 3024845"/>
                <a:gd name="connsiteY11" fmla="*/ 378280 h 927414"/>
                <a:gd name="connsiteX12" fmla="*/ 251310 w 3024845"/>
                <a:gd name="connsiteY12" fmla="*/ 376389 h 927414"/>
                <a:gd name="connsiteX13" fmla="*/ 249283 w 3024845"/>
                <a:gd name="connsiteY13" fmla="*/ 465021 h 927414"/>
                <a:gd name="connsiteX14" fmla="*/ 250803 w 3024845"/>
                <a:gd name="connsiteY14" fmla="*/ 465292 h 927414"/>
                <a:gd name="connsiteX15" fmla="*/ 261443 w 3024845"/>
                <a:gd name="connsiteY15" fmla="*/ 467183 h 927414"/>
                <a:gd name="connsiteX16" fmla="*/ 261696 w 3024845"/>
                <a:gd name="connsiteY16" fmla="*/ 467994 h 927414"/>
                <a:gd name="connsiteX17" fmla="*/ 263470 w 3024845"/>
                <a:gd name="connsiteY17" fmla="*/ 473669 h 927414"/>
                <a:gd name="connsiteX18" fmla="*/ 264230 w 3024845"/>
                <a:gd name="connsiteY18" fmla="*/ 471237 h 927414"/>
                <a:gd name="connsiteX19" fmla="*/ 269550 w 3024845"/>
                <a:gd name="connsiteY19" fmla="*/ 454213 h 927414"/>
                <a:gd name="connsiteX20" fmla="*/ 271323 w 3024845"/>
                <a:gd name="connsiteY20" fmla="*/ 454213 h 927414"/>
                <a:gd name="connsiteX21" fmla="*/ 283737 w 3024845"/>
                <a:gd name="connsiteY21" fmla="*/ 454213 h 927414"/>
                <a:gd name="connsiteX22" fmla="*/ 283737 w 3024845"/>
                <a:gd name="connsiteY22" fmla="*/ 486639 h 927414"/>
                <a:gd name="connsiteX23" fmla="*/ 284750 w 3024845"/>
                <a:gd name="connsiteY23" fmla="*/ 487180 h 927414"/>
                <a:gd name="connsiteX24" fmla="*/ 291844 w 3024845"/>
                <a:gd name="connsiteY24" fmla="*/ 490963 h 927414"/>
                <a:gd name="connsiteX25" fmla="*/ 291844 w 3024845"/>
                <a:gd name="connsiteY25" fmla="*/ 492314 h 927414"/>
                <a:gd name="connsiteX26" fmla="*/ 291844 w 3024845"/>
                <a:gd name="connsiteY26" fmla="*/ 501772 h 927414"/>
                <a:gd name="connsiteX27" fmla="*/ 336431 w 3024845"/>
                <a:gd name="connsiteY27" fmla="*/ 501772 h 927414"/>
                <a:gd name="connsiteX28" fmla="*/ 336431 w 3024845"/>
                <a:gd name="connsiteY28" fmla="*/ 502853 h 927414"/>
                <a:gd name="connsiteX29" fmla="*/ 336431 w 3024845"/>
                <a:gd name="connsiteY29" fmla="*/ 510419 h 927414"/>
                <a:gd name="connsiteX30" fmla="*/ 338457 w 3024845"/>
                <a:gd name="connsiteY30" fmla="*/ 510419 h 927414"/>
                <a:gd name="connsiteX31" fmla="*/ 352644 w 3024845"/>
                <a:gd name="connsiteY31" fmla="*/ 510419 h 927414"/>
                <a:gd name="connsiteX32" fmla="*/ 352644 w 3024845"/>
                <a:gd name="connsiteY32" fmla="*/ 480154 h 927414"/>
                <a:gd name="connsiteX33" fmla="*/ 397231 w 3024845"/>
                <a:gd name="connsiteY33" fmla="*/ 480154 h 927414"/>
                <a:gd name="connsiteX34" fmla="*/ 397231 w 3024845"/>
                <a:gd name="connsiteY34" fmla="*/ 478803 h 927414"/>
                <a:gd name="connsiteX35" fmla="*/ 397231 w 3024845"/>
                <a:gd name="connsiteY35" fmla="*/ 469345 h 927414"/>
                <a:gd name="connsiteX36" fmla="*/ 398245 w 3024845"/>
                <a:gd name="connsiteY36" fmla="*/ 469345 h 927414"/>
                <a:gd name="connsiteX37" fmla="*/ 405338 w 3024845"/>
                <a:gd name="connsiteY37" fmla="*/ 469345 h 927414"/>
                <a:gd name="connsiteX38" fmla="*/ 405338 w 3024845"/>
                <a:gd name="connsiteY38" fmla="*/ 467454 h 927414"/>
                <a:gd name="connsiteX39" fmla="*/ 405338 w 3024845"/>
                <a:gd name="connsiteY39" fmla="*/ 454213 h 927414"/>
                <a:gd name="connsiteX40" fmla="*/ 406098 w 3024845"/>
                <a:gd name="connsiteY40" fmla="*/ 454213 h 927414"/>
                <a:gd name="connsiteX41" fmla="*/ 411418 w 3024845"/>
                <a:gd name="connsiteY41" fmla="*/ 454213 h 927414"/>
                <a:gd name="connsiteX42" fmla="*/ 411418 w 3024845"/>
                <a:gd name="connsiteY42" fmla="*/ 453132 h 927414"/>
                <a:gd name="connsiteX43" fmla="*/ 411418 w 3024845"/>
                <a:gd name="connsiteY43" fmla="*/ 445565 h 927414"/>
                <a:gd name="connsiteX44" fmla="*/ 413445 w 3024845"/>
                <a:gd name="connsiteY44" fmla="*/ 445565 h 927414"/>
                <a:gd name="connsiteX45" fmla="*/ 427632 w 3024845"/>
                <a:gd name="connsiteY45" fmla="*/ 445565 h 927414"/>
                <a:gd name="connsiteX46" fmla="*/ 427632 w 3024845"/>
                <a:gd name="connsiteY46" fmla="*/ 446646 h 927414"/>
                <a:gd name="connsiteX47" fmla="*/ 427632 w 3024845"/>
                <a:gd name="connsiteY47" fmla="*/ 454213 h 927414"/>
                <a:gd name="connsiteX48" fmla="*/ 449925 w 3024845"/>
                <a:gd name="connsiteY48" fmla="*/ 454213 h 927414"/>
                <a:gd name="connsiteX49" fmla="*/ 449925 w 3024845"/>
                <a:gd name="connsiteY49" fmla="*/ 452321 h 927414"/>
                <a:gd name="connsiteX50" fmla="*/ 449925 w 3024845"/>
                <a:gd name="connsiteY50" fmla="*/ 439080 h 927414"/>
                <a:gd name="connsiteX51" fmla="*/ 451699 w 3024845"/>
                <a:gd name="connsiteY51" fmla="*/ 439080 h 927414"/>
                <a:gd name="connsiteX52" fmla="*/ 464112 w 3024845"/>
                <a:gd name="connsiteY52" fmla="*/ 439080 h 927414"/>
                <a:gd name="connsiteX53" fmla="*/ 464112 w 3024845"/>
                <a:gd name="connsiteY53" fmla="*/ 462860 h 927414"/>
                <a:gd name="connsiteX54" fmla="*/ 465126 w 3024845"/>
                <a:gd name="connsiteY54" fmla="*/ 462860 h 927414"/>
                <a:gd name="connsiteX55" fmla="*/ 472219 w 3024845"/>
                <a:gd name="connsiteY55" fmla="*/ 462860 h 927414"/>
                <a:gd name="connsiteX56" fmla="*/ 472219 w 3024845"/>
                <a:gd name="connsiteY56" fmla="*/ 461779 h 927414"/>
                <a:gd name="connsiteX57" fmla="*/ 472219 w 3024845"/>
                <a:gd name="connsiteY57" fmla="*/ 454213 h 927414"/>
                <a:gd name="connsiteX58" fmla="*/ 473992 w 3024845"/>
                <a:gd name="connsiteY58" fmla="*/ 454213 h 927414"/>
                <a:gd name="connsiteX59" fmla="*/ 486406 w 3024845"/>
                <a:gd name="connsiteY59" fmla="*/ 454213 h 927414"/>
                <a:gd name="connsiteX60" fmla="*/ 486406 w 3024845"/>
                <a:gd name="connsiteY60" fmla="*/ 480154 h 927414"/>
                <a:gd name="connsiteX61" fmla="*/ 488433 w 3024845"/>
                <a:gd name="connsiteY61" fmla="*/ 480154 h 927414"/>
                <a:gd name="connsiteX62" fmla="*/ 502619 w 3024845"/>
                <a:gd name="connsiteY62" fmla="*/ 480154 h 927414"/>
                <a:gd name="connsiteX63" fmla="*/ 502619 w 3024845"/>
                <a:gd name="connsiteY63" fmla="*/ 481775 h 927414"/>
                <a:gd name="connsiteX64" fmla="*/ 502619 w 3024845"/>
                <a:gd name="connsiteY64" fmla="*/ 493125 h 927414"/>
                <a:gd name="connsiteX65" fmla="*/ 503379 w 3024845"/>
                <a:gd name="connsiteY65" fmla="*/ 493125 h 927414"/>
                <a:gd name="connsiteX66" fmla="*/ 508700 w 3024845"/>
                <a:gd name="connsiteY66" fmla="*/ 493125 h 927414"/>
                <a:gd name="connsiteX67" fmla="*/ 508700 w 3024845"/>
                <a:gd name="connsiteY67" fmla="*/ 492314 h 927414"/>
                <a:gd name="connsiteX68" fmla="*/ 508700 w 3024845"/>
                <a:gd name="connsiteY68" fmla="*/ 486639 h 927414"/>
                <a:gd name="connsiteX69" fmla="*/ 539100 w 3024845"/>
                <a:gd name="connsiteY69" fmla="*/ 486639 h 927414"/>
                <a:gd name="connsiteX70" fmla="*/ 539100 w 3024845"/>
                <a:gd name="connsiteY70" fmla="*/ 510419 h 927414"/>
                <a:gd name="connsiteX71" fmla="*/ 540113 w 3024845"/>
                <a:gd name="connsiteY71" fmla="*/ 510419 h 927414"/>
                <a:gd name="connsiteX72" fmla="*/ 547207 w 3024845"/>
                <a:gd name="connsiteY72" fmla="*/ 510419 h 927414"/>
                <a:gd name="connsiteX73" fmla="*/ 547207 w 3024845"/>
                <a:gd name="connsiteY73" fmla="*/ 511500 h 927414"/>
                <a:gd name="connsiteX74" fmla="*/ 547207 w 3024845"/>
                <a:gd name="connsiteY74" fmla="*/ 519066 h 927414"/>
                <a:gd name="connsiteX75" fmla="*/ 547967 w 3024845"/>
                <a:gd name="connsiteY75" fmla="*/ 519066 h 927414"/>
                <a:gd name="connsiteX76" fmla="*/ 553287 w 3024845"/>
                <a:gd name="connsiteY76" fmla="*/ 519066 h 927414"/>
                <a:gd name="connsiteX77" fmla="*/ 553287 w 3024845"/>
                <a:gd name="connsiteY77" fmla="*/ 516904 h 927414"/>
                <a:gd name="connsiteX78" fmla="*/ 553287 w 3024845"/>
                <a:gd name="connsiteY78" fmla="*/ 501772 h 927414"/>
                <a:gd name="connsiteX79" fmla="*/ 554300 w 3024845"/>
                <a:gd name="connsiteY79" fmla="*/ 501772 h 927414"/>
                <a:gd name="connsiteX80" fmla="*/ 561394 w 3024845"/>
                <a:gd name="connsiteY80" fmla="*/ 501772 h 927414"/>
                <a:gd name="connsiteX81" fmla="*/ 561394 w 3024845"/>
                <a:gd name="connsiteY81" fmla="*/ 502853 h 927414"/>
                <a:gd name="connsiteX82" fmla="*/ 561394 w 3024845"/>
                <a:gd name="connsiteY82" fmla="*/ 510419 h 927414"/>
                <a:gd name="connsiteX83" fmla="*/ 566714 w 3024845"/>
                <a:gd name="connsiteY83" fmla="*/ 508426 h 927414"/>
                <a:gd name="connsiteX84" fmla="*/ 567474 w 3024845"/>
                <a:gd name="connsiteY84" fmla="*/ 507446 h 927414"/>
                <a:gd name="connsiteX85" fmla="*/ 567474 w 3024845"/>
                <a:gd name="connsiteY85" fmla="*/ 501772 h 927414"/>
                <a:gd name="connsiteX86" fmla="*/ 605981 w 3024845"/>
                <a:gd name="connsiteY86" fmla="*/ 501772 h 927414"/>
                <a:gd name="connsiteX87" fmla="*/ 605981 w 3024845"/>
                <a:gd name="connsiteY87" fmla="*/ 525551 h 927414"/>
                <a:gd name="connsiteX88" fmla="*/ 608007 w 3024845"/>
                <a:gd name="connsiteY88" fmla="*/ 525551 h 927414"/>
                <a:gd name="connsiteX89" fmla="*/ 622194 w 3024845"/>
                <a:gd name="connsiteY89" fmla="*/ 525551 h 927414"/>
                <a:gd name="connsiteX90" fmla="*/ 622194 w 3024845"/>
                <a:gd name="connsiteY90" fmla="*/ 526632 h 927414"/>
                <a:gd name="connsiteX91" fmla="*/ 622194 w 3024845"/>
                <a:gd name="connsiteY91" fmla="*/ 534198 h 927414"/>
                <a:gd name="connsiteX92" fmla="*/ 623968 w 3024845"/>
                <a:gd name="connsiteY92" fmla="*/ 534198 h 927414"/>
                <a:gd name="connsiteX93" fmla="*/ 636381 w 3024845"/>
                <a:gd name="connsiteY93" fmla="*/ 534198 h 927414"/>
                <a:gd name="connsiteX94" fmla="*/ 636381 w 3024845"/>
                <a:gd name="connsiteY94" fmla="*/ 510419 h 927414"/>
                <a:gd name="connsiteX95" fmla="*/ 637394 w 3024845"/>
                <a:gd name="connsiteY95" fmla="*/ 510419 h 927414"/>
                <a:gd name="connsiteX96" fmla="*/ 644488 w 3024845"/>
                <a:gd name="connsiteY96" fmla="*/ 510419 h 927414"/>
                <a:gd name="connsiteX97" fmla="*/ 644488 w 3024845"/>
                <a:gd name="connsiteY97" fmla="*/ 477992 h 927414"/>
                <a:gd name="connsiteX98" fmla="*/ 645501 w 3024845"/>
                <a:gd name="connsiteY98" fmla="*/ 477992 h 927414"/>
                <a:gd name="connsiteX99" fmla="*/ 652595 w 3024845"/>
                <a:gd name="connsiteY99" fmla="*/ 477992 h 927414"/>
                <a:gd name="connsiteX100" fmla="*/ 652595 w 3024845"/>
                <a:gd name="connsiteY100" fmla="*/ 476101 h 927414"/>
                <a:gd name="connsiteX101" fmla="*/ 652595 w 3024845"/>
                <a:gd name="connsiteY101" fmla="*/ 462860 h 927414"/>
                <a:gd name="connsiteX102" fmla="*/ 651328 w 3024845"/>
                <a:gd name="connsiteY102" fmla="*/ 461238 h 927414"/>
                <a:gd name="connsiteX103" fmla="*/ 656648 w 3024845"/>
                <a:gd name="connsiteY103" fmla="*/ 449889 h 927414"/>
                <a:gd name="connsiteX104" fmla="*/ 664755 w 3024845"/>
                <a:gd name="connsiteY104" fmla="*/ 477992 h 927414"/>
                <a:gd name="connsiteX105" fmla="*/ 665515 w 3024845"/>
                <a:gd name="connsiteY105" fmla="*/ 477992 h 927414"/>
                <a:gd name="connsiteX106" fmla="*/ 670835 w 3024845"/>
                <a:gd name="connsiteY106" fmla="*/ 477992 h 927414"/>
                <a:gd name="connsiteX107" fmla="*/ 670835 w 3024845"/>
                <a:gd name="connsiteY107" fmla="*/ 372065 h 927414"/>
                <a:gd name="connsiteX108" fmla="*/ 672355 w 3024845"/>
                <a:gd name="connsiteY108" fmla="*/ 372065 h 927414"/>
                <a:gd name="connsiteX109" fmla="*/ 682995 w 3024845"/>
                <a:gd name="connsiteY109" fmla="*/ 372065 h 927414"/>
                <a:gd name="connsiteX110" fmla="*/ 682995 w 3024845"/>
                <a:gd name="connsiteY110" fmla="*/ 324506 h 927414"/>
                <a:gd name="connsiteX111" fmla="*/ 709342 w 3024845"/>
                <a:gd name="connsiteY111" fmla="*/ 324506 h 927414"/>
                <a:gd name="connsiteX112" fmla="*/ 709342 w 3024845"/>
                <a:gd name="connsiteY112" fmla="*/ 302888 h 927414"/>
                <a:gd name="connsiteX113" fmla="*/ 743796 w 3024845"/>
                <a:gd name="connsiteY113" fmla="*/ 302888 h 927414"/>
                <a:gd name="connsiteX114" fmla="*/ 743796 w 3024845"/>
                <a:gd name="connsiteY114" fmla="*/ 305320 h 927414"/>
                <a:gd name="connsiteX115" fmla="*/ 743796 w 3024845"/>
                <a:gd name="connsiteY115" fmla="*/ 322344 h 927414"/>
                <a:gd name="connsiteX116" fmla="*/ 746076 w 3024845"/>
                <a:gd name="connsiteY116" fmla="*/ 322344 h 927414"/>
                <a:gd name="connsiteX117" fmla="*/ 762036 w 3024845"/>
                <a:gd name="connsiteY117" fmla="*/ 322344 h 927414"/>
                <a:gd name="connsiteX118" fmla="*/ 762036 w 3024845"/>
                <a:gd name="connsiteY118" fmla="*/ 369903 h 927414"/>
                <a:gd name="connsiteX119" fmla="*/ 763049 w 3024845"/>
                <a:gd name="connsiteY119" fmla="*/ 369903 h 927414"/>
                <a:gd name="connsiteX120" fmla="*/ 770143 w 3024845"/>
                <a:gd name="connsiteY120" fmla="*/ 369903 h 927414"/>
                <a:gd name="connsiteX121" fmla="*/ 784330 w 3024845"/>
                <a:gd name="connsiteY121" fmla="*/ 374227 h 927414"/>
                <a:gd name="connsiteX122" fmla="*/ 784330 w 3024845"/>
                <a:gd name="connsiteY122" fmla="*/ 413139 h 927414"/>
                <a:gd name="connsiteX123" fmla="*/ 785343 w 3024845"/>
                <a:gd name="connsiteY123" fmla="*/ 413139 h 927414"/>
                <a:gd name="connsiteX124" fmla="*/ 792436 w 3024845"/>
                <a:gd name="connsiteY124" fmla="*/ 413139 h 927414"/>
                <a:gd name="connsiteX125" fmla="*/ 792436 w 3024845"/>
                <a:gd name="connsiteY125" fmla="*/ 414760 h 927414"/>
                <a:gd name="connsiteX126" fmla="*/ 792436 w 3024845"/>
                <a:gd name="connsiteY126" fmla="*/ 426109 h 927414"/>
                <a:gd name="connsiteX127" fmla="*/ 794463 w 3024845"/>
                <a:gd name="connsiteY127" fmla="*/ 426109 h 927414"/>
                <a:gd name="connsiteX128" fmla="*/ 808650 w 3024845"/>
                <a:gd name="connsiteY128" fmla="*/ 426109 h 927414"/>
                <a:gd name="connsiteX129" fmla="*/ 814730 w 3024845"/>
                <a:gd name="connsiteY129" fmla="*/ 432595 h 927414"/>
                <a:gd name="connsiteX130" fmla="*/ 814730 w 3024845"/>
                <a:gd name="connsiteY130" fmla="*/ 454213 h 927414"/>
                <a:gd name="connsiteX131" fmla="*/ 817010 w 3024845"/>
                <a:gd name="connsiteY131" fmla="*/ 454213 h 927414"/>
                <a:gd name="connsiteX132" fmla="*/ 832970 w 3024845"/>
                <a:gd name="connsiteY132" fmla="*/ 454213 h 927414"/>
                <a:gd name="connsiteX133" fmla="*/ 832970 w 3024845"/>
                <a:gd name="connsiteY133" fmla="*/ 455293 h 927414"/>
                <a:gd name="connsiteX134" fmla="*/ 832970 w 3024845"/>
                <a:gd name="connsiteY134" fmla="*/ 462860 h 927414"/>
                <a:gd name="connsiteX135" fmla="*/ 834237 w 3024845"/>
                <a:gd name="connsiteY135" fmla="*/ 462860 h 927414"/>
                <a:gd name="connsiteX136" fmla="*/ 843104 w 3024845"/>
                <a:gd name="connsiteY136" fmla="*/ 462860 h 927414"/>
                <a:gd name="connsiteX137" fmla="*/ 843104 w 3024845"/>
                <a:gd name="connsiteY137" fmla="*/ 465021 h 927414"/>
                <a:gd name="connsiteX138" fmla="*/ 843104 w 3024845"/>
                <a:gd name="connsiteY138" fmla="*/ 480154 h 927414"/>
                <a:gd name="connsiteX139" fmla="*/ 847157 w 3024845"/>
                <a:gd name="connsiteY139" fmla="*/ 478262 h 927414"/>
                <a:gd name="connsiteX140" fmla="*/ 847157 w 3024845"/>
                <a:gd name="connsiteY140" fmla="*/ 465021 h 927414"/>
                <a:gd name="connsiteX141" fmla="*/ 848170 w 3024845"/>
                <a:gd name="connsiteY141" fmla="*/ 465021 h 927414"/>
                <a:gd name="connsiteX142" fmla="*/ 855264 w 3024845"/>
                <a:gd name="connsiteY142" fmla="*/ 465021 h 927414"/>
                <a:gd name="connsiteX143" fmla="*/ 855264 w 3024845"/>
                <a:gd name="connsiteY143" fmla="*/ 466643 h 927414"/>
                <a:gd name="connsiteX144" fmla="*/ 855264 w 3024845"/>
                <a:gd name="connsiteY144" fmla="*/ 477992 h 927414"/>
                <a:gd name="connsiteX145" fmla="*/ 856024 w 3024845"/>
                <a:gd name="connsiteY145" fmla="*/ 477992 h 927414"/>
                <a:gd name="connsiteX146" fmla="*/ 861344 w 3024845"/>
                <a:gd name="connsiteY146" fmla="*/ 477992 h 927414"/>
                <a:gd name="connsiteX147" fmla="*/ 909984 w 3024845"/>
                <a:gd name="connsiteY147" fmla="*/ 473669 h 927414"/>
                <a:gd name="connsiteX148" fmla="*/ 909984 w 3024845"/>
                <a:gd name="connsiteY148" fmla="*/ 475020 h 927414"/>
                <a:gd name="connsiteX149" fmla="*/ 909984 w 3024845"/>
                <a:gd name="connsiteY149" fmla="*/ 484477 h 927414"/>
                <a:gd name="connsiteX150" fmla="*/ 910744 w 3024845"/>
                <a:gd name="connsiteY150" fmla="*/ 484477 h 927414"/>
                <a:gd name="connsiteX151" fmla="*/ 916065 w 3024845"/>
                <a:gd name="connsiteY151" fmla="*/ 484477 h 927414"/>
                <a:gd name="connsiteX152" fmla="*/ 916065 w 3024845"/>
                <a:gd name="connsiteY152" fmla="*/ 486639 h 927414"/>
                <a:gd name="connsiteX153" fmla="*/ 916065 w 3024845"/>
                <a:gd name="connsiteY153" fmla="*/ 501772 h 927414"/>
                <a:gd name="connsiteX154" fmla="*/ 918091 w 3024845"/>
                <a:gd name="connsiteY154" fmla="*/ 500421 h 927414"/>
                <a:gd name="connsiteX155" fmla="*/ 932278 w 3024845"/>
                <a:gd name="connsiteY155" fmla="*/ 490963 h 927414"/>
                <a:gd name="connsiteX156" fmla="*/ 938358 w 3024845"/>
                <a:gd name="connsiteY156" fmla="*/ 449889 h 927414"/>
                <a:gd name="connsiteX157" fmla="*/ 939118 w 3024845"/>
                <a:gd name="connsiteY157" fmla="*/ 449619 h 927414"/>
                <a:gd name="connsiteX158" fmla="*/ 944438 w 3024845"/>
                <a:gd name="connsiteY158" fmla="*/ 447727 h 927414"/>
                <a:gd name="connsiteX159" fmla="*/ 946465 w 3024845"/>
                <a:gd name="connsiteY159" fmla="*/ 378550 h 927414"/>
                <a:gd name="connsiteX160" fmla="*/ 948492 w 3024845"/>
                <a:gd name="connsiteY160" fmla="*/ 447727 h 927414"/>
                <a:gd name="connsiteX161" fmla="*/ 949252 w 3024845"/>
                <a:gd name="connsiteY161" fmla="*/ 447997 h 927414"/>
                <a:gd name="connsiteX162" fmla="*/ 954572 w 3024845"/>
                <a:gd name="connsiteY162" fmla="*/ 449889 h 927414"/>
                <a:gd name="connsiteX163" fmla="*/ 954572 w 3024845"/>
                <a:gd name="connsiteY163" fmla="*/ 363418 h 927414"/>
                <a:gd name="connsiteX164" fmla="*/ 958625 w 3024845"/>
                <a:gd name="connsiteY164" fmla="*/ 330991 h 927414"/>
                <a:gd name="connsiteX165" fmla="*/ 997132 w 3024845"/>
                <a:gd name="connsiteY165" fmla="*/ 330991 h 927414"/>
                <a:gd name="connsiteX166" fmla="*/ 997132 w 3024845"/>
                <a:gd name="connsiteY166" fmla="*/ 363418 h 927414"/>
                <a:gd name="connsiteX167" fmla="*/ 997892 w 3024845"/>
                <a:gd name="connsiteY167" fmla="*/ 363418 h 927414"/>
                <a:gd name="connsiteX168" fmla="*/ 1003212 w 3024845"/>
                <a:gd name="connsiteY168" fmla="*/ 363418 h 927414"/>
                <a:gd name="connsiteX169" fmla="*/ 1003212 w 3024845"/>
                <a:gd name="connsiteY169" fmla="*/ 281270 h 927414"/>
                <a:gd name="connsiteX170" fmla="*/ 1004986 w 3024845"/>
                <a:gd name="connsiteY170" fmla="*/ 281270 h 927414"/>
                <a:gd name="connsiteX171" fmla="*/ 1017399 w 3024845"/>
                <a:gd name="connsiteY171" fmla="*/ 281270 h 927414"/>
                <a:gd name="connsiteX172" fmla="*/ 1017399 w 3024845"/>
                <a:gd name="connsiteY172" fmla="*/ 279379 h 927414"/>
                <a:gd name="connsiteX173" fmla="*/ 1017399 w 3024845"/>
                <a:gd name="connsiteY173" fmla="*/ 266138 h 927414"/>
                <a:gd name="connsiteX174" fmla="*/ 1039693 w 3024845"/>
                <a:gd name="connsiteY174" fmla="*/ 266138 h 927414"/>
                <a:gd name="connsiteX175" fmla="*/ 1039693 w 3024845"/>
                <a:gd name="connsiteY175" fmla="*/ 265057 h 927414"/>
                <a:gd name="connsiteX176" fmla="*/ 1039693 w 3024845"/>
                <a:gd name="connsiteY176" fmla="*/ 257491 h 927414"/>
                <a:gd name="connsiteX177" fmla="*/ 1041466 w 3024845"/>
                <a:gd name="connsiteY177" fmla="*/ 257491 h 927414"/>
                <a:gd name="connsiteX178" fmla="*/ 1053880 w 3024845"/>
                <a:gd name="connsiteY178" fmla="*/ 257491 h 927414"/>
                <a:gd name="connsiteX179" fmla="*/ 1053880 w 3024845"/>
                <a:gd name="connsiteY179" fmla="*/ 258572 h 927414"/>
                <a:gd name="connsiteX180" fmla="*/ 1053880 w 3024845"/>
                <a:gd name="connsiteY180" fmla="*/ 266138 h 927414"/>
                <a:gd name="connsiteX181" fmla="*/ 1054640 w 3024845"/>
                <a:gd name="connsiteY181" fmla="*/ 266138 h 927414"/>
                <a:gd name="connsiteX182" fmla="*/ 1059960 w 3024845"/>
                <a:gd name="connsiteY182" fmla="*/ 266138 h 927414"/>
                <a:gd name="connsiteX183" fmla="*/ 1070093 w 3024845"/>
                <a:gd name="connsiteY183" fmla="*/ 261814 h 927414"/>
                <a:gd name="connsiteX184" fmla="*/ 1074146 w 3024845"/>
                <a:gd name="connsiteY184" fmla="*/ 265057 h 927414"/>
                <a:gd name="connsiteX185" fmla="*/ 1074146 w 3024845"/>
                <a:gd name="connsiteY185" fmla="*/ 257491 h 927414"/>
                <a:gd name="connsiteX186" fmla="*/ 1076426 w 3024845"/>
                <a:gd name="connsiteY186" fmla="*/ 257491 h 927414"/>
                <a:gd name="connsiteX187" fmla="*/ 1092387 w 3024845"/>
                <a:gd name="connsiteY187" fmla="*/ 257491 h 927414"/>
                <a:gd name="connsiteX188" fmla="*/ 1092387 w 3024845"/>
                <a:gd name="connsiteY188" fmla="*/ 258572 h 927414"/>
                <a:gd name="connsiteX189" fmla="*/ 1092387 w 3024845"/>
                <a:gd name="connsiteY189" fmla="*/ 266138 h 927414"/>
                <a:gd name="connsiteX190" fmla="*/ 1122787 w 3024845"/>
                <a:gd name="connsiteY190" fmla="*/ 266138 h 927414"/>
                <a:gd name="connsiteX191" fmla="*/ 1122787 w 3024845"/>
                <a:gd name="connsiteY191" fmla="*/ 267759 h 927414"/>
                <a:gd name="connsiteX192" fmla="*/ 1122787 w 3024845"/>
                <a:gd name="connsiteY192" fmla="*/ 279109 h 927414"/>
                <a:gd name="connsiteX193" fmla="*/ 1149134 w 3024845"/>
                <a:gd name="connsiteY193" fmla="*/ 279109 h 927414"/>
                <a:gd name="connsiteX194" fmla="*/ 1149134 w 3024845"/>
                <a:gd name="connsiteY194" fmla="*/ 309373 h 927414"/>
                <a:gd name="connsiteX195" fmla="*/ 1149894 w 3024845"/>
                <a:gd name="connsiteY195" fmla="*/ 309373 h 927414"/>
                <a:gd name="connsiteX196" fmla="*/ 1155214 w 3024845"/>
                <a:gd name="connsiteY196" fmla="*/ 309373 h 927414"/>
                <a:gd name="connsiteX197" fmla="*/ 1155214 w 3024845"/>
                <a:gd name="connsiteY197" fmla="*/ 310454 h 927414"/>
                <a:gd name="connsiteX198" fmla="*/ 1155214 w 3024845"/>
                <a:gd name="connsiteY198" fmla="*/ 318021 h 927414"/>
                <a:gd name="connsiteX199" fmla="*/ 1159268 w 3024845"/>
                <a:gd name="connsiteY199" fmla="*/ 348285 h 927414"/>
                <a:gd name="connsiteX200" fmla="*/ 1160028 w 3024845"/>
                <a:gd name="connsiteY200" fmla="*/ 348285 h 927414"/>
                <a:gd name="connsiteX201" fmla="*/ 1165348 w 3024845"/>
                <a:gd name="connsiteY201" fmla="*/ 348285 h 927414"/>
                <a:gd name="connsiteX202" fmla="*/ 1165348 w 3024845"/>
                <a:gd name="connsiteY202" fmla="*/ 349096 h 927414"/>
                <a:gd name="connsiteX203" fmla="*/ 1165348 w 3024845"/>
                <a:gd name="connsiteY203" fmla="*/ 354771 h 927414"/>
                <a:gd name="connsiteX204" fmla="*/ 1166361 w 3024845"/>
                <a:gd name="connsiteY204" fmla="*/ 354771 h 927414"/>
                <a:gd name="connsiteX205" fmla="*/ 1173454 w 3024845"/>
                <a:gd name="connsiteY205" fmla="*/ 354771 h 927414"/>
                <a:gd name="connsiteX206" fmla="*/ 1173454 w 3024845"/>
                <a:gd name="connsiteY206" fmla="*/ 385036 h 927414"/>
                <a:gd name="connsiteX207" fmla="*/ 1175481 w 3024845"/>
                <a:gd name="connsiteY207" fmla="*/ 385036 h 927414"/>
                <a:gd name="connsiteX208" fmla="*/ 1189668 w 3024845"/>
                <a:gd name="connsiteY208" fmla="*/ 385036 h 927414"/>
                <a:gd name="connsiteX209" fmla="*/ 1189668 w 3024845"/>
                <a:gd name="connsiteY209" fmla="*/ 408815 h 927414"/>
                <a:gd name="connsiteX210" fmla="*/ 1191695 w 3024845"/>
                <a:gd name="connsiteY210" fmla="*/ 410436 h 927414"/>
                <a:gd name="connsiteX211" fmla="*/ 1191695 w 3024845"/>
                <a:gd name="connsiteY211" fmla="*/ 421786 h 927414"/>
                <a:gd name="connsiteX212" fmla="*/ 1192455 w 3024845"/>
                <a:gd name="connsiteY212" fmla="*/ 421786 h 927414"/>
                <a:gd name="connsiteX213" fmla="*/ 1197775 w 3024845"/>
                <a:gd name="connsiteY213" fmla="*/ 421786 h 927414"/>
                <a:gd name="connsiteX214" fmla="*/ 1197775 w 3024845"/>
                <a:gd name="connsiteY214" fmla="*/ 445565 h 927414"/>
                <a:gd name="connsiteX215" fmla="*/ 1199041 w 3024845"/>
                <a:gd name="connsiteY215" fmla="*/ 445565 h 927414"/>
                <a:gd name="connsiteX216" fmla="*/ 1207908 w 3024845"/>
                <a:gd name="connsiteY216" fmla="*/ 445565 h 927414"/>
                <a:gd name="connsiteX217" fmla="*/ 1209935 w 3024845"/>
                <a:gd name="connsiteY217" fmla="*/ 449619 h 927414"/>
                <a:gd name="connsiteX218" fmla="*/ 1209935 w 3024845"/>
                <a:gd name="connsiteY218" fmla="*/ 462860 h 927414"/>
                <a:gd name="connsiteX219" fmla="*/ 1211455 w 3024845"/>
                <a:gd name="connsiteY219" fmla="*/ 460968 h 927414"/>
                <a:gd name="connsiteX220" fmla="*/ 1222095 w 3024845"/>
                <a:gd name="connsiteY220" fmla="*/ 447727 h 927414"/>
                <a:gd name="connsiteX221" fmla="*/ 1250469 w 3024845"/>
                <a:gd name="connsiteY221" fmla="*/ 447727 h 927414"/>
                <a:gd name="connsiteX222" fmla="*/ 1250469 w 3024845"/>
                <a:gd name="connsiteY222" fmla="*/ 534198 h 927414"/>
                <a:gd name="connsiteX223" fmla="*/ 1251229 w 3024845"/>
                <a:gd name="connsiteY223" fmla="*/ 534198 h 927414"/>
                <a:gd name="connsiteX224" fmla="*/ 1256549 w 3024845"/>
                <a:gd name="connsiteY224" fmla="*/ 534198 h 927414"/>
                <a:gd name="connsiteX225" fmla="*/ 1257309 w 3024845"/>
                <a:gd name="connsiteY225" fmla="*/ 532847 h 927414"/>
                <a:gd name="connsiteX226" fmla="*/ 1262629 w 3024845"/>
                <a:gd name="connsiteY226" fmla="*/ 523389 h 927414"/>
                <a:gd name="connsiteX227" fmla="*/ 1262629 w 3024845"/>
                <a:gd name="connsiteY227" fmla="*/ 525281 h 927414"/>
                <a:gd name="connsiteX228" fmla="*/ 1262629 w 3024845"/>
                <a:gd name="connsiteY228" fmla="*/ 538522 h 927414"/>
                <a:gd name="connsiteX229" fmla="*/ 1266682 w 3024845"/>
                <a:gd name="connsiteY229" fmla="*/ 493125 h 927414"/>
                <a:gd name="connsiteX230" fmla="*/ 1267442 w 3024845"/>
                <a:gd name="connsiteY230" fmla="*/ 493125 h 927414"/>
                <a:gd name="connsiteX231" fmla="*/ 1272762 w 3024845"/>
                <a:gd name="connsiteY231" fmla="*/ 493125 h 927414"/>
                <a:gd name="connsiteX232" fmla="*/ 1272762 w 3024845"/>
                <a:gd name="connsiteY232" fmla="*/ 428271 h 927414"/>
                <a:gd name="connsiteX233" fmla="*/ 1273776 w 3024845"/>
                <a:gd name="connsiteY233" fmla="*/ 428271 h 927414"/>
                <a:gd name="connsiteX234" fmla="*/ 1280869 w 3024845"/>
                <a:gd name="connsiteY234" fmla="*/ 428271 h 927414"/>
                <a:gd name="connsiteX235" fmla="*/ 1293029 w 3024845"/>
                <a:gd name="connsiteY235" fmla="*/ 385036 h 927414"/>
                <a:gd name="connsiteX236" fmla="*/ 1294296 w 3024845"/>
                <a:gd name="connsiteY236" fmla="*/ 385036 h 927414"/>
                <a:gd name="connsiteX237" fmla="*/ 1303163 w 3024845"/>
                <a:gd name="connsiteY237" fmla="*/ 385036 h 927414"/>
                <a:gd name="connsiteX238" fmla="*/ 1313296 w 3024845"/>
                <a:gd name="connsiteY238" fmla="*/ 428271 h 927414"/>
                <a:gd name="connsiteX239" fmla="*/ 1314309 w 3024845"/>
                <a:gd name="connsiteY239" fmla="*/ 428271 h 927414"/>
                <a:gd name="connsiteX240" fmla="*/ 1321403 w 3024845"/>
                <a:gd name="connsiteY240" fmla="*/ 428271 h 927414"/>
                <a:gd name="connsiteX241" fmla="*/ 1321403 w 3024845"/>
                <a:gd name="connsiteY241" fmla="*/ 467183 h 927414"/>
                <a:gd name="connsiteX242" fmla="*/ 1323176 w 3024845"/>
                <a:gd name="connsiteY242" fmla="*/ 467183 h 927414"/>
                <a:gd name="connsiteX243" fmla="*/ 1335590 w 3024845"/>
                <a:gd name="connsiteY243" fmla="*/ 467183 h 927414"/>
                <a:gd name="connsiteX244" fmla="*/ 1335590 w 3024845"/>
                <a:gd name="connsiteY244" fmla="*/ 469345 h 927414"/>
                <a:gd name="connsiteX245" fmla="*/ 1335590 w 3024845"/>
                <a:gd name="connsiteY245" fmla="*/ 484477 h 927414"/>
                <a:gd name="connsiteX246" fmla="*/ 1339643 w 3024845"/>
                <a:gd name="connsiteY246" fmla="*/ 482316 h 927414"/>
                <a:gd name="connsiteX247" fmla="*/ 1339643 w 3024845"/>
                <a:gd name="connsiteY247" fmla="*/ 467183 h 927414"/>
                <a:gd name="connsiteX248" fmla="*/ 1341163 w 3024845"/>
                <a:gd name="connsiteY248" fmla="*/ 467183 h 927414"/>
                <a:gd name="connsiteX249" fmla="*/ 1351803 w 3024845"/>
                <a:gd name="connsiteY249" fmla="*/ 467183 h 927414"/>
                <a:gd name="connsiteX250" fmla="*/ 1351803 w 3024845"/>
                <a:gd name="connsiteY250" fmla="*/ 468804 h 927414"/>
                <a:gd name="connsiteX251" fmla="*/ 1351803 w 3024845"/>
                <a:gd name="connsiteY251" fmla="*/ 480154 h 927414"/>
                <a:gd name="connsiteX252" fmla="*/ 1382204 w 3024845"/>
                <a:gd name="connsiteY252" fmla="*/ 480154 h 927414"/>
                <a:gd name="connsiteX253" fmla="*/ 1382204 w 3024845"/>
                <a:gd name="connsiteY253" fmla="*/ 443404 h 927414"/>
                <a:gd name="connsiteX254" fmla="*/ 1383470 w 3024845"/>
                <a:gd name="connsiteY254" fmla="*/ 443404 h 927414"/>
                <a:gd name="connsiteX255" fmla="*/ 1392337 w 3024845"/>
                <a:gd name="connsiteY255" fmla="*/ 443404 h 927414"/>
                <a:gd name="connsiteX256" fmla="*/ 1392337 w 3024845"/>
                <a:gd name="connsiteY256" fmla="*/ 465021 h 927414"/>
                <a:gd name="connsiteX257" fmla="*/ 1394364 w 3024845"/>
                <a:gd name="connsiteY257" fmla="*/ 432595 h 927414"/>
                <a:gd name="connsiteX258" fmla="*/ 1416657 w 3024845"/>
                <a:gd name="connsiteY258" fmla="*/ 432595 h 927414"/>
                <a:gd name="connsiteX259" fmla="*/ 1416657 w 3024845"/>
                <a:gd name="connsiteY259" fmla="*/ 430973 h 927414"/>
                <a:gd name="connsiteX260" fmla="*/ 1416657 w 3024845"/>
                <a:gd name="connsiteY260" fmla="*/ 419624 h 927414"/>
                <a:gd name="connsiteX261" fmla="*/ 1417417 w 3024845"/>
                <a:gd name="connsiteY261" fmla="*/ 419624 h 927414"/>
                <a:gd name="connsiteX262" fmla="*/ 1422737 w 3024845"/>
                <a:gd name="connsiteY262" fmla="*/ 419624 h 927414"/>
                <a:gd name="connsiteX263" fmla="*/ 1422737 w 3024845"/>
                <a:gd name="connsiteY263" fmla="*/ 417733 h 927414"/>
                <a:gd name="connsiteX264" fmla="*/ 1422737 w 3024845"/>
                <a:gd name="connsiteY264" fmla="*/ 404492 h 927414"/>
                <a:gd name="connsiteX265" fmla="*/ 1426791 w 3024845"/>
                <a:gd name="connsiteY265" fmla="*/ 410977 h 927414"/>
                <a:gd name="connsiteX266" fmla="*/ 1429071 w 3024845"/>
                <a:gd name="connsiteY266" fmla="*/ 410977 h 927414"/>
                <a:gd name="connsiteX267" fmla="*/ 1445031 w 3024845"/>
                <a:gd name="connsiteY267" fmla="*/ 410977 h 927414"/>
                <a:gd name="connsiteX268" fmla="*/ 1445031 w 3024845"/>
                <a:gd name="connsiteY268" fmla="*/ 410166 h 927414"/>
                <a:gd name="connsiteX269" fmla="*/ 1445031 w 3024845"/>
                <a:gd name="connsiteY269" fmla="*/ 404492 h 927414"/>
                <a:gd name="connsiteX270" fmla="*/ 1445791 w 3024845"/>
                <a:gd name="connsiteY270" fmla="*/ 404492 h 927414"/>
                <a:gd name="connsiteX271" fmla="*/ 1451111 w 3024845"/>
                <a:gd name="connsiteY271" fmla="*/ 404492 h 927414"/>
                <a:gd name="connsiteX272" fmla="*/ 1451111 w 3024845"/>
                <a:gd name="connsiteY272" fmla="*/ 405843 h 927414"/>
                <a:gd name="connsiteX273" fmla="*/ 1451111 w 3024845"/>
                <a:gd name="connsiteY273" fmla="*/ 415301 h 927414"/>
                <a:gd name="connsiteX274" fmla="*/ 1489618 w 3024845"/>
                <a:gd name="connsiteY274" fmla="*/ 415301 h 927414"/>
                <a:gd name="connsiteX275" fmla="*/ 1489618 w 3024845"/>
                <a:gd name="connsiteY275" fmla="*/ 553654 h 927414"/>
                <a:gd name="connsiteX276" fmla="*/ 1491138 w 3024845"/>
                <a:gd name="connsiteY276" fmla="*/ 553654 h 927414"/>
                <a:gd name="connsiteX277" fmla="*/ 1501778 w 3024845"/>
                <a:gd name="connsiteY277" fmla="*/ 553654 h 927414"/>
                <a:gd name="connsiteX278" fmla="*/ 1501778 w 3024845"/>
                <a:gd name="connsiteY278" fmla="*/ 540684 h 927414"/>
                <a:gd name="connsiteX279" fmla="*/ 1505832 w 3024845"/>
                <a:gd name="connsiteY279" fmla="*/ 540684 h 927414"/>
                <a:gd name="connsiteX280" fmla="*/ 1505832 w 3024845"/>
                <a:gd name="connsiteY280" fmla="*/ 553654 h 927414"/>
                <a:gd name="connsiteX281" fmla="*/ 1536232 w 3024845"/>
                <a:gd name="connsiteY281" fmla="*/ 553654 h 927414"/>
                <a:gd name="connsiteX282" fmla="*/ 1536232 w 3024845"/>
                <a:gd name="connsiteY282" fmla="*/ 523389 h 927414"/>
                <a:gd name="connsiteX283" fmla="*/ 1548392 w 3024845"/>
                <a:gd name="connsiteY283" fmla="*/ 523389 h 927414"/>
                <a:gd name="connsiteX284" fmla="*/ 1560552 w 3024845"/>
                <a:gd name="connsiteY284" fmla="*/ 521228 h 927414"/>
                <a:gd name="connsiteX285" fmla="*/ 1564606 w 3024845"/>
                <a:gd name="connsiteY285" fmla="*/ 523389 h 927414"/>
                <a:gd name="connsiteX286" fmla="*/ 1574739 w 3024845"/>
                <a:gd name="connsiteY286" fmla="*/ 523389 h 927414"/>
                <a:gd name="connsiteX287" fmla="*/ 1574739 w 3024845"/>
                <a:gd name="connsiteY287" fmla="*/ 553654 h 927414"/>
                <a:gd name="connsiteX288" fmla="*/ 1582846 w 3024845"/>
                <a:gd name="connsiteY288" fmla="*/ 553654 h 927414"/>
                <a:gd name="connsiteX289" fmla="*/ 1582846 w 3024845"/>
                <a:gd name="connsiteY289" fmla="*/ 570949 h 927414"/>
                <a:gd name="connsiteX290" fmla="*/ 1592182 w 3024845"/>
                <a:gd name="connsiteY290" fmla="*/ 571854 h 927414"/>
                <a:gd name="connsiteX291" fmla="*/ 1605140 w 3024845"/>
                <a:gd name="connsiteY291" fmla="*/ 571854 h 927414"/>
                <a:gd name="connsiteX292" fmla="*/ 1605140 w 3024845"/>
                <a:gd name="connsiteY292" fmla="*/ 555816 h 927414"/>
                <a:gd name="connsiteX293" fmla="*/ 1673096 w 3024845"/>
                <a:gd name="connsiteY293" fmla="*/ 555816 h 927414"/>
                <a:gd name="connsiteX294" fmla="*/ 1673096 w 3024845"/>
                <a:gd name="connsiteY294" fmla="*/ 470563 h 927414"/>
                <a:gd name="connsiteX295" fmla="*/ 1745104 w 3024845"/>
                <a:gd name="connsiteY295" fmla="*/ 470563 h 927414"/>
                <a:gd name="connsiteX296" fmla="*/ 1745104 w 3024845"/>
                <a:gd name="connsiteY296" fmla="*/ 549331 h 927414"/>
                <a:gd name="connsiteX297" fmla="*/ 1747008 w 3024845"/>
                <a:gd name="connsiteY297" fmla="*/ 549331 h 927414"/>
                <a:gd name="connsiteX298" fmla="*/ 1748250 w 3024845"/>
                <a:gd name="connsiteY298" fmla="*/ 571854 h 927414"/>
                <a:gd name="connsiteX299" fmla="*/ 1757926 w 3024845"/>
                <a:gd name="connsiteY299" fmla="*/ 571854 h 927414"/>
                <a:gd name="connsiteX300" fmla="*/ 1759168 w 3024845"/>
                <a:gd name="connsiteY300" fmla="*/ 549331 h 927414"/>
                <a:gd name="connsiteX301" fmla="*/ 1765248 w 3024845"/>
                <a:gd name="connsiteY301" fmla="*/ 549331 h 927414"/>
                <a:gd name="connsiteX302" fmla="*/ 1766490 w 3024845"/>
                <a:gd name="connsiteY302" fmla="*/ 571854 h 927414"/>
                <a:gd name="connsiteX303" fmla="*/ 1817112 w 3024845"/>
                <a:gd name="connsiteY303" fmla="*/ 571854 h 927414"/>
                <a:gd name="connsiteX304" fmla="*/ 1817112 w 3024845"/>
                <a:gd name="connsiteY304" fmla="*/ 408826 h 927414"/>
                <a:gd name="connsiteX305" fmla="*/ 2014439 w 3024845"/>
                <a:gd name="connsiteY305" fmla="*/ 408826 h 927414"/>
                <a:gd name="connsiteX306" fmla="*/ 2014439 w 3024845"/>
                <a:gd name="connsiteY306" fmla="*/ 571854 h 927414"/>
                <a:gd name="connsiteX307" fmla="*/ 2033136 w 3024845"/>
                <a:gd name="connsiteY307" fmla="*/ 571854 h 927414"/>
                <a:gd name="connsiteX308" fmla="*/ 2033136 w 3024845"/>
                <a:gd name="connsiteY308" fmla="*/ 489161 h 927414"/>
                <a:gd name="connsiteX309" fmla="*/ 2128256 w 3024845"/>
                <a:gd name="connsiteY309" fmla="*/ 489161 h 927414"/>
                <a:gd name="connsiteX310" fmla="*/ 2146266 w 3024845"/>
                <a:gd name="connsiteY310" fmla="*/ 239 h 927414"/>
                <a:gd name="connsiteX311" fmla="*/ 2180720 w 3024845"/>
                <a:gd name="connsiteY311" fmla="*/ 423948 h 927414"/>
                <a:gd name="connsiteX312" fmla="*/ 2245574 w 3024845"/>
                <a:gd name="connsiteY312" fmla="*/ 423948 h 927414"/>
                <a:gd name="connsiteX313" fmla="*/ 2245574 w 3024845"/>
                <a:gd name="connsiteY313" fmla="*/ 499610 h 927414"/>
                <a:gd name="connsiteX314" fmla="*/ 2253681 w 3024845"/>
                <a:gd name="connsiteY314" fmla="*/ 499610 h 927414"/>
                <a:gd name="connsiteX315" fmla="*/ 2255708 w 3024845"/>
                <a:gd name="connsiteY315" fmla="*/ 493125 h 927414"/>
                <a:gd name="connsiteX316" fmla="*/ 2261788 w 3024845"/>
                <a:gd name="connsiteY316" fmla="*/ 493125 h 927414"/>
                <a:gd name="connsiteX317" fmla="*/ 2263815 w 3024845"/>
                <a:gd name="connsiteY317" fmla="*/ 501772 h 927414"/>
                <a:gd name="connsiteX318" fmla="*/ 2275975 w 3024845"/>
                <a:gd name="connsiteY318" fmla="*/ 501772 h 927414"/>
                <a:gd name="connsiteX319" fmla="*/ 2275975 w 3024845"/>
                <a:gd name="connsiteY319" fmla="*/ 495286 h 927414"/>
                <a:gd name="connsiteX320" fmla="*/ 2298268 w 3024845"/>
                <a:gd name="connsiteY320" fmla="*/ 495286 h 927414"/>
                <a:gd name="connsiteX321" fmla="*/ 2298268 w 3024845"/>
                <a:gd name="connsiteY321" fmla="*/ 501772 h 927414"/>
                <a:gd name="connsiteX322" fmla="*/ 2318535 w 3024845"/>
                <a:gd name="connsiteY322" fmla="*/ 501772 h 927414"/>
                <a:gd name="connsiteX323" fmla="*/ 2318535 w 3024845"/>
                <a:gd name="connsiteY323" fmla="*/ 547169 h 927414"/>
                <a:gd name="connsiteX324" fmla="*/ 2332722 w 3024845"/>
                <a:gd name="connsiteY324" fmla="*/ 547169 h 927414"/>
                <a:gd name="connsiteX325" fmla="*/ 2332722 w 3024845"/>
                <a:gd name="connsiteY325" fmla="*/ 534198 h 927414"/>
                <a:gd name="connsiteX326" fmla="*/ 2348936 w 3024845"/>
                <a:gd name="connsiteY326" fmla="*/ 534198 h 927414"/>
                <a:gd name="connsiteX327" fmla="*/ 2348936 w 3024845"/>
                <a:gd name="connsiteY327" fmla="*/ 354771 h 927414"/>
                <a:gd name="connsiteX328" fmla="*/ 2355016 w 3024845"/>
                <a:gd name="connsiteY328" fmla="*/ 348285 h 927414"/>
                <a:gd name="connsiteX329" fmla="*/ 2427977 w 3024845"/>
                <a:gd name="connsiteY329" fmla="*/ 348285 h 927414"/>
                <a:gd name="connsiteX330" fmla="*/ 2427977 w 3024845"/>
                <a:gd name="connsiteY330" fmla="*/ 356933 h 927414"/>
                <a:gd name="connsiteX331" fmla="*/ 2438110 w 3024845"/>
                <a:gd name="connsiteY331" fmla="*/ 356933 h 927414"/>
                <a:gd name="connsiteX332" fmla="*/ 2438110 w 3024845"/>
                <a:gd name="connsiteY332" fmla="*/ 471507 h 927414"/>
                <a:gd name="connsiteX333" fmla="*/ 2460404 w 3024845"/>
                <a:gd name="connsiteY333" fmla="*/ 471507 h 927414"/>
                <a:gd name="connsiteX334" fmla="*/ 2460404 w 3024845"/>
                <a:gd name="connsiteY334" fmla="*/ 404492 h 927414"/>
                <a:gd name="connsiteX335" fmla="*/ 2486751 w 3024845"/>
                <a:gd name="connsiteY335" fmla="*/ 404492 h 927414"/>
                <a:gd name="connsiteX336" fmla="*/ 2490804 w 3024845"/>
                <a:gd name="connsiteY336" fmla="*/ 400168 h 927414"/>
                <a:gd name="connsiteX337" fmla="*/ 2498911 w 3024845"/>
                <a:gd name="connsiteY337" fmla="*/ 400168 h 927414"/>
                <a:gd name="connsiteX338" fmla="*/ 2502964 w 3024845"/>
                <a:gd name="connsiteY338" fmla="*/ 404492 h 927414"/>
                <a:gd name="connsiteX339" fmla="*/ 2525258 w 3024845"/>
                <a:gd name="connsiteY339" fmla="*/ 404492 h 927414"/>
                <a:gd name="connsiteX340" fmla="*/ 2525258 w 3024845"/>
                <a:gd name="connsiteY340" fmla="*/ 287756 h 927414"/>
                <a:gd name="connsiteX341" fmla="*/ 2582005 w 3024845"/>
                <a:gd name="connsiteY341" fmla="*/ 276947 h 927414"/>
                <a:gd name="connsiteX342" fmla="*/ 2582005 w 3024845"/>
                <a:gd name="connsiteY342" fmla="*/ 278028 h 927414"/>
                <a:gd name="connsiteX343" fmla="*/ 2582005 w 3024845"/>
                <a:gd name="connsiteY343" fmla="*/ 285594 h 927414"/>
                <a:gd name="connsiteX344" fmla="*/ 2608352 w 3024845"/>
                <a:gd name="connsiteY344" fmla="*/ 285594 h 927414"/>
                <a:gd name="connsiteX345" fmla="*/ 2608352 w 3024845"/>
                <a:gd name="connsiteY345" fmla="*/ 540684 h 927414"/>
                <a:gd name="connsiteX346" fmla="*/ 2630646 w 3024845"/>
                <a:gd name="connsiteY346" fmla="*/ 540684 h 927414"/>
                <a:gd name="connsiteX347" fmla="*/ 2630646 w 3024845"/>
                <a:gd name="connsiteY347" fmla="*/ 536360 h 927414"/>
                <a:gd name="connsiteX348" fmla="*/ 2642806 w 3024845"/>
                <a:gd name="connsiteY348" fmla="*/ 536360 h 927414"/>
                <a:gd name="connsiteX349" fmla="*/ 2642806 w 3024845"/>
                <a:gd name="connsiteY349" fmla="*/ 540684 h 927414"/>
                <a:gd name="connsiteX350" fmla="*/ 2667126 w 3024845"/>
                <a:gd name="connsiteY350" fmla="*/ 540684 h 927414"/>
                <a:gd name="connsiteX351" fmla="*/ 2667126 w 3024845"/>
                <a:gd name="connsiteY351" fmla="*/ 527713 h 927414"/>
                <a:gd name="connsiteX352" fmla="*/ 2695500 w 3024845"/>
                <a:gd name="connsiteY352" fmla="*/ 527713 h 927414"/>
                <a:gd name="connsiteX353" fmla="*/ 2707660 w 3024845"/>
                <a:gd name="connsiteY353" fmla="*/ 523389 h 927414"/>
                <a:gd name="connsiteX354" fmla="*/ 2727927 w 3024845"/>
                <a:gd name="connsiteY354" fmla="*/ 527713 h 927414"/>
                <a:gd name="connsiteX355" fmla="*/ 2727927 w 3024845"/>
                <a:gd name="connsiteY355" fmla="*/ 510419 h 927414"/>
                <a:gd name="connsiteX356" fmla="*/ 2736034 w 3024845"/>
                <a:gd name="connsiteY356" fmla="*/ 510419 h 927414"/>
                <a:gd name="connsiteX357" fmla="*/ 2736034 w 3024845"/>
                <a:gd name="connsiteY357" fmla="*/ 497448 h 927414"/>
                <a:gd name="connsiteX358" fmla="*/ 2792781 w 3024845"/>
                <a:gd name="connsiteY358" fmla="*/ 497448 h 927414"/>
                <a:gd name="connsiteX359" fmla="*/ 2792781 w 3024845"/>
                <a:gd name="connsiteY359" fmla="*/ 467183 h 927414"/>
                <a:gd name="connsiteX360" fmla="*/ 2811021 w 3024845"/>
                <a:gd name="connsiteY360" fmla="*/ 467183 h 927414"/>
                <a:gd name="connsiteX361" fmla="*/ 2811021 w 3024845"/>
                <a:gd name="connsiteY361" fmla="*/ 460698 h 927414"/>
                <a:gd name="connsiteX362" fmla="*/ 2823181 w 3024845"/>
                <a:gd name="connsiteY362" fmla="*/ 460698 h 927414"/>
                <a:gd name="connsiteX363" fmla="*/ 2823181 w 3024845"/>
                <a:gd name="connsiteY363" fmla="*/ 467183 h 927414"/>
                <a:gd name="connsiteX364" fmla="*/ 2839395 w 3024845"/>
                <a:gd name="connsiteY364" fmla="*/ 467183 h 927414"/>
                <a:gd name="connsiteX365" fmla="*/ 2839395 w 3024845"/>
                <a:gd name="connsiteY365" fmla="*/ 516904 h 927414"/>
                <a:gd name="connsiteX366" fmla="*/ 2871822 w 3024845"/>
                <a:gd name="connsiteY366" fmla="*/ 516904 h 927414"/>
                <a:gd name="connsiteX367" fmla="*/ 2871822 w 3024845"/>
                <a:gd name="connsiteY367" fmla="*/ 490963 h 927414"/>
                <a:gd name="connsiteX368" fmla="*/ 2910329 w 3024845"/>
                <a:gd name="connsiteY368" fmla="*/ 490963 h 927414"/>
                <a:gd name="connsiteX369" fmla="*/ 2910329 w 3024845"/>
                <a:gd name="connsiteY369" fmla="*/ 460698 h 927414"/>
                <a:gd name="connsiteX370" fmla="*/ 2958970 w 3024845"/>
                <a:gd name="connsiteY370" fmla="*/ 460698 h 927414"/>
                <a:gd name="connsiteX371" fmla="*/ 2958970 w 3024845"/>
                <a:gd name="connsiteY371" fmla="*/ 571854 h 927414"/>
                <a:gd name="connsiteX372" fmla="*/ 2958970 w 3024845"/>
                <a:gd name="connsiteY372" fmla="*/ 585633 h 927414"/>
                <a:gd name="connsiteX373" fmla="*/ 3024845 w 3024845"/>
                <a:gd name="connsiteY373" fmla="*/ 585633 h 927414"/>
                <a:gd name="connsiteX374" fmla="*/ 3024845 w 3024845"/>
                <a:gd name="connsiteY374" fmla="*/ 927414 h 927414"/>
                <a:gd name="connsiteX375" fmla="*/ 2054 w 3024845"/>
                <a:gd name="connsiteY375" fmla="*/ 925081 h 927414"/>
                <a:gd name="connsiteX376" fmla="*/ 0 w 3024845"/>
                <a:gd name="connsiteY376" fmla="*/ 490963 h 927414"/>
                <a:gd name="connsiteX377" fmla="*/ 20267 w 3024845"/>
                <a:gd name="connsiteY377" fmla="*/ 490963 h 927414"/>
                <a:gd name="connsiteX378" fmla="*/ 20774 w 3024845"/>
                <a:gd name="connsiteY378" fmla="*/ 489882 h 927414"/>
                <a:gd name="connsiteX379" fmla="*/ 24320 w 3024845"/>
                <a:gd name="connsiteY379" fmla="*/ 482316 h 927414"/>
                <a:gd name="connsiteX380" fmla="*/ 26094 w 3024845"/>
                <a:gd name="connsiteY380" fmla="*/ 482586 h 927414"/>
                <a:gd name="connsiteX381" fmla="*/ 38507 w 3024845"/>
                <a:gd name="connsiteY381" fmla="*/ 484477 h 927414"/>
                <a:gd name="connsiteX382" fmla="*/ 39014 w 3024845"/>
                <a:gd name="connsiteY382" fmla="*/ 485829 h 927414"/>
                <a:gd name="connsiteX383" fmla="*/ 42560 w 3024845"/>
                <a:gd name="connsiteY383" fmla="*/ 495286 h 927414"/>
                <a:gd name="connsiteX384" fmla="*/ 68907 w 3024845"/>
                <a:gd name="connsiteY384" fmla="*/ 497448 h 927414"/>
                <a:gd name="connsiteX385" fmla="*/ 68907 w 3024845"/>
                <a:gd name="connsiteY385" fmla="*/ 374227 h 927414"/>
                <a:gd name="connsiteX386" fmla="*/ 70934 w 3024845"/>
                <a:gd name="connsiteY386" fmla="*/ 374227 h 927414"/>
                <a:gd name="connsiteX387" fmla="*/ 85121 w 3024845"/>
                <a:gd name="connsiteY387" fmla="*/ 374227 h 927414"/>
                <a:gd name="connsiteX388" fmla="*/ 85121 w 3024845"/>
                <a:gd name="connsiteY388" fmla="*/ 238035 h 927414"/>
                <a:gd name="connsiteX389" fmla="*/ 86894 w 3024845"/>
                <a:gd name="connsiteY389" fmla="*/ 238035 h 927414"/>
                <a:gd name="connsiteX390" fmla="*/ 99308 w 3024845"/>
                <a:gd name="connsiteY390" fmla="*/ 238035 h 927414"/>
                <a:gd name="connsiteX391" fmla="*/ 99308 w 3024845"/>
                <a:gd name="connsiteY391" fmla="*/ 123461 h 927414"/>
                <a:gd name="connsiteX392" fmla="*/ 103361 w 3024845"/>
                <a:gd name="connsiteY392" fmla="*/ 95357 h 927414"/>
                <a:gd name="connsiteX393" fmla="*/ 105388 w 3024845"/>
                <a:gd name="connsiteY393" fmla="*/ 95357 h 927414"/>
                <a:gd name="connsiteX394" fmla="*/ 119575 w 3024845"/>
                <a:gd name="connsiteY394" fmla="*/ 95357 h 927414"/>
                <a:gd name="connsiteX0" fmla="*/ 119575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393" fmla="*/ 119575 w 3024845"/>
                <a:gd name="connsiteY393" fmla="*/ 2161 h 834218"/>
                <a:gd name="connsiteX0" fmla="*/ 105388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392" fmla="*/ 105388 w 3024845"/>
                <a:gd name="connsiteY392"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17363 w 3024845"/>
                <a:gd name="connsiteY5" fmla="*/ 24590 h 834218"/>
                <a:gd name="connsiteX6" fmla="*/ 220909 w 3024845"/>
                <a:gd name="connsiteY6" fmla="*/ 30265 h 834218"/>
                <a:gd name="connsiteX7" fmla="*/ 220909 w 3024845"/>
                <a:gd name="connsiteY7" fmla="*/ 144839 h 834218"/>
                <a:gd name="connsiteX8" fmla="*/ 223189 w 3024845"/>
                <a:gd name="connsiteY8" fmla="*/ 144839 h 834218"/>
                <a:gd name="connsiteX9" fmla="*/ 239150 w 3024845"/>
                <a:gd name="connsiteY9" fmla="*/ 144839 h 834218"/>
                <a:gd name="connsiteX10" fmla="*/ 239150 w 3024845"/>
                <a:gd name="connsiteY10" fmla="*/ 285354 h 834218"/>
                <a:gd name="connsiteX11" fmla="*/ 240670 w 3024845"/>
                <a:gd name="connsiteY11" fmla="*/ 285084 h 834218"/>
                <a:gd name="connsiteX12" fmla="*/ 251310 w 3024845"/>
                <a:gd name="connsiteY12" fmla="*/ 283193 h 834218"/>
                <a:gd name="connsiteX13" fmla="*/ 249283 w 3024845"/>
                <a:gd name="connsiteY13" fmla="*/ 371825 h 834218"/>
                <a:gd name="connsiteX14" fmla="*/ 250803 w 3024845"/>
                <a:gd name="connsiteY14" fmla="*/ 372096 h 834218"/>
                <a:gd name="connsiteX15" fmla="*/ 261443 w 3024845"/>
                <a:gd name="connsiteY15" fmla="*/ 373987 h 834218"/>
                <a:gd name="connsiteX16" fmla="*/ 261696 w 3024845"/>
                <a:gd name="connsiteY16" fmla="*/ 374798 h 834218"/>
                <a:gd name="connsiteX17" fmla="*/ 263470 w 3024845"/>
                <a:gd name="connsiteY17" fmla="*/ 380473 h 834218"/>
                <a:gd name="connsiteX18" fmla="*/ 264230 w 3024845"/>
                <a:gd name="connsiteY18" fmla="*/ 378041 h 834218"/>
                <a:gd name="connsiteX19" fmla="*/ 269550 w 3024845"/>
                <a:gd name="connsiteY19" fmla="*/ 361017 h 834218"/>
                <a:gd name="connsiteX20" fmla="*/ 271323 w 3024845"/>
                <a:gd name="connsiteY20" fmla="*/ 361017 h 834218"/>
                <a:gd name="connsiteX21" fmla="*/ 283737 w 3024845"/>
                <a:gd name="connsiteY21" fmla="*/ 361017 h 834218"/>
                <a:gd name="connsiteX22" fmla="*/ 283737 w 3024845"/>
                <a:gd name="connsiteY22" fmla="*/ 393443 h 834218"/>
                <a:gd name="connsiteX23" fmla="*/ 284750 w 3024845"/>
                <a:gd name="connsiteY23" fmla="*/ 393984 h 834218"/>
                <a:gd name="connsiteX24" fmla="*/ 291844 w 3024845"/>
                <a:gd name="connsiteY24" fmla="*/ 397767 h 834218"/>
                <a:gd name="connsiteX25" fmla="*/ 291844 w 3024845"/>
                <a:gd name="connsiteY25" fmla="*/ 399118 h 834218"/>
                <a:gd name="connsiteX26" fmla="*/ 291844 w 3024845"/>
                <a:gd name="connsiteY26" fmla="*/ 408576 h 834218"/>
                <a:gd name="connsiteX27" fmla="*/ 336431 w 3024845"/>
                <a:gd name="connsiteY27" fmla="*/ 408576 h 834218"/>
                <a:gd name="connsiteX28" fmla="*/ 336431 w 3024845"/>
                <a:gd name="connsiteY28" fmla="*/ 409657 h 834218"/>
                <a:gd name="connsiteX29" fmla="*/ 336431 w 3024845"/>
                <a:gd name="connsiteY29" fmla="*/ 417223 h 834218"/>
                <a:gd name="connsiteX30" fmla="*/ 338457 w 3024845"/>
                <a:gd name="connsiteY30" fmla="*/ 417223 h 834218"/>
                <a:gd name="connsiteX31" fmla="*/ 352644 w 3024845"/>
                <a:gd name="connsiteY31" fmla="*/ 417223 h 834218"/>
                <a:gd name="connsiteX32" fmla="*/ 352644 w 3024845"/>
                <a:gd name="connsiteY32" fmla="*/ 386958 h 834218"/>
                <a:gd name="connsiteX33" fmla="*/ 397231 w 3024845"/>
                <a:gd name="connsiteY33" fmla="*/ 386958 h 834218"/>
                <a:gd name="connsiteX34" fmla="*/ 397231 w 3024845"/>
                <a:gd name="connsiteY34" fmla="*/ 385607 h 834218"/>
                <a:gd name="connsiteX35" fmla="*/ 397231 w 3024845"/>
                <a:gd name="connsiteY35" fmla="*/ 376149 h 834218"/>
                <a:gd name="connsiteX36" fmla="*/ 398245 w 3024845"/>
                <a:gd name="connsiteY36" fmla="*/ 376149 h 834218"/>
                <a:gd name="connsiteX37" fmla="*/ 405338 w 3024845"/>
                <a:gd name="connsiteY37" fmla="*/ 376149 h 834218"/>
                <a:gd name="connsiteX38" fmla="*/ 405338 w 3024845"/>
                <a:gd name="connsiteY38" fmla="*/ 374258 h 834218"/>
                <a:gd name="connsiteX39" fmla="*/ 405338 w 3024845"/>
                <a:gd name="connsiteY39" fmla="*/ 361017 h 834218"/>
                <a:gd name="connsiteX40" fmla="*/ 406098 w 3024845"/>
                <a:gd name="connsiteY40" fmla="*/ 361017 h 834218"/>
                <a:gd name="connsiteX41" fmla="*/ 411418 w 3024845"/>
                <a:gd name="connsiteY41" fmla="*/ 361017 h 834218"/>
                <a:gd name="connsiteX42" fmla="*/ 411418 w 3024845"/>
                <a:gd name="connsiteY42" fmla="*/ 359936 h 834218"/>
                <a:gd name="connsiteX43" fmla="*/ 411418 w 3024845"/>
                <a:gd name="connsiteY43" fmla="*/ 352369 h 834218"/>
                <a:gd name="connsiteX44" fmla="*/ 413445 w 3024845"/>
                <a:gd name="connsiteY44" fmla="*/ 352369 h 834218"/>
                <a:gd name="connsiteX45" fmla="*/ 427632 w 3024845"/>
                <a:gd name="connsiteY45" fmla="*/ 352369 h 834218"/>
                <a:gd name="connsiteX46" fmla="*/ 427632 w 3024845"/>
                <a:gd name="connsiteY46" fmla="*/ 353450 h 834218"/>
                <a:gd name="connsiteX47" fmla="*/ 427632 w 3024845"/>
                <a:gd name="connsiteY47" fmla="*/ 361017 h 834218"/>
                <a:gd name="connsiteX48" fmla="*/ 449925 w 3024845"/>
                <a:gd name="connsiteY48" fmla="*/ 361017 h 834218"/>
                <a:gd name="connsiteX49" fmla="*/ 449925 w 3024845"/>
                <a:gd name="connsiteY49" fmla="*/ 359125 h 834218"/>
                <a:gd name="connsiteX50" fmla="*/ 449925 w 3024845"/>
                <a:gd name="connsiteY50" fmla="*/ 345884 h 834218"/>
                <a:gd name="connsiteX51" fmla="*/ 451699 w 3024845"/>
                <a:gd name="connsiteY51" fmla="*/ 345884 h 834218"/>
                <a:gd name="connsiteX52" fmla="*/ 464112 w 3024845"/>
                <a:gd name="connsiteY52" fmla="*/ 345884 h 834218"/>
                <a:gd name="connsiteX53" fmla="*/ 464112 w 3024845"/>
                <a:gd name="connsiteY53" fmla="*/ 369664 h 834218"/>
                <a:gd name="connsiteX54" fmla="*/ 465126 w 3024845"/>
                <a:gd name="connsiteY54" fmla="*/ 369664 h 834218"/>
                <a:gd name="connsiteX55" fmla="*/ 472219 w 3024845"/>
                <a:gd name="connsiteY55" fmla="*/ 369664 h 834218"/>
                <a:gd name="connsiteX56" fmla="*/ 472219 w 3024845"/>
                <a:gd name="connsiteY56" fmla="*/ 368583 h 834218"/>
                <a:gd name="connsiteX57" fmla="*/ 472219 w 3024845"/>
                <a:gd name="connsiteY57" fmla="*/ 361017 h 834218"/>
                <a:gd name="connsiteX58" fmla="*/ 473992 w 3024845"/>
                <a:gd name="connsiteY58" fmla="*/ 361017 h 834218"/>
                <a:gd name="connsiteX59" fmla="*/ 486406 w 3024845"/>
                <a:gd name="connsiteY59" fmla="*/ 361017 h 834218"/>
                <a:gd name="connsiteX60" fmla="*/ 486406 w 3024845"/>
                <a:gd name="connsiteY60" fmla="*/ 386958 h 834218"/>
                <a:gd name="connsiteX61" fmla="*/ 488433 w 3024845"/>
                <a:gd name="connsiteY61" fmla="*/ 386958 h 834218"/>
                <a:gd name="connsiteX62" fmla="*/ 502619 w 3024845"/>
                <a:gd name="connsiteY62" fmla="*/ 386958 h 834218"/>
                <a:gd name="connsiteX63" fmla="*/ 502619 w 3024845"/>
                <a:gd name="connsiteY63" fmla="*/ 388579 h 834218"/>
                <a:gd name="connsiteX64" fmla="*/ 502619 w 3024845"/>
                <a:gd name="connsiteY64" fmla="*/ 399929 h 834218"/>
                <a:gd name="connsiteX65" fmla="*/ 503379 w 3024845"/>
                <a:gd name="connsiteY65" fmla="*/ 399929 h 834218"/>
                <a:gd name="connsiteX66" fmla="*/ 508700 w 3024845"/>
                <a:gd name="connsiteY66" fmla="*/ 399929 h 834218"/>
                <a:gd name="connsiteX67" fmla="*/ 508700 w 3024845"/>
                <a:gd name="connsiteY67" fmla="*/ 399118 h 834218"/>
                <a:gd name="connsiteX68" fmla="*/ 508700 w 3024845"/>
                <a:gd name="connsiteY68" fmla="*/ 393443 h 834218"/>
                <a:gd name="connsiteX69" fmla="*/ 539100 w 3024845"/>
                <a:gd name="connsiteY69" fmla="*/ 393443 h 834218"/>
                <a:gd name="connsiteX70" fmla="*/ 539100 w 3024845"/>
                <a:gd name="connsiteY70" fmla="*/ 417223 h 834218"/>
                <a:gd name="connsiteX71" fmla="*/ 540113 w 3024845"/>
                <a:gd name="connsiteY71" fmla="*/ 417223 h 834218"/>
                <a:gd name="connsiteX72" fmla="*/ 547207 w 3024845"/>
                <a:gd name="connsiteY72" fmla="*/ 417223 h 834218"/>
                <a:gd name="connsiteX73" fmla="*/ 547207 w 3024845"/>
                <a:gd name="connsiteY73" fmla="*/ 418304 h 834218"/>
                <a:gd name="connsiteX74" fmla="*/ 547207 w 3024845"/>
                <a:gd name="connsiteY74" fmla="*/ 425870 h 834218"/>
                <a:gd name="connsiteX75" fmla="*/ 547967 w 3024845"/>
                <a:gd name="connsiteY75" fmla="*/ 425870 h 834218"/>
                <a:gd name="connsiteX76" fmla="*/ 553287 w 3024845"/>
                <a:gd name="connsiteY76" fmla="*/ 425870 h 834218"/>
                <a:gd name="connsiteX77" fmla="*/ 553287 w 3024845"/>
                <a:gd name="connsiteY77" fmla="*/ 423708 h 834218"/>
                <a:gd name="connsiteX78" fmla="*/ 553287 w 3024845"/>
                <a:gd name="connsiteY78" fmla="*/ 408576 h 834218"/>
                <a:gd name="connsiteX79" fmla="*/ 554300 w 3024845"/>
                <a:gd name="connsiteY79" fmla="*/ 408576 h 834218"/>
                <a:gd name="connsiteX80" fmla="*/ 561394 w 3024845"/>
                <a:gd name="connsiteY80" fmla="*/ 408576 h 834218"/>
                <a:gd name="connsiteX81" fmla="*/ 561394 w 3024845"/>
                <a:gd name="connsiteY81" fmla="*/ 409657 h 834218"/>
                <a:gd name="connsiteX82" fmla="*/ 561394 w 3024845"/>
                <a:gd name="connsiteY82" fmla="*/ 417223 h 834218"/>
                <a:gd name="connsiteX83" fmla="*/ 566714 w 3024845"/>
                <a:gd name="connsiteY83" fmla="*/ 415230 h 834218"/>
                <a:gd name="connsiteX84" fmla="*/ 567474 w 3024845"/>
                <a:gd name="connsiteY84" fmla="*/ 414250 h 834218"/>
                <a:gd name="connsiteX85" fmla="*/ 567474 w 3024845"/>
                <a:gd name="connsiteY85" fmla="*/ 408576 h 834218"/>
                <a:gd name="connsiteX86" fmla="*/ 605981 w 3024845"/>
                <a:gd name="connsiteY86" fmla="*/ 408576 h 834218"/>
                <a:gd name="connsiteX87" fmla="*/ 605981 w 3024845"/>
                <a:gd name="connsiteY87" fmla="*/ 432355 h 834218"/>
                <a:gd name="connsiteX88" fmla="*/ 608007 w 3024845"/>
                <a:gd name="connsiteY88" fmla="*/ 432355 h 834218"/>
                <a:gd name="connsiteX89" fmla="*/ 622194 w 3024845"/>
                <a:gd name="connsiteY89" fmla="*/ 432355 h 834218"/>
                <a:gd name="connsiteX90" fmla="*/ 622194 w 3024845"/>
                <a:gd name="connsiteY90" fmla="*/ 433436 h 834218"/>
                <a:gd name="connsiteX91" fmla="*/ 622194 w 3024845"/>
                <a:gd name="connsiteY91" fmla="*/ 441002 h 834218"/>
                <a:gd name="connsiteX92" fmla="*/ 623968 w 3024845"/>
                <a:gd name="connsiteY92" fmla="*/ 441002 h 834218"/>
                <a:gd name="connsiteX93" fmla="*/ 636381 w 3024845"/>
                <a:gd name="connsiteY93" fmla="*/ 441002 h 834218"/>
                <a:gd name="connsiteX94" fmla="*/ 636381 w 3024845"/>
                <a:gd name="connsiteY94" fmla="*/ 417223 h 834218"/>
                <a:gd name="connsiteX95" fmla="*/ 637394 w 3024845"/>
                <a:gd name="connsiteY95" fmla="*/ 417223 h 834218"/>
                <a:gd name="connsiteX96" fmla="*/ 644488 w 3024845"/>
                <a:gd name="connsiteY96" fmla="*/ 417223 h 834218"/>
                <a:gd name="connsiteX97" fmla="*/ 644488 w 3024845"/>
                <a:gd name="connsiteY97" fmla="*/ 384796 h 834218"/>
                <a:gd name="connsiteX98" fmla="*/ 645501 w 3024845"/>
                <a:gd name="connsiteY98" fmla="*/ 384796 h 834218"/>
                <a:gd name="connsiteX99" fmla="*/ 652595 w 3024845"/>
                <a:gd name="connsiteY99" fmla="*/ 384796 h 834218"/>
                <a:gd name="connsiteX100" fmla="*/ 652595 w 3024845"/>
                <a:gd name="connsiteY100" fmla="*/ 382905 h 834218"/>
                <a:gd name="connsiteX101" fmla="*/ 652595 w 3024845"/>
                <a:gd name="connsiteY101" fmla="*/ 369664 h 834218"/>
                <a:gd name="connsiteX102" fmla="*/ 651328 w 3024845"/>
                <a:gd name="connsiteY102" fmla="*/ 368042 h 834218"/>
                <a:gd name="connsiteX103" fmla="*/ 656648 w 3024845"/>
                <a:gd name="connsiteY103" fmla="*/ 356693 h 834218"/>
                <a:gd name="connsiteX104" fmla="*/ 664755 w 3024845"/>
                <a:gd name="connsiteY104" fmla="*/ 384796 h 834218"/>
                <a:gd name="connsiteX105" fmla="*/ 665515 w 3024845"/>
                <a:gd name="connsiteY105" fmla="*/ 384796 h 834218"/>
                <a:gd name="connsiteX106" fmla="*/ 670835 w 3024845"/>
                <a:gd name="connsiteY106" fmla="*/ 384796 h 834218"/>
                <a:gd name="connsiteX107" fmla="*/ 670835 w 3024845"/>
                <a:gd name="connsiteY107" fmla="*/ 278869 h 834218"/>
                <a:gd name="connsiteX108" fmla="*/ 672355 w 3024845"/>
                <a:gd name="connsiteY108" fmla="*/ 278869 h 834218"/>
                <a:gd name="connsiteX109" fmla="*/ 682995 w 3024845"/>
                <a:gd name="connsiteY109" fmla="*/ 278869 h 834218"/>
                <a:gd name="connsiteX110" fmla="*/ 682995 w 3024845"/>
                <a:gd name="connsiteY110" fmla="*/ 231310 h 834218"/>
                <a:gd name="connsiteX111" fmla="*/ 709342 w 3024845"/>
                <a:gd name="connsiteY111" fmla="*/ 231310 h 834218"/>
                <a:gd name="connsiteX112" fmla="*/ 709342 w 3024845"/>
                <a:gd name="connsiteY112" fmla="*/ 209692 h 834218"/>
                <a:gd name="connsiteX113" fmla="*/ 743796 w 3024845"/>
                <a:gd name="connsiteY113" fmla="*/ 209692 h 834218"/>
                <a:gd name="connsiteX114" fmla="*/ 743796 w 3024845"/>
                <a:gd name="connsiteY114" fmla="*/ 212124 h 834218"/>
                <a:gd name="connsiteX115" fmla="*/ 743796 w 3024845"/>
                <a:gd name="connsiteY115" fmla="*/ 229148 h 834218"/>
                <a:gd name="connsiteX116" fmla="*/ 746076 w 3024845"/>
                <a:gd name="connsiteY116" fmla="*/ 229148 h 834218"/>
                <a:gd name="connsiteX117" fmla="*/ 762036 w 3024845"/>
                <a:gd name="connsiteY117" fmla="*/ 229148 h 834218"/>
                <a:gd name="connsiteX118" fmla="*/ 762036 w 3024845"/>
                <a:gd name="connsiteY118" fmla="*/ 276707 h 834218"/>
                <a:gd name="connsiteX119" fmla="*/ 763049 w 3024845"/>
                <a:gd name="connsiteY119" fmla="*/ 276707 h 834218"/>
                <a:gd name="connsiteX120" fmla="*/ 770143 w 3024845"/>
                <a:gd name="connsiteY120" fmla="*/ 276707 h 834218"/>
                <a:gd name="connsiteX121" fmla="*/ 784330 w 3024845"/>
                <a:gd name="connsiteY121" fmla="*/ 281031 h 834218"/>
                <a:gd name="connsiteX122" fmla="*/ 784330 w 3024845"/>
                <a:gd name="connsiteY122" fmla="*/ 319943 h 834218"/>
                <a:gd name="connsiteX123" fmla="*/ 785343 w 3024845"/>
                <a:gd name="connsiteY123" fmla="*/ 319943 h 834218"/>
                <a:gd name="connsiteX124" fmla="*/ 792436 w 3024845"/>
                <a:gd name="connsiteY124" fmla="*/ 319943 h 834218"/>
                <a:gd name="connsiteX125" fmla="*/ 792436 w 3024845"/>
                <a:gd name="connsiteY125" fmla="*/ 321564 h 834218"/>
                <a:gd name="connsiteX126" fmla="*/ 792436 w 3024845"/>
                <a:gd name="connsiteY126" fmla="*/ 332913 h 834218"/>
                <a:gd name="connsiteX127" fmla="*/ 794463 w 3024845"/>
                <a:gd name="connsiteY127" fmla="*/ 332913 h 834218"/>
                <a:gd name="connsiteX128" fmla="*/ 808650 w 3024845"/>
                <a:gd name="connsiteY128" fmla="*/ 332913 h 834218"/>
                <a:gd name="connsiteX129" fmla="*/ 814730 w 3024845"/>
                <a:gd name="connsiteY129" fmla="*/ 339399 h 834218"/>
                <a:gd name="connsiteX130" fmla="*/ 814730 w 3024845"/>
                <a:gd name="connsiteY130" fmla="*/ 361017 h 834218"/>
                <a:gd name="connsiteX131" fmla="*/ 817010 w 3024845"/>
                <a:gd name="connsiteY131" fmla="*/ 361017 h 834218"/>
                <a:gd name="connsiteX132" fmla="*/ 832970 w 3024845"/>
                <a:gd name="connsiteY132" fmla="*/ 361017 h 834218"/>
                <a:gd name="connsiteX133" fmla="*/ 832970 w 3024845"/>
                <a:gd name="connsiteY133" fmla="*/ 362097 h 834218"/>
                <a:gd name="connsiteX134" fmla="*/ 832970 w 3024845"/>
                <a:gd name="connsiteY134" fmla="*/ 369664 h 834218"/>
                <a:gd name="connsiteX135" fmla="*/ 834237 w 3024845"/>
                <a:gd name="connsiteY135" fmla="*/ 369664 h 834218"/>
                <a:gd name="connsiteX136" fmla="*/ 843104 w 3024845"/>
                <a:gd name="connsiteY136" fmla="*/ 369664 h 834218"/>
                <a:gd name="connsiteX137" fmla="*/ 843104 w 3024845"/>
                <a:gd name="connsiteY137" fmla="*/ 371825 h 834218"/>
                <a:gd name="connsiteX138" fmla="*/ 843104 w 3024845"/>
                <a:gd name="connsiteY138" fmla="*/ 386958 h 834218"/>
                <a:gd name="connsiteX139" fmla="*/ 847157 w 3024845"/>
                <a:gd name="connsiteY139" fmla="*/ 385066 h 834218"/>
                <a:gd name="connsiteX140" fmla="*/ 847157 w 3024845"/>
                <a:gd name="connsiteY140" fmla="*/ 371825 h 834218"/>
                <a:gd name="connsiteX141" fmla="*/ 848170 w 3024845"/>
                <a:gd name="connsiteY141" fmla="*/ 371825 h 834218"/>
                <a:gd name="connsiteX142" fmla="*/ 855264 w 3024845"/>
                <a:gd name="connsiteY142" fmla="*/ 371825 h 834218"/>
                <a:gd name="connsiteX143" fmla="*/ 855264 w 3024845"/>
                <a:gd name="connsiteY143" fmla="*/ 373447 h 834218"/>
                <a:gd name="connsiteX144" fmla="*/ 855264 w 3024845"/>
                <a:gd name="connsiteY144" fmla="*/ 384796 h 834218"/>
                <a:gd name="connsiteX145" fmla="*/ 856024 w 3024845"/>
                <a:gd name="connsiteY145" fmla="*/ 384796 h 834218"/>
                <a:gd name="connsiteX146" fmla="*/ 861344 w 3024845"/>
                <a:gd name="connsiteY146" fmla="*/ 384796 h 834218"/>
                <a:gd name="connsiteX147" fmla="*/ 909984 w 3024845"/>
                <a:gd name="connsiteY147" fmla="*/ 380473 h 834218"/>
                <a:gd name="connsiteX148" fmla="*/ 909984 w 3024845"/>
                <a:gd name="connsiteY148" fmla="*/ 381824 h 834218"/>
                <a:gd name="connsiteX149" fmla="*/ 909984 w 3024845"/>
                <a:gd name="connsiteY149" fmla="*/ 391281 h 834218"/>
                <a:gd name="connsiteX150" fmla="*/ 910744 w 3024845"/>
                <a:gd name="connsiteY150" fmla="*/ 391281 h 834218"/>
                <a:gd name="connsiteX151" fmla="*/ 916065 w 3024845"/>
                <a:gd name="connsiteY151" fmla="*/ 391281 h 834218"/>
                <a:gd name="connsiteX152" fmla="*/ 916065 w 3024845"/>
                <a:gd name="connsiteY152" fmla="*/ 393443 h 834218"/>
                <a:gd name="connsiteX153" fmla="*/ 916065 w 3024845"/>
                <a:gd name="connsiteY153" fmla="*/ 408576 h 834218"/>
                <a:gd name="connsiteX154" fmla="*/ 918091 w 3024845"/>
                <a:gd name="connsiteY154" fmla="*/ 407225 h 834218"/>
                <a:gd name="connsiteX155" fmla="*/ 932278 w 3024845"/>
                <a:gd name="connsiteY155" fmla="*/ 397767 h 834218"/>
                <a:gd name="connsiteX156" fmla="*/ 938358 w 3024845"/>
                <a:gd name="connsiteY156" fmla="*/ 356693 h 834218"/>
                <a:gd name="connsiteX157" fmla="*/ 939118 w 3024845"/>
                <a:gd name="connsiteY157" fmla="*/ 356423 h 834218"/>
                <a:gd name="connsiteX158" fmla="*/ 944438 w 3024845"/>
                <a:gd name="connsiteY158" fmla="*/ 354531 h 834218"/>
                <a:gd name="connsiteX159" fmla="*/ 946465 w 3024845"/>
                <a:gd name="connsiteY159" fmla="*/ 285354 h 834218"/>
                <a:gd name="connsiteX160" fmla="*/ 948492 w 3024845"/>
                <a:gd name="connsiteY160" fmla="*/ 354531 h 834218"/>
                <a:gd name="connsiteX161" fmla="*/ 949252 w 3024845"/>
                <a:gd name="connsiteY161" fmla="*/ 354801 h 834218"/>
                <a:gd name="connsiteX162" fmla="*/ 954572 w 3024845"/>
                <a:gd name="connsiteY162" fmla="*/ 356693 h 834218"/>
                <a:gd name="connsiteX163" fmla="*/ 954572 w 3024845"/>
                <a:gd name="connsiteY163" fmla="*/ 270222 h 834218"/>
                <a:gd name="connsiteX164" fmla="*/ 958625 w 3024845"/>
                <a:gd name="connsiteY164" fmla="*/ 237795 h 834218"/>
                <a:gd name="connsiteX165" fmla="*/ 997132 w 3024845"/>
                <a:gd name="connsiteY165" fmla="*/ 237795 h 834218"/>
                <a:gd name="connsiteX166" fmla="*/ 997132 w 3024845"/>
                <a:gd name="connsiteY166" fmla="*/ 270222 h 834218"/>
                <a:gd name="connsiteX167" fmla="*/ 997892 w 3024845"/>
                <a:gd name="connsiteY167" fmla="*/ 270222 h 834218"/>
                <a:gd name="connsiteX168" fmla="*/ 1003212 w 3024845"/>
                <a:gd name="connsiteY168" fmla="*/ 270222 h 834218"/>
                <a:gd name="connsiteX169" fmla="*/ 1003212 w 3024845"/>
                <a:gd name="connsiteY169" fmla="*/ 188074 h 834218"/>
                <a:gd name="connsiteX170" fmla="*/ 1004986 w 3024845"/>
                <a:gd name="connsiteY170" fmla="*/ 188074 h 834218"/>
                <a:gd name="connsiteX171" fmla="*/ 1017399 w 3024845"/>
                <a:gd name="connsiteY171" fmla="*/ 188074 h 834218"/>
                <a:gd name="connsiteX172" fmla="*/ 1017399 w 3024845"/>
                <a:gd name="connsiteY172" fmla="*/ 186183 h 834218"/>
                <a:gd name="connsiteX173" fmla="*/ 1017399 w 3024845"/>
                <a:gd name="connsiteY173" fmla="*/ 172942 h 834218"/>
                <a:gd name="connsiteX174" fmla="*/ 1039693 w 3024845"/>
                <a:gd name="connsiteY174" fmla="*/ 172942 h 834218"/>
                <a:gd name="connsiteX175" fmla="*/ 1039693 w 3024845"/>
                <a:gd name="connsiteY175" fmla="*/ 171861 h 834218"/>
                <a:gd name="connsiteX176" fmla="*/ 1039693 w 3024845"/>
                <a:gd name="connsiteY176" fmla="*/ 164295 h 834218"/>
                <a:gd name="connsiteX177" fmla="*/ 1041466 w 3024845"/>
                <a:gd name="connsiteY177" fmla="*/ 164295 h 834218"/>
                <a:gd name="connsiteX178" fmla="*/ 1053880 w 3024845"/>
                <a:gd name="connsiteY178" fmla="*/ 164295 h 834218"/>
                <a:gd name="connsiteX179" fmla="*/ 1053880 w 3024845"/>
                <a:gd name="connsiteY179" fmla="*/ 165376 h 834218"/>
                <a:gd name="connsiteX180" fmla="*/ 1053880 w 3024845"/>
                <a:gd name="connsiteY180" fmla="*/ 172942 h 834218"/>
                <a:gd name="connsiteX181" fmla="*/ 1054640 w 3024845"/>
                <a:gd name="connsiteY181" fmla="*/ 172942 h 834218"/>
                <a:gd name="connsiteX182" fmla="*/ 1059960 w 3024845"/>
                <a:gd name="connsiteY182" fmla="*/ 172942 h 834218"/>
                <a:gd name="connsiteX183" fmla="*/ 1070093 w 3024845"/>
                <a:gd name="connsiteY183" fmla="*/ 168618 h 834218"/>
                <a:gd name="connsiteX184" fmla="*/ 1074146 w 3024845"/>
                <a:gd name="connsiteY184" fmla="*/ 171861 h 834218"/>
                <a:gd name="connsiteX185" fmla="*/ 1074146 w 3024845"/>
                <a:gd name="connsiteY185" fmla="*/ 164295 h 834218"/>
                <a:gd name="connsiteX186" fmla="*/ 1076426 w 3024845"/>
                <a:gd name="connsiteY186" fmla="*/ 164295 h 834218"/>
                <a:gd name="connsiteX187" fmla="*/ 1092387 w 3024845"/>
                <a:gd name="connsiteY187" fmla="*/ 164295 h 834218"/>
                <a:gd name="connsiteX188" fmla="*/ 1092387 w 3024845"/>
                <a:gd name="connsiteY188" fmla="*/ 165376 h 834218"/>
                <a:gd name="connsiteX189" fmla="*/ 1092387 w 3024845"/>
                <a:gd name="connsiteY189" fmla="*/ 172942 h 834218"/>
                <a:gd name="connsiteX190" fmla="*/ 1122787 w 3024845"/>
                <a:gd name="connsiteY190" fmla="*/ 172942 h 834218"/>
                <a:gd name="connsiteX191" fmla="*/ 1122787 w 3024845"/>
                <a:gd name="connsiteY191" fmla="*/ 174563 h 834218"/>
                <a:gd name="connsiteX192" fmla="*/ 1122787 w 3024845"/>
                <a:gd name="connsiteY192" fmla="*/ 185913 h 834218"/>
                <a:gd name="connsiteX193" fmla="*/ 1149134 w 3024845"/>
                <a:gd name="connsiteY193" fmla="*/ 185913 h 834218"/>
                <a:gd name="connsiteX194" fmla="*/ 1149134 w 3024845"/>
                <a:gd name="connsiteY194" fmla="*/ 216177 h 834218"/>
                <a:gd name="connsiteX195" fmla="*/ 1149894 w 3024845"/>
                <a:gd name="connsiteY195" fmla="*/ 216177 h 834218"/>
                <a:gd name="connsiteX196" fmla="*/ 1155214 w 3024845"/>
                <a:gd name="connsiteY196" fmla="*/ 216177 h 834218"/>
                <a:gd name="connsiteX197" fmla="*/ 1155214 w 3024845"/>
                <a:gd name="connsiteY197" fmla="*/ 217258 h 834218"/>
                <a:gd name="connsiteX198" fmla="*/ 1155214 w 3024845"/>
                <a:gd name="connsiteY198" fmla="*/ 224825 h 834218"/>
                <a:gd name="connsiteX199" fmla="*/ 1159268 w 3024845"/>
                <a:gd name="connsiteY199" fmla="*/ 255089 h 834218"/>
                <a:gd name="connsiteX200" fmla="*/ 1160028 w 3024845"/>
                <a:gd name="connsiteY200" fmla="*/ 255089 h 834218"/>
                <a:gd name="connsiteX201" fmla="*/ 1165348 w 3024845"/>
                <a:gd name="connsiteY201" fmla="*/ 255089 h 834218"/>
                <a:gd name="connsiteX202" fmla="*/ 1165348 w 3024845"/>
                <a:gd name="connsiteY202" fmla="*/ 255900 h 834218"/>
                <a:gd name="connsiteX203" fmla="*/ 1165348 w 3024845"/>
                <a:gd name="connsiteY203" fmla="*/ 261575 h 834218"/>
                <a:gd name="connsiteX204" fmla="*/ 1166361 w 3024845"/>
                <a:gd name="connsiteY204" fmla="*/ 261575 h 834218"/>
                <a:gd name="connsiteX205" fmla="*/ 1173454 w 3024845"/>
                <a:gd name="connsiteY205" fmla="*/ 261575 h 834218"/>
                <a:gd name="connsiteX206" fmla="*/ 1173454 w 3024845"/>
                <a:gd name="connsiteY206" fmla="*/ 291840 h 834218"/>
                <a:gd name="connsiteX207" fmla="*/ 1175481 w 3024845"/>
                <a:gd name="connsiteY207" fmla="*/ 291840 h 834218"/>
                <a:gd name="connsiteX208" fmla="*/ 1189668 w 3024845"/>
                <a:gd name="connsiteY208" fmla="*/ 291840 h 834218"/>
                <a:gd name="connsiteX209" fmla="*/ 1189668 w 3024845"/>
                <a:gd name="connsiteY209" fmla="*/ 315619 h 834218"/>
                <a:gd name="connsiteX210" fmla="*/ 1191695 w 3024845"/>
                <a:gd name="connsiteY210" fmla="*/ 317240 h 834218"/>
                <a:gd name="connsiteX211" fmla="*/ 1191695 w 3024845"/>
                <a:gd name="connsiteY211" fmla="*/ 328590 h 834218"/>
                <a:gd name="connsiteX212" fmla="*/ 1192455 w 3024845"/>
                <a:gd name="connsiteY212" fmla="*/ 328590 h 834218"/>
                <a:gd name="connsiteX213" fmla="*/ 1197775 w 3024845"/>
                <a:gd name="connsiteY213" fmla="*/ 328590 h 834218"/>
                <a:gd name="connsiteX214" fmla="*/ 1197775 w 3024845"/>
                <a:gd name="connsiteY214" fmla="*/ 352369 h 834218"/>
                <a:gd name="connsiteX215" fmla="*/ 1199041 w 3024845"/>
                <a:gd name="connsiteY215" fmla="*/ 352369 h 834218"/>
                <a:gd name="connsiteX216" fmla="*/ 1207908 w 3024845"/>
                <a:gd name="connsiteY216" fmla="*/ 352369 h 834218"/>
                <a:gd name="connsiteX217" fmla="*/ 1209935 w 3024845"/>
                <a:gd name="connsiteY217" fmla="*/ 356423 h 834218"/>
                <a:gd name="connsiteX218" fmla="*/ 1209935 w 3024845"/>
                <a:gd name="connsiteY218" fmla="*/ 369664 h 834218"/>
                <a:gd name="connsiteX219" fmla="*/ 1211455 w 3024845"/>
                <a:gd name="connsiteY219" fmla="*/ 367772 h 834218"/>
                <a:gd name="connsiteX220" fmla="*/ 1222095 w 3024845"/>
                <a:gd name="connsiteY220" fmla="*/ 354531 h 834218"/>
                <a:gd name="connsiteX221" fmla="*/ 1250469 w 3024845"/>
                <a:gd name="connsiteY221" fmla="*/ 354531 h 834218"/>
                <a:gd name="connsiteX222" fmla="*/ 1250469 w 3024845"/>
                <a:gd name="connsiteY222" fmla="*/ 441002 h 834218"/>
                <a:gd name="connsiteX223" fmla="*/ 1251229 w 3024845"/>
                <a:gd name="connsiteY223" fmla="*/ 441002 h 834218"/>
                <a:gd name="connsiteX224" fmla="*/ 1256549 w 3024845"/>
                <a:gd name="connsiteY224" fmla="*/ 441002 h 834218"/>
                <a:gd name="connsiteX225" fmla="*/ 1257309 w 3024845"/>
                <a:gd name="connsiteY225" fmla="*/ 439651 h 834218"/>
                <a:gd name="connsiteX226" fmla="*/ 1262629 w 3024845"/>
                <a:gd name="connsiteY226" fmla="*/ 430193 h 834218"/>
                <a:gd name="connsiteX227" fmla="*/ 1262629 w 3024845"/>
                <a:gd name="connsiteY227" fmla="*/ 432085 h 834218"/>
                <a:gd name="connsiteX228" fmla="*/ 1262629 w 3024845"/>
                <a:gd name="connsiteY228" fmla="*/ 445326 h 834218"/>
                <a:gd name="connsiteX229" fmla="*/ 1266682 w 3024845"/>
                <a:gd name="connsiteY229" fmla="*/ 399929 h 834218"/>
                <a:gd name="connsiteX230" fmla="*/ 1267442 w 3024845"/>
                <a:gd name="connsiteY230" fmla="*/ 399929 h 834218"/>
                <a:gd name="connsiteX231" fmla="*/ 1272762 w 3024845"/>
                <a:gd name="connsiteY231" fmla="*/ 399929 h 834218"/>
                <a:gd name="connsiteX232" fmla="*/ 1272762 w 3024845"/>
                <a:gd name="connsiteY232" fmla="*/ 335075 h 834218"/>
                <a:gd name="connsiteX233" fmla="*/ 1273776 w 3024845"/>
                <a:gd name="connsiteY233" fmla="*/ 335075 h 834218"/>
                <a:gd name="connsiteX234" fmla="*/ 1280869 w 3024845"/>
                <a:gd name="connsiteY234" fmla="*/ 335075 h 834218"/>
                <a:gd name="connsiteX235" fmla="*/ 1293029 w 3024845"/>
                <a:gd name="connsiteY235" fmla="*/ 291840 h 834218"/>
                <a:gd name="connsiteX236" fmla="*/ 1294296 w 3024845"/>
                <a:gd name="connsiteY236" fmla="*/ 291840 h 834218"/>
                <a:gd name="connsiteX237" fmla="*/ 1303163 w 3024845"/>
                <a:gd name="connsiteY237" fmla="*/ 291840 h 834218"/>
                <a:gd name="connsiteX238" fmla="*/ 1313296 w 3024845"/>
                <a:gd name="connsiteY238" fmla="*/ 335075 h 834218"/>
                <a:gd name="connsiteX239" fmla="*/ 1314309 w 3024845"/>
                <a:gd name="connsiteY239" fmla="*/ 335075 h 834218"/>
                <a:gd name="connsiteX240" fmla="*/ 1321403 w 3024845"/>
                <a:gd name="connsiteY240" fmla="*/ 335075 h 834218"/>
                <a:gd name="connsiteX241" fmla="*/ 1321403 w 3024845"/>
                <a:gd name="connsiteY241" fmla="*/ 373987 h 834218"/>
                <a:gd name="connsiteX242" fmla="*/ 1323176 w 3024845"/>
                <a:gd name="connsiteY242" fmla="*/ 373987 h 834218"/>
                <a:gd name="connsiteX243" fmla="*/ 1335590 w 3024845"/>
                <a:gd name="connsiteY243" fmla="*/ 373987 h 834218"/>
                <a:gd name="connsiteX244" fmla="*/ 1335590 w 3024845"/>
                <a:gd name="connsiteY244" fmla="*/ 376149 h 834218"/>
                <a:gd name="connsiteX245" fmla="*/ 1335590 w 3024845"/>
                <a:gd name="connsiteY245" fmla="*/ 391281 h 834218"/>
                <a:gd name="connsiteX246" fmla="*/ 1339643 w 3024845"/>
                <a:gd name="connsiteY246" fmla="*/ 389120 h 834218"/>
                <a:gd name="connsiteX247" fmla="*/ 1339643 w 3024845"/>
                <a:gd name="connsiteY247" fmla="*/ 373987 h 834218"/>
                <a:gd name="connsiteX248" fmla="*/ 1341163 w 3024845"/>
                <a:gd name="connsiteY248" fmla="*/ 373987 h 834218"/>
                <a:gd name="connsiteX249" fmla="*/ 1351803 w 3024845"/>
                <a:gd name="connsiteY249" fmla="*/ 373987 h 834218"/>
                <a:gd name="connsiteX250" fmla="*/ 1351803 w 3024845"/>
                <a:gd name="connsiteY250" fmla="*/ 375608 h 834218"/>
                <a:gd name="connsiteX251" fmla="*/ 1351803 w 3024845"/>
                <a:gd name="connsiteY251" fmla="*/ 386958 h 834218"/>
                <a:gd name="connsiteX252" fmla="*/ 1382204 w 3024845"/>
                <a:gd name="connsiteY252" fmla="*/ 386958 h 834218"/>
                <a:gd name="connsiteX253" fmla="*/ 1382204 w 3024845"/>
                <a:gd name="connsiteY253" fmla="*/ 350208 h 834218"/>
                <a:gd name="connsiteX254" fmla="*/ 1383470 w 3024845"/>
                <a:gd name="connsiteY254" fmla="*/ 350208 h 834218"/>
                <a:gd name="connsiteX255" fmla="*/ 1392337 w 3024845"/>
                <a:gd name="connsiteY255" fmla="*/ 350208 h 834218"/>
                <a:gd name="connsiteX256" fmla="*/ 1392337 w 3024845"/>
                <a:gd name="connsiteY256" fmla="*/ 371825 h 834218"/>
                <a:gd name="connsiteX257" fmla="*/ 1394364 w 3024845"/>
                <a:gd name="connsiteY257" fmla="*/ 339399 h 834218"/>
                <a:gd name="connsiteX258" fmla="*/ 1416657 w 3024845"/>
                <a:gd name="connsiteY258" fmla="*/ 339399 h 834218"/>
                <a:gd name="connsiteX259" fmla="*/ 1416657 w 3024845"/>
                <a:gd name="connsiteY259" fmla="*/ 337777 h 834218"/>
                <a:gd name="connsiteX260" fmla="*/ 1416657 w 3024845"/>
                <a:gd name="connsiteY260" fmla="*/ 326428 h 834218"/>
                <a:gd name="connsiteX261" fmla="*/ 1417417 w 3024845"/>
                <a:gd name="connsiteY261" fmla="*/ 326428 h 834218"/>
                <a:gd name="connsiteX262" fmla="*/ 1422737 w 3024845"/>
                <a:gd name="connsiteY262" fmla="*/ 326428 h 834218"/>
                <a:gd name="connsiteX263" fmla="*/ 1422737 w 3024845"/>
                <a:gd name="connsiteY263" fmla="*/ 324537 h 834218"/>
                <a:gd name="connsiteX264" fmla="*/ 1422737 w 3024845"/>
                <a:gd name="connsiteY264" fmla="*/ 311296 h 834218"/>
                <a:gd name="connsiteX265" fmla="*/ 1426791 w 3024845"/>
                <a:gd name="connsiteY265" fmla="*/ 317781 h 834218"/>
                <a:gd name="connsiteX266" fmla="*/ 1429071 w 3024845"/>
                <a:gd name="connsiteY266" fmla="*/ 317781 h 834218"/>
                <a:gd name="connsiteX267" fmla="*/ 1445031 w 3024845"/>
                <a:gd name="connsiteY267" fmla="*/ 317781 h 834218"/>
                <a:gd name="connsiteX268" fmla="*/ 1445031 w 3024845"/>
                <a:gd name="connsiteY268" fmla="*/ 316970 h 834218"/>
                <a:gd name="connsiteX269" fmla="*/ 1445031 w 3024845"/>
                <a:gd name="connsiteY269" fmla="*/ 311296 h 834218"/>
                <a:gd name="connsiteX270" fmla="*/ 1445791 w 3024845"/>
                <a:gd name="connsiteY270" fmla="*/ 311296 h 834218"/>
                <a:gd name="connsiteX271" fmla="*/ 1451111 w 3024845"/>
                <a:gd name="connsiteY271" fmla="*/ 311296 h 834218"/>
                <a:gd name="connsiteX272" fmla="*/ 1451111 w 3024845"/>
                <a:gd name="connsiteY272" fmla="*/ 312647 h 834218"/>
                <a:gd name="connsiteX273" fmla="*/ 1451111 w 3024845"/>
                <a:gd name="connsiteY273" fmla="*/ 322105 h 834218"/>
                <a:gd name="connsiteX274" fmla="*/ 1489618 w 3024845"/>
                <a:gd name="connsiteY274" fmla="*/ 322105 h 834218"/>
                <a:gd name="connsiteX275" fmla="*/ 1489618 w 3024845"/>
                <a:gd name="connsiteY275" fmla="*/ 460458 h 834218"/>
                <a:gd name="connsiteX276" fmla="*/ 1491138 w 3024845"/>
                <a:gd name="connsiteY276" fmla="*/ 460458 h 834218"/>
                <a:gd name="connsiteX277" fmla="*/ 1501778 w 3024845"/>
                <a:gd name="connsiteY277" fmla="*/ 460458 h 834218"/>
                <a:gd name="connsiteX278" fmla="*/ 1501778 w 3024845"/>
                <a:gd name="connsiteY278" fmla="*/ 447488 h 834218"/>
                <a:gd name="connsiteX279" fmla="*/ 1505832 w 3024845"/>
                <a:gd name="connsiteY279" fmla="*/ 447488 h 834218"/>
                <a:gd name="connsiteX280" fmla="*/ 1505832 w 3024845"/>
                <a:gd name="connsiteY280" fmla="*/ 460458 h 834218"/>
                <a:gd name="connsiteX281" fmla="*/ 1536232 w 3024845"/>
                <a:gd name="connsiteY281" fmla="*/ 460458 h 834218"/>
                <a:gd name="connsiteX282" fmla="*/ 1536232 w 3024845"/>
                <a:gd name="connsiteY282" fmla="*/ 430193 h 834218"/>
                <a:gd name="connsiteX283" fmla="*/ 1548392 w 3024845"/>
                <a:gd name="connsiteY283" fmla="*/ 430193 h 834218"/>
                <a:gd name="connsiteX284" fmla="*/ 1560552 w 3024845"/>
                <a:gd name="connsiteY284" fmla="*/ 428032 h 834218"/>
                <a:gd name="connsiteX285" fmla="*/ 1564606 w 3024845"/>
                <a:gd name="connsiteY285" fmla="*/ 430193 h 834218"/>
                <a:gd name="connsiteX286" fmla="*/ 1574739 w 3024845"/>
                <a:gd name="connsiteY286" fmla="*/ 430193 h 834218"/>
                <a:gd name="connsiteX287" fmla="*/ 1574739 w 3024845"/>
                <a:gd name="connsiteY287" fmla="*/ 460458 h 834218"/>
                <a:gd name="connsiteX288" fmla="*/ 1582846 w 3024845"/>
                <a:gd name="connsiteY288" fmla="*/ 460458 h 834218"/>
                <a:gd name="connsiteX289" fmla="*/ 1582846 w 3024845"/>
                <a:gd name="connsiteY289" fmla="*/ 477753 h 834218"/>
                <a:gd name="connsiteX290" fmla="*/ 1592182 w 3024845"/>
                <a:gd name="connsiteY290" fmla="*/ 478658 h 834218"/>
                <a:gd name="connsiteX291" fmla="*/ 1605140 w 3024845"/>
                <a:gd name="connsiteY291" fmla="*/ 478658 h 834218"/>
                <a:gd name="connsiteX292" fmla="*/ 1605140 w 3024845"/>
                <a:gd name="connsiteY292" fmla="*/ 462620 h 834218"/>
                <a:gd name="connsiteX293" fmla="*/ 1673096 w 3024845"/>
                <a:gd name="connsiteY293" fmla="*/ 462620 h 834218"/>
                <a:gd name="connsiteX294" fmla="*/ 1673096 w 3024845"/>
                <a:gd name="connsiteY294" fmla="*/ 377367 h 834218"/>
                <a:gd name="connsiteX295" fmla="*/ 1745104 w 3024845"/>
                <a:gd name="connsiteY295" fmla="*/ 377367 h 834218"/>
                <a:gd name="connsiteX296" fmla="*/ 1745104 w 3024845"/>
                <a:gd name="connsiteY296" fmla="*/ 456135 h 834218"/>
                <a:gd name="connsiteX297" fmla="*/ 1747008 w 3024845"/>
                <a:gd name="connsiteY297" fmla="*/ 456135 h 834218"/>
                <a:gd name="connsiteX298" fmla="*/ 1748250 w 3024845"/>
                <a:gd name="connsiteY298" fmla="*/ 478658 h 834218"/>
                <a:gd name="connsiteX299" fmla="*/ 1757926 w 3024845"/>
                <a:gd name="connsiteY299" fmla="*/ 478658 h 834218"/>
                <a:gd name="connsiteX300" fmla="*/ 1759168 w 3024845"/>
                <a:gd name="connsiteY300" fmla="*/ 456135 h 834218"/>
                <a:gd name="connsiteX301" fmla="*/ 1765248 w 3024845"/>
                <a:gd name="connsiteY301" fmla="*/ 456135 h 834218"/>
                <a:gd name="connsiteX302" fmla="*/ 1766490 w 3024845"/>
                <a:gd name="connsiteY302" fmla="*/ 478658 h 834218"/>
                <a:gd name="connsiteX303" fmla="*/ 1817112 w 3024845"/>
                <a:gd name="connsiteY303" fmla="*/ 478658 h 834218"/>
                <a:gd name="connsiteX304" fmla="*/ 1817112 w 3024845"/>
                <a:gd name="connsiteY304" fmla="*/ 315630 h 834218"/>
                <a:gd name="connsiteX305" fmla="*/ 2014439 w 3024845"/>
                <a:gd name="connsiteY305" fmla="*/ 315630 h 834218"/>
                <a:gd name="connsiteX306" fmla="*/ 2014439 w 3024845"/>
                <a:gd name="connsiteY306" fmla="*/ 478658 h 834218"/>
                <a:gd name="connsiteX307" fmla="*/ 2033136 w 3024845"/>
                <a:gd name="connsiteY307" fmla="*/ 478658 h 834218"/>
                <a:gd name="connsiteX308" fmla="*/ 2033136 w 3024845"/>
                <a:gd name="connsiteY308" fmla="*/ 395965 h 834218"/>
                <a:gd name="connsiteX309" fmla="*/ 2128256 w 3024845"/>
                <a:gd name="connsiteY309" fmla="*/ 395965 h 834218"/>
                <a:gd name="connsiteX310" fmla="*/ 2180720 w 3024845"/>
                <a:gd name="connsiteY310" fmla="*/ 330752 h 834218"/>
                <a:gd name="connsiteX311" fmla="*/ 2245574 w 3024845"/>
                <a:gd name="connsiteY311" fmla="*/ 330752 h 834218"/>
                <a:gd name="connsiteX312" fmla="*/ 2245574 w 3024845"/>
                <a:gd name="connsiteY312" fmla="*/ 406414 h 834218"/>
                <a:gd name="connsiteX313" fmla="*/ 2253681 w 3024845"/>
                <a:gd name="connsiteY313" fmla="*/ 406414 h 834218"/>
                <a:gd name="connsiteX314" fmla="*/ 2255708 w 3024845"/>
                <a:gd name="connsiteY314" fmla="*/ 399929 h 834218"/>
                <a:gd name="connsiteX315" fmla="*/ 2261788 w 3024845"/>
                <a:gd name="connsiteY315" fmla="*/ 399929 h 834218"/>
                <a:gd name="connsiteX316" fmla="*/ 2263815 w 3024845"/>
                <a:gd name="connsiteY316" fmla="*/ 408576 h 834218"/>
                <a:gd name="connsiteX317" fmla="*/ 2275975 w 3024845"/>
                <a:gd name="connsiteY317" fmla="*/ 408576 h 834218"/>
                <a:gd name="connsiteX318" fmla="*/ 2275975 w 3024845"/>
                <a:gd name="connsiteY318" fmla="*/ 402090 h 834218"/>
                <a:gd name="connsiteX319" fmla="*/ 2298268 w 3024845"/>
                <a:gd name="connsiteY319" fmla="*/ 402090 h 834218"/>
                <a:gd name="connsiteX320" fmla="*/ 2298268 w 3024845"/>
                <a:gd name="connsiteY320" fmla="*/ 408576 h 834218"/>
                <a:gd name="connsiteX321" fmla="*/ 2318535 w 3024845"/>
                <a:gd name="connsiteY321" fmla="*/ 408576 h 834218"/>
                <a:gd name="connsiteX322" fmla="*/ 2318535 w 3024845"/>
                <a:gd name="connsiteY322" fmla="*/ 453973 h 834218"/>
                <a:gd name="connsiteX323" fmla="*/ 2332722 w 3024845"/>
                <a:gd name="connsiteY323" fmla="*/ 453973 h 834218"/>
                <a:gd name="connsiteX324" fmla="*/ 2332722 w 3024845"/>
                <a:gd name="connsiteY324" fmla="*/ 441002 h 834218"/>
                <a:gd name="connsiteX325" fmla="*/ 2348936 w 3024845"/>
                <a:gd name="connsiteY325" fmla="*/ 441002 h 834218"/>
                <a:gd name="connsiteX326" fmla="*/ 2348936 w 3024845"/>
                <a:gd name="connsiteY326" fmla="*/ 261575 h 834218"/>
                <a:gd name="connsiteX327" fmla="*/ 2355016 w 3024845"/>
                <a:gd name="connsiteY327" fmla="*/ 255089 h 834218"/>
                <a:gd name="connsiteX328" fmla="*/ 2427977 w 3024845"/>
                <a:gd name="connsiteY328" fmla="*/ 255089 h 834218"/>
                <a:gd name="connsiteX329" fmla="*/ 2427977 w 3024845"/>
                <a:gd name="connsiteY329" fmla="*/ 263737 h 834218"/>
                <a:gd name="connsiteX330" fmla="*/ 2438110 w 3024845"/>
                <a:gd name="connsiteY330" fmla="*/ 263737 h 834218"/>
                <a:gd name="connsiteX331" fmla="*/ 2438110 w 3024845"/>
                <a:gd name="connsiteY331" fmla="*/ 378311 h 834218"/>
                <a:gd name="connsiteX332" fmla="*/ 2460404 w 3024845"/>
                <a:gd name="connsiteY332" fmla="*/ 378311 h 834218"/>
                <a:gd name="connsiteX333" fmla="*/ 2460404 w 3024845"/>
                <a:gd name="connsiteY333" fmla="*/ 311296 h 834218"/>
                <a:gd name="connsiteX334" fmla="*/ 2486751 w 3024845"/>
                <a:gd name="connsiteY334" fmla="*/ 311296 h 834218"/>
                <a:gd name="connsiteX335" fmla="*/ 2490804 w 3024845"/>
                <a:gd name="connsiteY335" fmla="*/ 306972 h 834218"/>
                <a:gd name="connsiteX336" fmla="*/ 2498911 w 3024845"/>
                <a:gd name="connsiteY336" fmla="*/ 306972 h 834218"/>
                <a:gd name="connsiteX337" fmla="*/ 2502964 w 3024845"/>
                <a:gd name="connsiteY337" fmla="*/ 311296 h 834218"/>
                <a:gd name="connsiteX338" fmla="*/ 2525258 w 3024845"/>
                <a:gd name="connsiteY338" fmla="*/ 311296 h 834218"/>
                <a:gd name="connsiteX339" fmla="*/ 2525258 w 3024845"/>
                <a:gd name="connsiteY339" fmla="*/ 194560 h 834218"/>
                <a:gd name="connsiteX340" fmla="*/ 2582005 w 3024845"/>
                <a:gd name="connsiteY340" fmla="*/ 183751 h 834218"/>
                <a:gd name="connsiteX341" fmla="*/ 2582005 w 3024845"/>
                <a:gd name="connsiteY341" fmla="*/ 184832 h 834218"/>
                <a:gd name="connsiteX342" fmla="*/ 2582005 w 3024845"/>
                <a:gd name="connsiteY342" fmla="*/ 192398 h 834218"/>
                <a:gd name="connsiteX343" fmla="*/ 2608352 w 3024845"/>
                <a:gd name="connsiteY343" fmla="*/ 192398 h 834218"/>
                <a:gd name="connsiteX344" fmla="*/ 2608352 w 3024845"/>
                <a:gd name="connsiteY344" fmla="*/ 447488 h 834218"/>
                <a:gd name="connsiteX345" fmla="*/ 2630646 w 3024845"/>
                <a:gd name="connsiteY345" fmla="*/ 447488 h 834218"/>
                <a:gd name="connsiteX346" fmla="*/ 2630646 w 3024845"/>
                <a:gd name="connsiteY346" fmla="*/ 443164 h 834218"/>
                <a:gd name="connsiteX347" fmla="*/ 2642806 w 3024845"/>
                <a:gd name="connsiteY347" fmla="*/ 443164 h 834218"/>
                <a:gd name="connsiteX348" fmla="*/ 2642806 w 3024845"/>
                <a:gd name="connsiteY348" fmla="*/ 447488 h 834218"/>
                <a:gd name="connsiteX349" fmla="*/ 2667126 w 3024845"/>
                <a:gd name="connsiteY349" fmla="*/ 447488 h 834218"/>
                <a:gd name="connsiteX350" fmla="*/ 2667126 w 3024845"/>
                <a:gd name="connsiteY350" fmla="*/ 434517 h 834218"/>
                <a:gd name="connsiteX351" fmla="*/ 2695500 w 3024845"/>
                <a:gd name="connsiteY351" fmla="*/ 434517 h 834218"/>
                <a:gd name="connsiteX352" fmla="*/ 2707660 w 3024845"/>
                <a:gd name="connsiteY352" fmla="*/ 430193 h 834218"/>
                <a:gd name="connsiteX353" fmla="*/ 2727927 w 3024845"/>
                <a:gd name="connsiteY353" fmla="*/ 434517 h 834218"/>
                <a:gd name="connsiteX354" fmla="*/ 2727927 w 3024845"/>
                <a:gd name="connsiteY354" fmla="*/ 417223 h 834218"/>
                <a:gd name="connsiteX355" fmla="*/ 2736034 w 3024845"/>
                <a:gd name="connsiteY355" fmla="*/ 417223 h 834218"/>
                <a:gd name="connsiteX356" fmla="*/ 2736034 w 3024845"/>
                <a:gd name="connsiteY356" fmla="*/ 404252 h 834218"/>
                <a:gd name="connsiteX357" fmla="*/ 2792781 w 3024845"/>
                <a:gd name="connsiteY357" fmla="*/ 404252 h 834218"/>
                <a:gd name="connsiteX358" fmla="*/ 2792781 w 3024845"/>
                <a:gd name="connsiteY358" fmla="*/ 373987 h 834218"/>
                <a:gd name="connsiteX359" fmla="*/ 2811021 w 3024845"/>
                <a:gd name="connsiteY359" fmla="*/ 373987 h 834218"/>
                <a:gd name="connsiteX360" fmla="*/ 2811021 w 3024845"/>
                <a:gd name="connsiteY360" fmla="*/ 367502 h 834218"/>
                <a:gd name="connsiteX361" fmla="*/ 2823181 w 3024845"/>
                <a:gd name="connsiteY361" fmla="*/ 367502 h 834218"/>
                <a:gd name="connsiteX362" fmla="*/ 2823181 w 3024845"/>
                <a:gd name="connsiteY362" fmla="*/ 373987 h 834218"/>
                <a:gd name="connsiteX363" fmla="*/ 2839395 w 3024845"/>
                <a:gd name="connsiteY363" fmla="*/ 373987 h 834218"/>
                <a:gd name="connsiteX364" fmla="*/ 2839395 w 3024845"/>
                <a:gd name="connsiteY364" fmla="*/ 423708 h 834218"/>
                <a:gd name="connsiteX365" fmla="*/ 2871822 w 3024845"/>
                <a:gd name="connsiteY365" fmla="*/ 423708 h 834218"/>
                <a:gd name="connsiteX366" fmla="*/ 2871822 w 3024845"/>
                <a:gd name="connsiteY366" fmla="*/ 397767 h 834218"/>
                <a:gd name="connsiteX367" fmla="*/ 2910329 w 3024845"/>
                <a:gd name="connsiteY367" fmla="*/ 397767 h 834218"/>
                <a:gd name="connsiteX368" fmla="*/ 2910329 w 3024845"/>
                <a:gd name="connsiteY368" fmla="*/ 367502 h 834218"/>
                <a:gd name="connsiteX369" fmla="*/ 2958970 w 3024845"/>
                <a:gd name="connsiteY369" fmla="*/ 367502 h 834218"/>
                <a:gd name="connsiteX370" fmla="*/ 2958970 w 3024845"/>
                <a:gd name="connsiteY370" fmla="*/ 478658 h 834218"/>
                <a:gd name="connsiteX371" fmla="*/ 2958970 w 3024845"/>
                <a:gd name="connsiteY371" fmla="*/ 492437 h 834218"/>
                <a:gd name="connsiteX372" fmla="*/ 3024845 w 3024845"/>
                <a:gd name="connsiteY372" fmla="*/ 492437 h 834218"/>
                <a:gd name="connsiteX373" fmla="*/ 3024845 w 3024845"/>
                <a:gd name="connsiteY373" fmla="*/ 834218 h 834218"/>
                <a:gd name="connsiteX374" fmla="*/ 2054 w 3024845"/>
                <a:gd name="connsiteY374" fmla="*/ 831885 h 834218"/>
                <a:gd name="connsiteX375" fmla="*/ 0 w 3024845"/>
                <a:gd name="connsiteY375" fmla="*/ 397767 h 834218"/>
                <a:gd name="connsiteX376" fmla="*/ 20267 w 3024845"/>
                <a:gd name="connsiteY376" fmla="*/ 397767 h 834218"/>
                <a:gd name="connsiteX377" fmla="*/ 20774 w 3024845"/>
                <a:gd name="connsiteY377" fmla="*/ 396686 h 834218"/>
                <a:gd name="connsiteX378" fmla="*/ 24320 w 3024845"/>
                <a:gd name="connsiteY378" fmla="*/ 389120 h 834218"/>
                <a:gd name="connsiteX379" fmla="*/ 26094 w 3024845"/>
                <a:gd name="connsiteY379" fmla="*/ 389390 h 834218"/>
                <a:gd name="connsiteX380" fmla="*/ 38507 w 3024845"/>
                <a:gd name="connsiteY380" fmla="*/ 391281 h 834218"/>
                <a:gd name="connsiteX381" fmla="*/ 39014 w 3024845"/>
                <a:gd name="connsiteY381" fmla="*/ 392633 h 834218"/>
                <a:gd name="connsiteX382" fmla="*/ 42560 w 3024845"/>
                <a:gd name="connsiteY382" fmla="*/ 402090 h 834218"/>
                <a:gd name="connsiteX383" fmla="*/ 68907 w 3024845"/>
                <a:gd name="connsiteY383" fmla="*/ 404252 h 834218"/>
                <a:gd name="connsiteX384" fmla="*/ 68907 w 3024845"/>
                <a:gd name="connsiteY384" fmla="*/ 281031 h 834218"/>
                <a:gd name="connsiteX385" fmla="*/ 70934 w 3024845"/>
                <a:gd name="connsiteY385" fmla="*/ 281031 h 834218"/>
                <a:gd name="connsiteX386" fmla="*/ 85121 w 3024845"/>
                <a:gd name="connsiteY386" fmla="*/ 281031 h 834218"/>
                <a:gd name="connsiteX387" fmla="*/ 85121 w 3024845"/>
                <a:gd name="connsiteY387" fmla="*/ 144839 h 834218"/>
                <a:gd name="connsiteX388" fmla="*/ 86894 w 3024845"/>
                <a:gd name="connsiteY388" fmla="*/ 144839 h 834218"/>
                <a:gd name="connsiteX389" fmla="*/ 99308 w 3024845"/>
                <a:gd name="connsiteY389" fmla="*/ 144839 h 834218"/>
                <a:gd name="connsiteX390" fmla="*/ 99308 w 3024845"/>
                <a:gd name="connsiteY390" fmla="*/ 30265 h 834218"/>
                <a:gd name="connsiteX391" fmla="*/ 103361 w 3024845"/>
                <a:gd name="connsiteY391"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16856 w 3024845"/>
                <a:gd name="connsiteY4" fmla="*/ 23779 h 834218"/>
                <a:gd name="connsiteX5" fmla="*/ 220909 w 3024845"/>
                <a:gd name="connsiteY5" fmla="*/ 30265 h 834218"/>
                <a:gd name="connsiteX6" fmla="*/ 220909 w 3024845"/>
                <a:gd name="connsiteY6" fmla="*/ 144839 h 834218"/>
                <a:gd name="connsiteX7" fmla="*/ 223189 w 3024845"/>
                <a:gd name="connsiteY7" fmla="*/ 144839 h 834218"/>
                <a:gd name="connsiteX8" fmla="*/ 239150 w 3024845"/>
                <a:gd name="connsiteY8" fmla="*/ 144839 h 834218"/>
                <a:gd name="connsiteX9" fmla="*/ 239150 w 3024845"/>
                <a:gd name="connsiteY9" fmla="*/ 285354 h 834218"/>
                <a:gd name="connsiteX10" fmla="*/ 240670 w 3024845"/>
                <a:gd name="connsiteY10" fmla="*/ 285084 h 834218"/>
                <a:gd name="connsiteX11" fmla="*/ 251310 w 3024845"/>
                <a:gd name="connsiteY11" fmla="*/ 283193 h 834218"/>
                <a:gd name="connsiteX12" fmla="*/ 249283 w 3024845"/>
                <a:gd name="connsiteY12" fmla="*/ 371825 h 834218"/>
                <a:gd name="connsiteX13" fmla="*/ 250803 w 3024845"/>
                <a:gd name="connsiteY13" fmla="*/ 372096 h 834218"/>
                <a:gd name="connsiteX14" fmla="*/ 261443 w 3024845"/>
                <a:gd name="connsiteY14" fmla="*/ 373987 h 834218"/>
                <a:gd name="connsiteX15" fmla="*/ 261696 w 3024845"/>
                <a:gd name="connsiteY15" fmla="*/ 374798 h 834218"/>
                <a:gd name="connsiteX16" fmla="*/ 263470 w 3024845"/>
                <a:gd name="connsiteY16" fmla="*/ 380473 h 834218"/>
                <a:gd name="connsiteX17" fmla="*/ 264230 w 3024845"/>
                <a:gd name="connsiteY17" fmla="*/ 378041 h 834218"/>
                <a:gd name="connsiteX18" fmla="*/ 269550 w 3024845"/>
                <a:gd name="connsiteY18" fmla="*/ 361017 h 834218"/>
                <a:gd name="connsiteX19" fmla="*/ 271323 w 3024845"/>
                <a:gd name="connsiteY19" fmla="*/ 361017 h 834218"/>
                <a:gd name="connsiteX20" fmla="*/ 283737 w 3024845"/>
                <a:gd name="connsiteY20" fmla="*/ 361017 h 834218"/>
                <a:gd name="connsiteX21" fmla="*/ 283737 w 3024845"/>
                <a:gd name="connsiteY21" fmla="*/ 393443 h 834218"/>
                <a:gd name="connsiteX22" fmla="*/ 284750 w 3024845"/>
                <a:gd name="connsiteY22" fmla="*/ 393984 h 834218"/>
                <a:gd name="connsiteX23" fmla="*/ 291844 w 3024845"/>
                <a:gd name="connsiteY23" fmla="*/ 397767 h 834218"/>
                <a:gd name="connsiteX24" fmla="*/ 291844 w 3024845"/>
                <a:gd name="connsiteY24" fmla="*/ 399118 h 834218"/>
                <a:gd name="connsiteX25" fmla="*/ 291844 w 3024845"/>
                <a:gd name="connsiteY25" fmla="*/ 408576 h 834218"/>
                <a:gd name="connsiteX26" fmla="*/ 336431 w 3024845"/>
                <a:gd name="connsiteY26" fmla="*/ 408576 h 834218"/>
                <a:gd name="connsiteX27" fmla="*/ 336431 w 3024845"/>
                <a:gd name="connsiteY27" fmla="*/ 409657 h 834218"/>
                <a:gd name="connsiteX28" fmla="*/ 336431 w 3024845"/>
                <a:gd name="connsiteY28" fmla="*/ 417223 h 834218"/>
                <a:gd name="connsiteX29" fmla="*/ 338457 w 3024845"/>
                <a:gd name="connsiteY29" fmla="*/ 417223 h 834218"/>
                <a:gd name="connsiteX30" fmla="*/ 352644 w 3024845"/>
                <a:gd name="connsiteY30" fmla="*/ 417223 h 834218"/>
                <a:gd name="connsiteX31" fmla="*/ 352644 w 3024845"/>
                <a:gd name="connsiteY31" fmla="*/ 386958 h 834218"/>
                <a:gd name="connsiteX32" fmla="*/ 397231 w 3024845"/>
                <a:gd name="connsiteY32" fmla="*/ 386958 h 834218"/>
                <a:gd name="connsiteX33" fmla="*/ 397231 w 3024845"/>
                <a:gd name="connsiteY33" fmla="*/ 385607 h 834218"/>
                <a:gd name="connsiteX34" fmla="*/ 397231 w 3024845"/>
                <a:gd name="connsiteY34" fmla="*/ 376149 h 834218"/>
                <a:gd name="connsiteX35" fmla="*/ 398245 w 3024845"/>
                <a:gd name="connsiteY35" fmla="*/ 376149 h 834218"/>
                <a:gd name="connsiteX36" fmla="*/ 405338 w 3024845"/>
                <a:gd name="connsiteY36" fmla="*/ 376149 h 834218"/>
                <a:gd name="connsiteX37" fmla="*/ 405338 w 3024845"/>
                <a:gd name="connsiteY37" fmla="*/ 374258 h 834218"/>
                <a:gd name="connsiteX38" fmla="*/ 405338 w 3024845"/>
                <a:gd name="connsiteY38" fmla="*/ 361017 h 834218"/>
                <a:gd name="connsiteX39" fmla="*/ 406098 w 3024845"/>
                <a:gd name="connsiteY39" fmla="*/ 361017 h 834218"/>
                <a:gd name="connsiteX40" fmla="*/ 411418 w 3024845"/>
                <a:gd name="connsiteY40" fmla="*/ 361017 h 834218"/>
                <a:gd name="connsiteX41" fmla="*/ 411418 w 3024845"/>
                <a:gd name="connsiteY41" fmla="*/ 359936 h 834218"/>
                <a:gd name="connsiteX42" fmla="*/ 411418 w 3024845"/>
                <a:gd name="connsiteY42" fmla="*/ 352369 h 834218"/>
                <a:gd name="connsiteX43" fmla="*/ 413445 w 3024845"/>
                <a:gd name="connsiteY43" fmla="*/ 352369 h 834218"/>
                <a:gd name="connsiteX44" fmla="*/ 427632 w 3024845"/>
                <a:gd name="connsiteY44" fmla="*/ 352369 h 834218"/>
                <a:gd name="connsiteX45" fmla="*/ 427632 w 3024845"/>
                <a:gd name="connsiteY45" fmla="*/ 353450 h 834218"/>
                <a:gd name="connsiteX46" fmla="*/ 427632 w 3024845"/>
                <a:gd name="connsiteY46" fmla="*/ 361017 h 834218"/>
                <a:gd name="connsiteX47" fmla="*/ 449925 w 3024845"/>
                <a:gd name="connsiteY47" fmla="*/ 361017 h 834218"/>
                <a:gd name="connsiteX48" fmla="*/ 449925 w 3024845"/>
                <a:gd name="connsiteY48" fmla="*/ 359125 h 834218"/>
                <a:gd name="connsiteX49" fmla="*/ 449925 w 3024845"/>
                <a:gd name="connsiteY49" fmla="*/ 345884 h 834218"/>
                <a:gd name="connsiteX50" fmla="*/ 451699 w 3024845"/>
                <a:gd name="connsiteY50" fmla="*/ 345884 h 834218"/>
                <a:gd name="connsiteX51" fmla="*/ 464112 w 3024845"/>
                <a:gd name="connsiteY51" fmla="*/ 345884 h 834218"/>
                <a:gd name="connsiteX52" fmla="*/ 464112 w 3024845"/>
                <a:gd name="connsiteY52" fmla="*/ 369664 h 834218"/>
                <a:gd name="connsiteX53" fmla="*/ 465126 w 3024845"/>
                <a:gd name="connsiteY53" fmla="*/ 369664 h 834218"/>
                <a:gd name="connsiteX54" fmla="*/ 472219 w 3024845"/>
                <a:gd name="connsiteY54" fmla="*/ 369664 h 834218"/>
                <a:gd name="connsiteX55" fmla="*/ 472219 w 3024845"/>
                <a:gd name="connsiteY55" fmla="*/ 368583 h 834218"/>
                <a:gd name="connsiteX56" fmla="*/ 472219 w 3024845"/>
                <a:gd name="connsiteY56" fmla="*/ 361017 h 834218"/>
                <a:gd name="connsiteX57" fmla="*/ 473992 w 3024845"/>
                <a:gd name="connsiteY57" fmla="*/ 361017 h 834218"/>
                <a:gd name="connsiteX58" fmla="*/ 486406 w 3024845"/>
                <a:gd name="connsiteY58" fmla="*/ 361017 h 834218"/>
                <a:gd name="connsiteX59" fmla="*/ 486406 w 3024845"/>
                <a:gd name="connsiteY59" fmla="*/ 386958 h 834218"/>
                <a:gd name="connsiteX60" fmla="*/ 488433 w 3024845"/>
                <a:gd name="connsiteY60" fmla="*/ 386958 h 834218"/>
                <a:gd name="connsiteX61" fmla="*/ 502619 w 3024845"/>
                <a:gd name="connsiteY61" fmla="*/ 386958 h 834218"/>
                <a:gd name="connsiteX62" fmla="*/ 502619 w 3024845"/>
                <a:gd name="connsiteY62" fmla="*/ 388579 h 834218"/>
                <a:gd name="connsiteX63" fmla="*/ 502619 w 3024845"/>
                <a:gd name="connsiteY63" fmla="*/ 399929 h 834218"/>
                <a:gd name="connsiteX64" fmla="*/ 503379 w 3024845"/>
                <a:gd name="connsiteY64" fmla="*/ 399929 h 834218"/>
                <a:gd name="connsiteX65" fmla="*/ 508700 w 3024845"/>
                <a:gd name="connsiteY65" fmla="*/ 399929 h 834218"/>
                <a:gd name="connsiteX66" fmla="*/ 508700 w 3024845"/>
                <a:gd name="connsiteY66" fmla="*/ 399118 h 834218"/>
                <a:gd name="connsiteX67" fmla="*/ 508700 w 3024845"/>
                <a:gd name="connsiteY67" fmla="*/ 393443 h 834218"/>
                <a:gd name="connsiteX68" fmla="*/ 539100 w 3024845"/>
                <a:gd name="connsiteY68" fmla="*/ 393443 h 834218"/>
                <a:gd name="connsiteX69" fmla="*/ 539100 w 3024845"/>
                <a:gd name="connsiteY69" fmla="*/ 417223 h 834218"/>
                <a:gd name="connsiteX70" fmla="*/ 540113 w 3024845"/>
                <a:gd name="connsiteY70" fmla="*/ 417223 h 834218"/>
                <a:gd name="connsiteX71" fmla="*/ 547207 w 3024845"/>
                <a:gd name="connsiteY71" fmla="*/ 417223 h 834218"/>
                <a:gd name="connsiteX72" fmla="*/ 547207 w 3024845"/>
                <a:gd name="connsiteY72" fmla="*/ 418304 h 834218"/>
                <a:gd name="connsiteX73" fmla="*/ 547207 w 3024845"/>
                <a:gd name="connsiteY73" fmla="*/ 425870 h 834218"/>
                <a:gd name="connsiteX74" fmla="*/ 547967 w 3024845"/>
                <a:gd name="connsiteY74" fmla="*/ 425870 h 834218"/>
                <a:gd name="connsiteX75" fmla="*/ 553287 w 3024845"/>
                <a:gd name="connsiteY75" fmla="*/ 425870 h 834218"/>
                <a:gd name="connsiteX76" fmla="*/ 553287 w 3024845"/>
                <a:gd name="connsiteY76" fmla="*/ 423708 h 834218"/>
                <a:gd name="connsiteX77" fmla="*/ 553287 w 3024845"/>
                <a:gd name="connsiteY77" fmla="*/ 408576 h 834218"/>
                <a:gd name="connsiteX78" fmla="*/ 554300 w 3024845"/>
                <a:gd name="connsiteY78" fmla="*/ 408576 h 834218"/>
                <a:gd name="connsiteX79" fmla="*/ 561394 w 3024845"/>
                <a:gd name="connsiteY79" fmla="*/ 408576 h 834218"/>
                <a:gd name="connsiteX80" fmla="*/ 561394 w 3024845"/>
                <a:gd name="connsiteY80" fmla="*/ 409657 h 834218"/>
                <a:gd name="connsiteX81" fmla="*/ 561394 w 3024845"/>
                <a:gd name="connsiteY81" fmla="*/ 417223 h 834218"/>
                <a:gd name="connsiteX82" fmla="*/ 566714 w 3024845"/>
                <a:gd name="connsiteY82" fmla="*/ 415230 h 834218"/>
                <a:gd name="connsiteX83" fmla="*/ 567474 w 3024845"/>
                <a:gd name="connsiteY83" fmla="*/ 414250 h 834218"/>
                <a:gd name="connsiteX84" fmla="*/ 567474 w 3024845"/>
                <a:gd name="connsiteY84" fmla="*/ 408576 h 834218"/>
                <a:gd name="connsiteX85" fmla="*/ 605981 w 3024845"/>
                <a:gd name="connsiteY85" fmla="*/ 408576 h 834218"/>
                <a:gd name="connsiteX86" fmla="*/ 605981 w 3024845"/>
                <a:gd name="connsiteY86" fmla="*/ 432355 h 834218"/>
                <a:gd name="connsiteX87" fmla="*/ 608007 w 3024845"/>
                <a:gd name="connsiteY87" fmla="*/ 432355 h 834218"/>
                <a:gd name="connsiteX88" fmla="*/ 622194 w 3024845"/>
                <a:gd name="connsiteY88" fmla="*/ 432355 h 834218"/>
                <a:gd name="connsiteX89" fmla="*/ 622194 w 3024845"/>
                <a:gd name="connsiteY89" fmla="*/ 433436 h 834218"/>
                <a:gd name="connsiteX90" fmla="*/ 622194 w 3024845"/>
                <a:gd name="connsiteY90" fmla="*/ 441002 h 834218"/>
                <a:gd name="connsiteX91" fmla="*/ 623968 w 3024845"/>
                <a:gd name="connsiteY91" fmla="*/ 441002 h 834218"/>
                <a:gd name="connsiteX92" fmla="*/ 636381 w 3024845"/>
                <a:gd name="connsiteY92" fmla="*/ 441002 h 834218"/>
                <a:gd name="connsiteX93" fmla="*/ 636381 w 3024845"/>
                <a:gd name="connsiteY93" fmla="*/ 417223 h 834218"/>
                <a:gd name="connsiteX94" fmla="*/ 637394 w 3024845"/>
                <a:gd name="connsiteY94" fmla="*/ 417223 h 834218"/>
                <a:gd name="connsiteX95" fmla="*/ 644488 w 3024845"/>
                <a:gd name="connsiteY95" fmla="*/ 417223 h 834218"/>
                <a:gd name="connsiteX96" fmla="*/ 644488 w 3024845"/>
                <a:gd name="connsiteY96" fmla="*/ 384796 h 834218"/>
                <a:gd name="connsiteX97" fmla="*/ 645501 w 3024845"/>
                <a:gd name="connsiteY97" fmla="*/ 384796 h 834218"/>
                <a:gd name="connsiteX98" fmla="*/ 652595 w 3024845"/>
                <a:gd name="connsiteY98" fmla="*/ 384796 h 834218"/>
                <a:gd name="connsiteX99" fmla="*/ 652595 w 3024845"/>
                <a:gd name="connsiteY99" fmla="*/ 382905 h 834218"/>
                <a:gd name="connsiteX100" fmla="*/ 652595 w 3024845"/>
                <a:gd name="connsiteY100" fmla="*/ 369664 h 834218"/>
                <a:gd name="connsiteX101" fmla="*/ 651328 w 3024845"/>
                <a:gd name="connsiteY101" fmla="*/ 368042 h 834218"/>
                <a:gd name="connsiteX102" fmla="*/ 656648 w 3024845"/>
                <a:gd name="connsiteY102" fmla="*/ 356693 h 834218"/>
                <a:gd name="connsiteX103" fmla="*/ 664755 w 3024845"/>
                <a:gd name="connsiteY103" fmla="*/ 384796 h 834218"/>
                <a:gd name="connsiteX104" fmla="*/ 665515 w 3024845"/>
                <a:gd name="connsiteY104" fmla="*/ 384796 h 834218"/>
                <a:gd name="connsiteX105" fmla="*/ 670835 w 3024845"/>
                <a:gd name="connsiteY105" fmla="*/ 384796 h 834218"/>
                <a:gd name="connsiteX106" fmla="*/ 670835 w 3024845"/>
                <a:gd name="connsiteY106" fmla="*/ 278869 h 834218"/>
                <a:gd name="connsiteX107" fmla="*/ 672355 w 3024845"/>
                <a:gd name="connsiteY107" fmla="*/ 278869 h 834218"/>
                <a:gd name="connsiteX108" fmla="*/ 682995 w 3024845"/>
                <a:gd name="connsiteY108" fmla="*/ 278869 h 834218"/>
                <a:gd name="connsiteX109" fmla="*/ 682995 w 3024845"/>
                <a:gd name="connsiteY109" fmla="*/ 231310 h 834218"/>
                <a:gd name="connsiteX110" fmla="*/ 709342 w 3024845"/>
                <a:gd name="connsiteY110" fmla="*/ 231310 h 834218"/>
                <a:gd name="connsiteX111" fmla="*/ 709342 w 3024845"/>
                <a:gd name="connsiteY111" fmla="*/ 209692 h 834218"/>
                <a:gd name="connsiteX112" fmla="*/ 743796 w 3024845"/>
                <a:gd name="connsiteY112" fmla="*/ 209692 h 834218"/>
                <a:gd name="connsiteX113" fmla="*/ 743796 w 3024845"/>
                <a:gd name="connsiteY113" fmla="*/ 212124 h 834218"/>
                <a:gd name="connsiteX114" fmla="*/ 743796 w 3024845"/>
                <a:gd name="connsiteY114" fmla="*/ 229148 h 834218"/>
                <a:gd name="connsiteX115" fmla="*/ 746076 w 3024845"/>
                <a:gd name="connsiteY115" fmla="*/ 229148 h 834218"/>
                <a:gd name="connsiteX116" fmla="*/ 762036 w 3024845"/>
                <a:gd name="connsiteY116" fmla="*/ 229148 h 834218"/>
                <a:gd name="connsiteX117" fmla="*/ 762036 w 3024845"/>
                <a:gd name="connsiteY117" fmla="*/ 276707 h 834218"/>
                <a:gd name="connsiteX118" fmla="*/ 763049 w 3024845"/>
                <a:gd name="connsiteY118" fmla="*/ 276707 h 834218"/>
                <a:gd name="connsiteX119" fmla="*/ 770143 w 3024845"/>
                <a:gd name="connsiteY119" fmla="*/ 276707 h 834218"/>
                <a:gd name="connsiteX120" fmla="*/ 784330 w 3024845"/>
                <a:gd name="connsiteY120" fmla="*/ 281031 h 834218"/>
                <a:gd name="connsiteX121" fmla="*/ 784330 w 3024845"/>
                <a:gd name="connsiteY121" fmla="*/ 319943 h 834218"/>
                <a:gd name="connsiteX122" fmla="*/ 785343 w 3024845"/>
                <a:gd name="connsiteY122" fmla="*/ 319943 h 834218"/>
                <a:gd name="connsiteX123" fmla="*/ 792436 w 3024845"/>
                <a:gd name="connsiteY123" fmla="*/ 319943 h 834218"/>
                <a:gd name="connsiteX124" fmla="*/ 792436 w 3024845"/>
                <a:gd name="connsiteY124" fmla="*/ 321564 h 834218"/>
                <a:gd name="connsiteX125" fmla="*/ 792436 w 3024845"/>
                <a:gd name="connsiteY125" fmla="*/ 332913 h 834218"/>
                <a:gd name="connsiteX126" fmla="*/ 794463 w 3024845"/>
                <a:gd name="connsiteY126" fmla="*/ 332913 h 834218"/>
                <a:gd name="connsiteX127" fmla="*/ 808650 w 3024845"/>
                <a:gd name="connsiteY127" fmla="*/ 332913 h 834218"/>
                <a:gd name="connsiteX128" fmla="*/ 814730 w 3024845"/>
                <a:gd name="connsiteY128" fmla="*/ 339399 h 834218"/>
                <a:gd name="connsiteX129" fmla="*/ 814730 w 3024845"/>
                <a:gd name="connsiteY129" fmla="*/ 361017 h 834218"/>
                <a:gd name="connsiteX130" fmla="*/ 817010 w 3024845"/>
                <a:gd name="connsiteY130" fmla="*/ 361017 h 834218"/>
                <a:gd name="connsiteX131" fmla="*/ 832970 w 3024845"/>
                <a:gd name="connsiteY131" fmla="*/ 361017 h 834218"/>
                <a:gd name="connsiteX132" fmla="*/ 832970 w 3024845"/>
                <a:gd name="connsiteY132" fmla="*/ 362097 h 834218"/>
                <a:gd name="connsiteX133" fmla="*/ 832970 w 3024845"/>
                <a:gd name="connsiteY133" fmla="*/ 369664 h 834218"/>
                <a:gd name="connsiteX134" fmla="*/ 834237 w 3024845"/>
                <a:gd name="connsiteY134" fmla="*/ 369664 h 834218"/>
                <a:gd name="connsiteX135" fmla="*/ 843104 w 3024845"/>
                <a:gd name="connsiteY135" fmla="*/ 369664 h 834218"/>
                <a:gd name="connsiteX136" fmla="*/ 843104 w 3024845"/>
                <a:gd name="connsiteY136" fmla="*/ 371825 h 834218"/>
                <a:gd name="connsiteX137" fmla="*/ 843104 w 3024845"/>
                <a:gd name="connsiteY137" fmla="*/ 386958 h 834218"/>
                <a:gd name="connsiteX138" fmla="*/ 847157 w 3024845"/>
                <a:gd name="connsiteY138" fmla="*/ 385066 h 834218"/>
                <a:gd name="connsiteX139" fmla="*/ 847157 w 3024845"/>
                <a:gd name="connsiteY139" fmla="*/ 371825 h 834218"/>
                <a:gd name="connsiteX140" fmla="*/ 848170 w 3024845"/>
                <a:gd name="connsiteY140" fmla="*/ 371825 h 834218"/>
                <a:gd name="connsiteX141" fmla="*/ 855264 w 3024845"/>
                <a:gd name="connsiteY141" fmla="*/ 371825 h 834218"/>
                <a:gd name="connsiteX142" fmla="*/ 855264 w 3024845"/>
                <a:gd name="connsiteY142" fmla="*/ 373447 h 834218"/>
                <a:gd name="connsiteX143" fmla="*/ 855264 w 3024845"/>
                <a:gd name="connsiteY143" fmla="*/ 384796 h 834218"/>
                <a:gd name="connsiteX144" fmla="*/ 856024 w 3024845"/>
                <a:gd name="connsiteY144" fmla="*/ 384796 h 834218"/>
                <a:gd name="connsiteX145" fmla="*/ 861344 w 3024845"/>
                <a:gd name="connsiteY145" fmla="*/ 384796 h 834218"/>
                <a:gd name="connsiteX146" fmla="*/ 909984 w 3024845"/>
                <a:gd name="connsiteY146" fmla="*/ 380473 h 834218"/>
                <a:gd name="connsiteX147" fmla="*/ 909984 w 3024845"/>
                <a:gd name="connsiteY147" fmla="*/ 381824 h 834218"/>
                <a:gd name="connsiteX148" fmla="*/ 909984 w 3024845"/>
                <a:gd name="connsiteY148" fmla="*/ 391281 h 834218"/>
                <a:gd name="connsiteX149" fmla="*/ 910744 w 3024845"/>
                <a:gd name="connsiteY149" fmla="*/ 391281 h 834218"/>
                <a:gd name="connsiteX150" fmla="*/ 916065 w 3024845"/>
                <a:gd name="connsiteY150" fmla="*/ 391281 h 834218"/>
                <a:gd name="connsiteX151" fmla="*/ 916065 w 3024845"/>
                <a:gd name="connsiteY151" fmla="*/ 393443 h 834218"/>
                <a:gd name="connsiteX152" fmla="*/ 916065 w 3024845"/>
                <a:gd name="connsiteY152" fmla="*/ 408576 h 834218"/>
                <a:gd name="connsiteX153" fmla="*/ 918091 w 3024845"/>
                <a:gd name="connsiteY153" fmla="*/ 407225 h 834218"/>
                <a:gd name="connsiteX154" fmla="*/ 932278 w 3024845"/>
                <a:gd name="connsiteY154" fmla="*/ 397767 h 834218"/>
                <a:gd name="connsiteX155" fmla="*/ 938358 w 3024845"/>
                <a:gd name="connsiteY155" fmla="*/ 356693 h 834218"/>
                <a:gd name="connsiteX156" fmla="*/ 939118 w 3024845"/>
                <a:gd name="connsiteY156" fmla="*/ 356423 h 834218"/>
                <a:gd name="connsiteX157" fmla="*/ 944438 w 3024845"/>
                <a:gd name="connsiteY157" fmla="*/ 354531 h 834218"/>
                <a:gd name="connsiteX158" fmla="*/ 946465 w 3024845"/>
                <a:gd name="connsiteY158" fmla="*/ 285354 h 834218"/>
                <a:gd name="connsiteX159" fmla="*/ 948492 w 3024845"/>
                <a:gd name="connsiteY159" fmla="*/ 354531 h 834218"/>
                <a:gd name="connsiteX160" fmla="*/ 949252 w 3024845"/>
                <a:gd name="connsiteY160" fmla="*/ 354801 h 834218"/>
                <a:gd name="connsiteX161" fmla="*/ 954572 w 3024845"/>
                <a:gd name="connsiteY161" fmla="*/ 356693 h 834218"/>
                <a:gd name="connsiteX162" fmla="*/ 954572 w 3024845"/>
                <a:gd name="connsiteY162" fmla="*/ 270222 h 834218"/>
                <a:gd name="connsiteX163" fmla="*/ 958625 w 3024845"/>
                <a:gd name="connsiteY163" fmla="*/ 237795 h 834218"/>
                <a:gd name="connsiteX164" fmla="*/ 997132 w 3024845"/>
                <a:gd name="connsiteY164" fmla="*/ 237795 h 834218"/>
                <a:gd name="connsiteX165" fmla="*/ 997132 w 3024845"/>
                <a:gd name="connsiteY165" fmla="*/ 270222 h 834218"/>
                <a:gd name="connsiteX166" fmla="*/ 997892 w 3024845"/>
                <a:gd name="connsiteY166" fmla="*/ 270222 h 834218"/>
                <a:gd name="connsiteX167" fmla="*/ 1003212 w 3024845"/>
                <a:gd name="connsiteY167" fmla="*/ 270222 h 834218"/>
                <a:gd name="connsiteX168" fmla="*/ 1003212 w 3024845"/>
                <a:gd name="connsiteY168" fmla="*/ 188074 h 834218"/>
                <a:gd name="connsiteX169" fmla="*/ 1004986 w 3024845"/>
                <a:gd name="connsiteY169" fmla="*/ 188074 h 834218"/>
                <a:gd name="connsiteX170" fmla="*/ 1017399 w 3024845"/>
                <a:gd name="connsiteY170" fmla="*/ 188074 h 834218"/>
                <a:gd name="connsiteX171" fmla="*/ 1017399 w 3024845"/>
                <a:gd name="connsiteY171" fmla="*/ 186183 h 834218"/>
                <a:gd name="connsiteX172" fmla="*/ 1017399 w 3024845"/>
                <a:gd name="connsiteY172" fmla="*/ 172942 h 834218"/>
                <a:gd name="connsiteX173" fmla="*/ 1039693 w 3024845"/>
                <a:gd name="connsiteY173" fmla="*/ 172942 h 834218"/>
                <a:gd name="connsiteX174" fmla="*/ 1039693 w 3024845"/>
                <a:gd name="connsiteY174" fmla="*/ 171861 h 834218"/>
                <a:gd name="connsiteX175" fmla="*/ 1039693 w 3024845"/>
                <a:gd name="connsiteY175" fmla="*/ 164295 h 834218"/>
                <a:gd name="connsiteX176" fmla="*/ 1041466 w 3024845"/>
                <a:gd name="connsiteY176" fmla="*/ 164295 h 834218"/>
                <a:gd name="connsiteX177" fmla="*/ 1053880 w 3024845"/>
                <a:gd name="connsiteY177" fmla="*/ 164295 h 834218"/>
                <a:gd name="connsiteX178" fmla="*/ 1053880 w 3024845"/>
                <a:gd name="connsiteY178" fmla="*/ 165376 h 834218"/>
                <a:gd name="connsiteX179" fmla="*/ 1053880 w 3024845"/>
                <a:gd name="connsiteY179" fmla="*/ 172942 h 834218"/>
                <a:gd name="connsiteX180" fmla="*/ 1054640 w 3024845"/>
                <a:gd name="connsiteY180" fmla="*/ 172942 h 834218"/>
                <a:gd name="connsiteX181" fmla="*/ 1059960 w 3024845"/>
                <a:gd name="connsiteY181" fmla="*/ 172942 h 834218"/>
                <a:gd name="connsiteX182" fmla="*/ 1070093 w 3024845"/>
                <a:gd name="connsiteY182" fmla="*/ 168618 h 834218"/>
                <a:gd name="connsiteX183" fmla="*/ 1074146 w 3024845"/>
                <a:gd name="connsiteY183" fmla="*/ 171861 h 834218"/>
                <a:gd name="connsiteX184" fmla="*/ 1074146 w 3024845"/>
                <a:gd name="connsiteY184" fmla="*/ 164295 h 834218"/>
                <a:gd name="connsiteX185" fmla="*/ 1076426 w 3024845"/>
                <a:gd name="connsiteY185" fmla="*/ 164295 h 834218"/>
                <a:gd name="connsiteX186" fmla="*/ 1092387 w 3024845"/>
                <a:gd name="connsiteY186" fmla="*/ 164295 h 834218"/>
                <a:gd name="connsiteX187" fmla="*/ 1092387 w 3024845"/>
                <a:gd name="connsiteY187" fmla="*/ 165376 h 834218"/>
                <a:gd name="connsiteX188" fmla="*/ 1092387 w 3024845"/>
                <a:gd name="connsiteY188" fmla="*/ 172942 h 834218"/>
                <a:gd name="connsiteX189" fmla="*/ 1122787 w 3024845"/>
                <a:gd name="connsiteY189" fmla="*/ 172942 h 834218"/>
                <a:gd name="connsiteX190" fmla="*/ 1122787 w 3024845"/>
                <a:gd name="connsiteY190" fmla="*/ 174563 h 834218"/>
                <a:gd name="connsiteX191" fmla="*/ 1122787 w 3024845"/>
                <a:gd name="connsiteY191" fmla="*/ 185913 h 834218"/>
                <a:gd name="connsiteX192" fmla="*/ 1149134 w 3024845"/>
                <a:gd name="connsiteY192" fmla="*/ 185913 h 834218"/>
                <a:gd name="connsiteX193" fmla="*/ 1149134 w 3024845"/>
                <a:gd name="connsiteY193" fmla="*/ 216177 h 834218"/>
                <a:gd name="connsiteX194" fmla="*/ 1149894 w 3024845"/>
                <a:gd name="connsiteY194" fmla="*/ 216177 h 834218"/>
                <a:gd name="connsiteX195" fmla="*/ 1155214 w 3024845"/>
                <a:gd name="connsiteY195" fmla="*/ 216177 h 834218"/>
                <a:gd name="connsiteX196" fmla="*/ 1155214 w 3024845"/>
                <a:gd name="connsiteY196" fmla="*/ 217258 h 834218"/>
                <a:gd name="connsiteX197" fmla="*/ 1155214 w 3024845"/>
                <a:gd name="connsiteY197" fmla="*/ 224825 h 834218"/>
                <a:gd name="connsiteX198" fmla="*/ 1159268 w 3024845"/>
                <a:gd name="connsiteY198" fmla="*/ 255089 h 834218"/>
                <a:gd name="connsiteX199" fmla="*/ 1160028 w 3024845"/>
                <a:gd name="connsiteY199" fmla="*/ 255089 h 834218"/>
                <a:gd name="connsiteX200" fmla="*/ 1165348 w 3024845"/>
                <a:gd name="connsiteY200" fmla="*/ 255089 h 834218"/>
                <a:gd name="connsiteX201" fmla="*/ 1165348 w 3024845"/>
                <a:gd name="connsiteY201" fmla="*/ 255900 h 834218"/>
                <a:gd name="connsiteX202" fmla="*/ 1165348 w 3024845"/>
                <a:gd name="connsiteY202" fmla="*/ 261575 h 834218"/>
                <a:gd name="connsiteX203" fmla="*/ 1166361 w 3024845"/>
                <a:gd name="connsiteY203" fmla="*/ 261575 h 834218"/>
                <a:gd name="connsiteX204" fmla="*/ 1173454 w 3024845"/>
                <a:gd name="connsiteY204" fmla="*/ 261575 h 834218"/>
                <a:gd name="connsiteX205" fmla="*/ 1173454 w 3024845"/>
                <a:gd name="connsiteY205" fmla="*/ 291840 h 834218"/>
                <a:gd name="connsiteX206" fmla="*/ 1175481 w 3024845"/>
                <a:gd name="connsiteY206" fmla="*/ 291840 h 834218"/>
                <a:gd name="connsiteX207" fmla="*/ 1189668 w 3024845"/>
                <a:gd name="connsiteY207" fmla="*/ 291840 h 834218"/>
                <a:gd name="connsiteX208" fmla="*/ 1189668 w 3024845"/>
                <a:gd name="connsiteY208" fmla="*/ 315619 h 834218"/>
                <a:gd name="connsiteX209" fmla="*/ 1191695 w 3024845"/>
                <a:gd name="connsiteY209" fmla="*/ 317240 h 834218"/>
                <a:gd name="connsiteX210" fmla="*/ 1191695 w 3024845"/>
                <a:gd name="connsiteY210" fmla="*/ 328590 h 834218"/>
                <a:gd name="connsiteX211" fmla="*/ 1192455 w 3024845"/>
                <a:gd name="connsiteY211" fmla="*/ 328590 h 834218"/>
                <a:gd name="connsiteX212" fmla="*/ 1197775 w 3024845"/>
                <a:gd name="connsiteY212" fmla="*/ 328590 h 834218"/>
                <a:gd name="connsiteX213" fmla="*/ 1197775 w 3024845"/>
                <a:gd name="connsiteY213" fmla="*/ 352369 h 834218"/>
                <a:gd name="connsiteX214" fmla="*/ 1199041 w 3024845"/>
                <a:gd name="connsiteY214" fmla="*/ 352369 h 834218"/>
                <a:gd name="connsiteX215" fmla="*/ 1207908 w 3024845"/>
                <a:gd name="connsiteY215" fmla="*/ 352369 h 834218"/>
                <a:gd name="connsiteX216" fmla="*/ 1209935 w 3024845"/>
                <a:gd name="connsiteY216" fmla="*/ 356423 h 834218"/>
                <a:gd name="connsiteX217" fmla="*/ 1209935 w 3024845"/>
                <a:gd name="connsiteY217" fmla="*/ 369664 h 834218"/>
                <a:gd name="connsiteX218" fmla="*/ 1211455 w 3024845"/>
                <a:gd name="connsiteY218" fmla="*/ 367772 h 834218"/>
                <a:gd name="connsiteX219" fmla="*/ 1222095 w 3024845"/>
                <a:gd name="connsiteY219" fmla="*/ 354531 h 834218"/>
                <a:gd name="connsiteX220" fmla="*/ 1250469 w 3024845"/>
                <a:gd name="connsiteY220" fmla="*/ 354531 h 834218"/>
                <a:gd name="connsiteX221" fmla="*/ 1250469 w 3024845"/>
                <a:gd name="connsiteY221" fmla="*/ 441002 h 834218"/>
                <a:gd name="connsiteX222" fmla="*/ 1251229 w 3024845"/>
                <a:gd name="connsiteY222" fmla="*/ 441002 h 834218"/>
                <a:gd name="connsiteX223" fmla="*/ 1256549 w 3024845"/>
                <a:gd name="connsiteY223" fmla="*/ 441002 h 834218"/>
                <a:gd name="connsiteX224" fmla="*/ 1257309 w 3024845"/>
                <a:gd name="connsiteY224" fmla="*/ 439651 h 834218"/>
                <a:gd name="connsiteX225" fmla="*/ 1262629 w 3024845"/>
                <a:gd name="connsiteY225" fmla="*/ 430193 h 834218"/>
                <a:gd name="connsiteX226" fmla="*/ 1262629 w 3024845"/>
                <a:gd name="connsiteY226" fmla="*/ 432085 h 834218"/>
                <a:gd name="connsiteX227" fmla="*/ 1262629 w 3024845"/>
                <a:gd name="connsiteY227" fmla="*/ 445326 h 834218"/>
                <a:gd name="connsiteX228" fmla="*/ 1266682 w 3024845"/>
                <a:gd name="connsiteY228" fmla="*/ 399929 h 834218"/>
                <a:gd name="connsiteX229" fmla="*/ 1267442 w 3024845"/>
                <a:gd name="connsiteY229" fmla="*/ 399929 h 834218"/>
                <a:gd name="connsiteX230" fmla="*/ 1272762 w 3024845"/>
                <a:gd name="connsiteY230" fmla="*/ 399929 h 834218"/>
                <a:gd name="connsiteX231" fmla="*/ 1272762 w 3024845"/>
                <a:gd name="connsiteY231" fmla="*/ 335075 h 834218"/>
                <a:gd name="connsiteX232" fmla="*/ 1273776 w 3024845"/>
                <a:gd name="connsiteY232" fmla="*/ 335075 h 834218"/>
                <a:gd name="connsiteX233" fmla="*/ 1280869 w 3024845"/>
                <a:gd name="connsiteY233" fmla="*/ 335075 h 834218"/>
                <a:gd name="connsiteX234" fmla="*/ 1293029 w 3024845"/>
                <a:gd name="connsiteY234" fmla="*/ 291840 h 834218"/>
                <a:gd name="connsiteX235" fmla="*/ 1294296 w 3024845"/>
                <a:gd name="connsiteY235" fmla="*/ 291840 h 834218"/>
                <a:gd name="connsiteX236" fmla="*/ 1303163 w 3024845"/>
                <a:gd name="connsiteY236" fmla="*/ 291840 h 834218"/>
                <a:gd name="connsiteX237" fmla="*/ 1313296 w 3024845"/>
                <a:gd name="connsiteY237" fmla="*/ 335075 h 834218"/>
                <a:gd name="connsiteX238" fmla="*/ 1314309 w 3024845"/>
                <a:gd name="connsiteY238" fmla="*/ 335075 h 834218"/>
                <a:gd name="connsiteX239" fmla="*/ 1321403 w 3024845"/>
                <a:gd name="connsiteY239" fmla="*/ 335075 h 834218"/>
                <a:gd name="connsiteX240" fmla="*/ 1321403 w 3024845"/>
                <a:gd name="connsiteY240" fmla="*/ 373987 h 834218"/>
                <a:gd name="connsiteX241" fmla="*/ 1323176 w 3024845"/>
                <a:gd name="connsiteY241" fmla="*/ 373987 h 834218"/>
                <a:gd name="connsiteX242" fmla="*/ 1335590 w 3024845"/>
                <a:gd name="connsiteY242" fmla="*/ 373987 h 834218"/>
                <a:gd name="connsiteX243" fmla="*/ 1335590 w 3024845"/>
                <a:gd name="connsiteY243" fmla="*/ 376149 h 834218"/>
                <a:gd name="connsiteX244" fmla="*/ 1335590 w 3024845"/>
                <a:gd name="connsiteY244" fmla="*/ 391281 h 834218"/>
                <a:gd name="connsiteX245" fmla="*/ 1339643 w 3024845"/>
                <a:gd name="connsiteY245" fmla="*/ 389120 h 834218"/>
                <a:gd name="connsiteX246" fmla="*/ 1339643 w 3024845"/>
                <a:gd name="connsiteY246" fmla="*/ 373987 h 834218"/>
                <a:gd name="connsiteX247" fmla="*/ 1341163 w 3024845"/>
                <a:gd name="connsiteY247" fmla="*/ 373987 h 834218"/>
                <a:gd name="connsiteX248" fmla="*/ 1351803 w 3024845"/>
                <a:gd name="connsiteY248" fmla="*/ 373987 h 834218"/>
                <a:gd name="connsiteX249" fmla="*/ 1351803 w 3024845"/>
                <a:gd name="connsiteY249" fmla="*/ 375608 h 834218"/>
                <a:gd name="connsiteX250" fmla="*/ 1351803 w 3024845"/>
                <a:gd name="connsiteY250" fmla="*/ 386958 h 834218"/>
                <a:gd name="connsiteX251" fmla="*/ 1382204 w 3024845"/>
                <a:gd name="connsiteY251" fmla="*/ 386958 h 834218"/>
                <a:gd name="connsiteX252" fmla="*/ 1382204 w 3024845"/>
                <a:gd name="connsiteY252" fmla="*/ 350208 h 834218"/>
                <a:gd name="connsiteX253" fmla="*/ 1383470 w 3024845"/>
                <a:gd name="connsiteY253" fmla="*/ 350208 h 834218"/>
                <a:gd name="connsiteX254" fmla="*/ 1392337 w 3024845"/>
                <a:gd name="connsiteY254" fmla="*/ 350208 h 834218"/>
                <a:gd name="connsiteX255" fmla="*/ 1392337 w 3024845"/>
                <a:gd name="connsiteY255" fmla="*/ 371825 h 834218"/>
                <a:gd name="connsiteX256" fmla="*/ 1394364 w 3024845"/>
                <a:gd name="connsiteY256" fmla="*/ 339399 h 834218"/>
                <a:gd name="connsiteX257" fmla="*/ 1416657 w 3024845"/>
                <a:gd name="connsiteY257" fmla="*/ 339399 h 834218"/>
                <a:gd name="connsiteX258" fmla="*/ 1416657 w 3024845"/>
                <a:gd name="connsiteY258" fmla="*/ 337777 h 834218"/>
                <a:gd name="connsiteX259" fmla="*/ 1416657 w 3024845"/>
                <a:gd name="connsiteY259" fmla="*/ 326428 h 834218"/>
                <a:gd name="connsiteX260" fmla="*/ 1417417 w 3024845"/>
                <a:gd name="connsiteY260" fmla="*/ 326428 h 834218"/>
                <a:gd name="connsiteX261" fmla="*/ 1422737 w 3024845"/>
                <a:gd name="connsiteY261" fmla="*/ 326428 h 834218"/>
                <a:gd name="connsiteX262" fmla="*/ 1422737 w 3024845"/>
                <a:gd name="connsiteY262" fmla="*/ 324537 h 834218"/>
                <a:gd name="connsiteX263" fmla="*/ 1422737 w 3024845"/>
                <a:gd name="connsiteY263" fmla="*/ 311296 h 834218"/>
                <a:gd name="connsiteX264" fmla="*/ 1426791 w 3024845"/>
                <a:gd name="connsiteY264" fmla="*/ 317781 h 834218"/>
                <a:gd name="connsiteX265" fmla="*/ 1429071 w 3024845"/>
                <a:gd name="connsiteY265" fmla="*/ 317781 h 834218"/>
                <a:gd name="connsiteX266" fmla="*/ 1445031 w 3024845"/>
                <a:gd name="connsiteY266" fmla="*/ 317781 h 834218"/>
                <a:gd name="connsiteX267" fmla="*/ 1445031 w 3024845"/>
                <a:gd name="connsiteY267" fmla="*/ 316970 h 834218"/>
                <a:gd name="connsiteX268" fmla="*/ 1445031 w 3024845"/>
                <a:gd name="connsiteY268" fmla="*/ 311296 h 834218"/>
                <a:gd name="connsiteX269" fmla="*/ 1445791 w 3024845"/>
                <a:gd name="connsiteY269" fmla="*/ 311296 h 834218"/>
                <a:gd name="connsiteX270" fmla="*/ 1451111 w 3024845"/>
                <a:gd name="connsiteY270" fmla="*/ 311296 h 834218"/>
                <a:gd name="connsiteX271" fmla="*/ 1451111 w 3024845"/>
                <a:gd name="connsiteY271" fmla="*/ 312647 h 834218"/>
                <a:gd name="connsiteX272" fmla="*/ 1451111 w 3024845"/>
                <a:gd name="connsiteY272" fmla="*/ 322105 h 834218"/>
                <a:gd name="connsiteX273" fmla="*/ 1489618 w 3024845"/>
                <a:gd name="connsiteY273" fmla="*/ 322105 h 834218"/>
                <a:gd name="connsiteX274" fmla="*/ 1489618 w 3024845"/>
                <a:gd name="connsiteY274" fmla="*/ 460458 h 834218"/>
                <a:gd name="connsiteX275" fmla="*/ 1491138 w 3024845"/>
                <a:gd name="connsiteY275" fmla="*/ 460458 h 834218"/>
                <a:gd name="connsiteX276" fmla="*/ 1501778 w 3024845"/>
                <a:gd name="connsiteY276" fmla="*/ 460458 h 834218"/>
                <a:gd name="connsiteX277" fmla="*/ 1501778 w 3024845"/>
                <a:gd name="connsiteY277" fmla="*/ 447488 h 834218"/>
                <a:gd name="connsiteX278" fmla="*/ 1505832 w 3024845"/>
                <a:gd name="connsiteY278" fmla="*/ 447488 h 834218"/>
                <a:gd name="connsiteX279" fmla="*/ 1505832 w 3024845"/>
                <a:gd name="connsiteY279" fmla="*/ 460458 h 834218"/>
                <a:gd name="connsiteX280" fmla="*/ 1536232 w 3024845"/>
                <a:gd name="connsiteY280" fmla="*/ 460458 h 834218"/>
                <a:gd name="connsiteX281" fmla="*/ 1536232 w 3024845"/>
                <a:gd name="connsiteY281" fmla="*/ 430193 h 834218"/>
                <a:gd name="connsiteX282" fmla="*/ 1548392 w 3024845"/>
                <a:gd name="connsiteY282" fmla="*/ 430193 h 834218"/>
                <a:gd name="connsiteX283" fmla="*/ 1560552 w 3024845"/>
                <a:gd name="connsiteY283" fmla="*/ 428032 h 834218"/>
                <a:gd name="connsiteX284" fmla="*/ 1564606 w 3024845"/>
                <a:gd name="connsiteY284" fmla="*/ 430193 h 834218"/>
                <a:gd name="connsiteX285" fmla="*/ 1574739 w 3024845"/>
                <a:gd name="connsiteY285" fmla="*/ 430193 h 834218"/>
                <a:gd name="connsiteX286" fmla="*/ 1574739 w 3024845"/>
                <a:gd name="connsiteY286" fmla="*/ 460458 h 834218"/>
                <a:gd name="connsiteX287" fmla="*/ 1582846 w 3024845"/>
                <a:gd name="connsiteY287" fmla="*/ 460458 h 834218"/>
                <a:gd name="connsiteX288" fmla="*/ 1582846 w 3024845"/>
                <a:gd name="connsiteY288" fmla="*/ 477753 h 834218"/>
                <a:gd name="connsiteX289" fmla="*/ 1592182 w 3024845"/>
                <a:gd name="connsiteY289" fmla="*/ 478658 h 834218"/>
                <a:gd name="connsiteX290" fmla="*/ 1605140 w 3024845"/>
                <a:gd name="connsiteY290" fmla="*/ 478658 h 834218"/>
                <a:gd name="connsiteX291" fmla="*/ 1605140 w 3024845"/>
                <a:gd name="connsiteY291" fmla="*/ 462620 h 834218"/>
                <a:gd name="connsiteX292" fmla="*/ 1673096 w 3024845"/>
                <a:gd name="connsiteY292" fmla="*/ 462620 h 834218"/>
                <a:gd name="connsiteX293" fmla="*/ 1673096 w 3024845"/>
                <a:gd name="connsiteY293" fmla="*/ 377367 h 834218"/>
                <a:gd name="connsiteX294" fmla="*/ 1745104 w 3024845"/>
                <a:gd name="connsiteY294" fmla="*/ 377367 h 834218"/>
                <a:gd name="connsiteX295" fmla="*/ 1745104 w 3024845"/>
                <a:gd name="connsiteY295" fmla="*/ 456135 h 834218"/>
                <a:gd name="connsiteX296" fmla="*/ 1747008 w 3024845"/>
                <a:gd name="connsiteY296" fmla="*/ 456135 h 834218"/>
                <a:gd name="connsiteX297" fmla="*/ 1748250 w 3024845"/>
                <a:gd name="connsiteY297" fmla="*/ 478658 h 834218"/>
                <a:gd name="connsiteX298" fmla="*/ 1757926 w 3024845"/>
                <a:gd name="connsiteY298" fmla="*/ 478658 h 834218"/>
                <a:gd name="connsiteX299" fmla="*/ 1759168 w 3024845"/>
                <a:gd name="connsiteY299" fmla="*/ 456135 h 834218"/>
                <a:gd name="connsiteX300" fmla="*/ 1765248 w 3024845"/>
                <a:gd name="connsiteY300" fmla="*/ 456135 h 834218"/>
                <a:gd name="connsiteX301" fmla="*/ 1766490 w 3024845"/>
                <a:gd name="connsiteY301" fmla="*/ 478658 h 834218"/>
                <a:gd name="connsiteX302" fmla="*/ 1817112 w 3024845"/>
                <a:gd name="connsiteY302" fmla="*/ 478658 h 834218"/>
                <a:gd name="connsiteX303" fmla="*/ 1817112 w 3024845"/>
                <a:gd name="connsiteY303" fmla="*/ 315630 h 834218"/>
                <a:gd name="connsiteX304" fmla="*/ 2014439 w 3024845"/>
                <a:gd name="connsiteY304" fmla="*/ 315630 h 834218"/>
                <a:gd name="connsiteX305" fmla="*/ 2014439 w 3024845"/>
                <a:gd name="connsiteY305" fmla="*/ 478658 h 834218"/>
                <a:gd name="connsiteX306" fmla="*/ 2033136 w 3024845"/>
                <a:gd name="connsiteY306" fmla="*/ 478658 h 834218"/>
                <a:gd name="connsiteX307" fmla="*/ 2033136 w 3024845"/>
                <a:gd name="connsiteY307" fmla="*/ 395965 h 834218"/>
                <a:gd name="connsiteX308" fmla="*/ 2128256 w 3024845"/>
                <a:gd name="connsiteY308" fmla="*/ 395965 h 834218"/>
                <a:gd name="connsiteX309" fmla="*/ 2180720 w 3024845"/>
                <a:gd name="connsiteY309" fmla="*/ 330752 h 834218"/>
                <a:gd name="connsiteX310" fmla="*/ 2245574 w 3024845"/>
                <a:gd name="connsiteY310" fmla="*/ 330752 h 834218"/>
                <a:gd name="connsiteX311" fmla="*/ 2245574 w 3024845"/>
                <a:gd name="connsiteY311" fmla="*/ 406414 h 834218"/>
                <a:gd name="connsiteX312" fmla="*/ 2253681 w 3024845"/>
                <a:gd name="connsiteY312" fmla="*/ 406414 h 834218"/>
                <a:gd name="connsiteX313" fmla="*/ 2255708 w 3024845"/>
                <a:gd name="connsiteY313" fmla="*/ 399929 h 834218"/>
                <a:gd name="connsiteX314" fmla="*/ 2261788 w 3024845"/>
                <a:gd name="connsiteY314" fmla="*/ 399929 h 834218"/>
                <a:gd name="connsiteX315" fmla="*/ 2263815 w 3024845"/>
                <a:gd name="connsiteY315" fmla="*/ 408576 h 834218"/>
                <a:gd name="connsiteX316" fmla="*/ 2275975 w 3024845"/>
                <a:gd name="connsiteY316" fmla="*/ 408576 h 834218"/>
                <a:gd name="connsiteX317" fmla="*/ 2275975 w 3024845"/>
                <a:gd name="connsiteY317" fmla="*/ 402090 h 834218"/>
                <a:gd name="connsiteX318" fmla="*/ 2298268 w 3024845"/>
                <a:gd name="connsiteY318" fmla="*/ 402090 h 834218"/>
                <a:gd name="connsiteX319" fmla="*/ 2298268 w 3024845"/>
                <a:gd name="connsiteY319" fmla="*/ 408576 h 834218"/>
                <a:gd name="connsiteX320" fmla="*/ 2318535 w 3024845"/>
                <a:gd name="connsiteY320" fmla="*/ 408576 h 834218"/>
                <a:gd name="connsiteX321" fmla="*/ 2318535 w 3024845"/>
                <a:gd name="connsiteY321" fmla="*/ 453973 h 834218"/>
                <a:gd name="connsiteX322" fmla="*/ 2332722 w 3024845"/>
                <a:gd name="connsiteY322" fmla="*/ 453973 h 834218"/>
                <a:gd name="connsiteX323" fmla="*/ 2332722 w 3024845"/>
                <a:gd name="connsiteY323" fmla="*/ 441002 h 834218"/>
                <a:gd name="connsiteX324" fmla="*/ 2348936 w 3024845"/>
                <a:gd name="connsiteY324" fmla="*/ 441002 h 834218"/>
                <a:gd name="connsiteX325" fmla="*/ 2348936 w 3024845"/>
                <a:gd name="connsiteY325" fmla="*/ 261575 h 834218"/>
                <a:gd name="connsiteX326" fmla="*/ 2355016 w 3024845"/>
                <a:gd name="connsiteY326" fmla="*/ 255089 h 834218"/>
                <a:gd name="connsiteX327" fmla="*/ 2427977 w 3024845"/>
                <a:gd name="connsiteY327" fmla="*/ 255089 h 834218"/>
                <a:gd name="connsiteX328" fmla="*/ 2427977 w 3024845"/>
                <a:gd name="connsiteY328" fmla="*/ 263737 h 834218"/>
                <a:gd name="connsiteX329" fmla="*/ 2438110 w 3024845"/>
                <a:gd name="connsiteY329" fmla="*/ 263737 h 834218"/>
                <a:gd name="connsiteX330" fmla="*/ 2438110 w 3024845"/>
                <a:gd name="connsiteY330" fmla="*/ 378311 h 834218"/>
                <a:gd name="connsiteX331" fmla="*/ 2460404 w 3024845"/>
                <a:gd name="connsiteY331" fmla="*/ 378311 h 834218"/>
                <a:gd name="connsiteX332" fmla="*/ 2460404 w 3024845"/>
                <a:gd name="connsiteY332" fmla="*/ 311296 h 834218"/>
                <a:gd name="connsiteX333" fmla="*/ 2486751 w 3024845"/>
                <a:gd name="connsiteY333" fmla="*/ 311296 h 834218"/>
                <a:gd name="connsiteX334" fmla="*/ 2490804 w 3024845"/>
                <a:gd name="connsiteY334" fmla="*/ 306972 h 834218"/>
                <a:gd name="connsiteX335" fmla="*/ 2498911 w 3024845"/>
                <a:gd name="connsiteY335" fmla="*/ 306972 h 834218"/>
                <a:gd name="connsiteX336" fmla="*/ 2502964 w 3024845"/>
                <a:gd name="connsiteY336" fmla="*/ 311296 h 834218"/>
                <a:gd name="connsiteX337" fmla="*/ 2525258 w 3024845"/>
                <a:gd name="connsiteY337" fmla="*/ 311296 h 834218"/>
                <a:gd name="connsiteX338" fmla="*/ 2525258 w 3024845"/>
                <a:gd name="connsiteY338" fmla="*/ 194560 h 834218"/>
                <a:gd name="connsiteX339" fmla="*/ 2582005 w 3024845"/>
                <a:gd name="connsiteY339" fmla="*/ 183751 h 834218"/>
                <a:gd name="connsiteX340" fmla="*/ 2582005 w 3024845"/>
                <a:gd name="connsiteY340" fmla="*/ 184832 h 834218"/>
                <a:gd name="connsiteX341" fmla="*/ 2582005 w 3024845"/>
                <a:gd name="connsiteY341" fmla="*/ 192398 h 834218"/>
                <a:gd name="connsiteX342" fmla="*/ 2608352 w 3024845"/>
                <a:gd name="connsiteY342" fmla="*/ 192398 h 834218"/>
                <a:gd name="connsiteX343" fmla="*/ 2608352 w 3024845"/>
                <a:gd name="connsiteY343" fmla="*/ 447488 h 834218"/>
                <a:gd name="connsiteX344" fmla="*/ 2630646 w 3024845"/>
                <a:gd name="connsiteY344" fmla="*/ 447488 h 834218"/>
                <a:gd name="connsiteX345" fmla="*/ 2630646 w 3024845"/>
                <a:gd name="connsiteY345" fmla="*/ 443164 h 834218"/>
                <a:gd name="connsiteX346" fmla="*/ 2642806 w 3024845"/>
                <a:gd name="connsiteY346" fmla="*/ 443164 h 834218"/>
                <a:gd name="connsiteX347" fmla="*/ 2642806 w 3024845"/>
                <a:gd name="connsiteY347" fmla="*/ 447488 h 834218"/>
                <a:gd name="connsiteX348" fmla="*/ 2667126 w 3024845"/>
                <a:gd name="connsiteY348" fmla="*/ 447488 h 834218"/>
                <a:gd name="connsiteX349" fmla="*/ 2667126 w 3024845"/>
                <a:gd name="connsiteY349" fmla="*/ 434517 h 834218"/>
                <a:gd name="connsiteX350" fmla="*/ 2695500 w 3024845"/>
                <a:gd name="connsiteY350" fmla="*/ 434517 h 834218"/>
                <a:gd name="connsiteX351" fmla="*/ 2707660 w 3024845"/>
                <a:gd name="connsiteY351" fmla="*/ 430193 h 834218"/>
                <a:gd name="connsiteX352" fmla="*/ 2727927 w 3024845"/>
                <a:gd name="connsiteY352" fmla="*/ 434517 h 834218"/>
                <a:gd name="connsiteX353" fmla="*/ 2727927 w 3024845"/>
                <a:gd name="connsiteY353" fmla="*/ 417223 h 834218"/>
                <a:gd name="connsiteX354" fmla="*/ 2736034 w 3024845"/>
                <a:gd name="connsiteY354" fmla="*/ 417223 h 834218"/>
                <a:gd name="connsiteX355" fmla="*/ 2736034 w 3024845"/>
                <a:gd name="connsiteY355" fmla="*/ 404252 h 834218"/>
                <a:gd name="connsiteX356" fmla="*/ 2792781 w 3024845"/>
                <a:gd name="connsiteY356" fmla="*/ 404252 h 834218"/>
                <a:gd name="connsiteX357" fmla="*/ 2792781 w 3024845"/>
                <a:gd name="connsiteY357" fmla="*/ 373987 h 834218"/>
                <a:gd name="connsiteX358" fmla="*/ 2811021 w 3024845"/>
                <a:gd name="connsiteY358" fmla="*/ 373987 h 834218"/>
                <a:gd name="connsiteX359" fmla="*/ 2811021 w 3024845"/>
                <a:gd name="connsiteY359" fmla="*/ 367502 h 834218"/>
                <a:gd name="connsiteX360" fmla="*/ 2823181 w 3024845"/>
                <a:gd name="connsiteY360" fmla="*/ 367502 h 834218"/>
                <a:gd name="connsiteX361" fmla="*/ 2823181 w 3024845"/>
                <a:gd name="connsiteY361" fmla="*/ 373987 h 834218"/>
                <a:gd name="connsiteX362" fmla="*/ 2839395 w 3024845"/>
                <a:gd name="connsiteY362" fmla="*/ 373987 h 834218"/>
                <a:gd name="connsiteX363" fmla="*/ 2839395 w 3024845"/>
                <a:gd name="connsiteY363" fmla="*/ 423708 h 834218"/>
                <a:gd name="connsiteX364" fmla="*/ 2871822 w 3024845"/>
                <a:gd name="connsiteY364" fmla="*/ 423708 h 834218"/>
                <a:gd name="connsiteX365" fmla="*/ 2871822 w 3024845"/>
                <a:gd name="connsiteY365" fmla="*/ 397767 h 834218"/>
                <a:gd name="connsiteX366" fmla="*/ 2910329 w 3024845"/>
                <a:gd name="connsiteY366" fmla="*/ 397767 h 834218"/>
                <a:gd name="connsiteX367" fmla="*/ 2910329 w 3024845"/>
                <a:gd name="connsiteY367" fmla="*/ 367502 h 834218"/>
                <a:gd name="connsiteX368" fmla="*/ 2958970 w 3024845"/>
                <a:gd name="connsiteY368" fmla="*/ 367502 h 834218"/>
                <a:gd name="connsiteX369" fmla="*/ 2958970 w 3024845"/>
                <a:gd name="connsiteY369" fmla="*/ 478658 h 834218"/>
                <a:gd name="connsiteX370" fmla="*/ 2958970 w 3024845"/>
                <a:gd name="connsiteY370" fmla="*/ 492437 h 834218"/>
                <a:gd name="connsiteX371" fmla="*/ 3024845 w 3024845"/>
                <a:gd name="connsiteY371" fmla="*/ 492437 h 834218"/>
                <a:gd name="connsiteX372" fmla="*/ 3024845 w 3024845"/>
                <a:gd name="connsiteY372" fmla="*/ 834218 h 834218"/>
                <a:gd name="connsiteX373" fmla="*/ 2054 w 3024845"/>
                <a:gd name="connsiteY373" fmla="*/ 831885 h 834218"/>
                <a:gd name="connsiteX374" fmla="*/ 0 w 3024845"/>
                <a:gd name="connsiteY374" fmla="*/ 397767 h 834218"/>
                <a:gd name="connsiteX375" fmla="*/ 20267 w 3024845"/>
                <a:gd name="connsiteY375" fmla="*/ 397767 h 834218"/>
                <a:gd name="connsiteX376" fmla="*/ 20774 w 3024845"/>
                <a:gd name="connsiteY376" fmla="*/ 396686 h 834218"/>
                <a:gd name="connsiteX377" fmla="*/ 24320 w 3024845"/>
                <a:gd name="connsiteY377" fmla="*/ 389120 h 834218"/>
                <a:gd name="connsiteX378" fmla="*/ 26094 w 3024845"/>
                <a:gd name="connsiteY378" fmla="*/ 389390 h 834218"/>
                <a:gd name="connsiteX379" fmla="*/ 38507 w 3024845"/>
                <a:gd name="connsiteY379" fmla="*/ 391281 h 834218"/>
                <a:gd name="connsiteX380" fmla="*/ 39014 w 3024845"/>
                <a:gd name="connsiteY380" fmla="*/ 392633 h 834218"/>
                <a:gd name="connsiteX381" fmla="*/ 42560 w 3024845"/>
                <a:gd name="connsiteY381" fmla="*/ 402090 h 834218"/>
                <a:gd name="connsiteX382" fmla="*/ 68907 w 3024845"/>
                <a:gd name="connsiteY382" fmla="*/ 404252 h 834218"/>
                <a:gd name="connsiteX383" fmla="*/ 68907 w 3024845"/>
                <a:gd name="connsiteY383" fmla="*/ 281031 h 834218"/>
                <a:gd name="connsiteX384" fmla="*/ 70934 w 3024845"/>
                <a:gd name="connsiteY384" fmla="*/ 281031 h 834218"/>
                <a:gd name="connsiteX385" fmla="*/ 85121 w 3024845"/>
                <a:gd name="connsiteY385" fmla="*/ 281031 h 834218"/>
                <a:gd name="connsiteX386" fmla="*/ 85121 w 3024845"/>
                <a:gd name="connsiteY386" fmla="*/ 144839 h 834218"/>
                <a:gd name="connsiteX387" fmla="*/ 86894 w 3024845"/>
                <a:gd name="connsiteY387" fmla="*/ 144839 h 834218"/>
                <a:gd name="connsiteX388" fmla="*/ 99308 w 3024845"/>
                <a:gd name="connsiteY388" fmla="*/ 144839 h 834218"/>
                <a:gd name="connsiteX389" fmla="*/ 99308 w 3024845"/>
                <a:gd name="connsiteY389" fmla="*/ 30265 h 834218"/>
                <a:gd name="connsiteX390" fmla="*/ 103361 w 3024845"/>
                <a:gd name="connsiteY390"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30265 h 834218"/>
                <a:gd name="connsiteX5" fmla="*/ 220909 w 3024845"/>
                <a:gd name="connsiteY5" fmla="*/ 144839 h 834218"/>
                <a:gd name="connsiteX6" fmla="*/ 223189 w 3024845"/>
                <a:gd name="connsiteY6" fmla="*/ 144839 h 834218"/>
                <a:gd name="connsiteX7" fmla="*/ 239150 w 3024845"/>
                <a:gd name="connsiteY7" fmla="*/ 144839 h 834218"/>
                <a:gd name="connsiteX8" fmla="*/ 239150 w 3024845"/>
                <a:gd name="connsiteY8" fmla="*/ 285354 h 834218"/>
                <a:gd name="connsiteX9" fmla="*/ 240670 w 3024845"/>
                <a:gd name="connsiteY9" fmla="*/ 285084 h 834218"/>
                <a:gd name="connsiteX10" fmla="*/ 251310 w 3024845"/>
                <a:gd name="connsiteY10" fmla="*/ 283193 h 834218"/>
                <a:gd name="connsiteX11" fmla="*/ 249283 w 3024845"/>
                <a:gd name="connsiteY11" fmla="*/ 371825 h 834218"/>
                <a:gd name="connsiteX12" fmla="*/ 250803 w 3024845"/>
                <a:gd name="connsiteY12" fmla="*/ 372096 h 834218"/>
                <a:gd name="connsiteX13" fmla="*/ 261443 w 3024845"/>
                <a:gd name="connsiteY13" fmla="*/ 373987 h 834218"/>
                <a:gd name="connsiteX14" fmla="*/ 261696 w 3024845"/>
                <a:gd name="connsiteY14" fmla="*/ 374798 h 834218"/>
                <a:gd name="connsiteX15" fmla="*/ 263470 w 3024845"/>
                <a:gd name="connsiteY15" fmla="*/ 380473 h 834218"/>
                <a:gd name="connsiteX16" fmla="*/ 264230 w 3024845"/>
                <a:gd name="connsiteY16" fmla="*/ 378041 h 834218"/>
                <a:gd name="connsiteX17" fmla="*/ 269550 w 3024845"/>
                <a:gd name="connsiteY17" fmla="*/ 361017 h 834218"/>
                <a:gd name="connsiteX18" fmla="*/ 271323 w 3024845"/>
                <a:gd name="connsiteY18" fmla="*/ 361017 h 834218"/>
                <a:gd name="connsiteX19" fmla="*/ 283737 w 3024845"/>
                <a:gd name="connsiteY19" fmla="*/ 361017 h 834218"/>
                <a:gd name="connsiteX20" fmla="*/ 283737 w 3024845"/>
                <a:gd name="connsiteY20" fmla="*/ 393443 h 834218"/>
                <a:gd name="connsiteX21" fmla="*/ 284750 w 3024845"/>
                <a:gd name="connsiteY21" fmla="*/ 393984 h 834218"/>
                <a:gd name="connsiteX22" fmla="*/ 291844 w 3024845"/>
                <a:gd name="connsiteY22" fmla="*/ 397767 h 834218"/>
                <a:gd name="connsiteX23" fmla="*/ 291844 w 3024845"/>
                <a:gd name="connsiteY23" fmla="*/ 399118 h 834218"/>
                <a:gd name="connsiteX24" fmla="*/ 291844 w 3024845"/>
                <a:gd name="connsiteY24" fmla="*/ 408576 h 834218"/>
                <a:gd name="connsiteX25" fmla="*/ 336431 w 3024845"/>
                <a:gd name="connsiteY25" fmla="*/ 408576 h 834218"/>
                <a:gd name="connsiteX26" fmla="*/ 336431 w 3024845"/>
                <a:gd name="connsiteY26" fmla="*/ 409657 h 834218"/>
                <a:gd name="connsiteX27" fmla="*/ 336431 w 3024845"/>
                <a:gd name="connsiteY27" fmla="*/ 417223 h 834218"/>
                <a:gd name="connsiteX28" fmla="*/ 338457 w 3024845"/>
                <a:gd name="connsiteY28" fmla="*/ 417223 h 834218"/>
                <a:gd name="connsiteX29" fmla="*/ 352644 w 3024845"/>
                <a:gd name="connsiteY29" fmla="*/ 417223 h 834218"/>
                <a:gd name="connsiteX30" fmla="*/ 352644 w 3024845"/>
                <a:gd name="connsiteY30" fmla="*/ 386958 h 834218"/>
                <a:gd name="connsiteX31" fmla="*/ 397231 w 3024845"/>
                <a:gd name="connsiteY31" fmla="*/ 386958 h 834218"/>
                <a:gd name="connsiteX32" fmla="*/ 397231 w 3024845"/>
                <a:gd name="connsiteY32" fmla="*/ 385607 h 834218"/>
                <a:gd name="connsiteX33" fmla="*/ 397231 w 3024845"/>
                <a:gd name="connsiteY33" fmla="*/ 376149 h 834218"/>
                <a:gd name="connsiteX34" fmla="*/ 398245 w 3024845"/>
                <a:gd name="connsiteY34" fmla="*/ 376149 h 834218"/>
                <a:gd name="connsiteX35" fmla="*/ 405338 w 3024845"/>
                <a:gd name="connsiteY35" fmla="*/ 376149 h 834218"/>
                <a:gd name="connsiteX36" fmla="*/ 405338 w 3024845"/>
                <a:gd name="connsiteY36" fmla="*/ 374258 h 834218"/>
                <a:gd name="connsiteX37" fmla="*/ 405338 w 3024845"/>
                <a:gd name="connsiteY37" fmla="*/ 361017 h 834218"/>
                <a:gd name="connsiteX38" fmla="*/ 406098 w 3024845"/>
                <a:gd name="connsiteY38" fmla="*/ 361017 h 834218"/>
                <a:gd name="connsiteX39" fmla="*/ 411418 w 3024845"/>
                <a:gd name="connsiteY39" fmla="*/ 361017 h 834218"/>
                <a:gd name="connsiteX40" fmla="*/ 411418 w 3024845"/>
                <a:gd name="connsiteY40" fmla="*/ 359936 h 834218"/>
                <a:gd name="connsiteX41" fmla="*/ 411418 w 3024845"/>
                <a:gd name="connsiteY41" fmla="*/ 352369 h 834218"/>
                <a:gd name="connsiteX42" fmla="*/ 413445 w 3024845"/>
                <a:gd name="connsiteY42" fmla="*/ 352369 h 834218"/>
                <a:gd name="connsiteX43" fmla="*/ 427632 w 3024845"/>
                <a:gd name="connsiteY43" fmla="*/ 352369 h 834218"/>
                <a:gd name="connsiteX44" fmla="*/ 427632 w 3024845"/>
                <a:gd name="connsiteY44" fmla="*/ 353450 h 834218"/>
                <a:gd name="connsiteX45" fmla="*/ 427632 w 3024845"/>
                <a:gd name="connsiteY45" fmla="*/ 361017 h 834218"/>
                <a:gd name="connsiteX46" fmla="*/ 449925 w 3024845"/>
                <a:gd name="connsiteY46" fmla="*/ 361017 h 834218"/>
                <a:gd name="connsiteX47" fmla="*/ 449925 w 3024845"/>
                <a:gd name="connsiteY47" fmla="*/ 359125 h 834218"/>
                <a:gd name="connsiteX48" fmla="*/ 449925 w 3024845"/>
                <a:gd name="connsiteY48" fmla="*/ 345884 h 834218"/>
                <a:gd name="connsiteX49" fmla="*/ 451699 w 3024845"/>
                <a:gd name="connsiteY49" fmla="*/ 345884 h 834218"/>
                <a:gd name="connsiteX50" fmla="*/ 464112 w 3024845"/>
                <a:gd name="connsiteY50" fmla="*/ 345884 h 834218"/>
                <a:gd name="connsiteX51" fmla="*/ 464112 w 3024845"/>
                <a:gd name="connsiteY51" fmla="*/ 369664 h 834218"/>
                <a:gd name="connsiteX52" fmla="*/ 465126 w 3024845"/>
                <a:gd name="connsiteY52" fmla="*/ 369664 h 834218"/>
                <a:gd name="connsiteX53" fmla="*/ 472219 w 3024845"/>
                <a:gd name="connsiteY53" fmla="*/ 369664 h 834218"/>
                <a:gd name="connsiteX54" fmla="*/ 472219 w 3024845"/>
                <a:gd name="connsiteY54" fmla="*/ 368583 h 834218"/>
                <a:gd name="connsiteX55" fmla="*/ 472219 w 3024845"/>
                <a:gd name="connsiteY55" fmla="*/ 361017 h 834218"/>
                <a:gd name="connsiteX56" fmla="*/ 473992 w 3024845"/>
                <a:gd name="connsiteY56" fmla="*/ 361017 h 834218"/>
                <a:gd name="connsiteX57" fmla="*/ 486406 w 3024845"/>
                <a:gd name="connsiteY57" fmla="*/ 361017 h 834218"/>
                <a:gd name="connsiteX58" fmla="*/ 486406 w 3024845"/>
                <a:gd name="connsiteY58" fmla="*/ 386958 h 834218"/>
                <a:gd name="connsiteX59" fmla="*/ 488433 w 3024845"/>
                <a:gd name="connsiteY59" fmla="*/ 386958 h 834218"/>
                <a:gd name="connsiteX60" fmla="*/ 502619 w 3024845"/>
                <a:gd name="connsiteY60" fmla="*/ 386958 h 834218"/>
                <a:gd name="connsiteX61" fmla="*/ 502619 w 3024845"/>
                <a:gd name="connsiteY61" fmla="*/ 388579 h 834218"/>
                <a:gd name="connsiteX62" fmla="*/ 502619 w 3024845"/>
                <a:gd name="connsiteY62" fmla="*/ 399929 h 834218"/>
                <a:gd name="connsiteX63" fmla="*/ 503379 w 3024845"/>
                <a:gd name="connsiteY63" fmla="*/ 399929 h 834218"/>
                <a:gd name="connsiteX64" fmla="*/ 508700 w 3024845"/>
                <a:gd name="connsiteY64" fmla="*/ 399929 h 834218"/>
                <a:gd name="connsiteX65" fmla="*/ 508700 w 3024845"/>
                <a:gd name="connsiteY65" fmla="*/ 399118 h 834218"/>
                <a:gd name="connsiteX66" fmla="*/ 508700 w 3024845"/>
                <a:gd name="connsiteY66" fmla="*/ 393443 h 834218"/>
                <a:gd name="connsiteX67" fmla="*/ 539100 w 3024845"/>
                <a:gd name="connsiteY67" fmla="*/ 393443 h 834218"/>
                <a:gd name="connsiteX68" fmla="*/ 539100 w 3024845"/>
                <a:gd name="connsiteY68" fmla="*/ 417223 h 834218"/>
                <a:gd name="connsiteX69" fmla="*/ 540113 w 3024845"/>
                <a:gd name="connsiteY69" fmla="*/ 417223 h 834218"/>
                <a:gd name="connsiteX70" fmla="*/ 547207 w 3024845"/>
                <a:gd name="connsiteY70" fmla="*/ 417223 h 834218"/>
                <a:gd name="connsiteX71" fmla="*/ 547207 w 3024845"/>
                <a:gd name="connsiteY71" fmla="*/ 418304 h 834218"/>
                <a:gd name="connsiteX72" fmla="*/ 547207 w 3024845"/>
                <a:gd name="connsiteY72" fmla="*/ 425870 h 834218"/>
                <a:gd name="connsiteX73" fmla="*/ 547967 w 3024845"/>
                <a:gd name="connsiteY73" fmla="*/ 425870 h 834218"/>
                <a:gd name="connsiteX74" fmla="*/ 553287 w 3024845"/>
                <a:gd name="connsiteY74" fmla="*/ 425870 h 834218"/>
                <a:gd name="connsiteX75" fmla="*/ 553287 w 3024845"/>
                <a:gd name="connsiteY75" fmla="*/ 423708 h 834218"/>
                <a:gd name="connsiteX76" fmla="*/ 553287 w 3024845"/>
                <a:gd name="connsiteY76" fmla="*/ 408576 h 834218"/>
                <a:gd name="connsiteX77" fmla="*/ 554300 w 3024845"/>
                <a:gd name="connsiteY77" fmla="*/ 408576 h 834218"/>
                <a:gd name="connsiteX78" fmla="*/ 561394 w 3024845"/>
                <a:gd name="connsiteY78" fmla="*/ 408576 h 834218"/>
                <a:gd name="connsiteX79" fmla="*/ 561394 w 3024845"/>
                <a:gd name="connsiteY79" fmla="*/ 409657 h 834218"/>
                <a:gd name="connsiteX80" fmla="*/ 561394 w 3024845"/>
                <a:gd name="connsiteY80" fmla="*/ 417223 h 834218"/>
                <a:gd name="connsiteX81" fmla="*/ 566714 w 3024845"/>
                <a:gd name="connsiteY81" fmla="*/ 415230 h 834218"/>
                <a:gd name="connsiteX82" fmla="*/ 567474 w 3024845"/>
                <a:gd name="connsiteY82" fmla="*/ 414250 h 834218"/>
                <a:gd name="connsiteX83" fmla="*/ 567474 w 3024845"/>
                <a:gd name="connsiteY83" fmla="*/ 408576 h 834218"/>
                <a:gd name="connsiteX84" fmla="*/ 605981 w 3024845"/>
                <a:gd name="connsiteY84" fmla="*/ 408576 h 834218"/>
                <a:gd name="connsiteX85" fmla="*/ 605981 w 3024845"/>
                <a:gd name="connsiteY85" fmla="*/ 432355 h 834218"/>
                <a:gd name="connsiteX86" fmla="*/ 608007 w 3024845"/>
                <a:gd name="connsiteY86" fmla="*/ 432355 h 834218"/>
                <a:gd name="connsiteX87" fmla="*/ 622194 w 3024845"/>
                <a:gd name="connsiteY87" fmla="*/ 432355 h 834218"/>
                <a:gd name="connsiteX88" fmla="*/ 622194 w 3024845"/>
                <a:gd name="connsiteY88" fmla="*/ 433436 h 834218"/>
                <a:gd name="connsiteX89" fmla="*/ 622194 w 3024845"/>
                <a:gd name="connsiteY89" fmla="*/ 441002 h 834218"/>
                <a:gd name="connsiteX90" fmla="*/ 623968 w 3024845"/>
                <a:gd name="connsiteY90" fmla="*/ 441002 h 834218"/>
                <a:gd name="connsiteX91" fmla="*/ 636381 w 3024845"/>
                <a:gd name="connsiteY91" fmla="*/ 441002 h 834218"/>
                <a:gd name="connsiteX92" fmla="*/ 636381 w 3024845"/>
                <a:gd name="connsiteY92" fmla="*/ 417223 h 834218"/>
                <a:gd name="connsiteX93" fmla="*/ 637394 w 3024845"/>
                <a:gd name="connsiteY93" fmla="*/ 417223 h 834218"/>
                <a:gd name="connsiteX94" fmla="*/ 644488 w 3024845"/>
                <a:gd name="connsiteY94" fmla="*/ 417223 h 834218"/>
                <a:gd name="connsiteX95" fmla="*/ 644488 w 3024845"/>
                <a:gd name="connsiteY95" fmla="*/ 384796 h 834218"/>
                <a:gd name="connsiteX96" fmla="*/ 645501 w 3024845"/>
                <a:gd name="connsiteY96" fmla="*/ 384796 h 834218"/>
                <a:gd name="connsiteX97" fmla="*/ 652595 w 3024845"/>
                <a:gd name="connsiteY97" fmla="*/ 384796 h 834218"/>
                <a:gd name="connsiteX98" fmla="*/ 652595 w 3024845"/>
                <a:gd name="connsiteY98" fmla="*/ 382905 h 834218"/>
                <a:gd name="connsiteX99" fmla="*/ 652595 w 3024845"/>
                <a:gd name="connsiteY99" fmla="*/ 369664 h 834218"/>
                <a:gd name="connsiteX100" fmla="*/ 651328 w 3024845"/>
                <a:gd name="connsiteY100" fmla="*/ 368042 h 834218"/>
                <a:gd name="connsiteX101" fmla="*/ 656648 w 3024845"/>
                <a:gd name="connsiteY101" fmla="*/ 356693 h 834218"/>
                <a:gd name="connsiteX102" fmla="*/ 664755 w 3024845"/>
                <a:gd name="connsiteY102" fmla="*/ 384796 h 834218"/>
                <a:gd name="connsiteX103" fmla="*/ 665515 w 3024845"/>
                <a:gd name="connsiteY103" fmla="*/ 384796 h 834218"/>
                <a:gd name="connsiteX104" fmla="*/ 670835 w 3024845"/>
                <a:gd name="connsiteY104" fmla="*/ 384796 h 834218"/>
                <a:gd name="connsiteX105" fmla="*/ 670835 w 3024845"/>
                <a:gd name="connsiteY105" fmla="*/ 278869 h 834218"/>
                <a:gd name="connsiteX106" fmla="*/ 672355 w 3024845"/>
                <a:gd name="connsiteY106" fmla="*/ 278869 h 834218"/>
                <a:gd name="connsiteX107" fmla="*/ 682995 w 3024845"/>
                <a:gd name="connsiteY107" fmla="*/ 278869 h 834218"/>
                <a:gd name="connsiteX108" fmla="*/ 682995 w 3024845"/>
                <a:gd name="connsiteY108" fmla="*/ 231310 h 834218"/>
                <a:gd name="connsiteX109" fmla="*/ 709342 w 3024845"/>
                <a:gd name="connsiteY109" fmla="*/ 231310 h 834218"/>
                <a:gd name="connsiteX110" fmla="*/ 709342 w 3024845"/>
                <a:gd name="connsiteY110" fmla="*/ 209692 h 834218"/>
                <a:gd name="connsiteX111" fmla="*/ 743796 w 3024845"/>
                <a:gd name="connsiteY111" fmla="*/ 209692 h 834218"/>
                <a:gd name="connsiteX112" fmla="*/ 743796 w 3024845"/>
                <a:gd name="connsiteY112" fmla="*/ 212124 h 834218"/>
                <a:gd name="connsiteX113" fmla="*/ 743796 w 3024845"/>
                <a:gd name="connsiteY113" fmla="*/ 229148 h 834218"/>
                <a:gd name="connsiteX114" fmla="*/ 746076 w 3024845"/>
                <a:gd name="connsiteY114" fmla="*/ 229148 h 834218"/>
                <a:gd name="connsiteX115" fmla="*/ 762036 w 3024845"/>
                <a:gd name="connsiteY115" fmla="*/ 229148 h 834218"/>
                <a:gd name="connsiteX116" fmla="*/ 762036 w 3024845"/>
                <a:gd name="connsiteY116" fmla="*/ 276707 h 834218"/>
                <a:gd name="connsiteX117" fmla="*/ 763049 w 3024845"/>
                <a:gd name="connsiteY117" fmla="*/ 276707 h 834218"/>
                <a:gd name="connsiteX118" fmla="*/ 770143 w 3024845"/>
                <a:gd name="connsiteY118" fmla="*/ 276707 h 834218"/>
                <a:gd name="connsiteX119" fmla="*/ 784330 w 3024845"/>
                <a:gd name="connsiteY119" fmla="*/ 281031 h 834218"/>
                <a:gd name="connsiteX120" fmla="*/ 784330 w 3024845"/>
                <a:gd name="connsiteY120" fmla="*/ 319943 h 834218"/>
                <a:gd name="connsiteX121" fmla="*/ 785343 w 3024845"/>
                <a:gd name="connsiteY121" fmla="*/ 319943 h 834218"/>
                <a:gd name="connsiteX122" fmla="*/ 792436 w 3024845"/>
                <a:gd name="connsiteY122" fmla="*/ 319943 h 834218"/>
                <a:gd name="connsiteX123" fmla="*/ 792436 w 3024845"/>
                <a:gd name="connsiteY123" fmla="*/ 321564 h 834218"/>
                <a:gd name="connsiteX124" fmla="*/ 792436 w 3024845"/>
                <a:gd name="connsiteY124" fmla="*/ 332913 h 834218"/>
                <a:gd name="connsiteX125" fmla="*/ 794463 w 3024845"/>
                <a:gd name="connsiteY125" fmla="*/ 332913 h 834218"/>
                <a:gd name="connsiteX126" fmla="*/ 808650 w 3024845"/>
                <a:gd name="connsiteY126" fmla="*/ 332913 h 834218"/>
                <a:gd name="connsiteX127" fmla="*/ 814730 w 3024845"/>
                <a:gd name="connsiteY127" fmla="*/ 339399 h 834218"/>
                <a:gd name="connsiteX128" fmla="*/ 814730 w 3024845"/>
                <a:gd name="connsiteY128" fmla="*/ 361017 h 834218"/>
                <a:gd name="connsiteX129" fmla="*/ 817010 w 3024845"/>
                <a:gd name="connsiteY129" fmla="*/ 361017 h 834218"/>
                <a:gd name="connsiteX130" fmla="*/ 832970 w 3024845"/>
                <a:gd name="connsiteY130" fmla="*/ 361017 h 834218"/>
                <a:gd name="connsiteX131" fmla="*/ 832970 w 3024845"/>
                <a:gd name="connsiteY131" fmla="*/ 362097 h 834218"/>
                <a:gd name="connsiteX132" fmla="*/ 832970 w 3024845"/>
                <a:gd name="connsiteY132" fmla="*/ 369664 h 834218"/>
                <a:gd name="connsiteX133" fmla="*/ 834237 w 3024845"/>
                <a:gd name="connsiteY133" fmla="*/ 369664 h 834218"/>
                <a:gd name="connsiteX134" fmla="*/ 843104 w 3024845"/>
                <a:gd name="connsiteY134" fmla="*/ 369664 h 834218"/>
                <a:gd name="connsiteX135" fmla="*/ 843104 w 3024845"/>
                <a:gd name="connsiteY135" fmla="*/ 371825 h 834218"/>
                <a:gd name="connsiteX136" fmla="*/ 843104 w 3024845"/>
                <a:gd name="connsiteY136" fmla="*/ 386958 h 834218"/>
                <a:gd name="connsiteX137" fmla="*/ 847157 w 3024845"/>
                <a:gd name="connsiteY137" fmla="*/ 385066 h 834218"/>
                <a:gd name="connsiteX138" fmla="*/ 847157 w 3024845"/>
                <a:gd name="connsiteY138" fmla="*/ 371825 h 834218"/>
                <a:gd name="connsiteX139" fmla="*/ 848170 w 3024845"/>
                <a:gd name="connsiteY139" fmla="*/ 371825 h 834218"/>
                <a:gd name="connsiteX140" fmla="*/ 855264 w 3024845"/>
                <a:gd name="connsiteY140" fmla="*/ 371825 h 834218"/>
                <a:gd name="connsiteX141" fmla="*/ 855264 w 3024845"/>
                <a:gd name="connsiteY141" fmla="*/ 373447 h 834218"/>
                <a:gd name="connsiteX142" fmla="*/ 855264 w 3024845"/>
                <a:gd name="connsiteY142" fmla="*/ 384796 h 834218"/>
                <a:gd name="connsiteX143" fmla="*/ 856024 w 3024845"/>
                <a:gd name="connsiteY143" fmla="*/ 384796 h 834218"/>
                <a:gd name="connsiteX144" fmla="*/ 861344 w 3024845"/>
                <a:gd name="connsiteY144" fmla="*/ 384796 h 834218"/>
                <a:gd name="connsiteX145" fmla="*/ 909984 w 3024845"/>
                <a:gd name="connsiteY145" fmla="*/ 380473 h 834218"/>
                <a:gd name="connsiteX146" fmla="*/ 909984 w 3024845"/>
                <a:gd name="connsiteY146" fmla="*/ 381824 h 834218"/>
                <a:gd name="connsiteX147" fmla="*/ 909984 w 3024845"/>
                <a:gd name="connsiteY147" fmla="*/ 391281 h 834218"/>
                <a:gd name="connsiteX148" fmla="*/ 910744 w 3024845"/>
                <a:gd name="connsiteY148" fmla="*/ 391281 h 834218"/>
                <a:gd name="connsiteX149" fmla="*/ 916065 w 3024845"/>
                <a:gd name="connsiteY149" fmla="*/ 391281 h 834218"/>
                <a:gd name="connsiteX150" fmla="*/ 916065 w 3024845"/>
                <a:gd name="connsiteY150" fmla="*/ 393443 h 834218"/>
                <a:gd name="connsiteX151" fmla="*/ 916065 w 3024845"/>
                <a:gd name="connsiteY151" fmla="*/ 408576 h 834218"/>
                <a:gd name="connsiteX152" fmla="*/ 918091 w 3024845"/>
                <a:gd name="connsiteY152" fmla="*/ 407225 h 834218"/>
                <a:gd name="connsiteX153" fmla="*/ 932278 w 3024845"/>
                <a:gd name="connsiteY153" fmla="*/ 397767 h 834218"/>
                <a:gd name="connsiteX154" fmla="*/ 938358 w 3024845"/>
                <a:gd name="connsiteY154" fmla="*/ 356693 h 834218"/>
                <a:gd name="connsiteX155" fmla="*/ 939118 w 3024845"/>
                <a:gd name="connsiteY155" fmla="*/ 356423 h 834218"/>
                <a:gd name="connsiteX156" fmla="*/ 944438 w 3024845"/>
                <a:gd name="connsiteY156" fmla="*/ 354531 h 834218"/>
                <a:gd name="connsiteX157" fmla="*/ 946465 w 3024845"/>
                <a:gd name="connsiteY157" fmla="*/ 285354 h 834218"/>
                <a:gd name="connsiteX158" fmla="*/ 948492 w 3024845"/>
                <a:gd name="connsiteY158" fmla="*/ 354531 h 834218"/>
                <a:gd name="connsiteX159" fmla="*/ 949252 w 3024845"/>
                <a:gd name="connsiteY159" fmla="*/ 354801 h 834218"/>
                <a:gd name="connsiteX160" fmla="*/ 954572 w 3024845"/>
                <a:gd name="connsiteY160" fmla="*/ 356693 h 834218"/>
                <a:gd name="connsiteX161" fmla="*/ 954572 w 3024845"/>
                <a:gd name="connsiteY161" fmla="*/ 270222 h 834218"/>
                <a:gd name="connsiteX162" fmla="*/ 958625 w 3024845"/>
                <a:gd name="connsiteY162" fmla="*/ 237795 h 834218"/>
                <a:gd name="connsiteX163" fmla="*/ 997132 w 3024845"/>
                <a:gd name="connsiteY163" fmla="*/ 237795 h 834218"/>
                <a:gd name="connsiteX164" fmla="*/ 997132 w 3024845"/>
                <a:gd name="connsiteY164" fmla="*/ 270222 h 834218"/>
                <a:gd name="connsiteX165" fmla="*/ 997892 w 3024845"/>
                <a:gd name="connsiteY165" fmla="*/ 270222 h 834218"/>
                <a:gd name="connsiteX166" fmla="*/ 1003212 w 3024845"/>
                <a:gd name="connsiteY166" fmla="*/ 270222 h 834218"/>
                <a:gd name="connsiteX167" fmla="*/ 1003212 w 3024845"/>
                <a:gd name="connsiteY167" fmla="*/ 188074 h 834218"/>
                <a:gd name="connsiteX168" fmla="*/ 1004986 w 3024845"/>
                <a:gd name="connsiteY168" fmla="*/ 188074 h 834218"/>
                <a:gd name="connsiteX169" fmla="*/ 1017399 w 3024845"/>
                <a:gd name="connsiteY169" fmla="*/ 188074 h 834218"/>
                <a:gd name="connsiteX170" fmla="*/ 1017399 w 3024845"/>
                <a:gd name="connsiteY170" fmla="*/ 186183 h 834218"/>
                <a:gd name="connsiteX171" fmla="*/ 1017399 w 3024845"/>
                <a:gd name="connsiteY171" fmla="*/ 172942 h 834218"/>
                <a:gd name="connsiteX172" fmla="*/ 1039693 w 3024845"/>
                <a:gd name="connsiteY172" fmla="*/ 172942 h 834218"/>
                <a:gd name="connsiteX173" fmla="*/ 1039693 w 3024845"/>
                <a:gd name="connsiteY173" fmla="*/ 171861 h 834218"/>
                <a:gd name="connsiteX174" fmla="*/ 1039693 w 3024845"/>
                <a:gd name="connsiteY174" fmla="*/ 164295 h 834218"/>
                <a:gd name="connsiteX175" fmla="*/ 1041466 w 3024845"/>
                <a:gd name="connsiteY175" fmla="*/ 164295 h 834218"/>
                <a:gd name="connsiteX176" fmla="*/ 1053880 w 3024845"/>
                <a:gd name="connsiteY176" fmla="*/ 164295 h 834218"/>
                <a:gd name="connsiteX177" fmla="*/ 1053880 w 3024845"/>
                <a:gd name="connsiteY177" fmla="*/ 165376 h 834218"/>
                <a:gd name="connsiteX178" fmla="*/ 1053880 w 3024845"/>
                <a:gd name="connsiteY178" fmla="*/ 172942 h 834218"/>
                <a:gd name="connsiteX179" fmla="*/ 1054640 w 3024845"/>
                <a:gd name="connsiteY179" fmla="*/ 172942 h 834218"/>
                <a:gd name="connsiteX180" fmla="*/ 1059960 w 3024845"/>
                <a:gd name="connsiteY180" fmla="*/ 172942 h 834218"/>
                <a:gd name="connsiteX181" fmla="*/ 1070093 w 3024845"/>
                <a:gd name="connsiteY181" fmla="*/ 168618 h 834218"/>
                <a:gd name="connsiteX182" fmla="*/ 1074146 w 3024845"/>
                <a:gd name="connsiteY182" fmla="*/ 171861 h 834218"/>
                <a:gd name="connsiteX183" fmla="*/ 1074146 w 3024845"/>
                <a:gd name="connsiteY183" fmla="*/ 164295 h 834218"/>
                <a:gd name="connsiteX184" fmla="*/ 1076426 w 3024845"/>
                <a:gd name="connsiteY184" fmla="*/ 164295 h 834218"/>
                <a:gd name="connsiteX185" fmla="*/ 1092387 w 3024845"/>
                <a:gd name="connsiteY185" fmla="*/ 164295 h 834218"/>
                <a:gd name="connsiteX186" fmla="*/ 1092387 w 3024845"/>
                <a:gd name="connsiteY186" fmla="*/ 165376 h 834218"/>
                <a:gd name="connsiteX187" fmla="*/ 1092387 w 3024845"/>
                <a:gd name="connsiteY187" fmla="*/ 172942 h 834218"/>
                <a:gd name="connsiteX188" fmla="*/ 1122787 w 3024845"/>
                <a:gd name="connsiteY188" fmla="*/ 172942 h 834218"/>
                <a:gd name="connsiteX189" fmla="*/ 1122787 w 3024845"/>
                <a:gd name="connsiteY189" fmla="*/ 174563 h 834218"/>
                <a:gd name="connsiteX190" fmla="*/ 1122787 w 3024845"/>
                <a:gd name="connsiteY190" fmla="*/ 185913 h 834218"/>
                <a:gd name="connsiteX191" fmla="*/ 1149134 w 3024845"/>
                <a:gd name="connsiteY191" fmla="*/ 185913 h 834218"/>
                <a:gd name="connsiteX192" fmla="*/ 1149134 w 3024845"/>
                <a:gd name="connsiteY192" fmla="*/ 216177 h 834218"/>
                <a:gd name="connsiteX193" fmla="*/ 1149894 w 3024845"/>
                <a:gd name="connsiteY193" fmla="*/ 216177 h 834218"/>
                <a:gd name="connsiteX194" fmla="*/ 1155214 w 3024845"/>
                <a:gd name="connsiteY194" fmla="*/ 216177 h 834218"/>
                <a:gd name="connsiteX195" fmla="*/ 1155214 w 3024845"/>
                <a:gd name="connsiteY195" fmla="*/ 217258 h 834218"/>
                <a:gd name="connsiteX196" fmla="*/ 1155214 w 3024845"/>
                <a:gd name="connsiteY196" fmla="*/ 224825 h 834218"/>
                <a:gd name="connsiteX197" fmla="*/ 1159268 w 3024845"/>
                <a:gd name="connsiteY197" fmla="*/ 255089 h 834218"/>
                <a:gd name="connsiteX198" fmla="*/ 1160028 w 3024845"/>
                <a:gd name="connsiteY198" fmla="*/ 255089 h 834218"/>
                <a:gd name="connsiteX199" fmla="*/ 1165348 w 3024845"/>
                <a:gd name="connsiteY199" fmla="*/ 255089 h 834218"/>
                <a:gd name="connsiteX200" fmla="*/ 1165348 w 3024845"/>
                <a:gd name="connsiteY200" fmla="*/ 255900 h 834218"/>
                <a:gd name="connsiteX201" fmla="*/ 1165348 w 3024845"/>
                <a:gd name="connsiteY201" fmla="*/ 261575 h 834218"/>
                <a:gd name="connsiteX202" fmla="*/ 1166361 w 3024845"/>
                <a:gd name="connsiteY202" fmla="*/ 261575 h 834218"/>
                <a:gd name="connsiteX203" fmla="*/ 1173454 w 3024845"/>
                <a:gd name="connsiteY203" fmla="*/ 261575 h 834218"/>
                <a:gd name="connsiteX204" fmla="*/ 1173454 w 3024845"/>
                <a:gd name="connsiteY204" fmla="*/ 291840 h 834218"/>
                <a:gd name="connsiteX205" fmla="*/ 1175481 w 3024845"/>
                <a:gd name="connsiteY205" fmla="*/ 291840 h 834218"/>
                <a:gd name="connsiteX206" fmla="*/ 1189668 w 3024845"/>
                <a:gd name="connsiteY206" fmla="*/ 291840 h 834218"/>
                <a:gd name="connsiteX207" fmla="*/ 1189668 w 3024845"/>
                <a:gd name="connsiteY207" fmla="*/ 315619 h 834218"/>
                <a:gd name="connsiteX208" fmla="*/ 1191695 w 3024845"/>
                <a:gd name="connsiteY208" fmla="*/ 317240 h 834218"/>
                <a:gd name="connsiteX209" fmla="*/ 1191695 w 3024845"/>
                <a:gd name="connsiteY209" fmla="*/ 328590 h 834218"/>
                <a:gd name="connsiteX210" fmla="*/ 1192455 w 3024845"/>
                <a:gd name="connsiteY210" fmla="*/ 328590 h 834218"/>
                <a:gd name="connsiteX211" fmla="*/ 1197775 w 3024845"/>
                <a:gd name="connsiteY211" fmla="*/ 328590 h 834218"/>
                <a:gd name="connsiteX212" fmla="*/ 1197775 w 3024845"/>
                <a:gd name="connsiteY212" fmla="*/ 352369 h 834218"/>
                <a:gd name="connsiteX213" fmla="*/ 1199041 w 3024845"/>
                <a:gd name="connsiteY213" fmla="*/ 352369 h 834218"/>
                <a:gd name="connsiteX214" fmla="*/ 1207908 w 3024845"/>
                <a:gd name="connsiteY214" fmla="*/ 352369 h 834218"/>
                <a:gd name="connsiteX215" fmla="*/ 1209935 w 3024845"/>
                <a:gd name="connsiteY215" fmla="*/ 356423 h 834218"/>
                <a:gd name="connsiteX216" fmla="*/ 1209935 w 3024845"/>
                <a:gd name="connsiteY216" fmla="*/ 369664 h 834218"/>
                <a:gd name="connsiteX217" fmla="*/ 1211455 w 3024845"/>
                <a:gd name="connsiteY217" fmla="*/ 367772 h 834218"/>
                <a:gd name="connsiteX218" fmla="*/ 1222095 w 3024845"/>
                <a:gd name="connsiteY218" fmla="*/ 354531 h 834218"/>
                <a:gd name="connsiteX219" fmla="*/ 1250469 w 3024845"/>
                <a:gd name="connsiteY219" fmla="*/ 354531 h 834218"/>
                <a:gd name="connsiteX220" fmla="*/ 1250469 w 3024845"/>
                <a:gd name="connsiteY220" fmla="*/ 441002 h 834218"/>
                <a:gd name="connsiteX221" fmla="*/ 1251229 w 3024845"/>
                <a:gd name="connsiteY221" fmla="*/ 441002 h 834218"/>
                <a:gd name="connsiteX222" fmla="*/ 1256549 w 3024845"/>
                <a:gd name="connsiteY222" fmla="*/ 441002 h 834218"/>
                <a:gd name="connsiteX223" fmla="*/ 1257309 w 3024845"/>
                <a:gd name="connsiteY223" fmla="*/ 439651 h 834218"/>
                <a:gd name="connsiteX224" fmla="*/ 1262629 w 3024845"/>
                <a:gd name="connsiteY224" fmla="*/ 430193 h 834218"/>
                <a:gd name="connsiteX225" fmla="*/ 1262629 w 3024845"/>
                <a:gd name="connsiteY225" fmla="*/ 432085 h 834218"/>
                <a:gd name="connsiteX226" fmla="*/ 1262629 w 3024845"/>
                <a:gd name="connsiteY226" fmla="*/ 445326 h 834218"/>
                <a:gd name="connsiteX227" fmla="*/ 1266682 w 3024845"/>
                <a:gd name="connsiteY227" fmla="*/ 399929 h 834218"/>
                <a:gd name="connsiteX228" fmla="*/ 1267442 w 3024845"/>
                <a:gd name="connsiteY228" fmla="*/ 399929 h 834218"/>
                <a:gd name="connsiteX229" fmla="*/ 1272762 w 3024845"/>
                <a:gd name="connsiteY229" fmla="*/ 399929 h 834218"/>
                <a:gd name="connsiteX230" fmla="*/ 1272762 w 3024845"/>
                <a:gd name="connsiteY230" fmla="*/ 335075 h 834218"/>
                <a:gd name="connsiteX231" fmla="*/ 1273776 w 3024845"/>
                <a:gd name="connsiteY231" fmla="*/ 335075 h 834218"/>
                <a:gd name="connsiteX232" fmla="*/ 1280869 w 3024845"/>
                <a:gd name="connsiteY232" fmla="*/ 335075 h 834218"/>
                <a:gd name="connsiteX233" fmla="*/ 1293029 w 3024845"/>
                <a:gd name="connsiteY233" fmla="*/ 291840 h 834218"/>
                <a:gd name="connsiteX234" fmla="*/ 1294296 w 3024845"/>
                <a:gd name="connsiteY234" fmla="*/ 291840 h 834218"/>
                <a:gd name="connsiteX235" fmla="*/ 1303163 w 3024845"/>
                <a:gd name="connsiteY235" fmla="*/ 291840 h 834218"/>
                <a:gd name="connsiteX236" fmla="*/ 1313296 w 3024845"/>
                <a:gd name="connsiteY236" fmla="*/ 335075 h 834218"/>
                <a:gd name="connsiteX237" fmla="*/ 1314309 w 3024845"/>
                <a:gd name="connsiteY237" fmla="*/ 335075 h 834218"/>
                <a:gd name="connsiteX238" fmla="*/ 1321403 w 3024845"/>
                <a:gd name="connsiteY238" fmla="*/ 335075 h 834218"/>
                <a:gd name="connsiteX239" fmla="*/ 1321403 w 3024845"/>
                <a:gd name="connsiteY239" fmla="*/ 373987 h 834218"/>
                <a:gd name="connsiteX240" fmla="*/ 1323176 w 3024845"/>
                <a:gd name="connsiteY240" fmla="*/ 373987 h 834218"/>
                <a:gd name="connsiteX241" fmla="*/ 1335590 w 3024845"/>
                <a:gd name="connsiteY241" fmla="*/ 373987 h 834218"/>
                <a:gd name="connsiteX242" fmla="*/ 1335590 w 3024845"/>
                <a:gd name="connsiteY242" fmla="*/ 376149 h 834218"/>
                <a:gd name="connsiteX243" fmla="*/ 1335590 w 3024845"/>
                <a:gd name="connsiteY243" fmla="*/ 391281 h 834218"/>
                <a:gd name="connsiteX244" fmla="*/ 1339643 w 3024845"/>
                <a:gd name="connsiteY244" fmla="*/ 389120 h 834218"/>
                <a:gd name="connsiteX245" fmla="*/ 1339643 w 3024845"/>
                <a:gd name="connsiteY245" fmla="*/ 373987 h 834218"/>
                <a:gd name="connsiteX246" fmla="*/ 1341163 w 3024845"/>
                <a:gd name="connsiteY246" fmla="*/ 373987 h 834218"/>
                <a:gd name="connsiteX247" fmla="*/ 1351803 w 3024845"/>
                <a:gd name="connsiteY247" fmla="*/ 373987 h 834218"/>
                <a:gd name="connsiteX248" fmla="*/ 1351803 w 3024845"/>
                <a:gd name="connsiteY248" fmla="*/ 375608 h 834218"/>
                <a:gd name="connsiteX249" fmla="*/ 1351803 w 3024845"/>
                <a:gd name="connsiteY249" fmla="*/ 386958 h 834218"/>
                <a:gd name="connsiteX250" fmla="*/ 1382204 w 3024845"/>
                <a:gd name="connsiteY250" fmla="*/ 386958 h 834218"/>
                <a:gd name="connsiteX251" fmla="*/ 1382204 w 3024845"/>
                <a:gd name="connsiteY251" fmla="*/ 350208 h 834218"/>
                <a:gd name="connsiteX252" fmla="*/ 1383470 w 3024845"/>
                <a:gd name="connsiteY252" fmla="*/ 350208 h 834218"/>
                <a:gd name="connsiteX253" fmla="*/ 1392337 w 3024845"/>
                <a:gd name="connsiteY253" fmla="*/ 350208 h 834218"/>
                <a:gd name="connsiteX254" fmla="*/ 1392337 w 3024845"/>
                <a:gd name="connsiteY254" fmla="*/ 371825 h 834218"/>
                <a:gd name="connsiteX255" fmla="*/ 1394364 w 3024845"/>
                <a:gd name="connsiteY255" fmla="*/ 339399 h 834218"/>
                <a:gd name="connsiteX256" fmla="*/ 1416657 w 3024845"/>
                <a:gd name="connsiteY256" fmla="*/ 339399 h 834218"/>
                <a:gd name="connsiteX257" fmla="*/ 1416657 w 3024845"/>
                <a:gd name="connsiteY257" fmla="*/ 337777 h 834218"/>
                <a:gd name="connsiteX258" fmla="*/ 1416657 w 3024845"/>
                <a:gd name="connsiteY258" fmla="*/ 326428 h 834218"/>
                <a:gd name="connsiteX259" fmla="*/ 1417417 w 3024845"/>
                <a:gd name="connsiteY259" fmla="*/ 326428 h 834218"/>
                <a:gd name="connsiteX260" fmla="*/ 1422737 w 3024845"/>
                <a:gd name="connsiteY260" fmla="*/ 326428 h 834218"/>
                <a:gd name="connsiteX261" fmla="*/ 1422737 w 3024845"/>
                <a:gd name="connsiteY261" fmla="*/ 324537 h 834218"/>
                <a:gd name="connsiteX262" fmla="*/ 1422737 w 3024845"/>
                <a:gd name="connsiteY262" fmla="*/ 311296 h 834218"/>
                <a:gd name="connsiteX263" fmla="*/ 1426791 w 3024845"/>
                <a:gd name="connsiteY263" fmla="*/ 317781 h 834218"/>
                <a:gd name="connsiteX264" fmla="*/ 1429071 w 3024845"/>
                <a:gd name="connsiteY264" fmla="*/ 317781 h 834218"/>
                <a:gd name="connsiteX265" fmla="*/ 1445031 w 3024845"/>
                <a:gd name="connsiteY265" fmla="*/ 317781 h 834218"/>
                <a:gd name="connsiteX266" fmla="*/ 1445031 w 3024845"/>
                <a:gd name="connsiteY266" fmla="*/ 316970 h 834218"/>
                <a:gd name="connsiteX267" fmla="*/ 1445031 w 3024845"/>
                <a:gd name="connsiteY267" fmla="*/ 311296 h 834218"/>
                <a:gd name="connsiteX268" fmla="*/ 1445791 w 3024845"/>
                <a:gd name="connsiteY268" fmla="*/ 311296 h 834218"/>
                <a:gd name="connsiteX269" fmla="*/ 1451111 w 3024845"/>
                <a:gd name="connsiteY269" fmla="*/ 311296 h 834218"/>
                <a:gd name="connsiteX270" fmla="*/ 1451111 w 3024845"/>
                <a:gd name="connsiteY270" fmla="*/ 312647 h 834218"/>
                <a:gd name="connsiteX271" fmla="*/ 1451111 w 3024845"/>
                <a:gd name="connsiteY271" fmla="*/ 322105 h 834218"/>
                <a:gd name="connsiteX272" fmla="*/ 1489618 w 3024845"/>
                <a:gd name="connsiteY272" fmla="*/ 322105 h 834218"/>
                <a:gd name="connsiteX273" fmla="*/ 1489618 w 3024845"/>
                <a:gd name="connsiteY273" fmla="*/ 460458 h 834218"/>
                <a:gd name="connsiteX274" fmla="*/ 1491138 w 3024845"/>
                <a:gd name="connsiteY274" fmla="*/ 460458 h 834218"/>
                <a:gd name="connsiteX275" fmla="*/ 1501778 w 3024845"/>
                <a:gd name="connsiteY275" fmla="*/ 460458 h 834218"/>
                <a:gd name="connsiteX276" fmla="*/ 1501778 w 3024845"/>
                <a:gd name="connsiteY276" fmla="*/ 447488 h 834218"/>
                <a:gd name="connsiteX277" fmla="*/ 1505832 w 3024845"/>
                <a:gd name="connsiteY277" fmla="*/ 447488 h 834218"/>
                <a:gd name="connsiteX278" fmla="*/ 1505832 w 3024845"/>
                <a:gd name="connsiteY278" fmla="*/ 460458 h 834218"/>
                <a:gd name="connsiteX279" fmla="*/ 1536232 w 3024845"/>
                <a:gd name="connsiteY279" fmla="*/ 460458 h 834218"/>
                <a:gd name="connsiteX280" fmla="*/ 1536232 w 3024845"/>
                <a:gd name="connsiteY280" fmla="*/ 430193 h 834218"/>
                <a:gd name="connsiteX281" fmla="*/ 1548392 w 3024845"/>
                <a:gd name="connsiteY281" fmla="*/ 430193 h 834218"/>
                <a:gd name="connsiteX282" fmla="*/ 1560552 w 3024845"/>
                <a:gd name="connsiteY282" fmla="*/ 428032 h 834218"/>
                <a:gd name="connsiteX283" fmla="*/ 1564606 w 3024845"/>
                <a:gd name="connsiteY283" fmla="*/ 430193 h 834218"/>
                <a:gd name="connsiteX284" fmla="*/ 1574739 w 3024845"/>
                <a:gd name="connsiteY284" fmla="*/ 430193 h 834218"/>
                <a:gd name="connsiteX285" fmla="*/ 1574739 w 3024845"/>
                <a:gd name="connsiteY285" fmla="*/ 460458 h 834218"/>
                <a:gd name="connsiteX286" fmla="*/ 1582846 w 3024845"/>
                <a:gd name="connsiteY286" fmla="*/ 460458 h 834218"/>
                <a:gd name="connsiteX287" fmla="*/ 1582846 w 3024845"/>
                <a:gd name="connsiteY287" fmla="*/ 477753 h 834218"/>
                <a:gd name="connsiteX288" fmla="*/ 1592182 w 3024845"/>
                <a:gd name="connsiteY288" fmla="*/ 478658 h 834218"/>
                <a:gd name="connsiteX289" fmla="*/ 1605140 w 3024845"/>
                <a:gd name="connsiteY289" fmla="*/ 478658 h 834218"/>
                <a:gd name="connsiteX290" fmla="*/ 1605140 w 3024845"/>
                <a:gd name="connsiteY290" fmla="*/ 462620 h 834218"/>
                <a:gd name="connsiteX291" fmla="*/ 1673096 w 3024845"/>
                <a:gd name="connsiteY291" fmla="*/ 462620 h 834218"/>
                <a:gd name="connsiteX292" fmla="*/ 1673096 w 3024845"/>
                <a:gd name="connsiteY292" fmla="*/ 377367 h 834218"/>
                <a:gd name="connsiteX293" fmla="*/ 1745104 w 3024845"/>
                <a:gd name="connsiteY293" fmla="*/ 377367 h 834218"/>
                <a:gd name="connsiteX294" fmla="*/ 1745104 w 3024845"/>
                <a:gd name="connsiteY294" fmla="*/ 456135 h 834218"/>
                <a:gd name="connsiteX295" fmla="*/ 1747008 w 3024845"/>
                <a:gd name="connsiteY295" fmla="*/ 456135 h 834218"/>
                <a:gd name="connsiteX296" fmla="*/ 1748250 w 3024845"/>
                <a:gd name="connsiteY296" fmla="*/ 478658 h 834218"/>
                <a:gd name="connsiteX297" fmla="*/ 1757926 w 3024845"/>
                <a:gd name="connsiteY297" fmla="*/ 478658 h 834218"/>
                <a:gd name="connsiteX298" fmla="*/ 1759168 w 3024845"/>
                <a:gd name="connsiteY298" fmla="*/ 456135 h 834218"/>
                <a:gd name="connsiteX299" fmla="*/ 1765248 w 3024845"/>
                <a:gd name="connsiteY299" fmla="*/ 456135 h 834218"/>
                <a:gd name="connsiteX300" fmla="*/ 1766490 w 3024845"/>
                <a:gd name="connsiteY300" fmla="*/ 478658 h 834218"/>
                <a:gd name="connsiteX301" fmla="*/ 1817112 w 3024845"/>
                <a:gd name="connsiteY301" fmla="*/ 478658 h 834218"/>
                <a:gd name="connsiteX302" fmla="*/ 1817112 w 3024845"/>
                <a:gd name="connsiteY302" fmla="*/ 315630 h 834218"/>
                <a:gd name="connsiteX303" fmla="*/ 2014439 w 3024845"/>
                <a:gd name="connsiteY303" fmla="*/ 315630 h 834218"/>
                <a:gd name="connsiteX304" fmla="*/ 2014439 w 3024845"/>
                <a:gd name="connsiteY304" fmla="*/ 478658 h 834218"/>
                <a:gd name="connsiteX305" fmla="*/ 2033136 w 3024845"/>
                <a:gd name="connsiteY305" fmla="*/ 478658 h 834218"/>
                <a:gd name="connsiteX306" fmla="*/ 2033136 w 3024845"/>
                <a:gd name="connsiteY306" fmla="*/ 395965 h 834218"/>
                <a:gd name="connsiteX307" fmla="*/ 2128256 w 3024845"/>
                <a:gd name="connsiteY307" fmla="*/ 395965 h 834218"/>
                <a:gd name="connsiteX308" fmla="*/ 2180720 w 3024845"/>
                <a:gd name="connsiteY308" fmla="*/ 330752 h 834218"/>
                <a:gd name="connsiteX309" fmla="*/ 2245574 w 3024845"/>
                <a:gd name="connsiteY309" fmla="*/ 330752 h 834218"/>
                <a:gd name="connsiteX310" fmla="*/ 2245574 w 3024845"/>
                <a:gd name="connsiteY310" fmla="*/ 406414 h 834218"/>
                <a:gd name="connsiteX311" fmla="*/ 2253681 w 3024845"/>
                <a:gd name="connsiteY311" fmla="*/ 406414 h 834218"/>
                <a:gd name="connsiteX312" fmla="*/ 2255708 w 3024845"/>
                <a:gd name="connsiteY312" fmla="*/ 399929 h 834218"/>
                <a:gd name="connsiteX313" fmla="*/ 2261788 w 3024845"/>
                <a:gd name="connsiteY313" fmla="*/ 399929 h 834218"/>
                <a:gd name="connsiteX314" fmla="*/ 2263815 w 3024845"/>
                <a:gd name="connsiteY314" fmla="*/ 408576 h 834218"/>
                <a:gd name="connsiteX315" fmla="*/ 2275975 w 3024845"/>
                <a:gd name="connsiteY315" fmla="*/ 408576 h 834218"/>
                <a:gd name="connsiteX316" fmla="*/ 2275975 w 3024845"/>
                <a:gd name="connsiteY316" fmla="*/ 402090 h 834218"/>
                <a:gd name="connsiteX317" fmla="*/ 2298268 w 3024845"/>
                <a:gd name="connsiteY317" fmla="*/ 402090 h 834218"/>
                <a:gd name="connsiteX318" fmla="*/ 2298268 w 3024845"/>
                <a:gd name="connsiteY318" fmla="*/ 408576 h 834218"/>
                <a:gd name="connsiteX319" fmla="*/ 2318535 w 3024845"/>
                <a:gd name="connsiteY319" fmla="*/ 408576 h 834218"/>
                <a:gd name="connsiteX320" fmla="*/ 2318535 w 3024845"/>
                <a:gd name="connsiteY320" fmla="*/ 453973 h 834218"/>
                <a:gd name="connsiteX321" fmla="*/ 2332722 w 3024845"/>
                <a:gd name="connsiteY321" fmla="*/ 453973 h 834218"/>
                <a:gd name="connsiteX322" fmla="*/ 2332722 w 3024845"/>
                <a:gd name="connsiteY322" fmla="*/ 441002 h 834218"/>
                <a:gd name="connsiteX323" fmla="*/ 2348936 w 3024845"/>
                <a:gd name="connsiteY323" fmla="*/ 441002 h 834218"/>
                <a:gd name="connsiteX324" fmla="*/ 2348936 w 3024845"/>
                <a:gd name="connsiteY324" fmla="*/ 261575 h 834218"/>
                <a:gd name="connsiteX325" fmla="*/ 2355016 w 3024845"/>
                <a:gd name="connsiteY325" fmla="*/ 255089 h 834218"/>
                <a:gd name="connsiteX326" fmla="*/ 2427977 w 3024845"/>
                <a:gd name="connsiteY326" fmla="*/ 255089 h 834218"/>
                <a:gd name="connsiteX327" fmla="*/ 2427977 w 3024845"/>
                <a:gd name="connsiteY327" fmla="*/ 263737 h 834218"/>
                <a:gd name="connsiteX328" fmla="*/ 2438110 w 3024845"/>
                <a:gd name="connsiteY328" fmla="*/ 263737 h 834218"/>
                <a:gd name="connsiteX329" fmla="*/ 2438110 w 3024845"/>
                <a:gd name="connsiteY329" fmla="*/ 378311 h 834218"/>
                <a:gd name="connsiteX330" fmla="*/ 2460404 w 3024845"/>
                <a:gd name="connsiteY330" fmla="*/ 378311 h 834218"/>
                <a:gd name="connsiteX331" fmla="*/ 2460404 w 3024845"/>
                <a:gd name="connsiteY331" fmla="*/ 311296 h 834218"/>
                <a:gd name="connsiteX332" fmla="*/ 2486751 w 3024845"/>
                <a:gd name="connsiteY332" fmla="*/ 311296 h 834218"/>
                <a:gd name="connsiteX333" fmla="*/ 2490804 w 3024845"/>
                <a:gd name="connsiteY333" fmla="*/ 306972 h 834218"/>
                <a:gd name="connsiteX334" fmla="*/ 2498911 w 3024845"/>
                <a:gd name="connsiteY334" fmla="*/ 306972 h 834218"/>
                <a:gd name="connsiteX335" fmla="*/ 2502964 w 3024845"/>
                <a:gd name="connsiteY335" fmla="*/ 311296 h 834218"/>
                <a:gd name="connsiteX336" fmla="*/ 2525258 w 3024845"/>
                <a:gd name="connsiteY336" fmla="*/ 311296 h 834218"/>
                <a:gd name="connsiteX337" fmla="*/ 2525258 w 3024845"/>
                <a:gd name="connsiteY337" fmla="*/ 194560 h 834218"/>
                <a:gd name="connsiteX338" fmla="*/ 2582005 w 3024845"/>
                <a:gd name="connsiteY338" fmla="*/ 183751 h 834218"/>
                <a:gd name="connsiteX339" fmla="*/ 2582005 w 3024845"/>
                <a:gd name="connsiteY339" fmla="*/ 184832 h 834218"/>
                <a:gd name="connsiteX340" fmla="*/ 2582005 w 3024845"/>
                <a:gd name="connsiteY340" fmla="*/ 192398 h 834218"/>
                <a:gd name="connsiteX341" fmla="*/ 2608352 w 3024845"/>
                <a:gd name="connsiteY341" fmla="*/ 192398 h 834218"/>
                <a:gd name="connsiteX342" fmla="*/ 2608352 w 3024845"/>
                <a:gd name="connsiteY342" fmla="*/ 447488 h 834218"/>
                <a:gd name="connsiteX343" fmla="*/ 2630646 w 3024845"/>
                <a:gd name="connsiteY343" fmla="*/ 447488 h 834218"/>
                <a:gd name="connsiteX344" fmla="*/ 2630646 w 3024845"/>
                <a:gd name="connsiteY344" fmla="*/ 443164 h 834218"/>
                <a:gd name="connsiteX345" fmla="*/ 2642806 w 3024845"/>
                <a:gd name="connsiteY345" fmla="*/ 443164 h 834218"/>
                <a:gd name="connsiteX346" fmla="*/ 2642806 w 3024845"/>
                <a:gd name="connsiteY346" fmla="*/ 447488 h 834218"/>
                <a:gd name="connsiteX347" fmla="*/ 2667126 w 3024845"/>
                <a:gd name="connsiteY347" fmla="*/ 447488 h 834218"/>
                <a:gd name="connsiteX348" fmla="*/ 2667126 w 3024845"/>
                <a:gd name="connsiteY348" fmla="*/ 434517 h 834218"/>
                <a:gd name="connsiteX349" fmla="*/ 2695500 w 3024845"/>
                <a:gd name="connsiteY349" fmla="*/ 434517 h 834218"/>
                <a:gd name="connsiteX350" fmla="*/ 2707660 w 3024845"/>
                <a:gd name="connsiteY350" fmla="*/ 430193 h 834218"/>
                <a:gd name="connsiteX351" fmla="*/ 2727927 w 3024845"/>
                <a:gd name="connsiteY351" fmla="*/ 434517 h 834218"/>
                <a:gd name="connsiteX352" fmla="*/ 2727927 w 3024845"/>
                <a:gd name="connsiteY352" fmla="*/ 417223 h 834218"/>
                <a:gd name="connsiteX353" fmla="*/ 2736034 w 3024845"/>
                <a:gd name="connsiteY353" fmla="*/ 417223 h 834218"/>
                <a:gd name="connsiteX354" fmla="*/ 2736034 w 3024845"/>
                <a:gd name="connsiteY354" fmla="*/ 404252 h 834218"/>
                <a:gd name="connsiteX355" fmla="*/ 2792781 w 3024845"/>
                <a:gd name="connsiteY355" fmla="*/ 404252 h 834218"/>
                <a:gd name="connsiteX356" fmla="*/ 2792781 w 3024845"/>
                <a:gd name="connsiteY356" fmla="*/ 373987 h 834218"/>
                <a:gd name="connsiteX357" fmla="*/ 2811021 w 3024845"/>
                <a:gd name="connsiteY357" fmla="*/ 373987 h 834218"/>
                <a:gd name="connsiteX358" fmla="*/ 2811021 w 3024845"/>
                <a:gd name="connsiteY358" fmla="*/ 367502 h 834218"/>
                <a:gd name="connsiteX359" fmla="*/ 2823181 w 3024845"/>
                <a:gd name="connsiteY359" fmla="*/ 367502 h 834218"/>
                <a:gd name="connsiteX360" fmla="*/ 2823181 w 3024845"/>
                <a:gd name="connsiteY360" fmla="*/ 373987 h 834218"/>
                <a:gd name="connsiteX361" fmla="*/ 2839395 w 3024845"/>
                <a:gd name="connsiteY361" fmla="*/ 373987 h 834218"/>
                <a:gd name="connsiteX362" fmla="*/ 2839395 w 3024845"/>
                <a:gd name="connsiteY362" fmla="*/ 423708 h 834218"/>
                <a:gd name="connsiteX363" fmla="*/ 2871822 w 3024845"/>
                <a:gd name="connsiteY363" fmla="*/ 423708 h 834218"/>
                <a:gd name="connsiteX364" fmla="*/ 2871822 w 3024845"/>
                <a:gd name="connsiteY364" fmla="*/ 397767 h 834218"/>
                <a:gd name="connsiteX365" fmla="*/ 2910329 w 3024845"/>
                <a:gd name="connsiteY365" fmla="*/ 397767 h 834218"/>
                <a:gd name="connsiteX366" fmla="*/ 2910329 w 3024845"/>
                <a:gd name="connsiteY366" fmla="*/ 367502 h 834218"/>
                <a:gd name="connsiteX367" fmla="*/ 2958970 w 3024845"/>
                <a:gd name="connsiteY367" fmla="*/ 367502 h 834218"/>
                <a:gd name="connsiteX368" fmla="*/ 2958970 w 3024845"/>
                <a:gd name="connsiteY368" fmla="*/ 478658 h 834218"/>
                <a:gd name="connsiteX369" fmla="*/ 2958970 w 3024845"/>
                <a:gd name="connsiteY369" fmla="*/ 492437 h 834218"/>
                <a:gd name="connsiteX370" fmla="*/ 3024845 w 3024845"/>
                <a:gd name="connsiteY370" fmla="*/ 492437 h 834218"/>
                <a:gd name="connsiteX371" fmla="*/ 3024845 w 3024845"/>
                <a:gd name="connsiteY371" fmla="*/ 834218 h 834218"/>
                <a:gd name="connsiteX372" fmla="*/ 2054 w 3024845"/>
                <a:gd name="connsiteY372" fmla="*/ 831885 h 834218"/>
                <a:gd name="connsiteX373" fmla="*/ 0 w 3024845"/>
                <a:gd name="connsiteY373" fmla="*/ 397767 h 834218"/>
                <a:gd name="connsiteX374" fmla="*/ 20267 w 3024845"/>
                <a:gd name="connsiteY374" fmla="*/ 397767 h 834218"/>
                <a:gd name="connsiteX375" fmla="*/ 20774 w 3024845"/>
                <a:gd name="connsiteY375" fmla="*/ 396686 h 834218"/>
                <a:gd name="connsiteX376" fmla="*/ 24320 w 3024845"/>
                <a:gd name="connsiteY376" fmla="*/ 389120 h 834218"/>
                <a:gd name="connsiteX377" fmla="*/ 26094 w 3024845"/>
                <a:gd name="connsiteY377" fmla="*/ 389390 h 834218"/>
                <a:gd name="connsiteX378" fmla="*/ 38507 w 3024845"/>
                <a:gd name="connsiteY378" fmla="*/ 391281 h 834218"/>
                <a:gd name="connsiteX379" fmla="*/ 39014 w 3024845"/>
                <a:gd name="connsiteY379" fmla="*/ 392633 h 834218"/>
                <a:gd name="connsiteX380" fmla="*/ 42560 w 3024845"/>
                <a:gd name="connsiteY380" fmla="*/ 402090 h 834218"/>
                <a:gd name="connsiteX381" fmla="*/ 68907 w 3024845"/>
                <a:gd name="connsiteY381" fmla="*/ 404252 h 834218"/>
                <a:gd name="connsiteX382" fmla="*/ 68907 w 3024845"/>
                <a:gd name="connsiteY382" fmla="*/ 281031 h 834218"/>
                <a:gd name="connsiteX383" fmla="*/ 70934 w 3024845"/>
                <a:gd name="connsiteY383" fmla="*/ 281031 h 834218"/>
                <a:gd name="connsiteX384" fmla="*/ 85121 w 3024845"/>
                <a:gd name="connsiteY384" fmla="*/ 281031 h 834218"/>
                <a:gd name="connsiteX385" fmla="*/ 85121 w 3024845"/>
                <a:gd name="connsiteY385" fmla="*/ 144839 h 834218"/>
                <a:gd name="connsiteX386" fmla="*/ 86894 w 3024845"/>
                <a:gd name="connsiteY386" fmla="*/ 144839 h 834218"/>
                <a:gd name="connsiteX387" fmla="*/ 99308 w 3024845"/>
                <a:gd name="connsiteY387" fmla="*/ 144839 h 834218"/>
                <a:gd name="connsiteX388" fmla="*/ 99308 w 3024845"/>
                <a:gd name="connsiteY388" fmla="*/ 30265 h 834218"/>
                <a:gd name="connsiteX389" fmla="*/ 103361 w 3024845"/>
                <a:gd name="connsiteY389" fmla="*/ 2161 h 834218"/>
                <a:gd name="connsiteX0" fmla="*/ 103361 w 3024845"/>
                <a:gd name="connsiteY0" fmla="*/ 2161 h 834218"/>
                <a:gd name="connsiteX1" fmla="*/ 200642 w 3024845"/>
                <a:gd name="connsiteY1" fmla="*/ 0 h 834218"/>
                <a:gd name="connsiteX2" fmla="*/ 202669 w 3024845"/>
                <a:gd name="connsiteY2" fmla="*/ 0 h 834218"/>
                <a:gd name="connsiteX3" fmla="*/ 216856 w 3024845"/>
                <a:gd name="connsiteY3" fmla="*/ 0 h 834218"/>
                <a:gd name="connsiteX4" fmla="*/ 220909 w 3024845"/>
                <a:gd name="connsiteY4" fmla="*/ 144839 h 834218"/>
                <a:gd name="connsiteX5" fmla="*/ 223189 w 3024845"/>
                <a:gd name="connsiteY5" fmla="*/ 144839 h 834218"/>
                <a:gd name="connsiteX6" fmla="*/ 239150 w 3024845"/>
                <a:gd name="connsiteY6" fmla="*/ 144839 h 834218"/>
                <a:gd name="connsiteX7" fmla="*/ 239150 w 3024845"/>
                <a:gd name="connsiteY7" fmla="*/ 285354 h 834218"/>
                <a:gd name="connsiteX8" fmla="*/ 240670 w 3024845"/>
                <a:gd name="connsiteY8" fmla="*/ 285084 h 834218"/>
                <a:gd name="connsiteX9" fmla="*/ 251310 w 3024845"/>
                <a:gd name="connsiteY9" fmla="*/ 283193 h 834218"/>
                <a:gd name="connsiteX10" fmla="*/ 249283 w 3024845"/>
                <a:gd name="connsiteY10" fmla="*/ 371825 h 834218"/>
                <a:gd name="connsiteX11" fmla="*/ 250803 w 3024845"/>
                <a:gd name="connsiteY11" fmla="*/ 372096 h 834218"/>
                <a:gd name="connsiteX12" fmla="*/ 261443 w 3024845"/>
                <a:gd name="connsiteY12" fmla="*/ 373987 h 834218"/>
                <a:gd name="connsiteX13" fmla="*/ 261696 w 3024845"/>
                <a:gd name="connsiteY13" fmla="*/ 374798 h 834218"/>
                <a:gd name="connsiteX14" fmla="*/ 263470 w 3024845"/>
                <a:gd name="connsiteY14" fmla="*/ 380473 h 834218"/>
                <a:gd name="connsiteX15" fmla="*/ 264230 w 3024845"/>
                <a:gd name="connsiteY15" fmla="*/ 378041 h 834218"/>
                <a:gd name="connsiteX16" fmla="*/ 269550 w 3024845"/>
                <a:gd name="connsiteY16" fmla="*/ 361017 h 834218"/>
                <a:gd name="connsiteX17" fmla="*/ 271323 w 3024845"/>
                <a:gd name="connsiteY17" fmla="*/ 361017 h 834218"/>
                <a:gd name="connsiteX18" fmla="*/ 283737 w 3024845"/>
                <a:gd name="connsiteY18" fmla="*/ 361017 h 834218"/>
                <a:gd name="connsiteX19" fmla="*/ 283737 w 3024845"/>
                <a:gd name="connsiteY19" fmla="*/ 393443 h 834218"/>
                <a:gd name="connsiteX20" fmla="*/ 284750 w 3024845"/>
                <a:gd name="connsiteY20" fmla="*/ 393984 h 834218"/>
                <a:gd name="connsiteX21" fmla="*/ 291844 w 3024845"/>
                <a:gd name="connsiteY21" fmla="*/ 397767 h 834218"/>
                <a:gd name="connsiteX22" fmla="*/ 291844 w 3024845"/>
                <a:gd name="connsiteY22" fmla="*/ 399118 h 834218"/>
                <a:gd name="connsiteX23" fmla="*/ 291844 w 3024845"/>
                <a:gd name="connsiteY23" fmla="*/ 408576 h 834218"/>
                <a:gd name="connsiteX24" fmla="*/ 336431 w 3024845"/>
                <a:gd name="connsiteY24" fmla="*/ 408576 h 834218"/>
                <a:gd name="connsiteX25" fmla="*/ 336431 w 3024845"/>
                <a:gd name="connsiteY25" fmla="*/ 409657 h 834218"/>
                <a:gd name="connsiteX26" fmla="*/ 336431 w 3024845"/>
                <a:gd name="connsiteY26" fmla="*/ 417223 h 834218"/>
                <a:gd name="connsiteX27" fmla="*/ 338457 w 3024845"/>
                <a:gd name="connsiteY27" fmla="*/ 417223 h 834218"/>
                <a:gd name="connsiteX28" fmla="*/ 352644 w 3024845"/>
                <a:gd name="connsiteY28" fmla="*/ 417223 h 834218"/>
                <a:gd name="connsiteX29" fmla="*/ 352644 w 3024845"/>
                <a:gd name="connsiteY29" fmla="*/ 386958 h 834218"/>
                <a:gd name="connsiteX30" fmla="*/ 397231 w 3024845"/>
                <a:gd name="connsiteY30" fmla="*/ 386958 h 834218"/>
                <a:gd name="connsiteX31" fmla="*/ 397231 w 3024845"/>
                <a:gd name="connsiteY31" fmla="*/ 385607 h 834218"/>
                <a:gd name="connsiteX32" fmla="*/ 397231 w 3024845"/>
                <a:gd name="connsiteY32" fmla="*/ 376149 h 834218"/>
                <a:gd name="connsiteX33" fmla="*/ 398245 w 3024845"/>
                <a:gd name="connsiteY33" fmla="*/ 376149 h 834218"/>
                <a:gd name="connsiteX34" fmla="*/ 405338 w 3024845"/>
                <a:gd name="connsiteY34" fmla="*/ 376149 h 834218"/>
                <a:gd name="connsiteX35" fmla="*/ 405338 w 3024845"/>
                <a:gd name="connsiteY35" fmla="*/ 374258 h 834218"/>
                <a:gd name="connsiteX36" fmla="*/ 405338 w 3024845"/>
                <a:gd name="connsiteY36" fmla="*/ 361017 h 834218"/>
                <a:gd name="connsiteX37" fmla="*/ 406098 w 3024845"/>
                <a:gd name="connsiteY37" fmla="*/ 361017 h 834218"/>
                <a:gd name="connsiteX38" fmla="*/ 411418 w 3024845"/>
                <a:gd name="connsiteY38" fmla="*/ 361017 h 834218"/>
                <a:gd name="connsiteX39" fmla="*/ 411418 w 3024845"/>
                <a:gd name="connsiteY39" fmla="*/ 359936 h 834218"/>
                <a:gd name="connsiteX40" fmla="*/ 411418 w 3024845"/>
                <a:gd name="connsiteY40" fmla="*/ 352369 h 834218"/>
                <a:gd name="connsiteX41" fmla="*/ 413445 w 3024845"/>
                <a:gd name="connsiteY41" fmla="*/ 352369 h 834218"/>
                <a:gd name="connsiteX42" fmla="*/ 427632 w 3024845"/>
                <a:gd name="connsiteY42" fmla="*/ 352369 h 834218"/>
                <a:gd name="connsiteX43" fmla="*/ 427632 w 3024845"/>
                <a:gd name="connsiteY43" fmla="*/ 353450 h 834218"/>
                <a:gd name="connsiteX44" fmla="*/ 427632 w 3024845"/>
                <a:gd name="connsiteY44" fmla="*/ 361017 h 834218"/>
                <a:gd name="connsiteX45" fmla="*/ 449925 w 3024845"/>
                <a:gd name="connsiteY45" fmla="*/ 361017 h 834218"/>
                <a:gd name="connsiteX46" fmla="*/ 449925 w 3024845"/>
                <a:gd name="connsiteY46" fmla="*/ 359125 h 834218"/>
                <a:gd name="connsiteX47" fmla="*/ 449925 w 3024845"/>
                <a:gd name="connsiteY47" fmla="*/ 345884 h 834218"/>
                <a:gd name="connsiteX48" fmla="*/ 451699 w 3024845"/>
                <a:gd name="connsiteY48" fmla="*/ 345884 h 834218"/>
                <a:gd name="connsiteX49" fmla="*/ 464112 w 3024845"/>
                <a:gd name="connsiteY49" fmla="*/ 345884 h 834218"/>
                <a:gd name="connsiteX50" fmla="*/ 464112 w 3024845"/>
                <a:gd name="connsiteY50" fmla="*/ 369664 h 834218"/>
                <a:gd name="connsiteX51" fmla="*/ 465126 w 3024845"/>
                <a:gd name="connsiteY51" fmla="*/ 369664 h 834218"/>
                <a:gd name="connsiteX52" fmla="*/ 472219 w 3024845"/>
                <a:gd name="connsiteY52" fmla="*/ 369664 h 834218"/>
                <a:gd name="connsiteX53" fmla="*/ 472219 w 3024845"/>
                <a:gd name="connsiteY53" fmla="*/ 368583 h 834218"/>
                <a:gd name="connsiteX54" fmla="*/ 472219 w 3024845"/>
                <a:gd name="connsiteY54" fmla="*/ 361017 h 834218"/>
                <a:gd name="connsiteX55" fmla="*/ 473992 w 3024845"/>
                <a:gd name="connsiteY55" fmla="*/ 361017 h 834218"/>
                <a:gd name="connsiteX56" fmla="*/ 486406 w 3024845"/>
                <a:gd name="connsiteY56" fmla="*/ 361017 h 834218"/>
                <a:gd name="connsiteX57" fmla="*/ 486406 w 3024845"/>
                <a:gd name="connsiteY57" fmla="*/ 386958 h 834218"/>
                <a:gd name="connsiteX58" fmla="*/ 488433 w 3024845"/>
                <a:gd name="connsiteY58" fmla="*/ 386958 h 834218"/>
                <a:gd name="connsiteX59" fmla="*/ 502619 w 3024845"/>
                <a:gd name="connsiteY59" fmla="*/ 386958 h 834218"/>
                <a:gd name="connsiteX60" fmla="*/ 502619 w 3024845"/>
                <a:gd name="connsiteY60" fmla="*/ 388579 h 834218"/>
                <a:gd name="connsiteX61" fmla="*/ 502619 w 3024845"/>
                <a:gd name="connsiteY61" fmla="*/ 399929 h 834218"/>
                <a:gd name="connsiteX62" fmla="*/ 503379 w 3024845"/>
                <a:gd name="connsiteY62" fmla="*/ 399929 h 834218"/>
                <a:gd name="connsiteX63" fmla="*/ 508700 w 3024845"/>
                <a:gd name="connsiteY63" fmla="*/ 399929 h 834218"/>
                <a:gd name="connsiteX64" fmla="*/ 508700 w 3024845"/>
                <a:gd name="connsiteY64" fmla="*/ 399118 h 834218"/>
                <a:gd name="connsiteX65" fmla="*/ 508700 w 3024845"/>
                <a:gd name="connsiteY65" fmla="*/ 393443 h 834218"/>
                <a:gd name="connsiteX66" fmla="*/ 539100 w 3024845"/>
                <a:gd name="connsiteY66" fmla="*/ 393443 h 834218"/>
                <a:gd name="connsiteX67" fmla="*/ 539100 w 3024845"/>
                <a:gd name="connsiteY67" fmla="*/ 417223 h 834218"/>
                <a:gd name="connsiteX68" fmla="*/ 540113 w 3024845"/>
                <a:gd name="connsiteY68" fmla="*/ 417223 h 834218"/>
                <a:gd name="connsiteX69" fmla="*/ 547207 w 3024845"/>
                <a:gd name="connsiteY69" fmla="*/ 417223 h 834218"/>
                <a:gd name="connsiteX70" fmla="*/ 547207 w 3024845"/>
                <a:gd name="connsiteY70" fmla="*/ 418304 h 834218"/>
                <a:gd name="connsiteX71" fmla="*/ 547207 w 3024845"/>
                <a:gd name="connsiteY71" fmla="*/ 425870 h 834218"/>
                <a:gd name="connsiteX72" fmla="*/ 547967 w 3024845"/>
                <a:gd name="connsiteY72" fmla="*/ 425870 h 834218"/>
                <a:gd name="connsiteX73" fmla="*/ 553287 w 3024845"/>
                <a:gd name="connsiteY73" fmla="*/ 425870 h 834218"/>
                <a:gd name="connsiteX74" fmla="*/ 553287 w 3024845"/>
                <a:gd name="connsiteY74" fmla="*/ 423708 h 834218"/>
                <a:gd name="connsiteX75" fmla="*/ 553287 w 3024845"/>
                <a:gd name="connsiteY75" fmla="*/ 408576 h 834218"/>
                <a:gd name="connsiteX76" fmla="*/ 554300 w 3024845"/>
                <a:gd name="connsiteY76" fmla="*/ 408576 h 834218"/>
                <a:gd name="connsiteX77" fmla="*/ 561394 w 3024845"/>
                <a:gd name="connsiteY77" fmla="*/ 408576 h 834218"/>
                <a:gd name="connsiteX78" fmla="*/ 561394 w 3024845"/>
                <a:gd name="connsiteY78" fmla="*/ 409657 h 834218"/>
                <a:gd name="connsiteX79" fmla="*/ 561394 w 3024845"/>
                <a:gd name="connsiteY79" fmla="*/ 417223 h 834218"/>
                <a:gd name="connsiteX80" fmla="*/ 566714 w 3024845"/>
                <a:gd name="connsiteY80" fmla="*/ 415230 h 834218"/>
                <a:gd name="connsiteX81" fmla="*/ 567474 w 3024845"/>
                <a:gd name="connsiteY81" fmla="*/ 414250 h 834218"/>
                <a:gd name="connsiteX82" fmla="*/ 567474 w 3024845"/>
                <a:gd name="connsiteY82" fmla="*/ 408576 h 834218"/>
                <a:gd name="connsiteX83" fmla="*/ 605981 w 3024845"/>
                <a:gd name="connsiteY83" fmla="*/ 408576 h 834218"/>
                <a:gd name="connsiteX84" fmla="*/ 605981 w 3024845"/>
                <a:gd name="connsiteY84" fmla="*/ 432355 h 834218"/>
                <a:gd name="connsiteX85" fmla="*/ 608007 w 3024845"/>
                <a:gd name="connsiteY85" fmla="*/ 432355 h 834218"/>
                <a:gd name="connsiteX86" fmla="*/ 622194 w 3024845"/>
                <a:gd name="connsiteY86" fmla="*/ 432355 h 834218"/>
                <a:gd name="connsiteX87" fmla="*/ 622194 w 3024845"/>
                <a:gd name="connsiteY87" fmla="*/ 433436 h 834218"/>
                <a:gd name="connsiteX88" fmla="*/ 622194 w 3024845"/>
                <a:gd name="connsiteY88" fmla="*/ 441002 h 834218"/>
                <a:gd name="connsiteX89" fmla="*/ 623968 w 3024845"/>
                <a:gd name="connsiteY89" fmla="*/ 441002 h 834218"/>
                <a:gd name="connsiteX90" fmla="*/ 636381 w 3024845"/>
                <a:gd name="connsiteY90" fmla="*/ 441002 h 834218"/>
                <a:gd name="connsiteX91" fmla="*/ 636381 w 3024845"/>
                <a:gd name="connsiteY91" fmla="*/ 417223 h 834218"/>
                <a:gd name="connsiteX92" fmla="*/ 637394 w 3024845"/>
                <a:gd name="connsiteY92" fmla="*/ 417223 h 834218"/>
                <a:gd name="connsiteX93" fmla="*/ 644488 w 3024845"/>
                <a:gd name="connsiteY93" fmla="*/ 417223 h 834218"/>
                <a:gd name="connsiteX94" fmla="*/ 644488 w 3024845"/>
                <a:gd name="connsiteY94" fmla="*/ 384796 h 834218"/>
                <a:gd name="connsiteX95" fmla="*/ 645501 w 3024845"/>
                <a:gd name="connsiteY95" fmla="*/ 384796 h 834218"/>
                <a:gd name="connsiteX96" fmla="*/ 652595 w 3024845"/>
                <a:gd name="connsiteY96" fmla="*/ 384796 h 834218"/>
                <a:gd name="connsiteX97" fmla="*/ 652595 w 3024845"/>
                <a:gd name="connsiteY97" fmla="*/ 382905 h 834218"/>
                <a:gd name="connsiteX98" fmla="*/ 652595 w 3024845"/>
                <a:gd name="connsiteY98" fmla="*/ 369664 h 834218"/>
                <a:gd name="connsiteX99" fmla="*/ 651328 w 3024845"/>
                <a:gd name="connsiteY99" fmla="*/ 368042 h 834218"/>
                <a:gd name="connsiteX100" fmla="*/ 656648 w 3024845"/>
                <a:gd name="connsiteY100" fmla="*/ 356693 h 834218"/>
                <a:gd name="connsiteX101" fmla="*/ 664755 w 3024845"/>
                <a:gd name="connsiteY101" fmla="*/ 384796 h 834218"/>
                <a:gd name="connsiteX102" fmla="*/ 665515 w 3024845"/>
                <a:gd name="connsiteY102" fmla="*/ 384796 h 834218"/>
                <a:gd name="connsiteX103" fmla="*/ 670835 w 3024845"/>
                <a:gd name="connsiteY103" fmla="*/ 384796 h 834218"/>
                <a:gd name="connsiteX104" fmla="*/ 670835 w 3024845"/>
                <a:gd name="connsiteY104" fmla="*/ 278869 h 834218"/>
                <a:gd name="connsiteX105" fmla="*/ 672355 w 3024845"/>
                <a:gd name="connsiteY105" fmla="*/ 278869 h 834218"/>
                <a:gd name="connsiteX106" fmla="*/ 682995 w 3024845"/>
                <a:gd name="connsiteY106" fmla="*/ 278869 h 834218"/>
                <a:gd name="connsiteX107" fmla="*/ 682995 w 3024845"/>
                <a:gd name="connsiteY107" fmla="*/ 231310 h 834218"/>
                <a:gd name="connsiteX108" fmla="*/ 709342 w 3024845"/>
                <a:gd name="connsiteY108" fmla="*/ 231310 h 834218"/>
                <a:gd name="connsiteX109" fmla="*/ 709342 w 3024845"/>
                <a:gd name="connsiteY109" fmla="*/ 209692 h 834218"/>
                <a:gd name="connsiteX110" fmla="*/ 743796 w 3024845"/>
                <a:gd name="connsiteY110" fmla="*/ 209692 h 834218"/>
                <a:gd name="connsiteX111" fmla="*/ 743796 w 3024845"/>
                <a:gd name="connsiteY111" fmla="*/ 212124 h 834218"/>
                <a:gd name="connsiteX112" fmla="*/ 743796 w 3024845"/>
                <a:gd name="connsiteY112" fmla="*/ 229148 h 834218"/>
                <a:gd name="connsiteX113" fmla="*/ 746076 w 3024845"/>
                <a:gd name="connsiteY113" fmla="*/ 229148 h 834218"/>
                <a:gd name="connsiteX114" fmla="*/ 762036 w 3024845"/>
                <a:gd name="connsiteY114" fmla="*/ 229148 h 834218"/>
                <a:gd name="connsiteX115" fmla="*/ 762036 w 3024845"/>
                <a:gd name="connsiteY115" fmla="*/ 276707 h 834218"/>
                <a:gd name="connsiteX116" fmla="*/ 763049 w 3024845"/>
                <a:gd name="connsiteY116" fmla="*/ 276707 h 834218"/>
                <a:gd name="connsiteX117" fmla="*/ 770143 w 3024845"/>
                <a:gd name="connsiteY117" fmla="*/ 276707 h 834218"/>
                <a:gd name="connsiteX118" fmla="*/ 784330 w 3024845"/>
                <a:gd name="connsiteY118" fmla="*/ 281031 h 834218"/>
                <a:gd name="connsiteX119" fmla="*/ 784330 w 3024845"/>
                <a:gd name="connsiteY119" fmla="*/ 319943 h 834218"/>
                <a:gd name="connsiteX120" fmla="*/ 785343 w 3024845"/>
                <a:gd name="connsiteY120" fmla="*/ 319943 h 834218"/>
                <a:gd name="connsiteX121" fmla="*/ 792436 w 3024845"/>
                <a:gd name="connsiteY121" fmla="*/ 319943 h 834218"/>
                <a:gd name="connsiteX122" fmla="*/ 792436 w 3024845"/>
                <a:gd name="connsiteY122" fmla="*/ 321564 h 834218"/>
                <a:gd name="connsiteX123" fmla="*/ 792436 w 3024845"/>
                <a:gd name="connsiteY123" fmla="*/ 332913 h 834218"/>
                <a:gd name="connsiteX124" fmla="*/ 794463 w 3024845"/>
                <a:gd name="connsiteY124" fmla="*/ 332913 h 834218"/>
                <a:gd name="connsiteX125" fmla="*/ 808650 w 3024845"/>
                <a:gd name="connsiteY125" fmla="*/ 332913 h 834218"/>
                <a:gd name="connsiteX126" fmla="*/ 814730 w 3024845"/>
                <a:gd name="connsiteY126" fmla="*/ 339399 h 834218"/>
                <a:gd name="connsiteX127" fmla="*/ 814730 w 3024845"/>
                <a:gd name="connsiteY127" fmla="*/ 361017 h 834218"/>
                <a:gd name="connsiteX128" fmla="*/ 817010 w 3024845"/>
                <a:gd name="connsiteY128" fmla="*/ 361017 h 834218"/>
                <a:gd name="connsiteX129" fmla="*/ 832970 w 3024845"/>
                <a:gd name="connsiteY129" fmla="*/ 361017 h 834218"/>
                <a:gd name="connsiteX130" fmla="*/ 832970 w 3024845"/>
                <a:gd name="connsiteY130" fmla="*/ 362097 h 834218"/>
                <a:gd name="connsiteX131" fmla="*/ 832970 w 3024845"/>
                <a:gd name="connsiteY131" fmla="*/ 369664 h 834218"/>
                <a:gd name="connsiteX132" fmla="*/ 834237 w 3024845"/>
                <a:gd name="connsiteY132" fmla="*/ 369664 h 834218"/>
                <a:gd name="connsiteX133" fmla="*/ 843104 w 3024845"/>
                <a:gd name="connsiteY133" fmla="*/ 369664 h 834218"/>
                <a:gd name="connsiteX134" fmla="*/ 843104 w 3024845"/>
                <a:gd name="connsiteY134" fmla="*/ 371825 h 834218"/>
                <a:gd name="connsiteX135" fmla="*/ 843104 w 3024845"/>
                <a:gd name="connsiteY135" fmla="*/ 386958 h 834218"/>
                <a:gd name="connsiteX136" fmla="*/ 847157 w 3024845"/>
                <a:gd name="connsiteY136" fmla="*/ 385066 h 834218"/>
                <a:gd name="connsiteX137" fmla="*/ 847157 w 3024845"/>
                <a:gd name="connsiteY137" fmla="*/ 371825 h 834218"/>
                <a:gd name="connsiteX138" fmla="*/ 848170 w 3024845"/>
                <a:gd name="connsiteY138" fmla="*/ 371825 h 834218"/>
                <a:gd name="connsiteX139" fmla="*/ 855264 w 3024845"/>
                <a:gd name="connsiteY139" fmla="*/ 371825 h 834218"/>
                <a:gd name="connsiteX140" fmla="*/ 855264 w 3024845"/>
                <a:gd name="connsiteY140" fmla="*/ 373447 h 834218"/>
                <a:gd name="connsiteX141" fmla="*/ 855264 w 3024845"/>
                <a:gd name="connsiteY141" fmla="*/ 384796 h 834218"/>
                <a:gd name="connsiteX142" fmla="*/ 856024 w 3024845"/>
                <a:gd name="connsiteY142" fmla="*/ 384796 h 834218"/>
                <a:gd name="connsiteX143" fmla="*/ 861344 w 3024845"/>
                <a:gd name="connsiteY143" fmla="*/ 384796 h 834218"/>
                <a:gd name="connsiteX144" fmla="*/ 909984 w 3024845"/>
                <a:gd name="connsiteY144" fmla="*/ 380473 h 834218"/>
                <a:gd name="connsiteX145" fmla="*/ 909984 w 3024845"/>
                <a:gd name="connsiteY145" fmla="*/ 381824 h 834218"/>
                <a:gd name="connsiteX146" fmla="*/ 909984 w 3024845"/>
                <a:gd name="connsiteY146" fmla="*/ 391281 h 834218"/>
                <a:gd name="connsiteX147" fmla="*/ 910744 w 3024845"/>
                <a:gd name="connsiteY147" fmla="*/ 391281 h 834218"/>
                <a:gd name="connsiteX148" fmla="*/ 916065 w 3024845"/>
                <a:gd name="connsiteY148" fmla="*/ 391281 h 834218"/>
                <a:gd name="connsiteX149" fmla="*/ 916065 w 3024845"/>
                <a:gd name="connsiteY149" fmla="*/ 393443 h 834218"/>
                <a:gd name="connsiteX150" fmla="*/ 916065 w 3024845"/>
                <a:gd name="connsiteY150" fmla="*/ 408576 h 834218"/>
                <a:gd name="connsiteX151" fmla="*/ 918091 w 3024845"/>
                <a:gd name="connsiteY151" fmla="*/ 407225 h 834218"/>
                <a:gd name="connsiteX152" fmla="*/ 932278 w 3024845"/>
                <a:gd name="connsiteY152" fmla="*/ 397767 h 834218"/>
                <a:gd name="connsiteX153" fmla="*/ 938358 w 3024845"/>
                <a:gd name="connsiteY153" fmla="*/ 356693 h 834218"/>
                <a:gd name="connsiteX154" fmla="*/ 939118 w 3024845"/>
                <a:gd name="connsiteY154" fmla="*/ 356423 h 834218"/>
                <a:gd name="connsiteX155" fmla="*/ 944438 w 3024845"/>
                <a:gd name="connsiteY155" fmla="*/ 354531 h 834218"/>
                <a:gd name="connsiteX156" fmla="*/ 946465 w 3024845"/>
                <a:gd name="connsiteY156" fmla="*/ 285354 h 834218"/>
                <a:gd name="connsiteX157" fmla="*/ 948492 w 3024845"/>
                <a:gd name="connsiteY157" fmla="*/ 354531 h 834218"/>
                <a:gd name="connsiteX158" fmla="*/ 949252 w 3024845"/>
                <a:gd name="connsiteY158" fmla="*/ 354801 h 834218"/>
                <a:gd name="connsiteX159" fmla="*/ 954572 w 3024845"/>
                <a:gd name="connsiteY159" fmla="*/ 356693 h 834218"/>
                <a:gd name="connsiteX160" fmla="*/ 954572 w 3024845"/>
                <a:gd name="connsiteY160" fmla="*/ 270222 h 834218"/>
                <a:gd name="connsiteX161" fmla="*/ 958625 w 3024845"/>
                <a:gd name="connsiteY161" fmla="*/ 237795 h 834218"/>
                <a:gd name="connsiteX162" fmla="*/ 997132 w 3024845"/>
                <a:gd name="connsiteY162" fmla="*/ 237795 h 834218"/>
                <a:gd name="connsiteX163" fmla="*/ 997132 w 3024845"/>
                <a:gd name="connsiteY163" fmla="*/ 270222 h 834218"/>
                <a:gd name="connsiteX164" fmla="*/ 997892 w 3024845"/>
                <a:gd name="connsiteY164" fmla="*/ 270222 h 834218"/>
                <a:gd name="connsiteX165" fmla="*/ 1003212 w 3024845"/>
                <a:gd name="connsiteY165" fmla="*/ 270222 h 834218"/>
                <a:gd name="connsiteX166" fmla="*/ 1003212 w 3024845"/>
                <a:gd name="connsiteY166" fmla="*/ 188074 h 834218"/>
                <a:gd name="connsiteX167" fmla="*/ 1004986 w 3024845"/>
                <a:gd name="connsiteY167" fmla="*/ 188074 h 834218"/>
                <a:gd name="connsiteX168" fmla="*/ 1017399 w 3024845"/>
                <a:gd name="connsiteY168" fmla="*/ 188074 h 834218"/>
                <a:gd name="connsiteX169" fmla="*/ 1017399 w 3024845"/>
                <a:gd name="connsiteY169" fmla="*/ 186183 h 834218"/>
                <a:gd name="connsiteX170" fmla="*/ 1017399 w 3024845"/>
                <a:gd name="connsiteY170" fmla="*/ 172942 h 834218"/>
                <a:gd name="connsiteX171" fmla="*/ 1039693 w 3024845"/>
                <a:gd name="connsiteY171" fmla="*/ 172942 h 834218"/>
                <a:gd name="connsiteX172" fmla="*/ 1039693 w 3024845"/>
                <a:gd name="connsiteY172" fmla="*/ 171861 h 834218"/>
                <a:gd name="connsiteX173" fmla="*/ 1039693 w 3024845"/>
                <a:gd name="connsiteY173" fmla="*/ 164295 h 834218"/>
                <a:gd name="connsiteX174" fmla="*/ 1041466 w 3024845"/>
                <a:gd name="connsiteY174" fmla="*/ 164295 h 834218"/>
                <a:gd name="connsiteX175" fmla="*/ 1053880 w 3024845"/>
                <a:gd name="connsiteY175" fmla="*/ 164295 h 834218"/>
                <a:gd name="connsiteX176" fmla="*/ 1053880 w 3024845"/>
                <a:gd name="connsiteY176" fmla="*/ 165376 h 834218"/>
                <a:gd name="connsiteX177" fmla="*/ 1053880 w 3024845"/>
                <a:gd name="connsiteY177" fmla="*/ 172942 h 834218"/>
                <a:gd name="connsiteX178" fmla="*/ 1054640 w 3024845"/>
                <a:gd name="connsiteY178" fmla="*/ 172942 h 834218"/>
                <a:gd name="connsiteX179" fmla="*/ 1059960 w 3024845"/>
                <a:gd name="connsiteY179" fmla="*/ 172942 h 834218"/>
                <a:gd name="connsiteX180" fmla="*/ 1070093 w 3024845"/>
                <a:gd name="connsiteY180" fmla="*/ 168618 h 834218"/>
                <a:gd name="connsiteX181" fmla="*/ 1074146 w 3024845"/>
                <a:gd name="connsiteY181" fmla="*/ 171861 h 834218"/>
                <a:gd name="connsiteX182" fmla="*/ 1074146 w 3024845"/>
                <a:gd name="connsiteY182" fmla="*/ 164295 h 834218"/>
                <a:gd name="connsiteX183" fmla="*/ 1076426 w 3024845"/>
                <a:gd name="connsiteY183" fmla="*/ 164295 h 834218"/>
                <a:gd name="connsiteX184" fmla="*/ 1092387 w 3024845"/>
                <a:gd name="connsiteY184" fmla="*/ 164295 h 834218"/>
                <a:gd name="connsiteX185" fmla="*/ 1092387 w 3024845"/>
                <a:gd name="connsiteY185" fmla="*/ 165376 h 834218"/>
                <a:gd name="connsiteX186" fmla="*/ 1092387 w 3024845"/>
                <a:gd name="connsiteY186" fmla="*/ 172942 h 834218"/>
                <a:gd name="connsiteX187" fmla="*/ 1122787 w 3024845"/>
                <a:gd name="connsiteY187" fmla="*/ 172942 h 834218"/>
                <a:gd name="connsiteX188" fmla="*/ 1122787 w 3024845"/>
                <a:gd name="connsiteY188" fmla="*/ 174563 h 834218"/>
                <a:gd name="connsiteX189" fmla="*/ 1122787 w 3024845"/>
                <a:gd name="connsiteY189" fmla="*/ 185913 h 834218"/>
                <a:gd name="connsiteX190" fmla="*/ 1149134 w 3024845"/>
                <a:gd name="connsiteY190" fmla="*/ 185913 h 834218"/>
                <a:gd name="connsiteX191" fmla="*/ 1149134 w 3024845"/>
                <a:gd name="connsiteY191" fmla="*/ 216177 h 834218"/>
                <a:gd name="connsiteX192" fmla="*/ 1149894 w 3024845"/>
                <a:gd name="connsiteY192" fmla="*/ 216177 h 834218"/>
                <a:gd name="connsiteX193" fmla="*/ 1155214 w 3024845"/>
                <a:gd name="connsiteY193" fmla="*/ 216177 h 834218"/>
                <a:gd name="connsiteX194" fmla="*/ 1155214 w 3024845"/>
                <a:gd name="connsiteY194" fmla="*/ 217258 h 834218"/>
                <a:gd name="connsiteX195" fmla="*/ 1155214 w 3024845"/>
                <a:gd name="connsiteY195" fmla="*/ 224825 h 834218"/>
                <a:gd name="connsiteX196" fmla="*/ 1159268 w 3024845"/>
                <a:gd name="connsiteY196" fmla="*/ 255089 h 834218"/>
                <a:gd name="connsiteX197" fmla="*/ 1160028 w 3024845"/>
                <a:gd name="connsiteY197" fmla="*/ 255089 h 834218"/>
                <a:gd name="connsiteX198" fmla="*/ 1165348 w 3024845"/>
                <a:gd name="connsiteY198" fmla="*/ 255089 h 834218"/>
                <a:gd name="connsiteX199" fmla="*/ 1165348 w 3024845"/>
                <a:gd name="connsiteY199" fmla="*/ 255900 h 834218"/>
                <a:gd name="connsiteX200" fmla="*/ 1165348 w 3024845"/>
                <a:gd name="connsiteY200" fmla="*/ 261575 h 834218"/>
                <a:gd name="connsiteX201" fmla="*/ 1166361 w 3024845"/>
                <a:gd name="connsiteY201" fmla="*/ 261575 h 834218"/>
                <a:gd name="connsiteX202" fmla="*/ 1173454 w 3024845"/>
                <a:gd name="connsiteY202" fmla="*/ 261575 h 834218"/>
                <a:gd name="connsiteX203" fmla="*/ 1173454 w 3024845"/>
                <a:gd name="connsiteY203" fmla="*/ 291840 h 834218"/>
                <a:gd name="connsiteX204" fmla="*/ 1175481 w 3024845"/>
                <a:gd name="connsiteY204" fmla="*/ 291840 h 834218"/>
                <a:gd name="connsiteX205" fmla="*/ 1189668 w 3024845"/>
                <a:gd name="connsiteY205" fmla="*/ 291840 h 834218"/>
                <a:gd name="connsiteX206" fmla="*/ 1189668 w 3024845"/>
                <a:gd name="connsiteY206" fmla="*/ 315619 h 834218"/>
                <a:gd name="connsiteX207" fmla="*/ 1191695 w 3024845"/>
                <a:gd name="connsiteY207" fmla="*/ 317240 h 834218"/>
                <a:gd name="connsiteX208" fmla="*/ 1191695 w 3024845"/>
                <a:gd name="connsiteY208" fmla="*/ 328590 h 834218"/>
                <a:gd name="connsiteX209" fmla="*/ 1192455 w 3024845"/>
                <a:gd name="connsiteY209" fmla="*/ 328590 h 834218"/>
                <a:gd name="connsiteX210" fmla="*/ 1197775 w 3024845"/>
                <a:gd name="connsiteY210" fmla="*/ 328590 h 834218"/>
                <a:gd name="connsiteX211" fmla="*/ 1197775 w 3024845"/>
                <a:gd name="connsiteY211" fmla="*/ 352369 h 834218"/>
                <a:gd name="connsiteX212" fmla="*/ 1199041 w 3024845"/>
                <a:gd name="connsiteY212" fmla="*/ 352369 h 834218"/>
                <a:gd name="connsiteX213" fmla="*/ 1207908 w 3024845"/>
                <a:gd name="connsiteY213" fmla="*/ 352369 h 834218"/>
                <a:gd name="connsiteX214" fmla="*/ 1209935 w 3024845"/>
                <a:gd name="connsiteY214" fmla="*/ 356423 h 834218"/>
                <a:gd name="connsiteX215" fmla="*/ 1209935 w 3024845"/>
                <a:gd name="connsiteY215" fmla="*/ 369664 h 834218"/>
                <a:gd name="connsiteX216" fmla="*/ 1211455 w 3024845"/>
                <a:gd name="connsiteY216" fmla="*/ 367772 h 834218"/>
                <a:gd name="connsiteX217" fmla="*/ 1222095 w 3024845"/>
                <a:gd name="connsiteY217" fmla="*/ 354531 h 834218"/>
                <a:gd name="connsiteX218" fmla="*/ 1250469 w 3024845"/>
                <a:gd name="connsiteY218" fmla="*/ 354531 h 834218"/>
                <a:gd name="connsiteX219" fmla="*/ 1250469 w 3024845"/>
                <a:gd name="connsiteY219" fmla="*/ 441002 h 834218"/>
                <a:gd name="connsiteX220" fmla="*/ 1251229 w 3024845"/>
                <a:gd name="connsiteY220" fmla="*/ 441002 h 834218"/>
                <a:gd name="connsiteX221" fmla="*/ 1256549 w 3024845"/>
                <a:gd name="connsiteY221" fmla="*/ 441002 h 834218"/>
                <a:gd name="connsiteX222" fmla="*/ 1257309 w 3024845"/>
                <a:gd name="connsiteY222" fmla="*/ 439651 h 834218"/>
                <a:gd name="connsiteX223" fmla="*/ 1262629 w 3024845"/>
                <a:gd name="connsiteY223" fmla="*/ 430193 h 834218"/>
                <a:gd name="connsiteX224" fmla="*/ 1262629 w 3024845"/>
                <a:gd name="connsiteY224" fmla="*/ 432085 h 834218"/>
                <a:gd name="connsiteX225" fmla="*/ 1262629 w 3024845"/>
                <a:gd name="connsiteY225" fmla="*/ 445326 h 834218"/>
                <a:gd name="connsiteX226" fmla="*/ 1266682 w 3024845"/>
                <a:gd name="connsiteY226" fmla="*/ 399929 h 834218"/>
                <a:gd name="connsiteX227" fmla="*/ 1267442 w 3024845"/>
                <a:gd name="connsiteY227" fmla="*/ 399929 h 834218"/>
                <a:gd name="connsiteX228" fmla="*/ 1272762 w 3024845"/>
                <a:gd name="connsiteY228" fmla="*/ 399929 h 834218"/>
                <a:gd name="connsiteX229" fmla="*/ 1272762 w 3024845"/>
                <a:gd name="connsiteY229" fmla="*/ 335075 h 834218"/>
                <a:gd name="connsiteX230" fmla="*/ 1273776 w 3024845"/>
                <a:gd name="connsiteY230" fmla="*/ 335075 h 834218"/>
                <a:gd name="connsiteX231" fmla="*/ 1280869 w 3024845"/>
                <a:gd name="connsiteY231" fmla="*/ 335075 h 834218"/>
                <a:gd name="connsiteX232" fmla="*/ 1293029 w 3024845"/>
                <a:gd name="connsiteY232" fmla="*/ 291840 h 834218"/>
                <a:gd name="connsiteX233" fmla="*/ 1294296 w 3024845"/>
                <a:gd name="connsiteY233" fmla="*/ 291840 h 834218"/>
                <a:gd name="connsiteX234" fmla="*/ 1303163 w 3024845"/>
                <a:gd name="connsiteY234" fmla="*/ 291840 h 834218"/>
                <a:gd name="connsiteX235" fmla="*/ 1313296 w 3024845"/>
                <a:gd name="connsiteY235" fmla="*/ 335075 h 834218"/>
                <a:gd name="connsiteX236" fmla="*/ 1314309 w 3024845"/>
                <a:gd name="connsiteY236" fmla="*/ 335075 h 834218"/>
                <a:gd name="connsiteX237" fmla="*/ 1321403 w 3024845"/>
                <a:gd name="connsiteY237" fmla="*/ 335075 h 834218"/>
                <a:gd name="connsiteX238" fmla="*/ 1321403 w 3024845"/>
                <a:gd name="connsiteY238" fmla="*/ 373987 h 834218"/>
                <a:gd name="connsiteX239" fmla="*/ 1323176 w 3024845"/>
                <a:gd name="connsiteY239" fmla="*/ 373987 h 834218"/>
                <a:gd name="connsiteX240" fmla="*/ 1335590 w 3024845"/>
                <a:gd name="connsiteY240" fmla="*/ 373987 h 834218"/>
                <a:gd name="connsiteX241" fmla="*/ 1335590 w 3024845"/>
                <a:gd name="connsiteY241" fmla="*/ 376149 h 834218"/>
                <a:gd name="connsiteX242" fmla="*/ 1335590 w 3024845"/>
                <a:gd name="connsiteY242" fmla="*/ 391281 h 834218"/>
                <a:gd name="connsiteX243" fmla="*/ 1339643 w 3024845"/>
                <a:gd name="connsiteY243" fmla="*/ 389120 h 834218"/>
                <a:gd name="connsiteX244" fmla="*/ 1339643 w 3024845"/>
                <a:gd name="connsiteY244" fmla="*/ 373987 h 834218"/>
                <a:gd name="connsiteX245" fmla="*/ 1341163 w 3024845"/>
                <a:gd name="connsiteY245" fmla="*/ 373987 h 834218"/>
                <a:gd name="connsiteX246" fmla="*/ 1351803 w 3024845"/>
                <a:gd name="connsiteY246" fmla="*/ 373987 h 834218"/>
                <a:gd name="connsiteX247" fmla="*/ 1351803 w 3024845"/>
                <a:gd name="connsiteY247" fmla="*/ 375608 h 834218"/>
                <a:gd name="connsiteX248" fmla="*/ 1351803 w 3024845"/>
                <a:gd name="connsiteY248" fmla="*/ 386958 h 834218"/>
                <a:gd name="connsiteX249" fmla="*/ 1382204 w 3024845"/>
                <a:gd name="connsiteY249" fmla="*/ 386958 h 834218"/>
                <a:gd name="connsiteX250" fmla="*/ 1382204 w 3024845"/>
                <a:gd name="connsiteY250" fmla="*/ 350208 h 834218"/>
                <a:gd name="connsiteX251" fmla="*/ 1383470 w 3024845"/>
                <a:gd name="connsiteY251" fmla="*/ 350208 h 834218"/>
                <a:gd name="connsiteX252" fmla="*/ 1392337 w 3024845"/>
                <a:gd name="connsiteY252" fmla="*/ 350208 h 834218"/>
                <a:gd name="connsiteX253" fmla="*/ 1392337 w 3024845"/>
                <a:gd name="connsiteY253" fmla="*/ 371825 h 834218"/>
                <a:gd name="connsiteX254" fmla="*/ 1394364 w 3024845"/>
                <a:gd name="connsiteY254" fmla="*/ 339399 h 834218"/>
                <a:gd name="connsiteX255" fmla="*/ 1416657 w 3024845"/>
                <a:gd name="connsiteY255" fmla="*/ 339399 h 834218"/>
                <a:gd name="connsiteX256" fmla="*/ 1416657 w 3024845"/>
                <a:gd name="connsiteY256" fmla="*/ 337777 h 834218"/>
                <a:gd name="connsiteX257" fmla="*/ 1416657 w 3024845"/>
                <a:gd name="connsiteY257" fmla="*/ 326428 h 834218"/>
                <a:gd name="connsiteX258" fmla="*/ 1417417 w 3024845"/>
                <a:gd name="connsiteY258" fmla="*/ 326428 h 834218"/>
                <a:gd name="connsiteX259" fmla="*/ 1422737 w 3024845"/>
                <a:gd name="connsiteY259" fmla="*/ 326428 h 834218"/>
                <a:gd name="connsiteX260" fmla="*/ 1422737 w 3024845"/>
                <a:gd name="connsiteY260" fmla="*/ 324537 h 834218"/>
                <a:gd name="connsiteX261" fmla="*/ 1422737 w 3024845"/>
                <a:gd name="connsiteY261" fmla="*/ 311296 h 834218"/>
                <a:gd name="connsiteX262" fmla="*/ 1426791 w 3024845"/>
                <a:gd name="connsiteY262" fmla="*/ 317781 h 834218"/>
                <a:gd name="connsiteX263" fmla="*/ 1429071 w 3024845"/>
                <a:gd name="connsiteY263" fmla="*/ 317781 h 834218"/>
                <a:gd name="connsiteX264" fmla="*/ 1445031 w 3024845"/>
                <a:gd name="connsiteY264" fmla="*/ 317781 h 834218"/>
                <a:gd name="connsiteX265" fmla="*/ 1445031 w 3024845"/>
                <a:gd name="connsiteY265" fmla="*/ 316970 h 834218"/>
                <a:gd name="connsiteX266" fmla="*/ 1445031 w 3024845"/>
                <a:gd name="connsiteY266" fmla="*/ 311296 h 834218"/>
                <a:gd name="connsiteX267" fmla="*/ 1445791 w 3024845"/>
                <a:gd name="connsiteY267" fmla="*/ 311296 h 834218"/>
                <a:gd name="connsiteX268" fmla="*/ 1451111 w 3024845"/>
                <a:gd name="connsiteY268" fmla="*/ 311296 h 834218"/>
                <a:gd name="connsiteX269" fmla="*/ 1451111 w 3024845"/>
                <a:gd name="connsiteY269" fmla="*/ 312647 h 834218"/>
                <a:gd name="connsiteX270" fmla="*/ 1451111 w 3024845"/>
                <a:gd name="connsiteY270" fmla="*/ 322105 h 834218"/>
                <a:gd name="connsiteX271" fmla="*/ 1489618 w 3024845"/>
                <a:gd name="connsiteY271" fmla="*/ 322105 h 834218"/>
                <a:gd name="connsiteX272" fmla="*/ 1489618 w 3024845"/>
                <a:gd name="connsiteY272" fmla="*/ 460458 h 834218"/>
                <a:gd name="connsiteX273" fmla="*/ 1491138 w 3024845"/>
                <a:gd name="connsiteY273" fmla="*/ 460458 h 834218"/>
                <a:gd name="connsiteX274" fmla="*/ 1501778 w 3024845"/>
                <a:gd name="connsiteY274" fmla="*/ 460458 h 834218"/>
                <a:gd name="connsiteX275" fmla="*/ 1501778 w 3024845"/>
                <a:gd name="connsiteY275" fmla="*/ 447488 h 834218"/>
                <a:gd name="connsiteX276" fmla="*/ 1505832 w 3024845"/>
                <a:gd name="connsiteY276" fmla="*/ 447488 h 834218"/>
                <a:gd name="connsiteX277" fmla="*/ 1505832 w 3024845"/>
                <a:gd name="connsiteY277" fmla="*/ 460458 h 834218"/>
                <a:gd name="connsiteX278" fmla="*/ 1536232 w 3024845"/>
                <a:gd name="connsiteY278" fmla="*/ 460458 h 834218"/>
                <a:gd name="connsiteX279" fmla="*/ 1536232 w 3024845"/>
                <a:gd name="connsiteY279" fmla="*/ 430193 h 834218"/>
                <a:gd name="connsiteX280" fmla="*/ 1548392 w 3024845"/>
                <a:gd name="connsiteY280" fmla="*/ 430193 h 834218"/>
                <a:gd name="connsiteX281" fmla="*/ 1560552 w 3024845"/>
                <a:gd name="connsiteY281" fmla="*/ 428032 h 834218"/>
                <a:gd name="connsiteX282" fmla="*/ 1564606 w 3024845"/>
                <a:gd name="connsiteY282" fmla="*/ 430193 h 834218"/>
                <a:gd name="connsiteX283" fmla="*/ 1574739 w 3024845"/>
                <a:gd name="connsiteY283" fmla="*/ 430193 h 834218"/>
                <a:gd name="connsiteX284" fmla="*/ 1574739 w 3024845"/>
                <a:gd name="connsiteY284" fmla="*/ 460458 h 834218"/>
                <a:gd name="connsiteX285" fmla="*/ 1582846 w 3024845"/>
                <a:gd name="connsiteY285" fmla="*/ 460458 h 834218"/>
                <a:gd name="connsiteX286" fmla="*/ 1582846 w 3024845"/>
                <a:gd name="connsiteY286" fmla="*/ 477753 h 834218"/>
                <a:gd name="connsiteX287" fmla="*/ 1592182 w 3024845"/>
                <a:gd name="connsiteY287" fmla="*/ 478658 h 834218"/>
                <a:gd name="connsiteX288" fmla="*/ 1605140 w 3024845"/>
                <a:gd name="connsiteY288" fmla="*/ 478658 h 834218"/>
                <a:gd name="connsiteX289" fmla="*/ 1605140 w 3024845"/>
                <a:gd name="connsiteY289" fmla="*/ 462620 h 834218"/>
                <a:gd name="connsiteX290" fmla="*/ 1673096 w 3024845"/>
                <a:gd name="connsiteY290" fmla="*/ 462620 h 834218"/>
                <a:gd name="connsiteX291" fmla="*/ 1673096 w 3024845"/>
                <a:gd name="connsiteY291" fmla="*/ 377367 h 834218"/>
                <a:gd name="connsiteX292" fmla="*/ 1745104 w 3024845"/>
                <a:gd name="connsiteY292" fmla="*/ 377367 h 834218"/>
                <a:gd name="connsiteX293" fmla="*/ 1745104 w 3024845"/>
                <a:gd name="connsiteY293" fmla="*/ 456135 h 834218"/>
                <a:gd name="connsiteX294" fmla="*/ 1747008 w 3024845"/>
                <a:gd name="connsiteY294" fmla="*/ 456135 h 834218"/>
                <a:gd name="connsiteX295" fmla="*/ 1748250 w 3024845"/>
                <a:gd name="connsiteY295" fmla="*/ 478658 h 834218"/>
                <a:gd name="connsiteX296" fmla="*/ 1757926 w 3024845"/>
                <a:gd name="connsiteY296" fmla="*/ 478658 h 834218"/>
                <a:gd name="connsiteX297" fmla="*/ 1759168 w 3024845"/>
                <a:gd name="connsiteY297" fmla="*/ 456135 h 834218"/>
                <a:gd name="connsiteX298" fmla="*/ 1765248 w 3024845"/>
                <a:gd name="connsiteY298" fmla="*/ 456135 h 834218"/>
                <a:gd name="connsiteX299" fmla="*/ 1766490 w 3024845"/>
                <a:gd name="connsiteY299" fmla="*/ 478658 h 834218"/>
                <a:gd name="connsiteX300" fmla="*/ 1817112 w 3024845"/>
                <a:gd name="connsiteY300" fmla="*/ 478658 h 834218"/>
                <a:gd name="connsiteX301" fmla="*/ 1817112 w 3024845"/>
                <a:gd name="connsiteY301" fmla="*/ 315630 h 834218"/>
                <a:gd name="connsiteX302" fmla="*/ 2014439 w 3024845"/>
                <a:gd name="connsiteY302" fmla="*/ 315630 h 834218"/>
                <a:gd name="connsiteX303" fmla="*/ 2014439 w 3024845"/>
                <a:gd name="connsiteY303" fmla="*/ 478658 h 834218"/>
                <a:gd name="connsiteX304" fmla="*/ 2033136 w 3024845"/>
                <a:gd name="connsiteY304" fmla="*/ 478658 h 834218"/>
                <a:gd name="connsiteX305" fmla="*/ 2033136 w 3024845"/>
                <a:gd name="connsiteY305" fmla="*/ 395965 h 834218"/>
                <a:gd name="connsiteX306" fmla="*/ 2128256 w 3024845"/>
                <a:gd name="connsiteY306" fmla="*/ 395965 h 834218"/>
                <a:gd name="connsiteX307" fmla="*/ 2180720 w 3024845"/>
                <a:gd name="connsiteY307" fmla="*/ 330752 h 834218"/>
                <a:gd name="connsiteX308" fmla="*/ 2245574 w 3024845"/>
                <a:gd name="connsiteY308" fmla="*/ 330752 h 834218"/>
                <a:gd name="connsiteX309" fmla="*/ 2245574 w 3024845"/>
                <a:gd name="connsiteY309" fmla="*/ 406414 h 834218"/>
                <a:gd name="connsiteX310" fmla="*/ 2253681 w 3024845"/>
                <a:gd name="connsiteY310" fmla="*/ 406414 h 834218"/>
                <a:gd name="connsiteX311" fmla="*/ 2255708 w 3024845"/>
                <a:gd name="connsiteY311" fmla="*/ 399929 h 834218"/>
                <a:gd name="connsiteX312" fmla="*/ 2261788 w 3024845"/>
                <a:gd name="connsiteY312" fmla="*/ 399929 h 834218"/>
                <a:gd name="connsiteX313" fmla="*/ 2263815 w 3024845"/>
                <a:gd name="connsiteY313" fmla="*/ 408576 h 834218"/>
                <a:gd name="connsiteX314" fmla="*/ 2275975 w 3024845"/>
                <a:gd name="connsiteY314" fmla="*/ 408576 h 834218"/>
                <a:gd name="connsiteX315" fmla="*/ 2275975 w 3024845"/>
                <a:gd name="connsiteY315" fmla="*/ 402090 h 834218"/>
                <a:gd name="connsiteX316" fmla="*/ 2298268 w 3024845"/>
                <a:gd name="connsiteY316" fmla="*/ 402090 h 834218"/>
                <a:gd name="connsiteX317" fmla="*/ 2298268 w 3024845"/>
                <a:gd name="connsiteY317" fmla="*/ 408576 h 834218"/>
                <a:gd name="connsiteX318" fmla="*/ 2318535 w 3024845"/>
                <a:gd name="connsiteY318" fmla="*/ 408576 h 834218"/>
                <a:gd name="connsiteX319" fmla="*/ 2318535 w 3024845"/>
                <a:gd name="connsiteY319" fmla="*/ 453973 h 834218"/>
                <a:gd name="connsiteX320" fmla="*/ 2332722 w 3024845"/>
                <a:gd name="connsiteY320" fmla="*/ 453973 h 834218"/>
                <a:gd name="connsiteX321" fmla="*/ 2332722 w 3024845"/>
                <a:gd name="connsiteY321" fmla="*/ 441002 h 834218"/>
                <a:gd name="connsiteX322" fmla="*/ 2348936 w 3024845"/>
                <a:gd name="connsiteY322" fmla="*/ 441002 h 834218"/>
                <a:gd name="connsiteX323" fmla="*/ 2348936 w 3024845"/>
                <a:gd name="connsiteY323" fmla="*/ 261575 h 834218"/>
                <a:gd name="connsiteX324" fmla="*/ 2355016 w 3024845"/>
                <a:gd name="connsiteY324" fmla="*/ 255089 h 834218"/>
                <a:gd name="connsiteX325" fmla="*/ 2427977 w 3024845"/>
                <a:gd name="connsiteY325" fmla="*/ 255089 h 834218"/>
                <a:gd name="connsiteX326" fmla="*/ 2427977 w 3024845"/>
                <a:gd name="connsiteY326" fmla="*/ 263737 h 834218"/>
                <a:gd name="connsiteX327" fmla="*/ 2438110 w 3024845"/>
                <a:gd name="connsiteY327" fmla="*/ 263737 h 834218"/>
                <a:gd name="connsiteX328" fmla="*/ 2438110 w 3024845"/>
                <a:gd name="connsiteY328" fmla="*/ 378311 h 834218"/>
                <a:gd name="connsiteX329" fmla="*/ 2460404 w 3024845"/>
                <a:gd name="connsiteY329" fmla="*/ 378311 h 834218"/>
                <a:gd name="connsiteX330" fmla="*/ 2460404 w 3024845"/>
                <a:gd name="connsiteY330" fmla="*/ 311296 h 834218"/>
                <a:gd name="connsiteX331" fmla="*/ 2486751 w 3024845"/>
                <a:gd name="connsiteY331" fmla="*/ 311296 h 834218"/>
                <a:gd name="connsiteX332" fmla="*/ 2490804 w 3024845"/>
                <a:gd name="connsiteY332" fmla="*/ 306972 h 834218"/>
                <a:gd name="connsiteX333" fmla="*/ 2498911 w 3024845"/>
                <a:gd name="connsiteY333" fmla="*/ 306972 h 834218"/>
                <a:gd name="connsiteX334" fmla="*/ 2502964 w 3024845"/>
                <a:gd name="connsiteY334" fmla="*/ 311296 h 834218"/>
                <a:gd name="connsiteX335" fmla="*/ 2525258 w 3024845"/>
                <a:gd name="connsiteY335" fmla="*/ 311296 h 834218"/>
                <a:gd name="connsiteX336" fmla="*/ 2525258 w 3024845"/>
                <a:gd name="connsiteY336" fmla="*/ 194560 h 834218"/>
                <a:gd name="connsiteX337" fmla="*/ 2582005 w 3024845"/>
                <a:gd name="connsiteY337" fmla="*/ 183751 h 834218"/>
                <a:gd name="connsiteX338" fmla="*/ 2582005 w 3024845"/>
                <a:gd name="connsiteY338" fmla="*/ 184832 h 834218"/>
                <a:gd name="connsiteX339" fmla="*/ 2582005 w 3024845"/>
                <a:gd name="connsiteY339" fmla="*/ 192398 h 834218"/>
                <a:gd name="connsiteX340" fmla="*/ 2608352 w 3024845"/>
                <a:gd name="connsiteY340" fmla="*/ 192398 h 834218"/>
                <a:gd name="connsiteX341" fmla="*/ 2608352 w 3024845"/>
                <a:gd name="connsiteY341" fmla="*/ 447488 h 834218"/>
                <a:gd name="connsiteX342" fmla="*/ 2630646 w 3024845"/>
                <a:gd name="connsiteY342" fmla="*/ 447488 h 834218"/>
                <a:gd name="connsiteX343" fmla="*/ 2630646 w 3024845"/>
                <a:gd name="connsiteY343" fmla="*/ 443164 h 834218"/>
                <a:gd name="connsiteX344" fmla="*/ 2642806 w 3024845"/>
                <a:gd name="connsiteY344" fmla="*/ 443164 h 834218"/>
                <a:gd name="connsiteX345" fmla="*/ 2642806 w 3024845"/>
                <a:gd name="connsiteY345" fmla="*/ 447488 h 834218"/>
                <a:gd name="connsiteX346" fmla="*/ 2667126 w 3024845"/>
                <a:gd name="connsiteY346" fmla="*/ 447488 h 834218"/>
                <a:gd name="connsiteX347" fmla="*/ 2667126 w 3024845"/>
                <a:gd name="connsiteY347" fmla="*/ 434517 h 834218"/>
                <a:gd name="connsiteX348" fmla="*/ 2695500 w 3024845"/>
                <a:gd name="connsiteY348" fmla="*/ 434517 h 834218"/>
                <a:gd name="connsiteX349" fmla="*/ 2707660 w 3024845"/>
                <a:gd name="connsiteY349" fmla="*/ 430193 h 834218"/>
                <a:gd name="connsiteX350" fmla="*/ 2727927 w 3024845"/>
                <a:gd name="connsiteY350" fmla="*/ 434517 h 834218"/>
                <a:gd name="connsiteX351" fmla="*/ 2727927 w 3024845"/>
                <a:gd name="connsiteY351" fmla="*/ 417223 h 834218"/>
                <a:gd name="connsiteX352" fmla="*/ 2736034 w 3024845"/>
                <a:gd name="connsiteY352" fmla="*/ 417223 h 834218"/>
                <a:gd name="connsiteX353" fmla="*/ 2736034 w 3024845"/>
                <a:gd name="connsiteY353" fmla="*/ 404252 h 834218"/>
                <a:gd name="connsiteX354" fmla="*/ 2792781 w 3024845"/>
                <a:gd name="connsiteY354" fmla="*/ 404252 h 834218"/>
                <a:gd name="connsiteX355" fmla="*/ 2792781 w 3024845"/>
                <a:gd name="connsiteY355" fmla="*/ 373987 h 834218"/>
                <a:gd name="connsiteX356" fmla="*/ 2811021 w 3024845"/>
                <a:gd name="connsiteY356" fmla="*/ 373987 h 834218"/>
                <a:gd name="connsiteX357" fmla="*/ 2811021 w 3024845"/>
                <a:gd name="connsiteY357" fmla="*/ 367502 h 834218"/>
                <a:gd name="connsiteX358" fmla="*/ 2823181 w 3024845"/>
                <a:gd name="connsiteY358" fmla="*/ 367502 h 834218"/>
                <a:gd name="connsiteX359" fmla="*/ 2823181 w 3024845"/>
                <a:gd name="connsiteY359" fmla="*/ 373987 h 834218"/>
                <a:gd name="connsiteX360" fmla="*/ 2839395 w 3024845"/>
                <a:gd name="connsiteY360" fmla="*/ 373987 h 834218"/>
                <a:gd name="connsiteX361" fmla="*/ 2839395 w 3024845"/>
                <a:gd name="connsiteY361" fmla="*/ 423708 h 834218"/>
                <a:gd name="connsiteX362" fmla="*/ 2871822 w 3024845"/>
                <a:gd name="connsiteY362" fmla="*/ 423708 h 834218"/>
                <a:gd name="connsiteX363" fmla="*/ 2871822 w 3024845"/>
                <a:gd name="connsiteY363" fmla="*/ 397767 h 834218"/>
                <a:gd name="connsiteX364" fmla="*/ 2910329 w 3024845"/>
                <a:gd name="connsiteY364" fmla="*/ 397767 h 834218"/>
                <a:gd name="connsiteX365" fmla="*/ 2910329 w 3024845"/>
                <a:gd name="connsiteY365" fmla="*/ 367502 h 834218"/>
                <a:gd name="connsiteX366" fmla="*/ 2958970 w 3024845"/>
                <a:gd name="connsiteY366" fmla="*/ 367502 h 834218"/>
                <a:gd name="connsiteX367" fmla="*/ 2958970 w 3024845"/>
                <a:gd name="connsiteY367" fmla="*/ 478658 h 834218"/>
                <a:gd name="connsiteX368" fmla="*/ 2958970 w 3024845"/>
                <a:gd name="connsiteY368" fmla="*/ 492437 h 834218"/>
                <a:gd name="connsiteX369" fmla="*/ 3024845 w 3024845"/>
                <a:gd name="connsiteY369" fmla="*/ 492437 h 834218"/>
                <a:gd name="connsiteX370" fmla="*/ 3024845 w 3024845"/>
                <a:gd name="connsiteY370" fmla="*/ 834218 h 834218"/>
                <a:gd name="connsiteX371" fmla="*/ 2054 w 3024845"/>
                <a:gd name="connsiteY371" fmla="*/ 831885 h 834218"/>
                <a:gd name="connsiteX372" fmla="*/ 0 w 3024845"/>
                <a:gd name="connsiteY372" fmla="*/ 397767 h 834218"/>
                <a:gd name="connsiteX373" fmla="*/ 20267 w 3024845"/>
                <a:gd name="connsiteY373" fmla="*/ 397767 h 834218"/>
                <a:gd name="connsiteX374" fmla="*/ 20774 w 3024845"/>
                <a:gd name="connsiteY374" fmla="*/ 396686 h 834218"/>
                <a:gd name="connsiteX375" fmla="*/ 24320 w 3024845"/>
                <a:gd name="connsiteY375" fmla="*/ 389120 h 834218"/>
                <a:gd name="connsiteX376" fmla="*/ 26094 w 3024845"/>
                <a:gd name="connsiteY376" fmla="*/ 389390 h 834218"/>
                <a:gd name="connsiteX377" fmla="*/ 38507 w 3024845"/>
                <a:gd name="connsiteY377" fmla="*/ 391281 h 834218"/>
                <a:gd name="connsiteX378" fmla="*/ 39014 w 3024845"/>
                <a:gd name="connsiteY378" fmla="*/ 392633 h 834218"/>
                <a:gd name="connsiteX379" fmla="*/ 42560 w 3024845"/>
                <a:gd name="connsiteY379" fmla="*/ 402090 h 834218"/>
                <a:gd name="connsiteX380" fmla="*/ 68907 w 3024845"/>
                <a:gd name="connsiteY380" fmla="*/ 404252 h 834218"/>
                <a:gd name="connsiteX381" fmla="*/ 68907 w 3024845"/>
                <a:gd name="connsiteY381" fmla="*/ 281031 h 834218"/>
                <a:gd name="connsiteX382" fmla="*/ 70934 w 3024845"/>
                <a:gd name="connsiteY382" fmla="*/ 281031 h 834218"/>
                <a:gd name="connsiteX383" fmla="*/ 85121 w 3024845"/>
                <a:gd name="connsiteY383" fmla="*/ 281031 h 834218"/>
                <a:gd name="connsiteX384" fmla="*/ 85121 w 3024845"/>
                <a:gd name="connsiteY384" fmla="*/ 144839 h 834218"/>
                <a:gd name="connsiteX385" fmla="*/ 86894 w 3024845"/>
                <a:gd name="connsiteY385" fmla="*/ 144839 h 834218"/>
                <a:gd name="connsiteX386" fmla="*/ 99308 w 3024845"/>
                <a:gd name="connsiteY386" fmla="*/ 144839 h 834218"/>
                <a:gd name="connsiteX387" fmla="*/ 99308 w 3024845"/>
                <a:gd name="connsiteY387" fmla="*/ 30265 h 834218"/>
                <a:gd name="connsiteX388" fmla="*/ 103361 w 3024845"/>
                <a:gd name="connsiteY388" fmla="*/ 2161 h 834218"/>
                <a:gd name="connsiteX0" fmla="*/ 103361 w 3024845"/>
                <a:gd name="connsiteY0" fmla="*/ 2161 h 834218"/>
                <a:gd name="connsiteX1" fmla="*/ 200642 w 3024845"/>
                <a:gd name="connsiteY1" fmla="*/ 0 h 834218"/>
                <a:gd name="connsiteX2" fmla="*/ 202669 w 3024845"/>
                <a:gd name="connsiteY2" fmla="*/ 0 h 834218"/>
                <a:gd name="connsiteX3" fmla="*/ 220909 w 3024845"/>
                <a:gd name="connsiteY3" fmla="*/ 144839 h 834218"/>
                <a:gd name="connsiteX4" fmla="*/ 223189 w 3024845"/>
                <a:gd name="connsiteY4" fmla="*/ 144839 h 834218"/>
                <a:gd name="connsiteX5" fmla="*/ 239150 w 3024845"/>
                <a:gd name="connsiteY5" fmla="*/ 144839 h 834218"/>
                <a:gd name="connsiteX6" fmla="*/ 239150 w 3024845"/>
                <a:gd name="connsiteY6" fmla="*/ 285354 h 834218"/>
                <a:gd name="connsiteX7" fmla="*/ 240670 w 3024845"/>
                <a:gd name="connsiteY7" fmla="*/ 285084 h 834218"/>
                <a:gd name="connsiteX8" fmla="*/ 251310 w 3024845"/>
                <a:gd name="connsiteY8" fmla="*/ 283193 h 834218"/>
                <a:gd name="connsiteX9" fmla="*/ 249283 w 3024845"/>
                <a:gd name="connsiteY9" fmla="*/ 371825 h 834218"/>
                <a:gd name="connsiteX10" fmla="*/ 250803 w 3024845"/>
                <a:gd name="connsiteY10" fmla="*/ 372096 h 834218"/>
                <a:gd name="connsiteX11" fmla="*/ 261443 w 3024845"/>
                <a:gd name="connsiteY11" fmla="*/ 373987 h 834218"/>
                <a:gd name="connsiteX12" fmla="*/ 261696 w 3024845"/>
                <a:gd name="connsiteY12" fmla="*/ 374798 h 834218"/>
                <a:gd name="connsiteX13" fmla="*/ 263470 w 3024845"/>
                <a:gd name="connsiteY13" fmla="*/ 380473 h 834218"/>
                <a:gd name="connsiteX14" fmla="*/ 264230 w 3024845"/>
                <a:gd name="connsiteY14" fmla="*/ 378041 h 834218"/>
                <a:gd name="connsiteX15" fmla="*/ 269550 w 3024845"/>
                <a:gd name="connsiteY15" fmla="*/ 361017 h 834218"/>
                <a:gd name="connsiteX16" fmla="*/ 271323 w 3024845"/>
                <a:gd name="connsiteY16" fmla="*/ 361017 h 834218"/>
                <a:gd name="connsiteX17" fmla="*/ 283737 w 3024845"/>
                <a:gd name="connsiteY17" fmla="*/ 361017 h 834218"/>
                <a:gd name="connsiteX18" fmla="*/ 283737 w 3024845"/>
                <a:gd name="connsiteY18" fmla="*/ 393443 h 834218"/>
                <a:gd name="connsiteX19" fmla="*/ 284750 w 3024845"/>
                <a:gd name="connsiteY19" fmla="*/ 393984 h 834218"/>
                <a:gd name="connsiteX20" fmla="*/ 291844 w 3024845"/>
                <a:gd name="connsiteY20" fmla="*/ 397767 h 834218"/>
                <a:gd name="connsiteX21" fmla="*/ 291844 w 3024845"/>
                <a:gd name="connsiteY21" fmla="*/ 399118 h 834218"/>
                <a:gd name="connsiteX22" fmla="*/ 291844 w 3024845"/>
                <a:gd name="connsiteY22" fmla="*/ 408576 h 834218"/>
                <a:gd name="connsiteX23" fmla="*/ 336431 w 3024845"/>
                <a:gd name="connsiteY23" fmla="*/ 408576 h 834218"/>
                <a:gd name="connsiteX24" fmla="*/ 336431 w 3024845"/>
                <a:gd name="connsiteY24" fmla="*/ 409657 h 834218"/>
                <a:gd name="connsiteX25" fmla="*/ 336431 w 3024845"/>
                <a:gd name="connsiteY25" fmla="*/ 417223 h 834218"/>
                <a:gd name="connsiteX26" fmla="*/ 338457 w 3024845"/>
                <a:gd name="connsiteY26" fmla="*/ 417223 h 834218"/>
                <a:gd name="connsiteX27" fmla="*/ 352644 w 3024845"/>
                <a:gd name="connsiteY27" fmla="*/ 417223 h 834218"/>
                <a:gd name="connsiteX28" fmla="*/ 352644 w 3024845"/>
                <a:gd name="connsiteY28" fmla="*/ 386958 h 834218"/>
                <a:gd name="connsiteX29" fmla="*/ 397231 w 3024845"/>
                <a:gd name="connsiteY29" fmla="*/ 386958 h 834218"/>
                <a:gd name="connsiteX30" fmla="*/ 397231 w 3024845"/>
                <a:gd name="connsiteY30" fmla="*/ 385607 h 834218"/>
                <a:gd name="connsiteX31" fmla="*/ 397231 w 3024845"/>
                <a:gd name="connsiteY31" fmla="*/ 376149 h 834218"/>
                <a:gd name="connsiteX32" fmla="*/ 398245 w 3024845"/>
                <a:gd name="connsiteY32" fmla="*/ 376149 h 834218"/>
                <a:gd name="connsiteX33" fmla="*/ 405338 w 3024845"/>
                <a:gd name="connsiteY33" fmla="*/ 376149 h 834218"/>
                <a:gd name="connsiteX34" fmla="*/ 405338 w 3024845"/>
                <a:gd name="connsiteY34" fmla="*/ 374258 h 834218"/>
                <a:gd name="connsiteX35" fmla="*/ 405338 w 3024845"/>
                <a:gd name="connsiteY35" fmla="*/ 361017 h 834218"/>
                <a:gd name="connsiteX36" fmla="*/ 406098 w 3024845"/>
                <a:gd name="connsiteY36" fmla="*/ 361017 h 834218"/>
                <a:gd name="connsiteX37" fmla="*/ 411418 w 3024845"/>
                <a:gd name="connsiteY37" fmla="*/ 361017 h 834218"/>
                <a:gd name="connsiteX38" fmla="*/ 411418 w 3024845"/>
                <a:gd name="connsiteY38" fmla="*/ 359936 h 834218"/>
                <a:gd name="connsiteX39" fmla="*/ 411418 w 3024845"/>
                <a:gd name="connsiteY39" fmla="*/ 352369 h 834218"/>
                <a:gd name="connsiteX40" fmla="*/ 413445 w 3024845"/>
                <a:gd name="connsiteY40" fmla="*/ 352369 h 834218"/>
                <a:gd name="connsiteX41" fmla="*/ 427632 w 3024845"/>
                <a:gd name="connsiteY41" fmla="*/ 352369 h 834218"/>
                <a:gd name="connsiteX42" fmla="*/ 427632 w 3024845"/>
                <a:gd name="connsiteY42" fmla="*/ 353450 h 834218"/>
                <a:gd name="connsiteX43" fmla="*/ 427632 w 3024845"/>
                <a:gd name="connsiteY43" fmla="*/ 361017 h 834218"/>
                <a:gd name="connsiteX44" fmla="*/ 449925 w 3024845"/>
                <a:gd name="connsiteY44" fmla="*/ 361017 h 834218"/>
                <a:gd name="connsiteX45" fmla="*/ 449925 w 3024845"/>
                <a:gd name="connsiteY45" fmla="*/ 359125 h 834218"/>
                <a:gd name="connsiteX46" fmla="*/ 449925 w 3024845"/>
                <a:gd name="connsiteY46" fmla="*/ 345884 h 834218"/>
                <a:gd name="connsiteX47" fmla="*/ 451699 w 3024845"/>
                <a:gd name="connsiteY47" fmla="*/ 345884 h 834218"/>
                <a:gd name="connsiteX48" fmla="*/ 464112 w 3024845"/>
                <a:gd name="connsiteY48" fmla="*/ 345884 h 834218"/>
                <a:gd name="connsiteX49" fmla="*/ 464112 w 3024845"/>
                <a:gd name="connsiteY49" fmla="*/ 369664 h 834218"/>
                <a:gd name="connsiteX50" fmla="*/ 465126 w 3024845"/>
                <a:gd name="connsiteY50" fmla="*/ 369664 h 834218"/>
                <a:gd name="connsiteX51" fmla="*/ 472219 w 3024845"/>
                <a:gd name="connsiteY51" fmla="*/ 369664 h 834218"/>
                <a:gd name="connsiteX52" fmla="*/ 472219 w 3024845"/>
                <a:gd name="connsiteY52" fmla="*/ 368583 h 834218"/>
                <a:gd name="connsiteX53" fmla="*/ 472219 w 3024845"/>
                <a:gd name="connsiteY53" fmla="*/ 361017 h 834218"/>
                <a:gd name="connsiteX54" fmla="*/ 473992 w 3024845"/>
                <a:gd name="connsiteY54" fmla="*/ 361017 h 834218"/>
                <a:gd name="connsiteX55" fmla="*/ 486406 w 3024845"/>
                <a:gd name="connsiteY55" fmla="*/ 361017 h 834218"/>
                <a:gd name="connsiteX56" fmla="*/ 486406 w 3024845"/>
                <a:gd name="connsiteY56" fmla="*/ 386958 h 834218"/>
                <a:gd name="connsiteX57" fmla="*/ 488433 w 3024845"/>
                <a:gd name="connsiteY57" fmla="*/ 386958 h 834218"/>
                <a:gd name="connsiteX58" fmla="*/ 502619 w 3024845"/>
                <a:gd name="connsiteY58" fmla="*/ 386958 h 834218"/>
                <a:gd name="connsiteX59" fmla="*/ 502619 w 3024845"/>
                <a:gd name="connsiteY59" fmla="*/ 388579 h 834218"/>
                <a:gd name="connsiteX60" fmla="*/ 502619 w 3024845"/>
                <a:gd name="connsiteY60" fmla="*/ 399929 h 834218"/>
                <a:gd name="connsiteX61" fmla="*/ 503379 w 3024845"/>
                <a:gd name="connsiteY61" fmla="*/ 399929 h 834218"/>
                <a:gd name="connsiteX62" fmla="*/ 508700 w 3024845"/>
                <a:gd name="connsiteY62" fmla="*/ 399929 h 834218"/>
                <a:gd name="connsiteX63" fmla="*/ 508700 w 3024845"/>
                <a:gd name="connsiteY63" fmla="*/ 399118 h 834218"/>
                <a:gd name="connsiteX64" fmla="*/ 508700 w 3024845"/>
                <a:gd name="connsiteY64" fmla="*/ 393443 h 834218"/>
                <a:gd name="connsiteX65" fmla="*/ 539100 w 3024845"/>
                <a:gd name="connsiteY65" fmla="*/ 393443 h 834218"/>
                <a:gd name="connsiteX66" fmla="*/ 539100 w 3024845"/>
                <a:gd name="connsiteY66" fmla="*/ 417223 h 834218"/>
                <a:gd name="connsiteX67" fmla="*/ 540113 w 3024845"/>
                <a:gd name="connsiteY67" fmla="*/ 417223 h 834218"/>
                <a:gd name="connsiteX68" fmla="*/ 547207 w 3024845"/>
                <a:gd name="connsiteY68" fmla="*/ 417223 h 834218"/>
                <a:gd name="connsiteX69" fmla="*/ 547207 w 3024845"/>
                <a:gd name="connsiteY69" fmla="*/ 418304 h 834218"/>
                <a:gd name="connsiteX70" fmla="*/ 547207 w 3024845"/>
                <a:gd name="connsiteY70" fmla="*/ 425870 h 834218"/>
                <a:gd name="connsiteX71" fmla="*/ 547967 w 3024845"/>
                <a:gd name="connsiteY71" fmla="*/ 425870 h 834218"/>
                <a:gd name="connsiteX72" fmla="*/ 553287 w 3024845"/>
                <a:gd name="connsiteY72" fmla="*/ 425870 h 834218"/>
                <a:gd name="connsiteX73" fmla="*/ 553287 w 3024845"/>
                <a:gd name="connsiteY73" fmla="*/ 423708 h 834218"/>
                <a:gd name="connsiteX74" fmla="*/ 553287 w 3024845"/>
                <a:gd name="connsiteY74" fmla="*/ 408576 h 834218"/>
                <a:gd name="connsiteX75" fmla="*/ 554300 w 3024845"/>
                <a:gd name="connsiteY75" fmla="*/ 408576 h 834218"/>
                <a:gd name="connsiteX76" fmla="*/ 561394 w 3024845"/>
                <a:gd name="connsiteY76" fmla="*/ 408576 h 834218"/>
                <a:gd name="connsiteX77" fmla="*/ 561394 w 3024845"/>
                <a:gd name="connsiteY77" fmla="*/ 409657 h 834218"/>
                <a:gd name="connsiteX78" fmla="*/ 561394 w 3024845"/>
                <a:gd name="connsiteY78" fmla="*/ 417223 h 834218"/>
                <a:gd name="connsiteX79" fmla="*/ 566714 w 3024845"/>
                <a:gd name="connsiteY79" fmla="*/ 415230 h 834218"/>
                <a:gd name="connsiteX80" fmla="*/ 567474 w 3024845"/>
                <a:gd name="connsiteY80" fmla="*/ 414250 h 834218"/>
                <a:gd name="connsiteX81" fmla="*/ 567474 w 3024845"/>
                <a:gd name="connsiteY81" fmla="*/ 408576 h 834218"/>
                <a:gd name="connsiteX82" fmla="*/ 605981 w 3024845"/>
                <a:gd name="connsiteY82" fmla="*/ 408576 h 834218"/>
                <a:gd name="connsiteX83" fmla="*/ 605981 w 3024845"/>
                <a:gd name="connsiteY83" fmla="*/ 432355 h 834218"/>
                <a:gd name="connsiteX84" fmla="*/ 608007 w 3024845"/>
                <a:gd name="connsiteY84" fmla="*/ 432355 h 834218"/>
                <a:gd name="connsiteX85" fmla="*/ 622194 w 3024845"/>
                <a:gd name="connsiteY85" fmla="*/ 432355 h 834218"/>
                <a:gd name="connsiteX86" fmla="*/ 622194 w 3024845"/>
                <a:gd name="connsiteY86" fmla="*/ 433436 h 834218"/>
                <a:gd name="connsiteX87" fmla="*/ 622194 w 3024845"/>
                <a:gd name="connsiteY87" fmla="*/ 441002 h 834218"/>
                <a:gd name="connsiteX88" fmla="*/ 623968 w 3024845"/>
                <a:gd name="connsiteY88" fmla="*/ 441002 h 834218"/>
                <a:gd name="connsiteX89" fmla="*/ 636381 w 3024845"/>
                <a:gd name="connsiteY89" fmla="*/ 441002 h 834218"/>
                <a:gd name="connsiteX90" fmla="*/ 636381 w 3024845"/>
                <a:gd name="connsiteY90" fmla="*/ 417223 h 834218"/>
                <a:gd name="connsiteX91" fmla="*/ 637394 w 3024845"/>
                <a:gd name="connsiteY91" fmla="*/ 417223 h 834218"/>
                <a:gd name="connsiteX92" fmla="*/ 644488 w 3024845"/>
                <a:gd name="connsiteY92" fmla="*/ 417223 h 834218"/>
                <a:gd name="connsiteX93" fmla="*/ 644488 w 3024845"/>
                <a:gd name="connsiteY93" fmla="*/ 384796 h 834218"/>
                <a:gd name="connsiteX94" fmla="*/ 645501 w 3024845"/>
                <a:gd name="connsiteY94" fmla="*/ 384796 h 834218"/>
                <a:gd name="connsiteX95" fmla="*/ 652595 w 3024845"/>
                <a:gd name="connsiteY95" fmla="*/ 384796 h 834218"/>
                <a:gd name="connsiteX96" fmla="*/ 652595 w 3024845"/>
                <a:gd name="connsiteY96" fmla="*/ 382905 h 834218"/>
                <a:gd name="connsiteX97" fmla="*/ 652595 w 3024845"/>
                <a:gd name="connsiteY97" fmla="*/ 369664 h 834218"/>
                <a:gd name="connsiteX98" fmla="*/ 651328 w 3024845"/>
                <a:gd name="connsiteY98" fmla="*/ 368042 h 834218"/>
                <a:gd name="connsiteX99" fmla="*/ 656648 w 3024845"/>
                <a:gd name="connsiteY99" fmla="*/ 356693 h 834218"/>
                <a:gd name="connsiteX100" fmla="*/ 664755 w 3024845"/>
                <a:gd name="connsiteY100" fmla="*/ 384796 h 834218"/>
                <a:gd name="connsiteX101" fmla="*/ 665515 w 3024845"/>
                <a:gd name="connsiteY101" fmla="*/ 384796 h 834218"/>
                <a:gd name="connsiteX102" fmla="*/ 670835 w 3024845"/>
                <a:gd name="connsiteY102" fmla="*/ 384796 h 834218"/>
                <a:gd name="connsiteX103" fmla="*/ 670835 w 3024845"/>
                <a:gd name="connsiteY103" fmla="*/ 278869 h 834218"/>
                <a:gd name="connsiteX104" fmla="*/ 672355 w 3024845"/>
                <a:gd name="connsiteY104" fmla="*/ 278869 h 834218"/>
                <a:gd name="connsiteX105" fmla="*/ 682995 w 3024845"/>
                <a:gd name="connsiteY105" fmla="*/ 278869 h 834218"/>
                <a:gd name="connsiteX106" fmla="*/ 682995 w 3024845"/>
                <a:gd name="connsiteY106" fmla="*/ 231310 h 834218"/>
                <a:gd name="connsiteX107" fmla="*/ 709342 w 3024845"/>
                <a:gd name="connsiteY107" fmla="*/ 231310 h 834218"/>
                <a:gd name="connsiteX108" fmla="*/ 709342 w 3024845"/>
                <a:gd name="connsiteY108" fmla="*/ 209692 h 834218"/>
                <a:gd name="connsiteX109" fmla="*/ 743796 w 3024845"/>
                <a:gd name="connsiteY109" fmla="*/ 209692 h 834218"/>
                <a:gd name="connsiteX110" fmla="*/ 743796 w 3024845"/>
                <a:gd name="connsiteY110" fmla="*/ 212124 h 834218"/>
                <a:gd name="connsiteX111" fmla="*/ 743796 w 3024845"/>
                <a:gd name="connsiteY111" fmla="*/ 229148 h 834218"/>
                <a:gd name="connsiteX112" fmla="*/ 746076 w 3024845"/>
                <a:gd name="connsiteY112" fmla="*/ 229148 h 834218"/>
                <a:gd name="connsiteX113" fmla="*/ 762036 w 3024845"/>
                <a:gd name="connsiteY113" fmla="*/ 229148 h 834218"/>
                <a:gd name="connsiteX114" fmla="*/ 762036 w 3024845"/>
                <a:gd name="connsiteY114" fmla="*/ 276707 h 834218"/>
                <a:gd name="connsiteX115" fmla="*/ 763049 w 3024845"/>
                <a:gd name="connsiteY115" fmla="*/ 276707 h 834218"/>
                <a:gd name="connsiteX116" fmla="*/ 770143 w 3024845"/>
                <a:gd name="connsiteY116" fmla="*/ 276707 h 834218"/>
                <a:gd name="connsiteX117" fmla="*/ 784330 w 3024845"/>
                <a:gd name="connsiteY117" fmla="*/ 281031 h 834218"/>
                <a:gd name="connsiteX118" fmla="*/ 784330 w 3024845"/>
                <a:gd name="connsiteY118" fmla="*/ 319943 h 834218"/>
                <a:gd name="connsiteX119" fmla="*/ 785343 w 3024845"/>
                <a:gd name="connsiteY119" fmla="*/ 319943 h 834218"/>
                <a:gd name="connsiteX120" fmla="*/ 792436 w 3024845"/>
                <a:gd name="connsiteY120" fmla="*/ 319943 h 834218"/>
                <a:gd name="connsiteX121" fmla="*/ 792436 w 3024845"/>
                <a:gd name="connsiteY121" fmla="*/ 321564 h 834218"/>
                <a:gd name="connsiteX122" fmla="*/ 792436 w 3024845"/>
                <a:gd name="connsiteY122" fmla="*/ 332913 h 834218"/>
                <a:gd name="connsiteX123" fmla="*/ 794463 w 3024845"/>
                <a:gd name="connsiteY123" fmla="*/ 332913 h 834218"/>
                <a:gd name="connsiteX124" fmla="*/ 808650 w 3024845"/>
                <a:gd name="connsiteY124" fmla="*/ 332913 h 834218"/>
                <a:gd name="connsiteX125" fmla="*/ 814730 w 3024845"/>
                <a:gd name="connsiteY125" fmla="*/ 339399 h 834218"/>
                <a:gd name="connsiteX126" fmla="*/ 814730 w 3024845"/>
                <a:gd name="connsiteY126" fmla="*/ 361017 h 834218"/>
                <a:gd name="connsiteX127" fmla="*/ 817010 w 3024845"/>
                <a:gd name="connsiteY127" fmla="*/ 361017 h 834218"/>
                <a:gd name="connsiteX128" fmla="*/ 832970 w 3024845"/>
                <a:gd name="connsiteY128" fmla="*/ 361017 h 834218"/>
                <a:gd name="connsiteX129" fmla="*/ 832970 w 3024845"/>
                <a:gd name="connsiteY129" fmla="*/ 362097 h 834218"/>
                <a:gd name="connsiteX130" fmla="*/ 832970 w 3024845"/>
                <a:gd name="connsiteY130" fmla="*/ 369664 h 834218"/>
                <a:gd name="connsiteX131" fmla="*/ 834237 w 3024845"/>
                <a:gd name="connsiteY131" fmla="*/ 369664 h 834218"/>
                <a:gd name="connsiteX132" fmla="*/ 843104 w 3024845"/>
                <a:gd name="connsiteY132" fmla="*/ 369664 h 834218"/>
                <a:gd name="connsiteX133" fmla="*/ 843104 w 3024845"/>
                <a:gd name="connsiteY133" fmla="*/ 371825 h 834218"/>
                <a:gd name="connsiteX134" fmla="*/ 843104 w 3024845"/>
                <a:gd name="connsiteY134" fmla="*/ 386958 h 834218"/>
                <a:gd name="connsiteX135" fmla="*/ 847157 w 3024845"/>
                <a:gd name="connsiteY135" fmla="*/ 385066 h 834218"/>
                <a:gd name="connsiteX136" fmla="*/ 847157 w 3024845"/>
                <a:gd name="connsiteY136" fmla="*/ 371825 h 834218"/>
                <a:gd name="connsiteX137" fmla="*/ 848170 w 3024845"/>
                <a:gd name="connsiteY137" fmla="*/ 371825 h 834218"/>
                <a:gd name="connsiteX138" fmla="*/ 855264 w 3024845"/>
                <a:gd name="connsiteY138" fmla="*/ 371825 h 834218"/>
                <a:gd name="connsiteX139" fmla="*/ 855264 w 3024845"/>
                <a:gd name="connsiteY139" fmla="*/ 373447 h 834218"/>
                <a:gd name="connsiteX140" fmla="*/ 855264 w 3024845"/>
                <a:gd name="connsiteY140" fmla="*/ 384796 h 834218"/>
                <a:gd name="connsiteX141" fmla="*/ 856024 w 3024845"/>
                <a:gd name="connsiteY141" fmla="*/ 384796 h 834218"/>
                <a:gd name="connsiteX142" fmla="*/ 861344 w 3024845"/>
                <a:gd name="connsiteY142" fmla="*/ 384796 h 834218"/>
                <a:gd name="connsiteX143" fmla="*/ 909984 w 3024845"/>
                <a:gd name="connsiteY143" fmla="*/ 380473 h 834218"/>
                <a:gd name="connsiteX144" fmla="*/ 909984 w 3024845"/>
                <a:gd name="connsiteY144" fmla="*/ 381824 h 834218"/>
                <a:gd name="connsiteX145" fmla="*/ 909984 w 3024845"/>
                <a:gd name="connsiteY145" fmla="*/ 391281 h 834218"/>
                <a:gd name="connsiteX146" fmla="*/ 910744 w 3024845"/>
                <a:gd name="connsiteY146" fmla="*/ 391281 h 834218"/>
                <a:gd name="connsiteX147" fmla="*/ 916065 w 3024845"/>
                <a:gd name="connsiteY147" fmla="*/ 391281 h 834218"/>
                <a:gd name="connsiteX148" fmla="*/ 916065 w 3024845"/>
                <a:gd name="connsiteY148" fmla="*/ 393443 h 834218"/>
                <a:gd name="connsiteX149" fmla="*/ 916065 w 3024845"/>
                <a:gd name="connsiteY149" fmla="*/ 408576 h 834218"/>
                <a:gd name="connsiteX150" fmla="*/ 918091 w 3024845"/>
                <a:gd name="connsiteY150" fmla="*/ 407225 h 834218"/>
                <a:gd name="connsiteX151" fmla="*/ 932278 w 3024845"/>
                <a:gd name="connsiteY151" fmla="*/ 397767 h 834218"/>
                <a:gd name="connsiteX152" fmla="*/ 938358 w 3024845"/>
                <a:gd name="connsiteY152" fmla="*/ 356693 h 834218"/>
                <a:gd name="connsiteX153" fmla="*/ 939118 w 3024845"/>
                <a:gd name="connsiteY153" fmla="*/ 356423 h 834218"/>
                <a:gd name="connsiteX154" fmla="*/ 944438 w 3024845"/>
                <a:gd name="connsiteY154" fmla="*/ 354531 h 834218"/>
                <a:gd name="connsiteX155" fmla="*/ 946465 w 3024845"/>
                <a:gd name="connsiteY155" fmla="*/ 285354 h 834218"/>
                <a:gd name="connsiteX156" fmla="*/ 948492 w 3024845"/>
                <a:gd name="connsiteY156" fmla="*/ 354531 h 834218"/>
                <a:gd name="connsiteX157" fmla="*/ 949252 w 3024845"/>
                <a:gd name="connsiteY157" fmla="*/ 354801 h 834218"/>
                <a:gd name="connsiteX158" fmla="*/ 954572 w 3024845"/>
                <a:gd name="connsiteY158" fmla="*/ 356693 h 834218"/>
                <a:gd name="connsiteX159" fmla="*/ 954572 w 3024845"/>
                <a:gd name="connsiteY159" fmla="*/ 270222 h 834218"/>
                <a:gd name="connsiteX160" fmla="*/ 958625 w 3024845"/>
                <a:gd name="connsiteY160" fmla="*/ 237795 h 834218"/>
                <a:gd name="connsiteX161" fmla="*/ 997132 w 3024845"/>
                <a:gd name="connsiteY161" fmla="*/ 237795 h 834218"/>
                <a:gd name="connsiteX162" fmla="*/ 997132 w 3024845"/>
                <a:gd name="connsiteY162" fmla="*/ 270222 h 834218"/>
                <a:gd name="connsiteX163" fmla="*/ 997892 w 3024845"/>
                <a:gd name="connsiteY163" fmla="*/ 270222 h 834218"/>
                <a:gd name="connsiteX164" fmla="*/ 1003212 w 3024845"/>
                <a:gd name="connsiteY164" fmla="*/ 270222 h 834218"/>
                <a:gd name="connsiteX165" fmla="*/ 1003212 w 3024845"/>
                <a:gd name="connsiteY165" fmla="*/ 188074 h 834218"/>
                <a:gd name="connsiteX166" fmla="*/ 1004986 w 3024845"/>
                <a:gd name="connsiteY166" fmla="*/ 188074 h 834218"/>
                <a:gd name="connsiteX167" fmla="*/ 1017399 w 3024845"/>
                <a:gd name="connsiteY167" fmla="*/ 188074 h 834218"/>
                <a:gd name="connsiteX168" fmla="*/ 1017399 w 3024845"/>
                <a:gd name="connsiteY168" fmla="*/ 186183 h 834218"/>
                <a:gd name="connsiteX169" fmla="*/ 1017399 w 3024845"/>
                <a:gd name="connsiteY169" fmla="*/ 172942 h 834218"/>
                <a:gd name="connsiteX170" fmla="*/ 1039693 w 3024845"/>
                <a:gd name="connsiteY170" fmla="*/ 172942 h 834218"/>
                <a:gd name="connsiteX171" fmla="*/ 1039693 w 3024845"/>
                <a:gd name="connsiteY171" fmla="*/ 171861 h 834218"/>
                <a:gd name="connsiteX172" fmla="*/ 1039693 w 3024845"/>
                <a:gd name="connsiteY172" fmla="*/ 164295 h 834218"/>
                <a:gd name="connsiteX173" fmla="*/ 1041466 w 3024845"/>
                <a:gd name="connsiteY173" fmla="*/ 164295 h 834218"/>
                <a:gd name="connsiteX174" fmla="*/ 1053880 w 3024845"/>
                <a:gd name="connsiteY174" fmla="*/ 164295 h 834218"/>
                <a:gd name="connsiteX175" fmla="*/ 1053880 w 3024845"/>
                <a:gd name="connsiteY175" fmla="*/ 165376 h 834218"/>
                <a:gd name="connsiteX176" fmla="*/ 1053880 w 3024845"/>
                <a:gd name="connsiteY176" fmla="*/ 172942 h 834218"/>
                <a:gd name="connsiteX177" fmla="*/ 1054640 w 3024845"/>
                <a:gd name="connsiteY177" fmla="*/ 172942 h 834218"/>
                <a:gd name="connsiteX178" fmla="*/ 1059960 w 3024845"/>
                <a:gd name="connsiteY178" fmla="*/ 172942 h 834218"/>
                <a:gd name="connsiteX179" fmla="*/ 1070093 w 3024845"/>
                <a:gd name="connsiteY179" fmla="*/ 168618 h 834218"/>
                <a:gd name="connsiteX180" fmla="*/ 1074146 w 3024845"/>
                <a:gd name="connsiteY180" fmla="*/ 171861 h 834218"/>
                <a:gd name="connsiteX181" fmla="*/ 1074146 w 3024845"/>
                <a:gd name="connsiteY181" fmla="*/ 164295 h 834218"/>
                <a:gd name="connsiteX182" fmla="*/ 1076426 w 3024845"/>
                <a:gd name="connsiteY182" fmla="*/ 164295 h 834218"/>
                <a:gd name="connsiteX183" fmla="*/ 1092387 w 3024845"/>
                <a:gd name="connsiteY183" fmla="*/ 164295 h 834218"/>
                <a:gd name="connsiteX184" fmla="*/ 1092387 w 3024845"/>
                <a:gd name="connsiteY184" fmla="*/ 165376 h 834218"/>
                <a:gd name="connsiteX185" fmla="*/ 1092387 w 3024845"/>
                <a:gd name="connsiteY185" fmla="*/ 172942 h 834218"/>
                <a:gd name="connsiteX186" fmla="*/ 1122787 w 3024845"/>
                <a:gd name="connsiteY186" fmla="*/ 172942 h 834218"/>
                <a:gd name="connsiteX187" fmla="*/ 1122787 w 3024845"/>
                <a:gd name="connsiteY187" fmla="*/ 174563 h 834218"/>
                <a:gd name="connsiteX188" fmla="*/ 1122787 w 3024845"/>
                <a:gd name="connsiteY188" fmla="*/ 185913 h 834218"/>
                <a:gd name="connsiteX189" fmla="*/ 1149134 w 3024845"/>
                <a:gd name="connsiteY189" fmla="*/ 185913 h 834218"/>
                <a:gd name="connsiteX190" fmla="*/ 1149134 w 3024845"/>
                <a:gd name="connsiteY190" fmla="*/ 216177 h 834218"/>
                <a:gd name="connsiteX191" fmla="*/ 1149894 w 3024845"/>
                <a:gd name="connsiteY191" fmla="*/ 216177 h 834218"/>
                <a:gd name="connsiteX192" fmla="*/ 1155214 w 3024845"/>
                <a:gd name="connsiteY192" fmla="*/ 216177 h 834218"/>
                <a:gd name="connsiteX193" fmla="*/ 1155214 w 3024845"/>
                <a:gd name="connsiteY193" fmla="*/ 217258 h 834218"/>
                <a:gd name="connsiteX194" fmla="*/ 1155214 w 3024845"/>
                <a:gd name="connsiteY194" fmla="*/ 224825 h 834218"/>
                <a:gd name="connsiteX195" fmla="*/ 1159268 w 3024845"/>
                <a:gd name="connsiteY195" fmla="*/ 255089 h 834218"/>
                <a:gd name="connsiteX196" fmla="*/ 1160028 w 3024845"/>
                <a:gd name="connsiteY196" fmla="*/ 255089 h 834218"/>
                <a:gd name="connsiteX197" fmla="*/ 1165348 w 3024845"/>
                <a:gd name="connsiteY197" fmla="*/ 255089 h 834218"/>
                <a:gd name="connsiteX198" fmla="*/ 1165348 w 3024845"/>
                <a:gd name="connsiteY198" fmla="*/ 255900 h 834218"/>
                <a:gd name="connsiteX199" fmla="*/ 1165348 w 3024845"/>
                <a:gd name="connsiteY199" fmla="*/ 261575 h 834218"/>
                <a:gd name="connsiteX200" fmla="*/ 1166361 w 3024845"/>
                <a:gd name="connsiteY200" fmla="*/ 261575 h 834218"/>
                <a:gd name="connsiteX201" fmla="*/ 1173454 w 3024845"/>
                <a:gd name="connsiteY201" fmla="*/ 261575 h 834218"/>
                <a:gd name="connsiteX202" fmla="*/ 1173454 w 3024845"/>
                <a:gd name="connsiteY202" fmla="*/ 291840 h 834218"/>
                <a:gd name="connsiteX203" fmla="*/ 1175481 w 3024845"/>
                <a:gd name="connsiteY203" fmla="*/ 291840 h 834218"/>
                <a:gd name="connsiteX204" fmla="*/ 1189668 w 3024845"/>
                <a:gd name="connsiteY204" fmla="*/ 291840 h 834218"/>
                <a:gd name="connsiteX205" fmla="*/ 1189668 w 3024845"/>
                <a:gd name="connsiteY205" fmla="*/ 315619 h 834218"/>
                <a:gd name="connsiteX206" fmla="*/ 1191695 w 3024845"/>
                <a:gd name="connsiteY206" fmla="*/ 317240 h 834218"/>
                <a:gd name="connsiteX207" fmla="*/ 1191695 w 3024845"/>
                <a:gd name="connsiteY207" fmla="*/ 328590 h 834218"/>
                <a:gd name="connsiteX208" fmla="*/ 1192455 w 3024845"/>
                <a:gd name="connsiteY208" fmla="*/ 328590 h 834218"/>
                <a:gd name="connsiteX209" fmla="*/ 1197775 w 3024845"/>
                <a:gd name="connsiteY209" fmla="*/ 328590 h 834218"/>
                <a:gd name="connsiteX210" fmla="*/ 1197775 w 3024845"/>
                <a:gd name="connsiteY210" fmla="*/ 352369 h 834218"/>
                <a:gd name="connsiteX211" fmla="*/ 1199041 w 3024845"/>
                <a:gd name="connsiteY211" fmla="*/ 352369 h 834218"/>
                <a:gd name="connsiteX212" fmla="*/ 1207908 w 3024845"/>
                <a:gd name="connsiteY212" fmla="*/ 352369 h 834218"/>
                <a:gd name="connsiteX213" fmla="*/ 1209935 w 3024845"/>
                <a:gd name="connsiteY213" fmla="*/ 356423 h 834218"/>
                <a:gd name="connsiteX214" fmla="*/ 1209935 w 3024845"/>
                <a:gd name="connsiteY214" fmla="*/ 369664 h 834218"/>
                <a:gd name="connsiteX215" fmla="*/ 1211455 w 3024845"/>
                <a:gd name="connsiteY215" fmla="*/ 367772 h 834218"/>
                <a:gd name="connsiteX216" fmla="*/ 1222095 w 3024845"/>
                <a:gd name="connsiteY216" fmla="*/ 354531 h 834218"/>
                <a:gd name="connsiteX217" fmla="*/ 1250469 w 3024845"/>
                <a:gd name="connsiteY217" fmla="*/ 354531 h 834218"/>
                <a:gd name="connsiteX218" fmla="*/ 1250469 w 3024845"/>
                <a:gd name="connsiteY218" fmla="*/ 441002 h 834218"/>
                <a:gd name="connsiteX219" fmla="*/ 1251229 w 3024845"/>
                <a:gd name="connsiteY219" fmla="*/ 441002 h 834218"/>
                <a:gd name="connsiteX220" fmla="*/ 1256549 w 3024845"/>
                <a:gd name="connsiteY220" fmla="*/ 441002 h 834218"/>
                <a:gd name="connsiteX221" fmla="*/ 1257309 w 3024845"/>
                <a:gd name="connsiteY221" fmla="*/ 439651 h 834218"/>
                <a:gd name="connsiteX222" fmla="*/ 1262629 w 3024845"/>
                <a:gd name="connsiteY222" fmla="*/ 430193 h 834218"/>
                <a:gd name="connsiteX223" fmla="*/ 1262629 w 3024845"/>
                <a:gd name="connsiteY223" fmla="*/ 432085 h 834218"/>
                <a:gd name="connsiteX224" fmla="*/ 1262629 w 3024845"/>
                <a:gd name="connsiteY224" fmla="*/ 445326 h 834218"/>
                <a:gd name="connsiteX225" fmla="*/ 1266682 w 3024845"/>
                <a:gd name="connsiteY225" fmla="*/ 399929 h 834218"/>
                <a:gd name="connsiteX226" fmla="*/ 1267442 w 3024845"/>
                <a:gd name="connsiteY226" fmla="*/ 399929 h 834218"/>
                <a:gd name="connsiteX227" fmla="*/ 1272762 w 3024845"/>
                <a:gd name="connsiteY227" fmla="*/ 399929 h 834218"/>
                <a:gd name="connsiteX228" fmla="*/ 1272762 w 3024845"/>
                <a:gd name="connsiteY228" fmla="*/ 335075 h 834218"/>
                <a:gd name="connsiteX229" fmla="*/ 1273776 w 3024845"/>
                <a:gd name="connsiteY229" fmla="*/ 335075 h 834218"/>
                <a:gd name="connsiteX230" fmla="*/ 1280869 w 3024845"/>
                <a:gd name="connsiteY230" fmla="*/ 335075 h 834218"/>
                <a:gd name="connsiteX231" fmla="*/ 1293029 w 3024845"/>
                <a:gd name="connsiteY231" fmla="*/ 291840 h 834218"/>
                <a:gd name="connsiteX232" fmla="*/ 1294296 w 3024845"/>
                <a:gd name="connsiteY232" fmla="*/ 291840 h 834218"/>
                <a:gd name="connsiteX233" fmla="*/ 1303163 w 3024845"/>
                <a:gd name="connsiteY233" fmla="*/ 291840 h 834218"/>
                <a:gd name="connsiteX234" fmla="*/ 1313296 w 3024845"/>
                <a:gd name="connsiteY234" fmla="*/ 335075 h 834218"/>
                <a:gd name="connsiteX235" fmla="*/ 1314309 w 3024845"/>
                <a:gd name="connsiteY235" fmla="*/ 335075 h 834218"/>
                <a:gd name="connsiteX236" fmla="*/ 1321403 w 3024845"/>
                <a:gd name="connsiteY236" fmla="*/ 335075 h 834218"/>
                <a:gd name="connsiteX237" fmla="*/ 1321403 w 3024845"/>
                <a:gd name="connsiteY237" fmla="*/ 373987 h 834218"/>
                <a:gd name="connsiteX238" fmla="*/ 1323176 w 3024845"/>
                <a:gd name="connsiteY238" fmla="*/ 373987 h 834218"/>
                <a:gd name="connsiteX239" fmla="*/ 1335590 w 3024845"/>
                <a:gd name="connsiteY239" fmla="*/ 373987 h 834218"/>
                <a:gd name="connsiteX240" fmla="*/ 1335590 w 3024845"/>
                <a:gd name="connsiteY240" fmla="*/ 376149 h 834218"/>
                <a:gd name="connsiteX241" fmla="*/ 1335590 w 3024845"/>
                <a:gd name="connsiteY241" fmla="*/ 391281 h 834218"/>
                <a:gd name="connsiteX242" fmla="*/ 1339643 w 3024845"/>
                <a:gd name="connsiteY242" fmla="*/ 389120 h 834218"/>
                <a:gd name="connsiteX243" fmla="*/ 1339643 w 3024845"/>
                <a:gd name="connsiteY243" fmla="*/ 373987 h 834218"/>
                <a:gd name="connsiteX244" fmla="*/ 1341163 w 3024845"/>
                <a:gd name="connsiteY244" fmla="*/ 373987 h 834218"/>
                <a:gd name="connsiteX245" fmla="*/ 1351803 w 3024845"/>
                <a:gd name="connsiteY245" fmla="*/ 373987 h 834218"/>
                <a:gd name="connsiteX246" fmla="*/ 1351803 w 3024845"/>
                <a:gd name="connsiteY246" fmla="*/ 375608 h 834218"/>
                <a:gd name="connsiteX247" fmla="*/ 1351803 w 3024845"/>
                <a:gd name="connsiteY247" fmla="*/ 386958 h 834218"/>
                <a:gd name="connsiteX248" fmla="*/ 1382204 w 3024845"/>
                <a:gd name="connsiteY248" fmla="*/ 386958 h 834218"/>
                <a:gd name="connsiteX249" fmla="*/ 1382204 w 3024845"/>
                <a:gd name="connsiteY249" fmla="*/ 350208 h 834218"/>
                <a:gd name="connsiteX250" fmla="*/ 1383470 w 3024845"/>
                <a:gd name="connsiteY250" fmla="*/ 350208 h 834218"/>
                <a:gd name="connsiteX251" fmla="*/ 1392337 w 3024845"/>
                <a:gd name="connsiteY251" fmla="*/ 350208 h 834218"/>
                <a:gd name="connsiteX252" fmla="*/ 1392337 w 3024845"/>
                <a:gd name="connsiteY252" fmla="*/ 371825 h 834218"/>
                <a:gd name="connsiteX253" fmla="*/ 1394364 w 3024845"/>
                <a:gd name="connsiteY253" fmla="*/ 339399 h 834218"/>
                <a:gd name="connsiteX254" fmla="*/ 1416657 w 3024845"/>
                <a:gd name="connsiteY254" fmla="*/ 339399 h 834218"/>
                <a:gd name="connsiteX255" fmla="*/ 1416657 w 3024845"/>
                <a:gd name="connsiteY255" fmla="*/ 337777 h 834218"/>
                <a:gd name="connsiteX256" fmla="*/ 1416657 w 3024845"/>
                <a:gd name="connsiteY256" fmla="*/ 326428 h 834218"/>
                <a:gd name="connsiteX257" fmla="*/ 1417417 w 3024845"/>
                <a:gd name="connsiteY257" fmla="*/ 326428 h 834218"/>
                <a:gd name="connsiteX258" fmla="*/ 1422737 w 3024845"/>
                <a:gd name="connsiteY258" fmla="*/ 326428 h 834218"/>
                <a:gd name="connsiteX259" fmla="*/ 1422737 w 3024845"/>
                <a:gd name="connsiteY259" fmla="*/ 324537 h 834218"/>
                <a:gd name="connsiteX260" fmla="*/ 1422737 w 3024845"/>
                <a:gd name="connsiteY260" fmla="*/ 311296 h 834218"/>
                <a:gd name="connsiteX261" fmla="*/ 1426791 w 3024845"/>
                <a:gd name="connsiteY261" fmla="*/ 317781 h 834218"/>
                <a:gd name="connsiteX262" fmla="*/ 1429071 w 3024845"/>
                <a:gd name="connsiteY262" fmla="*/ 317781 h 834218"/>
                <a:gd name="connsiteX263" fmla="*/ 1445031 w 3024845"/>
                <a:gd name="connsiteY263" fmla="*/ 317781 h 834218"/>
                <a:gd name="connsiteX264" fmla="*/ 1445031 w 3024845"/>
                <a:gd name="connsiteY264" fmla="*/ 316970 h 834218"/>
                <a:gd name="connsiteX265" fmla="*/ 1445031 w 3024845"/>
                <a:gd name="connsiteY265" fmla="*/ 311296 h 834218"/>
                <a:gd name="connsiteX266" fmla="*/ 1445791 w 3024845"/>
                <a:gd name="connsiteY266" fmla="*/ 311296 h 834218"/>
                <a:gd name="connsiteX267" fmla="*/ 1451111 w 3024845"/>
                <a:gd name="connsiteY267" fmla="*/ 311296 h 834218"/>
                <a:gd name="connsiteX268" fmla="*/ 1451111 w 3024845"/>
                <a:gd name="connsiteY268" fmla="*/ 312647 h 834218"/>
                <a:gd name="connsiteX269" fmla="*/ 1451111 w 3024845"/>
                <a:gd name="connsiteY269" fmla="*/ 322105 h 834218"/>
                <a:gd name="connsiteX270" fmla="*/ 1489618 w 3024845"/>
                <a:gd name="connsiteY270" fmla="*/ 322105 h 834218"/>
                <a:gd name="connsiteX271" fmla="*/ 1489618 w 3024845"/>
                <a:gd name="connsiteY271" fmla="*/ 460458 h 834218"/>
                <a:gd name="connsiteX272" fmla="*/ 1491138 w 3024845"/>
                <a:gd name="connsiteY272" fmla="*/ 460458 h 834218"/>
                <a:gd name="connsiteX273" fmla="*/ 1501778 w 3024845"/>
                <a:gd name="connsiteY273" fmla="*/ 460458 h 834218"/>
                <a:gd name="connsiteX274" fmla="*/ 1501778 w 3024845"/>
                <a:gd name="connsiteY274" fmla="*/ 447488 h 834218"/>
                <a:gd name="connsiteX275" fmla="*/ 1505832 w 3024845"/>
                <a:gd name="connsiteY275" fmla="*/ 447488 h 834218"/>
                <a:gd name="connsiteX276" fmla="*/ 1505832 w 3024845"/>
                <a:gd name="connsiteY276" fmla="*/ 460458 h 834218"/>
                <a:gd name="connsiteX277" fmla="*/ 1536232 w 3024845"/>
                <a:gd name="connsiteY277" fmla="*/ 460458 h 834218"/>
                <a:gd name="connsiteX278" fmla="*/ 1536232 w 3024845"/>
                <a:gd name="connsiteY278" fmla="*/ 430193 h 834218"/>
                <a:gd name="connsiteX279" fmla="*/ 1548392 w 3024845"/>
                <a:gd name="connsiteY279" fmla="*/ 430193 h 834218"/>
                <a:gd name="connsiteX280" fmla="*/ 1560552 w 3024845"/>
                <a:gd name="connsiteY280" fmla="*/ 428032 h 834218"/>
                <a:gd name="connsiteX281" fmla="*/ 1564606 w 3024845"/>
                <a:gd name="connsiteY281" fmla="*/ 430193 h 834218"/>
                <a:gd name="connsiteX282" fmla="*/ 1574739 w 3024845"/>
                <a:gd name="connsiteY282" fmla="*/ 430193 h 834218"/>
                <a:gd name="connsiteX283" fmla="*/ 1574739 w 3024845"/>
                <a:gd name="connsiteY283" fmla="*/ 460458 h 834218"/>
                <a:gd name="connsiteX284" fmla="*/ 1582846 w 3024845"/>
                <a:gd name="connsiteY284" fmla="*/ 460458 h 834218"/>
                <a:gd name="connsiteX285" fmla="*/ 1582846 w 3024845"/>
                <a:gd name="connsiteY285" fmla="*/ 477753 h 834218"/>
                <a:gd name="connsiteX286" fmla="*/ 1592182 w 3024845"/>
                <a:gd name="connsiteY286" fmla="*/ 478658 h 834218"/>
                <a:gd name="connsiteX287" fmla="*/ 1605140 w 3024845"/>
                <a:gd name="connsiteY287" fmla="*/ 478658 h 834218"/>
                <a:gd name="connsiteX288" fmla="*/ 1605140 w 3024845"/>
                <a:gd name="connsiteY288" fmla="*/ 462620 h 834218"/>
                <a:gd name="connsiteX289" fmla="*/ 1673096 w 3024845"/>
                <a:gd name="connsiteY289" fmla="*/ 462620 h 834218"/>
                <a:gd name="connsiteX290" fmla="*/ 1673096 w 3024845"/>
                <a:gd name="connsiteY290" fmla="*/ 377367 h 834218"/>
                <a:gd name="connsiteX291" fmla="*/ 1745104 w 3024845"/>
                <a:gd name="connsiteY291" fmla="*/ 377367 h 834218"/>
                <a:gd name="connsiteX292" fmla="*/ 1745104 w 3024845"/>
                <a:gd name="connsiteY292" fmla="*/ 456135 h 834218"/>
                <a:gd name="connsiteX293" fmla="*/ 1747008 w 3024845"/>
                <a:gd name="connsiteY293" fmla="*/ 456135 h 834218"/>
                <a:gd name="connsiteX294" fmla="*/ 1748250 w 3024845"/>
                <a:gd name="connsiteY294" fmla="*/ 478658 h 834218"/>
                <a:gd name="connsiteX295" fmla="*/ 1757926 w 3024845"/>
                <a:gd name="connsiteY295" fmla="*/ 478658 h 834218"/>
                <a:gd name="connsiteX296" fmla="*/ 1759168 w 3024845"/>
                <a:gd name="connsiteY296" fmla="*/ 456135 h 834218"/>
                <a:gd name="connsiteX297" fmla="*/ 1765248 w 3024845"/>
                <a:gd name="connsiteY297" fmla="*/ 456135 h 834218"/>
                <a:gd name="connsiteX298" fmla="*/ 1766490 w 3024845"/>
                <a:gd name="connsiteY298" fmla="*/ 478658 h 834218"/>
                <a:gd name="connsiteX299" fmla="*/ 1817112 w 3024845"/>
                <a:gd name="connsiteY299" fmla="*/ 478658 h 834218"/>
                <a:gd name="connsiteX300" fmla="*/ 1817112 w 3024845"/>
                <a:gd name="connsiteY300" fmla="*/ 315630 h 834218"/>
                <a:gd name="connsiteX301" fmla="*/ 2014439 w 3024845"/>
                <a:gd name="connsiteY301" fmla="*/ 315630 h 834218"/>
                <a:gd name="connsiteX302" fmla="*/ 2014439 w 3024845"/>
                <a:gd name="connsiteY302" fmla="*/ 478658 h 834218"/>
                <a:gd name="connsiteX303" fmla="*/ 2033136 w 3024845"/>
                <a:gd name="connsiteY303" fmla="*/ 478658 h 834218"/>
                <a:gd name="connsiteX304" fmla="*/ 2033136 w 3024845"/>
                <a:gd name="connsiteY304" fmla="*/ 395965 h 834218"/>
                <a:gd name="connsiteX305" fmla="*/ 2128256 w 3024845"/>
                <a:gd name="connsiteY305" fmla="*/ 395965 h 834218"/>
                <a:gd name="connsiteX306" fmla="*/ 2180720 w 3024845"/>
                <a:gd name="connsiteY306" fmla="*/ 330752 h 834218"/>
                <a:gd name="connsiteX307" fmla="*/ 2245574 w 3024845"/>
                <a:gd name="connsiteY307" fmla="*/ 330752 h 834218"/>
                <a:gd name="connsiteX308" fmla="*/ 2245574 w 3024845"/>
                <a:gd name="connsiteY308" fmla="*/ 406414 h 834218"/>
                <a:gd name="connsiteX309" fmla="*/ 2253681 w 3024845"/>
                <a:gd name="connsiteY309" fmla="*/ 406414 h 834218"/>
                <a:gd name="connsiteX310" fmla="*/ 2255708 w 3024845"/>
                <a:gd name="connsiteY310" fmla="*/ 399929 h 834218"/>
                <a:gd name="connsiteX311" fmla="*/ 2261788 w 3024845"/>
                <a:gd name="connsiteY311" fmla="*/ 399929 h 834218"/>
                <a:gd name="connsiteX312" fmla="*/ 2263815 w 3024845"/>
                <a:gd name="connsiteY312" fmla="*/ 408576 h 834218"/>
                <a:gd name="connsiteX313" fmla="*/ 2275975 w 3024845"/>
                <a:gd name="connsiteY313" fmla="*/ 408576 h 834218"/>
                <a:gd name="connsiteX314" fmla="*/ 2275975 w 3024845"/>
                <a:gd name="connsiteY314" fmla="*/ 402090 h 834218"/>
                <a:gd name="connsiteX315" fmla="*/ 2298268 w 3024845"/>
                <a:gd name="connsiteY315" fmla="*/ 402090 h 834218"/>
                <a:gd name="connsiteX316" fmla="*/ 2298268 w 3024845"/>
                <a:gd name="connsiteY316" fmla="*/ 408576 h 834218"/>
                <a:gd name="connsiteX317" fmla="*/ 2318535 w 3024845"/>
                <a:gd name="connsiteY317" fmla="*/ 408576 h 834218"/>
                <a:gd name="connsiteX318" fmla="*/ 2318535 w 3024845"/>
                <a:gd name="connsiteY318" fmla="*/ 453973 h 834218"/>
                <a:gd name="connsiteX319" fmla="*/ 2332722 w 3024845"/>
                <a:gd name="connsiteY319" fmla="*/ 453973 h 834218"/>
                <a:gd name="connsiteX320" fmla="*/ 2332722 w 3024845"/>
                <a:gd name="connsiteY320" fmla="*/ 441002 h 834218"/>
                <a:gd name="connsiteX321" fmla="*/ 2348936 w 3024845"/>
                <a:gd name="connsiteY321" fmla="*/ 441002 h 834218"/>
                <a:gd name="connsiteX322" fmla="*/ 2348936 w 3024845"/>
                <a:gd name="connsiteY322" fmla="*/ 261575 h 834218"/>
                <a:gd name="connsiteX323" fmla="*/ 2355016 w 3024845"/>
                <a:gd name="connsiteY323" fmla="*/ 255089 h 834218"/>
                <a:gd name="connsiteX324" fmla="*/ 2427977 w 3024845"/>
                <a:gd name="connsiteY324" fmla="*/ 255089 h 834218"/>
                <a:gd name="connsiteX325" fmla="*/ 2427977 w 3024845"/>
                <a:gd name="connsiteY325" fmla="*/ 263737 h 834218"/>
                <a:gd name="connsiteX326" fmla="*/ 2438110 w 3024845"/>
                <a:gd name="connsiteY326" fmla="*/ 263737 h 834218"/>
                <a:gd name="connsiteX327" fmla="*/ 2438110 w 3024845"/>
                <a:gd name="connsiteY327" fmla="*/ 378311 h 834218"/>
                <a:gd name="connsiteX328" fmla="*/ 2460404 w 3024845"/>
                <a:gd name="connsiteY328" fmla="*/ 378311 h 834218"/>
                <a:gd name="connsiteX329" fmla="*/ 2460404 w 3024845"/>
                <a:gd name="connsiteY329" fmla="*/ 311296 h 834218"/>
                <a:gd name="connsiteX330" fmla="*/ 2486751 w 3024845"/>
                <a:gd name="connsiteY330" fmla="*/ 311296 h 834218"/>
                <a:gd name="connsiteX331" fmla="*/ 2490804 w 3024845"/>
                <a:gd name="connsiteY331" fmla="*/ 306972 h 834218"/>
                <a:gd name="connsiteX332" fmla="*/ 2498911 w 3024845"/>
                <a:gd name="connsiteY332" fmla="*/ 306972 h 834218"/>
                <a:gd name="connsiteX333" fmla="*/ 2502964 w 3024845"/>
                <a:gd name="connsiteY333" fmla="*/ 311296 h 834218"/>
                <a:gd name="connsiteX334" fmla="*/ 2525258 w 3024845"/>
                <a:gd name="connsiteY334" fmla="*/ 311296 h 834218"/>
                <a:gd name="connsiteX335" fmla="*/ 2525258 w 3024845"/>
                <a:gd name="connsiteY335" fmla="*/ 194560 h 834218"/>
                <a:gd name="connsiteX336" fmla="*/ 2582005 w 3024845"/>
                <a:gd name="connsiteY336" fmla="*/ 183751 h 834218"/>
                <a:gd name="connsiteX337" fmla="*/ 2582005 w 3024845"/>
                <a:gd name="connsiteY337" fmla="*/ 184832 h 834218"/>
                <a:gd name="connsiteX338" fmla="*/ 2582005 w 3024845"/>
                <a:gd name="connsiteY338" fmla="*/ 192398 h 834218"/>
                <a:gd name="connsiteX339" fmla="*/ 2608352 w 3024845"/>
                <a:gd name="connsiteY339" fmla="*/ 192398 h 834218"/>
                <a:gd name="connsiteX340" fmla="*/ 2608352 w 3024845"/>
                <a:gd name="connsiteY340" fmla="*/ 447488 h 834218"/>
                <a:gd name="connsiteX341" fmla="*/ 2630646 w 3024845"/>
                <a:gd name="connsiteY341" fmla="*/ 447488 h 834218"/>
                <a:gd name="connsiteX342" fmla="*/ 2630646 w 3024845"/>
                <a:gd name="connsiteY342" fmla="*/ 443164 h 834218"/>
                <a:gd name="connsiteX343" fmla="*/ 2642806 w 3024845"/>
                <a:gd name="connsiteY343" fmla="*/ 443164 h 834218"/>
                <a:gd name="connsiteX344" fmla="*/ 2642806 w 3024845"/>
                <a:gd name="connsiteY344" fmla="*/ 447488 h 834218"/>
                <a:gd name="connsiteX345" fmla="*/ 2667126 w 3024845"/>
                <a:gd name="connsiteY345" fmla="*/ 447488 h 834218"/>
                <a:gd name="connsiteX346" fmla="*/ 2667126 w 3024845"/>
                <a:gd name="connsiteY346" fmla="*/ 434517 h 834218"/>
                <a:gd name="connsiteX347" fmla="*/ 2695500 w 3024845"/>
                <a:gd name="connsiteY347" fmla="*/ 434517 h 834218"/>
                <a:gd name="connsiteX348" fmla="*/ 2707660 w 3024845"/>
                <a:gd name="connsiteY348" fmla="*/ 430193 h 834218"/>
                <a:gd name="connsiteX349" fmla="*/ 2727927 w 3024845"/>
                <a:gd name="connsiteY349" fmla="*/ 434517 h 834218"/>
                <a:gd name="connsiteX350" fmla="*/ 2727927 w 3024845"/>
                <a:gd name="connsiteY350" fmla="*/ 417223 h 834218"/>
                <a:gd name="connsiteX351" fmla="*/ 2736034 w 3024845"/>
                <a:gd name="connsiteY351" fmla="*/ 417223 h 834218"/>
                <a:gd name="connsiteX352" fmla="*/ 2736034 w 3024845"/>
                <a:gd name="connsiteY352" fmla="*/ 404252 h 834218"/>
                <a:gd name="connsiteX353" fmla="*/ 2792781 w 3024845"/>
                <a:gd name="connsiteY353" fmla="*/ 404252 h 834218"/>
                <a:gd name="connsiteX354" fmla="*/ 2792781 w 3024845"/>
                <a:gd name="connsiteY354" fmla="*/ 373987 h 834218"/>
                <a:gd name="connsiteX355" fmla="*/ 2811021 w 3024845"/>
                <a:gd name="connsiteY355" fmla="*/ 373987 h 834218"/>
                <a:gd name="connsiteX356" fmla="*/ 2811021 w 3024845"/>
                <a:gd name="connsiteY356" fmla="*/ 367502 h 834218"/>
                <a:gd name="connsiteX357" fmla="*/ 2823181 w 3024845"/>
                <a:gd name="connsiteY357" fmla="*/ 367502 h 834218"/>
                <a:gd name="connsiteX358" fmla="*/ 2823181 w 3024845"/>
                <a:gd name="connsiteY358" fmla="*/ 373987 h 834218"/>
                <a:gd name="connsiteX359" fmla="*/ 2839395 w 3024845"/>
                <a:gd name="connsiteY359" fmla="*/ 373987 h 834218"/>
                <a:gd name="connsiteX360" fmla="*/ 2839395 w 3024845"/>
                <a:gd name="connsiteY360" fmla="*/ 423708 h 834218"/>
                <a:gd name="connsiteX361" fmla="*/ 2871822 w 3024845"/>
                <a:gd name="connsiteY361" fmla="*/ 423708 h 834218"/>
                <a:gd name="connsiteX362" fmla="*/ 2871822 w 3024845"/>
                <a:gd name="connsiteY362" fmla="*/ 397767 h 834218"/>
                <a:gd name="connsiteX363" fmla="*/ 2910329 w 3024845"/>
                <a:gd name="connsiteY363" fmla="*/ 397767 h 834218"/>
                <a:gd name="connsiteX364" fmla="*/ 2910329 w 3024845"/>
                <a:gd name="connsiteY364" fmla="*/ 367502 h 834218"/>
                <a:gd name="connsiteX365" fmla="*/ 2958970 w 3024845"/>
                <a:gd name="connsiteY365" fmla="*/ 367502 h 834218"/>
                <a:gd name="connsiteX366" fmla="*/ 2958970 w 3024845"/>
                <a:gd name="connsiteY366" fmla="*/ 478658 h 834218"/>
                <a:gd name="connsiteX367" fmla="*/ 2958970 w 3024845"/>
                <a:gd name="connsiteY367" fmla="*/ 492437 h 834218"/>
                <a:gd name="connsiteX368" fmla="*/ 3024845 w 3024845"/>
                <a:gd name="connsiteY368" fmla="*/ 492437 h 834218"/>
                <a:gd name="connsiteX369" fmla="*/ 3024845 w 3024845"/>
                <a:gd name="connsiteY369" fmla="*/ 834218 h 834218"/>
                <a:gd name="connsiteX370" fmla="*/ 2054 w 3024845"/>
                <a:gd name="connsiteY370" fmla="*/ 831885 h 834218"/>
                <a:gd name="connsiteX371" fmla="*/ 0 w 3024845"/>
                <a:gd name="connsiteY371" fmla="*/ 397767 h 834218"/>
                <a:gd name="connsiteX372" fmla="*/ 20267 w 3024845"/>
                <a:gd name="connsiteY372" fmla="*/ 397767 h 834218"/>
                <a:gd name="connsiteX373" fmla="*/ 20774 w 3024845"/>
                <a:gd name="connsiteY373" fmla="*/ 396686 h 834218"/>
                <a:gd name="connsiteX374" fmla="*/ 24320 w 3024845"/>
                <a:gd name="connsiteY374" fmla="*/ 389120 h 834218"/>
                <a:gd name="connsiteX375" fmla="*/ 26094 w 3024845"/>
                <a:gd name="connsiteY375" fmla="*/ 389390 h 834218"/>
                <a:gd name="connsiteX376" fmla="*/ 38507 w 3024845"/>
                <a:gd name="connsiteY376" fmla="*/ 391281 h 834218"/>
                <a:gd name="connsiteX377" fmla="*/ 39014 w 3024845"/>
                <a:gd name="connsiteY377" fmla="*/ 392633 h 834218"/>
                <a:gd name="connsiteX378" fmla="*/ 42560 w 3024845"/>
                <a:gd name="connsiteY378" fmla="*/ 402090 h 834218"/>
                <a:gd name="connsiteX379" fmla="*/ 68907 w 3024845"/>
                <a:gd name="connsiteY379" fmla="*/ 404252 h 834218"/>
                <a:gd name="connsiteX380" fmla="*/ 68907 w 3024845"/>
                <a:gd name="connsiteY380" fmla="*/ 281031 h 834218"/>
                <a:gd name="connsiteX381" fmla="*/ 70934 w 3024845"/>
                <a:gd name="connsiteY381" fmla="*/ 281031 h 834218"/>
                <a:gd name="connsiteX382" fmla="*/ 85121 w 3024845"/>
                <a:gd name="connsiteY382" fmla="*/ 281031 h 834218"/>
                <a:gd name="connsiteX383" fmla="*/ 85121 w 3024845"/>
                <a:gd name="connsiteY383" fmla="*/ 144839 h 834218"/>
                <a:gd name="connsiteX384" fmla="*/ 86894 w 3024845"/>
                <a:gd name="connsiteY384" fmla="*/ 144839 h 834218"/>
                <a:gd name="connsiteX385" fmla="*/ 99308 w 3024845"/>
                <a:gd name="connsiteY385" fmla="*/ 144839 h 834218"/>
                <a:gd name="connsiteX386" fmla="*/ 99308 w 3024845"/>
                <a:gd name="connsiteY386" fmla="*/ 30265 h 834218"/>
                <a:gd name="connsiteX387" fmla="*/ 103361 w 3024845"/>
                <a:gd name="connsiteY387" fmla="*/ 2161 h 834218"/>
                <a:gd name="connsiteX0" fmla="*/ 103361 w 3024845"/>
                <a:gd name="connsiteY0" fmla="*/ 2161 h 834218"/>
                <a:gd name="connsiteX1" fmla="*/ 200642 w 3024845"/>
                <a:gd name="connsiteY1" fmla="*/ 0 h 834218"/>
                <a:gd name="connsiteX2" fmla="*/ 220909 w 3024845"/>
                <a:gd name="connsiteY2" fmla="*/ 144839 h 834218"/>
                <a:gd name="connsiteX3" fmla="*/ 223189 w 3024845"/>
                <a:gd name="connsiteY3" fmla="*/ 144839 h 834218"/>
                <a:gd name="connsiteX4" fmla="*/ 239150 w 3024845"/>
                <a:gd name="connsiteY4" fmla="*/ 144839 h 834218"/>
                <a:gd name="connsiteX5" fmla="*/ 239150 w 3024845"/>
                <a:gd name="connsiteY5" fmla="*/ 285354 h 834218"/>
                <a:gd name="connsiteX6" fmla="*/ 240670 w 3024845"/>
                <a:gd name="connsiteY6" fmla="*/ 285084 h 834218"/>
                <a:gd name="connsiteX7" fmla="*/ 251310 w 3024845"/>
                <a:gd name="connsiteY7" fmla="*/ 283193 h 834218"/>
                <a:gd name="connsiteX8" fmla="*/ 249283 w 3024845"/>
                <a:gd name="connsiteY8" fmla="*/ 371825 h 834218"/>
                <a:gd name="connsiteX9" fmla="*/ 250803 w 3024845"/>
                <a:gd name="connsiteY9" fmla="*/ 372096 h 834218"/>
                <a:gd name="connsiteX10" fmla="*/ 261443 w 3024845"/>
                <a:gd name="connsiteY10" fmla="*/ 373987 h 834218"/>
                <a:gd name="connsiteX11" fmla="*/ 261696 w 3024845"/>
                <a:gd name="connsiteY11" fmla="*/ 374798 h 834218"/>
                <a:gd name="connsiteX12" fmla="*/ 263470 w 3024845"/>
                <a:gd name="connsiteY12" fmla="*/ 380473 h 834218"/>
                <a:gd name="connsiteX13" fmla="*/ 264230 w 3024845"/>
                <a:gd name="connsiteY13" fmla="*/ 378041 h 834218"/>
                <a:gd name="connsiteX14" fmla="*/ 269550 w 3024845"/>
                <a:gd name="connsiteY14" fmla="*/ 361017 h 834218"/>
                <a:gd name="connsiteX15" fmla="*/ 271323 w 3024845"/>
                <a:gd name="connsiteY15" fmla="*/ 361017 h 834218"/>
                <a:gd name="connsiteX16" fmla="*/ 283737 w 3024845"/>
                <a:gd name="connsiteY16" fmla="*/ 361017 h 834218"/>
                <a:gd name="connsiteX17" fmla="*/ 283737 w 3024845"/>
                <a:gd name="connsiteY17" fmla="*/ 393443 h 834218"/>
                <a:gd name="connsiteX18" fmla="*/ 284750 w 3024845"/>
                <a:gd name="connsiteY18" fmla="*/ 393984 h 834218"/>
                <a:gd name="connsiteX19" fmla="*/ 291844 w 3024845"/>
                <a:gd name="connsiteY19" fmla="*/ 397767 h 834218"/>
                <a:gd name="connsiteX20" fmla="*/ 291844 w 3024845"/>
                <a:gd name="connsiteY20" fmla="*/ 399118 h 834218"/>
                <a:gd name="connsiteX21" fmla="*/ 291844 w 3024845"/>
                <a:gd name="connsiteY21" fmla="*/ 408576 h 834218"/>
                <a:gd name="connsiteX22" fmla="*/ 336431 w 3024845"/>
                <a:gd name="connsiteY22" fmla="*/ 408576 h 834218"/>
                <a:gd name="connsiteX23" fmla="*/ 336431 w 3024845"/>
                <a:gd name="connsiteY23" fmla="*/ 409657 h 834218"/>
                <a:gd name="connsiteX24" fmla="*/ 336431 w 3024845"/>
                <a:gd name="connsiteY24" fmla="*/ 417223 h 834218"/>
                <a:gd name="connsiteX25" fmla="*/ 338457 w 3024845"/>
                <a:gd name="connsiteY25" fmla="*/ 417223 h 834218"/>
                <a:gd name="connsiteX26" fmla="*/ 352644 w 3024845"/>
                <a:gd name="connsiteY26" fmla="*/ 417223 h 834218"/>
                <a:gd name="connsiteX27" fmla="*/ 352644 w 3024845"/>
                <a:gd name="connsiteY27" fmla="*/ 386958 h 834218"/>
                <a:gd name="connsiteX28" fmla="*/ 397231 w 3024845"/>
                <a:gd name="connsiteY28" fmla="*/ 386958 h 834218"/>
                <a:gd name="connsiteX29" fmla="*/ 397231 w 3024845"/>
                <a:gd name="connsiteY29" fmla="*/ 385607 h 834218"/>
                <a:gd name="connsiteX30" fmla="*/ 397231 w 3024845"/>
                <a:gd name="connsiteY30" fmla="*/ 376149 h 834218"/>
                <a:gd name="connsiteX31" fmla="*/ 398245 w 3024845"/>
                <a:gd name="connsiteY31" fmla="*/ 376149 h 834218"/>
                <a:gd name="connsiteX32" fmla="*/ 405338 w 3024845"/>
                <a:gd name="connsiteY32" fmla="*/ 376149 h 834218"/>
                <a:gd name="connsiteX33" fmla="*/ 405338 w 3024845"/>
                <a:gd name="connsiteY33" fmla="*/ 374258 h 834218"/>
                <a:gd name="connsiteX34" fmla="*/ 405338 w 3024845"/>
                <a:gd name="connsiteY34" fmla="*/ 361017 h 834218"/>
                <a:gd name="connsiteX35" fmla="*/ 406098 w 3024845"/>
                <a:gd name="connsiteY35" fmla="*/ 361017 h 834218"/>
                <a:gd name="connsiteX36" fmla="*/ 411418 w 3024845"/>
                <a:gd name="connsiteY36" fmla="*/ 361017 h 834218"/>
                <a:gd name="connsiteX37" fmla="*/ 411418 w 3024845"/>
                <a:gd name="connsiteY37" fmla="*/ 359936 h 834218"/>
                <a:gd name="connsiteX38" fmla="*/ 411418 w 3024845"/>
                <a:gd name="connsiteY38" fmla="*/ 352369 h 834218"/>
                <a:gd name="connsiteX39" fmla="*/ 413445 w 3024845"/>
                <a:gd name="connsiteY39" fmla="*/ 352369 h 834218"/>
                <a:gd name="connsiteX40" fmla="*/ 427632 w 3024845"/>
                <a:gd name="connsiteY40" fmla="*/ 352369 h 834218"/>
                <a:gd name="connsiteX41" fmla="*/ 427632 w 3024845"/>
                <a:gd name="connsiteY41" fmla="*/ 353450 h 834218"/>
                <a:gd name="connsiteX42" fmla="*/ 427632 w 3024845"/>
                <a:gd name="connsiteY42" fmla="*/ 361017 h 834218"/>
                <a:gd name="connsiteX43" fmla="*/ 449925 w 3024845"/>
                <a:gd name="connsiteY43" fmla="*/ 361017 h 834218"/>
                <a:gd name="connsiteX44" fmla="*/ 449925 w 3024845"/>
                <a:gd name="connsiteY44" fmla="*/ 359125 h 834218"/>
                <a:gd name="connsiteX45" fmla="*/ 449925 w 3024845"/>
                <a:gd name="connsiteY45" fmla="*/ 345884 h 834218"/>
                <a:gd name="connsiteX46" fmla="*/ 451699 w 3024845"/>
                <a:gd name="connsiteY46" fmla="*/ 345884 h 834218"/>
                <a:gd name="connsiteX47" fmla="*/ 464112 w 3024845"/>
                <a:gd name="connsiteY47" fmla="*/ 345884 h 834218"/>
                <a:gd name="connsiteX48" fmla="*/ 464112 w 3024845"/>
                <a:gd name="connsiteY48" fmla="*/ 369664 h 834218"/>
                <a:gd name="connsiteX49" fmla="*/ 465126 w 3024845"/>
                <a:gd name="connsiteY49" fmla="*/ 369664 h 834218"/>
                <a:gd name="connsiteX50" fmla="*/ 472219 w 3024845"/>
                <a:gd name="connsiteY50" fmla="*/ 369664 h 834218"/>
                <a:gd name="connsiteX51" fmla="*/ 472219 w 3024845"/>
                <a:gd name="connsiteY51" fmla="*/ 368583 h 834218"/>
                <a:gd name="connsiteX52" fmla="*/ 472219 w 3024845"/>
                <a:gd name="connsiteY52" fmla="*/ 361017 h 834218"/>
                <a:gd name="connsiteX53" fmla="*/ 473992 w 3024845"/>
                <a:gd name="connsiteY53" fmla="*/ 361017 h 834218"/>
                <a:gd name="connsiteX54" fmla="*/ 486406 w 3024845"/>
                <a:gd name="connsiteY54" fmla="*/ 361017 h 834218"/>
                <a:gd name="connsiteX55" fmla="*/ 486406 w 3024845"/>
                <a:gd name="connsiteY55" fmla="*/ 386958 h 834218"/>
                <a:gd name="connsiteX56" fmla="*/ 488433 w 3024845"/>
                <a:gd name="connsiteY56" fmla="*/ 386958 h 834218"/>
                <a:gd name="connsiteX57" fmla="*/ 502619 w 3024845"/>
                <a:gd name="connsiteY57" fmla="*/ 386958 h 834218"/>
                <a:gd name="connsiteX58" fmla="*/ 502619 w 3024845"/>
                <a:gd name="connsiteY58" fmla="*/ 388579 h 834218"/>
                <a:gd name="connsiteX59" fmla="*/ 502619 w 3024845"/>
                <a:gd name="connsiteY59" fmla="*/ 399929 h 834218"/>
                <a:gd name="connsiteX60" fmla="*/ 503379 w 3024845"/>
                <a:gd name="connsiteY60" fmla="*/ 399929 h 834218"/>
                <a:gd name="connsiteX61" fmla="*/ 508700 w 3024845"/>
                <a:gd name="connsiteY61" fmla="*/ 399929 h 834218"/>
                <a:gd name="connsiteX62" fmla="*/ 508700 w 3024845"/>
                <a:gd name="connsiteY62" fmla="*/ 399118 h 834218"/>
                <a:gd name="connsiteX63" fmla="*/ 508700 w 3024845"/>
                <a:gd name="connsiteY63" fmla="*/ 393443 h 834218"/>
                <a:gd name="connsiteX64" fmla="*/ 539100 w 3024845"/>
                <a:gd name="connsiteY64" fmla="*/ 393443 h 834218"/>
                <a:gd name="connsiteX65" fmla="*/ 539100 w 3024845"/>
                <a:gd name="connsiteY65" fmla="*/ 417223 h 834218"/>
                <a:gd name="connsiteX66" fmla="*/ 540113 w 3024845"/>
                <a:gd name="connsiteY66" fmla="*/ 417223 h 834218"/>
                <a:gd name="connsiteX67" fmla="*/ 547207 w 3024845"/>
                <a:gd name="connsiteY67" fmla="*/ 417223 h 834218"/>
                <a:gd name="connsiteX68" fmla="*/ 547207 w 3024845"/>
                <a:gd name="connsiteY68" fmla="*/ 418304 h 834218"/>
                <a:gd name="connsiteX69" fmla="*/ 547207 w 3024845"/>
                <a:gd name="connsiteY69" fmla="*/ 425870 h 834218"/>
                <a:gd name="connsiteX70" fmla="*/ 547967 w 3024845"/>
                <a:gd name="connsiteY70" fmla="*/ 425870 h 834218"/>
                <a:gd name="connsiteX71" fmla="*/ 553287 w 3024845"/>
                <a:gd name="connsiteY71" fmla="*/ 425870 h 834218"/>
                <a:gd name="connsiteX72" fmla="*/ 553287 w 3024845"/>
                <a:gd name="connsiteY72" fmla="*/ 423708 h 834218"/>
                <a:gd name="connsiteX73" fmla="*/ 553287 w 3024845"/>
                <a:gd name="connsiteY73" fmla="*/ 408576 h 834218"/>
                <a:gd name="connsiteX74" fmla="*/ 554300 w 3024845"/>
                <a:gd name="connsiteY74" fmla="*/ 408576 h 834218"/>
                <a:gd name="connsiteX75" fmla="*/ 561394 w 3024845"/>
                <a:gd name="connsiteY75" fmla="*/ 408576 h 834218"/>
                <a:gd name="connsiteX76" fmla="*/ 561394 w 3024845"/>
                <a:gd name="connsiteY76" fmla="*/ 409657 h 834218"/>
                <a:gd name="connsiteX77" fmla="*/ 561394 w 3024845"/>
                <a:gd name="connsiteY77" fmla="*/ 417223 h 834218"/>
                <a:gd name="connsiteX78" fmla="*/ 566714 w 3024845"/>
                <a:gd name="connsiteY78" fmla="*/ 415230 h 834218"/>
                <a:gd name="connsiteX79" fmla="*/ 567474 w 3024845"/>
                <a:gd name="connsiteY79" fmla="*/ 414250 h 834218"/>
                <a:gd name="connsiteX80" fmla="*/ 567474 w 3024845"/>
                <a:gd name="connsiteY80" fmla="*/ 408576 h 834218"/>
                <a:gd name="connsiteX81" fmla="*/ 605981 w 3024845"/>
                <a:gd name="connsiteY81" fmla="*/ 408576 h 834218"/>
                <a:gd name="connsiteX82" fmla="*/ 605981 w 3024845"/>
                <a:gd name="connsiteY82" fmla="*/ 432355 h 834218"/>
                <a:gd name="connsiteX83" fmla="*/ 608007 w 3024845"/>
                <a:gd name="connsiteY83" fmla="*/ 432355 h 834218"/>
                <a:gd name="connsiteX84" fmla="*/ 622194 w 3024845"/>
                <a:gd name="connsiteY84" fmla="*/ 432355 h 834218"/>
                <a:gd name="connsiteX85" fmla="*/ 622194 w 3024845"/>
                <a:gd name="connsiteY85" fmla="*/ 433436 h 834218"/>
                <a:gd name="connsiteX86" fmla="*/ 622194 w 3024845"/>
                <a:gd name="connsiteY86" fmla="*/ 441002 h 834218"/>
                <a:gd name="connsiteX87" fmla="*/ 623968 w 3024845"/>
                <a:gd name="connsiteY87" fmla="*/ 441002 h 834218"/>
                <a:gd name="connsiteX88" fmla="*/ 636381 w 3024845"/>
                <a:gd name="connsiteY88" fmla="*/ 441002 h 834218"/>
                <a:gd name="connsiteX89" fmla="*/ 636381 w 3024845"/>
                <a:gd name="connsiteY89" fmla="*/ 417223 h 834218"/>
                <a:gd name="connsiteX90" fmla="*/ 637394 w 3024845"/>
                <a:gd name="connsiteY90" fmla="*/ 417223 h 834218"/>
                <a:gd name="connsiteX91" fmla="*/ 644488 w 3024845"/>
                <a:gd name="connsiteY91" fmla="*/ 417223 h 834218"/>
                <a:gd name="connsiteX92" fmla="*/ 644488 w 3024845"/>
                <a:gd name="connsiteY92" fmla="*/ 384796 h 834218"/>
                <a:gd name="connsiteX93" fmla="*/ 645501 w 3024845"/>
                <a:gd name="connsiteY93" fmla="*/ 384796 h 834218"/>
                <a:gd name="connsiteX94" fmla="*/ 652595 w 3024845"/>
                <a:gd name="connsiteY94" fmla="*/ 384796 h 834218"/>
                <a:gd name="connsiteX95" fmla="*/ 652595 w 3024845"/>
                <a:gd name="connsiteY95" fmla="*/ 382905 h 834218"/>
                <a:gd name="connsiteX96" fmla="*/ 652595 w 3024845"/>
                <a:gd name="connsiteY96" fmla="*/ 369664 h 834218"/>
                <a:gd name="connsiteX97" fmla="*/ 651328 w 3024845"/>
                <a:gd name="connsiteY97" fmla="*/ 368042 h 834218"/>
                <a:gd name="connsiteX98" fmla="*/ 656648 w 3024845"/>
                <a:gd name="connsiteY98" fmla="*/ 356693 h 834218"/>
                <a:gd name="connsiteX99" fmla="*/ 664755 w 3024845"/>
                <a:gd name="connsiteY99" fmla="*/ 384796 h 834218"/>
                <a:gd name="connsiteX100" fmla="*/ 665515 w 3024845"/>
                <a:gd name="connsiteY100" fmla="*/ 384796 h 834218"/>
                <a:gd name="connsiteX101" fmla="*/ 670835 w 3024845"/>
                <a:gd name="connsiteY101" fmla="*/ 384796 h 834218"/>
                <a:gd name="connsiteX102" fmla="*/ 670835 w 3024845"/>
                <a:gd name="connsiteY102" fmla="*/ 278869 h 834218"/>
                <a:gd name="connsiteX103" fmla="*/ 672355 w 3024845"/>
                <a:gd name="connsiteY103" fmla="*/ 278869 h 834218"/>
                <a:gd name="connsiteX104" fmla="*/ 682995 w 3024845"/>
                <a:gd name="connsiteY104" fmla="*/ 278869 h 834218"/>
                <a:gd name="connsiteX105" fmla="*/ 682995 w 3024845"/>
                <a:gd name="connsiteY105" fmla="*/ 231310 h 834218"/>
                <a:gd name="connsiteX106" fmla="*/ 709342 w 3024845"/>
                <a:gd name="connsiteY106" fmla="*/ 231310 h 834218"/>
                <a:gd name="connsiteX107" fmla="*/ 709342 w 3024845"/>
                <a:gd name="connsiteY107" fmla="*/ 209692 h 834218"/>
                <a:gd name="connsiteX108" fmla="*/ 743796 w 3024845"/>
                <a:gd name="connsiteY108" fmla="*/ 209692 h 834218"/>
                <a:gd name="connsiteX109" fmla="*/ 743796 w 3024845"/>
                <a:gd name="connsiteY109" fmla="*/ 212124 h 834218"/>
                <a:gd name="connsiteX110" fmla="*/ 743796 w 3024845"/>
                <a:gd name="connsiteY110" fmla="*/ 229148 h 834218"/>
                <a:gd name="connsiteX111" fmla="*/ 746076 w 3024845"/>
                <a:gd name="connsiteY111" fmla="*/ 229148 h 834218"/>
                <a:gd name="connsiteX112" fmla="*/ 762036 w 3024845"/>
                <a:gd name="connsiteY112" fmla="*/ 229148 h 834218"/>
                <a:gd name="connsiteX113" fmla="*/ 762036 w 3024845"/>
                <a:gd name="connsiteY113" fmla="*/ 276707 h 834218"/>
                <a:gd name="connsiteX114" fmla="*/ 763049 w 3024845"/>
                <a:gd name="connsiteY114" fmla="*/ 276707 h 834218"/>
                <a:gd name="connsiteX115" fmla="*/ 770143 w 3024845"/>
                <a:gd name="connsiteY115" fmla="*/ 276707 h 834218"/>
                <a:gd name="connsiteX116" fmla="*/ 784330 w 3024845"/>
                <a:gd name="connsiteY116" fmla="*/ 281031 h 834218"/>
                <a:gd name="connsiteX117" fmla="*/ 784330 w 3024845"/>
                <a:gd name="connsiteY117" fmla="*/ 319943 h 834218"/>
                <a:gd name="connsiteX118" fmla="*/ 785343 w 3024845"/>
                <a:gd name="connsiteY118" fmla="*/ 319943 h 834218"/>
                <a:gd name="connsiteX119" fmla="*/ 792436 w 3024845"/>
                <a:gd name="connsiteY119" fmla="*/ 319943 h 834218"/>
                <a:gd name="connsiteX120" fmla="*/ 792436 w 3024845"/>
                <a:gd name="connsiteY120" fmla="*/ 321564 h 834218"/>
                <a:gd name="connsiteX121" fmla="*/ 792436 w 3024845"/>
                <a:gd name="connsiteY121" fmla="*/ 332913 h 834218"/>
                <a:gd name="connsiteX122" fmla="*/ 794463 w 3024845"/>
                <a:gd name="connsiteY122" fmla="*/ 332913 h 834218"/>
                <a:gd name="connsiteX123" fmla="*/ 808650 w 3024845"/>
                <a:gd name="connsiteY123" fmla="*/ 332913 h 834218"/>
                <a:gd name="connsiteX124" fmla="*/ 814730 w 3024845"/>
                <a:gd name="connsiteY124" fmla="*/ 339399 h 834218"/>
                <a:gd name="connsiteX125" fmla="*/ 814730 w 3024845"/>
                <a:gd name="connsiteY125" fmla="*/ 361017 h 834218"/>
                <a:gd name="connsiteX126" fmla="*/ 817010 w 3024845"/>
                <a:gd name="connsiteY126" fmla="*/ 361017 h 834218"/>
                <a:gd name="connsiteX127" fmla="*/ 832970 w 3024845"/>
                <a:gd name="connsiteY127" fmla="*/ 361017 h 834218"/>
                <a:gd name="connsiteX128" fmla="*/ 832970 w 3024845"/>
                <a:gd name="connsiteY128" fmla="*/ 362097 h 834218"/>
                <a:gd name="connsiteX129" fmla="*/ 832970 w 3024845"/>
                <a:gd name="connsiteY129" fmla="*/ 369664 h 834218"/>
                <a:gd name="connsiteX130" fmla="*/ 834237 w 3024845"/>
                <a:gd name="connsiteY130" fmla="*/ 369664 h 834218"/>
                <a:gd name="connsiteX131" fmla="*/ 843104 w 3024845"/>
                <a:gd name="connsiteY131" fmla="*/ 369664 h 834218"/>
                <a:gd name="connsiteX132" fmla="*/ 843104 w 3024845"/>
                <a:gd name="connsiteY132" fmla="*/ 371825 h 834218"/>
                <a:gd name="connsiteX133" fmla="*/ 843104 w 3024845"/>
                <a:gd name="connsiteY133" fmla="*/ 386958 h 834218"/>
                <a:gd name="connsiteX134" fmla="*/ 847157 w 3024845"/>
                <a:gd name="connsiteY134" fmla="*/ 385066 h 834218"/>
                <a:gd name="connsiteX135" fmla="*/ 847157 w 3024845"/>
                <a:gd name="connsiteY135" fmla="*/ 371825 h 834218"/>
                <a:gd name="connsiteX136" fmla="*/ 848170 w 3024845"/>
                <a:gd name="connsiteY136" fmla="*/ 371825 h 834218"/>
                <a:gd name="connsiteX137" fmla="*/ 855264 w 3024845"/>
                <a:gd name="connsiteY137" fmla="*/ 371825 h 834218"/>
                <a:gd name="connsiteX138" fmla="*/ 855264 w 3024845"/>
                <a:gd name="connsiteY138" fmla="*/ 373447 h 834218"/>
                <a:gd name="connsiteX139" fmla="*/ 855264 w 3024845"/>
                <a:gd name="connsiteY139" fmla="*/ 384796 h 834218"/>
                <a:gd name="connsiteX140" fmla="*/ 856024 w 3024845"/>
                <a:gd name="connsiteY140" fmla="*/ 384796 h 834218"/>
                <a:gd name="connsiteX141" fmla="*/ 861344 w 3024845"/>
                <a:gd name="connsiteY141" fmla="*/ 384796 h 834218"/>
                <a:gd name="connsiteX142" fmla="*/ 909984 w 3024845"/>
                <a:gd name="connsiteY142" fmla="*/ 380473 h 834218"/>
                <a:gd name="connsiteX143" fmla="*/ 909984 w 3024845"/>
                <a:gd name="connsiteY143" fmla="*/ 381824 h 834218"/>
                <a:gd name="connsiteX144" fmla="*/ 909984 w 3024845"/>
                <a:gd name="connsiteY144" fmla="*/ 391281 h 834218"/>
                <a:gd name="connsiteX145" fmla="*/ 910744 w 3024845"/>
                <a:gd name="connsiteY145" fmla="*/ 391281 h 834218"/>
                <a:gd name="connsiteX146" fmla="*/ 916065 w 3024845"/>
                <a:gd name="connsiteY146" fmla="*/ 391281 h 834218"/>
                <a:gd name="connsiteX147" fmla="*/ 916065 w 3024845"/>
                <a:gd name="connsiteY147" fmla="*/ 393443 h 834218"/>
                <a:gd name="connsiteX148" fmla="*/ 916065 w 3024845"/>
                <a:gd name="connsiteY148" fmla="*/ 408576 h 834218"/>
                <a:gd name="connsiteX149" fmla="*/ 918091 w 3024845"/>
                <a:gd name="connsiteY149" fmla="*/ 407225 h 834218"/>
                <a:gd name="connsiteX150" fmla="*/ 932278 w 3024845"/>
                <a:gd name="connsiteY150" fmla="*/ 397767 h 834218"/>
                <a:gd name="connsiteX151" fmla="*/ 938358 w 3024845"/>
                <a:gd name="connsiteY151" fmla="*/ 356693 h 834218"/>
                <a:gd name="connsiteX152" fmla="*/ 939118 w 3024845"/>
                <a:gd name="connsiteY152" fmla="*/ 356423 h 834218"/>
                <a:gd name="connsiteX153" fmla="*/ 944438 w 3024845"/>
                <a:gd name="connsiteY153" fmla="*/ 354531 h 834218"/>
                <a:gd name="connsiteX154" fmla="*/ 946465 w 3024845"/>
                <a:gd name="connsiteY154" fmla="*/ 285354 h 834218"/>
                <a:gd name="connsiteX155" fmla="*/ 948492 w 3024845"/>
                <a:gd name="connsiteY155" fmla="*/ 354531 h 834218"/>
                <a:gd name="connsiteX156" fmla="*/ 949252 w 3024845"/>
                <a:gd name="connsiteY156" fmla="*/ 354801 h 834218"/>
                <a:gd name="connsiteX157" fmla="*/ 954572 w 3024845"/>
                <a:gd name="connsiteY157" fmla="*/ 356693 h 834218"/>
                <a:gd name="connsiteX158" fmla="*/ 954572 w 3024845"/>
                <a:gd name="connsiteY158" fmla="*/ 270222 h 834218"/>
                <a:gd name="connsiteX159" fmla="*/ 958625 w 3024845"/>
                <a:gd name="connsiteY159" fmla="*/ 237795 h 834218"/>
                <a:gd name="connsiteX160" fmla="*/ 997132 w 3024845"/>
                <a:gd name="connsiteY160" fmla="*/ 237795 h 834218"/>
                <a:gd name="connsiteX161" fmla="*/ 997132 w 3024845"/>
                <a:gd name="connsiteY161" fmla="*/ 270222 h 834218"/>
                <a:gd name="connsiteX162" fmla="*/ 997892 w 3024845"/>
                <a:gd name="connsiteY162" fmla="*/ 270222 h 834218"/>
                <a:gd name="connsiteX163" fmla="*/ 1003212 w 3024845"/>
                <a:gd name="connsiteY163" fmla="*/ 270222 h 834218"/>
                <a:gd name="connsiteX164" fmla="*/ 1003212 w 3024845"/>
                <a:gd name="connsiteY164" fmla="*/ 188074 h 834218"/>
                <a:gd name="connsiteX165" fmla="*/ 1004986 w 3024845"/>
                <a:gd name="connsiteY165" fmla="*/ 188074 h 834218"/>
                <a:gd name="connsiteX166" fmla="*/ 1017399 w 3024845"/>
                <a:gd name="connsiteY166" fmla="*/ 188074 h 834218"/>
                <a:gd name="connsiteX167" fmla="*/ 1017399 w 3024845"/>
                <a:gd name="connsiteY167" fmla="*/ 186183 h 834218"/>
                <a:gd name="connsiteX168" fmla="*/ 1017399 w 3024845"/>
                <a:gd name="connsiteY168" fmla="*/ 172942 h 834218"/>
                <a:gd name="connsiteX169" fmla="*/ 1039693 w 3024845"/>
                <a:gd name="connsiteY169" fmla="*/ 172942 h 834218"/>
                <a:gd name="connsiteX170" fmla="*/ 1039693 w 3024845"/>
                <a:gd name="connsiteY170" fmla="*/ 171861 h 834218"/>
                <a:gd name="connsiteX171" fmla="*/ 1039693 w 3024845"/>
                <a:gd name="connsiteY171" fmla="*/ 164295 h 834218"/>
                <a:gd name="connsiteX172" fmla="*/ 1041466 w 3024845"/>
                <a:gd name="connsiteY172" fmla="*/ 164295 h 834218"/>
                <a:gd name="connsiteX173" fmla="*/ 1053880 w 3024845"/>
                <a:gd name="connsiteY173" fmla="*/ 164295 h 834218"/>
                <a:gd name="connsiteX174" fmla="*/ 1053880 w 3024845"/>
                <a:gd name="connsiteY174" fmla="*/ 165376 h 834218"/>
                <a:gd name="connsiteX175" fmla="*/ 1053880 w 3024845"/>
                <a:gd name="connsiteY175" fmla="*/ 172942 h 834218"/>
                <a:gd name="connsiteX176" fmla="*/ 1054640 w 3024845"/>
                <a:gd name="connsiteY176" fmla="*/ 172942 h 834218"/>
                <a:gd name="connsiteX177" fmla="*/ 1059960 w 3024845"/>
                <a:gd name="connsiteY177" fmla="*/ 172942 h 834218"/>
                <a:gd name="connsiteX178" fmla="*/ 1070093 w 3024845"/>
                <a:gd name="connsiteY178" fmla="*/ 168618 h 834218"/>
                <a:gd name="connsiteX179" fmla="*/ 1074146 w 3024845"/>
                <a:gd name="connsiteY179" fmla="*/ 171861 h 834218"/>
                <a:gd name="connsiteX180" fmla="*/ 1074146 w 3024845"/>
                <a:gd name="connsiteY180" fmla="*/ 164295 h 834218"/>
                <a:gd name="connsiteX181" fmla="*/ 1076426 w 3024845"/>
                <a:gd name="connsiteY181" fmla="*/ 164295 h 834218"/>
                <a:gd name="connsiteX182" fmla="*/ 1092387 w 3024845"/>
                <a:gd name="connsiteY182" fmla="*/ 164295 h 834218"/>
                <a:gd name="connsiteX183" fmla="*/ 1092387 w 3024845"/>
                <a:gd name="connsiteY183" fmla="*/ 165376 h 834218"/>
                <a:gd name="connsiteX184" fmla="*/ 1092387 w 3024845"/>
                <a:gd name="connsiteY184" fmla="*/ 172942 h 834218"/>
                <a:gd name="connsiteX185" fmla="*/ 1122787 w 3024845"/>
                <a:gd name="connsiteY185" fmla="*/ 172942 h 834218"/>
                <a:gd name="connsiteX186" fmla="*/ 1122787 w 3024845"/>
                <a:gd name="connsiteY186" fmla="*/ 174563 h 834218"/>
                <a:gd name="connsiteX187" fmla="*/ 1122787 w 3024845"/>
                <a:gd name="connsiteY187" fmla="*/ 185913 h 834218"/>
                <a:gd name="connsiteX188" fmla="*/ 1149134 w 3024845"/>
                <a:gd name="connsiteY188" fmla="*/ 185913 h 834218"/>
                <a:gd name="connsiteX189" fmla="*/ 1149134 w 3024845"/>
                <a:gd name="connsiteY189" fmla="*/ 216177 h 834218"/>
                <a:gd name="connsiteX190" fmla="*/ 1149894 w 3024845"/>
                <a:gd name="connsiteY190" fmla="*/ 216177 h 834218"/>
                <a:gd name="connsiteX191" fmla="*/ 1155214 w 3024845"/>
                <a:gd name="connsiteY191" fmla="*/ 216177 h 834218"/>
                <a:gd name="connsiteX192" fmla="*/ 1155214 w 3024845"/>
                <a:gd name="connsiteY192" fmla="*/ 217258 h 834218"/>
                <a:gd name="connsiteX193" fmla="*/ 1155214 w 3024845"/>
                <a:gd name="connsiteY193" fmla="*/ 224825 h 834218"/>
                <a:gd name="connsiteX194" fmla="*/ 1159268 w 3024845"/>
                <a:gd name="connsiteY194" fmla="*/ 255089 h 834218"/>
                <a:gd name="connsiteX195" fmla="*/ 1160028 w 3024845"/>
                <a:gd name="connsiteY195" fmla="*/ 255089 h 834218"/>
                <a:gd name="connsiteX196" fmla="*/ 1165348 w 3024845"/>
                <a:gd name="connsiteY196" fmla="*/ 255089 h 834218"/>
                <a:gd name="connsiteX197" fmla="*/ 1165348 w 3024845"/>
                <a:gd name="connsiteY197" fmla="*/ 255900 h 834218"/>
                <a:gd name="connsiteX198" fmla="*/ 1165348 w 3024845"/>
                <a:gd name="connsiteY198" fmla="*/ 261575 h 834218"/>
                <a:gd name="connsiteX199" fmla="*/ 1166361 w 3024845"/>
                <a:gd name="connsiteY199" fmla="*/ 261575 h 834218"/>
                <a:gd name="connsiteX200" fmla="*/ 1173454 w 3024845"/>
                <a:gd name="connsiteY200" fmla="*/ 261575 h 834218"/>
                <a:gd name="connsiteX201" fmla="*/ 1173454 w 3024845"/>
                <a:gd name="connsiteY201" fmla="*/ 291840 h 834218"/>
                <a:gd name="connsiteX202" fmla="*/ 1175481 w 3024845"/>
                <a:gd name="connsiteY202" fmla="*/ 291840 h 834218"/>
                <a:gd name="connsiteX203" fmla="*/ 1189668 w 3024845"/>
                <a:gd name="connsiteY203" fmla="*/ 291840 h 834218"/>
                <a:gd name="connsiteX204" fmla="*/ 1189668 w 3024845"/>
                <a:gd name="connsiteY204" fmla="*/ 315619 h 834218"/>
                <a:gd name="connsiteX205" fmla="*/ 1191695 w 3024845"/>
                <a:gd name="connsiteY205" fmla="*/ 317240 h 834218"/>
                <a:gd name="connsiteX206" fmla="*/ 1191695 w 3024845"/>
                <a:gd name="connsiteY206" fmla="*/ 328590 h 834218"/>
                <a:gd name="connsiteX207" fmla="*/ 1192455 w 3024845"/>
                <a:gd name="connsiteY207" fmla="*/ 328590 h 834218"/>
                <a:gd name="connsiteX208" fmla="*/ 1197775 w 3024845"/>
                <a:gd name="connsiteY208" fmla="*/ 328590 h 834218"/>
                <a:gd name="connsiteX209" fmla="*/ 1197775 w 3024845"/>
                <a:gd name="connsiteY209" fmla="*/ 352369 h 834218"/>
                <a:gd name="connsiteX210" fmla="*/ 1199041 w 3024845"/>
                <a:gd name="connsiteY210" fmla="*/ 352369 h 834218"/>
                <a:gd name="connsiteX211" fmla="*/ 1207908 w 3024845"/>
                <a:gd name="connsiteY211" fmla="*/ 352369 h 834218"/>
                <a:gd name="connsiteX212" fmla="*/ 1209935 w 3024845"/>
                <a:gd name="connsiteY212" fmla="*/ 356423 h 834218"/>
                <a:gd name="connsiteX213" fmla="*/ 1209935 w 3024845"/>
                <a:gd name="connsiteY213" fmla="*/ 369664 h 834218"/>
                <a:gd name="connsiteX214" fmla="*/ 1211455 w 3024845"/>
                <a:gd name="connsiteY214" fmla="*/ 367772 h 834218"/>
                <a:gd name="connsiteX215" fmla="*/ 1222095 w 3024845"/>
                <a:gd name="connsiteY215" fmla="*/ 354531 h 834218"/>
                <a:gd name="connsiteX216" fmla="*/ 1250469 w 3024845"/>
                <a:gd name="connsiteY216" fmla="*/ 354531 h 834218"/>
                <a:gd name="connsiteX217" fmla="*/ 1250469 w 3024845"/>
                <a:gd name="connsiteY217" fmla="*/ 441002 h 834218"/>
                <a:gd name="connsiteX218" fmla="*/ 1251229 w 3024845"/>
                <a:gd name="connsiteY218" fmla="*/ 441002 h 834218"/>
                <a:gd name="connsiteX219" fmla="*/ 1256549 w 3024845"/>
                <a:gd name="connsiteY219" fmla="*/ 441002 h 834218"/>
                <a:gd name="connsiteX220" fmla="*/ 1257309 w 3024845"/>
                <a:gd name="connsiteY220" fmla="*/ 439651 h 834218"/>
                <a:gd name="connsiteX221" fmla="*/ 1262629 w 3024845"/>
                <a:gd name="connsiteY221" fmla="*/ 430193 h 834218"/>
                <a:gd name="connsiteX222" fmla="*/ 1262629 w 3024845"/>
                <a:gd name="connsiteY222" fmla="*/ 432085 h 834218"/>
                <a:gd name="connsiteX223" fmla="*/ 1262629 w 3024845"/>
                <a:gd name="connsiteY223" fmla="*/ 445326 h 834218"/>
                <a:gd name="connsiteX224" fmla="*/ 1266682 w 3024845"/>
                <a:gd name="connsiteY224" fmla="*/ 399929 h 834218"/>
                <a:gd name="connsiteX225" fmla="*/ 1267442 w 3024845"/>
                <a:gd name="connsiteY225" fmla="*/ 399929 h 834218"/>
                <a:gd name="connsiteX226" fmla="*/ 1272762 w 3024845"/>
                <a:gd name="connsiteY226" fmla="*/ 399929 h 834218"/>
                <a:gd name="connsiteX227" fmla="*/ 1272762 w 3024845"/>
                <a:gd name="connsiteY227" fmla="*/ 335075 h 834218"/>
                <a:gd name="connsiteX228" fmla="*/ 1273776 w 3024845"/>
                <a:gd name="connsiteY228" fmla="*/ 335075 h 834218"/>
                <a:gd name="connsiteX229" fmla="*/ 1280869 w 3024845"/>
                <a:gd name="connsiteY229" fmla="*/ 335075 h 834218"/>
                <a:gd name="connsiteX230" fmla="*/ 1293029 w 3024845"/>
                <a:gd name="connsiteY230" fmla="*/ 291840 h 834218"/>
                <a:gd name="connsiteX231" fmla="*/ 1294296 w 3024845"/>
                <a:gd name="connsiteY231" fmla="*/ 291840 h 834218"/>
                <a:gd name="connsiteX232" fmla="*/ 1303163 w 3024845"/>
                <a:gd name="connsiteY232" fmla="*/ 291840 h 834218"/>
                <a:gd name="connsiteX233" fmla="*/ 1313296 w 3024845"/>
                <a:gd name="connsiteY233" fmla="*/ 335075 h 834218"/>
                <a:gd name="connsiteX234" fmla="*/ 1314309 w 3024845"/>
                <a:gd name="connsiteY234" fmla="*/ 335075 h 834218"/>
                <a:gd name="connsiteX235" fmla="*/ 1321403 w 3024845"/>
                <a:gd name="connsiteY235" fmla="*/ 335075 h 834218"/>
                <a:gd name="connsiteX236" fmla="*/ 1321403 w 3024845"/>
                <a:gd name="connsiteY236" fmla="*/ 373987 h 834218"/>
                <a:gd name="connsiteX237" fmla="*/ 1323176 w 3024845"/>
                <a:gd name="connsiteY237" fmla="*/ 373987 h 834218"/>
                <a:gd name="connsiteX238" fmla="*/ 1335590 w 3024845"/>
                <a:gd name="connsiteY238" fmla="*/ 373987 h 834218"/>
                <a:gd name="connsiteX239" fmla="*/ 1335590 w 3024845"/>
                <a:gd name="connsiteY239" fmla="*/ 376149 h 834218"/>
                <a:gd name="connsiteX240" fmla="*/ 1335590 w 3024845"/>
                <a:gd name="connsiteY240" fmla="*/ 391281 h 834218"/>
                <a:gd name="connsiteX241" fmla="*/ 1339643 w 3024845"/>
                <a:gd name="connsiteY241" fmla="*/ 389120 h 834218"/>
                <a:gd name="connsiteX242" fmla="*/ 1339643 w 3024845"/>
                <a:gd name="connsiteY242" fmla="*/ 373987 h 834218"/>
                <a:gd name="connsiteX243" fmla="*/ 1341163 w 3024845"/>
                <a:gd name="connsiteY243" fmla="*/ 373987 h 834218"/>
                <a:gd name="connsiteX244" fmla="*/ 1351803 w 3024845"/>
                <a:gd name="connsiteY244" fmla="*/ 373987 h 834218"/>
                <a:gd name="connsiteX245" fmla="*/ 1351803 w 3024845"/>
                <a:gd name="connsiteY245" fmla="*/ 375608 h 834218"/>
                <a:gd name="connsiteX246" fmla="*/ 1351803 w 3024845"/>
                <a:gd name="connsiteY246" fmla="*/ 386958 h 834218"/>
                <a:gd name="connsiteX247" fmla="*/ 1382204 w 3024845"/>
                <a:gd name="connsiteY247" fmla="*/ 386958 h 834218"/>
                <a:gd name="connsiteX248" fmla="*/ 1382204 w 3024845"/>
                <a:gd name="connsiteY248" fmla="*/ 350208 h 834218"/>
                <a:gd name="connsiteX249" fmla="*/ 1383470 w 3024845"/>
                <a:gd name="connsiteY249" fmla="*/ 350208 h 834218"/>
                <a:gd name="connsiteX250" fmla="*/ 1392337 w 3024845"/>
                <a:gd name="connsiteY250" fmla="*/ 350208 h 834218"/>
                <a:gd name="connsiteX251" fmla="*/ 1392337 w 3024845"/>
                <a:gd name="connsiteY251" fmla="*/ 371825 h 834218"/>
                <a:gd name="connsiteX252" fmla="*/ 1394364 w 3024845"/>
                <a:gd name="connsiteY252" fmla="*/ 339399 h 834218"/>
                <a:gd name="connsiteX253" fmla="*/ 1416657 w 3024845"/>
                <a:gd name="connsiteY253" fmla="*/ 339399 h 834218"/>
                <a:gd name="connsiteX254" fmla="*/ 1416657 w 3024845"/>
                <a:gd name="connsiteY254" fmla="*/ 337777 h 834218"/>
                <a:gd name="connsiteX255" fmla="*/ 1416657 w 3024845"/>
                <a:gd name="connsiteY255" fmla="*/ 326428 h 834218"/>
                <a:gd name="connsiteX256" fmla="*/ 1417417 w 3024845"/>
                <a:gd name="connsiteY256" fmla="*/ 326428 h 834218"/>
                <a:gd name="connsiteX257" fmla="*/ 1422737 w 3024845"/>
                <a:gd name="connsiteY257" fmla="*/ 326428 h 834218"/>
                <a:gd name="connsiteX258" fmla="*/ 1422737 w 3024845"/>
                <a:gd name="connsiteY258" fmla="*/ 324537 h 834218"/>
                <a:gd name="connsiteX259" fmla="*/ 1422737 w 3024845"/>
                <a:gd name="connsiteY259" fmla="*/ 311296 h 834218"/>
                <a:gd name="connsiteX260" fmla="*/ 1426791 w 3024845"/>
                <a:gd name="connsiteY260" fmla="*/ 317781 h 834218"/>
                <a:gd name="connsiteX261" fmla="*/ 1429071 w 3024845"/>
                <a:gd name="connsiteY261" fmla="*/ 317781 h 834218"/>
                <a:gd name="connsiteX262" fmla="*/ 1445031 w 3024845"/>
                <a:gd name="connsiteY262" fmla="*/ 317781 h 834218"/>
                <a:gd name="connsiteX263" fmla="*/ 1445031 w 3024845"/>
                <a:gd name="connsiteY263" fmla="*/ 316970 h 834218"/>
                <a:gd name="connsiteX264" fmla="*/ 1445031 w 3024845"/>
                <a:gd name="connsiteY264" fmla="*/ 311296 h 834218"/>
                <a:gd name="connsiteX265" fmla="*/ 1445791 w 3024845"/>
                <a:gd name="connsiteY265" fmla="*/ 311296 h 834218"/>
                <a:gd name="connsiteX266" fmla="*/ 1451111 w 3024845"/>
                <a:gd name="connsiteY266" fmla="*/ 311296 h 834218"/>
                <a:gd name="connsiteX267" fmla="*/ 1451111 w 3024845"/>
                <a:gd name="connsiteY267" fmla="*/ 312647 h 834218"/>
                <a:gd name="connsiteX268" fmla="*/ 1451111 w 3024845"/>
                <a:gd name="connsiteY268" fmla="*/ 322105 h 834218"/>
                <a:gd name="connsiteX269" fmla="*/ 1489618 w 3024845"/>
                <a:gd name="connsiteY269" fmla="*/ 322105 h 834218"/>
                <a:gd name="connsiteX270" fmla="*/ 1489618 w 3024845"/>
                <a:gd name="connsiteY270" fmla="*/ 460458 h 834218"/>
                <a:gd name="connsiteX271" fmla="*/ 1491138 w 3024845"/>
                <a:gd name="connsiteY271" fmla="*/ 460458 h 834218"/>
                <a:gd name="connsiteX272" fmla="*/ 1501778 w 3024845"/>
                <a:gd name="connsiteY272" fmla="*/ 460458 h 834218"/>
                <a:gd name="connsiteX273" fmla="*/ 1501778 w 3024845"/>
                <a:gd name="connsiteY273" fmla="*/ 447488 h 834218"/>
                <a:gd name="connsiteX274" fmla="*/ 1505832 w 3024845"/>
                <a:gd name="connsiteY274" fmla="*/ 447488 h 834218"/>
                <a:gd name="connsiteX275" fmla="*/ 1505832 w 3024845"/>
                <a:gd name="connsiteY275" fmla="*/ 460458 h 834218"/>
                <a:gd name="connsiteX276" fmla="*/ 1536232 w 3024845"/>
                <a:gd name="connsiteY276" fmla="*/ 460458 h 834218"/>
                <a:gd name="connsiteX277" fmla="*/ 1536232 w 3024845"/>
                <a:gd name="connsiteY277" fmla="*/ 430193 h 834218"/>
                <a:gd name="connsiteX278" fmla="*/ 1548392 w 3024845"/>
                <a:gd name="connsiteY278" fmla="*/ 430193 h 834218"/>
                <a:gd name="connsiteX279" fmla="*/ 1560552 w 3024845"/>
                <a:gd name="connsiteY279" fmla="*/ 428032 h 834218"/>
                <a:gd name="connsiteX280" fmla="*/ 1564606 w 3024845"/>
                <a:gd name="connsiteY280" fmla="*/ 430193 h 834218"/>
                <a:gd name="connsiteX281" fmla="*/ 1574739 w 3024845"/>
                <a:gd name="connsiteY281" fmla="*/ 430193 h 834218"/>
                <a:gd name="connsiteX282" fmla="*/ 1574739 w 3024845"/>
                <a:gd name="connsiteY282" fmla="*/ 460458 h 834218"/>
                <a:gd name="connsiteX283" fmla="*/ 1582846 w 3024845"/>
                <a:gd name="connsiteY283" fmla="*/ 460458 h 834218"/>
                <a:gd name="connsiteX284" fmla="*/ 1582846 w 3024845"/>
                <a:gd name="connsiteY284" fmla="*/ 477753 h 834218"/>
                <a:gd name="connsiteX285" fmla="*/ 1592182 w 3024845"/>
                <a:gd name="connsiteY285" fmla="*/ 478658 h 834218"/>
                <a:gd name="connsiteX286" fmla="*/ 1605140 w 3024845"/>
                <a:gd name="connsiteY286" fmla="*/ 478658 h 834218"/>
                <a:gd name="connsiteX287" fmla="*/ 1605140 w 3024845"/>
                <a:gd name="connsiteY287" fmla="*/ 462620 h 834218"/>
                <a:gd name="connsiteX288" fmla="*/ 1673096 w 3024845"/>
                <a:gd name="connsiteY288" fmla="*/ 462620 h 834218"/>
                <a:gd name="connsiteX289" fmla="*/ 1673096 w 3024845"/>
                <a:gd name="connsiteY289" fmla="*/ 377367 h 834218"/>
                <a:gd name="connsiteX290" fmla="*/ 1745104 w 3024845"/>
                <a:gd name="connsiteY290" fmla="*/ 377367 h 834218"/>
                <a:gd name="connsiteX291" fmla="*/ 1745104 w 3024845"/>
                <a:gd name="connsiteY291" fmla="*/ 456135 h 834218"/>
                <a:gd name="connsiteX292" fmla="*/ 1747008 w 3024845"/>
                <a:gd name="connsiteY292" fmla="*/ 456135 h 834218"/>
                <a:gd name="connsiteX293" fmla="*/ 1748250 w 3024845"/>
                <a:gd name="connsiteY293" fmla="*/ 478658 h 834218"/>
                <a:gd name="connsiteX294" fmla="*/ 1757926 w 3024845"/>
                <a:gd name="connsiteY294" fmla="*/ 478658 h 834218"/>
                <a:gd name="connsiteX295" fmla="*/ 1759168 w 3024845"/>
                <a:gd name="connsiteY295" fmla="*/ 456135 h 834218"/>
                <a:gd name="connsiteX296" fmla="*/ 1765248 w 3024845"/>
                <a:gd name="connsiteY296" fmla="*/ 456135 h 834218"/>
                <a:gd name="connsiteX297" fmla="*/ 1766490 w 3024845"/>
                <a:gd name="connsiteY297" fmla="*/ 478658 h 834218"/>
                <a:gd name="connsiteX298" fmla="*/ 1817112 w 3024845"/>
                <a:gd name="connsiteY298" fmla="*/ 478658 h 834218"/>
                <a:gd name="connsiteX299" fmla="*/ 1817112 w 3024845"/>
                <a:gd name="connsiteY299" fmla="*/ 315630 h 834218"/>
                <a:gd name="connsiteX300" fmla="*/ 2014439 w 3024845"/>
                <a:gd name="connsiteY300" fmla="*/ 315630 h 834218"/>
                <a:gd name="connsiteX301" fmla="*/ 2014439 w 3024845"/>
                <a:gd name="connsiteY301" fmla="*/ 478658 h 834218"/>
                <a:gd name="connsiteX302" fmla="*/ 2033136 w 3024845"/>
                <a:gd name="connsiteY302" fmla="*/ 478658 h 834218"/>
                <a:gd name="connsiteX303" fmla="*/ 2033136 w 3024845"/>
                <a:gd name="connsiteY303" fmla="*/ 395965 h 834218"/>
                <a:gd name="connsiteX304" fmla="*/ 2128256 w 3024845"/>
                <a:gd name="connsiteY304" fmla="*/ 395965 h 834218"/>
                <a:gd name="connsiteX305" fmla="*/ 2180720 w 3024845"/>
                <a:gd name="connsiteY305" fmla="*/ 330752 h 834218"/>
                <a:gd name="connsiteX306" fmla="*/ 2245574 w 3024845"/>
                <a:gd name="connsiteY306" fmla="*/ 330752 h 834218"/>
                <a:gd name="connsiteX307" fmla="*/ 2245574 w 3024845"/>
                <a:gd name="connsiteY307" fmla="*/ 406414 h 834218"/>
                <a:gd name="connsiteX308" fmla="*/ 2253681 w 3024845"/>
                <a:gd name="connsiteY308" fmla="*/ 406414 h 834218"/>
                <a:gd name="connsiteX309" fmla="*/ 2255708 w 3024845"/>
                <a:gd name="connsiteY309" fmla="*/ 399929 h 834218"/>
                <a:gd name="connsiteX310" fmla="*/ 2261788 w 3024845"/>
                <a:gd name="connsiteY310" fmla="*/ 399929 h 834218"/>
                <a:gd name="connsiteX311" fmla="*/ 2263815 w 3024845"/>
                <a:gd name="connsiteY311" fmla="*/ 408576 h 834218"/>
                <a:gd name="connsiteX312" fmla="*/ 2275975 w 3024845"/>
                <a:gd name="connsiteY312" fmla="*/ 408576 h 834218"/>
                <a:gd name="connsiteX313" fmla="*/ 2275975 w 3024845"/>
                <a:gd name="connsiteY313" fmla="*/ 402090 h 834218"/>
                <a:gd name="connsiteX314" fmla="*/ 2298268 w 3024845"/>
                <a:gd name="connsiteY314" fmla="*/ 402090 h 834218"/>
                <a:gd name="connsiteX315" fmla="*/ 2298268 w 3024845"/>
                <a:gd name="connsiteY315" fmla="*/ 408576 h 834218"/>
                <a:gd name="connsiteX316" fmla="*/ 2318535 w 3024845"/>
                <a:gd name="connsiteY316" fmla="*/ 408576 h 834218"/>
                <a:gd name="connsiteX317" fmla="*/ 2318535 w 3024845"/>
                <a:gd name="connsiteY317" fmla="*/ 453973 h 834218"/>
                <a:gd name="connsiteX318" fmla="*/ 2332722 w 3024845"/>
                <a:gd name="connsiteY318" fmla="*/ 453973 h 834218"/>
                <a:gd name="connsiteX319" fmla="*/ 2332722 w 3024845"/>
                <a:gd name="connsiteY319" fmla="*/ 441002 h 834218"/>
                <a:gd name="connsiteX320" fmla="*/ 2348936 w 3024845"/>
                <a:gd name="connsiteY320" fmla="*/ 441002 h 834218"/>
                <a:gd name="connsiteX321" fmla="*/ 2348936 w 3024845"/>
                <a:gd name="connsiteY321" fmla="*/ 261575 h 834218"/>
                <a:gd name="connsiteX322" fmla="*/ 2355016 w 3024845"/>
                <a:gd name="connsiteY322" fmla="*/ 255089 h 834218"/>
                <a:gd name="connsiteX323" fmla="*/ 2427977 w 3024845"/>
                <a:gd name="connsiteY323" fmla="*/ 255089 h 834218"/>
                <a:gd name="connsiteX324" fmla="*/ 2427977 w 3024845"/>
                <a:gd name="connsiteY324" fmla="*/ 263737 h 834218"/>
                <a:gd name="connsiteX325" fmla="*/ 2438110 w 3024845"/>
                <a:gd name="connsiteY325" fmla="*/ 263737 h 834218"/>
                <a:gd name="connsiteX326" fmla="*/ 2438110 w 3024845"/>
                <a:gd name="connsiteY326" fmla="*/ 378311 h 834218"/>
                <a:gd name="connsiteX327" fmla="*/ 2460404 w 3024845"/>
                <a:gd name="connsiteY327" fmla="*/ 378311 h 834218"/>
                <a:gd name="connsiteX328" fmla="*/ 2460404 w 3024845"/>
                <a:gd name="connsiteY328" fmla="*/ 311296 h 834218"/>
                <a:gd name="connsiteX329" fmla="*/ 2486751 w 3024845"/>
                <a:gd name="connsiteY329" fmla="*/ 311296 h 834218"/>
                <a:gd name="connsiteX330" fmla="*/ 2490804 w 3024845"/>
                <a:gd name="connsiteY330" fmla="*/ 306972 h 834218"/>
                <a:gd name="connsiteX331" fmla="*/ 2498911 w 3024845"/>
                <a:gd name="connsiteY331" fmla="*/ 306972 h 834218"/>
                <a:gd name="connsiteX332" fmla="*/ 2502964 w 3024845"/>
                <a:gd name="connsiteY332" fmla="*/ 311296 h 834218"/>
                <a:gd name="connsiteX333" fmla="*/ 2525258 w 3024845"/>
                <a:gd name="connsiteY333" fmla="*/ 311296 h 834218"/>
                <a:gd name="connsiteX334" fmla="*/ 2525258 w 3024845"/>
                <a:gd name="connsiteY334" fmla="*/ 194560 h 834218"/>
                <a:gd name="connsiteX335" fmla="*/ 2582005 w 3024845"/>
                <a:gd name="connsiteY335" fmla="*/ 183751 h 834218"/>
                <a:gd name="connsiteX336" fmla="*/ 2582005 w 3024845"/>
                <a:gd name="connsiteY336" fmla="*/ 184832 h 834218"/>
                <a:gd name="connsiteX337" fmla="*/ 2582005 w 3024845"/>
                <a:gd name="connsiteY337" fmla="*/ 192398 h 834218"/>
                <a:gd name="connsiteX338" fmla="*/ 2608352 w 3024845"/>
                <a:gd name="connsiteY338" fmla="*/ 192398 h 834218"/>
                <a:gd name="connsiteX339" fmla="*/ 2608352 w 3024845"/>
                <a:gd name="connsiteY339" fmla="*/ 447488 h 834218"/>
                <a:gd name="connsiteX340" fmla="*/ 2630646 w 3024845"/>
                <a:gd name="connsiteY340" fmla="*/ 447488 h 834218"/>
                <a:gd name="connsiteX341" fmla="*/ 2630646 w 3024845"/>
                <a:gd name="connsiteY341" fmla="*/ 443164 h 834218"/>
                <a:gd name="connsiteX342" fmla="*/ 2642806 w 3024845"/>
                <a:gd name="connsiteY342" fmla="*/ 443164 h 834218"/>
                <a:gd name="connsiteX343" fmla="*/ 2642806 w 3024845"/>
                <a:gd name="connsiteY343" fmla="*/ 447488 h 834218"/>
                <a:gd name="connsiteX344" fmla="*/ 2667126 w 3024845"/>
                <a:gd name="connsiteY344" fmla="*/ 447488 h 834218"/>
                <a:gd name="connsiteX345" fmla="*/ 2667126 w 3024845"/>
                <a:gd name="connsiteY345" fmla="*/ 434517 h 834218"/>
                <a:gd name="connsiteX346" fmla="*/ 2695500 w 3024845"/>
                <a:gd name="connsiteY346" fmla="*/ 434517 h 834218"/>
                <a:gd name="connsiteX347" fmla="*/ 2707660 w 3024845"/>
                <a:gd name="connsiteY347" fmla="*/ 430193 h 834218"/>
                <a:gd name="connsiteX348" fmla="*/ 2727927 w 3024845"/>
                <a:gd name="connsiteY348" fmla="*/ 434517 h 834218"/>
                <a:gd name="connsiteX349" fmla="*/ 2727927 w 3024845"/>
                <a:gd name="connsiteY349" fmla="*/ 417223 h 834218"/>
                <a:gd name="connsiteX350" fmla="*/ 2736034 w 3024845"/>
                <a:gd name="connsiteY350" fmla="*/ 417223 h 834218"/>
                <a:gd name="connsiteX351" fmla="*/ 2736034 w 3024845"/>
                <a:gd name="connsiteY351" fmla="*/ 404252 h 834218"/>
                <a:gd name="connsiteX352" fmla="*/ 2792781 w 3024845"/>
                <a:gd name="connsiteY352" fmla="*/ 404252 h 834218"/>
                <a:gd name="connsiteX353" fmla="*/ 2792781 w 3024845"/>
                <a:gd name="connsiteY353" fmla="*/ 373987 h 834218"/>
                <a:gd name="connsiteX354" fmla="*/ 2811021 w 3024845"/>
                <a:gd name="connsiteY354" fmla="*/ 373987 h 834218"/>
                <a:gd name="connsiteX355" fmla="*/ 2811021 w 3024845"/>
                <a:gd name="connsiteY355" fmla="*/ 367502 h 834218"/>
                <a:gd name="connsiteX356" fmla="*/ 2823181 w 3024845"/>
                <a:gd name="connsiteY356" fmla="*/ 367502 h 834218"/>
                <a:gd name="connsiteX357" fmla="*/ 2823181 w 3024845"/>
                <a:gd name="connsiteY357" fmla="*/ 373987 h 834218"/>
                <a:gd name="connsiteX358" fmla="*/ 2839395 w 3024845"/>
                <a:gd name="connsiteY358" fmla="*/ 373987 h 834218"/>
                <a:gd name="connsiteX359" fmla="*/ 2839395 w 3024845"/>
                <a:gd name="connsiteY359" fmla="*/ 423708 h 834218"/>
                <a:gd name="connsiteX360" fmla="*/ 2871822 w 3024845"/>
                <a:gd name="connsiteY360" fmla="*/ 423708 h 834218"/>
                <a:gd name="connsiteX361" fmla="*/ 2871822 w 3024845"/>
                <a:gd name="connsiteY361" fmla="*/ 397767 h 834218"/>
                <a:gd name="connsiteX362" fmla="*/ 2910329 w 3024845"/>
                <a:gd name="connsiteY362" fmla="*/ 397767 h 834218"/>
                <a:gd name="connsiteX363" fmla="*/ 2910329 w 3024845"/>
                <a:gd name="connsiteY363" fmla="*/ 367502 h 834218"/>
                <a:gd name="connsiteX364" fmla="*/ 2958970 w 3024845"/>
                <a:gd name="connsiteY364" fmla="*/ 367502 h 834218"/>
                <a:gd name="connsiteX365" fmla="*/ 2958970 w 3024845"/>
                <a:gd name="connsiteY365" fmla="*/ 478658 h 834218"/>
                <a:gd name="connsiteX366" fmla="*/ 2958970 w 3024845"/>
                <a:gd name="connsiteY366" fmla="*/ 492437 h 834218"/>
                <a:gd name="connsiteX367" fmla="*/ 3024845 w 3024845"/>
                <a:gd name="connsiteY367" fmla="*/ 492437 h 834218"/>
                <a:gd name="connsiteX368" fmla="*/ 3024845 w 3024845"/>
                <a:gd name="connsiteY368" fmla="*/ 834218 h 834218"/>
                <a:gd name="connsiteX369" fmla="*/ 2054 w 3024845"/>
                <a:gd name="connsiteY369" fmla="*/ 831885 h 834218"/>
                <a:gd name="connsiteX370" fmla="*/ 0 w 3024845"/>
                <a:gd name="connsiteY370" fmla="*/ 397767 h 834218"/>
                <a:gd name="connsiteX371" fmla="*/ 20267 w 3024845"/>
                <a:gd name="connsiteY371" fmla="*/ 397767 h 834218"/>
                <a:gd name="connsiteX372" fmla="*/ 20774 w 3024845"/>
                <a:gd name="connsiteY372" fmla="*/ 396686 h 834218"/>
                <a:gd name="connsiteX373" fmla="*/ 24320 w 3024845"/>
                <a:gd name="connsiteY373" fmla="*/ 389120 h 834218"/>
                <a:gd name="connsiteX374" fmla="*/ 26094 w 3024845"/>
                <a:gd name="connsiteY374" fmla="*/ 389390 h 834218"/>
                <a:gd name="connsiteX375" fmla="*/ 38507 w 3024845"/>
                <a:gd name="connsiteY375" fmla="*/ 391281 h 834218"/>
                <a:gd name="connsiteX376" fmla="*/ 39014 w 3024845"/>
                <a:gd name="connsiteY376" fmla="*/ 392633 h 834218"/>
                <a:gd name="connsiteX377" fmla="*/ 42560 w 3024845"/>
                <a:gd name="connsiteY377" fmla="*/ 402090 h 834218"/>
                <a:gd name="connsiteX378" fmla="*/ 68907 w 3024845"/>
                <a:gd name="connsiteY378" fmla="*/ 404252 h 834218"/>
                <a:gd name="connsiteX379" fmla="*/ 68907 w 3024845"/>
                <a:gd name="connsiteY379" fmla="*/ 281031 h 834218"/>
                <a:gd name="connsiteX380" fmla="*/ 70934 w 3024845"/>
                <a:gd name="connsiteY380" fmla="*/ 281031 h 834218"/>
                <a:gd name="connsiteX381" fmla="*/ 85121 w 3024845"/>
                <a:gd name="connsiteY381" fmla="*/ 281031 h 834218"/>
                <a:gd name="connsiteX382" fmla="*/ 85121 w 3024845"/>
                <a:gd name="connsiteY382" fmla="*/ 144839 h 834218"/>
                <a:gd name="connsiteX383" fmla="*/ 86894 w 3024845"/>
                <a:gd name="connsiteY383" fmla="*/ 144839 h 834218"/>
                <a:gd name="connsiteX384" fmla="*/ 99308 w 3024845"/>
                <a:gd name="connsiteY384" fmla="*/ 144839 h 834218"/>
                <a:gd name="connsiteX385" fmla="*/ 99308 w 3024845"/>
                <a:gd name="connsiteY385" fmla="*/ 30265 h 834218"/>
                <a:gd name="connsiteX386" fmla="*/ 103361 w 3024845"/>
                <a:gd name="connsiteY386" fmla="*/ 2161 h 834218"/>
                <a:gd name="connsiteX0" fmla="*/ 99308 w 3024845"/>
                <a:gd name="connsiteY0" fmla="*/ 36988 h 840941"/>
                <a:gd name="connsiteX1" fmla="*/ 200642 w 3024845"/>
                <a:gd name="connsiteY1" fmla="*/ 6723 h 840941"/>
                <a:gd name="connsiteX2" fmla="*/ 220909 w 3024845"/>
                <a:gd name="connsiteY2" fmla="*/ 151562 h 840941"/>
                <a:gd name="connsiteX3" fmla="*/ 223189 w 3024845"/>
                <a:gd name="connsiteY3" fmla="*/ 151562 h 840941"/>
                <a:gd name="connsiteX4" fmla="*/ 239150 w 3024845"/>
                <a:gd name="connsiteY4" fmla="*/ 151562 h 840941"/>
                <a:gd name="connsiteX5" fmla="*/ 239150 w 3024845"/>
                <a:gd name="connsiteY5" fmla="*/ 292077 h 840941"/>
                <a:gd name="connsiteX6" fmla="*/ 240670 w 3024845"/>
                <a:gd name="connsiteY6" fmla="*/ 291807 h 840941"/>
                <a:gd name="connsiteX7" fmla="*/ 251310 w 3024845"/>
                <a:gd name="connsiteY7" fmla="*/ 289916 h 840941"/>
                <a:gd name="connsiteX8" fmla="*/ 249283 w 3024845"/>
                <a:gd name="connsiteY8" fmla="*/ 378548 h 840941"/>
                <a:gd name="connsiteX9" fmla="*/ 250803 w 3024845"/>
                <a:gd name="connsiteY9" fmla="*/ 378819 h 840941"/>
                <a:gd name="connsiteX10" fmla="*/ 261443 w 3024845"/>
                <a:gd name="connsiteY10" fmla="*/ 380710 h 840941"/>
                <a:gd name="connsiteX11" fmla="*/ 261696 w 3024845"/>
                <a:gd name="connsiteY11" fmla="*/ 381521 h 840941"/>
                <a:gd name="connsiteX12" fmla="*/ 263470 w 3024845"/>
                <a:gd name="connsiteY12" fmla="*/ 387196 h 840941"/>
                <a:gd name="connsiteX13" fmla="*/ 264230 w 3024845"/>
                <a:gd name="connsiteY13" fmla="*/ 384764 h 840941"/>
                <a:gd name="connsiteX14" fmla="*/ 269550 w 3024845"/>
                <a:gd name="connsiteY14" fmla="*/ 367740 h 840941"/>
                <a:gd name="connsiteX15" fmla="*/ 271323 w 3024845"/>
                <a:gd name="connsiteY15" fmla="*/ 367740 h 840941"/>
                <a:gd name="connsiteX16" fmla="*/ 283737 w 3024845"/>
                <a:gd name="connsiteY16" fmla="*/ 367740 h 840941"/>
                <a:gd name="connsiteX17" fmla="*/ 283737 w 3024845"/>
                <a:gd name="connsiteY17" fmla="*/ 400166 h 840941"/>
                <a:gd name="connsiteX18" fmla="*/ 284750 w 3024845"/>
                <a:gd name="connsiteY18" fmla="*/ 400707 h 840941"/>
                <a:gd name="connsiteX19" fmla="*/ 291844 w 3024845"/>
                <a:gd name="connsiteY19" fmla="*/ 404490 h 840941"/>
                <a:gd name="connsiteX20" fmla="*/ 291844 w 3024845"/>
                <a:gd name="connsiteY20" fmla="*/ 405841 h 840941"/>
                <a:gd name="connsiteX21" fmla="*/ 291844 w 3024845"/>
                <a:gd name="connsiteY21" fmla="*/ 415299 h 840941"/>
                <a:gd name="connsiteX22" fmla="*/ 336431 w 3024845"/>
                <a:gd name="connsiteY22" fmla="*/ 415299 h 840941"/>
                <a:gd name="connsiteX23" fmla="*/ 336431 w 3024845"/>
                <a:gd name="connsiteY23" fmla="*/ 416380 h 840941"/>
                <a:gd name="connsiteX24" fmla="*/ 336431 w 3024845"/>
                <a:gd name="connsiteY24" fmla="*/ 423946 h 840941"/>
                <a:gd name="connsiteX25" fmla="*/ 338457 w 3024845"/>
                <a:gd name="connsiteY25" fmla="*/ 423946 h 840941"/>
                <a:gd name="connsiteX26" fmla="*/ 352644 w 3024845"/>
                <a:gd name="connsiteY26" fmla="*/ 423946 h 840941"/>
                <a:gd name="connsiteX27" fmla="*/ 352644 w 3024845"/>
                <a:gd name="connsiteY27" fmla="*/ 393681 h 840941"/>
                <a:gd name="connsiteX28" fmla="*/ 397231 w 3024845"/>
                <a:gd name="connsiteY28" fmla="*/ 393681 h 840941"/>
                <a:gd name="connsiteX29" fmla="*/ 397231 w 3024845"/>
                <a:gd name="connsiteY29" fmla="*/ 392330 h 840941"/>
                <a:gd name="connsiteX30" fmla="*/ 397231 w 3024845"/>
                <a:gd name="connsiteY30" fmla="*/ 382872 h 840941"/>
                <a:gd name="connsiteX31" fmla="*/ 398245 w 3024845"/>
                <a:gd name="connsiteY31" fmla="*/ 382872 h 840941"/>
                <a:gd name="connsiteX32" fmla="*/ 405338 w 3024845"/>
                <a:gd name="connsiteY32" fmla="*/ 382872 h 840941"/>
                <a:gd name="connsiteX33" fmla="*/ 405338 w 3024845"/>
                <a:gd name="connsiteY33" fmla="*/ 380981 h 840941"/>
                <a:gd name="connsiteX34" fmla="*/ 405338 w 3024845"/>
                <a:gd name="connsiteY34" fmla="*/ 367740 h 840941"/>
                <a:gd name="connsiteX35" fmla="*/ 406098 w 3024845"/>
                <a:gd name="connsiteY35" fmla="*/ 367740 h 840941"/>
                <a:gd name="connsiteX36" fmla="*/ 411418 w 3024845"/>
                <a:gd name="connsiteY36" fmla="*/ 367740 h 840941"/>
                <a:gd name="connsiteX37" fmla="*/ 411418 w 3024845"/>
                <a:gd name="connsiteY37" fmla="*/ 366659 h 840941"/>
                <a:gd name="connsiteX38" fmla="*/ 411418 w 3024845"/>
                <a:gd name="connsiteY38" fmla="*/ 359092 h 840941"/>
                <a:gd name="connsiteX39" fmla="*/ 413445 w 3024845"/>
                <a:gd name="connsiteY39" fmla="*/ 359092 h 840941"/>
                <a:gd name="connsiteX40" fmla="*/ 427632 w 3024845"/>
                <a:gd name="connsiteY40" fmla="*/ 359092 h 840941"/>
                <a:gd name="connsiteX41" fmla="*/ 427632 w 3024845"/>
                <a:gd name="connsiteY41" fmla="*/ 360173 h 840941"/>
                <a:gd name="connsiteX42" fmla="*/ 427632 w 3024845"/>
                <a:gd name="connsiteY42" fmla="*/ 367740 h 840941"/>
                <a:gd name="connsiteX43" fmla="*/ 449925 w 3024845"/>
                <a:gd name="connsiteY43" fmla="*/ 367740 h 840941"/>
                <a:gd name="connsiteX44" fmla="*/ 449925 w 3024845"/>
                <a:gd name="connsiteY44" fmla="*/ 365848 h 840941"/>
                <a:gd name="connsiteX45" fmla="*/ 449925 w 3024845"/>
                <a:gd name="connsiteY45" fmla="*/ 352607 h 840941"/>
                <a:gd name="connsiteX46" fmla="*/ 451699 w 3024845"/>
                <a:gd name="connsiteY46" fmla="*/ 352607 h 840941"/>
                <a:gd name="connsiteX47" fmla="*/ 464112 w 3024845"/>
                <a:gd name="connsiteY47" fmla="*/ 352607 h 840941"/>
                <a:gd name="connsiteX48" fmla="*/ 464112 w 3024845"/>
                <a:gd name="connsiteY48" fmla="*/ 376387 h 840941"/>
                <a:gd name="connsiteX49" fmla="*/ 465126 w 3024845"/>
                <a:gd name="connsiteY49" fmla="*/ 376387 h 840941"/>
                <a:gd name="connsiteX50" fmla="*/ 472219 w 3024845"/>
                <a:gd name="connsiteY50" fmla="*/ 376387 h 840941"/>
                <a:gd name="connsiteX51" fmla="*/ 472219 w 3024845"/>
                <a:gd name="connsiteY51" fmla="*/ 375306 h 840941"/>
                <a:gd name="connsiteX52" fmla="*/ 472219 w 3024845"/>
                <a:gd name="connsiteY52" fmla="*/ 367740 h 840941"/>
                <a:gd name="connsiteX53" fmla="*/ 473992 w 3024845"/>
                <a:gd name="connsiteY53" fmla="*/ 367740 h 840941"/>
                <a:gd name="connsiteX54" fmla="*/ 486406 w 3024845"/>
                <a:gd name="connsiteY54" fmla="*/ 367740 h 840941"/>
                <a:gd name="connsiteX55" fmla="*/ 486406 w 3024845"/>
                <a:gd name="connsiteY55" fmla="*/ 393681 h 840941"/>
                <a:gd name="connsiteX56" fmla="*/ 488433 w 3024845"/>
                <a:gd name="connsiteY56" fmla="*/ 393681 h 840941"/>
                <a:gd name="connsiteX57" fmla="*/ 502619 w 3024845"/>
                <a:gd name="connsiteY57" fmla="*/ 393681 h 840941"/>
                <a:gd name="connsiteX58" fmla="*/ 502619 w 3024845"/>
                <a:gd name="connsiteY58" fmla="*/ 395302 h 840941"/>
                <a:gd name="connsiteX59" fmla="*/ 502619 w 3024845"/>
                <a:gd name="connsiteY59" fmla="*/ 406652 h 840941"/>
                <a:gd name="connsiteX60" fmla="*/ 503379 w 3024845"/>
                <a:gd name="connsiteY60" fmla="*/ 406652 h 840941"/>
                <a:gd name="connsiteX61" fmla="*/ 508700 w 3024845"/>
                <a:gd name="connsiteY61" fmla="*/ 406652 h 840941"/>
                <a:gd name="connsiteX62" fmla="*/ 508700 w 3024845"/>
                <a:gd name="connsiteY62" fmla="*/ 405841 h 840941"/>
                <a:gd name="connsiteX63" fmla="*/ 508700 w 3024845"/>
                <a:gd name="connsiteY63" fmla="*/ 400166 h 840941"/>
                <a:gd name="connsiteX64" fmla="*/ 539100 w 3024845"/>
                <a:gd name="connsiteY64" fmla="*/ 400166 h 840941"/>
                <a:gd name="connsiteX65" fmla="*/ 539100 w 3024845"/>
                <a:gd name="connsiteY65" fmla="*/ 423946 h 840941"/>
                <a:gd name="connsiteX66" fmla="*/ 540113 w 3024845"/>
                <a:gd name="connsiteY66" fmla="*/ 423946 h 840941"/>
                <a:gd name="connsiteX67" fmla="*/ 547207 w 3024845"/>
                <a:gd name="connsiteY67" fmla="*/ 423946 h 840941"/>
                <a:gd name="connsiteX68" fmla="*/ 547207 w 3024845"/>
                <a:gd name="connsiteY68" fmla="*/ 425027 h 840941"/>
                <a:gd name="connsiteX69" fmla="*/ 547207 w 3024845"/>
                <a:gd name="connsiteY69" fmla="*/ 432593 h 840941"/>
                <a:gd name="connsiteX70" fmla="*/ 547967 w 3024845"/>
                <a:gd name="connsiteY70" fmla="*/ 432593 h 840941"/>
                <a:gd name="connsiteX71" fmla="*/ 553287 w 3024845"/>
                <a:gd name="connsiteY71" fmla="*/ 432593 h 840941"/>
                <a:gd name="connsiteX72" fmla="*/ 553287 w 3024845"/>
                <a:gd name="connsiteY72" fmla="*/ 430431 h 840941"/>
                <a:gd name="connsiteX73" fmla="*/ 553287 w 3024845"/>
                <a:gd name="connsiteY73" fmla="*/ 415299 h 840941"/>
                <a:gd name="connsiteX74" fmla="*/ 554300 w 3024845"/>
                <a:gd name="connsiteY74" fmla="*/ 415299 h 840941"/>
                <a:gd name="connsiteX75" fmla="*/ 561394 w 3024845"/>
                <a:gd name="connsiteY75" fmla="*/ 415299 h 840941"/>
                <a:gd name="connsiteX76" fmla="*/ 561394 w 3024845"/>
                <a:gd name="connsiteY76" fmla="*/ 416380 h 840941"/>
                <a:gd name="connsiteX77" fmla="*/ 561394 w 3024845"/>
                <a:gd name="connsiteY77" fmla="*/ 423946 h 840941"/>
                <a:gd name="connsiteX78" fmla="*/ 566714 w 3024845"/>
                <a:gd name="connsiteY78" fmla="*/ 421953 h 840941"/>
                <a:gd name="connsiteX79" fmla="*/ 567474 w 3024845"/>
                <a:gd name="connsiteY79" fmla="*/ 420973 h 840941"/>
                <a:gd name="connsiteX80" fmla="*/ 567474 w 3024845"/>
                <a:gd name="connsiteY80" fmla="*/ 415299 h 840941"/>
                <a:gd name="connsiteX81" fmla="*/ 605981 w 3024845"/>
                <a:gd name="connsiteY81" fmla="*/ 415299 h 840941"/>
                <a:gd name="connsiteX82" fmla="*/ 605981 w 3024845"/>
                <a:gd name="connsiteY82" fmla="*/ 439078 h 840941"/>
                <a:gd name="connsiteX83" fmla="*/ 608007 w 3024845"/>
                <a:gd name="connsiteY83" fmla="*/ 439078 h 840941"/>
                <a:gd name="connsiteX84" fmla="*/ 622194 w 3024845"/>
                <a:gd name="connsiteY84" fmla="*/ 439078 h 840941"/>
                <a:gd name="connsiteX85" fmla="*/ 622194 w 3024845"/>
                <a:gd name="connsiteY85" fmla="*/ 440159 h 840941"/>
                <a:gd name="connsiteX86" fmla="*/ 622194 w 3024845"/>
                <a:gd name="connsiteY86" fmla="*/ 447725 h 840941"/>
                <a:gd name="connsiteX87" fmla="*/ 623968 w 3024845"/>
                <a:gd name="connsiteY87" fmla="*/ 447725 h 840941"/>
                <a:gd name="connsiteX88" fmla="*/ 636381 w 3024845"/>
                <a:gd name="connsiteY88" fmla="*/ 447725 h 840941"/>
                <a:gd name="connsiteX89" fmla="*/ 636381 w 3024845"/>
                <a:gd name="connsiteY89" fmla="*/ 423946 h 840941"/>
                <a:gd name="connsiteX90" fmla="*/ 637394 w 3024845"/>
                <a:gd name="connsiteY90" fmla="*/ 423946 h 840941"/>
                <a:gd name="connsiteX91" fmla="*/ 644488 w 3024845"/>
                <a:gd name="connsiteY91" fmla="*/ 423946 h 840941"/>
                <a:gd name="connsiteX92" fmla="*/ 644488 w 3024845"/>
                <a:gd name="connsiteY92" fmla="*/ 391519 h 840941"/>
                <a:gd name="connsiteX93" fmla="*/ 645501 w 3024845"/>
                <a:gd name="connsiteY93" fmla="*/ 391519 h 840941"/>
                <a:gd name="connsiteX94" fmla="*/ 652595 w 3024845"/>
                <a:gd name="connsiteY94" fmla="*/ 391519 h 840941"/>
                <a:gd name="connsiteX95" fmla="*/ 652595 w 3024845"/>
                <a:gd name="connsiteY95" fmla="*/ 389628 h 840941"/>
                <a:gd name="connsiteX96" fmla="*/ 652595 w 3024845"/>
                <a:gd name="connsiteY96" fmla="*/ 376387 h 840941"/>
                <a:gd name="connsiteX97" fmla="*/ 651328 w 3024845"/>
                <a:gd name="connsiteY97" fmla="*/ 374765 h 840941"/>
                <a:gd name="connsiteX98" fmla="*/ 656648 w 3024845"/>
                <a:gd name="connsiteY98" fmla="*/ 363416 h 840941"/>
                <a:gd name="connsiteX99" fmla="*/ 664755 w 3024845"/>
                <a:gd name="connsiteY99" fmla="*/ 391519 h 840941"/>
                <a:gd name="connsiteX100" fmla="*/ 665515 w 3024845"/>
                <a:gd name="connsiteY100" fmla="*/ 391519 h 840941"/>
                <a:gd name="connsiteX101" fmla="*/ 670835 w 3024845"/>
                <a:gd name="connsiteY101" fmla="*/ 391519 h 840941"/>
                <a:gd name="connsiteX102" fmla="*/ 670835 w 3024845"/>
                <a:gd name="connsiteY102" fmla="*/ 285592 h 840941"/>
                <a:gd name="connsiteX103" fmla="*/ 672355 w 3024845"/>
                <a:gd name="connsiteY103" fmla="*/ 285592 h 840941"/>
                <a:gd name="connsiteX104" fmla="*/ 682995 w 3024845"/>
                <a:gd name="connsiteY104" fmla="*/ 285592 h 840941"/>
                <a:gd name="connsiteX105" fmla="*/ 682995 w 3024845"/>
                <a:gd name="connsiteY105" fmla="*/ 238033 h 840941"/>
                <a:gd name="connsiteX106" fmla="*/ 709342 w 3024845"/>
                <a:gd name="connsiteY106" fmla="*/ 238033 h 840941"/>
                <a:gd name="connsiteX107" fmla="*/ 709342 w 3024845"/>
                <a:gd name="connsiteY107" fmla="*/ 216415 h 840941"/>
                <a:gd name="connsiteX108" fmla="*/ 743796 w 3024845"/>
                <a:gd name="connsiteY108" fmla="*/ 216415 h 840941"/>
                <a:gd name="connsiteX109" fmla="*/ 743796 w 3024845"/>
                <a:gd name="connsiteY109" fmla="*/ 218847 h 840941"/>
                <a:gd name="connsiteX110" fmla="*/ 743796 w 3024845"/>
                <a:gd name="connsiteY110" fmla="*/ 235871 h 840941"/>
                <a:gd name="connsiteX111" fmla="*/ 746076 w 3024845"/>
                <a:gd name="connsiteY111" fmla="*/ 235871 h 840941"/>
                <a:gd name="connsiteX112" fmla="*/ 762036 w 3024845"/>
                <a:gd name="connsiteY112" fmla="*/ 235871 h 840941"/>
                <a:gd name="connsiteX113" fmla="*/ 762036 w 3024845"/>
                <a:gd name="connsiteY113" fmla="*/ 283430 h 840941"/>
                <a:gd name="connsiteX114" fmla="*/ 763049 w 3024845"/>
                <a:gd name="connsiteY114" fmla="*/ 283430 h 840941"/>
                <a:gd name="connsiteX115" fmla="*/ 770143 w 3024845"/>
                <a:gd name="connsiteY115" fmla="*/ 283430 h 840941"/>
                <a:gd name="connsiteX116" fmla="*/ 784330 w 3024845"/>
                <a:gd name="connsiteY116" fmla="*/ 287754 h 840941"/>
                <a:gd name="connsiteX117" fmla="*/ 784330 w 3024845"/>
                <a:gd name="connsiteY117" fmla="*/ 326666 h 840941"/>
                <a:gd name="connsiteX118" fmla="*/ 785343 w 3024845"/>
                <a:gd name="connsiteY118" fmla="*/ 326666 h 840941"/>
                <a:gd name="connsiteX119" fmla="*/ 792436 w 3024845"/>
                <a:gd name="connsiteY119" fmla="*/ 326666 h 840941"/>
                <a:gd name="connsiteX120" fmla="*/ 792436 w 3024845"/>
                <a:gd name="connsiteY120" fmla="*/ 328287 h 840941"/>
                <a:gd name="connsiteX121" fmla="*/ 792436 w 3024845"/>
                <a:gd name="connsiteY121" fmla="*/ 339636 h 840941"/>
                <a:gd name="connsiteX122" fmla="*/ 794463 w 3024845"/>
                <a:gd name="connsiteY122" fmla="*/ 339636 h 840941"/>
                <a:gd name="connsiteX123" fmla="*/ 808650 w 3024845"/>
                <a:gd name="connsiteY123" fmla="*/ 339636 h 840941"/>
                <a:gd name="connsiteX124" fmla="*/ 814730 w 3024845"/>
                <a:gd name="connsiteY124" fmla="*/ 346122 h 840941"/>
                <a:gd name="connsiteX125" fmla="*/ 814730 w 3024845"/>
                <a:gd name="connsiteY125" fmla="*/ 367740 h 840941"/>
                <a:gd name="connsiteX126" fmla="*/ 817010 w 3024845"/>
                <a:gd name="connsiteY126" fmla="*/ 367740 h 840941"/>
                <a:gd name="connsiteX127" fmla="*/ 832970 w 3024845"/>
                <a:gd name="connsiteY127" fmla="*/ 367740 h 840941"/>
                <a:gd name="connsiteX128" fmla="*/ 832970 w 3024845"/>
                <a:gd name="connsiteY128" fmla="*/ 368820 h 840941"/>
                <a:gd name="connsiteX129" fmla="*/ 832970 w 3024845"/>
                <a:gd name="connsiteY129" fmla="*/ 376387 h 840941"/>
                <a:gd name="connsiteX130" fmla="*/ 834237 w 3024845"/>
                <a:gd name="connsiteY130" fmla="*/ 376387 h 840941"/>
                <a:gd name="connsiteX131" fmla="*/ 843104 w 3024845"/>
                <a:gd name="connsiteY131" fmla="*/ 376387 h 840941"/>
                <a:gd name="connsiteX132" fmla="*/ 843104 w 3024845"/>
                <a:gd name="connsiteY132" fmla="*/ 378548 h 840941"/>
                <a:gd name="connsiteX133" fmla="*/ 843104 w 3024845"/>
                <a:gd name="connsiteY133" fmla="*/ 393681 h 840941"/>
                <a:gd name="connsiteX134" fmla="*/ 847157 w 3024845"/>
                <a:gd name="connsiteY134" fmla="*/ 391789 h 840941"/>
                <a:gd name="connsiteX135" fmla="*/ 847157 w 3024845"/>
                <a:gd name="connsiteY135" fmla="*/ 378548 h 840941"/>
                <a:gd name="connsiteX136" fmla="*/ 848170 w 3024845"/>
                <a:gd name="connsiteY136" fmla="*/ 378548 h 840941"/>
                <a:gd name="connsiteX137" fmla="*/ 855264 w 3024845"/>
                <a:gd name="connsiteY137" fmla="*/ 378548 h 840941"/>
                <a:gd name="connsiteX138" fmla="*/ 855264 w 3024845"/>
                <a:gd name="connsiteY138" fmla="*/ 380170 h 840941"/>
                <a:gd name="connsiteX139" fmla="*/ 855264 w 3024845"/>
                <a:gd name="connsiteY139" fmla="*/ 391519 h 840941"/>
                <a:gd name="connsiteX140" fmla="*/ 856024 w 3024845"/>
                <a:gd name="connsiteY140" fmla="*/ 391519 h 840941"/>
                <a:gd name="connsiteX141" fmla="*/ 861344 w 3024845"/>
                <a:gd name="connsiteY141" fmla="*/ 391519 h 840941"/>
                <a:gd name="connsiteX142" fmla="*/ 909984 w 3024845"/>
                <a:gd name="connsiteY142" fmla="*/ 387196 h 840941"/>
                <a:gd name="connsiteX143" fmla="*/ 909984 w 3024845"/>
                <a:gd name="connsiteY143" fmla="*/ 388547 h 840941"/>
                <a:gd name="connsiteX144" fmla="*/ 909984 w 3024845"/>
                <a:gd name="connsiteY144" fmla="*/ 398004 h 840941"/>
                <a:gd name="connsiteX145" fmla="*/ 910744 w 3024845"/>
                <a:gd name="connsiteY145" fmla="*/ 398004 h 840941"/>
                <a:gd name="connsiteX146" fmla="*/ 916065 w 3024845"/>
                <a:gd name="connsiteY146" fmla="*/ 398004 h 840941"/>
                <a:gd name="connsiteX147" fmla="*/ 916065 w 3024845"/>
                <a:gd name="connsiteY147" fmla="*/ 400166 h 840941"/>
                <a:gd name="connsiteX148" fmla="*/ 916065 w 3024845"/>
                <a:gd name="connsiteY148" fmla="*/ 415299 h 840941"/>
                <a:gd name="connsiteX149" fmla="*/ 918091 w 3024845"/>
                <a:gd name="connsiteY149" fmla="*/ 413948 h 840941"/>
                <a:gd name="connsiteX150" fmla="*/ 932278 w 3024845"/>
                <a:gd name="connsiteY150" fmla="*/ 404490 h 840941"/>
                <a:gd name="connsiteX151" fmla="*/ 938358 w 3024845"/>
                <a:gd name="connsiteY151" fmla="*/ 363416 h 840941"/>
                <a:gd name="connsiteX152" fmla="*/ 939118 w 3024845"/>
                <a:gd name="connsiteY152" fmla="*/ 363146 h 840941"/>
                <a:gd name="connsiteX153" fmla="*/ 944438 w 3024845"/>
                <a:gd name="connsiteY153" fmla="*/ 361254 h 840941"/>
                <a:gd name="connsiteX154" fmla="*/ 946465 w 3024845"/>
                <a:gd name="connsiteY154" fmla="*/ 292077 h 840941"/>
                <a:gd name="connsiteX155" fmla="*/ 948492 w 3024845"/>
                <a:gd name="connsiteY155" fmla="*/ 361254 h 840941"/>
                <a:gd name="connsiteX156" fmla="*/ 949252 w 3024845"/>
                <a:gd name="connsiteY156" fmla="*/ 361524 h 840941"/>
                <a:gd name="connsiteX157" fmla="*/ 954572 w 3024845"/>
                <a:gd name="connsiteY157" fmla="*/ 363416 h 840941"/>
                <a:gd name="connsiteX158" fmla="*/ 954572 w 3024845"/>
                <a:gd name="connsiteY158" fmla="*/ 276945 h 840941"/>
                <a:gd name="connsiteX159" fmla="*/ 958625 w 3024845"/>
                <a:gd name="connsiteY159" fmla="*/ 244518 h 840941"/>
                <a:gd name="connsiteX160" fmla="*/ 997132 w 3024845"/>
                <a:gd name="connsiteY160" fmla="*/ 244518 h 840941"/>
                <a:gd name="connsiteX161" fmla="*/ 997132 w 3024845"/>
                <a:gd name="connsiteY161" fmla="*/ 276945 h 840941"/>
                <a:gd name="connsiteX162" fmla="*/ 997892 w 3024845"/>
                <a:gd name="connsiteY162" fmla="*/ 276945 h 840941"/>
                <a:gd name="connsiteX163" fmla="*/ 1003212 w 3024845"/>
                <a:gd name="connsiteY163" fmla="*/ 276945 h 840941"/>
                <a:gd name="connsiteX164" fmla="*/ 1003212 w 3024845"/>
                <a:gd name="connsiteY164" fmla="*/ 194797 h 840941"/>
                <a:gd name="connsiteX165" fmla="*/ 1004986 w 3024845"/>
                <a:gd name="connsiteY165" fmla="*/ 194797 h 840941"/>
                <a:gd name="connsiteX166" fmla="*/ 1017399 w 3024845"/>
                <a:gd name="connsiteY166" fmla="*/ 194797 h 840941"/>
                <a:gd name="connsiteX167" fmla="*/ 1017399 w 3024845"/>
                <a:gd name="connsiteY167" fmla="*/ 192906 h 840941"/>
                <a:gd name="connsiteX168" fmla="*/ 1017399 w 3024845"/>
                <a:gd name="connsiteY168" fmla="*/ 179665 h 840941"/>
                <a:gd name="connsiteX169" fmla="*/ 1039693 w 3024845"/>
                <a:gd name="connsiteY169" fmla="*/ 179665 h 840941"/>
                <a:gd name="connsiteX170" fmla="*/ 1039693 w 3024845"/>
                <a:gd name="connsiteY170" fmla="*/ 178584 h 840941"/>
                <a:gd name="connsiteX171" fmla="*/ 1039693 w 3024845"/>
                <a:gd name="connsiteY171" fmla="*/ 171018 h 840941"/>
                <a:gd name="connsiteX172" fmla="*/ 1041466 w 3024845"/>
                <a:gd name="connsiteY172" fmla="*/ 171018 h 840941"/>
                <a:gd name="connsiteX173" fmla="*/ 1053880 w 3024845"/>
                <a:gd name="connsiteY173" fmla="*/ 171018 h 840941"/>
                <a:gd name="connsiteX174" fmla="*/ 1053880 w 3024845"/>
                <a:gd name="connsiteY174" fmla="*/ 172099 h 840941"/>
                <a:gd name="connsiteX175" fmla="*/ 1053880 w 3024845"/>
                <a:gd name="connsiteY175" fmla="*/ 179665 h 840941"/>
                <a:gd name="connsiteX176" fmla="*/ 1054640 w 3024845"/>
                <a:gd name="connsiteY176" fmla="*/ 179665 h 840941"/>
                <a:gd name="connsiteX177" fmla="*/ 1059960 w 3024845"/>
                <a:gd name="connsiteY177" fmla="*/ 179665 h 840941"/>
                <a:gd name="connsiteX178" fmla="*/ 1070093 w 3024845"/>
                <a:gd name="connsiteY178" fmla="*/ 175341 h 840941"/>
                <a:gd name="connsiteX179" fmla="*/ 1074146 w 3024845"/>
                <a:gd name="connsiteY179" fmla="*/ 178584 h 840941"/>
                <a:gd name="connsiteX180" fmla="*/ 1074146 w 3024845"/>
                <a:gd name="connsiteY180" fmla="*/ 171018 h 840941"/>
                <a:gd name="connsiteX181" fmla="*/ 1076426 w 3024845"/>
                <a:gd name="connsiteY181" fmla="*/ 171018 h 840941"/>
                <a:gd name="connsiteX182" fmla="*/ 1092387 w 3024845"/>
                <a:gd name="connsiteY182" fmla="*/ 171018 h 840941"/>
                <a:gd name="connsiteX183" fmla="*/ 1092387 w 3024845"/>
                <a:gd name="connsiteY183" fmla="*/ 172099 h 840941"/>
                <a:gd name="connsiteX184" fmla="*/ 1092387 w 3024845"/>
                <a:gd name="connsiteY184" fmla="*/ 179665 h 840941"/>
                <a:gd name="connsiteX185" fmla="*/ 1122787 w 3024845"/>
                <a:gd name="connsiteY185" fmla="*/ 179665 h 840941"/>
                <a:gd name="connsiteX186" fmla="*/ 1122787 w 3024845"/>
                <a:gd name="connsiteY186" fmla="*/ 181286 h 840941"/>
                <a:gd name="connsiteX187" fmla="*/ 1122787 w 3024845"/>
                <a:gd name="connsiteY187" fmla="*/ 192636 h 840941"/>
                <a:gd name="connsiteX188" fmla="*/ 1149134 w 3024845"/>
                <a:gd name="connsiteY188" fmla="*/ 192636 h 840941"/>
                <a:gd name="connsiteX189" fmla="*/ 1149134 w 3024845"/>
                <a:gd name="connsiteY189" fmla="*/ 222900 h 840941"/>
                <a:gd name="connsiteX190" fmla="*/ 1149894 w 3024845"/>
                <a:gd name="connsiteY190" fmla="*/ 222900 h 840941"/>
                <a:gd name="connsiteX191" fmla="*/ 1155214 w 3024845"/>
                <a:gd name="connsiteY191" fmla="*/ 222900 h 840941"/>
                <a:gd name="connsiteX192" fmla="*/ 1155214 w 3024845"/>
                <a:gd name="connsiteY192" fmla="*/ 223981 h 840941"/>
                <a:gd name="connsiteX193" fmla="*/ 1155214 w 3024845"/>
                <a:gd name="connsiteY193" fmla="*/ 231548 h 840941"/>
                <a:gd name="connsiteX194" fmla="*/ 1159268 w 3024845"/>
                <a:gd name="connsiteY194" fmla="*/ 261812 h 840941"/>
                <a:gd name="connsiteX195" fmla="*/ 1160028 w 3024845"/>
                <a:gd name="connsiteY195" fmla="*/ 261812 h 840941"/>
                <a:gd name="connsiteX196" fmla="*/ 1165348 w 3024845"/>
                <a:gd name="connsiteY196" fmla="*/ 261812 h 840941"/>
                <a:gd name="connsiteX197" fmla="*/ 1165348 w 3024845"/>
                <a:gd name="connsiteY197" fmla="*/ 262623 h 840941"/>
                <a:gd name="connsiteX198" fmla="*/ 1165348 w 3024845"/>
                <a:gd name="connsiteY198" fmla="*/ 268298 h 840941"/>
                <a:gd name="connsiteX199" fmla="*/ 1166361 w 3024845"/>
                <a:gd name="connsiteY199" fmla="*/ 268298 h 840941"/>
                <a:gd name="connsiteX200" fmla="*/ 1173454 w 3024845"/>
                <a:gd name="connsiteY200" fmla="*/ 268298 h 840941"/>
                <a:gd name="connsiteX201" fmla="*/ 1173454 w 3024845"/>
                <a:gd name="connsiteY201" fmla="*/ 298563 h 840941"/>
                <a:gd name="connsiteX202" fmla="*/ 1175481 w 3024845"/>
                <a:gd name="connsiteY202" fmla="*/ 298563 h 840941"/>
                <a:gd name="connsiteX203" fmla="*/ 1189668 w 3024845"/>
                <a:gd name="connsiteY203" fmla="*/ 298563 h 840941"/>
                <a:gd name="connsiteX204" fmla="*/ 1189668 w 3024845"/>
                <a:gd name="connsiteY204" fmla="*/ 322342 h 840941"/>
                <a:gd name="connsiteX205" fmla="*/ 1191695 w 3024845"/>
                <a:gd name="connsiteY205" fmla="*/ 323963 h 840941"/>
                <a:gd name="connsiteX206" fmla="*/ 1191695 w 3024845"/>
                <a:gd name="connsiteY206" fmla="*/ 335313 h 840941"/>
                <a:gd name="connsiteX207" fmla="*/ 1192455 w 3024845"/>
                <a:gd name="connsiteY207" fmla="*/ 335313 h 840941"/>
                <a:gd name="connsiteX208" fmla="*/ 1197775 w 3024845"/>
                <a:gd name="connsiteY208" fmla="*/ 335313 h 840941"/>
                <a:gd name="connsiteX209" fmla="*/ 1197775 w 3024845"/>
                <a:gd name="connsiteY209" fmla="*/ 359092 h 840941"/>
                <a:gd name="connsiteX210" fmla="*/ 1199041 w 3024845"/>
                <a:gd name="connsiteY210" fmla="*/ 359092 h 840941"/>
                <a:gd name="connsiteX211" fmla="*/ 1207908 w 3024845"/>
                <a:gd name="connsiteY211" fmla="*/ 359092 h 840941"/>
                <a:gd name="connsiteX212" fmla="*/ 1209935 w 3024845"/>
                <a:gd name="connsiteY212" fmla="*/ 363146 h 840941"/>
                <a:gd name="connsiteX213" fmla="*/ 1209935 w 3024845"/>
                <a:gd name="connsiteY213" fmla="*/ 376387 h 840941"/>
                <a:gd name="connsiteX214" fmla="*/ 1211455 w 3024845"/>
                <a:gd name="connsiteY214" fmla="*/ 374495 h 840941"/>
                <a:gd name="connsiteX215" fmla="*/ 1222095 w 3024845"/>
                <a:gd name="connsiteY215" fmla="*/ 361254 h 840941"/>
                <a:gd name="connsiteX216" fmla="*/ 1250469 w 3024845"/>
                <a:gd name="connsiteY216" fmla="*/ 361254 h 840941"/>
                <a:gd name="connsiteX217" fmla="*/ 1250469 w 3024845"/>
                <a:gd name="connsiteY217" fmla="*/ 447725 h 840941"/>
                <a:gd name="connsiteX218" fmla="*/ 1251229 w 3024845"/>
                <a:gd name="connsiteY218" fmla="*/ 447725 h 840941"/>
                <a:gd name="connsiteX219" fmla="*/ 1256549 w 3024845"/>
                <a:gd name="connsiteY219" fmla="*/ 447725 h 840941"/>
                <a:gd name="connsiteX220" fmla="*/ 1257309 w 3024845"/>
                <a:gd name="connsiteY220" fmla="*/ 446374 h 840941"/>
                <a:gd name="connsiteX221" fmla="*/ 1262629 w 3024845"/>
                <a:gd name="connsiteY221" fmla="*/ 436916 h 840941"/>
                <a:gd name="connsiteX222" fmla="*/ 1262629 w 3024845"/>
                <a:gd name="connsiteY222" fmla="*/ 438808 h 840941"/>
                <a:gd name="connsiteX223" fmla="*/ 1262629 w 3024845"/>
                <a:gd name="connsiteY223" fmla="*/ 452049 h 840941"/>
                <a:gd name="connsiteX224" fmla="*/ 1266682 w 3024845"/>
                <a:gd name="connsiteY224" fmla="*/ 406652 h 840941"/>
                <a:gd name="connsiteX225" fmla="*/ 1267442 w 3024845"/>
                <a:gd name="connsiteY225" fmla="*/ 406652 h 840941"/>
                <a:gd name="connsiteX226" fmla="*/ 1272762 w 3024845"/>
                <a:gd name="connsiteY226" fmla="*/ 406652 h 840941"/>
                <a:gd name="connsiteX227" fmla="*/ 1272762 w 3024845"/>
                <a:gd name="connsiteY227" fmla="*/ 341798 h 840941"/>
                <a:gd name="connsiteX228" fmla="*/ 1273776 w 3024845"/>
                <a:gd name="connsiteY228" fmla="*/ 341798 h 840941"/>
                <a:gd name="connsiteX229" fmla="*/ 1280869 w 3024845"/>
                <a:gd name="connsiteY229" fmla="*/ 341798 h 840941"/>
                <a:gd name="connsiteX230" fmla="*/ 1293029 w 3024845"/>
                <a:gd name="connsiteY230" fmla="*/ 298563 h 840941"/>
                <a:gd name="connsiteX231" fmla="*/ 1294296 w 3024845"/>
                <a:gd name="connsiteY231" fmla="*/ 298563 h 840941"/>
                <a:gd name="connsiteX232" fmla="*/ 1303163 w 3024845"/>
                <a:gd name="connsiteY232" fmla="*/ 298563 h 840941"/>
                <a:gd name="connsiteX233" fmla="*/ 1313296 w 3024845"/>
                <a:gd name="connsiteY233" fmla="*/ 341798 h 840941"/>
                <a:gd name="connsiteX234" fmla="*/ 1314309 w 3024845"/>
                <a:gd name="connsiteY234" fmla="*/ 341798 h 840941"/>
                <a:gd name="connsiteX235" fmla="*/ 1321403 w 3024845"/>
                <a:gd name="connsiteY235" fmla="*/ 341798 h 840941"/>
                <a:gd name="connsiteX236" fmla="*/ 1321403 w 3024845"/>
                <a:gd name="connsiteY236" fmla="*/ 380710 h 840941"/>
                <a:gd name="connsiteX237" fmla="*/ 1323176 w 3024845"/>
                <a:gd name="connsiteY237" fmla="*/ 380710 h 840941"/>
                <a:gd name="connsiteX238" fmla="*/ 1335590 w 3024845"/>
                <a:gd name="connsiteY238" fmla="*/ 380710 h 840941"/>
                <a:gd name="connsiteX239" fmla="*/ 1335590 w 3024845"/>
                <a:gd name="connsiteY239" fmla="*/ 382872 h 840941"/>
                <a:gd name="connsiteX240" fmla="*/ 1335590 w 3024845"/>
                <a:gd name="connsiteY240" fmla="*/ 398004 h 840941"/>
                <a:gd name="connsiteX241" fmla="*/ 1339643 w 3024845"/>
                <a:gd name="connsiteY241" fmla="*/ 395843 h 840941"/>
                <a:gd name="connsiteX242" fmla="*/ 1339643 w 3024845"/>
                <a:gd name="connsiteY242" fmla="*/ 380710 h 840941"/>
                <a:gd name="connsiteX243" fmla="*/ 1341163 w 3024845"/>
                <a:gd name="connsiteY243" fmla="*/ 380710 h 840941"/>
                <a:gd name="connsiteX244" fmla="*/ 1351803 w 3024845"/>
                <a:gd name="connsiteY244" fmla="*/ 380710 h 840941"/>
                <a:gd name="connsiteX245" fmla="*/ 1351803 w 3024845"/>
                <a:gd name="connsiteY245" fmla="*/ 382331 h 840941"/>
                <a:gd name="connsiteX246" fmla="*/ 1351803 w 3024845"/>
                <a:gd name="connsiteY246" fmla="*/ 393681 h 840941"/>
                <a:gd name="connsiteX247" fmla="*/ 1382204 w 3024845"/>
                <a:gd name="connsiteY247" fmla="*/ 393681 h 840941"/>
                <a:gd name="connsiteX248" fmla="*/ 1382204 w 3024845"/>
                <a:gd name="connsiteY248" fmla="*/ 356931 h 840941"/>
                <a:gd name="connsiteX249" fmla="*/ 1383470 w 3024845"/>
                <a:gd name="connsiteY249" fmla="*/ 356931 h 840941"/>
                <a:gd name="connsiteX250" fmla="*/ 1392337 w 3024845"/>
                <a:gd name="connsiteY250" fmla="*/ 356931 h 840941"/>
                <a:gd name="connsiteX251" fmla="*/ 1392337 w 3024845"/>
                <a:gd name="connsiteY251" fmla="*/ 378548 h 840941"/>
                <a:gd name="connsiteX252" fmla="*/ 1394364 w 3024845"/>
                <a:gd name="connsiteY252" fmla="*/ 346122 h 840941"/>
                <a:gd name="connsiteX253" fmla="*/ 1416657 w 3024845"/>
                <a:gd name="connsiteY253" fmla="*/ 346122 h 840941"/>
                <a:gd name="connsiteX254" fmla="*/ 1416657 w 3024845"/>
                <a:gd name="connsiteY254" fmla="*/ 344500 h 840941"/>
                <a:gd name="connsiteX255" fmla="*/ 1416657 w 3024845"/>
                <a:gd name="connsiteY255" fmla="*/ 333151 h 840941"/>
                <a:gd name="connsiteX256" fmla="*/ 1417417 w 3024845"/>
                <a:gd name="connsiteY256" fmla="*/ 333151 h 840941"/>
                <a:gd name="connsiteX257" fmla="*/ 1422737 w 3024845"/>
                <a:gd name="connsiteY257" fmla="*/ 333151 h 840941"/>
                <a:gd name="connsiteX258" fmla="*/ 1422737 w 3024845"/>
                <a:gd name="connsiteY258" fmla="*/ 331260 h 840941"/>
                <a:gd name="connsiteX259" fmla="*/ 1422737 w 3024845"/>
                <a:gd name="connsiteY259" fmla="*/ 318019 h 840941"/>
                <a:gd name="connsiteX260" fmla="*/ 1426791 w 3024845"/>
                <a:gd name="connsiteY260" fmla="*/ 324504 h 840941"/>
                <a:gd name="connsiteX261" fmla="*/ 1429071 w 3024845"/>
                <a:gd name="connsiteY261" fmla="*/ 324504 h 840941"/>
                <a:gd name="connsiteX262" fmla="*/ 1445031 w 3024845"/>
                <a:gd name="connsiteY262" fmla="*/ 324504 h 840941"/>
                <a:gd name="connsiteX263" fmla="*/ 1445031 w 3024845"/>
                <a:gd name="connsiteY263" fmla="*/ 323693 h 840941"/>
                <a:gd name="connsiteX264" fmla="*/ 1445031 w 3024845"/>
                <a:gd name="connsiteY264" fmla="*/ 318019 h 840941"/>
                <a:gd name="connsiteX265" fmla="*/ 1445791 w 3024845"/>
                <a:gd name="connsiteY265" fmla="*/ 318019 h 840941"/>
                <a:gd name="connsiteX266" fmla="*/ 1451111 w 3024845"/>
                <a:gd name="connsiteY266" fmla="*/ 318019 h 840941"/>
                <a:gd name="connsiteX267" fmla="*/ 1451111 w 3024845"/>
                <a:gd name="connsiteY267" fmla="*/ 319370 h 840941"/>
                <a:gd name="connsiteX268" fmla="*/ 1451111 w 3024845"/>
                <a:gd name="connsiteY268" fmla="*/ 328828 h 840941"/>
                <a:gd name="connsiteX269" fmla="*/ 1489618 w 3024845"/>
                <a:gd name="connsiteY269" fmla="*/ 328828 h 840941"/>
                <a:gd name="connsiteX270" fmla="*/ 1489618 w 3024845"/>
                <a:gd name="connsiteY270" fmla="*/ 467181 h 840941"/>
                <a:gd name="connsiteX271" fmla="*/ 1491138 w 3024845"/>
                <a:gd name="connsiteY271" fmla="*/ 467181 h 840941"/>
                <a:gd name="connsiteX272" fmla="*/ 1501778 w 3024845"/>
                <a:gd name="connsiteY272" fmla="*/ 467181 h 840941"/>
                <a:gd name="connsiteX273" fmla="*/ 1501778 w 3024845"/>
                <a:gd name="connsiteY273" fmla="*/ 454211 h 840941"/>
                <a:gd name="connsiteX274" fmla="*/ 1505832 w 3024845"/>
                <a:gd name="connsiteY274" fmla="*/ 454211 h 840941"/>
                <a:gd name="connsiteX275" fmla="*/ 1505832 w 3024845"/>
                <a:gd name="connsiteY275" fmla="*/ 467181 h 840941"/>
                <a:gd name="connsiteX276" fmla="*/ 1536232 w 3024845"/>
                <a:gd name="connsiteY276" fmla="*/ 467181 h 840941"/>
                <a:gd name="connsiteX277" fmla="*/ 1536232 w 3024845"/>
                <a:gd name="connsiteY277" fmla="*/ 436916 h 840941"/>
                <a:gd name="connsiteX278" fmla="*/ 1548392 w 3024845"/>
                <a:gd name="connsiteY278" fmla="*/ 436916 h 840941"/>
                <a:gd name="connsiteX279" fmla="*/ 1560552 w 3024845"/>
                <a:gd name="connsiteY279" fmla="*/ 434755 h 840941"/>
                <a:gd name="connsiteX280" fmla="*/ 1564606 w 3024845"/>
                <a:gd name="connsiteY280" fmla="*/ 436916 h 840941"/>
                <a:gd name="connsiteX281" fmla="*/ 1574739 w 3024845"/>
                <a:gd name="connsiteY281" fmla="*/ 436916 h 840941"/>
                <a:gd name="connsiteX282" fmla="*/ 1574739 w 3024845"/>
                <a:gd name="connsiteY282" fmla="*/ 467181 h 840941"/>
                <a:gd name="connsiteX283" fmla="*/ 1582846 w 3024845"/>
                <a:gd name="connsiteY283" fmla="*/ 467181 h 840941"/>
                <a:gd name="connsiteX284" fmla="*/ 1582846 w 3024845"/>
                <a:gd name="connsiteY284" fmla="*/ 484476 h 840941"/>
                <a:gd name="connsiteX285" fmla="*/ 1592182 w 3024845"/>
                <a:gd name="connsiteY285" fmla="*/ 485381 h 840941"/>
                <a:gd name="connsiteX286" fmla="*/ 1605140 w 3024845"/>
                <a:gd name="connsiteY286" fmla="*/ 485381 h 840941"/>
                <a:gd name="connsiteX287" fmla="*/ 1605140 w 3024845"/>
                <a:gd name="connsiteY287" fmla="*/ 469343 h 840941"/>
                <a:gd name="connsiteX288" fmla="*/ 1673096 w 3024845"/>
                <a:gd name="connsiteY288" fmla="*/ 469343 h 840941"/>
                <a:gd name="connsiteX289" fmla="*/ 1673096 w 3024845"/>
                <a:gd name="connsiteY289" fmla="*/ 384090 h 840941"/>
                <a:gd name="connsiteX290" fmla="*/ 1745104 w 3024845"/>
                <a:gd name="connsiteY290" fmla="*/ 384090 h 840941"/>
                <a:gd name="connsiteX291" fmla="*/ 1745104 w 3024845"/>
                <a:gd name="connsiteY291" fmla="*/ 462858 h 840941"/>
                <a:gd name="connsiteX292" fmla="*/ 1747008 w 3024845"/>
                <a:gd name="connsiteY292" fmla="*/ 462858 h 840941"/>
                <a:gd name="connsiteX293" fmla="*/ 1748250 w 3024845"/>
                <a:gd name="connsiteY293" fmla="*/ 485381 h 840941"/>
                <a:gd name="connsiteX294" fmla="*/ 1757926 w 3024845"/>
                <a:gd name="connsiteY294" fmla="*/ 485381 h 840941"/>
                <a:gd name="connsiteX295" fmla="*/ 1759168 w 3024845"/>
                <a:gd name="connsiteY295" fmla="*/ 462858 h 840941"/>
                <a:gd name="connsiteX296" fmla="*/ 1765248 w 3024845"/>
                <a:gd name="connsiteY296" fmla="*/ 462858 h 840941"/>
                <a:gd name="connsiteX297" fmla="*/ 1766490 w 3024845"/>
                <a:gd name="connsiteY297" fmla="*/ 485381 h 840941"/>
                <a:gd name="connsiteX298" fmla="*/ 1817112 w 3024845"/>
                <a:gd name="connsiteY298" fmla="*/ 485381 h 840941"/>
                <a:gd name="connsiteX299" fmla="*/ 1817112 w 3024845"/>
                <a:gd name="connsiteY299" fmla="*/ 322353 h 840941"/>
                <a:gd name="connsiteX300" fmla="*/ 2014439 w 3024845"/>
                <a:gd name="connsiteY300" fmla="*/ 322353 h 840941"/>
                <a:gd name="connsiteX301" fmla="*/ 2014439 w 3024845"/>
                <a:gd name="connsiteY301" fmla="*/ 485381 h 840941"/>
                <a:gd name="connsiteX302" fmla="*/ 2033136 w 3024845"/>
                <a:gd name="connsiteY302" fmla="*/ 485381 h 840941"/>
                <a:gd name="connsiteX303" fmla="*/ 2033136 w 3024845"/>
                <a:gd name="connsiteY303" fmla="*/ 402688 h 840941"/>
                <a:gd name="connsiteX304" fmla="*/ 2128256 w 3024845"/>
                <a:gd name="connsiteY304" fmla="*/ 402688 h 840941"/>
                <a:gd name="connsiteX305" fmla="*/ 2180720 w 3024845"/>
                <a:gd name="connsiteY305" fmla="*/ 337475 h 840941"/>
                <a:gd name="connsiteX306" fmla="*/ 2245574 w 3024845"/>
                <a:gd name="connsiteY306" fmla="*/ 337475 h 840941"/>
                <a:gd name="connsiteX307" fmla="*/ 2245574 w 3024845"/>
                <a:gd name="connsiteY307" fmla="*/ 413137 h 840941"/>
                <a:gd name="connsiteX308" fmla="*/ 2253681 w 3024845"/>
                <a:gd name="connsiteY308" fmla="*/ 413137 h 840941"/>
                <a:gd name="connsiteX309" fmla="*/ 2255708 w 3024845"/>
                <a:gd name="connsiteY309" fmla="*/ 406652 h 840941"/>
                <a:gd name="connsiteX310" fmla="*/ 2261788 w 3024845"/>
                <a:gd name="connsiteY310" fmla="*/ 406652 h 840941"/>
                <a:gd name="connsiteX311" fmla="*/ 2263815 w 3024845"/>
                <a:gd name="connsiteY311" fmla="*/ 415299 h 840941"/>
                <a:gd name="connsiteX312" fmla="*/ 2275975 w 3024845"/>
                <a:gd name="connsiteY312" fmla="*/ 415299 h 840941"/>
                <a:gd name="connsiteX313" fmla="*/ 2275975 w 3024845"/>
                <a:gd name="connsiteY313" fmla="*/ 408813 h 840941"/>
                <a:gd name="connsiteX314" fmla="*/ 2298268 w 3024845"/>
                <a:gd name="connsiteY314" fmla="*/ 408813 h 840941"/>
                <a:gd name="connsiteX315" fmla="*/ 2298268 w 3024845"/>
                <a:gd name="connsiteY315" fmla="*/ 415299 h 840941"/>
                <a:gd name="connsiteX316" fmla="*/ 2318535 w 3024845"/>
                <a:gd name="connsiteY316" fmla="*/ 415299 h 840941"/>
                <a:gd name="connsiteX317" fmla="*/ 2318535 w 3024845"/>
                <a:gd name="connsiteY317" fmla="*/ 460696 h 840941"/>
                <a:gd name="connsiteX318" fmla="*/ 2332722 w 3024845"/>
                <a:gd name="connsiteY318" fmla="*/ 460696 h 840941"/>
                <a:gd name="connsiteX319" fmla="*/ 2332722 w 3024845"/>
                <a:gd name="connsiteY319" fmla="*/ 447725 h 840941"/>
                <a:gd name="connsiteX320" fmla="*/ 2348936 w 3024845"/>
                <a:gd name="connsiteY320" fmla="*/ 447725 h 840941"/>
                <a:gd name="connsiteX321" fmla="*/ 2348936 w 3024845"/>
                <a:gd name="connsiteY321" fmla="*/ 268298 h 840941"/>
                <a:gd name="connsiteX322" fmla="*/ 2355016 w 3024845"/>
                <a:gd name="connsiteY322" fmla="*/ 261812 h 840941"/>
                <a:gd name="connsiteX323" fmla="*/ 2427977 w 3024845"/>
                <a:gd name="connsiteY323" fmla="*/ 261812 h 840941"/>
                <a:gd name="connsiteX324" fmla="*/ 2427977 w 3024845"/>
                <a:gd name="connsiteY324" fmla="*/ 270460 h 840941"/>
                <a:gd name="connsiteX325" fmla="*/ 2438110 w 3024845"/>
                <a:gd name="connsiteY325" fmla="*/ 270460 h 840941"/>
                <a:gd name="connsiteX326" fmla="*/ 2438110 w 3024845"/>
                <a:gd name="connsiteY326" fmla="*/ 385034 h 840941"/>
                <a:gd name="connsiteX327" fmla="*/ 2460404 w 3024845"/>
                <a:gd name="connsiteY327" fmla="*/ 385034 h 840941"/>
                <a:gd name="connsiteX328" fmla="*/ 2460404 w 3024845"/>
                <a:gd name="connsiteY328" fmla="*/ 318019 h 840941"/>
                <a:gd name="connsiteX329" fmla="*/ 2486751 w 3024845"/>
                <a:gd name="connsiteY329" fmla="*/ 318019 h 840941"/>
                <a:gd name="connsiteX330" fmla="*/ 2490804 w 3024845"/>
                <a:gd name="connsiteY330" fmla="*/ 313695 h 840941"/>
                <a:gd name="connsiteX331" fmla="*/ 2498911 w 3024845"/>
                <a:gd name="connsiteY331" fmla="*/ 313695 h 840941"/>
                <a:gd name="connsiteX332" fmla="*/ 2502964 w 3024845"/>
                <a:gd name="connsiteY332" fmla="*/ 318019 h 840941"/>
                <a:gd name="connsiteX333" fmla="*/ 2525258 w 3024845"/>
                <a:gd name="connsiteY333" fmla="*/ 318019 h 840941"/>
                <a:gd name="connsiteX334" fmla="*/ 2525258 w 3024845"/>
                <a:gd name="connsiteY334" fmla="*/ 201283 h 840941"/>
                <a:gd name="connsiteX335" fmla="*/ 2582005 w 3024845"/>
                <a:gd name="connsiteY335" fmla="*/ 190474 h 840941"/>
                <a:gd name="connsiteX336" fmla="*/ 2582005 w 3024845"/>
                <a:gd name="connsiteY336" fmla="*/ 191555 h 840941"/>
                <a:gd name="connsiteX337" fmla="*/ 2582005 w 3024845"/>
                <a:gd name="connsiteY337" fmla="*/ 199121 h 840941"/>
                <a:gd name="connsiteX338" fmla="*/ 2608352 w 3024845"/>
                <a:gd name="connsiteY338" fmla="*/ 199121 h 840941"/>
                <a:gd name="connsiteX339" fmla="*/ 2608352 w 3024845"/>
                <a:gd name="connsiteY339" fmla="*/ 454211 h 840941"/>
                <a:gd name="connsiteX340" fmla="*/ 2630646 w 3024845"/>
                <a:gd name="connsiteY340" fmla="*/ 454211 h 840941"/>
                <a:gd name="connsiteX341" fmla="*/ 2630646 w 3024845"/>
                <a:gd name="connsiteY341" fmla="*/ 449887 h 840941"/>
                <a:gd name="connsiteX342" fmla="*/ 2642806 w 3024845"/>
                <a:gd name="connsiteY342" fmla="*/ 449887 h 840941"/>
                <a:gd name="connsiteX343" fmla="*/ 2642806 w 3024845"/>
                <a:gd name="connsiteY343" fmla="*/ 454211 h 840941"/>
                <a:gd name="connsiteX344" fmla="*/ 2667126 w 3024845"/>
                <a:gd name="connsiteY344" fmla="*/ 454211 h 840941"/>
                <a:gd name="connsiteX345" fmla="*/ 2667126 w 3024845"/>
                <a:gd name="connsiteY345" fmla="*/ 441240 h 840941"/>
                <a:gd name="connsiteX346" fmla="*/ 2695500 w 3024845"/>
                <a:gd name="connsiteY346" fmla="*/ 441240 h 840941"/>
                <a:gd name="connsiteX347" fmla="*/ 2707660 w 3024845"/>
                <a:gd name="connsiteY347" fmla="*/ 436916 h 840941"/>
                <a:gd name="connsiteX348" fmla="*/ 2727927 w 3024845"/>
                <a:gd name="connsiteY348" fmla="*/ 441240 h 840941"/>
                <a:gd name="connsiteX349" fmla="*/ 2727927 w 3024845"/>
                <a:gd name="connsiteY349" fmla="*/ 423946 h 840941"/>
                <a:gd name="connsiteX350" fmla="*/ 2736034 w 3024845"/>
                <a:gd name="connsiteY350" fmla="*/ 423946 h 840941"/>
                <a:gd name="connsiteX351" fmla="*/ 2736034 w 3024845"/>
                <a:gd name="connsiteY351" fmla="*/ 410975 h 840941"/>
                <a:gd name="connsiteX352" fmla="*/ 2792781 w 3024845"/>
                <a:gd name="connsiteY352" fmla="*/ 410975 h 840941"/>
                <a:gd name="connsiteX353" fmla="*/ 2792781 w 3024845"/>
                <a:gd name="connsiteY353" fmla="*/ 380710 h 840941"/>
                <a:gd name="connsiteX354" fmla="*/ 2811021 w 3024845"/>
                <a:gd name="connsiteY354" fmla="*/ 380710 h 840941"/>
                <a:gd name="connsiteX355" fmla="*/ 2811021 w 3024845"/>
                <a:gd name="connsiteY355" fmla="*/ 374225 h 840941"/>
                <a:gd name="connsiteX356" fmla="*/ 2823181 w 3024845"/>
                <a:gd name="connsiteY356" fmla="*/ 374225 h 840941"/>
                <a:gd name="connsiteX357" fmla="*/ 2823181 w 3024845"/>
                <a:gd name="connsiteY357" fmla="*/ 380710 h 840941"/>
                <a:gd name="connsiteX358" fmla="*/ 2839395 w 3024845"/>
                <a:gd name="connsiteY358" fmla="*/ 380710 h 840941"/>
                <a:gd name="connsiteX359" fmla="*/ 2839395 w 3024845"/>
                <a:gd name="connsiteY359" fmla="*/ 430431 h 840941"/>
                <a:gd name="connsiteX360" fmla="*/ 2871822 w 3024845"/>
                <a:gd name="connsiteY360" fmla="*/ 430431 h 840941"/>
                <a:gd name="connsiteX361" fmla="*/ 2871822 w 3024845"/>
                <a:gd name="connsiteY361" fmla="*/ 404490 h 840941"/>
                <a:gd name="connsiteX362" fmla="*/ 2910329 w 3024845"/>
                <a:gd name="connsiteY362" fmla="*/ 404490 h 840941"/>
                <a:gd name="connsiteX363" fmla="*/ 2910329 w 3024845"/>
                <a:gd name="connsiteY363" fmla="*/ 374225 h 840941"/>
                <a:gd name="connsiteX364" fmla="*/ 2958970 w 3024845"/>
                <a:gd name="connsiteY364" fmla="*/ 374225 h 840941"/>
                <a:gd name="connsiteX365" fmla="*/ 2958970 w 3024845"/>
                <a:gd name="connsiteY365" fmla="*/ 485381 h 840941"/>
                <a:gd name="connsiteX366" fmla="*/ 2958970 w 3024845"/>
                <a:gd name="connsiteY366" fmla="*/ 499160 h 840941"/>
                <a:gd name="connsiteX367" fmla="*/ 3024845 w 3024845"/>
                <a:gd name="connsiteY367" fmla="*/ 499160 h 840941"/>
                <a:gd name="connsiteX368" fmla="*/ 3024845 w 3024845"/>
                <a:gd name="connsiteY368" fmla="*/ 840941 h 840941"/>
                <a:gd name="connsiteX369" fmla="*/ 2054 w 3024845"/>
                <a:gd name="connsiteY369" fmla="*/ 838608 h 840941"/>
                <a:gd name="connsiteX370" fmla="*/ 0 w 3024845"/>
                <a:gd name="connsiteY370" fmla="*/ 404490 h 840941"/>
                <a:gd name="connsiteX371" fmla="*/ 20267 w 3024845"/>
                <a:gd name="connsiteY371" fmla="*/ 404490 h 840941"/>
                <a:gd name="connsiteX372" fmla="*/ 20774 w 3024845"/>
                <a:gd name="connsiteY372" fmla="*/ 403409 h 840941"/>
                <a:gd name="connsiteX373" fmla="*/ 24320 w 3024845"/>
                <a:gd name="connsiteY373" fmla="*/ 395843 h 840941"/>
                <a:gd name="connsiteX374" fmla="*/ 26094 w 3024845"/>
                <a:gd name="connsiteY374" fmla="*/ 396113 h 840941"/>
                <a:gd name="connsiteX375" fmla="*/ 38507 w 3024845"/>
                <a:gd name="connsiteY375" fmla="*/ 398004 h 840941"/>
                <a:gd name="connsiteX376" fmla="*/ 39014 w 3024845"/>
                <a:gd name="connsiteY376" fmla="*/ 399356 h 840941"/>
                <a:gd name="connsiteX377" fmla="*/ 42560 w 3024845"/>
                <a:gd name="connsiteY377" fmla="*/ 408813 h 840941"/>
                <a:gd name="connsiteX378" fmla="*/ 68907 w 3024845"/>
                <a:gd name="connsiteY378" fmla="*/ 410975 h 840941"/>
                <a:gd name="connsiteX379" fmla="*/ 68907 w 3024845"/>
                <a:gd name="connsiteY379" fmla="*/ 287754 h 840941"/>
                <a:gd name="connsiteX380" fmla="*/ 70934 w 3024845"/>
                <a:gd name="connsiteY380" fmla="*/ 287754 h 840941"/>
                <a:gd name="connsiteX381" fmla="*/ 85121 w 3024845"/>
                <a:gd name="connsiteY381" fmla="*/ 287754 h 840941"/>
                <a:gd name="connsiteX382" fmla="*/ 85121 w 3024845"/>
                <a:gd name="connsiteY382" fmla="*/ 151562 h 840941"/>
                <a:gd name="connsiteX383" fmla="*/ 86894 w 3024845"/>
                <a:gd name="connsiteY383" fmla="*/ 151562 h 840941"/>
                <a:gd name="connsiteX384" fmla="*/ 99308 w 3024845"/>
                <a:gd name="connsiteY384" fmla="*/ 151562 h 840941"/>
                <a:gd name="connsiteX385" fmla="*/ 99308 w 3024845"/>
                <a:gd name="connsiteY385" fmla="*/ 36988 h 840941"/>
                <a:gd name="connsiteX0" fmla="*/ 99308 w 3024845"/>
                <a:gd name="connsiteY0" fmla="*/ 0 h 803953"/>
                <a:gd name="connsiteX1" fmla="*/ 220909 w 3024845"/>
                <a:gd name="connsiteY1" fmla="*/ 114574 h 803953"/>
                <a:gd name="connsiteX2" fmla="*/ 223189 w 3024845"/>
                <a:gd name="connsiteY2" fmla="*/ 114574 h 803953"/>
                <a:gd name="connsiteX3" fmla="*/ 239150 w 3024845"/>
                <a:gd name="connsiteY3" fmla="*/ 114574 h 803953"/>
                <a:gd name="connsiteX4" fmla="*/ 239150 w 3024845"/>
                <a:gd name="connsiteY4" fmla="*/ 255089 h 803953"/>
                <a:gd name="connsiteX5" fmla="*/ 240670 w 3024845"/>
                <a:gd name="connsiteY5" fmla="*/ 254819 h 803953"/>
                <a:gd name="connsiteX6" fmla="*/ 251310 w 3024845"/>
                <a:gd name="connsiteY6" fmla="*/ 252928 h 803953"/>
                <a:gd name="connsiteX7" fmla="*/ 249283 w 3024845"/>
                <a:gd name="connsiteY7" fmla="*/ 341560 h 803953"/>
                <a:gd name="connsiteX8" fmla="*/ 250803 w 3024845"/>
                <a:gd name="connsiteY8" fmla="*/ 341831 h 803953"/>
                <a:gd name="connsiteX9" fmla="*/ 261443 w 3024845"/>
                <a:gd name="connsiteY9" fmla="*/ 343722 h 803953"/>
                <a:gd name="connsiteX10" fmla="*/ 261696 w 3024845"/>
                <a:gd name="connsiteY10" fmla="*/ 344533 h 803953"/>
                <a:gd name="connsiteX11" fmla="*/ 263470 w 3024845"/>
                <a:gd name="connsiteY11" fmla="*/ 350208 h 803953"/>
                <a:gd name="connsiteX12" fmla="*/ 264230 w 3024845"/>
                <a:gd name="connsiteY12" fmla="*/ 347776 h 803953"/>
                <a:gd name="connsiteX13" fmla="*/ 269550 w 3024845"/>
                <a:gd name="connsiteY13" fmla="*/ 330752 h 803953"/>
                <a:gd name="connsiteX14" fmla="*/ 271323 w 3024845"/>
                <a:gd name="connsiteY14" fmla="*/ 330752 h 803953"/>
                <a:gd name="connsiteX15" fmla="*/ 283737 w 3024845"/>
                <a:gd name="connsiteY15" fmla="*/ 330752 h 803953"/>
                <a:gd name="connsiteX16" fmla="*/ 283737 w 3024845"/>
                <a:gd name="connsiteY16" fmla="*/ 363178 h 803953"/>
                <a:gd name="connsiteX17" fmla="*/ 284750 w 3024845"/>
                <a:gd name="connsiteY17" fmla="*/ 363719 h 803953"/>
                <a:gd name="connsiteX18" fmla="*/ 291844 w 3024845"/>
                <a:gd name="connsiteY18" fmla="*/ 367502 h 803953"/>
                <a:gd name="connsiteX19" fmla="*/ 291844 w 3024845"/>
                <a:gd name="connsiteY19" fmla="*/ 368853 h 803953"/>
                <a:gd name="connsiteX20" fmla="*/ 291844 w 3024845"/>
                <a:gd name="connsiteY20" fmla="*/ 378311 h 803953"/>
                <a:gd name="connsiteX21" fmla="*/ 336431 w 3024845"/>
                <a:gd name="connsiteY21" fmla="*/ 378311 h 803953"/>
                <a:gd name="connsiteX22" fmla="*/ 336431 w 3024845"/>
                <a:gd name="connsiteY22" fmla="*/ 379392 h 803953"/>
                <a:gd name="connsiteX23" fmla="*/ 336431 w 3024845"/>
                <a:gd name="connsiteY23" fmla="*/ 386958 h 803953"/>
                <a:gd name="connsiteX24" fmla="*/ 338457 w 3024845"/>
                <a:gd name="connsiteY24" fmla="*/ 386958 h 803953"/>
                <a:gd name="connsiteX25" fmla="*/ 352644 w 3024845"/>
                <a:gd name="connsiteY25" fmla="*/ 386958 h 803953"/>
                <a:gd name="connsiteX26" fmla="*/ 352644 w 3024845"/>
                <a:gd name="connsiteY26" fmla="*/ 356693 h 803953"/>
                <a:gd name="connsiteX27" fmla="*/ 397231 w 3024845"/>
                <a:gd name="connsiteY27" fmla="*/ 356693 h 803953"/>
                <a:gd name="connsiteX28" fmla="*/ 397231 w 3024845"/>
                <a:gd name="connsiteY28" fmla="*/ 355342 h 803953"/>
                <a:gd name="connsiteX29" fmla="*/ 397231 w 3024845"/>
                <a:gd name="connsiteY29" fmla="*/ 345884 h 803953"/>
                <a:gd name="connsiteX30" fmla="*/ 398245 w 3024845"/>
                <a:gd name="connsiteY30" fmla="*/ 345884 h 803953"/>
                <a:gd name="connsiteX31" fmla="*/ 405338 w 3024845"/>
                <a:gd name="connsiteY31" fmla="*/ 345884 h 803953"/>
                <a:gd name="connsiteX32" fmla="*/ 405338 w 3024845"/>
                <a:gd name="connsiteY32" fmla="*/ 343993 h 803953"/>
                <a:gd name="connsiteX33" fmla="*/ 405338 w 3024845"/>
                <a:gd name="connsiteY33" fmla="*/ 330752 h 803953"/>
                <a:gd name="connsiteX34" fmla="*/ 406098 w 3024845"/>
                <a:gd name="connsiteY34" fmla="*/ 330752 h 803953"/>
                <a:gd name="connsiteX35" fmla="*/ 411418 w 3024845"/>
                <a:gd name="connsiteY35" fmla="*/ 330752 h 803953"/>
                <a:gd name="connsiteX36" fmla="*/ 411418 w 3024845"/>
                <a:gd name="connsiteY36" fmla="*/ 329671 h 803953"/>
                <a:gd name="connsiteX37" fmla="*/ 411418 w 3024845"/>
                <a:gd name="connsiteY37" fmla="*/ 322104 h 803953"/>
                <a:gd name="connsiteX38" fmla="*/ 413445 w 3024845"/>
                <a:gd name="connsiteY38" fmla="*/ 322104 h 803953"/>
                <a:gd name="connsiteX39" fmla="*/ 427632 w 3024845"/>
                <a:gd name="connsiteY39" fmla="*/ 322104 h 803953"/>
                <a:gd name="connsiteX40" fmla="*/ 427632 w 3024845"/>
                <a:gd name="connsiteY40" fmla="*/ 323185 h 803953"/>
                <a:gd name="connsiteX41" fmla="*/ 427632 w 3024845"/>
                <a:gd name="connsiteY41" fmla="*/ 330752 h 803953"/>
                <a:gd name="connsiteX42" fmla="*/ 449925 w 3024845"/>
                <a:gd name="connsiteY42" fmla="*/ 330752 h 803953"/>
                <a:gd name="connsiteX43" fmla="*/ 449925 w 3024845"/>
                <a:gd name="connsiteY43" fmla="*/ 328860 h 803953"/>
                <a:gd name="connsiteX44" fmla="*/ 449925 w 3024845"/>
                <a:gd name="connsiteY44" fmla="*/ 315619 h 803953"/>
                <a:gd name="connsiteX45" fmla="*/ 451699 w 3024845"/>
                <a:gd name="connsiteY45" fmla="*/ 315619 h 803953"/>
                <a:gd name="connsiteX46" fmla="*/ 464112 w 3024845"/>
                <a:gd name="connsiteY46" fmla="*/ 315619 h 803953"/>
                <a:gd name="connsiteX47" fmla="*/ 464112 w 3024845"/>
                <a:gd name="connsiteY47" fmla="*/ 339399 h 803953"/>
                <a:gd name="connsiteX48" fmla="*/ 465126 w 3024845"/>
                <a:gd name="connsiteY48" fmla="*/ 339399 h 803953"/>
                <a:gd name="connsiteX49" fmla="*/ 472219 w 3024845"/>
                <a:gd name="connsiteY49" fmla="*/ 339399 h 803953"/>
                <a:gd name="connsiteX50" fmla="*/ 472219 w 3024845"/>
                <a:gd name="connsiteY50" fmla="*/ 338318 h 803953"/>
                <a:gd name="connsiteX51" fmla="*/ 472219 w 3024845"/>
                <a:gd name="connsiteY51" fmla="*/ 330752 h 803953"/>
                <a:gd name="connsiteX52" fmla="*/ 473992 w 3024845"/>
                <a:gd name="connsiteY52" fmla="*/ 330752 h 803953"/>
                <a:gd name="connsiteX53" fmla="*/ 486406 w 3024845"/>
                <a:gd name="connsiteY53" fmla="*/ 330752 h 803953"/>
                <a:gd name="connsiteX54" fmla="*/ 486406 w 3024845"/>
                <a:gd name="connsiteY54" fmla="*/ 356693 h 803953"/>
                <a:gd name="connsiteX55" fmla="*/ 488433 w 3024845"/>
                <a:gd name="connsiteY55" fmla="*/ 356693 h 803953"/>
                <a:gd name="connsiteX56" fmla="*/ 502619 w 3024845"/>
                <a:gd name="connsiteY56" fmla="*/ 356693 h 803953"/>
                <a:gd name="connsiteX57" fmla="*/ 502619 w 3024845"/>
                <a:gd name="connsiteY57" fmla="*/ 358314 h 803953"/>
                <a:gd name="connsiteX58" fmla="*/ 502619 w 3024845"/>
                <a:gd name="connsiteY58" fmla="*/ 369664 h 803953"/>
                <a:gd name="connsiteX59" fmla="*/ 503379 w 3024845"/>
                <a:gd name="connsiteY59" fmla="*/ 369664 h 803953"/>
                <a:gd name="connsiteX60" fmla="*/ 508700 w 3024845"/>
                <a:gd name="connsiteY60" fmla="*/ 369664 h 803953"/>
                <a:gd name="connsiteX61" fmla="*/ 508700 w 3024845"/>
                <a:gd name="connsiteY61" fmla="*/ 368853 h 803953"/>
                <a:gd name="connsiteX62" fmla="*/ 508700 w 3024845"/>
                <a:gd name="connsiteY62" fmla="*/ 363178 h 803953"/>
                <a:gd name="connsiteX63" fmla="*/ 539100 w 3024845"/>
                <a:gd name="connsiteY63" fmla="*/ 363178 h 803953"/>
                <a:gd name="connsiteX64" fmla="*/ 539100 w 3024845"/>
                <a:gd name="connsiteY64" fmla="*/ 386958 h 803953"/>
                <a:gd name="connsiteX65" fmla="*/ 540113 w 3024845"/>
                <a:gd name="connsiteY65" fmla="*/ 386958 h 803953"/>
                <a:gd name="connsiteX66" fmla="*/ 547207 w 3024845"/>
                <a:gd name="connsiteY66" fmla="*/ 386958 h 803953"/>
                <a:gd name="connsiteX67" fmla="*/ 547207 w 3024845"/>
                <a:gd name="connsiteY67" fmla="*/ 388039 h 803953"/>
                <a:gd name="connsiteX68" fmla="*/ 547207 w 3024845"/>
                <a:gd name="connsiteY68" fmla="*/ 395605 h 803953"/>
                <a:gd name="connsiteX69" fmla="*/ 547967 w 3024845"/>
                <a:gd name="connsiteY69" fmla="*/ 395605 h 803953"/>
                <a:gd name="connsiteX70" fmla="*/ 553287 w 3024845"/>
                <a:gd name="connsiteY70" fmla="*/ 395605 h 803953"/>
                <a:gd name="connsiteX71" fmla="*/ 553287 w 3024845"/>
                <a:gd name="connsiteY71" fmla="*/ 393443 h 803953"/>
                <a:gd name="connsiteX72" fmla="*/ 553287 w 3024845"/>
                <a:gd name="connsiteY72" fmla="*/ 378311 h 803953"/>
                <a:gd name="connsiteX73" fmla="*/ 554300 w 3024845"/>
                <a:gd name="connsiteY73" fmla="*/ 378311 h 803953"/>
                <a:gd name="connsiteX74" fmla="*/ 561394 w 3024845"/>
                <a:gd name="connsiteY74" fmla="*/ 378311 h 803953"/>
                <a:gd name="connsiteX75" fmla="*/ 561394 w 3024845"/>
                <a:gd name="connsiteY75" fmla="*/ 379392 h 803953"/>
                <a:gd name="connsiteX76" fmla="*/ 561394 w 3024845"/>
                <a:gd name="connsiteY76" fmla="*/ 386958 h 803953"/>
                <a:gd name="connsiteX77" fmla="*/ 566714 w 3024845"/>
                <a:gd name="connsiteY77" fmla="*/ 384965 h 803953"/>
                <a:gd name="connsiteX78" fmla="*/ 567474 w 3024845"/>
                <a:gd name="connsiteY78" fmla="*/ 383985 h 803953"/>
                <a:gd name="connsiteX79" fmla="*/ 567474 w 3024845"/>
                <a:gd name="connsiteY79" fmla="*/ 378311 h 803953"/>
                <a:gd name="connsiteX80" fmla="*/ 605981 w 3024845"/>
                <a:gd name="connsiteY80" fmla="*/ 378311 h 803953"/>
                <a:gd name="connsiteX81" fmla="*/ 605981 w 3024845"/>
                <a:gd name="connsiteY81" fmla="*/ 402090 h 803953"/>
                <a:gd name="connsiteX82" fmla="*/ 608007 w 3024845"/>
                <a:gd name="connsiteY82" fmla="*/ 402090 h 803953"/>
                <a:gd name="connsiteX83" fmla="*/ 622194 w 3024845"/>
                <a:gd name="connsiteY83" fmla="*/ 402090 h 803953"/>
                <a:gd name="connsiteX84" fmla="*/ 622194 w 3024845"/>
                <a:gd name="connsiteY84" fmla="*/ 403171 h 803953"/>
                <a:gd name="connsiteX85" fmla="*/ 622194 w 3024845"/>
                <a:gd name="connsiteY85" fmla="*/ 410737 h 803953"/>
                <a:gd name="connsiteX86" fmla="*/ 623968 w 3024845"/>
                <a:gd name="connsiteY86" fmla="*/ 410737 h 803953"/>
                <a:gd name="connsiteX87" fmla="*/ 636381 w 3024845"/>
                <a:gd name="connsiteY87" fmla="*/ 410737 h 803953"/>
                <a:gd name="connsiteX88" fmla="*/ 636381 w 3024845"/>
                <a:gd name="connsiteY88" fmla="*/ 386958 h 803953"/>
                <a:gd name="connsiteX89" fmla="*/ 637394 w 3024845"/>
                <a:gd name="connsiteY89" fmla="*/ 386958 h 803953"/>
                <a:gd name="connsiteX90" fmla="*/ 644488 w 3024845"/>
                <a:gd name="connsiteY90" fmla="*/ 386958 h 803953"/>
                <a:gd name="connsiteX91" fmla="*/ 644488 w 3024845"/>
                <a:gd name="connsiteY91" fmla="*/ 354531 h 803953"/>
                <a:gd name="connsiteX92" fmla="*/ 645501 w 3024845"/>
                <a:gd name="connsiteY92" fmla="*/ 354531 h 803953"/>
                <a:gd name="connsiteX93" fmla="*/ 652595 w 3024845"/>
                <a:gd name="connsiteY93" fmla="*/ 354531 h 803953"/>
                <a:gd name="connsiteX94" fmla="*/ 652595 w 3024845"/>
                <a:gd name="connsiteY94" fmla="*/ 352640 h 803953"/>
                <a:gd name="connsiteX95" fmla="*/ 652595 w 3024845"/>
                <a:gd name="connsiteY95" fmla="*/ 339399 h 803953"/>
                <a:gd name="connsiteX96" fmla="*/ 651328 w 3024845"/>
                <a:gd name="connsiteY96" fmla="*/ 337777 h 803953"/>
                <a:gd name="connsiteX97" fmla="*/ 656648 w 3024845"/>
                <a:gd name="connsiteY97" fmla="*/ 326428 h 803953"/>
                <a:gd name="connsiteX98" fmla="*/ 664755 w 3024845"/>
                <a:gd name="connsiteY98" fmla="*/ 354531 h 803953"/>
                <a:gd name="connsiteX99" fmla="*/ 665515 w 3024845"/>
                <a:gd name="connsiteY99" fmla="*/ 354531 h 803953"/>
                <a:gd name="connsiteX100" fmla="*/ 670835 w 3024845"/>
                <a:gd name="connsiteY100" fmla="*/ 354531 h 803953"/>
                <a:gd name="connsiteX101" fmla="*/ 670835 w 3024845"/>
                <a:gd name="connsiteY101" fmla="*/ 248604 h 803953"/>
                <a:gd name="connsiteX102" fmla="*/ 672355 w 3024845"/>
                <a:gd name="connsiteY102" fmla="*/ 248604 h 803953"/>
                <a:gd name="connsiteX103" fmla="*/ 682995 w 3024845"/>
                <a:gd name="connsiteY103" fmla="*/ 248604 h 803953"/>
                <a:gd name="connsiteX104" fmla="*/ 682995 w 3024845"/>
                <a:gd name="connsiteY104" fmla="*/ 201045 h 803953"/>
                <a:gd name="connsiteX105" fmla="*/ 709342 w 3024845"/>
                <a:gd name="connsiteY105" fmla="*/ 201045 h 803953"/>
                <a:gd name="connsiteX106" fmla="*/ 709342 w 3024845"/>
                <a:gd name="connsiteY106" fmla="*/ 179427 h 803953"/>
                <a:gd name="connsiteX107" fmla="*/ 743796 w 3024845"/>
                <a:gd name="connsiteY107" fmla="*/ 179427 h 803953"/>
                <a:gd name="connsiteX108" fmla="*/ 743796 w 3024845"/>
                <a:gd name="connsiteY108" fmla="*/ 181859 h 803953"/>
                <a:gd name="connsiteX109" fmla="*/ 743796 w 3024845"/>
                <a:gd name="connsiteY109" fmla="*/ 198883 h 803953"/>
                <a:gd name="connsiteX110" fmla="*/ 746076 w 3024845"/>
                <a:gd name="connsiteY110" fmla="*/ 198883 h 803953"/>
                <a:gd name="connsiteX111" fmla="*/ 762036 w 3024845"/>
                <a:gd name="connsiteY111" fmla="*/ 198883 h 803953"/>
                <a:gd name="connsiteX112" fmla="*/ 762036 w 3024845"/>
                <a:gd name="connsiteY112" fmla="*/ 246442 h 803953"/>
                <a:gd name="connsiteX113" fmla="*/ 763049 w 3024845"/>
                <a:gd name="connsiteY113" fmla="*/ 246442 h 803953"/>
                <a:gd name="connsiteX114" fmla="*/ 770143 w 3024845"/>
                <a:gd name="connsiteY114" fmla="*/ 246442 h 803953"/>
                <a:gd name="connsiteX115" fmla="*/ 784330 w 3024845"/>
                <a:gd name="connsiteY115" fmla="*/ 250766 h 803953"/>
                <a:gd name="connsiteX116" fmla="*/ 784330 w 3024845"/>
                <a:gd name="connsiteY116" fmla="*/ 289678 h 803953"/>
                <a:gd name="connsiteX117" fmla="*/ 785343 w 3024845"/>
                <a:gd name="connsiteY117" fmla="*/ 289678 h 803953"/>
                <a:gd name="connsiteX118" fmla="*/ 792436 w 3024845"/>
                <a:gd name="connsiteY118" fmla="*/ 289678 h 803953"/>
                <a:gd name="connsiteX119" fmla="*/ 792436 w 3024845"/>
                <a:gd name="connsiteY119" fmla="*/ 291299 h 803953"/>
                <a:gd name="connsiteX120" fmla="*/ 792436 w 3024845"/>
                <a:gd name="connsiteY120" fmla="*/ 302648 h 803953"/>
                <a:gd name="connsiteX121" fmla="*/ 794463 w 3024845"/>
                <a:gd name="connsiteY121" fmla="*/ 302648 h 803953"/>
                <a:gd name="connsiteX122" fmla="*/ 808650 w 3024845"/>
                <a:gd name="connsiteY122" fmla="*/ 302648 h 803953"/>
                <a:gd name="connsiteX123" fmla="*/ 814730 w 3024845"/>
                <a:gd name="connsiteY123" fmla="*/ 309134 h 803953"/>
                <a:gd name="connsiteX124" fmla="*/ 814730 w 3024845"/>
                <a:gd name="connsiteY124" fmla="*/ 330752 h 803953"/>
                <a:gd name="connsiteX125" fmla="*/ 817010 w 3024845"/>
                <a:gd name="connsiteY125" fmla="*/ 330752 h 803953"/>
                <a:gd name="connsiteX126" fmla="*/ 832970 w 3024845"/>
                <a:gd name="connsiteY126" fmla="*/ 330752 h 803953"/>
                <a:gd name="connsiteX127" fmla="*/ 832970 w 3024845"/>
                <a:gd name="connsiteY127" fmla="*/ 331832 h 803953"/>
                <a:gd name="connsiteX128" fmla="*/ 832970 w 3024845"/>
                <a:gd name="connsiteY128" fmla="*/ 339399 h 803953"/>
                <a:gd name="connsiteX129" fmla="*/ 834237 w 3024845"/>
                <a:gd name="connsiteY129" fmla="*/ 339399 h 803953"/>
                <a:gd name="connsiteX130" fmla="*/ 843104 w 3024845"/>
                <a:gd name="connsiteY130" fmla="*/ 339399 h 803953"/>
                <a:gd name="connsiteX131" fmla="*/ 843104 w 3024845"/>
                <a:gd name="connsiteY131" fmla="*/ 341560 h 803953"/>
                <a:gd name="connsiteX132" fmla="*/ 843104 w 3024845"/>
                <a:gd name="connsiteY132" fmla="*/ 356693 h 803953"/>
                <a:gd name="connsiteX133" fmla="*/ 847157 w 3024845"/>
                <a:gd name="connsiteY133" fmla="*/ 354801 h 803953"/>
                <a:gd name="connsiteX134" fmla="*/ 847157 w 3024845"/>
                <a:gd name="connsiteY134" fmla="*/ 341560 h 803953"/>
                <a:gd name="connsiteX135" fmla="*/ 848170 w 3024845"/>
                <a:gd name="connsiteY135" fmla="*/ 341560 h 803953"/>
                <a:gd name="connsiteX136" fmla="*/ 855264 w 3024845"/>
                <a:gd name="connsiteY136" fmla="*/ 341560 h 803953"/>
                <a:gd name="connsiteX137" fmla="*/ 855264 w 3024845"/>
                <a:gd name="connsiteY137" fmla="*/ 343182 h 803953"/>
                <a:gd name="connsiteX138" fmla="*/ 855264 w 3024845"/>
                <a:gd name="connsiteY138" fmla="*/ 354531 h 803953"/>
                <a:gd name="connsiteX139" fmla="*/ 856024 w 3024845"/>
                <a:gd name="connsiteY139" fmla="*/ 354531 h 803953"/>
                <a:gd name="connsiteX140" fmla="*/ 861344 w 3024845"/>
                <a:gd name="connsiteY140" fmla="*/ 354531 h 803953"/>
                <a:gd name="connsiteX141" fmla="*/ 909984 w 3024845"/>
                <a:gd name="connsiteY141" fmla="*/ 350208 h 803953"/>
                <a:gd name="connsiteX142" fmla="*/ 909984 w 3024845"/>
                <a:gd name="connsiteY142" fmla="*/ 351559 h 803953"/>
                <a:gd name="connsiteX143" fmla="*/ 909984 w 3024845"/>
                <a:gd name="connsiteY143" fmla="*/ 361016 h 803953"/>
                <a:gd name="connsiteX144" fmla="*/ 910744 w 3024845"/>
                <a:gd name="connsiteY144" fmla="*/ 361016 h 803953"/>
                <a:gd name="connsiteX145" fmla="*/ 916065 w 3024845"/>
                <a:gd name="connsiteY145" fmla="*/ 361016 h 803953"/>
                <a:gd name="connsiteX146" fmla="*/ 916065 w 3024845"/>
                <a:gd name="connsiteY146" fmla="*/ 363178 h 803953"/>
                <a:gd name="connsiteX147" fmla="*/ 916065 w 3024845"/>
                <a:gd name="connsiteY147" fmla="*/ 378311 h 803953"/>
                <a:gd name="connsiteX148" fmla="*/ 918091 w 3024845"/>
                <a:gd name="connsiteY148" fmla="*/ 376960 h 803953"/>
                <a:gd name="connsiteX149" fmla="*/ 932278 w 3024845"/>
                <a:gd name="connsiteY149" fmla="*/ 367502 h 803953"/>
                <a:gd name="connsiteX150" fmla="*/ 938358 w 3024845"/>
                <a:gd name="connsiteY150" fmla="*/ 326428 h 803953"/>
                <a:gd name="connsiteX151" fmla="*/ 939118 w 3024845"/>
                <a:gd name="connsiteY151" fmla="*/ 326158 h 803953"/>
                <a:gd name="connsiteX152" fmla="*/ 944438 w 3024845"/>
                <a:gd name="connsiteY152" fmla="*/ 324266 h 803953"/>
                <a:gd name="connsiteX153" fmla="*/ 946465 w 3024845"/>
                <a:gd name="connsiteY153" fmla="*/ 255089 h 803953"/>
                <a:gd name="connsiteX154" fmla="*/ 948492 w 3024845"/>
                <a:gd name="connsiteY154" fmla="*/ 324266 h 803953"/>
                <a:gd name="connsiteX155" fmla="*/ 949252 w 3024845"/>
                <a:gd name="connsiteY155" fmla="*/ 324536 h 803953"/>
                <a:gd name="connsiteX156" fmla="*/ 954572 w 3024845"/>
                <a:gd name="connsiteY156" fmla="*/ 326428 h 803953"/>
                <a:gd name="connsiteX157" fmla="*/ 954572 w 3024845"/>
                <a:gd name="connsiteY157" fmla="*/ 239957 h 803953"/>
                <a:gd name="connsiteX158" fmla="*/ 958625 w 3024845"/>
                <a:gd name="connsiteY158" fmla="*/ 207530 h 803953"/>
                <a:gd name="connsiteX159" fmla="*/ 997132 w 3024845"/>
                <a:gd name="connsiteY159" fmla="*/ 207530 h 803953"/>
                <a:gd name="connsiteX160" fmla="*/ 997132 w 3024845"/>
                <a:gd name="connsiteY160" fmla="*/ 239957 h 803953"/>
                <a:gd name="connsiteX161" fmla="*/ 997892 w 3024845"/>
                <a:gd name="connsiteY161" fmla="*/ 239957 h 803953"/>
                <a:gd name="connsiteX162" fmla="*/ 1003212 w 3024845"/>
                <a:gd name="connsiteY162" fmla="*/ 239957 h 803953"/>
                <a:gd name="connsiteX163" fmla="*/ 1003212 w 3024845"/>
                <a:gd name="connsiteY163" fmla="*/ 157809 h 803953"/>
                <a:gd name="connsiteX164" fmla="*/ 1004986 w 3024845"/>
                <a:gd name="connsiteY164" fmla="*/ 157809 h 803953"/>
                <a:gd name="connsiteX165" fmla="*/ 1017399 w 3024845"/>
                <a:gd name="connsiteY165" fmla="*/ 157809 h 803953"/>
                <a:gd name="connsiteX166" fmla="*/ 1017399 w 3024845"/>
                <a:gd name="connsiteY166" fmla="*/ 155918 h 803953"/>
                <a:gd name="connsiteX167" fmla="*/ 1017399 w 3024845"/>
                <a:gd name="connsiteY167" fmla="*/ 142677 h 803953"/>
                <a:gd name="connsiteX168" fmla="*/ 1039693 w 3024845"/>
                <a:gd name="connsiteY168" fmla="*/ 142677 h 803953"/>
                <a:gd name="connsiteX169" fmla="*/ 1039693 w 3024845"/>
                <a:gd name="connsiteY169" fmla="*/ 141596 h 803953"/>
                <a:gd name="connsiteX170" fmla="*/ 1039693 w 3024845"/>
                <a:gd name="connsiteY170" fmla="*/ 134030 h 803953"/>
                <a:gd name="connsiteX171" fmla="*/ 1041466 w 3024845"/>
                <a:gd name="connsiteY171" fmla="*/ 134030 h 803953"/>
                <a:gd name="connsiteX172" fmla="*/ 1053880 w 3024845"/>
                <a:gd name="connsiteY172" fmla="*/ 134030 h 803953"/>
                <a:gd name="connsiteX173" fmla="*/ 1053880 w 3024845"/>
                <a:gd name="connsiteY173" fmla="*/ 135111 h 803953"/>
                <a:gd name="connsiteX174" fmla="*/ 1053880 w 3024845"/>
                <a:gd name="connsiteY174" fmla="*/ 142677 h 803953"/>
                <a:gd name="connsiteX175" fmla="*/ 1054640 w 3024845"/>
                <a:gd name="connsiteY175" fmla="*/ 142677 h 803953"/>
                <a:gd name="connsiteX176" fmla="*/ 1059960 w 3024845"/>
                <a:gd name="connsiteY176" fmla="*/ 142677 h 803953"/>
                <a:gd name="connsiteX177" fmla="*/ 1070093 w 3024845"/>
                <a:gd name="connsiteY177" fmla="*/ 138353 h 803953"/>
                <a:gd name="connsiteX178" fmla="*/ 1074146 w 3024845"/>
                <a:gd name="connsiteY178" fmla="*/ 141596 h 803953"/>
                <a:gd name="connsiteX179" fmla="*/ 1074146 w 3024845"/>
                <a:gd name="connsiteY179" fmla="*/ 134030 h 803953"/>
                <a:gd name="connsiteX180" fmla="*/ 1076426 w 3024845"/>
                <a:gd name="connsiteY180" fmla="*/ 134030 h 803953"/>
                <a:gd name="connsiteX181" fmla="*/ 1092387 w 3024845"/>
                <a:gd name="connsiteY181" fmla="*/ 134030 h 803953"/>
                <a:gd name="connsiteX182" fmla="*/ 1092387 w 3024845"/>
                <a:gd name="connsiteY182" fmla="*/ 135111 h 803953"/>
                <a:gd name="connsiteX183" fmla="*/ 1092387 w 3024845"/>
                <a:gd name="connsiteY183" fmla="*/ 142677 h 803953"/>
                <a:gd name="connsiteX184" fmla="*/ 1122787 w 3024845"/>
                <a:gd name="connsiteY184" fmla="*/ 142677 h 803953"/>
                <a:gd name="connsiteX185" fmla="*/ 1122787 w 3024845"/>
                <a:gd name="connsiteY185" fmla="*/ 144298 h 803953"/>
                <a:gd name="connsiteX186" fmla="*/ 1122787 w 3024845"/>
                <a:gd name="connsiteY186" fmla="*/ 155648 h 803953"/>
                <a:gd name="connsiteX187" fmla="*/ 1149134 w 3024845"/>
                <a:gd name="connsiteY187" fmla="*/ 155648 h 803953"/>
                <a:gd name="connsiteX188" fmla="*/ 1149134 w 3024845"/>
                <a:gd name="connsiteY188" fmla="*/ 185912 h 803953"/>
                <a:gd name="connsiteX189" fmla="*/ 1149894 w 3024845"/>
                <a:gd name="connsiteY189" fmla="*/ 185912 h 803953"/>
                <a:gd name="connsiteX190" fmla="*/ 1155214 w 3024845"/>
                <a:gd name="connsiteY190" fmla="*/ 185912 h 803953"/>
                <a:gd name="connsiteX191" fmla="*/ 1155214 w 3024845"/>
                <a:gd name="connsiteY191" fmla="*/ 186993 h 803953"/>
                <a:gd name="connsiteX192" fmla="*/ 1155214 w 3024845"/>
                <a:gd name="connsiteY192" fmla="*/ 194560 h 803953"/>
                <a:gd name="connsiteX193" fmla="*/ 1159268 w 3024845"/>
                <a:gd name="connsiteY193" fmla="*/ 224824 h 803953"/>
                <a:gd name="connsiteX194" fmla="*/ 1160028 w 3024845"/>
                <a:gd name="connsiteY194" fmla="*/ 224824 h 803953"/>
                <a:gd name="connsiteX195" fmla="*/ 1165348 w 3024845"/>
                <a:gd name="connsiteY195" fmla="*/ 224824 h 803953"/>
                <a:gd name="connsiteX196" fmla="*/ 1165348 w 3024845"/>
                <a:gd name="connsiteY196" fmla="*/ 225635 h 803953"/>
                <a:gd name="connsiteX197" fmla="*/ 1165348 w 3024845"/>
                <a:gd name="connsiteY197" fmla="*/ 231310 h 803953"/>
                <a:gd name="connsiteX198" fmla="*/ 1166361 w 3024845"/>
                <a:gd name="connsiteY198" fmla="*/ 231310 h 803953"/>
                <a:gd name="connsiteX199" fmla="*/ 1173454 w 3024845"/>
                <a:gd name="connsiteY199" fmla="*/ 231310 h 803953"/>
                <a:gd name="connsiteX200" fmla="*/ 1173454 w 3024845"/>
                <a:gd name="connsiteY200" fmla="*/ 261575 h 803953"/>
                <a:gd name="connsiteX201" fmla="*/ 1175481 w 3024845"/>
                <a:gd name="connsiteY201" fmla="*/ 261575 h 803953"/>
                <a:gd name="connsiteX202" fmla="*/ 1189668 w 3024845"/>
                <a:gd name="connsiteY202" fmla="*/ 261575 h 803953"/>
                <a:gd name="connsiteX203" fmla="*/ 1189668 w 3024845"/>
                <a:gd name="connsiteY203" fmla="*/ 285354 h 803953"/>
                <a:gd name="connsiteX204" fmla="*/ 1191695 w 3024845"/>
                <a:gd name="connsiteY204" fmla="*/ 286975 h 803953"/>
                <a:gd name="connsiteX205" fmla="*/ 1191695 w 3024845"/>
                <a:gd name="connsiteY205" fmla="*/ 298325 h 803953"/>
                <a:gd name="connsiteX206" fmla="*/ 1192455 w 3024845"/>
                <a:gd name="connsiteY206" fmla="*/ 298325 h 803953"/>
                <a:gd name="connsiteX207" fmla="*/ 1197775 w 3024845"/>
                <a:gd name="connsiteY207" fmla="*/ 298325 h 803953"/>
                <a:gd name="connsiteX208" fmla="*/ 1197775 w 3024845"/>
                <a:gd name="connsiteY208" fmla="*/ 322104 h 803953"/>
                <a:gd name="connsiteX209" fmla="*/ 1199041 w 3024845"/>
                <a:gd name="connsiteY209" fmla="*/ 322104 h 803953"/>
                <a:gd name="connsiteX210" fmla="*/ 1207908 w 3024845"/>
                <a:gd name="connsiteY210" fmla="*/ 322104 h 803953"/>
                <a:gd name="connsiteX211" fmla="*/ 1209935 w 3024845"/>
                <a:gd name="connsiteY211" fmla="*/ 326158 h 803953"/>
                <a:gd name="connsiteX212" fmla="*/ 1209935 w 3024845"/>
                <a:gd name="connsiteY212" fmla="*/ 339399 h 803953"/>
                <a:gd name="connsiteX213" fmla="*/ 1211455 w 3024845"/>
                <a:gd name="connsiteY213" fmla="*/ 337507 h 803953"/>
                <a:gd name="connsiteX214" fmla="*/ 1222095 w 3024845"/>
                <a:gd name="connsiteY214" fmla="*/ 324266 h 803953"/>
                <a:gd name="connsiteX215" fmla="*/ 1250469 w 3024845"/>
                <a:gd name="connsiteY215" fmla="*/ 324266 h 803953"/>
                <a:gd name="connsiteX216" fmla="*/ 1250469 w 3024845"/>
                <a:gd name="connsiteY216" fmla="*/ 410737 h 803953"/>
                <a:gd name="connsiteX217" fmla="*/ 1251229 w 3024845"/>
                <a:gd name="connsiteY217" fmla="*/ 410737 h 803953"/>
                <a:gd name="connsiteX218" fmla="*/ 1256549 w 3024845"/>
                <a:gd name="connsiteY218" fmla="*/ 410737 h 803953"/>
                <a:gd name="connsiteX219" fmla="*/ 1257309 w 3024845"/>
                <a:gd name="connsiteY219" fmla="*/ 409386 h 803953"/>
                <a:gd name="connsiteX220" fmla="*/ 1262629 w 3024845"/>
                <a:gd name="connsiteY220" fmla="*/ 399928 h 803953"/>
                <a:gd name="connsiteX221" fmla="*/ 1262629 w 3024845"/>
                <a:gd name="connsiteY221" fmla="*/ 401820 h 803953"/>
                <a:gd name="connsiteX222" fmla="*/ 1262629 w 3024845"/>
                <a:gd name="connsiteY222" fmla="*/ 415061 h 803953"/>
                <a:gd name="connsiteX223" fmla="*/ 1266682 w 3024845"/>
                <a:gd name="connsiteY223" fmla="*/ 369664 h 803953"/>
                <a:gd name="connsiteX224" fmla="*/ 1267442 w 3024845"/>
                <a:gd name="connsiteY224" fmla="*/ 369664 h 803953"/>
                <a:gd name="connsiteX225" fmla="*/ 1272762 w 3024845"/>
                <a:gd name="connsiteY225" fmla="*/ 369664 h 803953"/>
                <a:gd name="connsiteX226" fmla="*/ 1272762 w 3024845"/>
                <a:gd name="connsiteY226" fmla="*/ 304810 h 803953"/>
                <a:gd name="connsiteX227" fmla="*/ 1273776 w 3024845"/>
                <a:gd name="connsiteY227" fmla="*/ 304810 h 803953"/>
                <a:gd name="connsiteX228" fmla="*/ 1280869 w 3024845"/>
                <a:gd name="connsiteY228" fmla="*/ 304810 h 803953"/>
                <a:gd name="connsiteX229" fmla="*/ 1293029 w 3024845"/>
                <a:gd name="connsiteY229" fmla="*/ 261575 h 803953"/>
                <a:gd name="connsiteX230" fmla="*/ 1294296 w 3024845"/>
                <a:gd name="connsiteY230" fmla="*/ 261575 h 803953"/>
                <a:gd name="connsiteX231" fmla="*/ 1303163 w 3024845"/>
                <a:gd name="connsiteY231" fmla="*/ 261575 h 803953"/>
                <a:gd name="connsiteX232" fmla="*/ 1313296 w 3024845"/>
                <a:gd name="connsiteY232" fmla="*/ 304810 h 803953"/>
                <a:gd name="connsiteX233" fmla="*/ 1314309 w 3024845"/>
                <a:gd name="connsiteY233" fmla="*/ 304810 h 803953"/>
                <a:gd name="connsiteX234" fmla="*/ 1321403 w 3024845"/>
                <a:gd name="connsiteY234" fmla="*/ 304810 h 803953"/>
                <a:gd name="connsiteX235" fmla="*/ 1321403 w 3024845"/>
                <a:gd name="connsiteY235" fmla="*/ 343722 h 803953"/>
                <a:gd name="connsiteX236" fmla="*/ 1323176 w 3024845"/>
                <a:gd name="connsiteY236" fmla="*/ 343722 h 803953"/>
                <a:gd name="connsiteX237" fmla="*/ 1335590 w 3024845"/>
                <a:gd name="connsiteY237" fmla="*/ 343722 h 803953"/>
                <a:gd name="connsiteX238" fmla="*/ 1335590 w 3024845"/>
                <a:gd name="connsiteY238" fmla="*/ 345884 h 803953"/>
                <a:gd name="connsiteX239" fmla="*/ 1335590 w 3024845"/>
                <a:gd name="connsiteY239" fmla="*/ 361016 h 803953"/>
                <a:gd name="connsiteX240" fmla="*/ 1339643 w 3024845"/>
                <a:gd name="connsiteY240" fmla="*/ 358855 h 803953"/>
                <a:gd name="connsiteX241" fmla="*/ 1339643 w 3024845"/>
                <a:gd name="connsiteY241" fmla="*/ 343722 h 803953"/>
                <a:gd name="connsiteX242" fmla="*/ 1341163 w 3024845"/>
                <a:gd name="connsiteY242" fmla="*/ 343722 h 803953"/>
                <a:gd name="connsiteX243" fmla="*/ 1351803 w 3024845"/>
                <a:gd name="connsiteY243" fmla="*/ 343722 h 803953"/>
                <a:gd name="connsiteX244" fmla="*/ 1351803 w 3024845"/>
                <a:gd name="connsiteY244" fmla="*/ 345343 h 803953"/>
                <a:gd name="connsiteX245" fmla="*/ 1351803 w 3024845"/>
                <a:gd name="connsiteY245" fmla="*/ 356693 h 803953"/>
                <a:gd name="connsiteX246" fmla="*/ 1382204 w 3024845"/>
                <a:gd name="connsiteY246" fmla="*/ 356693 h 803953"/>
                <a:gd name="connsiteX247" fmla="*/ 1382204 w 3024845"/>
                <a:gd name="connsiteY247" fmla="*/ 319943 h 803953"/>
                <a:gd name="connsiteX248" fmla="*/ 1383470 w 3024845"/>
                <a:gd name="connsiteY248" fmla="*/ 319943 h 803953"/>
                <a:gd name="connsiteX249" fmla="*/ 1392337 w 3024845"/>
                <a:gd name="connsiteY249" fmla="*/ 319943 h 803953"/>
                <a:gd name="connsiteX250" fmla="*/ 1392337 w 3024845"/>
                <a:gd name="connsiteY250" fmla="*/ 341560 h 803953"/>
                <a:gd name="connsiteX251" fmla="*/ 1394364 w 3024845"/>
                <a:gd name="connsiteY251" fmla="*/ 309134 h 803953"/>
                <a:gd name="connsiteX252" fmla="*/ 1416657 w 3024845"/>
                <a:gd name="connsiteY252" fmla="*/ 309134 h 803953"/>
                <a:gd name="connsiteX253" fmla="*/ 1416657 w 3024845"/>
                <a:gd name="connsiteY253" fmla="*/ 307512 h 803953"/>
                <a:gd name="connsiteX254" fmla="*/ 1416657 w 3024845"/>
                <a:gd name="connsiteY254" fmla="*/ 296163 h 803953"/>
                <a:gd name="connsiteX255" fmla="*/ 1417417 w 3024845"/>
                <a:gd name="connsiteY255" fmla="*/ 296163 h 803953"/>
                <a:gd name="connsiteX256" fmla="*/ 1422737 w 3024845"/>
                <a:gd name="connsiteY256" fmla="*/ 296163 h 803953"/>
                <a:gd name="connsiteX257" fmla="*/ 1422737 w 3024845"/>
                <a:gd name="connsiteY257" fmla="*/ 294272 h 803953"/>
                <a:gd name="connsiteX258" fmla="*/ 1422737 w 3024845"/>
                <a:gd name="connsiteY258" fmla="*/ 281031 h 803953"/>
                <a:gd name="connsiteX259" fmla="*/ 1426791 w 3024845"/>
                <a:gd name="connsiteY259" fmla="*/ 287516 h 803953"/>
                <a:gd name="connsiteX260" fmla="*/ 1429071 w 3024845"/>
                <a:gd name="connsiteY260" fmla="*/ 287516 h 803953"/>
                <a:gd name="connsiteX261" fmla="*/ 1445031 w 3024845"/>
                <a:gd name="connsiteY261" fmla="*/ 287516 h 803953"/>
                <a:gd name="connsiteX262" fmla="*/ 1445031 w 3024845"/>
                <a:gd name="connsiteY262" fmla="*/ 286705 h 803953"/>
                <a:gd name="connsiteX263" fmla="*/ 1445031 w 3024845"/>
                <a:gd name="connsiteY263" fmla="*/ 281031 h 803953"/>
                <a:gd name="connsiteX264" fmla="*/ 1445791 w 3024845"/>
                <a:gd name="connsiteY264" fmla="*/ 281031 h 803953"/>
                <a:gd name="connsiteX265" fmla="*/ 1451111 w 3024845"/>
                <a:gd name="connsiteY265" fmla="*/ 281031 h 803953"/>
                <a:gd name="connsiteX266" fmla="*/ 1451111 w 3024845"/>
                <a:gd name="connsiteY266" fmla="*/ 282382 h 803953"/>
                <a:gd name="connsiteX267" fmla="*/ 1451111 w 3024845"/>
                <a:gd name="connsiteY267" fmla="*/ 291840 h 803953"/>
                <a:gd name="connsiteX268" fmla="*/ 1489618 w 3024845"/>
                <a:gd name="connsiteY268" fmla="*/ 291840 h 803953"/>
                <a:gd name="connsiteX269" fmla="*/ 1489618 w 3024845"/>
                <a:gd name="connsiteY269" fmla="*/ 430193 h 803953"/>
                <a:gd name="connsiteX270" fmla="*/ 1491138 w 3024845"/>
                <a:gd name="connsiteY270" fmla="*/ 430193 h 803953"/>
                <a:gd name="connsiteX271" fmla="*/ 1501778 w 3024845"/>
                <a:gd name="connsiteY271" fmla="*/ 430193 h 803953"/>
                <a:gd name="connsiteX272" fmla="*/ 1501778 w 3024845"/>
                <a:gd name="connsiteY272" fmla="*/ 417223 h 803953"/>
                <a:gd name="connsiteX273" fmla="*/ 1505832 w 3024845"/>
                <a:gd name="connsiteY273" fmla="*/ 417223 h 803953"/>
                <a:gd name="connsiteX274" fmla="*/ 1505832 w 3024845"/>
                <a:gd name="connsiteY274" fmla="*/ 430193 h 803953"/>
                <a:gd name="connsiteX275" fmla="*/ 1536232 w 3024845"/>
                <a:gd name="connsiteY275" fmla="*/ 430193 h 803953"/>
                <a:gd name="connsiteX276" fmla="*/ 1536232 w 3024845"/>
                <a:gd name="connsiteY276" fmla="*/ 399928 h 803953"/>
                <a:gd name="connsiteX277" fmla="*/ 1548392 w 3024845"/>
                <a:gd name="connsiteY277" fmla="*/ 399928 h 803953"/>
                <a:gd name="connsiteX278" fmla="*/ 1560552 w 3024845"/>
                <a:gd name="connsiteY278" fmla="*/ 397767 h 803953"/>
                <a:gd name="connsiteX279" fmla="*/ 1564606 w 3024845"/>
                <a:gd name="connsiteY279" fmla="*/ 399928 h 803953"/>
                <a:gd name="connsiteX280" fmla="*/ 1574739 w 3024845"/>
                <a:gd name="connsiteY280" fmla="*/ 399928 h 803953"/>
                <a:gd name="connsiteX281" fmla="*/ 1574739 w 3024845"/>
                <a:gd name="connsiteY281" fmla="*/ 430193 h 803953"/>
                <a:gd name="connsiteX282" fmla="*/ 1582846 w 3024845"/>
                <a:gd name="connsiteY282" fmla="*/ 430193 h 803953"/>
                <a:gd name="connsiteX283" fmla="*/ 1582846 w 3024845"/>
                <a:gd name="connsiteY283" fmla="*/ 447488 h 803953"/>
                <a:gd name="connsiteX284" fmla="*/ 1592182 w 3024845"/>
                <a:gd name="connsiteY284" fmla="*/ 448393 h 803953"/>
                <a:gd name="connsiteX285" fmla="*/ 1605140 w 3024845"/>
                <a:gd name="connsiteY285" fmla="*/ 448393 h 803953"/>
                <a:gd name="connsiteX286" fmla="*/ 1605140 w 3024845"/>
                <a:gd name="connsiteY286" fmla="*/ 432355 h 803953"/>
                <a:gd name="connsiteX287" fmla="*/ 1673096 w 3024845"/>
                <a:gd name="connsiteY287" fmla="*/ 432355 h 803953"/>
                <a:gd name="connsiteX288" fmla="*/ 1673096 w 3024845"/>
                <a:gd name="connsiteY288" fmla="*/ 347102 h 803953"/>
                <a:gd name="connsiteX289" fmla="*/ 1745104 w 3024845"/>
                <a:gd name="connsiteY289" fmla="*/ 347102 h 803953"/>
                <a:gd name="connsiteX290" fmla="*/ 1745104 w 3024845"/>
                <a:gd name="connsiteY290" fmla="*/ 425870 h 803953"/>
                <a:gd name="connsiteX291" fmla="*/ 1747008 w 3024845"/>
                <a:gd name="connsiteY291" fmla="*/ 425870 h 803953"/>
                <a:gd name="connsiteX292" fmla="*/ 1748250 w 3024845"/>
                <a:gd name="connsiteY292" fmla="*/ 448393 h 803953"/>
                <a:gd name="connsiteX293" fmla="*/ 1757926 w 3024845"/>
                <a:gd name="connsiteY293" fmla="*/ 448393 h 803953"/>
                <a:gd name="connsiteX294" fmla="*/ 1759168 w 3024845"/>
                <a:gd name="connsiteY294" fmla="*/ 425870 h 803953"/>
                <a:gd name="connsiteX295" fmla="*/ 1765248 w 3024845"/>
                <a:gd name="connsiteY295" fmla="*/ 425870 h 803953"/>
                <a:gd name="connsiteX296" fmla="*/ 1766490 w 3024845"/>
                <a:gd name="connsiteY296" fmla="*/ 448393 h 803953"/>
                <a:gd name="connsiteX297" fmla="*/ 1817112 w 3024845"/>
                <a:gd name="connsiteY297" fmla="*/ 448393 h 803953"/>
                <a:gd name="connsiteX298" fmla="*/ 1817112 w 3024845"/>
                <a:gd name="connsiteY298" fmla="*/ 285365 h 803953"/>
                <a:gd name="connsiteX299" fmla="*/ 2014439 w 3024845"/>
                <a:gd name="connsiteY299" fmla="*/ 285365 h 803953"/>
                <a:gd name="connsiteX300" fmla="*/ 2014439 w 3024845"/>
                <a:gd name="connsiteY300" fmla="*/ 448393 h 803953"/>
                <a:gd name="connsiteX301" fmla="*/ 2033136 w 3024845"/>
                <a:gd name="connsiteY301" fmla="*/ 448393 h 803953"/>
                <a:gd name="connsiteX302" fmla="*/ 2033136 w 3024845"/>
                <a:gd name="connsiteY302" fmla="*/ 365700 h 803953"/>
                <a:gd name="connsiteX303" fmla="*/ 2128256 w 3024845"/>
                <a:gd name="connsiteY303" fmla="*/ 365700 h 803953"/>
                <a:gd name="connsiteX304" fmla="*/ 2180720 w 3024845"/>
                <a:gd name="connsiteY304" fmla="*/ 300487 h 803953"/>
                <a:gd name="connsiteX305" fmla="*/ 2245574 w 3024845"/>
                <a:gd name="connsiteY305" fmla="*/ 300487 h 803953"/>
                <a:gd name="connsiteX306" fmla="*/ 2245574 w 3024845"/>
                <a:gd name="connsiteY306" fmla="*/ 376149 h 803953"/>
                <a:gd name="connsiteX307" fmla="*/ 2253681 w 3024845"/>
                <a:gd name="connsiteY307" fmla="*/ 376149 h 803953"/>
                <a:gd name="connsiteX308" fmla="*/ 2255708 w 3024845"/>
                <a:gd name="connsiteY308" fmla="*/ 369664 h 803953"/>
                <a:gd name="connsiteX309" fmla="*/ 2261788 w 3024845"/>
                <a:gd name="connsiteY309" fmla="*/ 369664 h 803953"/>
                <a:gd name="connsiteX310" fmla="*/ 2263815 w 3024845"/>
                <a:gd name="connsiteY310" fmla="*/ 378311 h 803953"/>
                <a:gd name="connsiteX311" fmla="*/ 2275975 w 3024845"/>
                <a:gd name="connsiteY311" fmla="*/ 378311 h 803953"/>
                <a:gd name="connsiteX312" fmla="*/ 2275975 w 3024845"/>
                <a:gd name="connsiteY312" fmla="*/ 371825 h 803953"/>
                <a:gd name="connsiteX313" fmla="*/ 2298268 w 3024845"/>
                <a:gd name="connsiteY313" fmla="*/ 371825 h 803953"/>
                <a:gd name="connsiteX314" fmla="*/ 2298268 w 3024845"/>
                <a:gd name="connsiteY314" fmla="*/ 378311 h 803953"/>
                <a:gd name="connsiteX315" fmla="*/ 2318535 w 3024845"/>
                <a:gd name="connsiteY315" fmla="*/ 378311 h 803953"/>
                <a:gd name="connsiteX316" fmla="*/ 2318535 w 3024845"/>
                <a:gd name="connsiteY316" fmla="*/ 423708 h 803953"/>
                <a:gd name="connsiteX317" fmla="*/ 2332722 w 3024845"/>
                <a:gd name="connsiteY317" fmla="*/ 423708 h 803953"/>
                <a:gd name="connsiteX318" fmla="*/ 2332722 w 3024845"/>
                <a:gd name="connsiteY318" fmla="*/ 410737 h 803953"/>
                <a:gd name="connsiteX319" fmla="*/ 2348936 w 3024845"/>
                <a:gd name="connsiteY319" fmla="*/ 410737 h 803953"/>
                <a:gd name="connsiteX320" fmla="*/ 2348936 w 3024845"/>
                <a:gd name="connsiteY320" fmla="*/ 231310 h 803953"/>
                <a:gd name="connsiteX321" fmla="*/ 2355016 w 3024845"/>
                <a:gd name="connsiteY321" fmla="*/ 224824 h 803953"/>
                <a:gd name="connsiteX322" fmla="*/ 2427977 w 3024845"/>
                <a:gd name="connsiteY322" fmla="*/ 224824 h 803953"/>
                <a:gd name="connsiteX323" fmla="*/ 2427977 w 3024845"/>
                <a:gd name="connsiteY323" fmla="*/ 233472 h 803953"/>
                <a:gd name="connsiteX324" fmla="*/ 2438110 w 3024845"/>
                <a:gd name="connsiteY324" fmla="*/ 233472 h 803953"/>
                <a:gd name="connsiteX325" fmla="*/ 2438110 w 3024845"/>
                <a:gd name="connsiteY325" fmla="*/ 348046 h 803953"/>
                <a:gd name="connsiteX326" fmla="*/ 2460404 w 3024845"/>
                <a:gd name="connsiteY326" fmla="*/ 348046 h 803953"/>
                <a:gd name="connsiteX327" fmla="*/ 2460404 w 3024845"/>
                <a:gd name="connsiteY327" fmla="*/ 281031 h 803953"/>
                <a:gd name="connsiteX328" fmla="*/ 2486751 w 3024845"/>
                <a:gd name="connsiteY328" fmla="*/ 281031 h 803953"/>
                <a:gd name="connsiteX329" fmla="*/ 2490804 w 3024845"/>
                <a:gd name="connsiteY329" fmla="*/ 276707 h 803953"/>
                <a:gd name="connsiteX330" fmla="*/ 2498911 w 3024845"/>
                <a:gd name="connsiteY330" fmla="*/ 276707 h 803953"/>
                <a:gd name="connsiteX331" fmla="*/ 2502964 w 3024845"/>
                <a:gd name="connsiteY331" fmla="*/ 281031 h 803953"/>
                <a:gd name="connsiteX332" fmla="*/ 2525258 w 3024845"/>
                <a:gd name="connsiteY332" fmla="*/ 281031 h 803953"/>
                <a:gd name="connsiteX333" fmla="*/ 2525258 w 3024845"/>
                <a:gd name="connsiteY333" fmla="*/ 164295 h 803953"/>
                <a:gd name="connsiteX334" fmla="*/ 2582005 w 3024845"/>
                <a:gd name="connsiteY334" fmla="*/ 153486 h 803953"/>
                <a:gd name="connsiteX335" fmla="*/ 2582005 w 3024845"/>
                <a:gd name="connsiteY335" fmla="*/ 154567 h 803953"/>
                <a:gd name="connsiteX336" fmla="*/ 2582005 w 3024845"/>
                <a:gd name="connsiteY336" fmla="*/ 162133 h 803953"/>
                <a:gd name="connsiteX337" fmla="*/ 2608352 w 3024845"/>
                <a:gd name="connsiteY337" fmla="*/ 162133 h 803953"/>
                <a:gd name="connsiteX338" fmla="*/ 2608352 w 3024845"/>
                <a:gd name="connsiteY338" fmla="*/ 417223 h 803953"/>
                <a:gd name="connsiteX339" fmla="*/ 2630646 w 3024845"/>
                <a:gd name="connsiteY339" fmla="*/ 417223 h 803953"/>
                <a:gd name="connsiteX340" fmla="*/ 2630646 w 3024845"/>
                <a:gd name="connsiteY340" fmla="*/ 412899 h 803953"/>
                <a:gd name="connsiteX341" fmla="*/ 2642806 w 3024845"/>
                <a:gd name="connsiteY341" fmla="*/ 412899 h 803953"/>
                <a:gd name="connsiteX342" fmla="*/ 2642806 w 3024845"/>
                <a:gd name="connsiteY342" fmla="*/ 417223 h 803953"/>
                <a:gd name="connsiteX343" fmla="*/ 2667126 w 3024845"/>
                <a:gd name="connsiteY343" fmla="*/ 417223 h 803953"/>
                <a:gd name="connsiteX344" fmla="*/ 2667126 w 3024845"/>
                <a:gd name="connsiteY344" fmla="*/ 404252 h 803953"/>
                <a:gd name="connsiteX345" fmla="*/ 2695500 w 3024845"/>
                <a:gd name="connsiteY345" fmla="*/ 404252 h 803953"/>
                <a:gd name="connsiteX346" fmla="*/ 2707660 w 3024845"/>
                <a:gd name="connsiteY346" fmla="*/ 399928 h 803953"/>
                <a:gd name="connsiteX347" fmla="*/ 2727927 w 3024845"/>
                <a:gd name="connsiteY347" fmla="*/ 404252 h 803953"/>
                <a:gd name="connsiteX348" fmla="*/ 2727927 w 3024845"/>
                <a:gd name="connsiteY348" fmla="*/ 386958 h 803953"/>
                <a:gd name="connsiteX349" fmla="*/ 2736034 w 3024845"/>
                <a:gd name="connsiteY349" fmla="*/ 386958 h 803953"/>
                <a:gd name="connsiteX350" fmla="*/ 2736034 w 3024845"/>
                <a:gd name="connsiteY350" fmla="*/ 373987 h 803953"/>
                <a:gd name="connsiteX351" fmla="*/ 2792781 w 3024845"/>
                <a:gd name="connsiteY351" fmla="*/ 373987 h 803953"/>
                <a:gd name="connsiteX352" fmla="*/ 2792781 w 3024845"/>
                <a:gd name="connsiteY352" fmla="*/ 343722 h 803953"/>
                <a:gd name="connsiteX353" fmla="*/ 2811021 w 3024845"/>
                <a:gd name="connsiteY353" fmla="*/ 343722 h 803953"/>
                <a:gd name="connsiteX354" fmla="*/ 2811021 w 3024845"/>
                <a:gd name="connsiteY354" fmla="*/ 337237 h 803953"/>
                <a:gd name="connsiteX355" fmla="*/ 2823181 w 3024845"/>
                <a:gd name="connsiteY355" fmla="*/ 337237 h 803953"/>
                <a:gd name="connsiteX356" fmla="*/ 2823181 w 3024845"/>
                <a:gd name="connsiteY356" fmla="*/ 343722 h 803953"/>
                <a:gd name="connsiteX357" fmla="*/ 2839395 w 3024845"/>
                <a:gd name="connsiteY357" fmla="*/ 343722 h 803953"/>
                <a:gd name="connsiteX358" fmla="*/ 2839395 w 3024845"/>
                <a:gd name="connsiteY358" fmla="*/ 393443 h 803953"/>
                <a:gd name="connsiteX359" fmla="*/ 2871822 w 3024845"/>
                <a:gd name="connsiteY359" fmla="*/ 393443 h 803953"/>
                <a:gd name="connsiteX360" fmla="*/ 2871822 w 3024845"/>
                <a:gd name="connsiteY360" fmla="*/ 367502 h 803953"/>
                <a:gd name="connsiteX361" fmla="*/ 2910329 w 3024845"/>
                <a:gd name="connsiteY361" fmla="*/ 367502 h 803953"/>
                <a:gd name="connsiteX362" fmla="*/ 2910329 w 3024845"/>
                <a:gd name="connsiteY362" fmla="*/ 337237 h 803953"/>
                <a:gd name="connsiteX363" fmla="*/ 2958970 w 3024845"/>
                <a:gd name="connsiteY363" fmla="*/ 337237 h 803953"/>
                <a:gd name="connsiteX364" fmla="*/ 2958970 w 3024845"/>
                <a:gd name="connsiteY364" fmla="*/ 448393 h 803953"/>
                <a:gd name="connsiteX365" fmla="*/ 2958970 w 3024845"/>
                <a:gd name="connsiteY365" fmla="*/ 462172 h 803953"/>
                <a:gd name="connsiteX366" fmla="*/ 3024845 w 3024845"/>
                <a:gd name="connsiteY366" fmla="*/ 462172 h 803953"/>
                <a:gd name="connsiteX367" fmla="*/ 3024845 w 3024845"/>
                <a:gd name="connsiteY367" fmla="*/ 803953 h 803953"/>
                <a:gd name="connsiteX368" fmla="*/ 2054 w 3024845"/>
                <a:gd name="connsiteY368" fmla="*/ 801620 h 803953"/>
                <a:gd name="connsiteX369" fmla="*/ 0 w 3024845"/>
                <a:gd name="connsiteY369" fmla="*/ 367502 h 803953"/>
                <a:gd name="connsiteX370" fmla="*/ 20267 w 3024845"/>
                <a:gd name="connsiteY370" fmla="*/ 367502 h 803953"/>
                <a:gd name="connsiteX371" fmla="*/ 20774 w 3024845"/>
                <a:gd name="connsiteY371" fmla="*/ 366421 h 803953"/>
                <a:gd name="connsiteX372" fmla="*/ 24320 w 3024845"/>
                <a:gd name="connsiteY372" fmla="*/ 358855 h 803953"/>
                <a:gd name="connsiteX373" fmla="*/ 26094 w 3024845"/>
                <a:gd name="connsiteY373" fmla="*/ 359125 h 803953"/>
                <a:gd name="connsiteX374" fmla="*/ 38507 w 3024845"/>
                <a:gd name="connsiteY374" fmla="*/ 361016 h 803953"/>
                <a:gd name="connsiteX375" fmla="*/ 39014 w 3024845"/>
                <a:gd name="connsiteY375" fmla="*/ 362368 h 803953"/>
                <a:gd name="connsiteX376" fmla="*/ 42560 w 3024845"/>
                <a:gd name="connsiteY376" fmla="*/ 371825 h 803953"/>
                <a:gd name="connsiteX377" fmla="*/ 68907 w 3024845"/>
                <a:gd name="connsiteY377" fmla="*/ 373987 h 803953"/>
                <a:gd name="connsiteX378" fmla="*/ 68907 w 3024845"/>
                <a:gd name="connsiteY378" fmla="*/ 250766 h 803953"/>
                <a:gd name="connsiteX379" fmla="*/ 70934 w 3024845"/>
                <a:gd name="connsiteY379" fmla="*/ 250766 h 803953"/>
                <a:gd name="connsiteX380" fmla="*/ 85121 w 3024845"/>
                <a:gd name="connsiteY380" fmla="*/ 250766 h 803953"/>
                <a:gd name="connsiteX381" fmla="*/ 85121 w 3024845"/>
                <a:gd name="connsiteY381" fmla="*/ 114574 h 803953"/>
                <a:gd name="connsiteX382" fmla="*/ 86894 w 3024845"/>
                <a:gd name="connsiteY382" fmla="*/ 114574 h 803953"/>
                <a:gd name="connsiteX383" fmla="*/ 99308 w 3024845"/>
                <a:gd name="connsiteY383" fmla="*/ 114574 h 803953"/>
                <a:gd name="connsiteX384" fmla="*/ 99308 w 3024845"/>
                <a:gd name="connsiteY384" fmla="*/ 0 h 803953"/>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347598 h 689379"/>
                <a:gd name="connsiteX367" fmla="*/ 3024845 w 3024845"/>
                <a:gd name="connsiteY367" fmla="*/ 689379 h 689379"/>
                <a:gd name="connsiteX368" fmla="*/ 2054 w 3024845"/>
                <a:gd name="connsiteY368" fmla="*/ 687046 h 689379"/>
                <a:gd name="connsiteX369" fmla="*/ 0 w 3024845"/>
                <a:gd name="connsiteY369" fmla="*/ 252928 h 689379"/>
                <a:gd name="connsiteX370" fmla="*/ 20267 w 3024845"/>
                <a:gd name="connsiteY370" fmla="*/ 252928 h 689379"/>
                <a:gd name="connsiteX371" fmla="*/ 20774 w 3024845"/>
                <a:gd name="connsiteY371" fmla="*/ 251847 h 689379"/>
                <a:gd name="connsiteX372" fmla="*/ 24320 w 3024845"/>
                <a:gd name="connsiteY372" fmla="*/ 244281 h 689379"/>
                <a:gd name="connsiteX373" fmla="*/ 26094 w 3024845"/>
                <a:gd name="connsiteY373" fmla="*/ 244551 h 689379"/>
                <a:gd name="connsiteX374" fmla="*/ 38507 w 3024845"/>
                <a:gd name="connsiteY374" fmla="*/ 246442 h 689379"/>
                <a:gd name="connsiteX375" fmla="*/ 39014 w 3024845"/>
                <a:gd name="connsiteY375" fmla="*/ 247794 h 689379"/>
                <a:gd name="connsiteX376" fmla="*/ 42560 w 3024845"/>
                <a:gd name="connsiteY376" fmla="*/ 257251 h 689379"/>
                <a:gd name="connsiteX377" fmla="*/ 68907 w 3024845"/>
                <a:gd name="connsiteY377" fmla="*/ 259413 h 689379"/>
                <a:gd name="connsiteX378" fmla="*/ 68907 w 3024845"/>
                <a:gd name="connsiteY378" fmla="*/ 136192 h 689379"/>
                <a:gd name="connsiteX379" fmla="*/ 70934 w 3024845"/>
                <a:gd name="connsiteY379" fmla="*/ 136192 h 689379"/>
                <a:gd name="connsiteX380" fmla="*/ 85121 w 3024845"/>
                <a:gd name="connsiteY380" fmla="*/ 136192 h 689379"/>
                <a:gd name="connsiteX381" fmla="*/ 85121 w 3024845"/>
                <a:gd name="connsiteY381" fmla="*/ 0 h 689379"/>
                <a:gd name="connsiteX382" fmla="*/ 86894 w 3024845"/>
                <a:gd name="connsiteY382" fmla="*/ 0 h 689379"/>
                <a:gd name="connsiteX383" fmla="*/ 99308 w 3024845"/>
                <a:gd name="connsiteY383"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2958970 w 3024845"/>
                <a:gd name="connsiteY365" fmla="*/ 347598 h 689379"/>
                <a:gd name="connsiteX366" fmla="*/ 3024845 w 3024845"/>
                <a:gd name="connsiteY366" fmla="*/ 689379 h 689379"/>
                <a:gd name="connsiteX367" fmla="*/ 2054 w 3024845"/>
                <a:gd name="connsiteY367" fmla="*/ 687046 h 689379"/>
                <a:gd name="connsiteX368" fmla="*/ 0 w 3024845"/>
                <a:gd name="connsiteY368" fmla="*/ 252928 h 689379"/>
                <a:gd name="connsiteX369" fmla="*/ 20267 w 3024845"/>
                <a:gd name="connsiteY369" fmla="*/ 252928 h 689379"/>
                <a:gd name="connsiteX370" fmla="*/ 20774 w 3024845"/>
                <a:gd name="connsiteY370" fmla="*/ 251847 h 689379"/>
                <a:gd name="connsiteX371" fmla="*/ 24320 w 3024845"/>
                <a:gd name="connsiteY371" fmla="*/ 244281 h 689379"/>
                <a:gd name="connsiteX372" fmla="*/ 26094 w 3024845"/>
                <a:gd name="connsiteY372" fmla="*/ 244551 h 689379"/>
                <a:gd name="connsiteX373" fmla="*/ 38507 w 3024845"/>
                <a:gd name="connsiteY373" fmla="*/ 246442 h 689379"/>
                <a:gd name="connsiteX374" fmla="*/ 39014 w 3024845"/>
                <a:gd name="connsiteY374" fmla="*/ 247794 h 689379"/>
                <a:gd name="connsiteX375" fmla="*/ 42560 w 3024845"/>
                <a:gd name="connsiteY375" fmla="*/ 257251 h 689379"/>
                <a:gd name="connsiteX376" fmla="*/ 68907 w 3024845"/>
                <a:gd name="connsiteY376" fmla="*/ 259413 h 689379"/>
                <a:gd name="connsiteX377" fmla="*/ 68907 w 3024845"/>
                <a:gd name="connsiteY377" fmla="*/ 136192 h 689379"/>
                <a:gd name="connsiteX378" fmla="*/ 70934 w 3024845"/>
                <a:gd name="connsiteY378" fmla="*/ 136192 h 689379"/>
                <a:gd name="connsiteX379" fmla="*/ 85121 w 3024845"/>
                <a:gd name="connsiteY379" fmla="*/ 136192 h 689379"/>
                <a:gd name="connsiteX380" fmla="*/ 85121 w 3024845"/>
                <a:gd name="connsiteY380" fmla="*/ 0 h 689379"/>
                <a:gd name="connsiteX381" fmla="*/ 86894 w 3024845"/>
                <a:gd name="connsiteY381" fmla="*/ 0 h 689379"/>
                <a:gd name="connsiteX382" fmla="*/ 99308 w 3024845"/>
                <a:gd name="connsiteY382"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2958970 w 3024845"/>
                <a:gd name="connsiteY364" fmla="*/ 333819 h 689379"/>
                <a:gd name="connsiteX365" fmla="*/ 3024845 w 3024845"/>
                <a:gd name="connsiteY365" fmla="*/ 689379 h 689379"/>
                <a:gd name="connsiteX366" fmla="*/ 2054 w 3024845"/>
                <a:gd name="connsiteY366" fmla="*/ 687046 h 689379"/>
                <a:gd name="connsiteX367" fmla="*/ 0 w 3024845"/>
                <a:gd name="connsiteY367" fmla="*/ 252928 h 689379"/>
                <a:gd name="connsiteX368" fmla="*/ 20267 w 3024845"/>
                <a:gd name="connsiteY368" fmla="*/ 252928 h 689379"/>
                <a:gd name="connsiteX369" fmla="*/ 20774 w 3024845"/>
                <a:gd name="connsiteY369" fmla="*/ 251847 h 689379"/>
                <a:gd name="connsiteX370" fmla="*/ 24320 w 3024845"/>
                <a:gd name="connsiteY370" fmla="*/ 244281 h 689379"/>
                <a:gd name="connsiteX371" fmla="*/ 26094 w 3024845"/>
                <a:gd name="connsiteY371" fmla="*/ 244551 h 689379"/>
                <a:gd name="connsiteX372" fmla="*/ 38507 w 3024845"/>
                <a:gd name="connsiteY372" fmla="*/ 246442 h 689379"/>
                <a:gd name="connsiteX373" fmla="*/ 39014 w 3024845"/>
                <a:gd name="connsiteY373" fmla="*/ 247794 h 689379"/>
                <a:gd name="connsiteX374" fmla="*/ 42560 w 3024845"/>
                <a:gd name="connsiteY374" fmla="*/ 257251 h 689379"/>
                <a:gd name="connsiteX375" fmla="*/ 68907 w 3024845"/>
                <a:gd name="connsiteY375" fmla="*/ 259413 h 689379"/>
                <a:gd name="connsiteX376" fmla="*/ 68907 w 3024845"/>
                <a:gd name="connsiteY376" fmla="*/ 136192 h 689379"/>
                <a:gd name="connsiteX377" fmla="*/ 70934 w 3024845"/>
                <a:gd name="connsiteY377" fmla="*/ 136192 h 689379"/>
                <a:gd name="connsiteX378" fmla="*/ 85121 w 3024845"/>
                <a:gd name="connsiteY378" fmla="*/ 136192 h 689379"/>
                <a:gd name="connsiteX379" fmla="*/ 85121 w 3024845"/>
                <a:gd name="connsiteY379" fmla="*/ 0 h 689379"/>
                <a:gd name="connsiteX380" fmla="*/ 86894 w 3024845"/>
                <a:gd name="connsiteY380" fmla="*/ 0 h 689379"/>
                <a:gd name="connsiteX381" fmla="*/ 99308 w 3024845"/>
                <a:gd name="connsiteY381" fmla="*/ 0 h 689379"/>
                <a:gd name="connsiteX0" fmla="*/ 99308 w 3024845"/>
                <a:gd name="connsiteY0" fmla="*/ 0 h 689379"/>
                <a:gd name="connsiteX1" fmla="*/ 220909 w 3024845"/>
                <a:gd name="connsiteY1" fmla="*/ 0 h 689379"/>
                <a:gd name="connsiteX2" fmla="*/ 223189 w 3024845"/>
                <a:gd name="connsiteY2" fmla="*/ 0 h 689379"/>
                <a:gd name="connsiteX3" fmla="*/ 239150 w 3024845"/>
                <a:gd name="connsiteY3" fmla="*/ 0 h 689379"/>
                <a:gd name="connsiteX4" fmla="*/ 239150 w 3024845"/>
                <a:gd name="connsiteY4" fmla="*/ 140515 h 689379"/>
                <a:gd name="connsiteX5" fmla="*/ 240670 w 3024845"/>
                <a:gd name="connsiteY5" fmla="*/ 140245 h 689379"/>
                <a:gd name="connsiteX6" fmla="*/ 251310 w 3024845"/>
                <a:gd name="connsiteY6" fmla="*/ 138354 h 689379"/>
                <a:gd name="connsiteX7" fmla="*/ 249283 w 3024845"/>
                <a:gd name="connsiteY7" fmla="*/ 226986 h 689379"/>
                <a:gd name="connsiteX8" fmla="*/ 250803 w 3024845"/>
                <a:gd name="connsiteY8" fmla="*/ 227257 h 689379"/>
                <a:gd name="connsiteX9" fmla="*/ 261443 w 3024845"/>
                <a:gd name="connsiteY9" fmla="*/ 229148 h 689379"/>
                <a:gd name="connsiteX10" fmla="*/ 261696 w 3024845"/>
                <a:gd name="connsiteY10" fmla="*/ 229959 h 689379"/>
                <a:gd name="connsiteX11" fmla="*/ 263470 w 3024845"/>
                <a:gd name="connsiteY11" fmla="*/ 235634 h 689379"/>
                <a:gd name="connsiteX12" fmla="*/ 264230 w 3024845"/>
                <a:gd name="connsiteY12" fmla="*/ 233202 h 689379"/>
                <a:gd name="connsiteX13" fmla="*/ 269550 w 3024845"/>
                <a:gd name="connsiteY13" fmla="*/ 216178 h 689379"/>
                <a:gd name="connsiteX14" fmla="*/ 271323 w 3024845"/>
                <a:gd name="connsiteY14" fmla="*/ 216178 h 689379"/>
                <a:gd name="connsiteX15" fmla="*/ 283737 w 3024845"/>
                <a:gd name="connsiteY15" fmla="*/ 216178 h 689379"/>
                <a:gd name="connsiteX16" fmla="*/ 283737 w 3024845"/>
                <a:gd name="connsiteY16" fmla="*/ 248604 h 689379"/>
                <a:gd name="connsiteX17" fmla="*/ 284750 w 3024845"/>
                <a:gd name="connsiteY17" fmla="*/ 249145 h 689379"/>
                <a:gd name="connsiteX18" fmla="*/ 291844 w 3024845"/>
                <a:gd name="connsiteY18" fmla="*/ 252928 h 689379"/>
                <a:gd name="connsiteX19" fmla="*/ 291844 w 3024845"/>
                <a:gd name="connsiteY19" fmla="*/ 254279 h 689379"/>
                <a:gd name="connsiteX20" fmla="*/ 291844 w 3024845"/>
                <a:gd name="connsiteY20" fmla="*/ 263737 h 689379"/>
                <a:gd name="connsiteX21" fmla="*/ 336431 w 3024845"/>
                <a:gd name="connsiteY21" fmla="*/ 263737 h 689379"/>
                <a:gd name="connsiteX22" fmla="*/ 336431 w 3024845"/>
                <a:gd name="connsiteY22" fmla="*/ 264818 h 689379"/>
                <a:gd name="connsiteX23" fmla="*/ 336431 w 3024845"/>
                <a:gd name="connsiteY23" fmla="*/ 272384 h 689379"/>
                <a:gd name="connsiteX24" fmla="*/ 338457 w 3024845"/>
                <a:gd name="connsiteY24" fmla="*/ 272384 h 689379"/>
                <a:gd name="connsiteX25" fmla="*/ 352644 w 3024845"/>
                <a:gd name="connsiteY25" fmla="*/ 272384 h 689379"/>
                <a:gd name="connsiteX26" fmla="*/ 352644 w 3024845"/>
                <a:gd name="connsiteY26" fmla="*/ 242119 h 689379"/>
                <a:gd name="connsiteX27" fmla="*/ 397231 w 3024845"/>
                <a:gd name="connsiteY27" fmla="*/ 242119 h 689379"/>
                <a:gd name="connsiteX28" fmla="*/ 397231 w 3024845"/>
                <a:gd name="connsiteY28" fmla="*/ 240768 h 689379"/>
                <a:gd name="connsiteX29" fmla="*/ 397231 w 3024845"/>
                <a:gd name="connsiteY29" fmla="*/ 231310 h 689379"/>
                <a:gd name="connsiteX30" fmla="*/ 398245 w 3024845"/>
                <a:gd name="connsiteY30" fmla="*/ 231310 h 689379"/>
                <a:gd name="connsiteX31" fmla="*/ 405338 w 3024845"/>
                <a:gd name="connsiteY31" fmla="*/ 231310 h 689379"/>
                <a:gd name="connsiteX32" fmla="*/ 405338 w 3024845"/>
                <a:gd name="connsiteY32" fmla="*/ 229419 h 689379"/>
                <a:gd name="connsiteX33" fmla="*/ 405338 w 3024845"/>
                <a:gd name="connsiteY33" fmla="*/ 216178 h 689379"/>
                <a:gd name="connsiteX34" fmla="*/ 406098 w 3024845"/>
                <a:gd name="connsiteY34" fmla="*/ 216178 h 689379"/>
                <a:gd name="connsiteX35" fmla="*/ 411418 w 3024845"/>
                <a:gd name="connsiteY35" fmla="*/ 216178 h 689379"/>
                <a:gd name="connsiteX36" fmla="*/ 411418 w 3024845"/>
                <a:gd name="connsiteY36" fmla="*/ 215097 h 689379"/>
                <a:gd name="connsiteX37" fmla="*/ 411418 w 3024845"/>
                <a:gd name="connsiteY37" fmla="*/ 207530 h 689379"/>
                <a:gd name="connsiteX38" fmla="*/ 413445 w 3024845"/>
                <a:gd name="connsiteY38" fmla="*/ 207530 h 689379"/>
                <a:gd name="connsiteX39" fmla="*/ 427632 w 3024845"/>
                <a:gd name="connsiteY39" fmla="*/ 207530 h 689379"/>
                <a:gd name="connsiteX40" fmla="*/ 427632 w 3024845"/>
                <a:gd name="connsiteY40" fmla="*/ 208611 h 689379"/>
                <a:gd name="connsiteX41" fmla="*/ 427632 w 3024845"/>
                <a:gd name="connsiteY41" fmla="*/ 216178 h 689379"/>
                <a:gd name="connsiteX42" fmla="*/ 449925 w 3024845"/>
                <a:gd name="connsiteY42" fmla="*/ 216178 h 689379"/>
                <a:gd name="connsiteX43" fmla="*/ 449925 w 3024845"/>
                <a:gd name="connsiteY43" fmla="*/ 214286 h 689379"/>
                <a:gd name="connsiteX44" fmla="*/ 449925 w 3024845"/>
                <a:gd name="connsiteY44" fmla="*/ 201045 h 689379"/>
                <a:gd name="connsiteX45" fmla="*/ 451699 w 3024845"/>
                <a:gd name="connsiteY45" fmla="*/ 201045 h 689379"/>
                <a:gd name="connsiteX46" fmla="*/ 464112 w 3024845"/>
                <a:gd name="connsiteY46" fmla="*/ 201045 h 689379"/>
                <a:gd name="connsiteX47" fmla="*/ 464112 w 3024845"/>
                <a:gd name="connsiteY47" fmla="*/ 224825 h 689379"/>
                <a:gd name="connsiteX48" fmla="*/ 465126 w 3024845"/>
                <a:gd name="connsiteY48" fmla="*/ 224825 h 689379"/>
                <a:gd name="connsiteX49" fmla="*/ 472219 w 3024845"/>
                <a:gd name="connsiteY49" fmla="*/ 224825 h 689379"/>
                <a:gd name="connsiteX50" fmla="*/ 472219 w 3024845"/>
                <a:gd name="connsiteY50" fmla="*/ 223744 h 689379"/>
                <a:gd name="connsiteX51" fmla="*/ 472219 w 3024845"/>
                <a:gd name="connsiteY51" fmla="*/ 216178 h 689379"/>
                <a:gd name="connsiteX52" fmla="*/ 473992 w 3024845"/>
                <a:gd name="connsiteY52" fmla="*/ 216178 h 689379"/>
                <a:gd name="connsiteX53" fmla="*/ 486406 w 3024845"/>
                <a:gd name="connsiteY53" fmla="*/ 216178 h 689379"/>
                <a:gd name="connsiteX54" fmla="*/ 486406 w 3024845"/>
                <a:gd name="connsiteY54" fmla="*/ 242119 h 689379"/>
                <a:gd name="connsiteX55" fmla="*/ 488433 w 3024845"/>
                <a:gd name="connsiteY55" fmla="*/ 242119 h 689379"/>
                <a:gd name="connsiteX56" fmla="*/ 502619 w 3024845"/>
                <a:gd name="connsiteY56" fmla="*/ 242119 h 689379"/>
                <a:gd name="connsiteX57" fmla="*/ 502619 w 3024845"/>
                <a:gd name="connsiteY57" fmla="*/ 243740 h 689379"/>
                <a:gd name="connsiteX58" fmla="*/ 502619 w 3024845"/>
                <a:gd name="connsiteY58" fmla="*/ 255090 h 689379"/>
                <a:gd name="connsiteX59" fmla="*/ 503379 w 3024845"/>
                <a:gd name="connsiteY59" fmla="*/ 255090 h 689379"/>
                <a:gd name="connsiteX60" fmla="*/ 508700 w 3024845"/>
                <a:gd name="connsiteY60" fmla="*/ 255090 h 689379"/>
                <a:gd name="connsiteX61" fmla="*/ 508700 w 3024845"/>
                <a:gd name="connsiteY61" fmla="*/ 254279 h 689379"/>
                <a:gd name="connsiteX62" fmla="*/ 508700 w 3024845"/>
                <a:gd name="connsiteY62" fmla="*/ 248604 h 689379"/>
                <a:gd name="connsiteX63" fmla="*/ 539100 w 3024845"/>
                <a:gd name="connsiteY63" fmla="*/ 248604 h 689379"/>
                <a:gd name="connsiteX64" fmla="*/ 539100 w 3024845"/>
                <a:gd name="connsiteY64" fmla="*/ 272384 h 689379"/>
                <a:gd name="connsiteX65" fmla="*/ 540113 w 3024845"/>
                <a:gd name="connsiteY65" fmla="*/ 272384 h 689379"/>
                <a:gd name="connsiteX66" fmla="*/ 547207 w 3024845"/>
                <a:gd name="connsiteY66" fmla="*/ 272384 h 689379"/>
                <a:gd name="connsiteX67" fmla="*/ 547207 w 3024845"/>
                <a:gd name="connsiteY67" fmla="*/ 273465 h 689379"/>
                <a:gd name="connsiteX68" fmla="*/ 547207 w 3024845"/>
                <a:gd name="connsiteY68" fmla="*/ 281031 h 689379"/>
                <a:gd name="connsiteX69" fmla="*/ 547967 w 3024845"/>
                <a:gd name="connsiteY69" fmla="*/ 281031 h 689379"/>
                <a:gd name="connsiteX70" fmla="*/ 553287 w 3024845"/>
                <a:gd name="connsiteY70" fmla="*/ 281031 h 689379"/>
                <a:gd name="connsiteX71" fmla="*/ 553287 w 3024845"/>
                <a:gd name="connsiteY71" fmla="*/ 278869 h 689379"/>
                <a:gd name="connsiteX72" fmla="*/ 553287 w 3024845"/>
                <a:gd name="connsiteY72" fmla="*/ 263737 h 689379"/>
                <a:gd name="connsiteX73" fmla="*/ 554300 w 3024845"/>
                <a:gd name="connsiteY73" fmla="*/ 263737 h 689379"/>
                <a:gd name="connsiteX74" fmla="*/ 561394 w 3024845"/>
                <a:gd name="connsiteY74" fmla="*/ 263737 h 689379"/>
                <a:gd name="connsiteX75" fmla="*/ 561394 w 3024845"/>
                <a:gd name="connsiteY75" fmla="*/ 264818 h 689379"/>
                <a:gd name="connsiteX76" fmla="*/ 561394 w 3024845"/>
                <a:gd name="connsiteY76" fmla="*/ 272384 h 689379"/>
                <a:gd name="connsiteX77" fmla="*/ 566714 w 3024845"/>
                <a:gd name="connsiteY77" fmla="*/ 270391 h 689379"/>
                <a:gd name="connsiteX78" fmla="*/ 567474 w 3024845"/>
                <a:gd name="connsiteY78" fmla="*/ 269411 h 689379"/>
                <a:gd name="connsiteX79" fmla="*/ 567474 w 3024845"/>
                <a:gd name="connsiteY79" fmla="*/ 263737 h 689379"/>
                <a:gd name="connsiteX80" fmla="*/ 605981 w 3024845"/>
                <a:gd name="connsiteY80" fmla="*/ 263737 h 689379"/>
                <a:gd name="connsiteX81" fmla="*/ 605981 w 3024845"/>
                <a:gd name="connsiteY81" fmla="*/ 287516 h 689379"/>
                <a:gd name="connsiteX82" fmla="*/ 608007 w 3024845"/>
                <a:gd name="connsiteY82" fmla="*/ 287516 h 689379"/>
                <a:gd name="connsiteX83" fmla="*/ 622194 w 3024845"/>
                <a:gd name="connsiteY83" fmla="*/ 287516 h 689379"/>
                <a:gd name="connsiteX84" fmla="*/ 622194 w 3024845"/>
                <a:gd name="connsiteY84" fmla="*/ 288597 h 689379"/>
                <a:gd name="connsiteX85" fmla="*/ 622194 w 3024845"/>
                <a:gd name="connsiteY85" fmla="*/ 296163 h 689379"/>
                <a:gd name="connsiteX86" fmla="*/ 623968 w 3024845"/>
                <a:gd name="connsiteY86" fmla="*/ 296163 h 689379"/>
                <a:gd name="connsiteX87" fmla="*/ 636381 w 3024845"/>
                <a:gd name="connsiteY87" fmla="*/ 296163 h 689379"/>
                <a:gd name="connsiteX88" fmla="*/ 636381 w 3024845"/>
                <a:gd name="connsiteY88" fmla="*/ 272384 h 689379"/>
                <a:gd name="connsiteX89" fmla="*/ 637394 w 3024845"/>
                <a:gd name="connsiteY89" fmla="*/ 272384 h 689379"/>
                <a:gd name="connsiteX90" fmla="*/ 644488 w 3024845"/>
                <a:gd name="connsiteY90" fmla="*/ 272384 h 689379"/>
                <a:gd name="connsiteX91" fmla="*/ 644488 w 3024845"/>
                <a:gd name="connsiteY91" fmla="*/ 239957 h 689379"/>
                <a:gd name="connsiteX92" fmla="*/ 645501 w 3024845"/>
                <a:gd name="connsiteY92" fmla="*/ 239957 h 689379"/>
                <a:gd name="connsiteX93" fmla="*/ 652595 w 3024845"/>
                <a:gd name="connsiteY93" fmla="*/ 239957 h 689379"/>
                <a:gd name="connsiteX94" fmla="*/ 652595 w 3024845"/>
                <a:gd name="connsiteY94" fmla="*/ 238066 h 689379"/>
                <a:gd name="connsiteX95" fmla="*/ 652595 w 3024845"/>
                <a:gd name="connsiteY95" fmla="*/ 224825 h 689379"/>
                <a:gd name="connsiteX96" fmla="*/ 651328 w 3024845"/>
                <a:gd name="connsiteY96" fmla="*/ 223203 h 689379"/>
                <a:gd name="connsiteX97" fmla="*/ 656648 w 3024845"/>
                <a:gd name="connsiteY97" fmla="*/ 211854 h 689379"/>
                <a:gd name="connsiteX98" fmla="*/ 664755 w 3024845"/>
                <a:gd name="connsiteY98" fmla="*/ 239957 h 689379"/>
                <a:gd name="connsiteX99" fmla="*/ 665515 w 3024845"/>
                <a:gd name="connsiteY99" fmla="*/ 239957 h 689379"/>
                <a:gd name="connsiteX100" fmla="*/ 670835 w 3024845"/>
                <a:gd name="connsiteY100" fmla="*/ 239957 h 689379"/>
                <a:gd name="connsiteX101" fmla="*/ 670835 w 3024845"/>
                <a:gd name="connsiteY101" fmla="*/ 134030 h 689379"/>
                <a:gd name="connsiteX102" fmla="*/ 672355 w 3024845"/>
                <a:gd name="connsiteY102" fmla="*/ 134030 h 689379"/>
                <a:gd name="connsiteX103" fmla="*/ 682995 w 3024845"/>
                <a:gd name="connsiteY103" fmla="*/ 134030 h 689379"/>
                <a:gd name="connsiteX104" fmla="*/ 682995 w 3024845"/>
                <a:gd name="connsiteY104" fmla="*/ 86471 h 689379"/>
                <a:gd name="connsiteX105" fmla="*/ 709342 w 3024845"/>
                <a:gd name="connsiteY105" fmla="*/ 86471 h 689379"/>
                <a:gd name="connsiteX106" fmla="*/ 709342 w 3024845"/>
                <a:gd name="connsiteY106" fmla="*/ 64853 h 689379"/>
                <a:gd name="connsiteX107" fmla="*/ 743796 w 3024845"/>
                <a:gd name="connsiteY107" fmla="*/ 64853 h 689379"/>
                <a:gd name="connsiteX108" fmla="*/ 743796 w 3024845"/>
                <a:gd name="connsiteY108" fmla="*/ 67285 h 689379"/>
                <a:gd name="connsiteX109" fmla="*/ 743796 w 3024845"/>
                <a:gd name="connsiteY109" fmla="*/ 84309 h 689379"/>
                <a:gd name="connsiteX110" fmla="*/ 746076 w 3024845"/>
                <a:gd name="connsiteY110" fmla="*/ 84309 h 689379"/>
                <a:gd name="connsiteX111" fmla="*/ 762036 w 3024845"/>
                <a:gd name="connsiteY111" fmla="*/ 84309 h 689379"/>
                <a:gd name="connsiteX112" fmla="*/ 762036 w 3024845"/>
                <a:gd name="connsiteY112" fmla="*/ 131868 h 689379"/>
                <a:gd name="connsiteX113" fmla="*/ 763049 w 3024845"/>
                <a:gd name="connsiteY113" fmla="*/ 131868 h 689379"/>
                <a:gd name="connsiteX114" fmla="*/ 770143 w 3024845"/>
                <a:gd name="connsiteY114" fmla="*/ 131868 h 689379"/>
                <a:gd name="connsiteX115" fmla="*/ 784330 w 3024845"/>
                <a:gd name="connsiteY115" fmla="*/ 136192 h 689379"/>
                <a:gd name="connsiteX116" fmla="*/ 784330 w 3024845"/>
                <a:gd name="connsiteY116" fmla="*/ 175104 h 689379"/>
                <a:gd name="connsiteX117" fmla="*/ 785343 w 3024845"/>
                <a:gd name="connsiteY117" fmla="*/ 175104 h 689379"/>
                <a:gd name="connsiteX118" fmla="*/ 792436 w 3024845"/>
                <a:gd name="connsiteY118" fmla="*/ 175104 h 689379"/>
                <a:gd name="connsiteX119" fmla="*/ 792436 w 3024845"/>
                <a:gd name="connsiteY119" fmla="*/ 176725 h 689379"/>
                <a:gd name="connsiteX120" fmla="*/ 792436 w 3024845"/>
                <a:gd name="connsiteY120" fmla="*/ 188074 h 689379"/>
                <a:gd name="connsiteX121" fmla="*/ 794463 w 3024845"/>
                <a:gd name="connsiteY121" fmla="*/ 188074 h 689379"/>
                <a:gd name="connsiteX122" fmla="*/ 808650 w 3024845"/>
                <a:gd name="connsiteY122" fmla="*/ 188074 h 689379"/>
                <a:gd name="connsiteX123" fmla="*/ 814730 w 3024845"/>
                <a:gd name="connsiteY123" fmla="*/ 194560 h 689379"/>
                <a:gd name="connsiteX124" fmla="*/ 814730 w 3024845"/>
                <a:gd name="connsiteY124" fmla="*/ 216178 h 689379"/>
                <a:gd name="connsiteX125" fmla="*/ 817010 w 3024845"/>
                <a:gd name="connsiteY125" fmla="*/ 216178 h 689379"/>
                <a:gd name="connsiteX126" fmla="*/ 832970 w 3024845"/>
                <a:gd name="connsiteY126" fmla="*/ 216178 h 689379"/>
                <a:gd name="connsiteX127" fmla="*/ 832970 w 3024845"/>
                <a:gd name="connsiteY127" fmla="*/ 217258 h 689379"/>
                <a:gd name="connsiteX128" fmla="*/ 832970 w 3024845"/>
                <a:gd name="connsiteY128" fmla="*/ 224825 h 689379"/>
                <a:gd name="connsiteX129" fmla="*/ 834237 w 3024845"/>
                <a:gd name="connsiteY129" fmla="*/ 224825 h 689379"/>
                <a:gd name="connsiteX130" fmla="*/ 843104 w 3024845"/>
                <a:gd name="connsiteY130" fmla="*/ 224825 h 689379"/>
                <a:gd name="connsiteX131" fmla="*/ 843104 w 3024845"/>
                <a:gd name="connsiteY131" fmla="*/ 226986 h 689379"/>
                <a:gd name="connsiteX132" fmla="*/ 843104 w 3024845"/>
                <a:gd name="connsiteY132" fmla="*/ 242119 h 689379"/>
                <a:gd name="connsiteX133" fmla="*/ 847157 w 3024845"/>
                <a:gd name="connsiteY133" fmla="*/ 240227 h 689379"/>
                <a:gd name="connsiteX134" fmla="*/ 847157 w 3024845"/>
                <a:gd name="connsiteY134" fmla="*/ 226986 h 689379"/>
                <a:gd name="connsiteX135" fmla="*/ 848170 w 3024845"/>
                <a:gd name="connsiteY135" fmla="*/ 226986 h 689379"/>
                <a:gd name="connsiteX136" fmla="*/ 855264 w 3024845"/>
                <a:gd name="connsiteY136" fmla="*/ 226986 h 689379"/>
                <a:gd name="connsiteX137" fmla="*/ 855264 w 3024845"/>
                <a:gd name="connsiteY137" fmla="*/ 228608 h 689379"/>
                <a:gd name="connsiteX138" fmla="*/ 855264 w 3024845"/>
                <a:gd name="connsiteY138" fmla="*/ 239957 h 689379"/>
                <a:gd name="connsiteX139" fmla="*/ 856024 w 3024845"/>
                <a:gd name="connsiteY139" fmla="*/ 239957 h 689379"/>
                <a:gd name="connsiteX140" fmla="*/ 861344 w 3024845"/>
                <a:gd name="connsiteY140" fmla="*/ 239957 h 689379"/>
                <a:gd name="connsiteX141" fmla="*/ 909984 w 3024845"/>
                <a:gd name="connsiteY141" fmla="*/ 235634 h 689379"/>
                <a:gd name="connsiteX142" fmla="*/ 909984 w 3024845"/>
                <a:gd name="connsiteY142" fmla="*/ 236985 h 689379"/>
                <a:gd name="connsiteX143" fmla="*/ 909984 w 3024845"/>
                <a:gd name="connsiteY143" fmla="*/ 246442 h 689379"/>
                <a:gd name="connsiteX144" fmla="*/ 910744 w 3024845"/>
                <a:gd name="connsiteY144" fmla="*/ 246442 h 689379"/>
                <a:gd name="connsiteX145" fmla="*/ 916065 w 3024845"/>
                <a:gd name="connsiteY145" fmla="*/ 246442 h 689379"/>
                <a:gd name="connsiteX146" fmla="*/ 916065 w 3024845"/>
                <a:gd name="connsiteY146" fmla="*/ 248604 h 689379"/>
                <a:gd name="connsiteX147" fmla="*/ 916065 w 3024845"/>
                <a:gd name="connsiteY147" fmla="*/ 263737 h 689379"/>
                <a:gd name="connsiteX148" fmla="*/ 918091 w 3024845"/>
                <a:gd name="connsiteY148" fmla="*/ 262386 h 689379"/>
                <a:gd name="connsiteX149" fmla="*/ 932278 w 3024845"/>
                <a:gd name="connsiteY149" fmla="*/ 252928 h 689379"/>
                <a:gd name="connsiteX150" fmla="*/ 938358 w 3024845"/>
                <a:gd name="connsiteY150" fmla="*/ 211854 h 689379"/>
                <a:gd name="connsiteX151" fmla="*/ 939118 w 3024845"/>
                <a:gd name="connsiteY151" fmla="*/ 211584 h 689379"/>
                <a:gd name="connsiteX152" fmla="*/ 944438 w 3024845"/>
                <a:gd name="connsiteY152" fmla="*/ 209692 h 689379"/>
                <a:gd name="connsiteX153" fmla="*/ 946465 w 3024845"/>
                <a:gd name="connsiteY153" fmla="*/ 140515 h 689379"/>
                <a:gd name="connsiteX154" fmla="*/ 948492 w 3024845"/>
                <a:gd name="connsiteY154" fmla="*/ 209692 h 689379"/>
                <a:gd name="connsiteX155" fmla="*/ 949252 w 3024845"/>
                <a:gd name="connsiteY155" fmla="*/ 209962 h 689379"/>
                <a:gd name="connsiteX156" fmla="*/ 954572 w 3024845"/>
                <a:gd name="connsiteY156" fmla="*/ 211854 h 689379"/>
                <a:gd name="connsiteX157" fmla="*/ 954572 w 3024845"/>
                <a:gd name="connsiteY157" fmla="*/ 125383 h 689379"/>
                <a:gd name="connsiteX158" fmla="*/ 958625 w 3024845"/>
                <a:gd name="connsiteY158" fmla="*/ 92956 h 689379"/>
                <a:gd name="connsiteX159" fmla="*/ 997132 w 3024845"/>
                <a:gd name="connsiteY159" fmla="*/ 92956 h 689379"/>
                <a:gd name="connsiteX160" fmla="*/ 997132 w 3024845"/>
                <a:gd name="connsiteY160" fmla="*/ 125383 h 689379"/>
                <a:gd name="connsiteX161" fmla="*/ 997892 w 3024845"/>
                <a:gd name="connsiteY161" fmla="*/ 125383 h 689379"/>
                <a:gd name="connsiteX162" fmla="*/ 1003212 w 3024845"/>
                <a:gd name="connsiteY162" fmla="*/ 125383 h 689379"/>
                <a:gd name="connsiteX163" fmla="*/ 1003212 w 3024845"/>
                <a:gd name="connsiteY163" fmla="*/ 43235 h 689379"/>
                <a:gd name="connsiteX164" fmla="*/ 1004986 w 3024845"/>
                <a:gd name="connsiteY164" fmla="*/ 43235 h 689379"/>
                <a:gd name="connsiteX165" fmla="*/ 1017399 w 3024845"/>
                <a:gd name="connsiteY165" fmla="*/ 43235 h 689379"/>
                <a:gd name="connsiteX166" fmla="*/ 1017399 w 3024845"/>
                <a:gd name="connsiteY166" fmla="*/ 41344 h 689379"/>
                <a:gd name="connsiteX167" fmla="*/ 1017399 w 3024845"/>
                <a:gd name="connsiteY167" fmla="*/ 28103 h 689379"/>
                <a:gd name="connsiteX168" fmla="*/ 1039693 w 3024845"/>
                <a:gd name="connsiteY168" fmla="*/ 28103 h 689379"/>
                <a:gd name="connsiteX169" fmla="*/ 1039693 w 3024845"/>
                <a:gd name="connsiteY169" fmla="*/ 27022 h 689379"/>
                <a:gd name="connsiteX170" fmla="*/ 1039693 w 3024845"/>
                <a:gd name="connsiteY170" fmla="*/ 19456 h 689379"/>
                <a:gd name="connsiteX171" fmla="*/ 1041466 w 3024845"/>
                <a:gd name="connsiteY171" fmla="*/ 19456 h 689379"/>
                <a:gd name="connsiteX172" fmla="*/ 1053880 w 3024845"/>
                <a:gd name="connsiteY172" fmla="*/ 19456 h 689379"/>
                <a:gd name="connsiteX173" fmla="*/ 1053880 w 3024845"/>
                <a:gd name="connsiteY173" fmla="*/ 20537 h 689379"/>
                <a:gd name="connsiteX174" fmla="*/ 1053880 w 3024845"/>
                <a:gd name="connsiteY174" fmla="*/ 28103 h 689379"/>
                <a:gd name="connsiteX175" fmla="*/ 1054640 w 3024845"/>
                <a:gd name="connsiteY175" fmla="*/ 28103 h 689379"/>
                <a:gd name="connsiteX176" fmla="*/ 1059960 w 3024845"/>
                <a:gd name="connsiteY176" fmla="*/ 28103 h 689379"/>
                <a:gd name="connsiteX177" fmla="*/ 1070093 w 3024845"/>
                <a:gd name="connsiteY177" fmla="*/ 23779 h 689379"/>
                <a:gd name="connsiteX178" fmla="*/ 1074146 w 3024845"/>
                <a:gd name="connsiteY178" fmla="*/ 27022 h 689379"/>
                <a:gd name="connsiteX179" fmla="*/ 1074146 w 3024845"/>
                <a:gd name="connsiteY179" fmla="*/ 19456 h 689379"/>
                <a:gd name="connsiteX180" fmla="*/ 1076426 w 3024845"/>
                <a:gd name="connsiteY180" fmla="*/ 19456 h 689379"/>
                <a:gd name="connsiteX181" fmla="*/ 1092387 w 3024845"/>
                <a:gd name="connsiteY181" fmla="*/ 19456 h 689379"/>
                <a:gd name="connsiteX182" fmla="*/ 1092387 w 3024845"/>
                <a:gd name="connsiteY182" fmla="*/ 20537 h 689379"/>
                <a:gd name="connsiteX183" fmla="*/ 1092387 w 3024845"/>
                <a:gd name="connsiteY183" fmla="*/ 28103 h 689379"/>
                <a:gd name="connsiteX184" fmla="*/ 1122787 w 3024845"/>
                <a:gd name="connsiteY184" fmla="*/ 28103 h 689379"/>
                <a:gd name="connsiteX185" fmla="*/ 1122787 w 3024845"/>
                <a:gd name="connsiteY185" fmla="*/ 29724 h 689379"/>
                <a:gd name="connsiteX186" fmla="*/ 1122787 w 3024845"/>
                <a:gd name="connsiteY186" fmla="*/ 41074 h 689379"/>
                <a:gd name="connsiteX187" fmla="*/ 1149134 w 3024845"/>
                <a:gd name="connsiteY187" fmla="*/ 41074 h 689379"/>
                <a:gd name="connsiteX188" fmla="*/ 1149134 w 3024845"/>
                <a:gd name="connsiteY188" fmla="*/ 71338 h 689379"/>
                <a:gd name="connsiteX189" fmla="*/ 1149894 w 3024845"/>
                <a:gd name="connsiteY189" fmla="*/ 71338 h 689379"/>
                <a:gd name="connsiteX190" fmla="*/ 1155214 w 3024845"/>
                <a:gd name="connsiteY190" fmla="*/ 71338 h 689379"/>
                <a:gd name="connsiteX191" fmla="*/ 1155214 w 3024845"/>
                <a:gd name="connsiteY191" fmla="*/ 72419 h 689379"/>
                <a:gd name="connsiteX192" fmla="*/ 1155214 w 3024845"/>
                <a:gd name="connsiteY192" fmla="*/ 79986 h 689379"/>
                <a:gd name="connsiteX193" fmla="*/ 1159268 w 3024845"/>
                <a:gd name="connsiteY193" fmla="*/ 110250 h 689379"/>
                <a:gd name="connsiteX194" fmla="*/ 1160028 w 3024845"/>
                <a:gd name="connsiteY194" fmla="*/ 110250 h 689379"/>
                <a:gd name="connsiteX195" fmla="*/ 1165348 w 3024845"/>
                <a:gd name="connsiteY195" fmla="*/ 110250 h 689379"/>
                <a:gd name="connsiteX196" fmla="*/ 1165348 w 3024845"/>
                <a:gd name="connsiteY196" fmla="*/ 111061 h 689379"/>
                <a:gd name="connsiteX197" fmla="*/ 1165348 w 3024845"/>
                <a:gd name="connsiteY197" fmla="*/ 116736 h 689379"/>
                <a:gd name="connsiteX198" fmla="*/ 1166361 w 3024845"/>
                <a:gd name="connsiteY198" fmla="*/ 116736 h 689379"/>
                <a:gd name="connsiteX199" fmla="*/ 1173454 w 3024845"/>
                <a:gd name="connsiteY199" fmla="*/ 116736 h 689379"/>
                <a:gd name="connsiteX200" fmla="*/ 1173454 w 3024845"/>
                <a:gd name="connsiteY200" fmla="*/ 147001 h 689379"/>
                <a:gd name="connsiteX201" fmla="*/ 1175481 w 3024845"/>
                <a:gd name="connsiteY201" fmla="*/ 147001 h 689379"/>
                <a:gd name="connsiteX202" fmla="*/ 1189668 w 3024845"/>
                <a:gd name="connsiteY202" fmla="*/ 147001 h 689379"/>
                <a:gd name="connsiteX203" fmla="*/ 1189668 w 3024845"/>
                <a:gd name="connsiteY203" fmla="*/ 170780 h 689379"/>
                <a:gd name="connsiteX204" fmla="*/ 1191695 w 3024845"/>
                <a:gd name="connsiteY204" fmla="*/ 172401 h 689379"/>
                <a:gd name="connsiteX205" fmla="*/ 1191695 w 3024845"/>
                <a:gd name="connsiteY205" fmla="*/ 183751 h 689379"/>
                <a:gd name="connsiteX206" fmla="*/ 1192455 w 3024845"/>
                <a:gd name="connsiteY206" fmla="*/ 183751 h 689379"/>
                <a:gd name="connsiteX207" fmla="*/ 1197775 w 3024845"/>
                <a:gd name="connsiteY207" fmla="*/ 183751 h 689379"/>
                <a:gd name="connsiteX208" fmla="*/ 1197775 w 3024845"/>
                <a:gd name="connsiteY208" fmla="*/ 207530 h 689379"/>
                <a:gd name="connsiteX209" fmla="*/ 1199041 w 3024845"/>
                <a:gd name="connsiteY209" fmla="*/ 207530 h 689379"/>
                <a:gd name="connsiteX210" fmla="*/ 1207908 w 3024845"/>
                <a:gd name="connsiteY210" fmla="*/ 207530 h 689379"/>
                <a:gd name="connsiteX211" fmla="*/ 1209935 w 3024845"/>
                <a:gd name="connsiteY211" fmla="*/ 211584 h 689379"/>
                <a:gd name="connsiteX212" fmla="*/ 1209935 w 3024845"/>
                <a:gd name="connsiteY212" fmla="*/ 224825 h 689379"/>
                <a:gd name="connsiteX213" fmla="*/ 1211455 w 3024845"/>
                <a:gd name="connsiteY213" fmla="*/ 222933 h 689379"/>
                <a:gd name="connsiteX214" fmla="*/ 1222095 w 3024845"/>
                <a:gd name="connsiteY214" fmla="*/ 209692 h 689379"/>
                <a:gd name="connsiteX215" fmla="*/ 1250469 w 3024845"/>
                <a:gd name="connsiteY215" fmla="*/ 209692 h 689379"/>
                <a:gd name="connsiteX216" fmla="*/ 1250469 w 3024845"/>
                <a:gd name="connsiteY216" fmla="*/ 296163 h 689379"/>
                <a:gd name="connsiteX217" fmla="*/ 1251229 w 3024845"/>
                <a:gd name="connsiteY217" fmla="*/ 296163 h 689379"/>
                <a:gd name="connsiteX218" fmla="*/ 1256549 w 3024845"/>
                <a:gd name="connsiteY218" fmla="*/ 296163 h 689379"/>
                <a:gd name="connsiteX219" fmla="*/ 1257309 w 3024845"/>
                <a:gd name="connsiteY219" fmla="*/ 294812 h 689379"/>
                <a:gd name="connsiteX220" fmla="*/ 1262629 w 3024845"/>
                <a:gd name="connsiteY220" fmla="*/ 285354 h 689379"/>
                <a:gd name="connsiteX221" fmla="*/ 1262629 w 3024845"/>
                <a:gd name="connsiteY221" fmla="*/ 287246 h 689379"/>
                <a:gd name="connsiteX222" fmla="*/ 1262629 w 3024845"/>
                <a:gd name="connsiteY222" fmla="*/ 300487 h 689379"/>
                <a:gd name="connsiteX223" fmla="*/ 1266682 w 3024845"/>
                <a:gd name="connsiteY223" fmla="*/ 255090 h 689379"/>
                <a:gd name="connsiteX224" fmla="*/ 1267442 w 3024845"/>
                <a:gd name="connsiteY224" fmla="*/ 255090 h 689379"/>
                <a:gd name="connsiteX225" fmla="*/ 1272762 w 3024845"/>
                <a:gd name="connsiteY225" fmla="*/ 255090 h 689379"/>
                <a:gd name="connsiteX226" fmla="*/ 1272762 w 3024845"/>
                <a:gd name="connsiteY226" fmla="*/ 190236 h 689379"/>
                <a:gd name="connsiteX227" fmla="*/ 1273776 w 3024845"/>
                <a:gd name="connsiteY227" fmla="*/ 190236 h 689379"/>
                <a:gd name="connsiteX228" fmla="*/ 1280869 w 3024845"/>
                <a:gd name="connsiteY228" fmla="*/ 190236 h 689379"/>
                <a:gd name="connsiteX229" fmla="*/ 1293029 w 3024845"/>
                <a:gd name="connsiteY229" fmla="*/ 147001 h 689379"/>
                <a:gd name="connsiteX230" fmla="*/ 1294296 w 3024845"/>
                <a:gd name="connsiteY230" fmla="*/ 147001 h 689379"/>
                <a:gd name="connsiteX231" fmla="*/ 1303163 w 3024845"/>
                <a:gd name="connsiteY231" fmla="*/ 147001 h 689379"/>
                <a:gd name="connsiteX232" fmla="*/ 1313296 w 3024845"/>
                <a:gd name="connsiteY232" fmla="*/ 190236 h 689379"/>
                <a:gd name="connsiteX233" fmla="*/ 1314309 w 3024845"/>
                <a:gd name="connsiteY233" fmla="*/ 190236 h 689379"/>
                <a:gd name="connsiteX234" fmla="*/ 1321403 w 3024845"/>
                <a:gd name="connsiteY234" fmla="*/ 190236 h 689379"/>
                <a:gd name="connsiteX235" fmla="*/ 1321403 w 3024845"/>
                <a:gd name="connsiteY235" fmla="*/ 229148 h 689379"/>
                <a:gd name="connsiteX236" fmla="*/ 1323176 w 3024845"/>
                <a:gd name="connsiteY236" fmla="*/ 229148 h 689379"/>
                <a:gd name="connsiteX237" fmla="*/ 1335590 w 3024845"/>
                <a:gd name="connsiteY237" fmla="*/ 229148 h 689379"/>
                <a:gd name="connsiteX238" fmla="*/ 1335590 w 3024845"/>
                <a:gd name="connsiteY238" fmla="*/ 231310 h 689379"/>
                <a:gd name="connsiteX239" fmla="*/ 1335590 w 3024845"/>
                <a:gd name="connsiteY239" fmla="*/ 246442 h 689379"/>
                <a:gd name="connsiteX240" fmla="*/ 1339643 w 3024845"/>
                <a:gd name="connsiteY240" fmla="*/ 244281 h 689379"/>
                <a:gd name="connsiteX241" fmla="*/ 1339643 w 3024845"/>
                <a:gd name="connsiteY241" fmla="*/ 229148 h 689379"/>
                <a:gd name="connsiteX242" fmla="*/ 1341163 w 3024845"/>
                <a:gd name="connsiteY242" fmla="*/ 229148 h 689379"/>
                <a:gd name="connsiteX243" fmla="*/ 1351803 w 3024845"/>
                <a:gd name="connsiteY243" fmla="*/ 229148 h 689379"/>
                <a:gd name="connsiteX244" fmla="*/ 1351803 w 3024845"/>
                <a:gd name="connsiteY244" fmla="*/ 230769 h 689379"/>
                <a:gd name="connsiteX245" fmla="*/ 1351803 w 3024845"/>
                <a:gd name="connsiteY245" fmla="*/ 242119 h 689379"/>
                <a:gd name="connsiteX246" fmla="*/ 1382204 w 3024845"/>
                <a:gd name="connsiteY246" fmla="*/ 242119 h 689379"/>
                <a:gd name="connsiteX247" fmla="*/ 1382204 w 3024845"/>
                <a:gd name="connsiteY247" fmla="*/ 205369 h 689379"/>
                <a:gd name="connsiteX248" fmla="*/ 1383470 w 3024845"/>
                <a:gd name="connsiteY248" fmla="*/ 205369 h 689379"/>
                <a:gd name="connsiteX249" fmla="*/ 1392337 w 3024845"/>
                <a:gd name="connsiteY249" fmla="*/ 205369 h 689379"/>
                <a:gd name="connsiteX250" fmla="*/ 1392337 w 3024845"/>
                <a:gd name="connsiteY250" fmla="*/ 226986 h 689379"/>
                <a:gd name="connsiteX251" fmla="*/ 1394364 w 3024845"/>
                <a:gd name="connsiteY251" fmla="*/ 194560 h 689379"/>
                <a:gd name="connsiteX252" fmla="*/ 1416657 w 3024845"/>
                <a:gd name="connsiteY252" fmla="*/ 194560 h 689379"/>
                <a:gd name="connsiteX253" fmla="*/ 1416657 w 3024845"/>
                <a:gd name="connsiteY253" fmla="*/ 192938 h 689379"/>
                <a:gd name="connsiteX254" fmla="*/ 1416657 w 3024845"/>
                <a:gd name="connsiteY254" fmla="*/ 181589 h 689379"/>
                <a:gd name="connsiteX255" fmla="*/ 1417417 w 3024845"/>
                <a:gd name="connsiteY255" fmla="*/ 181589 h 689379"/>
                <a:gd name="connsiteX256" fmla="*/ 1422737 w 3024845"/>
                <a:gd name="connsiteY256" fmla="*/ 181589 h 689379"/>
                <a:gd name="connsiteX257" fmla="*/ 1422737 w 3024845"/>
                <a:gd name="connsiteY257" fmla="*/ 179698 h 689379"/>
                <a:gd name="connsiteX258" fmla="*/ 1422737 w 3024845"/>
                <a:gd name="connsiteY258" fmla="*/ 166457 h 689379"/>
                <a:gd name="connsiteX259" fmla="*/ 1426791 w 3024845"/>
                <a:gd name="connsiteY259" fmla="*/ 172942 h 689379"/>
                <a:gd name="connsiteX260" fmla="*/ 1429071 w 3024845"/>
                <a:gd name="connsiteY260" fmla="*/ 172942 h 689379"/>
                <a:gd name="connsiteX261" fmla="*/ 1445031 w 3024845"/>
                <a:gd name="connsiteY261" fmla="*/ 172942 h 689379"/>
                <a:gd name="connsiteX262" fmla="*/ 1445031 w 3024845"/>
                <a:gd name="connsiteY262" fmla="*/ 172131 h 689379"/>
                <a:gd name="connsiteX263" fmla="*/ 1445031 w 3024845"/>
                <a:gd name="connsiteY263" fmla="*/ 166457 h 689379"/>
                <a:gd name="connsiteX264" fmla="*/ 1445791 w 3024845"/>
                <a:gd name="connsiteY264" fmla="*/ 166457 h 689379"/>
                <a:gd name="connsiteX265" fmla="*/ 1451111 w 3024845"/>
                <a:gd name="connsiteY265" fmla="*/ 166457 h 689379"/>
                <a:gd name="connsiteX266" fmla="*/ 1451111 w 3024845"/>
                <a:gd name="connsiteY266" fmla="*/ 167808 h 689379"/>
                <a:gd name="connsiteX267" fmla="*/ 1451111 w 3024845"/>
                <a:gd name="connsiteY267" fmla="*/ 177266 h 689379"/>
                <a:gd name="connsiteX268" fmla="*/ 1489618 w 3024845"/>
                <a:gd name="connsiteY268" fmla="*/ 177266 h 689379"/>
                <a:gd name="connsiteX269" fmla="*/ 1489618 w 3024845"/>
                <a:gd name="connsiteY269" fmla="*/ 315619 h 689379"/>
                <a:gd name="connsiteX270" fmla="*/ 1491138 w 3024845"/>
                <a:gd name="connsiteY270" fmla="*/ 315619 h 689379"/>
                <a:gd name="connsiteX271" fmla="*/ 1501778 w 3024845"/>
                <a:gd name="connsiteY271" fmla="*/ 315619 h 689379"/>
                <a:gd name="connsiteX272" fmla="*/ 1501778 w 3024845"/>
                <a:gd name="connsiteY272" fmla="*/ 302649 h 689379"/>
                <a:gd name="connsiteX273" fmla="*/ 1505832 w 3024845"/>
                <a:gd name="connsiteY273" fmla="*/ 302649 h 689379"/>
                <a:gd name="connsiteX274" fmla="*/ 1505832 w 3024845"/>
                <a:gd name="connsiteY274" fmla="*/ 315619 h 689379"/>
                <a:gd name="connsiteX275" fmla="*/ 1536232 w 3024845"/>
                <a:gd name="connsiteY275" fmla="*/ 315619 h 689379"/>
                <a:gd name="connsiteX276" fmla="*/ 1536232 w 3024845"/>
                <a:gd name="connsiteY276" fmla="*/ 285354 h 689379"/>
                <a:gd name="connsiteX277" fmla="*/ 1548392 w 3024845"/>
                <a:gd name="connsiteY277" fmla="*/ 285354 h 689379"/>
                <a:gd name="connsiteX278" fmla="*/ 1560552 w 3024845"/>
                <a:gd name="connsiteY278" fmla="*/ 283193 h 689379"/>
                <a:gd name="connsiteX279" fmla="*/ 1564606 w 3024845"/>
                <a:gd name="connsiteY279" fmla="*/ 285354 h 689379"/>
                <a:gd name="connsiteX280" fmla="*/ 1574739 w 3024845"/>
                <a:gd name="connsiteY280" fmla="*/ 285354 h 689379"/>
                <a:gd name="connsiteX281" fmla="*/ 1574739 w 3024845"/>
                <a:gd name="connsiteY281" fmla="*/ 315619 h 689379"/>
                <a:gd name="connsiteX282" fmla="*/ 1582846 w 3024845"/>
                <a:gd name="connsiteY282" fmla="*/ 315619 h 689379"/>
                <a:gd name="connsiteX283" fmla="*/ 1582846 w 3024845"/>
                <a:gd name="connsiteY283" fmla="*/ 332914 h 689379"/>
                <a:gd name="connsiteX284" fmla="*/ 1592182 w 3024845"/>
                <a:gd name="connsiteY284" fmla="*/ 333819 h 689379"/>
                <a:gd name="connsiteX285" fmla="*/ 1605140 w 3024845"/>
                <a:gd name="connsiteY285" fmla="*/ 333819 h 689379"/>
                <a:gd name="connsiteX286" fmla="*/ 1605140 w 3024845"/>
                <a:gd name="connsiteY286" fmla="*/ 317781 h 689379"/>
                <a:gd name="connsiteX287" fmla="*/ 1673096 w 3024845"/>
                <a:gd name="connsiteY287" fmla="*/ 317781 h 689379"/>
                <a:gd name="connsiteX288" fmla="*/ 1673096 w 3024845"/>
                <a:gd name="connsiteY288" fmla="*/ 232528 h 689379"/>
                <a:gd name="connsiteX289" fmla="*/ 1745104 w 3024845"/>
                <a:gd name="connsiteY289" fmla="*/ 232528 h 689379"/>
                <a:gd name="connsiteX290" fmla="*/ 1745104 w 3024845"/>
                <a:gd name="connsiteY290" fmla="*/ 311296 h 689379"/>
                <a:gd name="connsiteX291" fmla="*/ 1747008 w 3024845"/>
                <a:gd name="connsiteY291" fmla="*/ 311296 h 689379"/>
                <a:gd name="connsiteX292" fmla="*/ 1748250 w 3024845"/>
                <a:gd name="connsiteY292" fmla="*/ 333819 h 689379"/>
                <a:gd name="connsiteX293" fmla="*/ 1757926 w 3024845"/>
                <a:gd name="connsiteY293" fmla="*/ 333819 h 689379"/>
                <a:gd name="connsiteX294" fmla="*/ 1759168 w 3024845"/>
                <a:gd name="connsiteY294" fmla="*/ 311296 h 689379"/>
                <a:gd name="connsiteX295" fmla="*/ 1765248 w 3024845"/>
                <a:gd name="connsiteY295" fmla="*/ 311296 h 689379"/>
                <a:gd name="connsiteX296" fmla="*/ 1766490 w 3024845"/>
                <a:gd name="connsiteY296" fmla="*/ 333819 h 689379"/>
                <a:gd name="connsiteX297" fmla="*/ 1817112 w 3024845"/>
                <a:gd name="connsiteY297" fmla="*/ 333819 h 689379"/>
                <a:gd name="connsiteX298" fmla="*/ 1817112 w 3024845"/>
                <a:gd name="connsiteY298" fmla="*/ 170791 h 689379"/>
                <a:gd name="connsiteX299" fmla="*/ 2014439 w 3024845"/>
                <a:gd name="connsiteY299" fmla="*/ 170791 h 689379"/>
                <a:gd name="connsiteX300" fmla="*/ 2014439 w 3024845"/>
                <a:gd name="connsiteY300" fmla="*/ 333819 h 689379"/>
                <a:gd name="connsiteX301" fmla="*/ 2033136 w 3024845"/>
                <a:gd name="connsiteY301" fmla="*/ 333819 h 689379"/>
                <a:gd name="connsiteX302" fmla="*/ 2033136 w 3024845"/>
                <a:gd name="connsiteY302" fmla="*/ 251126 h 689379"/>
                <a:gd name="connsiteX303" fmla="*/ 2128256 w 3024845"/>
                <a:gd name="connsiteY303" fmla="*/ 251126 h 689379"/>
                <a:gd name="connsiteX304" fmla="*/ 2180720 w 3024845"/>
                <a:gd name="connsiteY304" fmla="*/ 185913 h 689379"/>
                <a:gd name="connsiteX305" fmla="*/ 2245574 w 3024845"/>
                <a:gd name="connsiteY305" fmla="*/ 185913 h 689379"/>
                <a:gd name="connsiteX306" fmla="*/ 2245574 w 3024845"/>
                <a:gd name="connsiteY306" fmla="*/ 261575 h 689379"/>
                <a:gd name="connsiteX307" fmla="*/ 2253681 w 3024845"/>
                <a:gd name="connsiteY307" fmla="*/ 261575 h 689379"/>
                <a:gd name="connsiteX308" fmla="*/ 2255708 w 3024845"/>
                <a:gd name="connsiteY308" fmla="*/ 255090 h 689379"/>
                <a:gd name="connsiteX309" fmla="*/ 2261788 w 3024845"/>
                <a:gd name="connsiteY309" fmla="*/ 255090 h 689379"/>
                <a:gd name="connsiteX310" fmla="*/ 2263815 w 3024845"/>
                <a:gd name="connsiteY310" fmla="*/ 263737 h 689379"/>
                <a:gd name="connsiteX311" fmla="*/ 2275975 w 3024845"/>
                <a:gd name="connsiteY311" fmla="*/ 263737 h 689379"/>
                <a:gd name="connsiteX312" fmla="*/ 2275975 w 3024845"/>
                <a:gd name="connsiteY312" fmla="*/ 257251 h 689379"/>
                <a:gd name="connsiteX313" fmla="*/ 2298268 w 3024845"/>
                <a:gd name="connsiteY313" fmla="*/ 257251 h 689379"/>
                <a:gd name="connsiteX314" fmla="*/ 2298268 w 3024845"/>
                <a:gd name="connsiteY314" fmla="*/ 263737 h 689379"/>
                <a:gd name="connsiteX315" fmla="*/ 2318535 w 3024845"/>
                <a:gd name="connsiteY315" fmla="*/ 263737 h 689379"/>
                <a:gd name="connsiteX316" fmla="*/ 2318535 w 3024845"/>
                <a:gd name="connsiteY316" fmla="*/ 309134 h 689379"/>
                <a:gd name="connsiteX317" fmla="*/ 2332722 w 3024845"/>
                <a:gd name="connsiteY317" fmla="*/ 309134 h 689379"/>
                <a:gd name="connsiteX318" fmla="*/ 2332722 w 3024845"/>
                <a:gd name="connsiteY318" fmla="*/ 296163 h 689379"/>
                <a:gd name="connsiteX319" fmla="*/ 2348936 w 3024845"/>
                <a:gd name="connsiteY319" fmla="*/ 296163 h 689379"/>
                <a:gd name="connsiteX320" fmla="*/ 2348936 w 3024845"/>
                <a:gd name="connsiteY320" fmla="*/ 116736 h 689379"/>
                <a:gd name="connsiteX321" fmla="*/ 2355016 w 3024845"/>
                <a:gd name="connsiteY321" fmla="*/ 110250 h 689379"/>
                <a:gd name="connsiteX322" fmla="*/ 2427977 w 3024845"/>
                <a:gd name="connsiteY322" fmla="*/ 110250 h 689379"/>
                <a:gd name="connsiteX323" fmla="*/ 2427977 w 3024845"/>
                <a:gd name="connsiteY323" fmla="*/ 118898 h 689379"/>
                <a:gd name="connsiteX324" fmla="*/ 2438110 w 3024845"/>
                <a:gd name="connsiteY324" fmla="*/ 118898 h 689379"/>
                <a:gd name="connsiteX325" fmla="*/ 2438110 w 3024845"/>
                <a:gd name="connsiteY325" fmla="*/ 233472 h 689379"/>
                <a:gd name="connsiteX326" fmla="*/ 2460404 w 3024845"/>
                <a:gd name="connsiteY326" fmla="*/ 233472 h 689379"/>
                <a:gd name="connsiteX327" fmla="*/ 2460404 w 3024845"/>
                <a:gd name="connsiteY327" fmla="*/ 166457 h 689379"/>
                <a:gd name="connsiteX328" fmla="*/ 2486751 w 3024845"/>
                <a:gd name="connsiteY328" fmla="*/ 166457 h 689379"/>
                <a:gd name="connsiteX329" fmla="*/ 2490804 w 3024845"/>
                <a:gd name="connsiteY329" fmla="*/ 162133 h 689379"/>
                <a:gd name="connsiteX330" fmla="*/ 2498911 w 3024845"/>
                <a:gd name="connsiteY330" fmla="*/ 162133 h 689379"/>
                <a:gd name="connsiteX331" fmla="*/ 2502964 w 3024845"/>
                <a:gd name="connsiteY331" fmla="*/ 166457 h 689379"/>
                <a:gd name="connsiteX332" fmla="*/ 2525258 w 3024845"/>
                <a:gd name="connsiteY332" fmla="*/ 166457 h 689379"/>
                <a:gd name="connsiteX333" fmla="*/ 2525258 w 3024845"/>
                <a:gd name="connsiteY333" fmla="*/ 49721 h 689379"/>
                <a:gd name="connsiteX334" fmla="*/ 2582005 w 3024845"/>
                <a:gd name="connsiteY334" fmla="*/ 38912 h 689379"/>
                <a:gd name="connsiteX335" fmla="*/ 2582005 w 3024845"/>
                <a:gd name="connsiteY335" fmla="*/ 39993 h 689379"/>
                <a:gd name="connsiteX336" fmla="*/ 2582005 w 3024845"/>
                <a:gd name="connsiteY336" fmla="*/ 47559 h 689379"/>
                <a:gd name="connsiteX337" fmla="*/ 2608352 w 3024845"/>
                <a:gd name="connsiteY337" fmla="*/ 47559 h 689379"/>
                <a:gd name="connsiteX338" fmla="*/ 2608352 w 3024845"/>
                <a:gd name="connsiteY338" fmla="*/ 302649 h 689379"/>
                <a:gd name="connsiteX339" fmla="*/ 2630646 w 3024845"/>
                <a:gd name="connsiteY339" fmla="*/ 302649 h 689379"/>
                <a:gd name="connsiteX340" fmla="*/ 2630646 w 3024845"/>
                <a:gd name="connsiteY340" fmla="*/ 298325 h 689379"/>
                <a:gd name="connsiteX341" fmla="*/ 2642806 w 3024845"/>
                <a:gd name="connsiteY341" fmla="*/ 298325 h 689379"/>
                <a:gd name="connsiteX342" fmla="*/ 2642806 w 3024845"/>
                <a:gd name="connsiteY342" fmla="*/ 302649 h 689379"/>
                <a:gd name="connsiteX343" fmla="*/ 2667126 w 3024845"/>
                <a:gd name="connsiteY343" fmla="*/ 302649 h 689379"/>
                <a:gd name="connsiteX344" fmla="*/ 2667126 w 3024845"/>
                <a:gd name="connsiteY344" fmla="*/ 289678 h 689379"/>
                <a:gd name="connsiteX345" fmla="*/ 2695500 w 3024845"/>
                <a:gd name="connsiteY345" fmla="*/ 289678 h 689379"/>
                <a:gd name="connsiteX346" fmla="*/ 2707660 w 3024845"/>
                <a:gd name="connsiteY346" fmla="*/ 285354 h 689379"/>
                <a:gd name="connsiteX347" fmla="*/ 2727927 w 3024845"/>
                <a:gd name="connsiteY347" fmla="*/ 289678 h 689379"/>
                <a:gd name="connsiteX348" fmla="*/ 2727927 w 3024845"/>
                <a:gd name="connsiteY348" fmla="*/ 272384 h 689379"/>
                <a:gd name="connsiteX349" fmla="*/ 2736034 w 3024845"/>
                <a:gd name="connsiteY349" fmla="*/ 272384 h 689379"/>
                <a:gd name="connsiteX350" fmla="*/ 2736034 w 3024845"/>
                <a:gd name="connsiteY350" fmla="*/ 259413 h 689379"/>
                <a:gd name="connsiteX351" fmla="*/ 2792781 w 3024845"/>
                <a:gd name="connsiteY351" fmla="*/ 259413 h 689379"/>
                <a:gd name="connsiteX352" fmla="*/ 2792781 w 3024845"/>
                <a:gd name="connsiteY352" fmla="*/ 229148 h 689379"/>
                <a:gd name="connsiteX353" fmla="*/ 2811021 w 3024845"/>
                <a:gd name="connsiteY353" fmla="*/ 229148 h 689379"/>
                <a:gd name="connsiteX354" fmla="*/ 2811021 w 3024845"/>
                <a:gd name="connsiteY354" fmla="*/ 222663 h 689379"/>
                <a:gd name="connsiteX355" fmla="*/ 2823181 w 3024845"/>
                <a:gd name="connsiteY355" fmla="*/ 222663 h 689379"/>
                <a:gd name="connsiteX356" fmla="*/ 2823181 w 3024845"/>
                <a:gd name="connsiteY356" fmla="*/ 229148 h 689379"/>
                <a:gd name="connsiteX357" fmla="*/ 2839395 w 3024845"/>
                <a:gd name="connsiteY357" fmla="*/ 229148 h 689379"/>
                <a:gd name="connsiteX358" fmla="*/ 2839395 w 3024845"/>
                <a:gd name="connsiteY358" fmla="*/ 278869 h 689379"/>
                <a:gd name="connsiteX359" fmla="*/ 2871822 w 3024845"/>
                <a:gd name="connsiteY359" fmla="*/ 278869 h 689379"/>
                <a:gd name="connsiteX360" fmla="*/ 2871822 w 3024845"/>
                <a:gd name="connsiteY360" fmla="*/ 252928 h 689379"/>
                <a:gd name="connsiteX361" fmla="*/ 2910329 w 3024845"/>
                <a:gd name="connsiteY361" fmla="*/ 252928 h 689379"/>
                <a:gd name="connsiteX362" fmla="*/ 2910329 w 3024845"/>
                <a:gd name="connsiteY362" fmla="*/ 222663 h 689379"/>
                <a:gd name="connsiteX363" fmla="*/ 2958970 w 3024845"/>
                <a:gd name="connsiteY363" fmla="*/ 222663 h 689379"/>
                <a:gd name="connsiteX364" fmla="*/ 3024845 w 3024845"/>
                <a:gd name="connsiteY364" fmla="*/ 689379 h 689379"/>
                <a:gd name="connsiteX365" fmla="*/ 2054 w 3024845"/>
                <a:gd name="connsiteY365" fmla="*/ 687046 h 689379"/>
                <a:gd name="connsiteX366" fmla="*/ 0 w 3024845"/>
                <a:gd name="connsiteY366" fmla="*/ 252928 h 689379"/>
                <a:gd name="connsiteX367" fmla="*/ 20267 w 3024845"/>
                <a:gd name="connsiteY367" fmla="*/ 252928 h 689379"/>
                <a:gd name="connsiteX368" fmla="*/ 20774 w 3024845"/>
                <a:gd name="connsiteY368" fmla="*/ 251847 h 689379"/>
                <a:gd name="connsiteX369" fmla="*/ 24320 w 3024845"/>
                <a:gd name="connsiteY369" fmla="*/ 244281 h 689379"/>
                <a:gd name="connsiteX370" fmla="*/ 26094 w 3024845"/>
                <a:gd name="connsiteY370" fmla="*/ 244551 h 689379"/>
                <a:gd name="connsiteX371" fmla="*/ 38507 w 3024845"/>
                <a:gd name="connsiteY371" fmla="*/ 246442 h 689379"/>
                <a:gd name="connsiteX372" fmla="*/ 39014 w 3024845"/>
                <a:gd name="connsiteY372" fmla="*/ 247794 h 689379"/>
                <a:gd name="connsiteX373" fmla="*/ 42560 w 3024845"/>
                <a:gd name="connsiteY373" fmla="*/ 257251 h 689379"/>
                <a:gd name="connsiteX374" fmla="*/ 68907 w 3024845"/>
                <a:gd name="connsiteY374" fmla="*/ 259413 h 689379"/>
                <a:gd name="connsiteX375" fmla="*/ 68907 w 3024845"/>
                <a:gd name="connsiteY375" fmla="*/ 136192 h 689379"/>
                <a:gd name="connsiteX376" fmla="*/ 70934 w 3024845"/>
                <a:gd name="connsiteY376" fmla="*/ 136192 h 689379"/>
                <a:gd name="connsiteX377" fmla="*/ 85121 w 3024845"/>
                <a:gd name="connsiteY377" fmla="*/ 136192 h 689379"/>
                <a:gd name="connsiteX378" fmla="*/ 85121 w 3024845"/>
                <a:gd name="connsiteY378" fmla="*/ 0 h 689379"/>
                <a:gd name="connsiteX379" fmla="*/ 86894 w 3024845"/>
                <a:gd name="connsiteY379" fmla="*/ 0 h 689379"/>
                <a:gd name="connsiteX380" fmla="*/ 99308 w 3024845"/>
                <a:gd name="connsiteY380" fmla="*/ 0 h 689379"/>
                <a:gd name="connsiteX0" fmla="*/ 99308 w 2961438"/>
                <a:gd name="connsiteY0" fmla="*/ 0 h 689379"/>
                <a:gd name="connsiteX1" fmla="*/ 220909 w 2961438"/>
                <a:gd name="connsiteY1" fmla="*/ 0 h 689379"/>
                <a:gd name="connsiteX2" fmla="*/ 223189 w 2961438"/>
                <a:gd name="connsiteY2" fmla="*/ 0 h 689379"/>
                <a:gd name="connsiteX3" fmla="*/ 239150 w 2961438"/>
                <a:gd name="connsiteY3" fmla="*/ 0 h 689379"/>
                <a:gd name="connsiteX4" fmla="*/ 239150 w 2961438"/>
                <a:gd name="connsiteY4" fmla="*/ 140515 h 689379"/>
                <a:gd name="connsiteX5" fmla="*/ 240670 w 2961438"/>
                <a:gd name="connsiteY5" fmla="*/ 140245 h 689379"/>
                <a:gd name="connsiteX6" fmla="*/ 251310 w 2961438"/>
                <a:gd name="connsiteY6" fmla="*/ 138354 h 689379"/>
                <a:gd name="connsiteX7" fmla="*/ 249283 w 2961438"/>
                <a:gd name="connsiteY7" fmla="*/ 226986 h 689379"/>
                <a:gd name="connsiteX8" fmla="*/ 250803 w 2961438"/>
                <a:gd name="connsiteY8" fmla="*/ 227257 h 689379"/>
                <a:gd name="connsiteX9" fmla="*/ 261443 w 2961438"/>
                <a:gd name="connsiteY9" fmla="*/ 229148 h 689379"/>
                <a:gd name="connsiteX10" fmla="*/ 261696 w 2961438"/>
                <a:gd name="connsiteY10" fmla="*/ 229959 h 689379"/>
                <a:gd name="connsiteX11" fmla="*/ 263470 w 2961438"/>
                <a:gd name="connsiteY11" fmla="*/ 235634 h 689379"/>
                <a:gd name="connsiteX12" fmla="*/ 264230 w 2961438"/>
                <a:gd name="connsiteY12" fmla="*/ 233202 h 689379"/>
                <a:gd name="connsiteX13" fmla="*/ 269550 w 2961438"/>
                <a:gd name="connsiteY13" fmla="*/ 216178 h 689379"/>
                <a:gd name="connsiteX14" fmla="*/ 271323 w 2961438"/>
                <a:gd name="connsiteY14" fmla="*/ 216178 h 689379"/>
                <a:gd name="connsiteX15" fmla="*/ 283737 w 2961438"/>
                <a:gd name="connsiteY15" fmla="*/ 216178 h 689379"/>
                <a:gd name="connsiteX16" fmla="*/ 283737 w 2961438"/>
                <a:gd name="connsiteY16" fmla="*/ 248604 h 689379"/>
                <a:gd name="connsiteX17" fmla="*/ 284750 w 2961438"/>
                <a:gd name="connsiteY17" fmla="*/ 249145 h 689379"/>
                <a:gd name="connsiteX18" fmla="*/ 291844 w 2961438"/>
                <a:gd name="connsiteY18" fmla="*/ 252928 h 689379"/>
                <a:gd name="connsiteX19" fmla="*/ 291844 w 2961438"/>
                <a:gd name="connsiteY19" fmla="*/ 254279 h 689379"/>
                <a:gd name="connsiteX20" fmla="*/ 291844 w 2961438"/>
                <a:gd name="connsiteY20" fmla="*/ 263737 h 689379"/>
                <a:gd name="connsiteX21" fmla="*/ 336431 w 2961438"/>
                <a:gd name="connsiteY21" fmla="*/ 263737 h 689379"/>
                <a:gd name="connsiteX22" fmla="*/ 336431 w 2961438"/>
                <a:gd name="connsiteY22" fmla="*/ 264818 h 689379"/>
                <a:gd name="connsiteX23" fmla="*/ 336431 w 2961438"/>
                <a:gd name="connsiteY23" fmla="*/ 272384 h 689379"/>
                <a:gd name="connsiteX24" fmla="*/ 338457 w 2961438"/>
                <a:gd name="connsiteY24" fmla="*/ 272384 h 689379"/>
                <a:gd name="connsiteX25" fmla="*/ 352644 w 2961438"/>
                <a:gd name="connsiteY25" fmla="*/ 272384 h 689379"/>
                <a:gd name="connsiteX26" fmla="*/ 352644 w 2961438"/>
                <a:gd name="connsiteY26" fmla="*/ 242119 h 689379"/>
                <a:gd name="connsiteX27" fmla="*/ 397231 w 2961438"/>
                <a:gd name="connsiteY27" fmla="*/ 242119 h 689379"/>
                <a:gd name="connsiteX28" fmla="*/ 397231 w 2961438"/>
                <a:gd name="connsiteY28" fmla="*/ 240768 h 689379"/>
                <a:gd name="connsiteX29" fmla="*/ 397231 w 2961438"/>
                <a:gd name="connsiteY29" fmla="*/ 231310 h 689379"/>
                <a:gd name="connsiteX30" fmla="*/ 398245 w 2961438"/>
                <a:gd name="connsiteY30" fmla="*/ 231310 h 689379"/>
                <a:gd name="connsiteX31" fmla="*/ 405338 w 2961438"/>
                <a:gd name="connsiteY31" fmla="*/ 231310 h 689379"/>
                <a:gd name="connsiteX32" fmla="*/ 405338 w 2961438"/>
                <a:gd name="connsiteY32" fmla="*/ 229419 h 689379"/>
                <a:gd name="connsiteX33" fmla="*/ 405338 w 2961438"/>
                <a:gd name="connsiteY33" fmla="*/ 216178 h 689379"/>
                <a:gd name="connsiteX34" fmla="*/ 406098 w 2961438"/>
                <a:gd name="connsiteY34" fmla="*/ 216178 h 689379"/>
                <a:gd name="connsiteX35" fmla="*/ 411418 w 2961438"/>
                <a:gd name="connsiteY35" fmla="*/ 216178 h 689379"/>
                <a:gd name="connsiteX36" fmla="*/ 411418 w 2961438"/>
                <a:gd name="connsiteY36" fmla="*/ 215097 h 689379"/>
                <a:gd name="connsiteX37" fmla="*/ 411418 w 2961438"/>
                <a:gd name="connsiteY37" fmla="*/ 207530 h 689379"/>
                <a:gd name="connsiteX38" fmla="*/ 413445 w 2961438"/>
                <a:gd name="connsiteY38" fmla="*/ 207530 h 689379"/>
                <a:gd name="connsiteX39" fmla="*/ 427632 w 2961438"/>
                <a:gd name="connsiteY39" fmla="*/ 207530 h 689379"/>
                <a:gd name="connsiteX40" fmla="*/ 427632 w 2961438"/>
                <a:gd name="connsiteY40" fmla="*/ 208611 h 689379"/>
                <a:gd name="connsiteX41" fmla="*/ 427632 w 2961438"/>
                <a:gd name="connsiteY41" fmla="*/ 216178 h 689379"/>
                <a:gd name="connsiteX42" fmla="*/ 449925 w 2961438"/>
                <a:gd name="connsiteY42" fmla="*/ 216178 h 689379"/>
                <a:gd name="connsiteX43" fmla="*/ 449925 w 2961438"/>
                <a:gd name="connsiteY43" fmla="*/ 214286 h 689379"/>
                <a:gd name="connsiteX44" fmla="*/ 449925 w 2961438"/>
                <a:gd name="connsiteY44" fmla="*/ 201045 h 689379"/>
                <a:gd name="connsiteX45" fmla="*/ 451699 w 2961438"/>
                <a:gd name="connsiteY45" fmla="*/ 201045 h 689379"/>
                <a:gd name="connsiteX46" fmla="*/ 464112 w 2961438"/>
                <a:gd name="connsiteY46" fmla="*/ 201045 h 689379"/>
                <a:gd name="connsiteX47" fmla="*/ 464112 w 2961438"/>
                <a:gd name="connsiteY47" fmla="*/ 224825 h 689379"/>
                <a:gd name="connsiteX48" fmla="*/ 465126 w 2961438"/>
                <a:gd name="connsiteY48" fmla="*/ 224825 h 689379"/>
                <a:gd name="connsiteX49" fmla="*/ 472219 w 2961438"/>
                <a:gd name="connsiteY49" fmla="*/ 224825 h 689379"/>
                <a:gd name="connsiteX50" fmla="*/ 472219 w 2961438"/>
                <a:gd name="connsiteY50" fmla="*/ 223744 h 689379"/>
                <a:gd name="connsiteX51" fmla="*/ 472219 w 2961438"/>
                <a:gd name="connsiteY51" fmla="*/ 216178 h 689379"/>
                <a:gd name="connsiteX52" fmla="*/ 473992 w 2961438"/>
                <a:gd name="connsiteY52" fmla="*/ 216178 h 689379"/>
                <a:gd name="connsiteX53" fmla="*/ 486406 w 2961438"/>
                <a:gd name="connsiteY53" fmla="*/ 216178 h 689379"/>
                <a:gd name="connsiteX54" fmla="*/ 486406 w 2961438"/>
                <a:gd name="connsiteY54" fmla="*/ 242119 h 689379"/>
                <a:gd name="connsiteX55" fmla="*/ 488433 w 2961438"/>
                <a:gd name="connsiteY55" fmla="*/ 242119 h 689379"/>
                <a:gd name="connsiteX56" fmla="*/ 502619 w 2961438"/>
                <a:gd name="connsiteY56" fmla="*/ 242119 h 689379"/>
                <a:gd name="connsiteX57" fmla="*/ 502619 w 2961438"/>
                <a:gd name="connsiteY57" fmla="*/ 243740 h 689379"/>
                <a:gd name="connsiteX58" fmla="*/ 502619 w 2961438"/>
                <a:gd name="connsiteY58" fmla="*/ 255090 h 689379"/>
                <a:gd name="connsiteX59" fmla="*/ 503379 w 2961438"/>
                <a:gd name="connsiteY59" fmla="*/ 255090 h 689379"/>
                <a:gd name="connsiteX60" fmla="*/ 508700 w 2961438"/>
                <a:gd name="connsiteY60" fmla="*/ 255090 h 689379"/>
                <a:gd name="connsiteX61" fmla="*/ 508700 w 2961438"/>
                <a:gd name="connsiteY61" fmla="*/ 254279 h 689379"/>
                <a:gd name="connsiteX62" fmla="*/ 508700 w 2961438"/>
                <a:gd name="connsiteY62" fmla="*/ 248604 h 689379"/>
                <a:gd name="connsiteX63" fmla="*/ 539100 w 2961438"/>
                <a:gd name="connsiteY63" fmla="*/ 248604 h 689379"/>
                <a:gd name="connsiteX64" fmla="*/ 539100 w 2961438"/>
                <a:gd name="connsiteY64" fmla="*/ 272384 h 689379"/>
                <a:gd name="connsiteX65" fmla="*/ 540113 w 2961438"/>
                <a:gd name="connsiteY65" fmla="*/ 272384 h 689379"/>
                <a:gd name="connsiteX66" fmla="*/ 547207 w 2961438"/>
                <a:gd name="connsiteY66" fmla="*/ 272384 h 689379"/>
                <a:gd name="connsiteX67" fmla="*/ 547207 w 2961438"/>
                <a:gd name="connsiteY67" fmla="*/ 273465 h 689379"/>
                <a:gd name="connsiteX68" fmla="*/ 547207 w 2961438"/>
                <a:gd name="connsiteY68" fmla="*/ 281031 h 689379"/>
                <a:gd name="connsiteX69" fmla="*/ 547967 w 2961438"/>
                <a:gd name="connsiteY69" fmla="*/ 281031 h 689379"/>
                <a:gd name="connsiteX70" fmla="*/ 553287 w 2961438"/>
                <a:gd name="connsiteY70" fmla="*/ 281031 h 689379"/>
                <a:gd name="connsiteX71" fmla="*/ 553287 w 2961438"/>
                <a:gd name="connsiteY71" fmla="*/ 278869 h 689379"/>
                <a:gd name="connsiteX72" fmla="*/ 553287 w 2961438"/>
                <a:gd name="connsiteY72" fmla="*/ 263737 h 689379"/>
                <a:gd name="connsiteX73" fmla="*/ 554300 w 2961438"/>
                <a:gd name="connsiteY73" fmla="*/ 263737 h 689379"/>
                <a:gd name="connsiteX74" fmla="*/ 561394 w 2961438"/>
                <a:gd name="connsiteY74" fmla="*/ 263737 h 689379"/>
                <a:gd name="connsiteX75" fmla="*/ 561394 w 2961438"/>
                <a:gd name="connsiteY75" fmla="*/ 264818 h 689379"/>
                <a:gd name="connsiteX76" fmla="*/ 561394 w 2961438"/>
                <a:gd name="connsiteY76" fmla="*/ 272384 h 689379"/>
                <a:gd name="connsiteX77" fmla="*/ 566714 w 2961438"/>
                <a:gd name="connsiteY77" fmla="*/ 270391 h 689379"/>
                <a:gd name="connsiteX78" fmla="*/ 567474 w 2961438"/>
                <a:gd name="connsiteY78" fmla="*/ 269411 h 689379"/>
                <a:gd name="connsiteX79" fmla="*/ 567474 w 2961438"/>
                <a:gd name="connsiteY79" fmla="*/ 263737 h 689379"/>
                <a:gd name="connsiteX80" fmla="*/ 605981 w 2961438"/>
                <a:gd name="connsiteY80" fmla="*/ 263737 h 689379"/>
                <a:gd name="connsiteX81" fmla="*/ 605981 w 2961438"/>
                <a:gd name="connsiteY81" fmla="*/ 287516 h 689379"/>
                <a:gd name="connsiteX82" fmla="*/ 608007 w 2961438"/>
                <a:gd name="connsiteY82" fmla="*/ 287516 h 689379"/>
                <a:gd name="connsiteX83" fmla="*/ 622194 w 2961438"/>
                <a:gd name="connsiteY83" fmla="*/ 287516 h 689379"/>
                <a:gd name="connsiteX84" fmla="*/ 622194 w 2961438"/>
                <a:gd name="connsiteY84" fmla="*/ 288597 h 689379"/>
                <a:gd name="connsiteX85" fmla="*/ 622194 w 2961438"/>
                <a:gd name="connsiteY85" fmla="*/ 296163 h 689379"/>
                <a:gd name="connsiteX86" fmla="*/ 623968 w 2961438"/>
                <a:gd name="connsiteY86" fmla="*/ 296163 h 689379"/>
                <a:gd name="connsiteX87" fmla="*/ 636381 w 2961438"/>
                <a:gd name="connsiteY87" fmla="*/ 296163 h 689379"/>
                <a:gd name="connsiteX88" fmla="*/ 636381 w 2961438"/>
                <a:gd name="connsiteY88" fmla="*/ 272384 h 689379"/>
                <a:gd name="connsiteX89" fmla="*/ 637394 w 2961438"/>
                <a:gd name="connsiteY89" fmla="*/ 272384 h 689379"/>
                <a:gd name="connsiteX90" fmla="*/ 644488 w 2961438"/>
                <a:gd name="connsiteY90" fmla="*/ 272384 h 689379"/>
                <a:gd name="connsiteX91" fmla="*/ 644488 w 2961438"/>
                <a:gd name="connsiteY91" fmla="*/ 239957 h 689379"/>
                <a:gd name="connsiteX92" fmla="*/ 645501 w 2961438"/>
                <a:gd name="connsiteY92" fmla="*/ 239957 h 689379"/>
                <a:gd name="connsiteX93" fmla="*/ 652595 w 2961438"/>
                <a:gd name="connsiteY93" fmla="*/ 239957 h 689379"/>
                <a:gd name="connsiteX94" fmla="*/ 652595 w 2961438"/>
                <a:gd name="connsiteY94" fmla="*/ 238066 h 689379"/>
                <a:gd name="connsiteX95" fmla="*/ 652595 w 2961438"/>
                <a:gd name="connsiteY95" fmla="*/ 224825 h 689379"/>
                <a:gd name="connsiteX96" fmla="*/ 651328 w 2961438"/>
                <a:gd name="connsiteY96" fmla="*/ 223203 h 689379"/>
                <a:gd name="connsiteX97" fmla="*/ 656648 w 2961438"/>
                <a:gd name="connsiteY97" fmla="*/ 211854 h 689379"/>
                <a:gd name="connsiteX98" fmla="*/ 664755 w 2961438"/>
                <a:gd name="connsiteY98" fmla="*/ 239957 h 689379"/>
                <a:gd name="connsiteX99" fmla="*/ 665515 w 2961438"/>
                <a:gd name="connsiteY99" fmla="*/ 239957 h 689379"/>
                <a:gd name="connsiteX100" fmla="*/ 670835 w 2961438"/>
                <a:gd name="connsiteY100" fmla="*/ 239957 h 689379"/>
                <a:gd name="connsiteX101" fmla="*/ 670835 w 2961438"/>
                <a:gd name="connsiteY101" fmla="*/ 134030 h 689379"/>
                <a:gd name="connsiteX102" fmla="*/ 672355 w 2961438"/>
                <a:gd name="connsiteY102" fmla="*/ 134030 h 689379"/>
                <a:gd name="connsiteX103" fmla="*/ 682995 w 2961438"/>
                <a:gd name="connsiteY103" fmla="*/ 134030 h 689379"/>
                <a:gd name="connsiteX104" fmla="*/ 682995 w 2961438"/>
                <a:gd name="connsiteY104" fmla="*/ 86471 h 689379"/>
                <a:gd name="connsiteX105" fmla="*/ 709342 w 2961438"/>
                <a:gd name="connsiteY105" fmla="*/ 86471 h 689379"/>
                <a:gd name="connsiteX106" fmla="*/ 709342 w 2961438"/>
                <a:gd name="connsiteY106" fmla="*/ 64853 h 689379"/>
                <a:gd name="connsiteX107" fmla="*/ 743796 w 2961438"/>
                <a:gd name="connsiteY107" fmla="*/ 64853 h 689379"/>
                <a:gd name="connsiteX108" fmla="*/ 743796 w 2961438"/>
                <a:gd name="connsiteY108" fmla="*/ 67285 h 689379"/>
                <a:gd name="connsiteX109" fmla="*/ 743796 w 2961438"/>
                <a:gd name="connsiteY109" fmla="*/ 84309 h 689379"/>
                <a:gd name="connsiteX110" fmla="*/ 746076 w 2961438"/>
                <a:gd name="connsiteY110" fmla="*/ 84309 h 689379"/>
                <a:gd name="connsiteX111" fmla="*/ 762036 w 2961438"/>
                <a:gd name="connsiteY111" fmla="*/ 84309 h 689379"/>
                <a:gd name="connsiteX112" fmla="*/ 762036 w 2961438"/>
                <a:gd name="connsiteY112" fmla="*/ 131868 h 689379"/>
                <a:gd name="connsiteX113" fmla="*/ 763049 w 2961438"/>
                <a:gd name="connsiteY113" fmla="*/ 131868 h 689379"/>
                <a:gd name="connsiteX114" fmla="*/ 770143 w 2961438"/>
                <a:gd name="connsiteY114" fmla="*/ 131868 h 689379"/>
                <a:gd name="connsiteX115" fmla="*/ 784330 w 2961438"/>
                <a:gd name="connsiteY115" fmla="*/ 136192 h 689379"/>
                <a:gd name="connsiteX116" fmla="*/ 784330 w 2961438"/>
                <a:gd name="connsiteY116" fmla="*/ 175104 h 689379"/>
                <a:gd name="connsiteX117" fmla="*/ 785343 w 2961438"/>
                <a:gd name="connsiteY117" fmla="*/ 175104 h 689379"/>
                <a:gd name="connsiteX118" fmla="*/ 792436 w 2961438"/>
                <a:gd name="connsiteY118" fmla="*/ 175104 h 689379"/>
                <a:gd name="connsiteX119" fmla="*/ 792436 w 2961438"/>
                <a:gd name="connsiteY119" fmla="*/ 176725 h 689379"/>
                <a:gd name="connsiteX120" fmla="*/ 792436 w 2961438"/>
                <a:gd name="connsiteY120" fmla="*/ 188074 h 689379"/>
                <a:gd name="connsiteX121" fmla="*/ 794463 w 2961438"/>
                <a:gd name="connsiteY121" fmla="*/ 188074 h 689379"/>
                <a:gd name="connsiteX122" fmla="*/ 808650 w 2961438"/>
                <a:gd name="connsiteY122" fmla="*/ 188074 h 689379"/>
                <a:gd name="connsiteX123" fmla="*/ 814730 w 2961438"/>
                <a:gd name="connsiteY123" fmla="*/ 194560 h 689379"/>
                <a:gd name="connsiteX124" fmla="*/ 814730 w 2961438"/>
                <a:gd name="connsiteY124" fmla="*/ 216178 h 689379"/>
                <a:gd name="connsiteX125" fmla="*/ 817010 w 2961438"/>
                <a:gd name="connsiteY125" fmla="*/ 216178 h 689379"/>
                <a:gd name="connsiteX126" fmla="*/ 832970 w 2961438"/>
                <a:gd name="connsiteY126" fmla="*/ 216178 h 689379"/>
                <a:gd name="connsiteX127" fmla="*/ 832970 w 2961438"/>
                <a:gd name="connsiteY127" fmla="*/ 217258 h 689379"/>
                <a:gd name="connsiteX128" fmla="*/ 832970 w 2961438"/>
                <a:gd name="connsiteY128" fmla="*/ 224825 h 689379"/>
                <a:gd name="connsiteX129" fmla="*/ 834237 w 2961438"/>
                <a:gd name="connsiteY129" fmla="*/ 224825 h 689379"/>
                <a:gd name="connsiteX130" fmla="*/ 843104 w 2961438"/>
                <a:gd name="connsiteY130" fmla="*/ 224825 h 689379"/>
                <a:gd name="connsiteX131" fmla="*/ 843104 w 2961438"/>
                <a:gd name="connsiteY131" fmla="*/ 226986 h 689379"/>
                <a:gd name="connsiteX132" fmla="*/ 843104 w 2961438"/>
                <a:gd name="connsiteY132" fmla="*/ 242119 h 689379"/>
                <a:gd name="connsiteX133" fmla="*/ 847157 w 2961438"/>
                <a:gd name="connsiteY133" fmla="*/ 240227 h 689379"/>
                <a:gd name="connsiteX134" fmla="*/ 847157 w 2961438"/>
                <a:gd name="connsiteY134" fmla="*/ 226986 h 689379"/>
                <a:gd name="connsiteX135" fmla="*/ 848170 w 2961438"/>
                <a:gd name="connsiteY135" fmla="*/ 226986 h 689379"/>
                <a:gd name="connsiteX136" fmla="*/ 855264 w 2961438"/>
                <a:gd name="connsiteY136" fmla="*/ 226986 h 689379"/>
                <a:gd name="connsiteX137" fmla="*/ 855264 w 2961438"/>
                <a:gd name="connsiteY137" fmla="*/ 228608 h 689379"/>
                <a:gd name="connsiteX138" fmla="*/ 855264 w 2961438"/>
                <a:gd name="connsiteY138" fmla="*/ 239957 h 689379"/>
                <a:gd name="connsiteX139" fmla="*/ 856024 w 2961438"/>
                <a:gd name="connsiteY139" fmla="*/ 239957 h 689379"/>
                <a:gd name="connsiteX140" fmla="*/ 861344 w 2961438"/>
                <a:gd name="connsiteY140" fmla="*/ 239957 h 689379"/>
                <a:gd name="connsiteX141" fmla="*/ 909984 w 2961438"/>
                <a:gd name="connsiteY141" fmla="*/ 235634 h 689379"/>
                <a:gd name="connsiteX142" fmla="*/ 909984 w 2961438"/>
                <a:gd name="connsiteY142" fmla="*/ 236985 h 689379"/>
                <a:gd name="connsiteX143" fmla="*/ 909984 w 2961438"/>
                <a:gd name="connsiteY143" fmla="*/ 246442 h 689379"/>
                <a:gd name="connsiteX144" fmla="*/ 910744 w 2961438"/>
                <a:gd name="connsiteY144" fmla="*/ 246442 h 689379"/>
                <a:gd name="connsiteX145" fmla="*/ 916065 w 2961438"/>
                <a:gd name="connsiteY145" fmla="*/ 246442 h 689379"/>
                <a:gd name="connsiteX146" fmla="*/ 916065 w 2961438"/>
                <a:gd name="connsiteY146" fmla="*/ 248604 h 689379"/>
                <a:gd name="connsiteX147" fmla="*/ 916065 w 2961438"/>
                <a:gd name="connsiteY147" fmla="*/ 263737 h 689379"/>
                <a:gd name="connsiteX148" fmla="*/ 918091 w 2961438"/>
                <a:gd name="connsiteY148" fmla="*/ 262386 h 689379"/>
                <a:gd name="connsiteX149" fmla="*/ 932278 w 2961438"/>
                <a:gd name="connsiteY149" fmla="*/ 252928 h 689379"/>
                <a:gd name="connsiteX150" fmla="*/ 938358 w 2961438"/>
                <a:gd name="connsiteY150" fmla="*/ 211854 h 689379"/>
                <a:gd name="connsiteX151" fmla="*/ 939118 w 2961438"/>
                <a:gd name="connsiteY151" fmla="*/ 211584 h 689379"/>
                <a:gd name="connsiteX152" fmla="*/ 944438 w 2961438"/>
                <a:gd name="connsiteY152" fmla="*/ 209692 h 689379"/>
                <a:gd name="connsiteX153" fmla="*/ 946465 w 2961438"/>
                <a:gd name="connsiteY153" fmla="*/ 140515 h 689379"/>
                <a:gd name="connsiteX154" fmla="*/ 948492 w 2961438"/>
                <a:gd name="connsiteY154" fmla="*/ 209692 h 689379"/>
                <a:gd name="connsiteX155" fmla="*/ 949252 w 2961438"/>
                <a:gd name="connsiteY155" fmla="*/ 209962 h 689379"/>
                <a:gd name="connsiteX156" fmla="*/ 954572 w 2961438"/>
                <a:gd name="connsiteY156" fmla="*/ 211854 h 689379"/>
                <a:gd name="connsiteX157" fmla="*/ 954572 w 2961438"/>
                <a:gd name="connsiteY157" fmla="*/ 125383 h 689379"/>
                <a:gd name="connsiteX158" fmla="*/ 958625 w 2961438"/>
                <a:gd name="connsiteY158" fmla="*/ 92956 h 689379"/>
                <a:gd name="connsiteX159" fmla="*/ 997132 w 2961438"/>
                <a:gd name="connsiteY159" fmla="*/ 92956 h 689379"/>
                <a:gd name="connsiteX160" fmla="*/ 997132 w 2961438"/>
                <a:gd name="connsiteY160" fmla="*/ 125383 h 689379"/>
                <a:gd name="connsiteX161" fmla="*/ 997892 w 2961438"/>
                <a:gd name="connsiteY161" fmla="*/ 125383 h 689379"/>
                <a:gd name="connsiteX162" fmla="*/ 1003212 w 2961438"/>
                <a:gd name="connsiteY162" fmla="*/ 125383 h 689379"/>
                <a:gd name="connsiteX163" fmla="*/ 1003212 w 2961438"/>
                <a:gd name="connsiteY163" fmla="*/ 43235 h 689379"/>
                <a:gd name="connsiteX164" fmla="*/ 1004986 w 2961438"/>
                <a:gd name="connsiteY164" fmla="*/ 43235 h 689379"/>
                <a:gd name="connsiteX165" fmla="*/ 1017399 w 2961438"/>
                <a:gd name="connsiteY165" fmla="*/ 43235 h 689379"/>
                <a:gd name="connsiteX166" fmla="*/ 1017399 w 2961438"/>
                <a:gd name="connsiteY166" fmla="*/ 41344 h 689379"/>
                <a:gd name="connsiteX167" fmla="*/ 1017399 w 2961438"/>
                <a:gd name="connsiteY167" fmla="*/ 28103 h 689379"/>
                <a:gd name="connsiteX168" fmla="*/ 1039693 w 2961438"/>
                <a:gd name="connsiteY168" fmla="*/ 28103 h 689379"/>
                <a:gd name="connsiteX169" fmla="*/ 1039693 w 2961438"/>
                <a:gd name="connsiteY169" fmla="*/ 27022 h 689379"/>
                <a:gd name="connsiteX170" fmla="*/ 1039693 w 2961438"/>
                <a:gd name="connsiteY170" fmla="*/ 19456 h 689379"/>
                <a:gd name="connsiteX171" fmla="*/ 1041466 w 2961438"/>
                <a:gd name="connsiteY171" fmla="*/ 19456 h 689379"/>
                <a:gd name="connsiteX172" fmla="*/ 1053880 w 2961438"/>
                <a:gd name="connsiteY172" fmla="*/ 19456 h 689379"/>
                <a:gd name="connsiteX173" fmla="*/ 1053880 w 2961438"/>
                <a:gd name="connsiteY173" fmla="*/ 20537 h 689379"/>
                <a:gd name="connsiteX174" fmla="*/ 1053880 w 2961438"/>
                <a:gd name="connsiteY174" fmla="*/ 28103 h 689379"/>
                <a:gd name="connsiteX175" fmla="*/ 1054640 w 2961438"/>
                <a:gd name="connsiteY175" fmla="*/ 28103 h 689379"/>
                <a:gd name="connsiteX176" fmla="*/ 1059960 w 2961438"/>
                <a:gd name="connsiteY176" fmla="*/ 28103 h 689379"/>
                <a:gd name="connsiteX177" fmla="*/ 1070093 w 2961438"/>
                <a:gd name="connsiteY177" fmla="*/ 23779 h 689379"/>
                <a:gd name="connsiteX178" fmla="*/ 1074146 w 2961438"/>
                <a:gd name="connsiteY178" fmla="*/ 27022 h 689379"/>
                <a:gd name="connsiteX179" fmla="*/ 1074146 w 2961438"/>
                <a:gd name="connsiteY179" fmla="*/ 19456 h 689379"/>
                <a:gd name="connsiteX180" fmla="*/ 1076426 w 2961438"/>
                <a:gd name="connsiteY180" fmla="*/ 19456 h 689379"/>
                <a:gd name="connsiteX181" fmla="*/ 1092387 w 2961438"/>
                <a:gd name="connsiteY181" fmla="*/ 19456 h 689379"/>
                <a:gd name="connsiteX182" fmla="*/ 1092387 w 2961438"/>
                <a:gd name="connsiteY182" fmla="*/ 20537 h 689379"/>
                <a:gd name="connsiteX183" fmla="*/ 1092387 w 2961438"/>
                <a:gd name="connsiteY183" fmla="*/ 28103 h 689379"/>
                <a:gd name="connsiteX184" fmla="*/ 1122787 w 2961438"/>
                <a:gd name="connsiteY184" fmla="*/ 28103 h 689379"/>
                <a:gd name="connsiteX185" fmla="*/ 1122787 w 2961438"/>
                <a:gd name="connsiteY185" fmla="*/ 29724 h 689379"/>
                <a:gd name="connsiteX186" fmla="*/ 1122787 w 2961438"/>
                <a:gd name="connsiteY186" fmla="*/ 41074 h 689379"/>
                <a:gd name="connsiteX187" fmla="*/ 1149134 w 2961438"/>
                <a:gd name="connsiteY187" fmla="*/ 41074 h 689379"/>
                <a:gd name="connsiteX188" fmla="*/ 1149134 w 2961438"/>
                <a:gd name="connsiteY188" fmla="*/ 71338 h 689379"/>
                <a:gd name="connsiteX189" fmla="*/ 1149894 w 2961438"/>
                <a:gd name="connsiteY189" fmla="*/ 71338 h 689379"/>
                <a:gd name="connsiteX190" fmla="*/ 1155214 w 2961438"/>
                <a:gd name="connsiteY190" fmla="*/ 71338 h 689379"/>
                <a:gd name="connsiteX191" fmla="*/ 1155214 w 2961438"/>
                <a:gd name="connsiteY191" fmla="*/ 72419 h 689379"/>
                <a:gd name="connsiteX192" fmla="*/ 1155214 w 2961438"/>
                <a:gd name="connsiteY192" fmla="*/ 79986 h 689379"/>
                <a:gd name="connsiteX193" fmla="*/ 1159268 w 2961438"/>
                <a:gd name="connsiteY193" fmla="*/ 110250 h 689379"/>
                <a:gd name="connsiteX194" fmla="*/ 1160028 w 2961438"/>
                <a:gd name="connsiteY194" fmla="*/ 110250 h 689379"/>
                <a:gd name="connsiteX195" fmla="*/ 1165348 w 2961438"/>
                <a:gd name="connsiteY195" fmla="*/ 110250 h 689379"/>
                <a:gd name="connsiteX196" fmla="*/ 1165348 w 2961438"/>
                <a:gd name="connsiteY196" fmla="*/ 111061 h 689379"/>
                <a:gd name="connsiteX197" fmla="*/ 1165348 w 2961438"/>
                <a:gd name="connsiteY197" fmla="*/ 116736 h 689379"/>
                <a:gd name="connsiteX198" fmla="*/ 1166361 w 2961438"/>
                <a:gd name="connsiteY198" fmla="*/ 116736 h 689379"/>
                <a:gd name="connsiteX199" fmla="*/ 1173454 w 2961438"/>
                <a:gd name="connsiteY199" fmla="*/ 116736 h 689379"/>
                <a:gd name="connsiteX200" fmla="*/ 1173454 w 2961438"/>
                <a:gd name="connsiteY200" fmla="*/ 147001 h 689379"/>
                <a:gd name="connsiteX201" fmla="*/ 1175481 w 2961438"/>
                <a:gd name="connsiteY201" fmla="*/ 147001 h 689379"/>
                <a:gd name="connsiteX202" fmla="*/ 1189668 w 2961438"/>
                <a:gd name="connsiteY202" fmla="*/ 147001 h 689379"/>
                <a:gd name="connsiteX203" fmla="*/ 1189668 w 2961438"/>
                <a:gd name="connsiteY203" fmla="*/ 170780 h 689379"/>
                <a:gd name="connsiteX204" fmla="*/ 1191695 w 2961438"/>
                <a:gd name="connsiteY204" fmla="*/ 172401 h 689379"/>
                <a:gd name="connsiteX205" fmla="*/ 1191695 w 2961438"/>
                <a:gd name="connsiteY205" fmla="*/ 183751 h 689379"/>
                <a:gd name="connsiteX206" fmla="*/ 1192455 w 2961438"/>
                <a:gd name="connsiteY206" fmla="*/ 183751 h 689379"/>
                <a:gd name="connsiteX207" fmla="*/ 1197775 w 2961438"/>
                <a:gd name="connsiteY207" fmla="*/ 183751 h 689379"/>
                <a:gd name="connsiteX208" fmla="*/ 1197775 w 2961438"/>
                <a:gd name="connsiteY208" fmla="*/ 207530 h 689379"/>
                <a:gd name="connsiteX209" fmla="*/ 1199041 w 2961438"/>
                <a:gd name="connsiteY209" fmla="*/ 207530 h 689379"/>
                <a:gd name="connsiteX210" fmla="*/ 1207908 w 2961438"/>
                <a:gd name="connsiteY210" fmla="*/ 207530 h 689379"/>
                <a:gd name="connsiteX211" fmla="*/ 1209935 w 2961438"/>
                <a:gd name="connsiteY211" fmla="*/ 211584 h 689379"/>
                <a:gd name="connsiteX212" fmla="*/ 1209935 w 2961438"/>
                <a:gd name="connsiteY212" fmla="*/ 224825 h 689379"/>
                <a:gd name="connsiteX213" fmla="*/ 1211455 w 2961438"/>
                <a:gd name="connsiteY213" fmla="*/ 222933 h 689379"/>
                <a:gd name="connsiteX214" fmla="*/ 1222095 w 2961438"/>
                <a:gd name="connsiteY214" fmla="*/ 209692 h 689379"/>
                <a:gd name="connsiteX215" fmla="*/ 1250469 w 2961438"/>
                <a:gd name="connsiteY215" fmla="*/ 209692 h 689379"/>
                <a:gd name="connsiteX216" fmla="*/ 1250469 w 2961438"/>
                <a:gd name="connsiteY216" fmla="*/ 296163 h 689379"/>
                <a:gd name="connsiteX217" fmla="*/ 1251229 w 2961438"/>
                <a:gd name="connsiteY217" fmla="*/ 296163 h 689379"/>
                <a:gd name="connsiteX218" fmla="*/ 1256549 w 2961438"/>
                <a:gd name="connsiteY218" fmla="*/ 296163 h 689379"/>
                <a:gd name="connsiteX219" fmla="*/ 1257309 w 2961438"/>
                <a:gd name="connsiteY219" fmla="*/ 294812 h 689379"/>
                <a:gd name="connsiteX220" fmla="*/ 1262629 w 2961438"/>
                <a:gd name="connsiteY220" fmla="*/ 285354 h 689379"/>
                <a:gd name="connsiteX221" fmla="*/ 1262629 w 2961438"/>
                <a:gd name="connsiteY221" fmla="*/ 287246 h 689379"/>
                <a:gd name="connsiteX222" fmla="*/ 1262629 w 2961438"/>
                <a:gd name="connsiteY222" fmla="*/ 300487 h 689379"/>
                <a:gd name="connsiteX223" fmla="*/ 1266682 w 2961438"/>
                <a:gd name="connsiteY223" fmla="*/ 255090 h 689379"/>
                <a:gd name="connsiteX224" fmla="*/ 1267442 w 2961438"/>
                <a:gd name="connsiteY224" fmla="*/ 255090 h 689379"/>
                <a:gd name="connsiteX225" fmla="*/ 1272762 w 2961438"/>
                <a:gd name="connsiteY225" fmla="*/ 255090 h 689379"/>
                <a:gd name="connsiteX226" fmla="*/ 1272762 w 2961438"/>
                <a:gd name="connsiteY226" fmla="*/ 190236 h 689379"/>
                <a:gd name="connsiteX227" fmla="*/ 1273776 w 2961438"/>
                <a:gd name="connsiteY227" fmla="*/ 190236 h 689379"/>
                <a:gd name="connsiteX228" fmla="*/ 1280869 w 2961438"/>
                <a:gd name="connsiteY228" fmla="*/ 190236 h 689379"/>
                <a:gd name="connsiteX229" fmla="*/ 1293029 w 2961438"/>
                <a:gd name="connsiteY229" fmla="*/ 147001 h 689379"/>
                <a:gd name="connsiteX230" fmla="*/ 1294296 w 2961438"/>
                <a:gd name="connsiteY230" fmla="*/ 147001 h 689379"/>
                <a:gd name="connsiteX231" fmla="*/ 1303163 w 2961438"/>
                <a:gd name="connsiteY231" fmla="*/ 147001 h 689379"/>
                <a:gd name="connsiteX232" fmla="*/ 1313296 w 2961438"/>
                <a:gd name="connsiteY232" fmla="*/ 190236 h 689379"/>
                <a:gd name="connsiteX233" fmla="*/ 1314309 w 2961438"/>
                <a:gd name="connsiteY233" fmla="*/ 190236 h 689379"/>
                <a:gd name="connsiteX234" fmla="*/ 1321403 w 2961438"/>
                <a:gd name="connsiteY234" fmla="*/ 190236 h 689379"/>
                <a:gd name="connsiteX235" fmla="*/ 1321403 w 2961438"/>
                <a:gd name="connsiteY235" fmla="*/ 229148 h 689379"/>
                <a:gd name="connsiteX236" fmla="*/ 1323176 w 2961438"/>
                <a:gd name="connsiteY236" fmla="*/ 229148 h 689379"/>
                <a:gd name="connsiteX237" fmla="*/ 1335590 w 2961438"/>
                <a:gd name="connsiteY237" fmla="*/ 229148 h 689379"/>
                <a:gd name="connsiteX238" fmla="*/ 1335590 w 2961438"/>
                <a:gd name="connsiteY238" fmla="*/ 231310 h 689379"/>
                <a:gd name="connsiteX239" fmla="*/ 1335590 w 2961438"/>
                <a:gd name="connsiteY239" fmla="*/ 246442 h 689379"/>
                <a:gd name="connsiteX240" fmla="*/ 1339643 w 2961438"/>
                <a:gd name="connsiteY240" fmla="*/ 244281 h 689379"/>
                <a:gd name="connsiteX241" fmla="*/ 1339643 w 2961438"/>
                <a:gd name="connsiteY241" fmla="*/ 229148 h 689379"/>
                <a:gd name="connsiteX242" fmla="*/ 1341163 w 2961438"/>
                <a:gd name="connsiteY242" fmla="*/ 229148 h 689379"/>
                <a:gd name="connsiteX243" fmla="*/ 1351803 w 2961438"/>
                <a:gd name="connsiteY243" fmla="*/ 229148 h 689379"/>
                <a:gd name="connsiteX244" fmla="*/ 1351803 w 2961438"/>
                <a:gd name="connsiteY244" fmla="*/ 230769 h 689379"/>
                <a:gd name="connsiteX245" fmla="*/ 1351803 w 2961438"/>
                <a:gd name="connsiteY245" fmla="*/ 242119 h 689379"/>
                <a:gd name="connsiteX246" fmla="*/ 1382204 w 2961438"/>
                <a:gd name="connsiteY246" fmla="*/ 242119 h 689379"/>
                <a:gd name="connsiteX247" fmla="*/ 1382204 w 2961438"/>
                <a:gd name="connsiteY247" fmla="*/ 205369 h 689379"/>
                <a:gd name="connsiteX248" fmla="*/ 1383470 w 2961438"/>
                <a:gd name="connsiteY248" fmla="*/ 205369 h 689379"/>
                <a:gd name="connsiteX249" fmla="*/ 1392337 w 2961438"/>
                <a:gd name="connsiteY249" fmla="*/ 205369 h 689379"/>
                <a:gd name="connsiteX250" fmla="*/ 1392337 w 2961438"/>
                <a:gd name="connsiteY250" fmla="*/ 226986 h 689379"/>
                <a:gd name="connsiteX251" fmla="*/ 1394364 w 2961438"/>
                <a:gd name="connsiteY251" fmla="*/ 194560 h 689379"/>
                <a:gd name="connsiteX252" fmla="*/ 1416657 w 2961438"/>
                <a:gd name="connsiteY252" fmla="*/ 194560 h 689379"/>
                <a:gd name="connsiteX253" fmla="*/ 1416657 w 2961438"/>
                <a:gd name="connsiteY253" fmla="*/ 192938 h 689379"/>
                <a:gd name="connsiteX254" fmla="*/ 1416657 w 2961438"/>
                <a:gd name="connsiteY254" fmla="*/ 181589 h 689379"/>
                <a:gd name="connsiteX255" fmla="*/ 1417417 w 2961438"/>
                <a:gd name="connsiteY255" fmla="*/ 181589 h 689379"/>
                <a:gd name="connsiteX256" fmla="*/ 1422737 w 2961438"/>
                <a:gd name="connsiteY256" fmla="*/ 181589 h 689379"/>
                <a:gd name="connsiteX257" fmla="*/ 1422737 w 2961438"/>
                <a:gd name="connsiteY257" fmla="*/ 179698 h 689379"/>
                <a:gd name="connsiteX258" fmla="*/ 1422737 w 2961438"/>
                <a:gd name="connsiteY258" fmla="*/ 166457 h 689379"/>
                <a:gd name="connsiteX259" fmla="*/ 1426791 w 2961438"/>
                <a:gd name="connsiteY259" fmla="*/ 172942 h 689379"/>
                <a:gd name="connsiteX260" fmla="*/ 1429071 w 2961438"/>
                <a:gd name="connsiteY260" fmla="*/ 172942 h 689379"/>
                <a:gd name="connsiteX261" fmla="*/ 1445031 w 2961438"/>
                <a:gd name="connsiteY261" fmla="*/ 172942 h 689379"/>
                <a:gd name="connsiteX262" fmla="*/ 1445031 w 2961438"/>
                <a:gd name="connsiteY262" fmla="*/ 172131 h 689379"/>
                <a:gd name="connsiteX263" fmla="*/ 1445031 w 2961438"/>
                <a:gd name="connsiteY263" fmla="*/ 166457 h 689379"/>
                <a:gd name="connsiteX264" fmla="*/ 1445791 w 2961438"/>
                <a:gd name="connsiteY264" fmla="*/ 166457 h 689379"/>
                <a:gd name="connsiteX265" fmla="*/ 1451111 w 2961438"/>
                <a:gd name="connsiteY265" fmla="*/ 166457 h 689379"/>
                <a:gd name="connsiteX266" fmla="*/ 1451111 w 2961438"/>
                <a:gd name="connsiteY266" fmla="*/ 167808 h 689379"/>
                <a:gd name="connsiteX267" fmla="*/ 1451111 w 2961438"/>
                <a:gd name="connsiteY267" fmla="*/ 177266 h 689379"/>
                <a:gd name="connsiteX268" fmla="*/ 1489618 w 2961438"/>
                <a:gd name="connsiteY268" fmla="*/ 177266 h 689379"/>
                <a:gd name="connsiteX269" fmla="*/ 1489618 w 2961438"/>
                <a:gd name="connsiteY269" fmla="*/ 315619 h 689379"/>
                <a:gd name="connsiteX270" fmla="*/ 1491138 w 2961438"/>
                <a:gd name="connsiteY270" fmla="*/ 315619 h 689379"/>
                <a:gd name="connsiteX271" fmla="*/ 1501778 w 2961438"/>
                <a:gd name="connsiteY271" fmla="*/ 315619 h 689379"/>
                <a:gd name="connsiteX272" fmla="*/ 1501778 w 2961438"/>
                <a:gd name="connsiteY272" fmla="*/ 302649 h 689379"/>
                <a:gd name="connsiteX273" fmla="*/ 1505832 w 2961438"/>
                <a:gd name="connsiteY273" fmla="*/ 302649 h 689379"/>
                <a:gd name="connsiteX274" fmla="*/ 1505832 w 2961438"/>
                <a:gd name="connsiteY274" fmla="*/ 315619 h 689379"/>
                <a:gd name="connsiteX275" fmla="*/ 1536232 w 2961438"/>
                <a:gd name="connsiteY275" fmla="*/ 315619 h 689379"/>
                <a:gd name="connsiteX276" fmla="*/ 1536232 w 2961438"/>
                <a:gd name="connsiteY276" fmla="*/ 285354 h 689379"/>
                <a:gd name="connsiteX277" fmla="*/ 1548392 w 2961438"/>
                <a:gd name="connsiteY277" fmla="*/ 285354 h 689379"/>
                <a:gd name="connsiteX278" fmla="*/ 1560552 w 2961438"/>
                <a:gd name="connsiteY278" fmla="*/ 283193 h 689379"/>
                <a:gd name="connsiteX279" fmla="*/ 1564606 w 2961438"/>
                <a:gd name="connsiteY279" fmla="*/ 285354 h 689379"/>
                <a:gd name="connsiteX280" fmla="*/ 1574739 w 2961438"/>
                <a:gd name="connsiteY280" fmla="*/ 285354 h 689379"/>
                <a:gd name="connsiteX281" fmla="*/ 1574739 w 2961438"/>
                <a:gd name="connsiteY281" fmla="*/ 315619 h 689379"/>
                <a:gd name="connsiteX282" fmla="*/ 1582846 w 2961438"/>
                <a:gd name="connsiteY282" fmla="*/ 315619 h 689379"/>
                <a:gd name="connsiteX283" fmla="*/ 1582846 w 2961438"/>
                <a:gd name="connsiteY283" fmla="*/ 332914 h 689379"/>
                <a:gd name="connsiteX284" fmla="*/ 1592182 w 2961438"/>
                <a:gd name="connsiteY284" fmla="*/ 333819 h 689379"/>
                <a:gd name="connsiteX285" fmla="*/ 1605140 w 2961438"/>
                <a:gd name="connsiteY285" fmla="*/ 333819 h 689379"/>
                <a:gd name="connsiteX286" fmla="*/ 1605140 w 2961438"/>
                <a:gd name="connsiteY286" fmla="*/ 317781 h 689379"/>
                <a:gd name="connsiteX287" fmla="*/ 1673096 w 2961438"/>
                <a:gd name="connsiteY287" fmla="*/ 317781 h 689379"/>
                <a:gd name="connsiteX288" fmla="*/ 1673096 w 2961438"/>
                <a:gd name="connsiteY288" fmla="*/ 232528 h 689379"/>
                <a:gd name="connsiteX289" fmla="*/ 1745104 w 2961438"/>
                <a:gd name="connsiteY289" fmla="*/ 232528 h 689379"/>
                <a:gd name="connsiteX290" fmla="*/ 1745104 w 2961438"/>
                <a:gd name="connsiteY290" fmla="*/ 311296 h 689379"/>
                <a:gd name="connsiteX291" fmla="*/ 1747008 w 2961438"/>
                <a:gd name="connsiteY291" fmla="*/ 311296 h 689379"/>
                <a:gd name="connsiteX292" fmla="*/ 1748250 w 2961438"/>
                <a:gd name="connsiteY292" fmla="*/ 333819 h 689379"/>
                <a:gd name="connsiteX293" fmla="*/ 1757926 w 2961438"/>
                <a:gd name="connsiteY293" fmla="*/ 333819 h 689379"/>
                <a:gd name="connsiteX294" fmla="*/ 1759168 w 2961438"/>
                <a:gd name="connsiteY294" fmla="*/ 311296 h 689379"/>
                <a:gd name="connsiteX295" fmla="*/ 1765248 w 2961438"/>
                <a:gd name="connsiteY295" fmla="*/ 311296 h 689379"/>
                <a:gd name="connsiteX296" fmla="*/ 1766490 w 2961438"/>
                <a:gd name="connsiteY296" fmla="*/ 333819 h 689379"/>
                <a:gd name="connsiteX297" fmla="*/ 1817112 w 2961438"/>
                <a:gd name="connsiteY297" fmla="*/ 333819 h 689379"/>
                <a:gd name="connsiteX298" fmla="*/ 1817112 w 2961438"/>
                <a:gd name="connsiteY298" fmla="*/ 170791 h 689379"/>
                <a:gd name="connsiteX299" fmla="*/ 2014439 w 2961438"/>
                <a:gd name="connsiteY299" fmla="*/ 170791 h 689379"/>
                <a:gd name="connsiteX300" fmla="*/ 2014439 w 2961438"/>
                <a:gd name="connsiteY300" fmla="*/ 333819 h 689379"/>
                <a:gd name="connsiteX301" fmla="*/ 2033136 w 2961438"/>
                <a:gd name="connsiteY301" fmla="*/ 333819 h 689379"/>
                <a:gd name="connsiteX302" fmla="*/ 2033136 w 2961438"/>
                <a:gd name="connsiteY302" fmla="*/ 251126 h 689379"/>
                <a:gd name="connsiteX303" fmla="*/ 2128256 w 2961438"/>
                <a:gd name="connsiteY303" fmla="*/ 251126 h 689379"/>
                <a:gd name="connsiteX304" fmla="*/ 2180720 w 2961438"/>
                <a:gd name="connsiteY304" fmla="*/ 185913 h 689379"/>
                <a:gd name="connsiteX305" fmla="*/ 2245574 w 2961438"/>
                <a:gd name="connsiteY305" fmla="*/ 185913 h 689379"/>
                <a:gd name="connsiteX306" fmla="*/ 2245574 w 2961438"/>
                <a:gd name="connsiteY306" fmla="*/ 261575 h 689379"/>
                <a:gd name="connsiteX307" fmla="*/ 2253681 w 2961438"/>
                <a:gd name="connsiteY307" fmla="*/ 261575 h 689379"/>
                <a:gd name="connsiteX308" fmla="*/ 2255708 w 2961438"/>
                <a:gd name="connsiteY308" fmla="*/ 255090 h 689379"/>
                <a:gd name="connsiteX309" fmla="*/ 2261788 w 2961438"/>
                <a:gd name="connsiteY309" fmla="*/ 255090 h 689379"/>
                <a:gd name="connsiteX310" fmla="*/ 2263815 w 2961438"/>
                <a:gd name="connsiteY310" fmla="*/ 263737 h 689379"/>
                <a:gd name="connsiteX311" fmla="*/ 2275975 w 2961438"/>
                <a:gd name="connsiteY311" fmla="*/ 263737 h 689379"/>
                <a:gd name="connsiteX312" fmla="*/ 2275975 w 2961438"/>
                <a:gd name="connsiteY312" fmla="*/ 257251 h 689379"/>
                <a:gd name="connsiteX313" fmla="*/ 2298268 w 2961438"/>
                <a:gd name="connsiteY313" fmla="*/ 257251 h 689379"/>
                <a:gd name="connsiteX314" fmla="*/ 2298268 w 2961438"/>
                <a:gd name="connsiteY314" fmla="*/ 263737 h 689379"/>
                <a:gd name="connsiteX315" fmla="*/ 2318535 w 2961438"/>
                <a:gd name="connsiteY315" fmla="*/ 263737 h 689379"/>
                <a:gd name="connsiteX316" fmla="*/ 2318535 w 2961438"/>
                <a:gd name="connsiteY316" fmla="*/ 309134 h 689379"/>
                <a:gd name="connsiteX317" fmla="*/ 2332722 w 2961438"/>
                <a:gd name="connsiteY317" fmla="*/ 309134 h 689379"/>
                <a:gd name="connsiteX318" fmla="*/ 2332722 w 2961438"/>
                <a:gd name="connsiteY318" fmla="*/ 296163 h 689379"/>
                <a:gd name="connsiteX319" fmla="*/ 2348936 w 2961438"/>
                <a:gd name="connsiteY319" fmla="*/ 296163 h 689379"/>
                <a:gd name="connsiteX320" fmla="*/ 2348936 w 2961438"/>
                <a:gd name="connsiteY320" fmla="*/ 116736 h 689379"/>
                <a:gd name="connsiteX321" fmla="*/ 2355016 w 2961438"/>
                <a:gd name="connsiteY321" fmla="*/ 110250 h 689379"/>
                <a:gd name="connsiteX322" fmla="*/ 2427977 w 2961438"/>
                <a:gd name="connsiteY322" fmla="*/ 110250 h 689379"/>
                <a:gd name="connsiteX323" fmla="*/ 2427977 w 2961438"/>
                <a:gd name="connsiteY323" fmla="*/ 118898 h 689379"/>
                <a:gd name="connsiteX324" fmla="*/ 2438110 w 2961438"/>
                <a:gd name="connsiteY324" fmla="*/ 118898 h 689379"/>
                <a:gd name="connsiteX325" fmla="*/ 2438110 w 2961438"/>
                <a:gd name="connsiteY325" fmla="*/ 233472 h 689379"/>
                <a:gd name="connsiteX326" fmla="*/ 2460404 w 2961438"/>
                <a:gd name="connsiteY326" fmla="*/ 233472 h 689379"/>
                <a:gd name="connsiteX327" fmla="*/ 2460404 w 2961438"/>
                <a:gd name="connsiteY327" fmla="*/ 166457 h 689379"/>
                <a:gd name="connsiteX328" fmla="*/ 2486751 w 2961438"/>
                <a:gd name="connsiteY328" fmla="*/ 166457 h 689379"/>
                <a:gd name="connsiteX329" fmla="*/ 2490804 w 2961438"/>
                <a:gd name="connsiteY329" fmla="*/ 162133 h 689379"/>
                <a:gd name="connsiteX330" fmla="*/ 2498911 w 2961438"/>
                <a:gd name="connsiteY330" fmla="*/ 162133 h 689379"/>
                <a:gd name="connsiteX331" fmla="*/ 2502964 w 2961438"/>
                <a:gd name="connsiteY331" fmla="*/ 166457 h 689379"/>
                <a:gd name="connsiteX332" fmla="*/ 2525258 w 2961438"/>
                <a:gd name="connsiteY332" fmla="*/ 166457 h 689379"/>
                <a:gd name="connsiteX333" fmla="*/ 2525258 w 2961438"/>
                <a:gd name="connsiteY333" fmla="*/ 49721 h 689379"/>
                <a:gd name="connsiteX334" fmla="*/ 2582005 w 2961438"/>
                <a:gd name="connsiteY334" fmla="*/ 38912 h 689379"/>
                <a:gd name="connsiteX335" fmla="*/ 2582005 w 2961438"/>
                <a:gd name="connsiteY335" fmla="*/ 39993 h 689379"/>
                <a:gd name="connsiteX336" fmla="*/ 2582005 w 2961438"/>
                <a:gd name="connsiteY336" fmla="*/ 47559 h 689379"/>
                <a:gd name="connsiteX337" fmla="*/ 2608352 w 2961438"/>
                <a:gd name="connsiteY337" fmla="*/ 47559 h 689379"/>
                <a:gd name="connsiteX338" fmla="*/ 2608352 w 2961438"/>
                <a:gd name="connsiteY338" fmla="*/ 302649 h 689379"/>
                <a:gd name="connsiteX339" fmla="*/ 2630646 w 2961438"/>
                <a:gd name="connsiteY339" fmla="*/ 302649 h 689379"/>
                <a:gd name="connsiteX340" fmla="*/ 2630646 w 2961438"/>
                <a:gd name="connsiteY340" fmla="*/ 298325 h 689379"/>
                <a:gd name="connsiteX341" fmla="*/ 2642806 w 2961438"/>
                <a:gd name="connsiteY341" fmla="*/ 298325 h 689379"/>
                <a:gd name="connsiteX342" fmla="*/ 2642806 w 2961438"/>
                <a:gd name="connsiteY342" fmla="*/ 302649 h 689379"/>
                <a:gd name="connsiteX343" fmla="*/ 2667126 w 2961438"/>
                <a:gd name="connsiteY343" fmla="*/ 302649 h 689379"/>
                <a:gd name="connsiteX344" fmla="*/ 2667126 w 2961438"/>
                <a:gd name="connsiteY344" fmla="*/ 289678 h 689379"/>
                <a:gd name="connsiteX345" fmla="*/ 2695500 w 2961438"/>
                <a:gd name="connsiteY345" fmla="*/ 289678 h 689379"/>
                <a:gd name="connsiteX346" fmla="*/ 2707660 w 2961438"/>
                <a:gd name="connsiteY346" fmla="*/ 285354 h 689379"/>
                <a:gd name="connsiteX347" fmla="*/ 2727927 w 2961438"/>
                <a:gd name="connsiteY347" fmla="*/ 289678 h 689379"/>
                <a:gd name="connsiteX348" fmla="*/ 2727927 w 2961438"/>
                <a:gd name="connsiteY348" fmla="*/ 272384 h 689379"/>
                <a:gd name="connsiteX349" fmla="*/ 2736034 w 2961438"/>
                <a:gd name="connsiteY349" fmla="*/ 272384 h 689379"/>
                <a:gd name="connsiteX350" fmla="*/ 2736034 w 2961438"/>
                <a:gd name="connsiteY350" fmla="*/ 259413 h 689379"/>
                <a:gd name="connsiteX351" fmla="*/ 2792781 w 2961438"/>
                <a:gd name="connsiteY351" fmla="*/ 259413 h 689379"/>
                <a:gd name="connsiteX352" fmla="*/ 2792781 w 2961438"/>
                <a:gd name="connsiteY352" fmla="*/ 229148 h 689379"/>
                <a:gd name="connsiteX353" fmla="*/ 2811021 w 2961438"/>
                <a:gd name="connsiteY353" fmla="*/ 229148 h 689379"/>
                <a:gd name="connsiteX354" fmla="*/ 2811021 w 2961438"/>
                <a:gd name="connsiteY354" fmla="*/ 222663 h 689379"/>
                <a:gd name="connsiteX355" fmla="*/ 2823181 w 2961438"/>
                <a:gd name="connsiteY355" fmla="*/ 222663 h 689379"/>
                <a:gd name="connsiteX356" fmla="*/ 2823181 w 2961438"/>
                <a:gd name="connsiteY356" fmla="*/ 229148 h 689379"/>
                <a:gd name="connsiteX357" fmla="*/ 2839395 w 2961438"/>
                <a:gd name="connsiteY357" fmla="*/ 229148 h 689379"/>
                <a:gd name="connsiteX358" fmla="*/ 2839395 w 2961438"/>
                <a:gd name="connsiteY358" fmla="*/ 278869 h 689379"/>
                <a:gd name="connsiteX359" fmla="*/ 2871822 w 2961438"/>
                <a:gd name="connsiteY359" fmla="*/ 278869 h 689379"/>
                <a:gd name="connsiteX360" fmla="*/ 2871822 w 2961438"/>
                <a:gd name="connsiteY360" fmla="*/ 252928 h 689379"/>
                <a:gd name="connsiteX361" fmla="*/ 2910329 w 2961438"/>
                <a:gd name="connsiteY361" fmla="*/ 252928 h 689379"/>
                <a:gd name="connsiteX362" fmla="*/ 2910329 w 2961438"/>
                <a:gd name="connsiteY362" fmla="*/ 222663 h 689379"/>
                <a:gd name="connsiteX363" fmla="*/ 2958970 w 2961438"/>
                <a:gd name="connsiteY363" fmla="*/ 222663 h 689379"/>
                <a:gd name="connsiteX364" fmla="*/ 2961438 w 2961438"/>
                <a:gd name="connsiteY364" fmla="*/ 689379 h 689379"/>
                <a:gd name="connsiteX365" fmla="*/ 2054 w 2961438"/>
                <a:gd name="connsiteY365" fmla="*/ 687046 h 689379"/>
                <a:gd name="connsiteX366" fmla="*/ 0 w 2961438"/>
                <a:gd name="connsiteY366" fmla="*/ 252928 h 689379"/>
                <a:gd name="connsiteX367" fmla="*/ 20267 w 2961438"/>
                <a:gd name="connsiteY367" fmla="*/ 252928 h 689379"/>
                <a:gd name="connsiteX368" fmla="*/ 20774 w 2961438"/>
                <a:gd name="connsiteY368" fmla="*/ 251847 h 689379"/>
                <a:gd name="connsiteX369" fmla="*/ 24320 w 2961438"/>
                <a:gd name="connsiteY369" fmla="*/ 244281 h 689379"/>
                <a:gd name="connsiteX370" fmla="*/ 26094 w 2961438"/>
                <a:gd name="connsiteY370" fmla="*/ 244551 h 689379"/>
                <a:gd name="connsiteX371" fmla="*/ 38507 w 2961438"/>
                <a:gd name="connsiteY371" fmla="*/ 246442 h 689379"/>
                <a:gd name="connsiteX372" fmla="*/ 39014 w 2961438"/>
                <a:gd name="connsiteY372" fmla="*/ 247794 h 689379"/>
                <a:gd name="connsiteX373" fmla="*/ 42560 w 2961438"/>
                <a:gd name="connsiteY373" fmla="*/ 257251 h 689379"/>
                <a:gd name="connsiteX374" fmla="*/ 68907 w 2961438"/>
                <a:gd name="connsiteY374" fmla="*/ 259413 h 689379"/>
                <a:gd name="connsiteX375" fmla="*/ 68907 w 2961438"/>
                <a:gd name="connsiteY375" fmla="*/ 136192 h 689379"/>
                <a:gd name="connsiteX376" fmla="*/ 70934 w 2961438"/>
                <a:gd name="connsiteY376" fmla="*/ 136192 h 689379"/>
                <a:gd name="connsiteX377" fmla="*/ 85121 w 2961438"/>
                <a:gd name="connsiteY377" fmla="*/ 136192 h 689379"/>
                <a:gd name="connsiteX378" fmla="*/ 85121 w 2961438"/>
                <a:gd name="connsiteY378" fmla="*/ 0 h 689379"/>
                <a:gd name="connsiteX379" fmla="*/ 86894 w 2961438"/>
                <a:gd name="connsiteY379" fmla="*/ 0 h 689379"/>
                <a:gd name="connsiteX380" fmla="*/ 99308 w 2961438"/>
                <a:gd name="connsiteY380" fmla="*/ 0 h 6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Lst>
              <a:rect l="l" t="t" r="r" b="b"/>
              <a:pathLst>
                <a:path w="2961438" h="689379">
                  <a:moveTo>
                    <a:pt x="99308" y="0"/>
                  </a:moveTo>
                  <a:lnTo>
                    <a:pt x="220909" y="0"/>
                  </a:lnTo>
                  <a:lnTo>
                    <a:pt x="223189" y="0"/>
                  </a:lnTo>
                  <a:lnTo>
                    <a:pt x="239150" y="0"/>
                  </a:lnTo>
                  <a:lnTo>
                    <a:pt x="239150" y="140515"/>
                  </a:lnTo>
                  <a:cubicBezTo>
                    <a:pt x="239160" y="140514"/>
                    <a:pt x="239272" y="140493"/>
                    <a:pt x="240670" y="140245"/>
                  </a:cubicBezTo>
                  <a:lnTo>
                    <a:pt x="251310" y="138354"/>
                  </a:lnTo>
                  <a:cubicBezTo>
                    <a:pt x="251310" y="138376"/>
                    <a:pt x="251280" y="139710"/>
                    <a:pt x="249283" y="226986"/>
                  </a:cubicBezTo>
                  <a:cubicBezTo>
                    <a:pt x="249293" y="226988"/>
                    <a:pt x="249404" y="227008"/>
                    <a:pt x="250803" y="227257"/>
                  </a:cubicBezTo>
                  <a:lnTo>
                    <a:pt x="261443" y="229148"/>
                  </a:lnTo>
                  <a:cubicBezTo>
                    <a:pt x="261445" y="229155"/>
                    <a:pt x="261465" y="229219"/>
                    <a:pt x="261696" y="229959"/>
                  </a:cubicBezTo>
                  <a:lnTo>
                    <a:pt x="263470" y="235634"/>
                  </a:lnTo>
                  <a:cubicBezTo>
                    <a:pt x="263472" y="235625"/>
                    <a:pt x="263517" y="235482"/>
                    <a:pt x="264230" y="233202"/>
                  </a:cubicBezTo>
                  <a:lnTo>
                    <a:pt x="269550" y="216178"/>
                  </a:lnTo>
                  <a:lnTo>
                    <a:pt x="271323" y="216178"/>
                  </a:lnTo>
                  <a:lnTo>
                    <a:pt x="283737" y="216178"/>
                  </a:lnTo>
                  <a:lnTo>
                    <a:pt x="283737" y="248604"/>
                  </a:lnTo>
                  <a:cubicBezTo>
                    <a:pt x="283743" y="248609"/>
                    <a:pt x="283820" y="248649"/>
                    <a:pt x="284750" y="249145"/>
                  </a:cubicBezTo>
                  <a:lnTo>
                    <a:pt x="291844" y="252928"/>
                  </a:lnTo>
                  <a:lnTo>
                    <a:pt x="291844" y="254279"/>
                  </a:lnTo>
                  <a:lnTo>
                    <a:pt x="291844" y="263737"/>
                  </a:lnTo>
                  <a:lnTo>
                    <a:pt x="336431" y="263737"/>
                  </a:lnTo>
                  <a:lnTo>
                    <a:pt x="336431" y="264818"/>
                  </a:lnTo>
                  <a:lnTo>
                    <a:pt x="336431" y="272384"/>
                  </a:lnTo>
                  <a:lnTo>
                    <a:pt x="338457" y="272384"/>
                  </a:lnTo>
                  <a:lnTo>
                    <a:pt x="352644" y="272384"/>
                  </a:lnTo>
                  <a:lnTo>
                    <a:pt x="352644" y="242119"/>
                  </a:lnTo>
                  <a:lnTo>
                    <a:pt x="397231" y="242119"/>
                  </a:lnTo>
                  <a:lnTo>
                    <a:pt x="397231" y="240768"/>
                  </a:lnTo>
                  <a:lnTo>
                    <a:pt x="397231" y="231310"/>
                  </a:lnTo>
                  <a:lnTo>
                    <a:pt x="398245" y="231310"/>
                  </a:lnTo>
                  <a:lnTo>
                    <a:pt x="405338" y="231310"/>
                  </a:lnTo>
                  <a:lnTo>
                    <a:pt x="405338" y="229419"/>
                  </a:lnTo>
                  <a:lnTo>
                    <a:pt x="405338" y="216178"/>
                  </a:lnTo>
                  <a:lnTo>
                    <a:pt x="406098" y="216178"/>
                  </a:lnTo>
                  <a:lnTo>
                    <a:pt x="411418" y="216178"/>
                  </a:lnTo>
                  <a:lnTo>
                    <a:pt x="411418" y="215097"/>
                  </a:lnTo>
                  <a:lnTo>
                    <a:pt x="411418" y="207530"/>
                  </a:lnTo>
                  <a:lnTo>
                    <a:pt x="413445" y="207530"/>
                  </a:lnTo>
                  <a:lnTo>
                    <a:pt x="427632" y="207530"/>
                  </a:lnTo>
                  <a:lnTo>
                    <a:pt x="427632" y="208611"/>
                  </a:lnTo>
                  <a:lnTo>
                    <a:pt x="427632" y="216178"/>
                  </a:lnTo>
                  <a:lnTo>
                    <a:pt x="449925" y="216178"/>
                  </a:lnTo>
                  <a:lnTo>
                    <a:pt x="449925" y="214286"/>
                  </a:lnTo>
                  <a:lnTo>
                    <a:pt x="449925" y="201045"/>
                  </a:lnTo>
                  <a:lnTo>
                    <a:pt x="451699" y="201045"/>
                  </a:lnTo>
                  <a:lnTo>
                    <a:pt x="464112" y="201045"/>
                  </a:lnTo>
                  <a:lnTo>
                    <a:pt x="464112" y="224825"/>
                  </a:lnTo>
                  <a:lnTo>
                    <a:pt x="465126" y="224825"/>
                  </a:lnTo>
                  <a:lnTo>
                    <a:pt x="472219" y="224825"/>
                  </a:lnTo>
                  <a:lnTo>
                    <a:pt x="472219" y="223744"/>
                  </a:lnTo>
                  <a:lnTo>
                    <a:pt x="472219" y="216178"/>
                  </a:lnTo>
                  <a:lnTo>
                    <a:pt x="473992" y="216178"/>
                  </a:lnTo>
                  <a:lnTo>
                    <a:pt x="486406" y="216178"/>
                  </a:lnTo>
                  <a:lnTo>
                    <a:pt x="486406" y="242119"/>
                  </a:lnTo>
                  <a:lnTo>
                    <a:pt x="488433" y="242119"/>
                  </a:lnTo>
                  <a:lnTo>
                    <a:pt x="502619" y="242119"/>
                  </a:lnTo>
                  <a:lnTo>
                    <a:pt x="502619" y="243740"/>
                  </a:lnTo>
                  <a:lnTo>
                    <a:pt x="502619" y="255090"/>
                  </a:lnTo>
                  <a:lnTo>
                    <a:pt x="503379" y="255090"/>
                  </a:lnTo>
                  <a:lnTo>
                    <a:pt x="508700" y="255090"/>
                  </a:lnTo>
                  <a:lnTo>
                    <a:pt x="508700" y="254279"/>
                  </a:lnTo>
                  <a:lnTo>
                    <a:pt x="508700" y="248604"/>
                  </a:lnTo>
                  <a:lnTo>
                    <a:pt x="539100" y="248604"/>
                  </a:lnTo>
                  <a:lnTo>
                    <a:pt x="539100" y="272384"/>
                  </a:lnTo>
                  <a:lnTo>
                    <a:pt x="540113" y="272384"/>
                  </a:lnTo>
                  <a:lnTo>
                    <a:pt x="547207" y="272384"/>
                  </a:lnTo>
                  <a:lnTo>
                    <a:pt x="547207" y="273465"/>
                  </a:lnTo>
                  <a:lnTo>
                    <a:pt x="547207" y="281031"/>
                  </a:lnTo>
                  <a:lnTo>
                    <a:pt x="547967" y="281031"/>
                  </a:lnTo>
                  <a:lnTo>
                    <a:pt x="553287" y="281031"/>
                  </a:lnTo>
                  <a:lnTo>
                    <a:pt x="553287" y="278869"/>
                  </a:lnTo>
                  <a:lnTo>
                    <a:pt x="553287" y="263737"/>
                  </a:lnTo>
                  <a:lnTo>
                    <a:pt x="554300" y="263737"/>
                  </a:lnTo>
                  <a:lnTo>
                    <a:pt x="561394" y="263737"/>
                  </a:lnTo>
                  <a:lnTo>
                    <a:pt x="561394" y="264818"/>
                  </a:lnTo>
                  <a:lnTo>
                    <a:pt x="561394" y="272384"/>
                  </a:lnTo>
                  <a:lnTo>
                    <a:pt x="566714" y="270391"/>
                  </a:lnTo>
                  <a:cubicBezTo>
                    <a:pt x="567474" y="270019"/>
                    <a:pt x="567474" y="269817"/>
                    <a:pt x="567474" y="269411"/>
                  </a:cubicBezTo>
                  <a:lnTo>
                    <a:pt x="567474" y="263737"/>
                  </a:lnTo>
                  <a:lnTo>
                    <a:pt x="605981" y="263737"/>
                  </a:lnTo>
                  <a:lnTo>
                    <a:pt x="605981" y="287516"/>
                  </a:lnTo>
                  <a:lnTo>
                    <a:pt x="608007" y="287516"/>
                  </a:lnTo>
                  <a:lnTo>
                    <a:pt x="622194" y="287516"/>
                  </a:lnTo>
                  <a:lnTo>
                    <a:pt x="622194" y="288597"/>
                  </a:lnTo>
                  <a:lnTo>
                    <a:pt x="622194" y="296163"/>
                  </a:lnTo>
                  <a:lnTo>
                    <a:pt x="623968" y="296163"/>
                  </a:lnTo>
                  <a:lnTo>
                    <a:pt x="636381" y="296163"/>
                  </a:lnTo>
                  <a:lnTo>
                    <a:pt x="636381" y="272384"/>
                  </a:lnTo>
                  <a:lnTo>
                    <a:pt x="637394" y="272384"/>
                  </a:lnTo>
                  <a:lnTo>
                    <a:pt x="644488" y="272384"/>
                  </a:lnTo>
                  <a:lnTo>
                    <a:pt x="644488" y="239957"/>
                  </a:lnTo>
                  <a:lnTo>
                    <a:pt x="645501" y="239957"/>
                  </a:lnTo>
                  <a:lnTo>
                    <a:pt x="652595" y="239957"/>
                  </a:lnTo>
                  <a:lnTo>
                    <a:pt x="652595" y="238066"/>
                  </a:lnTo>
                  <a:lnTo>
                    <a:pt x="652595" y="224825"/>
                  </a:lnTo>
                  <a:cubicBezTo>
                    <a:pt x="650568" y="224825"/>
                    <a:pt x="650568" y="224825"/>
                    <a:pt x="651328" y="223203"/>
                  </a:cubicBezTo>
                  <a:lnTo>
                    <a:pt x="656648" y="211854"/>
                  </a:lnTo>
                  <a:cubicBezTo>
                    <a:pt x="656653" y="211871"/>
                    <a:pt x="656848" y="212545"/>
                    <a:pt x="664755" y="239957"/>
                  </a:cubicBezTo>
                  <a:lnTo>
                    <a:pt x="665515" y="239957"/>
                  </a:lnTo>
                  <a:lnTo>
                    <a:pt x="670835" y="239957"/>
                  </a:lnTo>
                  <a:lnTo>
                    <a:pt x="670835" y="134030"/>
                  </a:lnTo>
                  <a:lnTo>
                    <a:pt x="672355" y="134030"/>
                  </a:lnTo>
                  <a:lnTo>
                    <a:pt x="682995" y="134030"/>
                  </a:lnTo>
                  <a:lnTo>
                    <a:pt x="682995" y="86471"/>
                  </a:lnTo>
                  <a:lnTo>
                    <a:pt x="709342" y="86471"/>
                  </a:lnTo>
                  <a:lnTo>
                    <a:pt x="709342" y="64853"/>
                  </a:lnTo>
                  <a:lnTo>
                    <a:pt x="743796" y="64853"/>
                  </a:lnTo>
                  <a:lnTo>
                    <a:pt x="743796" y="67285"/>
                  </a:lnTo>
                  <a:lnTo>
                    <a:pt x="743796" y="84309"/>
                  </a:lnTo>
                  <a:lnTo>
                    <a:pt x="746076" y="84309"/>
                  </a:lnTo>
                  <a:lnTo>
                    <a:pt x="762036" y="84309"/>
                  </a:lnTo>
                  <a:lnTo>
                    <a:pt x="762036" y="131868"/>
                  </a:lnTo>
                  <a:lnTo>
                    <a:pt x="763049" y="131868"/>
                  </a:lnTo>
                  <a:lnTo>
                    <a:pt x="770143" y="131868"/>
                  </a:lnTo>
                  <a:lnTo>
                    <a:pt x="784330" y="136192"/>
                  </a:lnTo>
                  <a:lnTo>
                    <a:pt x="784330" y="175104"/>
                  </a:lnTo>
                  <a:lnTo>
                    <a:pt x="785343" y="175104"/>
                  </a:lnTo>
                  <a:lnTo>
                    <a:pt x="792436" y="175104"/>
                  </a:lnTo>
                  <a:lnTo>
                    <a:pt x="792436" y="176725"/>
                  </a:lnTo>
                  <a:lnTo>
                    <a:pt x="792436" y="188074"/>
                  </a:lnTo>
                  <a:lnTo>
                    <a:pt x="794463" y="188074"/>
                  </a:lnTo>
                  <a:lnTo>
                    <a:pt x="808650" y="188074"/>
                  </a:lnTo>
                  <a:lnTo>
                    <a:pt x="814730" y="194560"/>
                  </a:lnTo>
                  <a:lnTo>
                    <a:pt x="814730" y="216178"/>
                  </a:lnTo>
                  <a:lnTo>
                    <a:pt x="817010" y="216178"/>
                  </a:lnTo>
                  <a:lnTo>
                    <a:pt x="832970" y="216178"/>
                  </a:lnTo>
                  <a:lnTo>
                    <a:pt x="832970" y="217258"/>
                  </a:lnTo>
                  <a:lnTo>
                    <a:pt x="832970" y="224825"/>
                  </a:lnTo>
                  <a:lnTo>
                    <a:pt x="834237" y="224825"/>
                  </a:lnTo>
                  <a:lnTo>
                    <a:pt x="843104" y="224825"/>
                  </a:lnTo>
                  <a:lnTo>
                    <a:pt x="843104" y="226986"/>
                  </a:lnTo>
                  <a:lnTo>
                    <a:pt x="843104" y="242119"/>
                  </a:lnTo>
                  <a:cubicBezTo>
                    <a:pt x="847157" y="242119"/>
                    <a:pt x="847157" y="242119"/>
                    <a:pt x="847157" y="240227"/>
                  </a:cubicBezTo>
                  <a:lnTo>
                    <a:pt x="847157" y="226986"/>
                  </a:lnTo>
                  <a:lnTo>
                    <a:pt x="848170" y="226986"/>
                  </a:lnTo>
                  <a:lnTo>
                    <a:pt x="855264" y="226986"/>
                  </a:lnTo>
                  <a:lnTo>
                    <a:pt x="855264" y="228608"/>
                  </a:lnTo>
                  <a:lnTo>
                    <a:pt x="855264" y="239957"/>
                  </a:lnTo>
                  <a:lnTo>
                    <a:pt x="856024" y="239957"/>
                  </a:lnTo>
                  <a:lnTo>
                    <a:pt x="861344" y="239957"/>
                  </a:lnTo>
                  <a:cubicBezTo>
                    <a:pt x="861344" y="235634"/>
                    <a:pt x="861344" y="235634"/>
                    <a:pt x="909984" y="235634"/>
                  </a:cubicBezTo>
                  <a:lnTo>
                    <a:pt x="909984" y="236985"/>
                  </a:lnTo>
                  <a:lnTo>
                    <a:pt x="909984" y="246442"/>
                  </a:lnTo>
                  <a:lnTo>
                    <a:pt x="910744" y="246442"/>
                  </a:lnTo>
                  <a:lnTo>
                    <a:pt x="916065" y="246442"/>
                  </a:lnTo>
                  <a:lnTo>
                    <a:pt x="916065" y="248604"/>
                  </a:lnTo>
                  <a:lnTo>
                    <a:pt x="916065" y="263737"/>
                  </a:lnTo>
                  <a:cubicBezTo>
                    <a:pt x="916073" y="263733"/>
                    <a:pt x="916189" y="263655"/>
                    <a:pt x="918091" y="262386"/>
                  </a:cubicBezTo>
                  <a:lnTo>
                    <a:pt x="932278" y="252928"/>
                  </a:lnTo>
                  <a:cubicBezTo>
                    <a:pt x="932280" y="252909"/>
                    <a:pt x="932411" y="252034"/>
                    <a:pt x="938358" y="211854"/>
                  </a:cubicBezTo>
                  <a:cubicBezTo>
                    <a:pt x="938367" y="211852"/>
                    <a:pt x="938436" y="211826"/>
                    <a:pt x="939118" y="211584"/>
                  </a:cubicBezTo>
                  <a:lnTo>
                    <a:pt x="944438" y="209692"/>
                  </a:lnTo>
                  <a:cubicBezTo>
                    <a:pt x="944438" y="209676"/>
                    <a:pt x="944471" y="208615"/>
                    <a:pt x="946465" y="140515"/>
                  </a:cubicBezTo>
                  <a:cubicBezTo>
                    <a:pt x="946465" y="140533"/>
                    <a:pt x="946498" y="141624"/>
                    <a:pt x="948492" y="209692"/>
                  </a:cubicBezTo>
                  <a:cubicBezTo>
                    <a:pt x="948501" y="209695"/>
                    <a:pt x="948572" y="209720"/>
                    <a:pt x="949252" y="209962"/>
                  </a:cubicBezTo>
                  <a:lnTo>
                    <a:pt x="954572" y="211854"/>
                  </a:lnTo>
                  <a:lnTo>
                    <a:pt x="954572" y="125383"/>
                  </a:lnTo>
                  <a:cubicBezTo>
                    <a:pt x="958625" y="125383"/>
                    <a:pt x="958625" y="125383"/>
                    <a:pt x="958625" y="92956"/>
                  </a:cubicBezTo>
                  <a:lnTo>
                    <a:pt x="997132" y="92956"/>
                  </a:lnTo>
                  <a:lnTo>
                    <a:pt x="997132" y="125383"/>
                  </a:lnTo>
                  <a:lnTo>
                    <a:pt x="997892" y="125383"/>
                  </a:lnTo>
                  <a:lnTo>
                    <a:pt x="1003212" y="125383"/>
                  </a:lnTo>
                  <a:lnTo>
                    <a:pt x="1003212" y="43235"/>
                  </a:lnTo>
                  <a:lnTo>
                    <a:pt x="1004986" y="43235"/>
                  </a:lnTo>
                  <a:lnTo>
                    <a:pt x="1017399" y="43235"/>
                  </a:lnTo>
                  <a:lnTo>
                    <a:pt x="1017399" y="41344"/>
                  </a:lnTo>
                  <a:lnTo>
                    <a:pt x="1017399" y="28103"/>
                  </a:lnTo>
                  <a:lnTo>
                    <a:pt x="1039693" y="28103"/>
                  </a:lnTo>
                  <a:lnTo>
                    <a:pt x="1039693" y="27022"/>
                  </a:lnTo>
                  <a:lnTo>
                    <a:pt x="1039693" y="19456"/>
                  </a:lnTo>
                  <a:lnTo>
                    <a:pt x="1041466" y="19456"/>
                  </a:lnTo>
                  <a:lnTo>
                    <a:pt x="1053880" y="19456"/>
                  </a:lnTo>
                  <a:lnTo>
                    <a:pt x="1053880" y="20537"/>
                  </a:lnTo>
                  <a:lnTo>
                    <a:pt x="1053880" y="28103"/>
                  </a:lnTo>
                  <a:lnTo>
                    <a:pt x="1054640" y="28103"/>
                  </a:lnTo>
                  <a:lnTo>
                    <a:pt x="1059960" y="28103"/>
                  </a:lnTo>
                  <a:lnTo>
                    <a:pt x="1070093" y="23779"/>
                  </a:lnTo>
                  <a:lnTo>
                    <a:pt x="1074146" y="27022"/>
                  </a:lnTo>
                  <a:lnTo>
                    <a:pt x="1074146" y="19456"/>
                  </a:lnTo>
                  <a:lnTo>
                    <a:pt x="1076426" y="19456"/>
                  </a:lnTo>
                  <a:lnTo>
                    <a:pt x="1092387" y="19456"/>
                  </a:lnTo>
                  <a:lnTo>
                    <a:pt x="1092387" y="20537"/>
                  </a:lnTo>
                  <a:lnTo>
                    <a:pt x="1092387" y="28103"/>
                  </a:lnTo>
                  <a:lnTo>
                    <a:pt x="1122787" y="28103"/>
                  </a:lnTo>
                  <a:lnTo>
                    <a:pt x="1122787" y="29724"/>
                  </a:lnTo>
                  <a:lnTo>
                    <a:pt x="1122787" y="41074"/>
                  </a:lnTo>
                  <a:lnTo>
                    <a:pt x="1149134" y="41074"/>
                  </a:lnTo>
                  <a:lnTo>
                    <a:pt x="1149134" y="71338"/>
                  </a:lnTo>
                  <a:lnTo>
                    <a:pt x="1149894" y="71338"/>
                  </a:lnTo>
                  <a:lnTo>
                    <a:pt x="1155214" y="71338"/>
                  </a:lnTo>
                  <a:lnTo>
                    <a:pt x="1155214" y="72419"/>
                  </a:lnTo>
                  <a:lnTo>
                    <a:pt x="1155214" y="79986"/>
                  </a:lnTo>
                  <a:cubicBezTo>
                    <a:pt x="1159268" y="79986"/>
                    <a:pt x="1159268" y="79986"/>
                    <a:pt x="1159268" y="110250"/>
                  </a:cubicBezTo>
                  <a:lnTo>
                    <a:pt x="1160028" y="110250"/>
                  </a:lnTo>
                  <a:lnTo>
                    <a:pt x="1165348" y="110250"/>
                  </a:lnTo>
                  <a:lnTo>
                    <a:pt x="1165348" y="111061"/>
                  </a:lnTo>
                  <a:lnTo>
                    <a:pt x="1165348" y="116736"/>
                  </a:lnTo>
                  <a:lnTo>
                    <a:pt x="1166361" y="116736"/>
                  </a:lnTo>
                  <a:lnTo>
                    <a:pt x="1173454" y="116736"/>
                  </a:lnTo>
                  <a:lnTo>
                    <a:pt x="1173454" y="147001"/>
                  </a:lnTo>
                  <a:lnTo>
                    <a:pt x="1175481" y="147001"/>
                  </a:lnTo>
                  <a:lnTo>
                    <a:pt x="1189668" y="147001"/>
                  </a:lnTo>
                  <a:lnTo>
                    <a:pt x="1189668" y="170780"/>
                  </a:lnTo>
                  <a:cubicBezTo>
                    <a:pt x="1191695" y="170780"/>
                    <a:pt x="1191695" y="170780"/>
                    <a:pt x="1191695" y="172401"/>
                  </a:cubicBezTo>
                  <a:lnTo>
                    <a:pt x="1191695" y="183751"/>
                  </a:lnTo>
                  <a:lnTo>
                    <a:pt x="1192455" y="183751"/>
                  </a:lnTo>
                  <a:lnTo>
                    <a:pt x="1197775" y="183751"/>
                  </a:lnTo>
                  <a:lnTo>
                    <a:pt x="1197775" y="207530"/>
                  </a:lnTo>
                  <a:lnTo>
                    <a:pt x="1199041" y="207530"/>
                  </a:lnTo>
                  <a:lnTo>
                    <a:pt x="1207908" y="207530"/>
                  </a:lnTo>
                  <a:cubicBezTo>
                    <a:pt x="1209935" y="209692"/>
                    <a:pt x="1209935" y="209692"/>
                    <a:pt x="1209935" y="211584"/>
                  </a:cubicBezTo>
                  <a:lnTo>
                    <a:pt x="1209935" y="224825"/>
                  </a:lnTo>
                  <a:cubicBezTo>
                    <a:pt x="1209940" y="224818"/>
                    <a:pt x="1210027" y="224711"/>
                    <a:pt x="1211455" y="222933"/>
                  </a:cubicBezTo>
                  <a:lnTo>
                    <a:pt x="1222095" y="209692"/>
                  </a:lnTo>
                  <a:lnTo>
                    <a:pt x="1250469" y="209692"/>
                  </a:lnTo>
                  <a:lnTo>
                    <a:pt x="1250469" y="296163"/>
                  </a:lnTo>
                  <a:lnTo>
                    <a:pt x="1251229" y="296163"/>
                  </a:lnTo>
                  <a:lnTo>
                    <a:pt x="1256549" y="296163"/>
                  </a:lnTo>
                  <a:cubicBezTo>
                    <a:pt x="1256553" y="296155"/>
                    <a:pt x="1256612" y="296055"/>
                    <a:pt x="1257309" y="294812"/>
                  </a:cubicBezTo>
                  <a:lnTo>
                    <a:pt x="1262629" y="285354"/>
                  </a:lnTo>
                  <a:lnTo>
                    <a:pt x="1262629" y="287246"/>
                  </a:lnTo>
                  <a:lnTo>
                    <a:pt x="1262629" y="300487"/>
                  </a:lnTo>
                  <a:cubicBezTo>
                    <a:pt x="1266682" y="300487"/>
                    <a:pt x="1266682" y="300487"/>
                    <a:pt x="1266682" y="255090"/>
                  </a:cubicBezTo>
                  <a:lnTo>
                    <a:pt x="1267442" y="255090"/>
                  </a:lnTo>
                  <a:lnTo>
                    <a:pt x="1272762" y="255090"/>
                  </a:lnTo>
                  <a:lnTo>
                    <a:pt x="1272762" y="190236"/>
                  </a:lnTo>
                  <a:lnTo>
                    <a:pt x="1273776" y="190236"/>
                  </a:lnTo>
                  <a:lnTo>
                    <a:pt x="1280869" y="190236"/>
                  </a:lnTo>
                  <a:cubicBezTo>
                    <a:pt x="1280875" y="190215"/>
                    <a:pt x="1281139" y="189275"/>
                    <a:pt x="1293029" y="147001"/>
                  </a:cubicBezTo>
                  <a:lnTo>
                    <a:pt x="1294296" y="147001"/>
                  </a:lnTo>
                  <a:lnTo>
                    <a:pt x="1303163" y="147001"/>
                  </a:lnTo>
                  <a:cubicBezTo>
                    <a:pt x="1303168" y="147024"/>
                    <a:pt x="1303394" y="147990"/>
                    <a:pt x="1313296" y="190236"/>
                  </a:cubicBezTo>
                  <a:lnTo>
                    <a:pt x="1314309" y="190236"/>
                  </a:lnTo>
                  <a:lnTo>
                    <a:pt x="1321403" y="190236"/>
                  </a:lnTo>
                  <a:lnTo>
                    <a:pt x="1321403" y="229148"/>
                  </a:lnTo>
                  <a:lnTo>
                    <a:pt x="1323176" y="229148"/>
                  </a:lnTo>
                  <a:lnTo>
                    <a:pt x="1335590" y="229148"/>
                  </a:lnTo>
                  <a:lnTo>
                    <a:pt x="1335590" y="231310"/>
                  </a:lnTo>
                  <a:lnTo>
                    <a:pt x="1335590" y="246442"/>
                  </a:lnTo>
                  <a:cubicBezTo>
                    <a:pt x="1339643" y="246442"/>
                    <a:pt x="1339643" y="246442"/>
                    <a:pt x="1339643" y="244281"/>
                  </a:cubicBezTo>
                  <a:lnTo>
                    <a:pt x="1339643" y="229148"/>
                  </a:lnTo>
                  <a:lnTo>
                    <a:pt x="1341163" y="229148"/>
                  </a:lnTo>
                  <a:lnTo>
                    <a:pt x="1351803" y="229148"/>
                  </a:lnTo>
                  <a:lnTo>
                    <a:pt x="1351803" y="230769"/>
                  </a:lnTo>
                  <a:lnTo>
                    <a:pt x="1351803" y="242119"/>
                  </a:lnTo>
                  <a:lnTo>
                    <a:pt x="1382204" y="242119"/>
                  </a:lnTo>
                  <a:lnTo>
                    <a:pt x="1382204" y="205369"/>
                  </a:lnTo>
                  <a:lnTo>
                    <a:pt x="1383470" y="205369"/>
                  </a:lnTo>
                  <a:lnTo>
                    <a:pt x="1392337" y="205369"/>
                  </a:lnTo>
                  <a:lnTo>
                    <a:pt x="1392337" y="226986"/>
                  </a:lnTo>
                  <a:cubicBezTo>
                    <a:pt x="1394364" y="226986"/>
                    <a:pt x="1394364" y="226986"/>
                    <a:pt x="1394364" y="194560"/>
                  </a:cubicBezTo>
                  <a:lnTo>
                    <a:pt x="1416657" y="194560"/>
                  </a:lnTo>
                  <a:lnTo>
                    <a:pt x="1416657" y="192938"/>
                  </a:lnTo>
                  <a:lnTo>
                    <a:pt x="1416657" y="181589"/>
                  </a:lnTo>
                  <a:lnTo>
                    <a:pt x="1417417" y="181589"/>
                  </a:lnTo>
                  <a:lnTo>
                    <a:pt x="1422737" y="181589"/>
                  </a:lnTo>
                  <a:lnTo>
                    <a:pt x="1422737" y="179698"/>
                  </a:lnTo>
                  <a:lnTo>
                    <a:pt x="1422737" y="166457"/>
                  </a:lnTo>
                  <a:lnTo>
                    <a:pt x="1426791" y="172942"/>
                  </a:lnTo>
                  <a:lnTo>
                    <a:pt x="1429071" y="172942"/>
                  </a:lnTo>
                  <a:lnTo>
                    <a:pt x="1445031" y="172942"/>
                  </a:lnTo>
                  <a:lnTo>
                    <a:pt x="1445031" y="172131"/>
                  </a:lnTo>
                  <a:lnTo>
                    <a:pt x="1445031" y="166457"/>
                  </a:lnTo>
                  <a:lnTo>
                    <a:pt x="1445791" y="166457"/>
                  </a:lnTo>
                  <a:lnTo>
                    <a:pt x="1451111" y="166457"/>
                  </a:lnTo>
                  <a:lnTo>
                    <a:pt x="1451111" y="167808"/>
                  </a:lnTo>
                  <a:lnTo>
                    <a:pt x="1451111" y="177266"/>
                  </a:lnTo>
                  <a:lnTo>
                    <a:pt x="1489618" y="177266"/>
                  </a:lnTo>
                  <a:lnTo>
                    <a:pt x="1489618" y="315619"/>
                  </a:lnTo>
                  <a:lnTo>
                    <a:pt x="1491138" y="315619"/>
                  </a:lnTo>
                  <a:lnTo>
                    <a:pt x="1501778" y="315619"/>
                  </a:lnTo>
                  <a:lnTo>
                    <a:pt x="1501778" y="302649"/>
                  </a:lnTo>
                  <a:lnTo>
                    <a:pt x="1505832" y="302649"/>
                  </a:lnTo>
                  <a:lnTo>
                    <a:pt x="1505832" y="315619"/>
                  </a:lnTo>
                  <a:lnTo>
                    <a:pt x="1536232" y="315619"/>
                  </a:lnTo>
                  <a:lnTo>
                    <a:pt x="1536232" y="285354"/>
                  </a:lnTo>
                  <a:lnTo>
                    <a:pt x="1548392" y="285354"/>
                  </a:lnTo>
                  <a:lnTo>
                    <a:pt x="1560552" y="283193"/>
                  </a:lnTo>
                  <a:cubicBezTo>
                    <a:pt x="1562579" y="283193"/>
                    <a:pt x="1562579" y="285354"/>
                    <a:pt x="1564606" y="285354"/>
                  </a:cubicBezTo>
                  <a:lnTo>
                    <a:pt x="1574739" y="285354"/>
                  </a:lnTo>
                  <a:lnTo>
                    <a:pt x="1574739" y="315619"/>
                  </a:lnTo>
                  <a:lnTo>
                    <a:pt x="1582846" y="315619"/>
                  </a:lnTo>
                  <a:lnTo>
                    <a:pt x="1582846" y="332914"/>
                  </a:lnTo>
                  <a:lnTo>
                    <a:pt x="1592182" y="333819"/>
                  </a:lnTo>
                  <a:lnTo>
                    <a:pt x="1605140" y="333819"/>
                  </a:lnTo>
                  <a:lnTo>
                    <a:pt x="1605140" y="317781"/>
                  </a:lnTo>
                  <a:lnTo>
                    <a:pt x="1673096" y="317781"/>
                  </a:lnTo>
                  <a:lnTo>
                    <a:pt x="1673096" y="232528"/>
                  </a:lnTo>
                  <a:lnTo>
                    <a:pt x="1745104" y="232528"/>
                  </a:lnTo>
                  <a:lnTo>
                    <a:pt x="1745104" y="311296"/>
                  </a:lnTo>
                  <a:lnTo>
                    <a:pt x="1747008" y="311296"/>
                  </a:lnTo>
                  <a:lnTo>
                    <a:pt x="1748250" y="333819"/>
                  </a:lnTo>
                  <a:lnTo>
                    <a:pt x="1757926" y="333819"/>
                  </a:lnTo>
                  <a:cubicBezTo>
                    <a:pt x="1758462" y="326605"/>
                    <a:pt x="1759168" y="318951"/>
                    <a:pt x="1759168" y="311296"/>
                  </a:cubicBezTo>
                  <a:lnTo>
                    <a:pt x="1765248" y="311296"/>
                  </a:lnTo>
                  <a:lnTo>
                    <a:pt x="1766490" y="333819"/>
                  </a:lnTo>
                  <a:lnTo>
                    <a:pt x="1817112" y="333819"/>
                  </a:lnTo>
                  <a:lnTo>
                    <a:pt x="1817112" y="170791"/>
                  </a:lnTo>
                  <a:lnTo>
                    <a:pt x="2014439" y="170791"/>
                  </a:lnTo>
                  <a:lnTo>
                    <a:pt x="2014439" y="333819"/>
                  </a:lnTo>
                  <a:lnTo>
                    <a:pt x="2033136" y="333819"/>
                  </a:lnTo>
                  <a:lnTo>
                    <a:pt x="2033136" y="251126"/>
                  </a:lnTo>
                  <a:lnTo>
                    <a:pt x="2128256" y="251126"/>
                  </a:lnTo>
                  <a:cubicBezTo>
                    <a:pt x="2152853" y="240257"/>
                    <a:pt x="2161167" y="196782"/>
                    <a:pt x="2180720" y="185913"/>
                  </a:cubicBezTo>
                  <a:lnTo>
                    <a:pt x="2245574" y="185913"/>
                  </a:lnTo>
                  <a:lnTo>
                    <a:pt x="2245574" y="261575"/>
                  </a:lnTo>
                  <a:lnTo>
                    <a:pt x="2253681" y="261575"/>
                  </a:lnTo>
                  <a:cubicBezTo>
                    <a:pt x="2253681" y="259413"/>
                    <a:pt x="2255708" y="257251"/>
                    <a:pt x="2255708" y="255090"/>
                  </a:cubicBezTo>
                  <a:lnTo>
                    <a:pt x="2261788" y="255090"/>
                  </a:lnTo>
                  <a:cubicBezTo>
                    <a:pt x="2261788" y="257251"/>
                    <a:pt x="2261788" y="259413"/>
                    <a:pt x="2263815" y="263737"/>
                  </a:cubicBezTo>
                  <a:lnTo>
                    <a:pt x="2275975" y="263737"/>
                  </a:lnTo>
                  <a:lnTo>
                    <a:pt x="2275975" y="257251"/>
                  </a:lnTo>
                  <a:lnTo>
                    <a:pt x="2298268" y="257251"/>
                  </a:lnTo>
                  <a:lnTo>
                    <a:pt x="2298268" y="263737"/>
                  </a:lnTo>
                  <a:lnTo>
                    <a:pt x="2318535" y="263737"/>
                  </a:lnTo>
                  <a:lnTo>
                    <a:pt x="2318535" y="309134"/>
                  </a:lnTo>
                  <a:lnTo>
                    <a:pt x="2332722" y="309134"/>
                  </a:lnTo>
                  <a:lnTo>
                    <a:pt x="2332722" y="296163"/>
                  </a:lnTo>
                  <a:lnTo>
                    <a:pt x="2348936" y="296163"/>
                  </a:lnTo>
                  <a:lnTo>
                    <a:pt x="2348936" y="116736"/>
                  </a:lnTo>
                  <a:lnTo>
                    <a:pt x="2355016" y="110250"/>
                  </a:lnTo>
                  <a:lnTo>
                    <a:pt x="2427977" y="110250"/>
                  </a:lnTo>
                  <a:lnTo>
                    <a:pt x="2427977" y="118898"/>
                  </a:lnTo>
                  <a:lnTo>
                    <a:pt x="2438110" y="118898"/>
                  </a:lnTo>
                  <a:lnTo>
                    <a:pt x="2438110" y="233472"/>
                  </a:lnTo>
                  <a:lnTo>
                    <a:pt x="2460404" y="233472"/>
                  </a:lnTo>
                  <a:lnTo>
                    <a:pt x="2460404" y="166457"/>
                  </a:lnTo>
                  <a:lnTo>
                    <a:pt x="2486751" y="166457"/>
                  </a:lnTo>
                  <a:cubicBezTo>
                    <a:pt x="2488777" y="166457"/>
                    <a:pt x="2488777" y="164295"/>
                    <a:pt x="2490804" y="162133"/>
                  </a:cubicBezTo>
                  <a:lnTo>
                    <a:pt x="2498911" y="162133"/>
                  </a:lnTo>
                  <a:cubicBezTo>
                    <a:pt x="2500937" y="164295"/>
                    <a:pt x="2500937" y="166457"/>
                    <a:pt x="2502964" y="166457"/>
                  </a:cubicBezTo>
                  <a:lnTo>
                    <a:pt x="2525258" y="166457"/>
                  </a:lnTo>
                  <a:lnTo>
                    <a:pt x="2525258" y="49721"/>
                  </a:lnTo>
                  <a:cubicBezTo>
                    <a:pt x="2525272" y="49718"/>
                    <a:pt x="2526139" y="49554"/>
                    <a:pt x="2582005" y="38912"/>
                  </a:cubicBezTo>
                  <a:lnTo>
                    <a:pt x="2582005" y="39993"/>
                  </a:lnTo>
                  <a:lnTo>
                    <a:pt x="2582005" y="47559"/>
                  </a:lnTo>
                  <a:lnTo>
                    <a:pt x="2608352" y="47559"/>
                  </a:lnTo>
                  <a:lnTo>
                    <a:pt x="2608352" y="302649"/>
                  </a:lnTo>
                  <a:lnTo>
                    <a:pt x="2630646" y="302649"/>
                  </a:lnTo>
                  <a:lnTo>
                    <a:pt x="2630646" y="298325"/>
                  </a:lnTo>
                  <a:lnTo>
                    <a:pt x="2642806" y="298325"/>
                  </a:lnTo>
                  <a:lnTo>
                    <a:pt x="2642806" y="302649"/>
                  </a:lnTo>
                  <a:lnTo>
                    <a:pt x="2667126" y="302649"/>
                  </a:lnTo>
                  <a:lnTo>
                    <a:pt x="2667126" y="289678"/>
                  </a:lnTo>
                  <a:lnTo>
                    <a:pt x="2695500" y="289678"/>
                  </a:lnTo>
                  <a:cubicBezTo>
                    <a:pt x="2699553" y="285354"/>
                    <a:pt x="2703607" y="285354"/>
                    <a:pt x="2707660" y="285354"/>
                  </a:cubicBezTo>
                  <a:cubicBezTo>
                    <a:pt x="2713740" y="289678"/>
                    <a:pt x="2721847" y="289678"/>
                    <a:pt x="2727927" y="289678"/>
                  </a:cubicBezTo>
                  <a:lnTo>
                    <a:pt x="2727927" y="272384"/>
                  </a:lnTo>
                  <a:lnTo>
                    <a:pt x="2736034" y="272384"/>
                  </a:lnTo>
                  <a:lnTo>
                    <a:pt x="2736034" y="259413"/>
                  </a:lnTo>
                  <a:lnTo>
                    <a:pt x="2792781" y="259413"/>
                  </a:lnTo>
                  <a:lnTo>
                    <a:pt x="2792781" y="229148"/>
                  </a:lnTo>
                  <a:lnTo>
                    <a:pt x="2811021" y="229148"/>
                  </a:lnTo>
                  <a:lnTo>
                    <a:pt x="2811021" y="222663"/>
                  </a:lnTo>
                  <a:lnTo>
                    <a:pt x="2823181" y="222663"/>
                  </a:lnTo>
                  <a:lnTo>
                    <a:pt x="2823181" y="229148"/>
                  </a:lnTo>
                  <a:lnTo>
                    <a:pt x="2839395" y="229148"/>
                  </a:lnTo>
                  <a:lnTo>
                    <a:pt x="2839395" y="278869"/>
                  </a:lnTo>
                  <a:lnTo>
                    <a:pt x="2871822" y="278869"/>
                  </a:lnTo>
                  <a:lnTo>
                    <a:pt x="2871822" y="252928"/>
                  </a:lnTo>
                  <a:lnTo>
                    <a:pt x="2910329" y="252928"/>
                  </a:lnTo>
                  <a:lnTo>
                    <a:pt x="2910329" y="222663"/>
                  </a:lnTo>
                  <a:lnTo>
                    <a:pt x="2958970" y="222663"/>
                  </a:lnTo>
                  <a:cubicBezTo>
                    <a:pt x="2959793" y="378235"/>
                    <a:pt x="2960615" y="533807"/>
                    <a:pt x="2961438" y="689379"/>
                  </a:cubicBezTo>
                  <a:lnTo>
                    <a:pt x="2054" y="687046"/>
                  </a:lnTo>
                  <a:cubicBezTo>
                    <a:pt x="1369" y="539482"/>
                    <a:pt x="685" y="400492"/>
                    <a:pt x="0" y="252928"/>
                  </a:cubicBezTo>
                  <a:lnTo>
                    <a:pt x="20267" y="252928"/>
                  </a:lnTo>
                  <a:cubicBezTo>
                    <a:pt x="20271" y="252922"/>
                    <a:pt x="20308" y="252840"/>
                    <a:pt x="20774" y="251847"/>
                  </a:cubicBezTo>
                  <a:lnTo>
                    <a:pt x="24320" y="244281"/>
                  </a:lnTo>
                  <a:cubicBezTo>
                    <a:pt x="24329" y="244282"/>
                    <a:pt x="24442" y="244300"/>
                    <a:pt x="26094" y="244551"/>
                  </a:cubicBezTo>
                  <a:lnTo>
                    <a:pt x="38507" y="246442"/>
                  </a:lnTo>
                  <a:cubicBezTo>
                    <a:pt x="38510" y="246452"/>
                    <a:pt x="38548" y="246553"/>
                    <a:pt x="39014" y="247794"/>
                  </a:cubicBezTo>
                  <a:lnTo>
                    <a:pt x="42560" y="257251"/>
                  </a:lnTo>
                  <a:cubicBezTo>
                    <a:pt x="42574" y="257252"/>
                    <a:pt x="43170" y="257302"/>
                    <a:pt x="68907" y="259413"/>
                  </a:cubicBezTo>
                  <a:lnTo>
                    <a:pt x="68907" y="136192"/>
                  </a:lnTo>
                  <a:lnTo>
                    <a:pt x="70934" y="136192"/>
                  </a:lnTo>
                  <a:lnTo>
                    <a:pt x="85121" y="136192"/>
                  </a:lnTo>
                  <a:lnTo>
                    <a:pt x="85121" y="0"/>
                  </a:lnTo>
                  <a:lnTo>
                    <a:pt x="86894" y="0"/>
                  </a:lnTo>
                  <a:lnTo>
                    <a:pt x="99308"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7" name="자유형: 도형 52">
              <a:extLst>
                <a:ext uri="{FF2B5EF4-FFF2-40B4-BE49-F238E27FC236}">
                  <a16:creationId xmlns:a16="http://schemas.microsoft.com/office/drawing/2014/main" id="{43E6FB1E-F20A-4BA7-C575-D8E811403772}"/>
                </a:ext>
              </a:extLst>
            </p:cNvPr>
            <p:cNvSpPr/>
            <p:nvPr/>
          </p:nvSpPr>
          <p:spPr>
            <a:xfrm>
              <a:off x="8996212" y="1412530"/>
              <a:ext cx="3195788" cy="1160647"/>
            </a:xfrm>
            <a:custGeom>
              <a:avLst/>
              <a:gdLst>
                <a:gd name="connsiteX0" fmla="*/ 160109 w 3195788"/>
                <a:gd name="connsiteY0" fmla="*/ 0 h 1160647"/>
                <a:gd name="connsiteX1" fmla="*/ 162135 w 3195788"/>
                <a:gd name="connsiteY1" fmla="*/ 246443 h 1160647"/>
                <a:gd name="connsiteX2" fmla="*/ 200642 w 3195788"/>
                <a:gd name="connsiteY2" fmla="*/ 326429 h 1160647"/>
                <a:gd name="connsiteX3" fmla="*/ 202669 w 3195788"/>
                <a:gd name="connsiteY3" fmla="*/ 326429 h 1160647"/>
                <a:gd name="connsiteX4" fmla="*/ 216856 w 3195788"/>
                <a:gd name="connsiteY4" fmla="*/ 326429 h 1160647"/>
                <a:gd name="connsiteX5" fmla="*/ 216856 w 3195788"/>
                <a:gd name="connsiteY5" fmla="*/ 350208 h 1160647"/>
                <a:gd name="connsiteX6" fmla="*/ 217363 w 3195788"/>
                <a:gd name="connsiteY6" fmla="*/ 351019 h 1160647"/>
                <a:gd name="connsiteX7" fmla="*/ 220909 w 3195788"/>
                <a:gd name="connsiteY7" fmla="*/ 356694 h 1160647"/>
                <a:gd name="connsiteX8" fmla="*/ 220909 w 3195788"/>
                <a:gd name="connsiteY8" fmla="*/ 471268 h 1160647"/>
                <a:gd name="connsiteX9" fmla="*/ 223189 w 3195788"/>
                <a:gd name="connsiteY9" fmla="*/ 471268 h 1160647"/>
                <a:gd name="connsiteX10" fmla="*/ 239150 w 3195788"/>
                <a:gd name="connsiteY10" fmla="*/ 471268 h 1160647"/>
                <a:gd name="connsiteX11" fmla="*/ 239150 w 3195788"/>
                <a:gd name="connsiteY11" fmla="*/ 611783 h 1160647"/>
                <a:gd name="connsiteX12" fmla="*/ 240670 w 3195788"/>
                <a:gd name="connsiteY12" fmla="*/ 611513 h 1160647"/>
                <a:gd name="connsiteX13" fmla="*/ 251310 w 3195788"/>
                <a:gd name="connsiteY13" fmla="*/ 609622 h 1160647"/>
                <a:gd name="connsiteX14" fmla="*/ 249283 w 3195788"/>
                <a:gd name="connsiteY14" fmla="*/ 698254 h 1160647"/>
                <a:gd name="connsiteX15" fmla="*/ 250803 w 3195788"/>
                <a:gd name="connsiteY15" fmla="*/ 698525 h 1160647"/>
                <a:gd name="connsiteX16" fmla="*/ 261443 w 3195788"/>
                <a:gd name="connsiteY16" fmla="*/ 700416 h 1160647"/>
                <a:gd name="connsiteX17" fmla="*/ 261696 w 3195788"/>
                <a:gd name="connsiteY17" fmla="*/ 701227 h 1160647"/>
                <a:gd name="connsiteX18" fmla="*/ 263470 w 3195788"/>
                <a:gd name="connsiteY18" fmla="*/ 706902 h 1160647"/>
                <a:gd name="connsiteX19" fmla="*/ 264230 w 3195788"/>
                <a:gd name="connsiteY19" fmla="*/ 704470 h 1160647"/>
                <a:gd name="connsiteX20" fmla="*/ 269550 w 3195788"/>
                <a:gd name="connsiteY20" fmla="*/ 687446 h 1160647"/>
                <a:gd name="connsiteX21" fmla="*/ 271323 w 3195788"/>
                <a:gd name="connsiteY21" fmla="*/ 687446 h 1160647"/>
                <a:gd name="connsiteX22" fmla="*/ 283737 w 3195788"/>
                <a:gd name="connsiteY22" fmla="*/ 687446 h 1160647"/>
                <a:gd name="connsiteX23" fmla="*/ 283737 w 3195788"/>
                <a:gd name="connsiteY23" fmla="*/ 719872 h 1160647"/>
                <a:gd name="connsiteX24" fmla="*/ 284750 w 3195788"/>
                <a:gd name="connsiteY24" fmla="*/ 720413 h 1160647"/>
                <a:gd name="connsiteX25" fmla="*/ 291844 w 3195788"/>
                <a:gd name="connsiteY25" fmla="*/ 724196 h 1160647"/>
                <a:gd name="connsiteX26" fmla="*/ 291844 w 3195788"/>
                <a:gd name="connsiteY26" fmla="*/ 725547 h 1160647"/>
                <a:gd name="connsiteX27" fmla="*/ 291844 w 3195788"/>
                <a:gd name="connsiteY27" fmla="*/ 735005 h 1160647"/>
                <a:gd name="connsiteX28" fmla="*/ 336431 w 3195788"/>
                <a:gd name="connsiteY28" fmla="*/ 735005 h 1160647"/>
                <a:gd name="connsiteX29" fmla="*/ 336431 w 3195788"/>
                <a:gd name="connsiteY29" fmla="*/ 736086 h 1160647"/>
                <a:gd name="connsiteX30" fmla="*/ 336431 w 3195788"/>
                <a:gd name="connsiteY30" fmla="*/ 743652 h 1160647"/>
                <a:gd name="connsiteX31" fmla="*/ 338457 w 3195788"/>
                <a:gd name="connsiteY31" fmla="*/ 743652 h 1160647"/>
                <a:gd name="connsiteX32" fmla="*/ 352644 w 3195788"/>
                <a:gd name="connsiteY32" fmla="*/ 743652 h 1160647"/>
                <a:gd name="connsiteX33" fmla="*/ 352644 w 3195788"/>
                <a:gd name="connsiteY33" fmla="*/ 713387 h 1160647"/>
                <a:gd name="connsiteX34" fmla="*/ 397231 w 3195788"/>
                <a:gd name="connsiteY34" fmla="*/ 713387 h 1160647"/>
                <a:gd name="connsiteX35" fmla="*/ 397231 w 3195788"/>
                <a:gd name="connsiteY35" fmla="*/ 712036 h 1160647"/>
                <a:gd name="connsiteX36" fmla="*/ 397231 w 3195788"/>
                <a:gd name="connsiteY36" fmla="*/ 702578 h 1160647"/>
                <a:gd name="connsiteX37" fmla="*/ 398245 w 3195788"/>
                <a:gd name="connsiteY37" fmla="*/ 702578 h 1160647"/>
                <a:gd name="connsiteX38" fmla="*/ 405338 w 3195788"/>
                <a:gd name="connsiteY38" fmla="*/ 702578 h 1160647"/>
                <a:gd name="connsiteX39" fmla="*/ 405338 w 3195788"/>
                <a:gd name="connsiteY39" fmla="*/ 700687 h 1160647"/>
                <a:gd name="connsiteX40" fmla="*/ 405338 w 3195788"/>
                <a:gd name="connsiteY40" fmla="*/ 687446 h 1160647"/>
                <a:gd name="connsiteX41" fmla="*/ 406098 w 3195788"/>
                <a:gd name="connsiteY41" fmla="*/ 687446 h 1160647"/>
                <a:gd name="connsiteX42" fmla="*/ 411418 w 3195788"/>
                <a:gd name="connsiteY42" fmla="*/ 687446 h 1160647"/>
                <a:gd name="connsiteX43" fmla="*/ 411418 w 3195788"/>
                <a:gd name="connsiteY43" fmla="*/ 686365 h 1160647"/>
                <a:gd name="connsiteX44" fmla="*/ 411418 w 3195788"/>
                <a:gd name="connsiteY44" fmla="*/ 678798 h 1160647"/>
                <a:gd name="connsiteX45" fmla="*/ 413445 w 3195788"/>
                <a:gd name="connsiteY45" fmla="*/ 678798 h 1160647"/>
                <a:gd name="connsiteX46" fmla="*/ 427632 w 3195788"/>
                <a:gd name="connsiteY46" fmla="*/ 678798 h 1160647"/>
                <a:gd name="connsiteX47" fmla="*/ 427632 w 3195788"/>
                <a:gd name="connsiteY47" fmla="*/ 679879 h 1160647"/>
                <a:gd name="connsiteX48" fmla="*/ 427632 w 3195788"/>
                <a:gd name="connsiteY48" fmla="*/ 687446 h 1160647"/>
                <a:gd name="connsiteX49" fmla="*/ 449925 w 3195788"/>
                <a:gd name="connsiteY49" fmla="*/ 687446 h 1160647"/>
                <a:gd name="connsiteX50" fmla="*/ 449925 w 3195788"/>
                <a:gd name="connsiteY50" fmla="*/ 685554 h 1160647"/>
                <a:gd name="connsiteX51" fmla="*/ 449925 w 3195788"/>
                <a:gd name="connsiteY51" fmla="*/ 672313 h 1160647"/>
                <a:gd name="connsiteX52" fmla="*/ 451699 w 3195788"/>
                <a:gd name="connsiteY52" fmla="*/ 672313 h 1160647"/>
                <a:gd name="connsiteX53" fmla="*/ 464112 w 3195788"/>
                <a:gd name="connsiteY53" fmla="*/ 672313 h 1160647"/>
                <a:gd name="connsiteX54" fmla="*/ 464112 w 3195788"/>
                <a:gd name="connsiteY54" fmla="*/ 696093 h 1160647"/>
                <a:gd name="connsiteX55" fmla="*/ 465126 w 3195788"/>
                <a:gd name="connsiteY55" fmla="*/ 696093 h 1160647"/>
                <a:gd name="connsiteX56" fmla="*/ 472219 w 3195788"/>
                <a:gd name="connsiteY56" fmla="*/ 696093 h 1160647"/>
                <a:gd name="connsiteX57" fmla="*/ 472219 w 3195788"/>
                <a:gd name="connsiteY57" fmla="*/ 695012 h 1160647"/>
                <a:gd name="connsiteX58" fmla="*/ 472219 w 3195788"/>
                <a:gd name="connsiteY58" fmla="*/ 687446 h 1160647"/>
                <a:gd name="connsiteX59" fmla="*/ 473992 w 3195788"/>
                <a:gd name="connsiteY59" fmla="*/ 687446 h 1160647"/>
                <a:gd name="connsiteX60" fmla="*/ 486406 w 3195788"/>
                <a:gd name="connsiteY60" fmla="*/ 687446 h 1160647"/>
                <a:gd name="connsiteX61" fmla="*/ 486406 w 3195788"/>
                <a:gd name="connsiteY61" fmla="*/ 713387 h 1160647"/>
                <a:gd name="connsiteX62" fmla="*/ 488433 w 3195788"/>
                <a:gd name="connsiteY62" fmla="*/ 713387 h 1160647"/>
                <a:gd name="connsiteX63" fmla="*/ 502619 w 3195788"/>
                <a:gd name="connsiteY63" fmla="*/ 713387 h 1160647"/>
                <a:gd name="connsiteX64" fmla="*/ 502619 w 3195788"/>
                <a:gd name="connsiteY64" fmla="*/ 715008 h 1160647"/>
                <a:gd name="connsiteX65" fmla="*/ 502619 w 3195788"/>
                <a:gd name="connsiteY65" fmla="*/ 726358 h 1160647"/>
                <a:gd name="connsiteX66" fmla="*/ 503379 w 3195788"/>
                <a:gd name="connsiteY66" fmla="*/ 726358 h 1160647"/>
                <a:gd name="connsiteX67" fmla="*/ 508700 w 3195788"/>
                <a:gd name="connsiteY67" fmla="*/ 726358 h 1160647"/>
                <a:gd name="connsiteX68" fmla="*/ 508700 w 3195788"/>
                <a:gd name="connsiteY68" fmla="*/ 725547 h 1160647"/>
                <a:gd name="connsiteX69" fmla="*/ 508700 w 3195788"/>
                <a:gd name="connsiteY69" fmla="*/ 719872 h 1160647"/>
                <a:gd name="connsiteX70" fmla="*/ 539100 w 3195788"/>
                <a:gd name="connsiteY70" fmla="*/ 719872 h 1160647"/>
                <a:gd name="connsiteX71" fmla="*/ 539100 w 3195788"/>
                <a:gd name="connsiteY71" fmla="*/ 743652 h 1160647"/>
                <a:gd name="connsiteX72" fmla="*/ 540113 w 3195788"/>
                <a:gd name="connsiteY72" fmla="*/ 743652 h 1160647"/>
                <a:gd name="connsiteX73" fmla="*/ 547207 w 3195788"/>
                <a:gd name="connsiteY73" fmla="*/ 743652 h 1160647"/>
                <a:gd name="connsiteX74" fmla="*/ 547207 w 3195788"/>
                <a:gd name="connsiteY74" fmla="*/ 744733 h 1160647"/>
                <a:gd name="connsiteX75" fmla="*/ 547207 w 3195788"/>
                <a:gd name="connsiteY75" fmla="*/ 752299 h 1160647"/>
                <a:gd name="connsiteX76" fmla="*/ 547967 w 3195788"/>
                <a:gd name="connsiteY76" fmla="*/ 752299 h 1160647"/>
                <a:gd name="connsiteX77" fmla="*/ 553287 w 3195788"/>
                <a:gd name="connsiteY77" fmla="*/ 752299 h 1160647"/>
                <a:gd name="connsiteX78" fmla="*/ 553287 w 3195788"/>
                <a:gd name="connsiteY78" fmla="*/ 750137 h 1160647"/>
                <a:gd name="connsiteX79" fmla="*/ 553287 w 3195788"/>
                <a:gd name="connsiteY79" fmla="*/ 735005 h 1160647"/>
                <a:gd name="connsiteX80" fmla="*/ 554300 w 3195788"/>
                <a:gd name="connsiteY80" fmla="*/ 735005 h 1160647"/>
                <a:gd name="connsiteX81" fmla="*/ 561394 w 3195788"/>
                <a:gd name="connsiteY81" fmla="*/ 735005 h 1160647"/>
                <a:gd name="connsiteX82" fmla="*/ 561394 w 3195788"/>
                <a:gd name="connsiteY82" fmla="*/ 736086 h 1160647"/>
                <a:gd name="connsiteX83" fmla="*/ 561394 w 3195788"/>
                <a:gd name="connsiteY83" fmla="*/ 743652 h 1160647"/>
                <a:gd name="connsiteX84" fmla="*/ 566714 w 3195788"/>
                <a:gd name="connsiteY84" fmla="*/ 741659 h 1160647"/>
                <a:gd name="connsiteX85" fmla="*/ 567474 w 3195788"/>
                <a:gd name="connsiteY85" fmla="*/ 740679 h 1160647"/>
                <a:gd name="connsiteX86" fmla="*/ 567474 w 3195788"/>
                <a:gd name="connsiteY86" fmla="*/ 735005 h 1160647"/>
                <a:gd name="connsiteX87" fmla="*/ 605981 w 3195788"/>
                <a:gd name="connsiteY87" fmla="*/ 735005 h 1160647"/>
                <a:gd name="connsiteX88" fmla="*/ 605981 w 3195788"/>
                <a:gd name="connsiteY88" fmla="*/ 758784 h 1160647"/>
                <a:gd name="connsiteX89" fmla="*/ 608007 w 3195788"/>
                <a:gd name="connsiteY89" fmla="*/ 758784 h 1160647"/>
                <a:gd name="connsiteX90" fmla="*/ 622194 w 3195788"/>
                <a:gd name="connsiteY90" fmla="*/ 758784 h 1160647"/>
                <a:gd name="connsiteX91" fmla="*/ 622194 w 3195788"/>
                <a:gd name="connsiteY91" fmla="*/ 759865 h 1160647"/>
                <a:gd name="connsiteX92" fmla="*/ 622194 w 3195788"/>
                <a:gd name="connsiteY92" fmla="*/ 767431 h 1160647"/>
                <a:gd name="connsiteX93" fmla="*/ 623968 w 3195788"/>
                <a:gd name="connsiteY93" fmla="*/ 767431 h 1160647"/>
                <a:gd name="connsiteX94" fmla="*/ 636381 w 3195788"/>
                <a:gd name="connsiteY94" fmla="*/ 767431 h 1160647"/>
                <a:gd name="connsiteX95" fmla="*/ 636381 w 3195788"/>
                <a:gd name="connsiteY95" fmla="*/ 743652 h 1160647"/>
                <a:gd name="connsiteX96" fmla="*/ 637394 w 3195788"/>
                <a:gd name="connsiteY96" fmla="*/ 743652 h 1160647"/>
                <a:gd name="connsiteX97" fmla="*/ 644488 w 3195788"/>
                <a:gd name="connsiteY97" fmla="*/ 743652 h 1160647"/>
                <a:gd name="connsiteX98" fmla="*/ 644488 w 3195788"/>
                <a:gd name="connsiteY98" fmla="*/ 711225 h 1160647"/>
                <a:gd name="connsiteX99" fmla="*/ 645501 w 3195788"/>
                <a:gd name="connsiteY99" fmla="*/ 711225 h 1160647"/>
                <a:gd name="connsiteX100" fmla="*/ 652595 w 3195788"/>
                <a:gd name="connsiteY100" fmla="*/ 711225 h 1160647"/>
                <a:gd name="connsiteX101" fmla="*/ 652595 w 3195788"/>
                <a:gd name="connsiteY101" fmla="*/ 709334 h 1160647"/>
                <a:gd name="connsiteX102" fmla="*/ 652595 w 3195788"/>
                <a:gd name="connsiteY102" fmla="*/ 696093 h 1160647"/>
                <a:gd name="connsiteX103" fmla="*/ 651328 w 3195788"/>
                <a:gd name="connsiteY103" fmla="*/ 694471 h 1160647"/>
                <a:gd name="connsiteX104" fmla="*/ 656648 w 3195788"/>
                <a:gd name="connsiteY104" fmla="*/ 683122 h 1160647"/>
                <a:gd name="connsiteX105" fmla="*/ 664755 w 3195788"/>
                <a:gd name="connsiteY105" fmla="*/ 711225 h 1160647"/>
                <a:gd name="connsiteX106" fmla="*/ 665515 w 3195788"/>
                <a:gd name="connsiteY106" fmla="*/ 711225 h 1160647"/>
                <a:gd name="connsiteX107" fmla="*/ 670835 w 3195788"/>
                <a:gd name="connsiteY107" fmla="*/ 711225 h 1160647"/>
                <a:gd name="connsiteX108" fmla="*/ 670835 w 3195788"/>
                <a:gd name="connsiteY108" fmla="*/ 605298 h 1160647"/>
                <a:gd name="connsiteX109" fmla="*/ 672355 w 3195788"/>
                <a:gd name="connsiteY109" fmla="*/ 605298 h 1160647"/>
                <a:gd name="connsiteX110" fmla="*/ 682995 w 3195788"/>
                <a:gd name="connsiteY110" fmla="*/ 605298 h 1160647"/>
                <a:gd name="connsiteX111" fmla="*/ 682995 w 3195788"/>
                <a:gd name="connsiteY111" fmla="*/ 557739 h 1160647"/>
                <a:gd name="connsiteX112" fmla="*/ 709342 w 3195788"/>
                <a:gd name="connsiteY112" fmla="*/ 557739 h 1160647"/>
                <a:gd name="connsiteX113" fmla="*/ 709342 w 3195788"/>
                <a:gd name="connsiteY113" fmla="*/ 536121 h 1160647"/>
                <a:gd name="connsiteX114" fmla="*/ 743796 w 3195788"/>
                <a:gd name="connsiteY114" fmla="*/ 536121 h 1160647"/>
                <a:gd name="connsiteX115" fmla="*/ 743796 w 3195788"/>
                <a:gd name="connsiteY115" fmla="*/ 538553 h 1160647"/>
                <a:gd name="connsiteX116" fmla="*/ 743796 w 3195788"/>
                <a:gd name="connsiteY116" fmla="*/ 555577 h 1160647"/>
                <a:gd name="connsiteX117" fmla="*/ 746076 w 3195788"/>
                <a:gd name="connsiteY117" fmla="*/ 555577 h 1160647"/>
                <a:gd name="connsiteX118" fmla="*/ 762036 w 3195788"/>
                <a:gd name="connsiteY118" fmla="*/ 555577 h 1160647"/>
                <a:gd name="connsiteX119" fmla="*/ 762036 w 3195788"/>
                <a:gd name="connsiteY119" fmla="*/ 603136 h 1160647"/>
                <a:gd name="connsiteX120" fmla="*/ 763049 w 3195788"/>
                <a:gd name="connsiteY120" fmla="*/ 603136 h 1160647"/>
                <a:gd name="connsiteX121" fmla="*/ 770143 w 3195788"/>
                <a:gd name="connsiteY121" fmla="*/ 603136 h 1160647"/>
                <a:gd name="connsiteX122" fmla="*/ 784330 w 3195788"/>
                <a:gd name="connsiteY122" fmla="*/ 607460 h 1160647"/>
                <a:gd name="connsiteX123" fmla="*/ 784330 w 3195788"/>
                <a:gd name="connsiteY123" fmla="*/ 646372 h 1160647"/>
                <a:gd name="connsiteX124" fmla="*/ 785343 w 3195788"/>
                <a:gd name="connsiteY124" fmla="*/ 646372 h 1160647"/>
                <a:gd name="connsiteX125" fmla="*/ 792436 w 3195788"/>
                <a:gd name="connsiteY125" fmla="*/ 646372 h 1160647"/>
                <a:gd name="connsiteX126" fmla="*/ 792436 w 3195788"/>
                <a:gd name="connsiteY126" fmla="*/ 647993 h 1160647"/>
                <a:gd name="connsiteX127" fmla="*/ 792436 w 3195788"/>
                <a:gd name="connsiteY127" fmla="*/ 659342 h 1160647"/>
                <a:gd name="connsiteX128" fmla="*/ 794463 w 3195788"/>
                <a:gd name="connsiteY128" fmla="*/ 659342 h 1160647"/>
                <a:gd name="connsiteX129" fmla="*/ 808650 w 3195788"/>
                <a:gd name="connsiteY129" fmla="*/ 659342 h 1160647"/>
                <a:gd name="connsiteX130" fmla="*/ 814730 w 3195788"/>
                <a:gd name="connsiteY130" fmla="*/ 665828 h 1160647"/>
                <a:gd name="connsiteX131" fmla="*/ 814730 w 3195788"/>
                <a:gd name="connsiteY131" fmla="*/ 687446 h 1160647"/>
                <a:gd name="connsiteX132" fmla="*/ 817010 w 3195788"/>
                <a:gd name="connsiteY132" fmla="*/ 687446 h 1160647"/>
                <a:gd name="connsiteX133" fmla="*/ 832970 w 3195788"/>
                <a:gd name="connsiteY133" fmla="*/ 687446 h 1160647"/>
                <a:gd name="connsiteX134" fmla="*/ 832970 w 3195788"/>
                <a:gd name="connsiteY134" fmla="*/ 688526 h 1160647"/>
                <a:gd name="connsiteX135" fmla="*/ 832970 w 3195788"/>
                <a:gd name="connsiteY135" fmla="*/ 696093 h 1160647"/>
                <a:gd name="connsiteX136" fmla="*/ 834237 w 3195788"/>
                <a:gd name="connsiteY136" fmla="*/ 696093 h 1160647"/>
                <a:gd name="connsiteX137" fmla="*/ 843104 w 3195788"/>
                <a:gd name="connsiteY137" fmla="*/ 696093 h 1160647"/>
                <a:gd name="connsiteX138" fmla="*/ 843104 w 3195788"/>
                <a:gd name="connsiteY138" fmla="*/ 698254 h 1160647"/>
                <a:gd name="connsiteX139" fmla="*/ 843104 w 3195788"/>
                <a:gd name="connsiteY139" fmla="*/ 713387 h 1160647"/>
                <a:gd name="connsiteX140" fmla="*/ 847157 w 3195788"/>
                <a:gd name="connsiteY140" fmla="*/ 711495 h 1160647"/>
                <a:gd name="connsiteX141" fmla="*/ 847157 w 3195788"/>
                <a:gd name="connsiteY141" fmla="*/ 698254 h 1160647"/>
                <a:gd name="connsiteX142" fmla="*/ 848170 w 3195788"/>
                <a:gd name="connsiteY142" fmla="*/ 698254 h 1160647"/>
                <a:gd name="connsiteX143" fmla="*/ 855264 w 3195788"/>
                <a:gd name="connsiteY143" fmla="*/ 698254 h 1160647"/>
                <a:gd name="connsiteX144" fmla="*/ 855264 w 3195788"/>
                <a:gd name="connsiteY144" fmla="*/ 699876 h 1160647"/>
                <a:gd name="connsiteX145" fmla="*/ 855264 w 3195788"/>
                <a:gd name="connsiteY145" fmla="*/ 711225 h 1160647"/>
                <a:gd name="connsiteX146" fmla="*/ 856024 w 3195788"/>
                <a:gd name="connsiteY146" fmla="*/ 711225 h 1160647"/>
                <a:gd name="connsiteX147" fmla="*/ 861344 w 3195788"/>
                <a:gd name="connsiteY147" fmla="*/ 711225 h 1160647"/>
                <a:gd name="connsiteX148" fmla="*/ 909984 w 3195788"/>
                <a:gd name="connsiteY148" fmla="*/ 706902 h 1160647"/>
                <a:gd name="connsiteX149" fmla="*/ 909984 w 3195788"/>
                <a:gd name="connsiteY149" fmla="*/ 708253 h 1160647"/>
                <a:gd name="connsiteX150" fmla="*/ 909984 w 3195788"/>
                <a:gd name="connsiteY150" fmla="*/ 717710 h 1160647"/>
                <a:gd name="connsiteX151" fmla="*/ 910744 w 3195788"/>
                <a:gd name="connsiteY151" fmla="*/ 717710 h 1160647"/>
                <a:gd name="connsiteX152" fmla="*/ 916065 w 3195788"/>
                <a:gd name="connsiteY152" fmla="*/ 717710 h 1160647"/>
                <a:gd name="connsiteX153" fmla="*/ 916065 w 3195788"/>
                <a:gd name="connsiteY153" fmla="*/ 719872 h 1160647"/>
                <a:gd name="connsiteX154" fmla="*/ 916065 w 3195788"/>
                <a:gd name="connsiteY154" fmla="*/ 735005 h 1160647"/>
                <a:gd name="connsiteX155" fmla="*/ 918091 w 3195788"/>
                <a:gd name="connsiteY155" fmla="*/ 733654 h 1160647"/>
                <a:gd name="connsiteX156" fmla="*/ 932278 w 3195788"/>
                <a:gd name="connsiteY156" fmla="*/ 724196 h 1160647"/>
                <a:gd name="connsiteX157" fmla="*/ 938358 w 3195788"/>
                <a:gd name="connsiteY157" fmla="*/ 683122 h 1160647"/>
                <a:gd name="connsiteX158" fmla="*/ 939118 w 3195788"/>
                <a:gd name="connsiteY158" fmla="*/ 682852 h 1160647"/>
                <a:gd name="connsiteX159" fmla="*/ 944438 w 3195788"/>
                <a:gd name="connsiteY159" fmla="*/ 680960 h 1160647"/>
                <a:gd name="connsiteX160" fmla="*/ 946465 w 3195788"/>
                <a:gd name="connsiteY160" fmla="*/ 611783 h 1160647"/>
                <a:gd name="connsiteX161" fmla="*/ 948492 w 3195788"/>
                <a:gd name="connsiteY161" fmla="*/ 680960 h 1160647"/>
                <a:gd name="connsiteX162" fmla="*/ 949252 w 3195788"/>
                <a:gd name="connsiteY162" fmla="*/ 681230 h 1160647"/>
                <a:gd name="connsiteX163" fmla="*/ 954572 w 3195788"/>
                <a:gd name="connsiteY163" fmla="*/ 683122 h 1160647"/>
                <a:gd name="connsiteX164" fmla="*/ 954572 w 3195788"/>
                <a:gd name="connsiteY164" fmla="*/ 596651 h 1160647"/>
                <a:gd name="connsiteX165" fmla="*/ 958625 w 3195788"/>
                <a:gd name="connsiteY165" fmla="*/ 564224 h 1160647"/>
                <a:gd name="connsiteX166" fmla="*/ 997132 w 3195788"/>
                <a:gd name="connsiteY166" fmla="*/ 564224 h 1160647"/>
                <a:gd name="connsiteX167" fmla="*/ 997132 w 3195788"/>
                <a:gd name="connsiteY167" fmla="*/ 596651 h 1160647"/>
                <a:gd name="connsiteX168" fmla="*/ 997892 w 3195788"/>
                <a:gd name="connsiteY168" fmla="*/ 596651 h 1160647"/>
                <a:gd name="connsiteX169" fmla="*/ 1003212 w 3195788"/>
                <a:gd name="connsiteY169" fmla="*/ 596651 h 1160647"/>
                <a:gd name="connsiteX170" fmla="*/ 1003212 w 3195788"/>
                <a:gd name="connsiteY170" fmla="*/ 514503 h 1160647"/>
                <a:gd name="connsiteX171" fmla="*/ 1004986 w 3195788"/>
                <a:gd name="connsiteY171" fmla="*/ 514503 h 1160647"/>
                <a:gd name="connsiteX172" fmla="*/ 1017399 w 3195788"/>
                <a:gd name="connsiteY172" fmla="*/ 514503 h 1160647"/>
                <a:gd name="connsiteX173" fmla="*/ 1017399 w 3195788"/>
                <a:gd name="connsiteY173" fmla="*/ 512612 h 1160647"/>
                <a:gd name="connsiteX174" fmla="*/ 1017399 w 3195788"/>
                <a:gd name="connsiteY174" fmla="*/ 499371 h 1160647"/>
                <a:gd name="connsiteX175" fmla="*/ 1039693 w 3195788"/>
                <a:gd name="connsiteY175" fmla="*/ 499371 h 1160647"/>
                <a:gd name="connsiteX176" fmla="*/ 1039693 w 3195788"/>
                <a:gd name="connsiteY176" fmla="*/ 498290 h 1160647"/>
                <a:gd name="connsiteX177" fmla="*/ 1039693 w 3195788"/>
                <a:gd name="connsiteY177" fmla="*/ 490724 h 1160647"/>
                <a:gd name="connsiteX178" fmla="*/ 1041466 w 3195788"/>
                <a:gd name="connsiteY178" fmla="*/ 490724 h 1160647"/>
                <a:gd name="connsiteX179" fmla="*/ 1053880 w 3195788"/>
                <a:gd name="connsiteY179" fmla="*/ 490724 h 1160647"/>
                <a:gd name="connsiteX180" fmla="*/ 1053880 w 3195788"/>
                <a:gd name="connsiteY180" fmla="*/ 491805 h 1160647"/>
                <a:gd name="connsiteX181" fmla="*/ 1053880 w 3195788"/>
                <a:gd name="connsiteY181" fmla="*/ 499371 h 1160647"/>
                <a:gd name="connsiteX182" fmla="*/ 1054640 w 3195788"/>
                <a:gd name="connsiteY182" fmla="*/ 499371 h 1160647"/>
                <a:gd name="connsiteX183" fmla="*/ 1059960 w 3195788"/>
                <a:gd name="connsiteY183" fmla="*/ 499371 h 1160647"/>
                <a:gd name="connsiteX184" fmla="*/ 1070093 w 3195788"/>
                <a:gd name="connsiteY184" fmla="*/ 495047 h 1160647"/>
                <a:gd name="connsiteX185" fmla="*/ 1074146 w 3195788"/>
                <a:gd name="connsiteY185" fmla="*/ 498290 h 1160647"/>
                <a:gd name="connsiteX186" fmla="*/ 1074146 w 3195788"/>
                <a:gd name="connsiteY186" fmla="*/ 490724 h 1160647"/>
                <a:gd name="connsiteX187" fmla="*/ 1076426 w 3195788"/>
                <a:gd name="connsiteY187" fmla="*/ 490724 h 1160647"/>
                <a:gd name="connsiteX188" fmla="*/ 1092387 w 3195788"/>
                <a:gd name="connsiteY188" fmla="*/ 490724 h 1160647"/>
                <a:gd name="connsiteX189" fmla="*/ 1092387 w 3195788"/>
                <a:gd name="connsiteY189" fmla="*/ 491805 h 1160647"/>
                <a:gd name="connsiteX190" fmla="*/ 1092387 w 3195788"/>
                <a:gd name="connsiteY190" fmla="*/ 499371 h 1160647"/>
                <a:gd name="connsiteX191" fmla="*/ 1122787 w 3195788"/>
                <a:gd name="connsiteY191" fmla="*/ 499371 h 1160647"/>
                <a:gd name="connsiteX192" fmla="*/ 1122787 w 3195788"/>
                <a:gd name="connsiteY192" fmla="*/ 500992 h 1160647"/>
                <a:gd name="connsiteX193" fmla="*/ 1122787 w 3195788"/>
                <a:gd name="connsiteY193" fmla="*/ 512342 h 1160647"/>
                <a:gd name="connsiteX194" fmla="*/ 1149134 w 3195788"/>
                <a:gd name="connsiteY194" fmla="*/ 512342 h 1160647"/>
                <a:gd name="connsiteX195" fmla="*/ 1149134 w 3195788"/>
                <a:gd name="connsiteY195" fmla="*/ 542606 h 1160647"/>
                <a:gd name="connsiteX196" fmla="*/ 1149894 w 3195788"/>
                <a:gd name="connsiteY196" fmla="*/ 542606 h 1160647"/>
                <a:gd name="connsiteX197" fmla="*/ 1155214 w 3195788"/>
                <a:gd name="connsiteY197" fmla="*/ 542606 h 1160647"/>
                <a:gd name="connsiteX198" fmla="*/ 1155214 w 3195788"/>
                <a:gd name="connsiteY198" fmla="*/ 543687 h 1160647"/>
                <a:gd name="connsiteX199" fmla="*/ 1155214 w 3195788"/>
                <a:gd name="connsiteY199" fmla="*/ 551254 h 1160647"/>
                <a:gd name="connsiteX200" fmla="*/ 1159268 w 3195788"/>
                <a:gd name="connsiteY200" fmla="*/ 581518 h 1160647"/>
                <a:gd name="connsiteX201" fmla="*/ 1160028 w 3195788"/>
                <a:gd name="connsiteY201" fmla="*/ 581518 h 1160647"/>
                <a:gd name="connsiteX202" fmla="*/ 1165348 w 3195788"/>
                <a:gd name="connsiteY202" fmla="*/ 581518 h 1160647"/>
                <a:gd name="connsiteX203" fmla="*/ 1165348 w 3195788"/>
                <a:gd name="connsiteY203" fmla="*/ 582329 h 1160647"/>
                <a:gd name="connsiteX204" fmla="*/ 1165348 w 3195788"/>
                <a:gd name="connsiteY204" fmla="*/ 588004 h 1160647"/>
                <a:gd name="connsiteX205" fmla="*/ 1166361 w 3195788"/>
                <a:gd name="connsiteY205" fmla="*/ 588004 h 1160647"/>
                <a:gd name="connsiteX206" fmla="*/ 1173454 w 3195788"/>
                <a:gd name="connsiteY206" fmla="*/ 588004 h 1160647"/>
                <a:gd name="connsiteX207" fmla="*/ 1173454 w 3195788"/>
                <a:gd name="connsiteY207" fmla="*/ 618269 h 1160647"/>
                <a:gd name="connsiteX208" fmla="*/ 1175481 w 3195788"/>
                <a:gd name="connsiteY208" fmla="*/ 618269 h 1160647"/>
                <a:gd name="connsiteX209" fmla="*/ 1189668 w 3195788"/>
                <a:gd name="connsiteY209" fmla="*/ 618269 h 1160647"/>
                <a:gd name="connsiteX210" fmla="*/ 1189668 w 3195788"/>
                <a:gd name="connsiteY210" fmla="*/ 642048 h 1160647"/>
                <a:gd name="connsiteX211" fmla="*/ 1191695 w 3195788"/>
                <a:gd name="connsiteY211" fmla="*/ 643669 h 1160647"/>
                <a:gd name="connsiteX212" fmla="*/ 1191695 w 3195788"/>
                <a:gd name="connsiteY212" fmla="*/ 655019 h 1160647"/>
                <a:gd name="connsiteX213" fmla="*/ 1192455 w 3195788"/>
                <a:gd name="connsiteY213" fmla="*/ 655019 h 1160647"/>
                <a:gd name="connsiteX214" fmla="*/ 1197775 w 3195788"/>
                <a:gd name="connsiteY214" fmla="*/ 655019 h 1160647"/>
                <a:gd name="connsiteX215" fmla="*/ 1197775 w 3195788"/>
                <a:gd name="connsiteY215" fmla="*/ 678798 h 1160647"/>
                <a:gd name="connsiteX216" fmla="*/ 1199041 w 3195788"/>
                <a:gd name="connsiteY216" fmla="*/ 678798 h 1160647"/>
                <a:gd name="connsiteX217" fmla="*/ 1207908 w 3195788"/>
                <a:gd name="connsiteY217" fmla="*/ 678798 h 1160647"/>
                <a:gd name="connsiteX218" fmla="*/ 1209935 w 3195788"/>
                <a:gd name="connsiteY218" fmla="*/ 682852 h 1160647"/>
                <a:gd name="connsiteX219" fmla="*/ 1209935 w 3195788"/>
                <a:gd name="connsiteY219" fmla="*/ 696093 h 1160647"/>
                <a:gd name="connsiteX220" fmla="*/ 1211455 w 3195788"/>
                <a:gd name="connsiteY220" fmla="*/ 694201 h 1160647"/>
                <a:gd name="connsiteX221" fmla="*/ 1222095 w 3195788"/>
                <a:gd name="connsiteY221" fmla="*/ 680960 h 1160647"/>
                <a:gd name="connsiteX222" fmla="*/ 1250469 w 3195788"/>
                <a:gd name="connsiteY222" fmla="*/ 680960 h 1160647"/>
                <a:gd name="connsiteX223" fmla="*/ 1250469 w 3195788"/>
                <a:gd name="connsiteY223" fmla="*/ 767431 h 1160647"/>
                <a:gd name="connsiteX224" fmla="*/ 1251229 w 3195788"/>
                <a:gd name="connsiteY224" fmla="*/ 767431 h 1160647"/>
                <a:gd name="connsiteX225" fmla="*/ 1256549 w 3195788"/>
                <a:gd name="connsiteY225" fmla="*/ 767431 h 1160647"/>
                <a:gd name="connsiteX226" fmla="*/ 1257309 w 3195788"/>
                <a:gd name="connsiteY226" fmla="*/ 766080 h 1160647"/>
                <a:gd name="connsiteX227" fmla="*/ 1262629 w 3195788"/>
                <a:gd name="connsiteY227" fmla="*/ 756622 h 1160647"/>
                <a:gd name="connsiteX228" fmla="*/ 1262629 w 3195788"/>
                <a:gd name="connsiteY228" fmla="*/ 758514 h 1160647"/>
                <a:gd name="connsiteX229" fmla="*/ 1262629 w 3195788"/>
                <a:gd name="connsiteY229" fmla="*/ 771755 h 1160647"/>
                <a:gd name="connsiteX230" fmla="*/ 1266682 w 3195788"/>
                <a:gd name="connsiteY230" fmla="*/ 726358 h 1160647"/>
                <a:gd name="connsiteX231" fmla="*/ 1267442 w 3195788"/>
                <a:gd name="connsiteY231" fmla="*/ 726358 h 1160647"/>
                <a:gd name="connsiteX232" fmla="*/ 1272762 w 3195788"/>
                <a:gd name="connsiteY232" fmla="*/ 726358 h 1160647"/>
                <a:gd name="connsiteX233" fmla="*/ 1272762 w 3195788"/>
                <a:gd name="connsiteY233" fmla="*/ 661504 h 1160647"/>
                <a:gd name="connsiteX234" fmla="*/ 1273776 w 3195788"/>
                <a:gd name="connsiteY234" fmla="*/ 661504 h 1160647"/>
                <a:gd name="connsiteX235" fmla="*/ 1280869 w 3195788"/>
                <a:gd name="connsiteY235" fmla="*/ 661504 h 1160647"/>
                <a:gd name="connsiteX236" fmla="*/ 1293029 w 3195788"/>
                <a:gd name="connsiteY236" fmla="*/ 618269 h 1160647"/>
                <a:gd name="connsiteX237" fmla="*/ 1294296 w 3195788"/>
                <a:gd name="connsiteY237" fmla="*/ 618269 h 1160647"/>
                <a:gd name="connsiteX238" fmla="*/ 1303163 w 3195788"/>
                <a:gd name="connsiteY238" fmla="*/ 618269 h 1160647"/>
                <a:gd name="connsiteX239" fmla="*/ 1313296 w 3195788"/>
                <a:gd name="connsiteY239" fmla="*/ 661504 h 1160647"/>
                <a:gd name="connsiteX240" fmla="*/ 1314309 w 3195788"/>
                <a:gd name="connsiteY240" fmla="*/ 661504 h 1160647"/>
                <a:gd name="connsiteX241" fmla="*/ 1321403 w 3195788"/>
                <a:gd name="connsiteY241" fmla="*/ 661504 h 1160647"/>
                <a:gd name="connsiteX242" fmla="*/ 1321403 w 3195788"/>
                <a:gd name="connsiteY242" fmla="*/ 700416 h 1160647"/>
                <a:gd name="connsiteX243" fmla="*/ 1323176 w 3195788"/>
                <a:gd name="connsiteY243" fmla="*/ 700416 h 1160647"/>
                <a:gd name="connsiteX244" fmla="*/ 1335590 w 3195788"/>
                <a:gd name="connsiteY244" fmla="*/ 700416 h 1160647"/>
                <a:gd name="connsiteX245" fmla="*/ 1335590 w 3195788"/>
                <a:gd name="connsiteY245" fmla="*/ 702578 h 1160647"/>
                <a:gd name="connsiteX246" fmla="*/ 1335590 w 3195788"/>
                <a:gd name="connsiteY246" fmla="*/ 717710 h 1160647"/>
                <a:gd name="connsiteX247" fmla="*/ 1339643 w 3195788"/>
                <a:gd name="connsiteY247" fmla="*/ 715549 h 1160647"/>
                <a:gd name="connsiteX248" fmla="*/ 1339643 w 3195788"/>
                <a:gd name="connsiteY248" fmla="*/ 700416 h 1160647"/>
                <a:gd name="connsiteX249" fmla="*/ 1341163 w 3195788"/>
                <a:gd name="connsiteY249" fmla="*/ 700416 h 1160647"/>
                <a:gd name="connsiteX250" fmla="*/ 1351803 w 3195788"/>
                <a:gd name="connsiteY250" fmla="*/ 700416 h 1160647"/>
                <a:gd name="connsiteX251" fmla="*/ 1351803 w 3195788"/>
                <a:gd name="connsiteY251" fmla="*/ 702037 h 1160647"/>
                <a:gd name="connsiteX252" fmla="*/ 1351803 w 3195788"/>
                <a:gd name="connsiteY252" fmla="*/ 713387 h 1160647"/>
                <a:gd name="connsiteX253" fmla="*/ 1382204 w 3195788"/>
                <a:gd name="connsiteY253" fmla="*/ 713387 h 1160647"/>
                <a:gd name="connsiteX254" fmla="*/ 1382204 w 3195788"/>
                <a:gd name="connsiteY254" fmla="*/ 676637 h 1160647"/>
                <a:gd name="connsiteX255" fmla="*/ 1383470 w 3195788"/>
                <a:gd name="connsiteY255" fmla="*/ 676637 h 1160647"/>
                <a:gd name="connsiteX256" fmla="*/ 1392337 w 3195788"/>
                <a:gd name="connsiteY256" fmla="*/ 676637 h 1160647"/>
                <a:gd name="connsiteX257" fmla="*/ 1392337 w 3195788"/>
                <a:gd name="connsiteY257" fmla="*/ 698254 h 1160647"/>
                <a:gd name="connsiteX258" fmla="*/ 1394364 w 3195788"/>
                <a:gd name="connsiteY258" fmla="*/ 665828 h 1160647"/>
                <a:gd name="connsiteX259" fmla="*/ 1416657 w 3195788"/>
                <a:gd name="connsiteY259" fmla="*/ 665828 h 1160647"/>
                <a:gd name="connsiteX260" fmla="*/ 1416657 w 3195788"/>
                <a:gd name="connsiteY260" fmla="*/ 664206 h 1160647"/>
                <a:gd name="connsiteX261" fmla="*/ 1416657 w 3195788"/>
                <a:gd name="connsiteY261" fmla="*/ 652857 h 1160647"/>
                <a:gd name="connsiteX262" fmla="*/ 1417417 w 3195788"/>
                <a:gd name="connsiteY262" fmla="*/ 652857 h 1160647"/>
                <a:gd name="connsiteX263" fmla="*/ 1422737 w 3195788"/>
                <a:gd name="connsiteY263" fmla="*/ 652857 h 1160647"/>
                <a:gd name="connsiteX264" fmla="*/ 1422737 w 3195788"/>
                <a:gd name="connsiteY264" fmla="*/ 650966 h 1160647"/>
                <a:gd name="connsiteX265" fmla="*/ 1422737 w 3195788"/>
                <a:gd name="connsiteY265" fmla="*/ 637725 h 1160647"/>
                <a:gd name="connsiteX266" fmla="*/ 1426791 w 3195788"/>
                <a:gd name="connsiteY266" fmla="*/ 644210 h 1160647"/>
                <a:gd name="connsiteX267" fmla="*/ 1429071 w 3195788"/>
                <a:gd name="connsiteY267" fmla="*/ 644210 h 1160647"/>
                <a:gd name="connsiteX268" fmla="*/ 1445031 w 3195788"/>
                <a:gd name="connsiteY268" fmla="*/ 644210 h 1160647"/>
                <a:gd name="connsiteX269" fmla="*/ 1445031 w 3195788"/>
                <a:gd name="connsiteY269" fmla="*/ 643399 h 1160647"/>
                <a:gd name="connsiteX270" fmla="*/ 1445031 w 3195788"/>
                <a:gd name="connsiteY270" fmla="*/ 637725 h 1160647"/>
                <a:gd name="connsiteX271" fmla="*/ 1445791 w 3195788"/>
                <a:gd name="connsiteY271" fmla="*/ 637725 h 1160647"/>
                <a:gd name="connsiteX272" fmla="*/ 1451111 w 3195788"/>
                <a:gd name="connsiteY272" fmla="*/ 637725 h 1160647"/>
                <a:gd name="connsiteX273" fmla="*/ 1451111 w 3195788"/>
                <a:gd name="connsiteY273" fmla="*/ 639076 h 1160647"/>
                <a:gd name="connsiteX274" fmla="*/ 1451111 w 3195788"/>
                <a:gd name="connsiteY274" fmla="*/ 648534 h 1160647"/>
                <a:gd name="connsiteX275" fmla="*/ 1489618 w 3195788"/>
                <a:gd name="connsiteY275" fmla="*/ 648534 h 1160647"/>
                <a:gd name="connsiteX276" fmla="*/ 1489618 w 3195788"/>
                <a:gd name="connsiteY276" fmla="*/ 786887 h 1160647"/>
                <a:gd name="connsiteX277" fmla="*/ 1491138 w 3195788"/>
                <a:gd name="connsiteY277" fmla="*/ 786887 h 1160647"/>
                <a:gd name="connsiteX278" fmla="*/ 1501778 w 3195788"/>
                <a:gd name="connsiteY278" fmla="*/ 786887 h 1160647"/>
                <a:gd name="connsiteX279" fmla="*/ 1501778 w 3195788"/>
                <a:gd name="connsiteY279" fmla="*/ 773917 h 1160647"/>
                <a:gd name="connsiteX280" fmla="*/ 1505832 w 3195788"/>
                <a:gd name="connsiteY280" fmla="*/ 773917 h 1160647"/>
                <a:gd name="connsiteX281" fmla="*/ 1505832 w 3195788"/>
                <a:gd name="connsiteY281" fmla="*/ 786887 h 1160647"/>
                <a:gd name="connsiteX282" fmla="*/ 1536232 w 3195788"/>
                <a:gd name="connsiteY282" fmla="*/ 786887 h 1160647"/>
                <a:gd name="connsiteX283" fmla="*/ 1536232 w 3195788"/>
                <a:gd name="connsiteY283" fmla="*/ 756622 h 1160647"/>
                <a:gd name="connsiteX284" fmla="*/ 1548392 w 3195788"/>
                <a:gd name="connsiteY284" fmla="*/ 756622 h 1160647"/>
                <a:gd name="connsiteX285" fmla="*/ 1560552 w 3195788"/>
                <a:gd name="connsiteY285" fmla="*/ 754461 h 1160647"/>
                <a:gd name="connsiteX286" fmla="*/ 1564606 w 3195788"/>
                <a:gd name="connsiteY286" fmla="*/ 756622 h 1160647"/>
                <a:gd name="connsiteX287" fmla="*/ 1574739 w 3195788"/>
                <a:gd name="connsiteY287" fmla="*/ 756622 h 1160647"/>
                <a:gd name="connsiteX288" fmla="*/ 1574739 w 3195788"/>
                <a:gd name="connsiteY288" fmla="*/ 786887 h 1160647"/>
                <a:gd name="connsiteX289" fmla="*/ 1582846 w 3195788"/>
                <a:gd name="connsiteY289" fmla="*/ 786887 h 1160647"/>
                <a:gd name="connsiteX290" fmla="*/ 1582846 w 3195788"/>
                <a:gd name="connsiteY290" fmla="*/ 804182 h 1160647"/>
                <a:gd name="connsiteX291" fmla="*/ 1592182 w 3195788"/>
                <a:gd name="connsiteY291" fmla="*/ 805087 h 1160647"/>
                <a:gd name="connsiteX292" fmla="*/ 1605140 w 3195788"/>
                <a:gd name="connsiteY292" fmla="*/ 805087 h 1160647"/>
                <a:gd name="connsiteX293" fmla="*/ 1605140 w 3195788"/>
                <a:gd name="connsiteY293" fmla="*/ 789049 h 1160647"/>
                <a:gd name="connsiteX294" fmla="*/ 1673096 w 3195788"/>
                <a:gd name="connsiteY294" fmla="*/ 789049 h 1160647"/>
                <a:gd name="connsiteX295" fmla="*/ 1673096 w 3195788"/>
                <a:gd name="connsiteY295" fmla="*/ 703796 h 1160647"/>
                <a:gd name="connsiteX296" fmla="*/ 1745104 w 3195788"/>
                <a:gd name="connsiteY296" fmla="*/ 703796 h 1160647"/>
                <a:gd name="connsiteX297" fmla="*/ 1745104 w 3195788"/>
                <a:gd name="connsiteY297" fmla="*/ 782564 h 1160647"/>
                <a:gd name="connsiteX298" fmla="*/ 1747008 w 3195788"/>
                <a:gd name="connsiteY298" fmla="*/ 782564 h 1160647"/>
                <a:gd name="connsiteX299" fmla="*/ 1748250 w 3195788"/>
                <a:gd name="connsiteY299" fmla="*/ 805087 h 1160647"/>
                <a:gd name="connsiteX300" fmla="*/ 1757926 w 3195788"/>
                <a:gd name="connsiteY300" fmla="*/ 805087 h 1160647"/>
                <a:gd name="connsiteX301" fmla="*/ 1759168 w 3195788"/>
                <a:gd name="connsiteY301" fmla="*/ 782564 h 1160647"/>
                <a:gd name="connsiteX302" fmla="*/ 1765248 w 3195788"/>
                <a:gd name="connsiteY302" fmla="*/ 782564 h 1160647"/>
                <a:gd name="connsiteX303" fmla="*/ 1766490 w 3195788"/>
                <a:gd name="connsiteY303" fmla="*/ 805087 h 1160647"/>
                <a:gd name="connsiteX304" fmla="*/ 1817112 w 3195788"/>
                <a:gd name="connsiteY304" fmla="*/ 805087 h 1160647"/>
                <a:gd name="connsiteX305" fmla="*/ 1817112 w 3195788"/>
                <a:gd name="connsiteY305" fmla="*/ 642059 h 1160647"/>
                <a:gd name="connsiteX306" fmla="*/ 2014439 w 3195788"/>
                <a:gd name="connsiteY306" fmla="*/ 642059 h 1160647"/>
                <a:gd name="connsiteX307" fmla="*/ 2014439 w 3195788"/>
                <a:gd name="connsiteY307" fmla="*/ 805087 h 1160647"/>
                <a:gd name="connsiteX308" fmla="*/ 2033136 w 3195788"/>
                <a:gd name="connsiteY308" fmla="*/ 805087 h 1160647"/>
                <a:gd name="connsiteX309" fmla="*/ 2033136 w 3195788"/>
                <a:gd name="connsiteY309" fmla="*/ 722394 h 1160647"/>
                <a:gd name="connsiteX310" fmla="*/ 2128256 w 3195788"/>
                <a:gd name="connsiteY310" fmla="*/ 722394 h 1160647"/>
                <a:gd name="connsiteX311" fmla="*/ 2140186 w 3195788"/>
                <a:gd name="connsiteY311" fmla="*/ 404253 h 1160647"/>
                <a:gd name="connsiteX312" fmla="*/ 2128026 w 3195788"/>
                <a:gd name="connsiteY312" fmla="*/ 382635 h 1160647"/>
                <a:gd name="connsiteX313" fmla="*/ 2121946 w 3195788"/>
                <a:gd name="connsiteY313" fmla="*/ 378311 h 1160647"/>
                <a:gd name="connsiteX314" fmla="*/ 2130053 w 3195788"/>
                <a:gd name="connsiteY314" fmla="*/ 354532 h 1160647"/>
                <a:gd name="connsiteX315" fmla="*/ 2130053 w 3195788"/>
                <a:gd name="connsiteY315" fmla="*/ 337238 h 1160647"/>
                <a:gd name="connsiteX316" fmla="*/ 2144240 w 3195788"/>
                <a:gd name="connsiteY316" fmla="*/ 337238 h 1160647"/>
                <a:gd name="connsiteX317" fmla="*/ 2144240 w 3195788"/>
                <a:gd name="connsiteY317" fmla="*/ 315620 h 1160647"/>
                <a:gd name="connsiteX318" fmla="*/ 2146266 w 3195788"/>
                <a:gd name="connsiteY318" fmla="*/ 311296 h 1160647"/>
                <a:gd name="connsiteX319" fmla="*/ 2146266 w 3195788"/>
                <a:gd name="connsiteY319" fmla="*/ 233472 h 1160647"/>
                <a:gd name="connsiteX320" fmla="*/ 2144240 w 3195788"/>
                <a:gd name="connsiteY320" fmla="*/ 226987 h 1160647"/>
                <a:gd name="connsiteX321" fmla="*/ 2150320 w 3195788"/>
                <a:gd name="connsiteY321" fmla="*/ 220501 h 1160647"/>
                <a:gd name="connsiteX322" fmla="*/ 2150320 w 3195788"/>
                <a:gd name="connsiteY322" fmla="*/ 162133 h 1160647"/>
                <a:gd name="connsiteX323" fmla="*/ 2152346 w 3195788"/>
                <a:gd name="connsiteY323" fmla="*/ 157810 h 1160647"/>
                <a:gd name="connsiteX324" fmla="*/ 2152346 w 3195788"/>
                <a:gd name="connsiteY324" fmla="*/ 101604 h 1160647"/>
                <a:gd name="connsiteX325" fmla="*/ 2154373 w 3195788"/>
                <a:gd name="connsiteY325" fmla="*/ 82148 h 1160647"/>
                <a:gd name="connsiteX326" fmla="*/ 2158427 w 3195788"/>
                <a:gd name="connsiteY326" fmla="*/ 99442 h 1160647"/>
                <a:gd name="connsiteX327" fmla="*/ 2160453 w 3195788"/>
                <a:gd name="connsiteY327" fmla="*/ 157810 h 1160647"/>
                <a:gd name="connsiteX328" fmla="*/ 2162480 w 3195788"/>
                <a:gd name="connsiteY328" fmla="*/ 220501 h 1160647"/>
                <a:gd name="connsiteX329" fmla="*/ 2168560 w 3195788"/>
                <a:gd name="connsiteY329" fmla="*/ 226987 h 1160647"/>
                <a:gd name="connsiteX330" fmla="*/ 2166533 w 3195788"/>
                <a:gd name="connsiteY330" fmla="*/ 233472 h 1160647"/>
                <a:gd name="connsiteX331" fmla="*/ 2166533 w 3195788"/>
                <a:gd name="connsiteY331" fmla="*/ 311296 h 1160647"/>
                <a:gd name="connsiteX332" fmla="*/ 2168560 w 3195788"/>
                <a:gd name="connsiteY332" fmla="*/ 315620 h 1160647"/>
                <a:gd name="connsiteX333" fmla="*/ 2168560 w 3195788"/>
                <a:gd name="connsiteY333" fmla="*/ 337238 h 1160647"/>
                <a:gd name="connsiteX334" fmla="*/ 2182747 w 3195788"/>
                <a:gd name="connsiteY334" fmla="*/ 337238 h 1160647"/>
                <a:gd name="connsiteX335" fmla="*/ 2182747 w 3195788"/>
                <a:gd name="connsiteY335" fmla="*/ 354532 h 1160647"/>
                <a:gd name="connsiteX336" fmla="*/ 2190854 w 3195788"/>
                <a:gd name="connsiteY336" fmla="*/ 378311 h 1160647"/>
                <a:gd name="connsiteX337" fmla="*/ 2184774 w 3195788"/>
                <a:gd name="connsiteY337" fmla="*/ 382635 h 1160647"/>
                <a:gd name="connsiteX338" fmla="*/ 2172613 w 3195788"/>
                <a:gd name="connsiteY338" fmla="*/ 404253 h 1160647"/>
                <a:gd name="connsiteX339" fmla="*/ 2180720 w 3195788"/>
                <a:gd name="connsiteY339" fmla="*/ 657181 h 1160647"/>
                <a:gd name="connsiteX340" fmla="*/ 2245574 w 3195788"/>
                <a:gd name="connsiteY340" fmla="*/ 657181 h 1160647"/>
                <a:gd name="connsiteX341" fmla="*/ 2245574 w 3195788"/>
                <a:gd name="connsiteY341" fmla="*/ 732843 h 1160647"/>
                <a:gd name="connsiteX342" fmla="*/ 2253681 w 3195788"/>
                <a:gd name="connsiteY342" fmla="*/ 732843 h 1160647"/>
                <a:gd name="connsiteX343" fmla="*/ 2255708 w 3195788"/>
                <a:gd name="connsiteY343" fmla="*/ 726358 h 1160647"/>
                <a:gd name="connsiteX344" fmla="*/ 2261788 w 3195788"/>
                <a:gd name="connsiteY344" fmla="*/ 726358 h 1160647"/>
                <a:gd name="connsiteX345" fmla="*/ 2263815 w 3195788"/>
                <a:gd name="connsiteY345" fmla="*/ 735005 h 1160647"/>
                <a:gd name="connsiteX346" fmla="*/ 2275975 w 3195788"/>
                <a:gd name="connsiteY346" fmla="*/ 735005 h 1160647"/>
                <a:gd name="connsiteX347" fmla="*/ 2275975 w 3195788"/>
                <a:gd name="connsiteY347" fmla="*/ 728519 h 1160647"/>
                <a:gd name="connsiteX348" fmla="*/ 2298268 w 3195788"/>
                <a:gd name="connsiteY348" fmla="*/ 728519 h 1160647"/>
                <a:gd name="connsiteX349" fmla="*/ 2298268 w 3195788"/>
                <a:gd name="connsiteY349" fmla="*/ 735005 h 1160647"/>
                <a:gd name="connsiteX350" fmla="*/ 2318535 w 3195788"/>
                <a:gd name="connsiteY350" fmla="*/ 735005 h 1160647"/>
                <a:gd name="connsiteX351" fmla="*/ 2318535 w 3195788"/>
                <a:gd name="connsiteY351" fmla="*/ 780402 h 1160647"/>
                <a:gd name="connsiteX352" fmla="*/ 2332722 w 3195788"/>
                <a:gd name="connsiteY352" fmla="*/ 780402 h 1160647"/>
                <a:gd name="connsiteX353" fmla="*/ 2332722 w 3195788"/>
                <a:gd name="connsiteY353" fmla="*/ 767431 h 1160647"/>
                <a:gd name="connsiteX354" fmla="*/ 2348936 w 3195788"/>
                <a:gd name="connsiteY354" fmla="*/ 767431 h 1160647"/>
                <a:gd name="connsiteX355" fmla="*/ 2348936 w 3195788"/>
                <a:gd name="connsiteY355" fmla="*/ 588004 h 1160647"/>
                <a:gd name="connsiteX356" fmla="*/ 2355016 w 3195788"/>
                <a:gd name="connsiteY356" fmla="*/ 581518 h 1160647"/>
                <a:gd name="connsiteX357" fmla="*/ 2427977 w 3195788"/>
                <a:gd name="connsiteY357" fmla="*/ 581518 h 1160647"/>
                <a:gd name="connsiteX358" fmla="*/ 2427977 w 3195788"/>
                <a:gd name="connsiteY358" fmla="*/ 590166 h 1160647"/>
                <a:gd name="connsiteX359" fmla="*/ 2438110 w 3195788"/>
                <a:gd name="connsiteY359" fmla="*/ 590166 h 1160647"/>
                <a:gd name="connsiteX360" fmla="*/ 2438110 w 3195788"/>
                <a:gd name="connsiteY360" fmla="*/ 704740 h 1160647"/>
                <a:gd name="connsiteX361" fmla="*/ 2460404 w 3195788"/>
                <a:gd name="connsiteY361" fmla="*/ 704740 h 1160647"/>
                <a:gd name="connsiteX362" fmla="*/ 2460404 w 3195788"/>
                <a:gd name="connsiteY362" fmla="*/ 637725 h 1160647"/>
                <a:gd name="connsiteX363" fmla="*/ 2486751 w 3195788"/>
                <a:gd name="connsiteY363" fmla="*/ 637725 h 1160647"/>
                <a:gd name="connsiteX364" fmla="*/ 2490804 w 3195788"/>
                <a:gd name="connsiteY364" fmla="*/ 633401 h 1160647"/>
                <a:gd name="connsiteX365" fmla="*/ 2498911 w 3195788"/>
                <a:gd name="connsiteY365" fmla="*/ 633401 h 1160647"/>
                <a:gd name="connsiteX366" fmla="*/ 2502964 w 3195788"/>
                <a:gd name="connsiteY366" fmla="*/ 637725 h 1160647"/>
                <a:gd name="connsiteX367" fmla="*/ 2525258 w 3195788"/>
                <a:gd name="connsiteY367" fmla="*/ 637725 h 1160647"/>
                <a:gd name="connsiteX368" fmla="*/ 2525258 w 3195788"/>
                <a:gd name="connsiteY368" fmla="*/ 520989 h 1160647"/>
                <a:gd name="connsiteX369" fmla="*/ 2582005 w 3195788"/>
                <a:gd name="connsiteY369" fmla="*/ 510180 h 1160647"/>
                <a:gd name="connsiteX370" fmla="*/ 2582005 w 3195788"/>
                <a:gd name="connsiteY370" fmla="*/ 511261 h 1160647"/>
                <a:gd name="connsiteX371" fmla="*/ 2582005 w 3195788"/>
                <a:gd name="connsiteY371" fmla="*/ 518827 h 1160647"/>
                <a:gd name="connsiteX372" fmla="*/ 2608352 w 3195788"/>
                <a:gd name="connsiteY372" fmla="*/ 518827 h 1160647"/>
                <a:gd name="connsiteX373" fmla="*/ 2608352 w 3195788"/>
                <a:gd name="connsiteY373" fmla="*/ 773917 h 1160647"/>
                <a:gd name="connsiteX374" fmla="*/ 2630646 w 3195788"/>
                <a:gd name="connsiteY374" fmla="*/ 773917 h 1160647"/>
                <a:gd name="connsiteX375" fmla="*/ 2630646 w 3195788"/>
                <a:gd name="connsiteY375" fmla="*/ 769593 h 1160647"/>
                <a:gd name="connsiteX376" fmla="*/ 2642806 w 3195788"/>
                <a:gd name="connsiteY376" fmla="*/ 769593 h 1160647"/>
                <a:gd name="connsiteX377" fmla="*/ 2642806 w 3195788"/>
                <a:gd name="connsiteY377" fmla="*/ 773917 h 1160647"/>
                <a:gd name="connsiteX378" fmla="*/ 2667126 w 3195788"/>
                <a:gd name="connsiteY378" fmla="*/ 773917 h 1160647"/>
                <a:gd name="connsiteX379" fmla="*/ 2667126 w 3195788"/>
                <a:gd name="connsiteY379" fmla="*/ 760946 h 1160647"/>
                <a:gd name="connsiteX380" fmla="*/ 2695500 w 3195788"/>
                <a:gd name="connsiteY380" fmla="*/ 760946 h 1160647"/>
                <a:gd name="connsiteX381" fmla="*/ 2707660 w 3195788"/>
                <a:gd name="connsiteY381" fmla="*/ 756622 h 1160647"/>
                <a:gd name="connsiteX382" fmla="*/ 2727927 w 3195788"/>
                <a:gd name="connsiteY382" fmla="*/ 760946 h 1160647"/>
                <a:gd name="connsiteX383" fmla="*/ 2727927 w 3195788"/>
                <a:gd name="connsiteY383" fmla="*/ 743652 h 1160647"/>
                <a:gd name="connsiteX384" fmla="*/ 2736034 w 3195788"/>
                <a:gd name="connsiteY384" fmla="*/ 743652 h 1160647"/>
                <a:gd name="connsiteX385" fmla="*/ 2736034 w 3195788"/>
                <a:gd name="connsiteY385" fmla="*/ 730681 h 1160647"/>
                <a:gd name="connsiteX386" fmla="*/ 2792781 w 3195788"/>
                <a:gd name="connsiteY386" fmla="*/ 730681 h 1160647"/>
                <a:gd name="connsiteX387" fmla="*/ 2792781 w 3195788"/>
                <a:gd name="connsiteY387" fmla="*/ 700416 h 1160647"/>
                <a:gd name="connsiteX388" fmla="*/ 2811021 w 3195788"/>
                <a:gd name="connsiteY388" fmla="*/ 700416 h 1160647"/>
                <a:gd name="connsiteX389" fmla="*/ 2811021 w 3195788"/>
                <a:gd name="connsiteY389" fmla="*/ 693931 h 1160647"/>
                <a:gd name="connsiteX390" fmla="*/ 2823181 w 3195788"/>
                <a:gd name="connsiteY390" fmla="*/ 693931 h 1160647"/>
                <a:gd name="connsiteX391" fmla="*/ 2823181 w 3195788"/>
                <a:gd name="connsiteY391" fmla="*/ 700416 h 1160647"/>
                <a:gd name="connsiteX392" fmla="*/ 2839395 w 3195788"/>
                <a:gd name="connsiteY392" fmla="*/ 700416 h 1160647"/>
                <a:gd name="connsiteX393" fmla="*/ 2839395 w 3195788"/>
                <a:gd name="connsiteY393" fmla="*/ 750137 h 1160647"/>
                <a:gd name="connsiteX394" fmla="*/ 2871822 w 3195788"/>
                <a:gd name="connsiteY394" fmla="*/ 750137 h 1160647"/>
                <a:gd name="connsiteX395" fmla="*/ 2871822 w 3195788"/>
                <a:gd name="connsiteY395" fmla="*/ 724196 h 1160647"/>
                <a:gd name="connsiteX396" fmla="*/ 2910329 w 3195788"/>
                <a:gd name="connsiteY396" fmla="*/ 724196 h 1160647"/>
                <a:gd name="connsiteX397" fmla="*/ 2910329 w 3195788"/>
                <a:gd name="connsiteY397" fmla="*/ 693931 h 1160647"/>
                <a:gd name="connsiteX398" fmla="*/ 2958970 w 3195788"/>
                <a:gd name="connsiteY398" fmla="*/ 693931 h 1160647"/>
                <a:gd name="connsiteX399" fmla="*/ 2958970 w 3195788"/>
                <a:gd name="connsiteY399" fmla="*/ 805087 h 1160647"/>
                <a:gd name="connsiteX400" fmla="*/ 2958970 w 3195788"/>
                <a:gd name="connsiteY400" fmla="*/ 818866 h 1160647"/>
                <a:gd name="connsiteX401" fmla="*/ 2968113 w 3195788"/>
                <a:gd name="connsiteY401" fmla="*/ 818866 h 1160647"/>
                <a:gd name="connsiteX402" fmla="*/ 2968113 w 3195788"/>
                <a:gd name="connsiteY402" fmla="*/ 762555 h 1160647"/>
                <a:gd name="connsiteX403" fmla="*/ 2971450 w 3195788"/>
                <a:gd name="connsiteY403" fmla="*/ 756622 h 1160647"/>
                <a:gd name="connsiteX404" fmla="*/ 2971450 w 3195788"/>
                <a:gd name="connsiteY404" fmla="*/ 758514 h 1160647"/>
                <a:gd name="connsiteX405" fmla="*/ 2971450 w 3195788"/>
                <a:gd name="connsiteY405" fmla="*/ 771755 h 1160647"/>
                <a:gd name="connsiteX406" fmla="*/ 2975503 w 3195788"/>
                <a:gd name="connsiteY406" fmla="*/ 726358 h 1160647"/>
                <a:gd name="connsiteX407" fmla="*/ 2976263 w 3195788"/>
                <a:gd name="connsiteY407" fmla="*/ 726358 h 1160647"/>
                <a:gd name="connsiteX408" fmla="*/ 2981583 w 3195788"/>
                <a:gd name="connsiteY408" fmla="*/ 726358 h 1160647"/>
                <a:gd name="connsiteX409" fmla="*/ 2981583 w 3195788"/>
                <a:gd name="connsiteY409" fmla="*/ 661504 h 1160647"/>
                <a:gd name="connsiteX410" fmla="*/ 2982597 w 3195788"/>
                <a:gd name="connsiteY410" fmla="*/ 661504 h 1160647"/>
                <a:gd name="connsiteX411" fmla="*/ 2989690 w 3195788"/>
                <a:gd name="connsiteY411" fmla="*/ 661504 h 1160647"/>
                <a:gd name="connsiteX412" fmla="*/ 3001850 w 3195788"/>
                <a:gd name="connsiteY412" fmla="*/ 618269 h 1160647"/>
                <a:gd name="connsiteX413" fmla="*/ 3003117 w 3195788"/>
                <a:gd name="connsiteY413" fmla="*/ 618269 h 1160647"/>
                <a:gd name="connsiteX414" fmla="*/ 3011984 w 3195788"/>
                <a:gd name="connsiteY414" fmla="*/ 618269 h 1160647"/>
                <a:gd name="connsiteX415" fmla="*/ 3022117 w 3195788"/>
                <a:gd name="connsiteY415" fmla="*/ 661504 h 1160647"/>
                <a:gd name="connsiteX416" fmla="*/ 3023130 w 3195788"/>
                <a:gd name="connsiteY416" fmla="*/ 661504 h 1160647"/>
                <a:gd name="connsiteX417" fmla="*/ 3030224 w 3195788"/>
                <a:gd name="connsiteY417" fmla="*/ 661504 h 1160647"/>
                <a:gd name="connsiteX418" fmla="*/ 3030224 w 3195788"/>
                <a:gd name="connsiteY418" fmla="*/ 700416 h 1160647"/>
                <a:gd name="connsiteX419" fmla="*/ 3031997 w 3195788"/>
                <a:gd name="connsiteY419" fmla="*/ 700416 h 1160647"/>
                <a:gd name="connsiteX420" fmla="*/ 3044411 w 3195788"/>
                <a:gd name="connsiteY420" fmla="*/ 700416 h 1160647"/>
                <a:gd name="connsiteX421" fmla="*/ 3044411 w 3195788"/>
                <a:gd name="connsiteY421" fmla="*/ 702578 h 1160647"/>
                <a:gd name="connsiteX422" fmla="*/ 3044411 w 3195788"/>
                <a:gd name="connsiteY422" fmla="*/ 717710 h 1160647"/>
                <a:gd name="connsiteX423" fmla="*/ 3048464 w 3195788"/>
                <a:gd name="connsiteY423" fmla="*/ 715549 h 1160647"/>
                <a:gd name="connsiteX424" fmla="*/ 3048464 w 3195788"/>
                <a:gd name="connsiteY424" fmla="*/ 700416 h 1160647"/>
                <a:gd name="connsiteX425" fmla="*/ 3049984 w 3195788"/>
                <a:gd name="connsiteY425" fmla="*/ 700416 h 1160647"/>
                <a:gd name="connsiteX426" fmla="*/ 3060624 w 3195788"/>
                <a:gd name="connsiteY426" fmla="*/ 700416 h 1160647"/>
                <a:gd name="connsiteX427" fmla="*/ 3060624 w 3195788"/>
                <a:gd name="connsiteY427" fmla="*/ 702037 h 1160647"/>
                <a:gd name="connsiteX428" fmla="*/ 3060624 w 3195788"/>
                <a:gd name="connsiteY428" fmla="*/ 713387 h 1160647"/>
                <a:gd name="connsiteX429" fmla="*/ 3091025 w 3195788"/>
                <a:gd name="connsiteY429" fmla="*/ 713387 h 1160647"/>
                <a:gd name="connsiteX430" fmla="*/ 3091025 w 3195788"/>
                <a:gd name="connsiteY430" fmla="*/ 676637 h 1160647"/>
                <a:gd name="connsiteX431" fmla="*/ 3092291 w 3195788"/>
                <a:gd name="connsiteY431" fmla="*/ 676637 h 1160647"/>
                <a:gd name="connsiteX432" fmla="*/ 3101158 w 3195788"/>
                <a:gd name="connsiteY432" fmla="*/ 676637 h 1160647"/>
                <a:gd name="connsiteX433" fmla="*/ 3101158 w 3195788"/>
                <a:gd name="connsiteY433" fmla="*/ 698254 h 1160647"/>
                <a:gd name="connsiteX434" fmla="*/ 3103185 w 3195788"/>
                <a:gd name="connsiteY434" fmla="*/ 665828 h 1160647"/>
                <a:gd name="connsiteX435" fmla="*/ 3125478 w 3195788"/>
                <a:gd name="connsiteY435" fmla="*/ 665828 h 1160647"/>
                <a:gd name="connsiteX436" fmla="*/ 3125478 w 3195788"/>
                <a:gd name="connsiteY436" fmla="*/ 664206 h 1160647"/>
                <a:gd name="connsiteX437" fmla="*/ 3125478 w 3195788"/>
                <a:gd name="connsiteY437" fmla="*/ 652857 h 1160647"/>
                <a:gd name="connsiteX438" fmla="*/ 3126238 w 3195788"/>
                <a:gd name="connsiteY438" fmla="*/ 652857 h 1160647"/>
                <a:gd name="connsiteX439" fmla="*/ 3131558 w 3195788"/>
                <a:gd name="connsiteY439" fmla="*/ 652857 h 1160647"/>
                <a:gd name="connsiteX440" fmla="*/ 3131558 w 3195788"/>
                <a:gd name="connsiteY440" fmla="*/ 650966 h 1160647"/>
                <a:gd name="connsiteX441" fmla="*/ 3131558 w 3195788"/>
                <a:gd name="connsiteY441" fmla="*/ 637725 h 1160647"/>
                <a:gd name="connsiteX442" fmla="*/ 3135612 w 3195788"/>
                <a:gd name="connsiteY442" fmla="*/ 644210 h 1160647"/>
                <a:gd name="connsiteX443" fmla="*/ 3137892 w 3195788"/>
                <a:gd name="connsiteY443" fmla="*/ 644210 h 1160647"/>
                <a:gd name="connsiteX444" fmla="*/ 3153852 w 3195788"/>
                <a:gd name="connsiteY444" fmla="*/ 644210 h 1160647"/>
                <a:gd name="connsiteX445" fmla="*/ 3153852 w 3195788"/>
                <a:gd name="connsiteY445" fmla="*/ 643399 h 1160647"/>
                <a:gd name="connsiteX446" fmla="*/ 3153852 w 3195788"/>
                <a:gd name="connsiteY446" fmla="*/ 637725 h 1160647"/>
                <a:gd name="connsiteX447" fmla="*/ 3154612 w 3195788"/>
                <a:gd name="connsiteY447" fmla="*/ 637725 h 1160647"/>
                <a:gd name="connsiteX448" fmla="*/ 3159932 w 3195788"/>
                <a:gd name="connsiteY448" fmla="*/ 637725 h 1160647"/>
                <a:gd name="connsiteX449" fmla="*/ 3159932 w 3195788"/>
                <a:gd name="connsiteY449" fmla="*/ 639076 h 1160647"/>
                <a:gd name="connsiteX450" fmla="*/ 3159932 w 3195788"/>
                <a:gd name="connsiteY450" fmla="*/ 648534 h 1160647"/>
                <a:gd name="connsiteX451" fmla="*/ 3195788 w 3195788"/>
                <a:gd name="connsiteY451" fmla="*/ 648534 h 1160647"/>
                <a:gd name="connsiteX452" fmla="*/ 3195788 w 3195788"/>
                <a:gd name="connsiteY452" fmla="*/ 1159457 h 1160647"/>
                <a:gd name="connsiteX453" fmla="*/ 3031533 w 3195788"/>
                <a:gd name="connsiteY453" fmla="*/ 1159331 h 1160647"/>
                <a:gd name="connsiteX454" fmla="*/ 3031520 w 3195788"/>
                <a:gd name="connsiteY454" fmla="*/ 1160647 h 1160647"/>
                <a:gd name="connsiteX455" fmla="*/ 2054 w 3195788"/>
                <a:gd name="connsiteY455" fmla="*/ 1158314 h 1160647"/>
                <a:gd name="connsiteX456" fmla="*/ 0 w 3195788"/>
                <a:gd name="connsiteY456" fmla="*/ 724196 h 1160647"/>
                <a:gd name="connsiteX457" fmla="*/ 20267 w 3195788"/>
                <a:gd name="connsiteY457" fmla="*/ 724196 h 1160647"/>
                <a:gd name="connsiteX458" fmla="*/ 20774 w 3195788"/>
                <a:gd name="connsiteY458" fmla="*/ 723115 h 1160647"/>
                <a:gd name="connsiteX459" fmla="*/ 24320 w 3195788"/>
                <a:gd name="connsiteY459" fmla="*/ 715549 h 1160647"/>
                <a:gd name="connsiteX460" fmla="*/ 26094 w 3195788"/>
                <a:gd name="connsiteY460" fmla="*/ 715819 h 1160647"/>
                <a:gd name="connsiteX461" fmla="*/ 38507 w 3195788"/>
                <a:gd name="connsiteY461" fmla="*/ 717710 h 1160647"/>
                <a:gd name="connsiteX462" fmla="*/ 39014 w 3195788"/>
                <a:gd name="connsiteY462" fmla="*/ 719062 h 1160647"/>
                <a:gd name="connsiteX463" fmla="*/ 42560 w 3195788"/>
                <a:gd name="connsiteY463" fmla="*/ 728519 h 1160647"/>
                <a:gd name="connsiteX464" fmla="*/ 68907 w 3195788"/>
                <a:gd name="connsiteY464" fmla="*/ 730681 h 1160647"/>
                <a:gd name="connsiteX465" fmla="*/ 68907 w 3195788"/>
                <a:gd name="connsiteY465" fmla="*/ 607460 h 1160647"/>
                <a:gd name="connsiteX466" fmla="*/ 70934 w 3195788"/>
                <a:gd name="connsiteY466" fmla="*/ 607460 h 1160647"/>
                <a:gd name="connsiteX467" fmla="*/ 85121 w 3195788"/>
                <a:gd name="connsiteY467" fmla="*/ 607460 h 1160647"/>
                <a:gd name="connsiteX468" fmla="*/ 85121 w 3195788"/>
                <a:gd name="connsiteY468" fmla="*/ 471268 h 1160647"/>
                <a:gd name="connsiteX469" fmla="*/ 86894 w 3195788"/>
                <a:gd name="connsiteY469" fmla="*/ 471268 h 1160647"/>
                <a:gd name="connsiteX470" fmla="*/ 99308 w 3195788"/>
                <a:gd name="connsiteY470" fmla="*/ 471268 h 1160647"/>
                <a:gd name="connsiteX471" fmla="*/ 99308 w 3195788"/>
                <a:gd name="connsiteY471" fmla="*/ 356694 h 1160647"/>
                <a:gd name="connsiteX472" fmla="*/ 103361 w 3195788"/>
                <a:gd name="connsiteY472" fmla="*/ 328590 h 1160647"/>
                <a:gd name="connsiteX473" fmla="*/ 105388 w 3195788"/>
                <a:gd name="connsiteY473" fmla="*/ 328590 h 1160647"/>
                <a:gd name="connsiteX474" fmla="*/ 119575 w 3195788"/>
                <a:gd name="connsiteY474" fmla="*/ 328590 h 1160647"/>
                <a:gd name="connsiteX475" fmla="*/ 156055 w 3195788"/>
                <a:gd name="connsiteY475" fmla="*/ 246443 h 1160647"/>
                <a:gd name="connsiteX476" fmla="*/ 160109 w 3195788"/>
                <a:gd name="connsiteY476" fmla="*/ 0 h 116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Lst>
              <a:rect l="l" t="t" r="r" b="b"/>
              <a:pathLst>
                <a:path w="3195788" h="1160647">
                  <a:moveTo>
                    <a:pt x="160109" y="0"/>
                  </a:moveTo>
                  <a:cubicBezTo>
                    <a:pt x="160109" y="18"/>
                    <a:pt x="160125" y="2040"/>
                    <a:pt x="162135" y="246443"/>
                  </a:cubicBezTo>
                  <a:cubicBezTo>
                    <a:pt x="162147" y="246467"/>
                    <a:pt x="162792" y="247808"/>
                    <a:pt x="200642" y="326429"/>
                  </a:cubicBezTo>
                  <a:lnTo>
                    <a:pt x="202669" y="326429"/>
                  </a:lnTo>
                  <a:lnTo>
                    <a:pt x="216856" y="326429"/>
                  </a:lnTo>
                  <a:lnTo>
                    <a:pt x="216856" y="350208"/>
                  </a:lnTo>
                  <a:cubicBezTo>
                    <a:pt x="216858" y="350214"/>
                    <a:pt x="216896" y="350272"/>
                    <a:pt x="217363" y="351019"/>
                  </a:cubicBezTo>
                  <a:lnTo>
                    <a:pt x="220909" y="356694"/>
                  </a:lnTo>
                  <a:lnTo>
                    <a:pt x="220909" y="471268"/>
                  </a:lnTo>
                  <a:lnTo>
                    <a:pt x="223189" y="471268"/>
                  </a:lnTo>
                  <a:lnTo>
                    <a:pt x="239150" y="471268"/>
                  </a:lnTo>
                  <a:lnTo>
                    <a:pt x="239150" y="611783"/>
                  </a:lnTo>
                  <a:cubicBezTo>
                    <a:pt x="239160" y="611782"/>
                    <a:pt x="239272" y="611761"/>
                    <a:pt x="240670" y="611513"/>
                  </a:cubicBezTo>
                  <a:lnTo>
                    <a:pt x="251310" y="609622"/>
                  </a:lnTo>
                  <a:cubicBezTo>
                    <a:pt x="251310" y="609644"/>
                    <a:pt x="251280" y="610978"/>
                    <a:pt x="249283" y="698254"/>
                  </a:cubicBezTo>
                  <a:cubicBezTo>
                    <a:pt x="249293" y="698256"/>
                    <a:pt x="249404" y="698276"/>
                    <a:pt x="250803" y="698525"/>
                  </a:cubicBezTo>
                  <a:lnTo>
                    <a:pt x="261443" y="700416"/>
                  </a:lnTo>
                  <a:cubicBezTo>
                    <a:pt x="261445" y="700423"/>
                    <a:pt x="261465" y="700487"/>
                    <a:pt x="261696" y="701227"/>
                  </a:cubicBezTo>
                  <a:lnTo>
                    <a:pt x="263470" y="706902"/>
                  </a:lnTo>
                  <a:cubicBezTo>
                    <a:pt x="263472" y="706893"/>
                    <a:pt x="263517" y="706750"/>
                    <a:pt x="264230" y="704470"/>
                  </a:cubicBezTo>
                  <a:lnTo>
                    <a:pt x="269550" y="687446"/>
                  </a:lnTo>
                  <a:lnTo>
                    <a:pt x="271323" y="687446"/>
                  </a:lnTo>
                  <a:lnTo>
                    <a:pt x="283737" y="687446"/>
                  </a:lnTo>
                  <a:lnTo>
                    <a:pt x="283737" y="719872"/>
                  </a:lnTo>
                  <a:cubicBezTo>
                    <a:pt x="283743" y="719877"/>
                    <a:pt x="283820" y="719917"/>
                    <a:pt x="284750" y="720413"/>
                  </a:cubicBezTo>
                  <a:lnTo>
                    <a:pt x="291844" y="724196"/>
                  </a:lnTo>
                  <a:lnTo>
                    <a:pt x="291844" y="725547"/>
                  </a:lnTo>
                  <a:lnTo>
                    <a:pt x="291844" y="735005"/>
                  </a:lnTo>
                  <a:lnTo>
                    <a:pt x="336431" y="735005"/>
                  </a:lnTo>
                  <a:lnTo>
                    <a:pt x="336431" y="736086"/>
                  </a:lnTo>
                  <a:lnTo>
                    <a:pt x="336431" y="743652"/>
                  </a:lnTo>
                  <a:lnTo>
                    <a:pt x="338457" y="743652"/>
                  </a:lnTo>
                  <a:lnTo>
                    <a:pt x="352644" y="743652"/>
                  </a:lnTo>
                  <a:lnTo>
                    <a:pt x="352644" y="713387"/>
                  </a:lnTo>
                  <a:lnTo>
                    <a:pt x="397231" y="713387"/>
                  </a:lnTo>
                  <a:lnTo>
                    <a:pt x="397231" y="712036"/>
                  </a:lnTo>
                  <a:lnTo>
                    <a:pt x="397231" y="702578"/>
                  </a:lnTo>
                  <a:lnTo>
                    <a:pt x="398245" y="702578"/>
                  </a:lnTo>
                  <a:lnTo>
                    <a:pt x="405338" y="702578"/>
                  </a:lnTo>
                  <a:lnTo>
                    <a:pt x="405338" y="700687"/>
                  </a:lnTo>
                  <a:lnTo>
                    <a:pt x="405338" y="687446"/>
                  </a:lnTo>
                  <a:lnTo>
                    <a:pt x="406098" y="687446"/>
                  </a:lnTo>
                  <a:lnTo>
                    <a:pt x="411418" y="687446"/>
                  </a:lnTo>
                  <a:lnTo>
                    <a:pt x="411418" y="686365"/>
                  </a:lnTo>
                  <a:lnTo>
                    <a:pt x="411418" y="678798"/>
                  </a:lnTo>
                  <a:lnTo>
                    <a:pt x="413445" y="678798"/>
                  </a:lnTo>
                  <a:lnTo>
                    <a:pt x="427632" y="678798"/>
                  </a:lnTo>
                  <a:lnTo>
                    <a:pt x="427632" y="679879"/>
                  </a:lnTo>
                  <a:lnTo>
                    <a:pt x="427632" y="687446"/>
                  </a:lnTo>
                  <a:lnTo>
                    <a:pt x="449925" y="687446"/>
                  </a:lnTo>
                  <a:lnTo>
                    <a:pt x="449925" y="685554"/>
                  </a:lnTo>
                  <a:lnTo>
                    <a:pt x="449925" y="672313"/>
                  </a:lnTo>
                  <a:lnTo>
                    <a:pt x="451699" y="672313"/>
                  </a:lnTo>
                  <a:lnTo>
                    <a:pt x="464112" y="672313"/>
                  </a:lnTo>
                  <a:lnTo>
                    <a:pt x="464112" y="696093"/>
                  </a:lnTo>
                  <a:lnTo>
                    <a:pt x="465126" y="696093"/>
                  </a:lnTo>
                  <a:lnTo>
                    <a:pt x="472219" y="696093"/>
                  </a:lnTo>
                  <a:lnTo>
                    <a:pt x="472219" y="695012"/>
                  </a:lnTo>
                  <a:lnTo>
                    <a:pt x="472219" y="687446"/>
                  </a:lnTo>
                  <a:lnTo>
                    <a:pt x="473992" y="687446"/>
                  </a:lnTo>
                  <a:lnTo>
                    <a:pt x="486406" y="687446"/>
                  </a:lnTo>
                  <a:lnTo>
                    <a:pt x="486406" y="713387"/>
                  </a:lnTo>
                  <a:lnTo>
                    <a:pt x="488433" y="713387"/>
                  </a:lnTo>
                  <a:lnTo>
                    <a:pt x="502619" y="713387"/>
                  </a:lnTo>
                  <a:lnTo>
                    <a:pt x="502619" y="715008"/>
                  </a:lnTo>
                  <a:lnTo>
                    <a:pt x="502619" y="726358"/>
                  </a:lnTo>
                  <a:lnTo>
                    <a:pt x="503379" y="726358"/>
                  </a:lnTo>
                  <a:lnTo>
                    <a:pt x="508700" y="726358"/>
                  </a:lnTo>
                  <a:lnTo>
                    <a:pt x="508700" y="725547"/>
                  </a:lnTo>
                  <a:lnTo>
                    <a:pt x="508700" y="719872"/>
                  </a:lnTo>
                  <a:lnTo>
                    <a:pt x="539100" y="719872"/>
                  </a:lnTo>
                  <a:lnTo>
                    <a:pt x="539100" y="743652"/>
                  </a:lnTo>
                  <a:lnTo>
                    <a:pt x="540113" y="743652"/>
                  </a:lnTo>
                  <a:lnTo>
                    <a:pt x="547207" y="743652"/>
                  </a:lnTo>
                  <a:lnTo>
                    <a:pt x="547207" y="744733"/>
                  </a:lnTo>
                  <a:lnTo>
                    <a:pt x="547207" y="752299"/>
                  </a:lnTo>
                  <a:lnTo>
                    <a:pt x="547967" y="752299"/>
                  </a:lnTo>
                  <a:lnTo>
                    <a:pt x="553287" y="752299"/>
                  </a:lnTo>
                  <a:lnTo>
                    <a:pt x="553287" y="750137"/>
                  </a:lnTo>
                  <a:lnTo>
                    <a:pt x="553287" y="735005"/>
                  </a:lnTo>
                  <a:lnTo>
                    <a:pt x="554300" y="735005"/>
                  </a:lnTo>
                  <a:lnTo>
                    <a:pt x="561394" y="735005"/>
                  </a:lnTo>
                  <a:lnTo>
                    <a:pt x="561394" y="736086"/>
                  </a:lnTo>
                  <a:lnTo>
                    <a:pt x="561394" y="743652"/>
                  </a:lnTo>
                  <a:lnTo>
                    <a:pt x="566714" y="741659"/>
                  </a:lnTo>
                  <a:cubicBezTo>
                    <a:pt x="567474" y="741287"/>
                    <a:pt x="567474" y="741085"/>
                    <a:pt x="567474" y="740679"/>
                  </a:cubicBezTo>
                  <a:lnTo>
                    <a:pt x="567474" y="735005"/>
                  </a:lnTo>
                  <a:lnTo>
                    <a:pt x="605981" y="735005"/>
                  </a:lnTo>
                  <a:lnTo>
                    <a:pt x="605981" y="758784"/>
                  </a:lnTo>
                  <a:lnTo>
                    <a:pt x="608007" y="758784"/>
                  </a:lnTo>
                  <a:lnTo>
                    <a:pt x="622194" y="758784"/>
                  </a:lnTo>
                  <a:lnTo>
                    <a:pt x="622194" y="759865"/>
                  </a:lnTo>
                  <a:lnTo>
                    <a:pt x="622194" y="767431"/>
                  </a:lnTo>
                  <a:lnTo>
                    <a:pt x="623968" y="767431"/>
                  </a:lnTo>
                  <a:lnTo>
                    <a:pt x="636381" y="767431"/>
                  </a:lnTo>
                  <a:lnTo>
                    <a:pt x="636381" y="743652"/>
                  </a:lnTo>
                  <a:lnTo>
                    <a:pt x="637394" y="743652"/>
                  </a:lnTo>
                  <a:lnTo>
                    <a:pt x="644488" y="743652"/>
                  </a:lnTo>
                  <a:lnTo>
                    <a:pt x="644488" y="711225"/>
                  </a:lnTo>
                  <a:lnTo>
                    <a:pt x="645501" y="711225"/>
                  </a:lnTo>
                  <a:lnTo>
                    <a:pt x="652595" y="711225"/>
                  </a:lnTo>
                  <a:lnTo>
                    <a:pt x="652595" y="709334"/>
                  </a:lnTo>
                  <a:lnTo>
                    <a:pt x="652595" y="696093"/>
                  </a:lnTo>
                  <a:cubicBezTo>
                    <a:pt x="650568" y="696093"/>
                    <a:pt x="650568" y="696093"/>
                    <a:pt x="651328" y="694471"/>
                  </a:cubicBezTo>
                  <a:lnTo>
                    <a:pt x="656648" y="683122"/>
                  </a:lnTo>
                  <a:cubicBezTo>
                    <a:pt x="656653" y="683139"/>
                    <a:pt x="656848" y="683813"/>
                    <a:pt x="664755" y="711225"/>
                  </a:cubicBezTo>
                  <a:lnTo>
                    <a:pt x="665515" y="711225"/>
                  </a:lnTo>
                  <a:lnTo>
                    <a:pt x="670835" y="711225"/>
                  </a:lnTo>
                  <a:lnTo>
                    <a:pt x="670835" y="605298"/>
                  </a:lnTo>
                  <a:lnTo>
                    <a:pt x="672355" y="605298"/>
                  </a:lnTo>
                  <a:lnTo>
                    <a:pt x="682995" y="605298"/>
                  </a:lnTo>
                  <a:lnTo>
                    <a:pt x="682995" y="557739"/>
                  </a:lnTo>
                  <a:lnTo>
                    <a:pt x="709342" y="557739"/>
                  </a:lnTo>
                  <a:lnTo>
                    <a:pt x="709342" y="536121"/>
                  </a:lnTo>
                  <a:lnTo>
                    <a:pt x="743796" y="536121"/>
                  </a:lnTo>
                  <a:lnTo>
                    <a:pt x="743796" y="538553"/>
                  </a:lnTo>
                  <a:lnTo>
                    <a:pt x="743796" y="555577"/>
                  </a:lnTo>
                  <a:lnTo>
                    <a:pt x="746076" y="555577"/>
                  </a:lnTo>
                  <a:lnTo>
                    <a:pt x="762036" y="555577"/>
                  </a:lnTo>
                  <a:lnTo>
                    <a:pt x="762036" y="603136"/>
                  </a:lnTo>
                  <a:lnTo>
                    <a:pt x="763049" y="603136"/>
                  </a:lnTo>
                  <a:lnTo>
                    <a:pt x="770143" y="603136"/>
                  </a:lnTo>
                  <a:lnTo>
                    <a:pt x="784330" y="607460"/>
                  </a:lnTo>
                  <a:lnTo>
                    <a:pt x="784330" y="646372"/>
                  </a:lnTo>
                  <a:lnTo>
                    <a:pt x="785343" y="646372"/>
                  </a:lnTo>
                  <a:lnTo>
                    <a:pt x="792436" y="646372"/>
                  </a:lnTo>
                  <a:lnTo>
                    <a:pt x="792436" y="647993"/>
                  </a:lnTo>
                  <a:lnTo>
                    <a:pt x="792436" y="659342"/>
                  </a:lnTo>
                  <a:lnTo>
                    <a:pt x="794463" y="659342"/>
                  </a:lnTo>
                  <a:lnTo>
                    <a:pt x="808650" y="659342"/>
                  </a:lnTo>
                  <a:lnTo>
                    <a:pt x="814730" y="665828"/>
                  </a:lnTo>
                  <a:lnTo>
                    <a:pt x="814730" y="687446"/>
                  </a:lnTo>
                  <a:lnTo>
                    <a:pt x="817010" y="687446"/>
                  </a:lnTo>
                  <a:lnTo>
                    <a:pt x="832970" y="687446"/>
                  </a:lnTo>
                  <a:lnTo>
                    <a:pt x="832970" y="688526"/>
                  </a:lnTo>
                  <a:lnTo>
                    <a:pt x="832970" y="696093"/>
                  </a:lnTo>
                  <a:lnTo>
                    <a:pt x="834237" y="696093"/>
                  </a:lnTo>
                  <a:lnTo>
                    <a:pt x="843104" y="696093"/>
                  </a:lnTo>
                  <a:lnTo>
                    <a:pt x="843104" y="698254"/>
                  </a:lnTo>
                  <a:lnTo>
                    <a:pt x="843104" y="713387"/>
                  </a:lnTo>
                  <a:cubicBezTo>
                    <a:pt x="847157" y="713387"/>
                    <a:pt x="847157" y="713387"/>
                    <a:pt x="847157" y="711495"/>
                  </a:cubicBezTo>
                  <a:lnTo>
                    <a:pt x="847157" y="698254"/>
                  </a:lnTo>
                  <a:lnTo>
                    <a:pt x="848170" y="698254"/>
                  </a:lnTo>
                  <a:lnTo>
                    <a:pt x="855264" y="698254"/>
                  </a:lnTo>
                  <a:lnTo>
                    <a:pt x="855264" y="699876"/>
                  </a:lnTo>
                  <a:lnTo>
                    <a:pt x="855264" y="711225"/>
                  </a:lnTo>
                  <a:lnTo>
                    <a:pt x="856024" y="711225"/>
                  </a:lnTo>
                  <a:lnTo>
                    <a:pt x="861344" y="711225"/>
                  </a:lnTo>
                  <a:cubicBezTo>
                    <a:pt x="861344" y="706902"/>
                    <a:pt x="861344" y="706902"/>
                    <a:pt x="909984" y="706902"/>
                  </a:cubicBezTo>
                  <a:lnTo>
                    <a:pt x="909984" y="708253"/>
                  </a:lnTo>
                  <a:lnTo>
                    <a:pt x="909984" y="717710"/>
                  </a:lnTo>
                  <a:lnTo>
                    <a:pt x="910744" y="717710"/>
                  </a:lnTo>
                  <a:lnTo>
                    <a:pt x="916065" y="717710"/>
                  </a:lnTo>
                  <a:lnTo>
                    <a:pt x="916065" y="719872"/>
                  </a:lnTo>
                  <a:lnTo>
                    <a:pt x="916065" y="735005"/>
                  </a:lnTo>
                  <a:cubicBezTo>
                    <a:pt x="916073" y="735001"/>
                    <a:pt x="916189" y="734923"/>
                    <a:pt x="918091" y="733654"/>
                  </a:cubicBezTo>
                  <a:lnTo>
                    <a:pt x="932278" y="724196"/>
                  </a:lnTo>
                  <a:cubicBezTo>
                    <a:pt x="932280" y="724177"/>
                    <a:pt x="932411" y="723302"/>
                    <a:pt x="938358" y="683122"/>
                  </a:cubicBezTo>
                  <a:cubicBezTo>
                    <a:pt x="938367" y="683120"/>
                    <a:pt x="938436" y="683094"/>
                    <a:pt x="939118" y="682852"/>
                  </a:cubicBezTo>
                  <a:lnTo>
                    <a:pt x="944438" y="680960"/>
                  </a:lnTo>
                  <a:cubicBezTo>
                    <a:pt x="944438" y="680944"/>
                    <a:pt x="944471" y="679883"/>
                    <a:pt x="946465" y="611783"/>
                  </a:cubicBezTo>
                  <a:cubicBezTo>
                    <a:pt x="946465" y="611801"/>
                    <a:pt x="946498" y="612892"/>
                    <a:pt x="948492" y="680960"/>
                  </a:cubicBezTo>
                  <a:cubicBezTo>
                    <a:pt x="948501" y="680963"/>
                    <a:pt x="948572" y="680988"/>
                    <a:pt x="949252" y="681230"/>
                  </a:cubicBezTo>
                  <a:lnTo>
                    <a:pt x="954572" y="683122"/>
                  </a:lnTo>
                  <a:lnTo>
                    <a:pt x="954572" y="596651"/>
                  </a:lnTo>
                  <a:cubicBezTo>
                    <a:pt x="958625" y="596651"/>
                    <a:pt x="958625" y="596651"/>
                    <a:pt x="958625" y="564224"/>
                  </a:cubicBezTo>
                  <a:lnTo>
                    <a:pt x="997132" y="564224"/>
                  </a:lnTo>
                  <a:lnTo>
                    <a:pt x="997132" y="596651"/>
                  </a:lnTo>
                  <a:lnTo>
                    <a:pt x="997892" y="596651"/>
                  </a:lnTo>
                  <a:lnTo>
                    <a:pt x="1003212" y="596651"/>
                  </a:lnTo>
                  <a:lnTo>
                    <a:pt x="1003212" y="514503"/>
                  </a:lnTo>
                  <a:lnTo>
                    <a:pt x="1004986" y="514503"/>
                  </a:lnTo>
                  <a:lnTo>
                    <a:pt x="1017399" y="514503"/>
                  </a:lnTo>
                  <a:lnTo>
                    <a:pt x="1017399" y="512612"/>
                  </a:lnTo>
                  <a:lnTo>
                    <a:pt x="1017399" y="499371"/>
                  </a:lnTo>
                  <a:lnTo>
                    <a:pt x="1039693" y="499371"/>
                  </a:lnTo>
                  <a:lnTo>
                    <a:pt x="1039693" y="498290"/>
                  </a:lnTo>
                  <a:lnTo>
                    <a:pt x="1039693" y="490724"/>
                  </a:lnTo>
                  <a:lnTo>
                    <a:pt x="1041466" y="490724"/>
                  </a:lnTo>
                  <a:lnTo>
                    <a:pt x="1053880" y="490724"/>
                  </a:lnTo>
                  <a:lnTo>
                    <a:pt x="1053880" y="491805"/>
                  </a:lnTo>
                  <a:lnTo>
                    <a:pt x="1053880" y="499371"/>
                  </a:lnTo>
                  <a:lnTo>
                    <a:pt x="1054640" y="499371"/>
                  </a:lnTo>
                  <a:lnTo>
                    <a:pt x="1059960" y="499371"/>
                  </a:lnTo>
                  <a:lnTo>
                    <a:pt x="1070093" y="495047"/>
                  </a:lnTo>
                  <a:lnTo>
                    <a:pt x="1074146" y="498290"/>
                  </a:lnTo>
                  <a:lnTo>
                    <a:pt x="1074146" y="490724"/>
                  </a:lnTo>
                  <a:lnTo>
                    <a:pt x="1076426" y="490724"/>
                  </a:lnTo>
                  <a:lnTo>
                    <a:pt x="1092387" y="490724"/>
                  </a:lnTo>
                  <a:lnTo>
                    <a:pt x="1092387" y="491805"/>
                  </a:lnTo>
                  <a:lnTo>
                    <a:pt x="1092387" y="499371"/>
                  </a:lnTo>
                  <a:lnTo>
                    <a:pt x="1122787" y="499371"/>
                  </a:lnTo>
                  <a:lnTo>
                    <a:pt x="1122787" y="500992"/>
                  </a:lnTo>
                  <a:lnTo>
                    <a:pt x="1122787" y="512342"/>
                  </a:lnTo>
                  <a:lnTo>
                    <a:pt x="1149134" y="512342"/>
                  </a:lnTo>
                  <a:lnTo>
                    <a:pt x="1149134" y="542606"/>
                  </a:lnTo>
                  <a:lnTo>
                    <a:pt x="1149894" y="542606"/>
                  </a:lnTo>
                  <a:lnTo>
                    <a:pt x="1155214" y="542606"/>
                  </a:lnTo>
                  <a:lnTo>
                    <a:pt x="1155214" y="543687"/>
                  </a:lnTo>
                  <a:lnTo>
                    <a:pt x="1155214" y="551254"/>
                  </a:lnTo>
                  <a:cubicBezTo>
                    <a:pt x="1159268" y="551254"/>
                    <a:pt x="1159268" y="551254"/>
                    <a:pt x="1159268" y="581518"/>
                  </a:cubicBezTo>
                  <a:lnTo>
                    <a:pt x="1160028" y="581518"/>
                  </a:lnTo>
                  <a:lnTo>
                    <a:pt x="1165348" y="581518"/>
                  </a:lnTo>
                  <a:lnTo>
                    <a:pt x="1165348" y="582329"/>
                  </a:lnTo>
                  <a:lnTo>
                    <a:pt x="1165348" y="588004"/>
                  </a:lnTo>
                  <a:lnTo>
                    <a:pt x="1166361" y="588004"/>
                  </a:lnTo>
                  <a:lnTo>
                    <a:pt x="1173454" y="588004"/>
                  </a:lnTo>
                  <a:lnTo>
                    <a:pt x="1173454" y="618269"/>
                  </a:lnTo>
                  <a:lnTo>
                    <a:pt x="1175481" y="618269"/>
                  </a:lnTo>
                  <a:lnTo>
                    <a:pt x="1189668" y="618269"/>
                  </a:lnTo>
                  <a:lnTo>
                    <a:pt x="1189668" y="642048"/>
                  </a:lnTo>
                  <a:cubicBezTo>
                    <a:pt x="1191695" y="642048"/>
                    <a:pt x="1191695" y="642048"/>
                    <a:pt x="1191695" y="643669"/>
                  </a:cubicBezTo>
                  <a:lnTo>
                    <a:pt x="1191695" y="655019"/>
                  </a:lnTo>
                  <a:lnTo>
                    <a:pt x="1192455" y="655019"/>
                  </a:lnTo>
                  <a:lnTo>
                    <a:pt x="1197775" y="655019"/>
                  </a:lnTo>
                  <a:lnTo>
                    <a:pt x="1197775" y="678798"/>
                  </a:lnTo>
                  <a:lnTo>
                    <a:pt x="1199041" y="678798"/>
                  </a:lnTo>
                  <a:lnTo>
                    <a:pt x="1207908" y="678798"/>
                  </a:lnTo>
                  <a:cubicBezTo>
                    <a:pt x="1209935" y="680960"/>
                    <a:pt x="1209935" y="680960"/>
                    <a:pt x="1209935" y="682852"/>
                  </a:cubicBezTo>
                  <a:lnTo>
                    <a:pt x="1209935" y="696093"/>
                  </a:lnTo>
                  <a:cubicBezTo>
                    <a:pt x="1209940" y="696086"/>
                    <a:pt x="1210027" y="695979"/>
                    <a:pt x="1211455" y="694201"/>
                  </a:cubicBezTo>
                  <a:lnTo>
                    <a:pt x="1222095" y="680960"/>
                  </a:lnTo>
                  <a:lnTo>
                    <a:pt x="1250469" y="680960"/>
                  </a:lnTo>
                  <a:lnTo>
                    <a:pt x="1250469" y="767431"/>
                  </a:lnTo>
                  <a:lnTo>
                    <a:pt x="1251229" y="767431"/>
                  </a:lnTo>
                  <a:lnTo>
                    <a:pt x="1256549" y="767431"/>
                  </a:lnTo>
                  <a:cubicBezTo>
                    <a:pt x="1256553" y="767423"/>
                    <a:pt x="1256612" y="767323"/>
                    <a:pt x="1257309" y="766080"/>
                  </a:cubicBezTo>
                  <a:lnTo>
                    <a:pt x="1262629" y="756622"/>
                  </a:lnTo>
                  <a:lnTo>
                    <a:pt x="1262629" y="758514"/>
                  </a:lnTo>
                  <a:lnTo>
                    <a:pt x="1262629" y="771755"/>
                  </a:lnTo>
                  <a:cubicBezTo>
                    <a:pt x="1266682" y="771755"/>
                    <a:pt x="1266682" y="771755"/>
                    <a:pt x="1266682" y="726358"/>
                  </a:cubicBezTo>
                  <a:lnTo>
                    <a:pt x="1267442" y="726358"/>
                  </a:lnTo>
                  <a:lnTo>
                    <a:pt x="1272762" y="726358"/>
                  </a:lnTo>
                  <a:lnTo>
                    <a:pt x="1272762" y="661504"/>
                  </a:lnTo>
                  <a:lnTo>
                    <a:pt x="1273776" y="661504"/>
                  </a:lnTo>
                  <a:lnTo>
                    <a:pt x="1280869" y="661504"/>
                  </a:lnTo>
                  <a:cubicBezTo>
                    <a:pt x="1280875" y="661483"/>
                    <a:pt x="1281139" y="660543"/>
                    <a:pt x="1293029" y="618269"/>
                  </a:cubicBezTo>
                  <a:lnTo>
                    <a:pt x="1294296" y="618269"/>
                  </a:lnTo>
                  <a:lnTo>
                    <a:pt x="1303163" y="618269"/>
                  </a:lnTo>
                  <a:cubicBezTo>
                    <a:pt x="1303168" y="618292"/>
                    <a:pt x="1303394" y="619258"/>
                    <a:pt x="1313296" y="661504"/>
                  </a:cubicBezTo>
                  <a:lnTo>
                    <a:pt x="1314309" y="661504"/>
                  </a:lnTo>
                  <a:lnTo>
                    <a:pt x="1321403" y="661504"/>
                  </a:lnTo>
                  <a:lnTo>
                    <a:pt x="1321403" y="700416"/>
                  </a:lnTo>
                  <a:lnTo>
                    <a:pt x="1323176" y="700416"/>
                  </a:lnTo>
                  <a:lnTo>
                    <a:pt x="1335590" y="700416"/>
                  </a:lnTo>
                  <a:lnTo>
                    <a:pt x="1335590" y="702578"/>
                  </a:lnTo>
                  <a:lnTo>
                    <a:pt x="1335590" y="717710"/>
                  </a:lnTo>
                  <a:cubicBezTo>
                    <a:pt x="1339643" y="717710"/>
                    <a:pt x="1339643" y="717710"/>
                    <a:pt x="1339643" y="715549"/>
                  </a:cubicBezTo>
                  <a:lnTo>
                    <a:pt x="1339643" y="700416"/>
                  </a:lnTo>
                  <a:lnTo>
                    <a:pt x="1341163" y="700416"/>
                  </a:lnTo>
                  <a:lnTo>
                    <a:pt x="1351803" y="700416"/>
                  </a:lnTo>
                  <a:lnTo>
                    <a:pt x="1351803" y="702037"/>
                  </a:lnTo>
                  <a:lnTo>
                    <a:pt x="1351803" y="713387"/>
                  </a:lnTo>
                  <a:lnTo>
                    <a:pt x="1382204" y="713387"/>
                  </a:lnTo>
                  <a:lnTo>
                    <a:pt x="1382204" y="676637"/>
                  </a:lnTo>
                  <a:lnTo>
                    <a:pt x="1383470" y="676637"/>
                  </a:lnTo>
                  <a:lnTo>
                    <a:pt x="1392337" y="676637"/>
                  </a:lnTo>
                  <a:lnTo>
                    <a:pt x="1392337" y="698254"/>
                  </a:lnTo>
                  <a:cubicBezTo>
                    <a:pt x="1394364" y="698254"/>
                    <a:pt x="1394364" y="698254"/>
                    <a:pt x="1394364" y="665828"/>
                  </a:cubicBezTo>
                  <a:lnTo>
                    <a:pt x="1416657" y="665828"/>
                  </a:lnTo>
                  <a:lnTo>
                    <a:pt x="1416657" y="664206"/>
                  </a:lnTo>
                  <a:lnTo>
                    <a:pt x="1416657" y="652857"/>
                  </a:lnTo>
                  <a:lnTo>
                    <a:pt x="1417417" y="652857"/>
                  </a:lnTo>
                  <a:lnTo>
                    <a:pt x="1422737" y="652857"/>
                  </a:lnTo>
                  <a:lnTo>
                    <a:pt x="1422737" y="650966"/>
                  </a:lnTo>
                  <a:lnTo>
                    <a:pt x="1422737" y="637725"/>
                  </a:lnTo>
                  <a:lnTo>
                    <a:pt x="1426791" y="644210"/>
                  </a:lnTo>
                  <a:lnTo>
                    <a:pt x="1429071" y="644210"/>
                  </a:lnTo>
                  <a:lnTo>
                    <a:pt x="1445031" y="644210"/>
                  </a:lnTo>
                  <a:lnTo>
                    <a:pt x="1445031" y="643399"/>
                  </a:lnTo>
                  <a:lnTo>
                    <a:pt x="1445031" y="637725"/>
                  </a:lnTo>
                  <a:lnTo>
                    <a:pt x="1445791" y="637725"/>
                  </a:lnTo>
                  <a:lnTo>
                    <a:pt x="1451111" y="637725"/>
                  </a:lnTo>
                  <a:lnTo>
                    <a:pt x="1451111" y="639076"/>
                  </a:lnTo>
                  <a:lnTo>
                    <a:pt x="1451111" y="648534"/>
                  </a:lnTo>
                  <a:lnTo>
                    <a:pt x="1489618" y="648534"/>
                  </a:lnTo>
                  <a:lnTo>
                    <a:pt x="1489618" y="786887"/>
                  </a:lnTo>
                  <a:lnTo>
                    <a:pt x="1491138" y="786887"/>
                  </a:lnTo>
                  <a:lnTo>
                    <a:pt x="1501778" y="786887"/>
                  </a:lnTo>
                  <a:lnTo>
                    <a:pt x="1501778" y="773917"/>
                  </a:lnTo>
                  <a:lnTo>
                    <a:pt x="1505832" y="773917"/>
                  </a:lnTo>
                  <a:lnTo>
                    <a:pt x="1505832" y="786887"/>
                  </a:lnTo>
                  <a:lnTo>
                    <a:pt x="1536232" y="786887"/>
                  </a:lnTo>
                  <a:lnTo>
                    <a:pt x="1536232" y="756622"/>
                  </a:lnTo>
                  <a:lnTo>
                    <a:pt x="1548392" y="756622"/>
                  </a:lnTo>
                  <a:lnTo>
                    <a:pt x="1560552" y="754461"/>
                  </a:lnTo>
                  <a:cubicBezTo>
                    <a:pt x="1562579" y="754461"/>
                    <a:pt x="1562579" y="756622"/>
                    <a:pt x="1564606" y="756622"/>
                  </a:cubicBezTo>
                  <a:lnTo>
                    <a:pt x="1574739" y="756622"/>
                  </a:lnTo>
                  <a:lnTo>
                    <a:pt x="1574739" y="786887"/>
                  </a:lnTo>
                  <a:lnTo>
                    <a:pt x="1582846" y="786887"/>
                  </a:lnTo>
                  <a:lnTo>
                    <a:pt x="1582846" y="804182"/>
                  </a:lnTo>
                  <a:lnTo>
                    <a:pt x="1592182" y="805087"/>
                  </a:lnTo>
                  <a:lnTo>
                    <a:pt x="1605140" y="805087"/>
                  </a:lnTo>
                  <a:lnTo>
                    <a:pt x="1605140" y="789049"/>
                  </a:lnTo>
                  <a:lnTo>
                    <a:pt x="1673096" y="789049"/>
                  </a:lnTo>
                  <a:lnTo>
                    <a:pt x="1673096" y="703796"/>
                  </a:lnTo>
                  <a:lnTo>
                    <a:pt x="1745104" y="703796"/>
                  </a:lnTo>
                  <a:lnTo>
                    <a:pt x="1745104" y="782564"/>
                  </a:lnTo>
                  <a:lnTo>
                    <a:pt x="1747008" y="782564"/>
                  </a:lnTo>
                  <a:lnTo>
                    <a:pt x="1748250" y="805087"/>
                  </a:lnTo>
                  <a:lnTo>
                    <a:pt x="1757926" y="805087"/>
                  </a:lnTo>
                  <a:cubicBezTo>
                    <a:pt x="1758462" y="797873"/>
                    <a:pt x="1759168" y="790219"/>
                    <a:pt x="1759168" y="782564"/>
                  </a:cubicBezTo>
                  <a:lnTo>
                    <a:pt x="1765248" y="782564"/>
                  </a:lnTo>
                  <a:lnTo>
                    <a:pt x="1766490" y="805087"/>
                  </a:lnTo>
                  <a:lnTo>
                    <a:pt x="1817112" y="805087"/>
                  </a:lnTo>
                  <a:lnTo>
                    <a:pt x="1817112" y="642059"/>
                  </a:lnTo>
                  <a:lnTo>
                    <a:pt x="2014439" y="642059"/>
                  </a:lnTo>
                  <a:lnTo>
                    <a:pt x="2014439" y="805087"/>
                  </a:lnTo>
                  <a:lnTo>
                    <a:pt x="2033136" y="805087"/>
                  </a:lnTo>
                  <a:lnTo>
                    <a:pt x="2033136" y="722394"/>
                  </a:lnTo>
                  <a:lnTo>
                    <a:pt x="2128256" y="722394"/>
                  </a:lnTo>
                  <a:cubicBezTo>
                    <a:pt x="2132331" y="616373"/>
                    <a:pt x="2135709" y="510899"/>
                    <a:pt x="2140186" y="404253"/>
                  </a:cubicBezTo>
                  <a:cubicBezTo>
                    <a:pt x="2130053" y="404253"/>
                    <a:pt x="2105733" y="391282"/>
                    <a:pt x="2128026" y="382635"/>
                  </a:cubicBezTo>
                  <a:cubicBezTo>
                    <a:pt x="2125999" y="380473"/>
                    <a:pt x="2123973" y="378311"/>
                    <a:pt x="2121946" y="378311"/>
                  </a:cubicBezTo>
                  <a:cubicBezTo>
                    <a:pt x="2121946" y="365341"/>
                    <a:pt x="2119919" y="363179"/>
                    <a:pt x="2130053" y="354532"/>
                  </a:cubicBezTo>
                  <a:lnTo>
                    <a:pt x="2130053" y="337238"/>
                  </a:lnTo>
                  <a:lnTo>
                    <a:pt x="2144240" y="337238"/>
                  </a:lnTo>
                  <a:lnTo>
                    <a:pt x="2144240" y="315620"/>
                  </a:lnTo>
                  <a:cubicBezTo>
                    <a:pt x="2144240" y="313458"/>
                    <a:pt x="2146266" y="313458"/>
                    <a:pt x="2146266" y="311296"/>
                  </a:cubicBezTo>
                  <a:lnTo>
                    <a:pt x="2146266" y="233472"/>
                  </a:lnTo>
                  <a:cubicBezTo>
                    <a:pt x="2146266" y="231310"/>
                    <a:pt x="2144240" y="229149"/>
                    <a:pt x="2144240" y="226987"/>
                  </a:cubicBezTo>
                  <a:lnTo>
                    <a:pt x="2150320" y="220501"/>
                  </a:lnTo>
                  <a:lnTo>
                    <a:pt x="2150320" y="162133"/>
                  </a:lnTo>
                  <a:cubicBezTo>
                    <a:pt x="2150320" y="159972"/>
                    <a:pt x="2150320" y="159972"/>
                    <a:pt x="2152346" y="157810"/>
                  </a:cubicBezTo>
                  <a:lnTo>
                    <a:pt x="2152346" y="101604"/>
                  </a:lnTo>
                  <a:cubicBezTo>
                    <a:pt x="2154373" y="92957"/>
                    <a:pt x="2154373" y="88633"/>
                    <a:pt x="2154373" y="82148"/>
                  </a:cubicBezTo>
                  <a:cubicBezTo>
                    <a:pt x="2158427" y="88633"/>
                    <a:pt x="2158427" y="92957"/>
                    <a:pt x="2158427" y="99442"/>
                  </a:cubicBezTo>
                  <a:cubicBezTo>
                    <a:pt x="2160453" y="121060"/>
                    <a:pt x="2160453" y="140516"/>
                    <a:pt x="2160453" y="157810"/>
                  </a:cubicBezTo>
                  <a:cubicBezTo>
                    <a:pt x="2162480" y="181589"/>
                    <a:pt x="2162480" y="201045"/>
                    <a:pt x="2162480" y="220501"/>
                  </a:cubicBezTo>
                  <a:lnTo>
                    <a:pt x="2168560" y="226987"/>
                  </a:lnTo>
                  <a:cubicBezTo>
                    <a:pt x="2168560" y="229149"/>
                    <a:pt x="2166533" y="231310"/>
                    <a:pt x="2166533" y="233472"/>
                  </a:cubicBezTo>
                  <a:lnTo>
                    <a:pt x="2166533" y="311296"/>
                  </a:lnTo>
                  <a:cubicBezTo>
                    <a:pt x="2166533" y="313458"/>
                    <a:pt x="2168560" y="313458"/>
                    <a:pt x="2168560" y="315620"/>
                  </a:cubicBezTo>
                  <a:lnTo>
                    <a:pt x="2168560" y="337238"/>
                  </a:lnTo>
                  <a:lnTo>
                    <a:pt x="2182747" y="337238"/>
                  </a:lnTo>
                  <a:lnTo>
                    <a:pt x="2182747" y="354532"/>
                  </a:lnTo>
                  <a:cubicBezTo>
                    <a:pt x="2190854" y="363179"/>
                    <a:pt x="2190854" y="363179"/>
                    <a:pt x="2190854" y="378311"/>
                  </a:cubicBezTo>
                  <a:cubicBezTo>
                    <a:pt x="2188827" y="378311"/>
                    <a:pt x="2186800" y="380473"/>
                    <a:pt x="2184774" y="382635"/>
                  </a:cubicBezTo>
                  <a:cubicBezTo>
                    <a:pt x="2205040" y="393444"/>
                    <a:pt x="2180720" y="402091"/>
                    <a:pt x="2172613" y="404253"/>
                  </a:cubicBezTo>
                  <a:cubicBezTo>
                    <a:pt x="2174640" y="488562"/>
                    <a:pt x="2178693" y="572871"/>
                    <a:pt x="2180720" y="657181"/>
                  </a:cubicBezTo>
                  <a:lnTo>
                    <a:pt x="2245574" y="657181"/>
                  </a:lnTo>
                  <a:lnTo>
                    <a:pt x="2245574" y="732843"/>
                  </a:lnTo>
                  <a:lnTo>
                    <a:pt x="2253681" y="732843"/>
                  </a:lnTo>
                  <a:cubicBezTo>
                    <a:pt x="2253681" y="730681"/>
                    <a:pt x="2255708" y="728519"/>
                    <a:pt x="2255708" y="726358"/>
                  </a:cubicBezTo>
                  <a:lnTo>
                    <a:pt x="2261788" y="726358"/>
                  </a:lnTo>
                  <a:cubicBezTo>
                    <a:pt x="2261788" y="728519"/>
                    <a:pt x="2261788" y="730681"/>
                    <a:pt x="2263815" y="735005"/>
                  </a:cubicBezTo>
                  <a:lnTo>
                    <a:pt x="2275975" y="735005"/>
                  </a:lnTo>
                  <a:lnTo>
                    <a:pt x="2275975" y="728519"/>
                  </a:lnTo>
                  <a:lnTo>
                    <a:pt x="2298268" y="728519"/>
                  </a:lnTo>
                  <a:lnTo>
                    <a:pt x="2298268" y="735005"/>
                  </a:lnTo>
                  <a:lnTo>
                    <a:pt x="2318535" y="735005"/>
                  </a:lnTo>
                  <a:lnTo>
                    <a:pt x="2318535" y="780402"/>
                  </a:lnTo>
                  <a:lnTo>
                    <a:pt x="2332722" y="780402"/>
                  </a:lnTo>
                  <a:lnTo>
                    <a:pt x="2332722" y="767431"/>
                  </a:lnTo>
                  <a:lnTo>
                    <a:pt x="2348936" y="767431"/>
                  </a:lnTo>
                  <a:lnTo>
                    <a:pt x="2348936" y="588004"/>
                  </a:lnTo>
                  <a:lnTo>
                    <a:pt x="2355016" y="581518"/>
                  </a:lnTo>
                  <a:lnTo>
                    <a:pt x="2427977" y="581518"/>
                  </a:lnTo>
                  <a:lnTo>
                    <a:pt x="2427977" y="590166"/>
                  </a:lnTo>
                  <a:lnTo>
                    <a:pt x="2438110" y="590166"/>
                  </a:lnTo>
                  <a:lnTo>
                    <a:pt x="2438110" y="704740"/>
                  </a:lnTo>
                  <a:lnTo>
                    <a:pt x="2460404" y="704740"/>
                  </a:lnTo>
                  <a:lnTo>
                    <a:pt x="2460404" y="637725"/>
                  </a:lnTo>
                  <a:lnTo>
                    <a:pt x="2486751" y="637725"/>
                  </a:lnTo>
                  <a:cubicBezTo>
                    <a:pt x="2488777" y="637725"/>
                    <a:pt x="2488777" y="635563"/>
                    <a:pt x="2490804" y="633401"/>
                  </a:cubicBezTo>
                  <a:lnTo>
                    <a:pt x="2498911" y="633401"/>
                  </a:lnTo>
                  <a:cubicBezTo>
                    <a:pt x="2500937" y="635563"/>
                    <a:pt x="2500937" y="637725"/>
                    <a:pt x="2502964" y="637725"/>
                  </a:cubicBezTo>
                  <a:lnTo>
                    <a:pt x="2525258" y="637725"/>
                  </a:lnTo>
                  <a:lnTo>
                    <a:pt x="2525258" y="520989"/>
                  </a:lnTo>
                  <a:cubicBezTo>
                    <a:pt x="2525272" y="520986"/>
                    <a:pt x="2526139" y="520822"/>
                    <a:pt x="2582005" y="510180"/>
                  </a:cubicBezTo>
                  <a:lnTo>
                    <a:pt x="2582005" y="511261"/>
                  </a:lnTo>
                  <a:lnTo>
                    <a:pt x="2582005" y="518827"/>
                  </a:lnTo>
                  <a:lnTo>
                    <a:pt x="2608352" y="518827"/>
                  </a:lnTo>
                  <a:lnTo>
                    <a:pt x="2608352" y="773917"/>
                  </a:lnTo>
                  <a:lnTo>
                    <a:pt x="2630646" y="773917"/>
                  </a:lnTo>
                  <a:lnTo>
                    <a:pt x="2630646" y="769593"/>
                  </a:lnTo>
                  <a:lnTo>
                    <a:pt x="2642806" y="769593"/>
                  </a:lnTo>
                  <a:lnTo>
                    <a:pt x="2642806" y="773917"/>
                  </a:lnTo>
                  <a:lnTo>
                    <a:pt x="2667126" y="773917"/>
                  </a:lnTo>
                  <a:lnTo>
                    <a:pt x="2667126" y="760946"/>
                  </a:lnTo>
                  <a:lnTo>
                    <a:pt x="2695500" y="760946"/>
                  </a:lnTo>
                  <a:cubicBezTo>
                    <a:pt x="2699553" y="756622"/>
                    <a:pt x="2703607" y="756622"/>
                    <a:pt x="2707660" y="756622"/>
                  </a:cubicBezTo>
                  <a:cubicBezTo>
                    <a:pt x="2713740" y="760946"/>
                    <a:pt x="2721847" y="760946"/>
                    <a:pt x="2727927" y="760946"/>
                  </a:cubicBezTo>
                  <a:lnTo>
                    <a:pt x="2727927" y="743652"/>
                  </a:lnTo>
                  <a:lnTo>
                    <a:pt x="2736034" y="743652"/>
                  </a:lnTo>
                  <a:lnTo>
                    <a:pt x="2736034" y="730681"/>
                  </a:lnTo>
                  <a:lnTo>
                    <a:pt x="2792781" y="730681"/>
                  </a:lnTo>
                  <a:lnTo>
                    <a:pt x="2792781" y="700416"/>
                  </a:lnTo>
                  <a:lnTo>
                    <a:pt x="2811021" y="700416"/>
                  </a:lnTo>
                  <a:lnTo>
                    <a:pt x="2811021" y="693931"/>
                  </a:lnTo>
                  <a:lnTo>
                    <a:pt x="2823181" y="693931"/>
                  </a:lnTo>
                  <a:lnTo>
                    <a:pt x="2823181" y="700416"/>
                  </a:lnTo>
                  <a:lnTo>
                    <a:pt x="2839395" y="700416"/>
                  </a:lnTo>
                  <a:lnTo>
                    <a:pt x="2839395" y="750137"/>
                  </a:lnTo>
                  <a:lnTo>
                    <a:pt x="2871822" y="750137"/>
                  </a:lnTo>
                  <a:lnTo>
                    <a:pt x="2871822" y="724196"/>
                  </a:lnTo>
                  <a:lnTo>
                    <a:pt x="2910329" y="724196"/>
                  </a:lnTo>
                  <a:lnTo>
                    <a:pt x="2910329" y="693931"/>
                  </a:lnTo>
                  <a:lnTo>
                    <a:pt x="2958970" y="693931"/>
                  </a:lnTo>
                  <a:lnTo>
                    <a:pt x="2958970" y="805087"/>
                  </a:lnTo>
                  <a:lnTo>
                    <a:pt x="2958970" y="818866"/>
                  </a:lnTo>
                  <a:lnTo>
                    <a:pt x="2968113" y="818866"/>
                  </a:lnTo>
                  <a:lnTo>
                    <a:pt x="2968113" y="762555"/>
                  </a:lnTo>
                  <a:lnTo>
                    <a:pt x="2971450" y="756622"/>
                  </a:lnTo>
                  <a:lnTo>
                    <a:pt x="2971450" y="758514"/>
                  </a:lnTo>
                  <a:lnTo>
                    <a:pt x="2971450" y="771755"/>
                  </a:lnTo>
                  <a:cubicBezTo>
                    <a:pt x="2975503" y="771755"/>
                    <a:pt x="2975503" y="771755"/>
                    <a:pt x="2975503" y="726358"/>
                  </a:cubicBezTo>
                  <a:lnTo>
                    <a:pt x="2976263" y="726358"/>
                  </a:lnTo>
                  <a:lnTo>
                    <a:pt x="2981583" y="726358"/>
                  </a:lnTo>
                  <a:lnTo>
                    <a:pt x="2981583" y="661504"/>
                  </a:lnTo>
                  <a:lnTo>
                    <a:pt x="2982597" y="661504"/>
                  </a:lnTo>
                  <a:lnTo>
                    <a:pt x="2989690" y="661504"/>
                  </a:lnTo>
                  <a:cubicBezTo>
                    <a:pt x="2989696" y="661483"/>
                    <a:pt x="2989960" y="660543"/>
                    <a:pt x="3001850" y="618269"/>
                  </a:cubicBezTo>
                  <a:lnTo>
                    <a:pt x="3003117" y="618269"/>
                  </a:lnTo>
                  <a:lnTo>
                    <a:pt x="3011984" y="618269"/>
                  </a:lnTo>
                  <a:cubicBezTo>
                    <a:pt x="3011989" y="618292"/>
                    <a:pt x="3012215" y="619258"/>
                    <a:pt x="3022117" y="661504"/>
                  </a:cubicBezTo>
                  <a:lnTo>
                    <a:pt x="3023130" y="661504"/>
                  </a:lnTo>
                  <a:lnTo>
                    <a:pt x="3030224" y="661504"/>
                  </a:lnTo>
                  <a:lnTo>
                    <a:pt x="3030224" y="700416"/>
                  </a:lnTo>
                  <a:lnTo>
                    <a:pt x="3031997" y="700416"/>
                  </a:lnTo>
                  <a:lnTo>
                    <a:pt x="3044411" y="700416"/>
                  </a:lnTo>
                  <a:lnTo>
                    <a:pt x="3044411" y="702578"/>
                  </a:lnTo>
                  <a:lnTo>
                    <a:pt x="3044411" y="717710"/>
                  </a:lnTo>
                  <a:cubicBezTo>
                    <a:pt x="3048464" y="717710"/>
                    <a:pt x="3048464" y="717710"/>
                    <a:pt x="3048464" y="715549"/>
                  </a:cubicBezTo>
                  <a:lnTo>
                    <a:pt x="3048464" y="700416"/>
                  </a:lnTo>
                  <a:lnTo>
                    <a:pt x="3049984" y="700416"/>
                  </a:lnTo>
                  <a:lnTo>
                    <a:pt x="3060624" y="700416"/>
                  </a:lnTo>
                  <a:lnTo>
                    <a:pt x="3060624" y="702037"/>
                  </a:lnTo>
                  <a:lnTo>
                    <a:pt x="3060624" y="713387"/>
                  </a:lnTo>
                  <a:lnTo>
                    <a:pt x="3091025" y="713387"/>
                  </a:lnTo>
                  <a:lnTo>
                    <a:pt x="3091025" y="676637"/>
                  </a:lnTo>
                  <a:lnTo>
                    <a:pt x="3092291" y="676637"/>
                  </a:lnTo>
                  <a:lnTo>
                    <a:pt x="3101158" y="676637"/>
                  </a:lnTo>
                  <a:lnTo>
                    <a:pt x="3101158" y="698254"/>
                  </a:lnTo>
                  <a:cubicBezTo>
                    <a:pt x="3103185" y="698254"/>
                    <a:pt x="3103185" y="698254"/>
                    <a:pt x="3103185" y="665828"/>
                  </a:cubicBezTo>
                  <a:lnTo>
                    <a:pt x="3125478" y="665828"/>
                  </a:lnTo>
                  <a:lnTo>
                    <a:pt x="3125478" y="664206"/>
                  </a:lnTo>
                  <a:lnTo>
                    <a:pt x="3125478" y="652857"/>
                  </a:lnTo>
                  <a:lnTo>
                    <a:pt x="3126238" y="652857"/>
                  </a:lnTo>
                  <a:lnTo>
                    <a:pt x="3131558" y="652857"/>
                  </a:lnTo>
                  <a:lnTo>
                    <a:pt x="3131558" y="650966"/>
                  </a:lnTo>
                  <a:lnTo>
                    <a:pt x="3131558" y="637725"/>
                  </a:lnTo>
                  <a:lnTo>
                    <a:pt x="3135612" y="644210"/>
                  </a:lnTo>
                  <a:lnTo>
                    <a:pt x="3137892" y="644210"/>
                  </a:lnTo>
                  <a:lnTo>
                    <a:pt x="3153852" y="644210"/>
                  </a:lnTo>
                  <a:lnTo>
                    <a:pt x="3153852" y="643399"/>
                  </a:lnTo>
                  <a:lnTo>
                    <a:pt x="3153852" y="637725"/>
                  </a:lnTo>
                  <a:lnTo>
                    <a:pt x="3154612" y="637725"/>
                  </a:lnTo>
                  <a:lnTo>
                    <a:pt x="3159932" y="637725"/>
                  </a:lnTo>
                  <a:lnTo>
                    <a:pt x="3159932" y="639076"/>
                  </a:lnTo>
                  <a:lnTo>
                    <a:pt x="3159932" y="648534"/>
                  </a:lnTo>
                  <a:lnTo>
                    <a:pt x="3195788" y="648534"/>
                  </a:lnTo>
                  <a:lnTo>
                    <a:pt x="3195788" y="1159457"/>
                  </a:lnTo>
                  <a:lnTo>
                    <a:pt x="3031533" y="1159331"/>
                  </a:lnTo>
                  <a:lnTo>
                    <a:pt x="3031520" y="1160647"/>
                  </a:lnTo>
                  <a:lnTo>
                    <a:pt x="2054" y="1158314"/>
                  </a:lnTo>
                  <a:cubicBezTo>
                    <a:pt x="1369" y="1010750"/>
                    <a:pt x="685" y="871760"/>
                    <a:pt x="0" y="724196"/>
                  </a:cubicBezTo>
                  <a:lnTo>
                    <a:pt x="20267" y="724196"/>
                  </a:lnTo>
                  <a:cubicBezTo>
                    <a:pt x="20271" y="724190"/>
                    <a:pt x="20308" y="724108"/>
                    <a:pt x="20774" y="723115"/>
                  </a:cubicBezTo>
                  <a:lnTo>
                    <a:pt x="24320" y="715549"/>
                  </a:lnTo>
                  <a:cubicBezTo>
                    <a:pt x="24329" y="715550"/>
                    <a:pt x="24442" y="715568"/>
                    <a:pt x="26094" y="715819"/>
                  </a:cubicBezTo>
                  <a:lnTo>
                    <a:pt x="38507" y="717710"/>
                  </a:lnTo>
                  <a:cubicBezTo>
                    <a:pt x="38510" y="717720"/>
                    <a:pt x="38548" y="717821"/>
                    <a:pt x="39014" y="719062"/>
                  </a:cubicBezTo>
                  <a:lnTo>
                    <a:pt x="42560" y="728519"/>
                  </a:lnTo>
                  <a:cubicBezTo>
                    <a:pt x="42574" y="728520"/>
                    <a:pt x="43170" y="728570"/>
                    <a:pt x="68907" y="730681"/>
                  </a:cubicBezTo>
                  <a:lnTo>
                    <a:pt x="68907" y="607460"/>
                  </a:lnTo>
                  <a:lnTo>
                    <a:pt x="70934" y="607460"/>
                  </a:lnTo>
                  <a:lnTo>
                    <a:pt x="85121" y="607460"/>
                  </a:lnTo>
                  <a:lnTo>
                    <a:pt x="85121" y="471268"/>
                  </a:lnTo>
                  <a:lnTo>
                    <a:pt x="86894" y="471268"/>
                  </a:lnTo>
                  <a:lnTo>
                    <a:pt x="99308" y="471268"/>
                  </a:lnTo>
                  <a:lnTo>
                    <a:pt x="99308" y="356694"/>
                  </a:lnTo>
                  <a:cubicBezTo>
                    <a:pt x="103361" y="354532"/>
                    <a:pt x="103361" y="354532"/>
                    <a:pt x="103361" y="328590"/>
                  </a:cubicBezTo>
                  <a:lnTo>
                    <a:pt x="105388" y="328590"/>
                  </a:lnTo>
                  <a:lnTo>
                    <a:pt x="119575" y="328590"/>
                  </a:lnTo>
                  <a:cubicBezTo>
                    <a:pt x="119586" y="328567"/>
                    <a:pt x="120192" y="327200"/>
                    <a:pt x="156055" y="246443"/>
                  </a:cubicBezTo>
                  <a:cubicBezTo>
                    <a:pt x="156055" y="246429"/>
                    <a:pt x="156089" y="244478"/>
                    <a:pt x="160109"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grpSp>
      <p:grpSp>
        <p:nvGrpSpPr>
          <p:cNvPr id="8" name="Group 7">
            <a:extLst>
              <a:ext uri="{FF2B5EF4-FFF2-40B4-BE49-F238E27FC236}">
                <a16:creationId xmlns:a16="http://schemas.microsoft.com/office/drawing/2014/main" id="{112A265D-3E0F-4C83-1444-87010BB315ED}"/>
              </a:ext>
            </a:extLst>
          </p:cNvPr>
          <p:cNvGrpSpPr/>
          <p:nvPr/>
        </p:nvGrpSpPr>
        <p:grpSpPr>
          <a:xfrm>
            <a:off x="4356674" y="2414089"/>
            <a:ext cx="3486149" cy="2833560"/>
            <a:chOff x="2676526" y="2041913"/>
            <a:chExt cx="3486148" cy="2833560"/>
          </a:xfrm>
        </p:grpSpPr>
        <p:grpSp>
          <p:nvGrpSpPr>
            <p:cNvPr id="9" name="Group 8">
              <a:extLst>
                <a:ext uri="{FF2B5EF4-FFF2-40B4-BE49-F238E27FC236}">
                  <a16:creationId xmlns:a16="http://schemas.microsoft.com/office/drawing/2014/main" id="{8ECF25C8-376E-5A57-A86F-2D02AE9B315B}"/>
                </a:ext>
              </a:extLst>
            </p:cNvPr>
            <p:cNvGrpSpPr/>
            <p:nvPr/>
          </p:nvGrpSpPr>
          <p:grpSpPr>
            <a:xfrm>
              <a:off x="2745022" y="2041913"/>
              <a:ext cx="3417652" cy="2755290"/>
              <a:chOff x="2745022" y="2041913"/>
              <a:chExt cx="3417652" cy="2755290"/>
            </a:xfrm>
            <a:solidFill>
              <a:srgbClr val="FAB117"/>
            </a:solidFill>
          </p:grpSpPr>
          <p:sp>
            <p:nvSpPr>
              <p:cNvPr id="11" name="Freeform 3">
                <a:extLst>
                  <a:ext uri="{FF2B5EF4-FFF2-40B4-BE49-F238E27FC236}">
                    <a16:creationId xmlns:a16="http://schemas.microsoft.com/office/drawing/2014/main" id="{A8AC5782-4AEC-B22F-19B4-F62923C8FBD5}"/>
                  </a:ext>
                </a:extLst>
              </p:cNvPr>
              <p:cNvSpPr/>
              <p:nvPr/>
            </p:nvSpPr>
            <p:spPr>
              <a:xfrm>
                <a:off x="2901403" y="2041913"/>
                <a:ext cx="3261271" cy="1993269"/>
              </a:xfrm>
              <a:custGeom>
                <a:avLst/>
                <a:gdLst>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962025 w 3228975"/>
                  <a:gd name="connsiteY4" fmla="*/ 19050 h 1866900"/>
                  <a:gd name="connsiteX5" fmla="*/ 2105025 w 3228975"/>
                  <a:gd name="connsiteY5" fmla="*/ 9525 h 1866900"/>
                  <a:gd name="connsiteX6" fmla="*/ 3228975 w 3228975"/>
                  <a:gd name="connsiteY6" fmla="*/ 476250 h 1866900"/>
                  <a:gd name="connsiteX7" fmla="*/ 3219450 w 3228975"/>
                  <a:gd name="connsiteY7" fmla="*/ 1866900 h 1866900"/>
                  <a:gd name="connsiteX8" fmla="*/ 3086100 w 3228975"/>
                  <a:gd name="connsiteY8" fmla="*/ 1847850 h 1866900"/>
                  <a:gd name="connsiteX9" fmla="*/ 2095500 w 3228975"/>
                  <a:gd name="connsiteY9" fmla="*/ 771525 h 1866900"/>
                  <a:gd name="connsiteX10" fmla="*/ 1095375 w 3228975"/>
                  <a:gd name="connsiteY10" fmla="*/ 571500 h 1866900"/>
                  <a:gd name="connsiteX11" fmla="*/ 0 w 3228975"/>
                  <a:gd name="connsiteY11"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5725 w 3228975"/>
                  <a:gd name="connsiteY2" fmla="*/ 742950 h 1866900"/>
                  <a:gd name="connsiteX3" fmla="*/ 866775 w 3228975"/>
                  <a:gd name="connsiteY3" fmla="*/ 0 h 1866900"/>
                  <a:gd name="connsiteX4" fmla="*/ 2105025 w 3228975"/>
                  <a:gd name="connsiteY4" fmla="*/ 9525 h 1866900"/>
                  <a:gd name="connsiteX5" fmla="*/ 3228975 w 3228975"/>
                  <a:gd name="connsiteY5" fmla="*/ 476250 h 1866900"/>
                  <a:gd name="connsiteX6" fmla="*/ 3219450 w 3228975"/>
                  <a:gd name="connsiteY6" fmla="*/ 1866900 h 1866900"/>
                  <a:gd name="connsiteX7" fmla="*/ 3086100 w 3228975"/>
                  <a:gd name="connsiteY7" fmla="*/ 1847850 h 1866900"/>
                  <a:gd name="connsiteX8" fmla="*/ 2095500 w 3228975"/>
                  <a:gd name="connsiteY8" fmla="*/ 771525 h 1866900"/>
                  <a:gd name="connsiteX9" fmla="*/ 1095375 w 3228975"/>
                  <a:gd name="connsiteY9" fmla="*/ 571500 h 1866900"/>
                  <a:gd name="connsiteX10" fmla="*/ 0 w 3228975"/>
                  <a:gd name="connsiteY10" fmla="*/ 790575 h 1866900"/>
                  <a:gd name="connsiteX0" fmla="*/ 0 w 3228975"/>
                  <a:gd name="connsiteY0" fmla="*/ 790575 h 1866900"/>
                  <a:gd name="connsiteX1" fmla="*/ 0 w 3228975"/>
                  <a:gd name="connsiteY1" fmla="*/ 790575 h 1866900"/>
                  <a:gd name="connsiteX2" fmla="*/ 866775 w 3228975"/>
                  <a:gd name="connsiteY2" fmla="*/ 0 h 1866900"/>
                  <a:gd name="connsiteX3" fmla="*/ 2105025 w 3228975"/>
                  <a:gd name="connsiteY3" fmla="*/ 9525 h 1866900"/>
                  <a:gd name="connsiteX4" fmla="*/ 3228975 w 3228975"/>
                  <a:gd name="connsiteY4" fmla="*/ 476250 h 1866900"/>
                  <a:gd name="connsiteX5" fmla="*/ 3219450 w 3228975"/>
                  <a:gd name="connsiteY5" fmla="*/ 1866900 h 1866900"/>
                  <a:gd name="connsiteX6" fmla="*/ 3086100 w 3228975"/>
                  <a:gd name="connsiteY6" fmla="*/ 1847850 h 1866900"/>
                  <a:gd name="connsiteX7" fmla="*/ 2095500 w 3228975"/>
                  <a:gd name="connsiteY7" fmla="*/ 771525 h 1866900"/>
                  <a:gd name="connsiteX8" fmla="*/ 1095375 w 3228975"/>
                  <a:gd name="connsiteY8" fmla="*/ 571500 h 1866900"/>
                  <a:gd name="connsiteX9" fmla="*/ 0 w 3228975"/>
                  <a:gd name="connsiteY9" fmla="*/ 790575 h 1866900"/>
                  <a:gd name="connsiteX0" fmla="*/ 0 w 3228975"/>
                  <a:gd name="connsiteY0" fmla="*/ 790575 h 1866900"/>
                  <a:gd name="connsiteX1" fmla="*/ 0 w 3228975"/>
                  <a:gd name="connsiteY1" fmla="*/ 790575 h 1866900"/>
                  <a:gd name="connsiteX2" fmla="*/ 866775 w 3228975"/>
                  <a:gd name="connsiteY2" fmla="*/ 0 h 1866900"/>
                  <a:gd name="connsiteX3" fmla="*/ 2105025 w 3228975"/>
                  <a:gd name="connsiteY3" fmla="*/ 9525 h 1866900"/>
                  <a:gd name="connsiteX4" fmla="*/ 3228975 w 3228975"/>
                  <a:gd name="connsiteY4" fmla="*/ 476250 h 1866900"/>
                  <a:gd name="connsiteX5" fmla="*/ 3219450 w 3228975"/>
                  <a:gd name="connsiteY5" fmla="*/ 1866900 h 1866900"/>
                  <a:gd name="connsiteX6" fmla="*/ 3086100 w 3228975"/>
                  <a:gd name="connsiteY6" fmla="*/ 1847850 h 1866900"/>
                  <a:gd name="connsiteX7" fmla="*/ 2095500 w 3228975"/>
                  <a:gd name="connsiteY7" fmla="*/ 771525 h 1866900"/>
                  <a:gd name="connsiteX8" fmla="*/ 1095375 w 3228975"/>
                  <a:gd name="connsiteY8" fmla="*/ 571500 h 1866900"/>
                  <a:gd name="connsiteX9" fmla="*/ 0 w 3228975"/>
                  <a:gd name="connsiteY9" fmla="*/ 790575 h 1866900"/>
                  <a:gd name="connsiteX0" fmla="*/ 253889 w 3254264"/>
                  <a:gd name="connsiteY0" fmla="*/ 1143000 h 1866900"/>
                  <a:gd name="connsiteX1" fmla="*/ 25289 w 3254264"/>
                  <a:gd name="connsiteY1" fmla="*/ 790575 h 1866900"/>
                  <a:gd name="connsiteX2" fmla="*/ 892064 w 3254264"/>
                  <a:gd name="connsiteY2" fmla="*/ 0 h 1866900"/>
                  <a:gd name="connsiteX3" fmla="*/ 2130314 w 3254264"/>
                  <a:gd name="connsiteY3" fmla="*/ 9525 h 1866900"/>
                  <a:gd name="connsiteX4" fmla="*/ 3254264 w 3254264"/>
                  <a:gd name="connsiteY4" fmla="*/ 476250 h 1866900"/>
                  <a:gd name="connsiteX5" fmla="*/ 3244739 w 3254264"/>
                  <a:gd name="connsiteY5" fmla="*/ 1866900 h 1866900"/>
                  <a:gd name="connsiteX6" fmla="*/ 3111389 w 3254264"/>
                  <a:gd name="connsiteY6" fmla="*/ 1847850 h 1866900"/>
                  <a:gd name="connsiteX7" fmla="*/ 2120789 w 3254264"/>
                  <a:gd name="connsiteY7" fmla="*/ 771525 h 1866900"/>
                  <a:gd name="connsiteX8" fmla="*/ 1120664 w 3254264"/>
                  <a:gd name="connsiteY8" fmla="*/ 571500 h 1866900"/>
                  <a:gd name="connsiteX9" fmla="*/ 253889 w 3254264"/>
                  <a:gd name="connsiteY9" fmla="*/ 1143000 h 1866900"/>
                  <a:gd name="connsiteX0" fmla="*/ 1097065 w 3230665"/>
                  <a:gd name="connsiteY0" fmla="*/ 571500 h 1866900"/>
                  <a:gd name="connsiteX1" fmla="*/ 1690 w 3230665"/>
                  <a:gd name="connsiteY1" fmla="*/ 790575 h 1866900"/>
                  <a:gd name="connsiteX2" fmla="*/ 868465 w 3230665"/>
                  <a:gd name="connsiteY2" fmla="*/ 0 h 1866900"/>
                  <a:gd name="connsiteX3" fmla="*/ 2106715 w 3230665"/>
                  <a:gd name="connsiteY3" fmla="*/ 9525 h 1866900"/>
                  <a:gd name="connsiteX4" fmla="*/ 3230665 w 3230665"/>
                  <a:gd name="connsiteY4" fmla="*/ 476250 h 1866900"/>
                  <a:gd name="connsiteX5" fmla="*/ 3221140 w 3230665"/>
                  <a:gd name="connsiteY5" fmla="*/ 1866900 h 1866900"/>
                  <a:gd name="connsiteX6" fmla="*/ 3087790 w 3230665"/>
                  <a:gd name="connsiteY6" fmla="*/ 1847850 h 1866900"/>
                  <a:gd name="connsiteX7" fmla="*/ 2097190 w 3230665"/>
                  <a:gd name="connsiteY7" fmla="*/ 771525 h 1866900"/>
                  <a:gd name="connsiteX8" fmla="*/ 1097065 w 3230665"/>
                  <a:gd name="connsiteY8" fmla="*/ 571500 h 1866900"/>
                  <a:gd name="connsiteX0" fmla="*/ 1099783 w 3233383"/>
                  <a:gd name="connsiteY0" fmla="*/ 571500 h 1866900"/>
                  <a:gd name="connsiteX1" fmla="*/ 4408 w 3233383"/>
                  <a:gd name="connsiteY1" fmla="*/ 790575 h 1866900"/>
                  <a:gd name="connsiteX2" fmla="*/ 871183 w 3233383"/>
                  <a:gd name="connsiteY2" fmla="*/ 0 h 1866900"/>
                  <a:gd name="connsiteX3" fmla="*/ 2109433 w 3233383"/>
                  <a:gd name="connsiteY3" fmla="*/ 9525 h 1866900"/>
                  <a:gd name="connsiteX4" fmla="*/ 3233383 w 3233383"/>
                  <a:gd name="connsiteY4" fmla="*/ 476250 h 1866900"/>
                  <a:gd name="connsiteX5" fmla="*/ 3223858 w 3233383"/>
                  <a:gd name="connsiteY5" fmla="*/ 1866900 h 1866900"/>
                  <a:gd name="connsiteX6" fmla="*/ 3090508 w 3233383"/>
                  <a:gd name="connsiteY6" fmla="*/ 1847850 h 1866900"/>
                  <a:gd name="connsiteX7" fmla="*/ 2099908 w 3233383"/>
                  <a:gd name="connsiteY7" fmla="*/ 771525 h 1866900"/>
                  <a:gd name="connsiteX8" fmla="*/ 1099783 w 3233383"/>
                  <a:gd name="connsiteY8" fmla="*/ 571500 h 1866900"/>
                  <a:gd name="connsiteX0" fmla="*/ 1099783 w 3233383"/>
                  <a:gd name="connsiteY0" fmla="*/ 571500 h 1866900"/>
                  <a:gd name="connsiteX1" fmla="*/ 4408 w 3233383"/>
                  <a:gd name="connsiteY1" fmla="*/ 790575 h 1866900"/>
                  <a:gd name="connsiteX2" fmla="*/ 871183 w 3233383"/>
                  <a:gd name="connsiteY2" fmla="*/ 0 h 1866900"/>
                  <a:gd name="connsiteX3" fmla="*/ 2109433 w 3233383"/>
                  <a:gd name="connsiteY3" fmla="*/ 9525 h 1866900"/>
                  <a:gd name="connsiteX4" fmla="*/ 3233383 w 3233383"/>
                  <a:gd name="connsiteY4" fmla="*/ 476250 h 1866900"/>
                  <a:gd name="connsiteX5" fmla="*/ 3223858 w 3233383"/>
                  <a:gd name="connsiteY5" fmla="*/ 1866900 h 1866900"/>
                  <a:gd name="connsiteX6" fmla="*/ 3090508 w 3233383"/>
                  <a:gd name="connsiteY6" fmla="*/ 1847850 h 1866900"/>
                  <a:gd name="connsiteX7" fmla="*/ 2099908 w 3233383"/>
                  <a:gd name="connsiteY7" fmla="*/ 771525 h 1866900"/>
                  <a:gd name="connsiteX8" fmla="*/ 1099783 w 3233383"/>
                  <a:gd name="connsiteY8" fmla="*/ 571500 h 1866900"/>
                  <a:gd name="connsiteX0" fmla="*/ 1099427 w 3233027"/>
                  <a:gd name="connsiteY0" fmla="*/ 571500 h 1866900"/>
                  <a:gd name="connsiteX1" fmla="*/ 4052 w 3233027"/>
                  <a:gd name="connsiteY1" fmla="*/ 790575 h 1866900"/>
                  <a:gd name="connsiteX2" fmla="*/ 870827 w 3233027"/>
                  <a:gd name="connsiteY2" fmla="*/ 0 h 1866900"/>
                  <a:gd name="connsiteX3" fmla="*/ 2109077 w 3233027"/>
                  <a:gd name="connsiteY3" fmla="*/ 9525 h 1866900"/>
                  <a:gd name="connsiteX4" fmla="*/ 3233027 w 3233027"/>
                  <a:gd name="connsiteY4" fmla="*/ 476250 h 1866900"/>
                  <a:gd name="connsiteX5" fmla="*/ 3223502 w 3233027"/>
                  <a:gd name="connsiteY5" fmla="*/ 1866900 h 1866900"/>
                  <a:gd name="connsiteX6" fmla="*/ 3090152 w 3233027"/>
                  <a:gd name="connsiteY6" fmla="*/ 1847850 h 1866900"/>
                  <a:gd name="connsiteX7" fmla="*/ 2099552 w 3233027"/>
                  <a:gd name="connsiteY7" fmla="*/ 771525 h 1866900"/>
                  <a:gd name="connsiteX8" fmla="*/ 1099427 w 3233027"/>
                  <a:gd name="connsiteY8" fmla="*/ 571500 h 1866900"/>
                  <a:gd name="connsiteX0" fmla="*/ 1118366 w 3251966"/>
                  <a:gd name="connsiteY0" fmla="*/ 571500 h 1866900"/>
                  <a:gd name="connsiteX1" fmla="*/ 3941 w 3251966"/>
                  <a:gd name="connsiteY1" fmla="*/ 809625 h 1866900"/>
                  <a:gd name="connsiteX2" fmla="*/ 889766 w 3251966"/>
                  <a:gd name="connsiteY2" fmla="*/ 0 h 1866900"/>
                  <a:gd name="connsiteX3" fmla="*/ 2128016 w 3251966"/>
                  <a:gd name="connsiteY3" fmla="*/ 9525 h 1866900"/>
                  <a:gd name="connsiteX4" fmla="*/ 3251966 w 3251966"/>
                  <a:gd name="connsiteY4" fmla="*/ 476250 h 1866900"/>
                  <a:gd name="connsiteX5" fmla="*/ 3242441 w 3251966"/>
                  <a:gd name="connsiteY5" fmla="*/ 1866900 h 1866900"/>
                  <a:gd name="connsiteX6" fmla="*/ 3109091 w 3251966"/>
                  <a:gd name="connsiteY6" fmla="*/ 1847850 h 1866900"/>
                  <a:gd name="connsiteX7" fmla="*/ 2118491 w 3251966"/>
                  <a:gd name="connsiteY7" fmla="*/ 771525 h 1866900"/>
                  <a:gd name="connsiteX8" fmla="*/ 1118366 w 3251966"/>
                  <a:gd name="connsiteY8" fmla="*/ 571500 h 1866900"/>
                  <a:gd name="connsiteX0" fmla="*/ 1119025 w 3252625"/>
                  <a:gd name="connsiteY0" fmla="*/ 571500 h 1866900"/>
                  <a:gd name="connsiteX1" fmla="*/ 4600 w 3252625"/>
                  <a:gd name="connsiteY1" fmla="*/ 809625 h 1866900"/>
                  <a:gd name="connsiteX2" fmla="*/ 890425 w 3252625"/>
                  <a:gd name="connsiteY2" fmla="*/ 0 h 1866900"/>
                  <a:gd name="connsiteX3" fmla="*/ 2128675 w 3252625"/>
                  <a:gd name="connsiteY3" fmla="*/ 9525 h 1866900"/>
                  <a:gd name="connsiteX4" fmla="*/ 3252625 w 3252625"/>
                  <a:gd name="connsiteY4" fmla="*/ 476250 h 1866900"/>
                  <a:gd name="connsiteX5" fmla="*/ 3243100 w 3252625"/>
                  <a:gd name="connsiteY5" fmla="*/ 1866900 h 1866900"/>
                  <a:gd name="connsiteX6" fmla="*/ 3109750 w 3252625"/>
                  <a:gd name="connsiteY6" fmla="*/ 1847850 h 1866900"/>
                  <a:gd name="connsiteX7" fmla="*/ 2119150 w 3252625"/>
                  <a:gd name="connsiteY7" fmla="*/ 771525 h 1866900"/>
                  <a:gd name="connsiteX8" fmla="*/ 1119025 w 3252625"/>
                  <a:gd name="connsiteY8" fmla="*/ 571500 h 1866900"/>
                  <a:gd name="connsiteX0" fmla="*/ 1118146 w 3251746"/>
                  <a:gd name="connsiteY0" fmla="*/ 571500 h 1866900"/>
                  <a:gd name="connsiteX1" fmla="*/ 3721 w 3251746"/>
                  <a:gd name="connsiteY1" fmla="*/ 809625 h 1866900"/>
                  <a:gd name="connsiteX2" fmla="*/ 889546 w 3251746"/>
                  <a:gd name="connsiteY2" fmla="*/ 0 h 1866900"/>
                  <a:gd name="connsiteX3" fmla="*/ 2127796 w 3251746"/>
                  <a:gd name="connsiteY3" fmla="*/ 9525 h 1866900"/>
                  <a:gd name="connsiteX4" fmla="*/ 3251746 w 3251746"/>
                  <a:gd name="connsiteY4" fmla="*/ 476250 h 1866900"/>
                  <a:gd name="connsiteX5" fmla="*/ 3242221 w 3251746"/>
                  <a:gd name="connsiteY5" fmla="*/ 1866900 h 1866900"/>
                  <a:gd name="connsiteX6" fmla="*/ 3108871 w 3251746"/>
                  <a:gd name="connsiteY6" fmla="*/ 1847850 h 1866900"/>
                  <a:gd name="connsiteX7" fmla="*/ 2118271 w 3251746"/>
                  <a:gd name="connsiteY7" fmla="*/ 771525 h 1866900"/>
                  <a:gd name="connsiteX8" fmla="*/ 1118146 w 3251746"/>
                  <a:gd name="connsiteY8" fmla="*/ 571500 h 1866900"/>
                  <a:gd name="connsiteX0" fmla="*/ 1118146 w 3251746"/>
                  <a:gd name="connsiteY0" fmla="*/ 589645 h 1885045"/>
                  <a:gd name="connsiteX1" fmla="*/ 3721 w 3251746"/>
                  <a:gd name="connsiteY1" fmla="*/ 827770 h 1885045"/>
                  <a:gd name="connsiteX2" fmla="*/ 889546 w 3251746"/>
                  <a:gd name="connsiteY2" fmla="*/ 18145 h 1885045"/>
                  <a:gd name="connsiteX3" fmla="*/ 2127796 w 3251746"/>
                  <a:gd name="connsiteY3" fmla="*/ 27670 h 1885045"/>
                  <a:gd name="connsiteX4" fmla="*/ 3251746 w 3251746"/>
                  <a:gd name="connsiteY4" fmla="*/ 494395 h 1885045"/>
                  <a:gd name="connsiteX5" fmla="*/ 3242221 w 3251746"/>
                  <a:gd name="connsiteY5" fmla="*/ 1885045 h 1885045"/>
                  <a:gd name="connsiteX6" fmla="*/ 3108871 w 3251746"/>
                  <a:gd name="connsiteY6" fmla="*/ 1865995 h 1885045"/>
                  <a:gd name="connsiteX7" fmla="*/ 2118271 w 3251746"/>
                  <a:gd name="connsiteY7" fmla="*/ 789670 h 1885045"/>
                  <a:gd name="connsiteX8" fmla="*/ 1118146 w 3251746"/>
                  <a:gd name="connsiteY8" fmla="*/ 589645 h 1885045"/>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108871 w 3251746"/>
                  <a:gd name="connsiteY6" fmla="*/ 188238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3080296 w 3251746"/>
                  <a:gd name="connsiteY6" fmla="*/ 1863337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2994571 w 3251746"/>
                  <a:gd name="connsiteY6" fmla="*/ 1777612 h 1901437"/>
                  <a:gd name="connsiteX7" fmla="*/ 2118271 w 3251746"/>
                  <a:gd name="connsiteY7" fmla="*/ 806062 h 1901437"/>
                  <a:gd name="connsiteX8" fmla="*/ 1118146 w 3251746"/>
                  <a:gd name="connsiteY8" fmla="*/ 606037 h 1901437"/>
                  <a:gd name="connsiteX0" fmla="*/ 1118146 w 3251746"/>
                  <a:gd name="connsiteY0" fmla="*/ 606037 h 1901437"/>
                  <a:gd name="connsiteX1" fmla="*/ 3721 w 3251746"/>
                  <a:gd name="connsiteY1" fmla="*/ 844162 h 1901437"/>
                  <a:gd name="connsiteX2" fmla="*/ 889546 w 3251746"/>
                  <a:gd name="connsiteY2" fmla="*/ 34537 h 1901437"/>
                  <a:gd name="connsiteX3" fmla="*/ 2127796 w 3251746"/>
                  <a:gd name="connsiteY3" fmla="*/ 44062 h 1901437"/>
                  <a:gd name="connsiteX4" fmla="*/ 3251746 w 3251746"/>
                  <a:gd name="connsiteY4" fmla="*/ 510787 h 1901437"/>
                  <a:gd name="connsiteX5" fmla="*/ 3242221 w 3251746"/>
                  <a:gd name="connsiteY5" fmla="*/ 1901437 h 1901437"/>
                  <a:gd name="connsiteX6" fmla="*/ 2994571 w 3251746"/>
                  <a:gd name="connsiteY6" fmla="*/ 1777612 h 1901437"/>
                  <a:gd name="connsiteX7" fmla="*/ 2118271 w 3251746"/>
                  <a:gd name="connsiteY7" fmla="*/ 806062 h 1901437"/>
                  <a:gd name="connsiteX8" fmla="*/ 1118146 w 3251746"/>
                  <a:gd name="connsiteY8" fmla="*/ 606037 h 1901437"/>
                  <a:gd name="connsiteX0" fmla="*/ 1118146 w 3251746"/>
                  <a:gd name="connsiteY0" fmla="*/ 606037 h 1921976"/>
                  <a:gd name="connsiteX1" fmla="*/ 3721 w 3251746"/>
                  <a:gd name="connsiteY1" fmla="*/ 844162 h 1921976"/>
                  <a:gd name="connsiteX2" fmla="*/ 889546 w 3251746"/>
                  <a:gd name="connsiteY2" fmla="*/ 34537 h 1921976"/>
                  <a:gd name="connsiteX3" fmla="*/ 2127796 w 3251746"/>
                  <a:gd name="connsiteY3" fmla="*/ 44062 h 1921976"/>
                  <a:gd name="connsiteX4" fmla="*/ 3251746 w 3251746"/>
                  <a:gd name="connsiteY4" fmla="*/ 510787 h 1921976"/>
                  <a:gd name="connsiteX5" fmla="*/ 3242221 w 3251746"/>
                  <a:gd name="connsiteY5" fmla="*/ 1901437 h 1921976"/>
                  <a:gd name="connsiteX6" fmla="*/ 2994571 w 3251746"/>
                  <a:gd name="connsiteY6" fmla="*/ 1777612 h 1921976"/>
                  <a:gd name="connsiteX7" fmla="*/ 2118271 w 3251746"/>
                  <a:gd name="connsiteY7" fmla="*/ 806062 h 1921976"/>
                  <a:gd name="connsiteX8" fmla="*/ 1118146 w 3251746"/>
                  <a:gd name="connsiteY8" fmla="*/ 606037 h 1921976"/>
                  <a:gd name="connsiteX0" fmla="*/ 1118146 w 3242221"/>
                  <a:gd name="connsiteY0" fmla="*/ 606037 h 1921976"/>
                  <a:gd name="connsiteX1" fmla="*/ 3721 w 3242221"/>
                  <a:gd name="connsiteY1" fmla="*/ 844162 h 1921976"/>
                  <a:gd name="connsiteX2" fmla="*/ 889546 w 3242221"/>
                  <a:gd name="connsiteY2" fmla="*/ 34537 h 1921976"/>
                  <a:gd name="connsiteX3" fmla="*/ 2127796 w 3242221"/>
                  <a:gd name="connsiteY3" fmla="*/ 44062 h 1921976"/>
                  <a:gd name="connsiteX4" fmla="*/ 3242221 w 3242221"/>
                  <a:gd name="connsiteY4" fmla="*/ 615562 h 1921976"/>
                  <a:gd name="connsiteX5" fmla="*/ 3242221 w 3242221"/>
                  <a:gd name="connsiteY5" fmla="*/ 1901437 h 1921976"/>
                  <a:gd name="connsiteX6" fmla="*/ 2994571 w 3242221"/>
                  <a:gd name="connsiteY6" fmla="*/ 1777612 h 1921976"/>
                  <a:gd name="connsiteX7" fmla="*/ 2118271 w 3242221"/>
                  <a:gd name="connsiteY7" fmla="*/ 806062 h 1921976"/>
                  <a:gd name="connsiteX8" fmla="*/ 1118146 w 3242221"/>
                  <a:gd name="connsiteY8" fmla="*/ 606037 h 1921976"/>
                  <a:gd name="connsiteX0" fmla="*/ 1118146 w 3242221"/>
                  <a:gd name="connsiteY0" fmla="*/ 606037 h 1921976"/>
                  <a:gd name="connsiteX1" fmla="*/ 3721 w 3242221"/>
                  <a:gd name="connsiteY1" fmla="*/ 844162 h 1921976"/>
                  <a:gd name="connsiteX2" fmla="*/ 889546 w 3242221"/>
                  <a:gd name="connsiteY2" fmla="*/ 34537 h 1921976"/>
                  <a:gd name="connsiteX3" fmla="*/ 2127796 w 3242221"/>
                  <a:gd name="connsiteY3" fmla="*/ 44062 h 1921976"/>
                  <a:gd name="connsiteX4" fmla="*/ 3242221 w 3242221"/>
                  <a:gd name="connsiteY4" fmla="*/ 615562 h 1921976"/>
                  <a:gd name="connsiteX5" fmla="*/ 3242221 w 3242221"/>
                  <a:gd name="connsiteY5" fmla="*/ 1901437 h 1921976"/>
                  <a:gd name="connsiteX6" fmla="*/ 2994571 w 3242221"/>
                  <a:gd name="connsiteY6" fmla="*/ 1777612 h 1921976"/>
                  <a:gd name="connsiteX7" fmla="*/ 2118271 w 3242221"/>
                  <a:gd name="connsiteY7" fmla="*/ 806062 h 1921976"/>
                  <a:gd name="connsiteX8" fmla="*/ 1118146 w 3242221"/>
                  <a:gd name="connsiteY8" fmla="*/ 606037 h 1921976"/>
                  <a:gd name="connsiteX0" fmla="*/ 1118146 w 3261271"/>
                  <a:gd name="connsiteY0" fmla="*/ 606037 h 1993269"/>
                  <a:gd name="connsiteX1" fmla="*/ 3721 w 3261271"/>
                  <a:gd name="connsiteY1" fmla="*/ 844162 h 1993269"/>
                  <a:gd name="connsiteX2" fmla="*/ 889546 w 3261271"/>
                  <a:gd name="connsiteY2" fmla="*/ 34537 h 1993269"/>
                  <a:gd name="connsiteX3" fmla="*/ 2127796 w 3261271"/>
                  <a:gd name="connsiteY3" fmla="*/ 44062 h 1993269"/>
                  <a:gd name="connsiteX4" fmla="*/ 3242221 w 3261271"/>
                  <a:gd name="connsiteY4" fmla="*/ 615562 h 1993269"/>
                  <a:gd name="connsiteX5" fmla="*/ 3261271 w 3261271"/>
                  <a:gd name="connsiteY5" fmla="*/ 1987162 h 1993269"/>
                  <a:gd name="connsiteX6" fmla="*/ 2994571 w 3261271"/>
                  <a:gd name="connsiteY6" fmla="*/ 1777612 h 1993269"/>
                  <a:gd name="connsiteX7" fmla="*/ 2118271 w 3261271"/>
                  <a:gd name="connsiteY7" fmla="*/ 806062 h 1993269"/>
                  <a:gd name="connsiteX8" fmla="*/ 1118146 w 3261271"/>
                  <a:gd name="connsiteY8" fmla="*/ 606037 h 199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1271" h="1993269">
                    <a:moveTo>
                      <a:pt x="1118146" y="606037"/>
                    </a:moveTo>
                    <a:cubicBezTo>
                      <a:pt x="816521" y="761612"/>
                      <a:pt x="308521" y="1206112"/>
                      <a:pt x="3721" y="844162"/>
                    </a:cubicBezTo>
                    <a:cubicBezTo>
                      <a:pt x="-62359" y="765692"/>
                      <a:pt x="772071" y="98037"/>
                      <a:pt x="889546" y="34537"/>
                    </a:cubicBezTo>
                    <a:cubicBezTo>
                      <a:pt x="1007021" y="-9913"/>
                      <a:pt x="2000796" y="-16263"/>
                      <a:pt x="2127796" y="44062"/>
                    </a:cubicBezTo>
                    <a:cubicBezTo>
                      <a:pt x="2616746" y="180587"/>
                      <a:pt x="2915196" y="345687"/>
                      <a:pt x="3242221" y="615562"/>
                    </a:cubicBezTo>
                    <a:lnTo>
                      <a:pt x="3261271" y="1987162"/>
                    </a:lnTo>
                    <a:cubicBezTo>
                      <a:pt x="3159671" y="2012562"/>
                      <a:pt x="3134271" y="1961762"/>
                      <a:pt x="2994571" y="1777612"/>
                    </a:cubicBezTo>
                    <a:cubicBezTo>
                      <a:pt x="2616746" y="1444237"/>
                      <a:pt x="2343696" y="1148962"/>
                      <a:pt x="2118271" y="806062"/>
                    </a:cubicBezTo>
                    <a:cubicBezTo>
                      <a:pt x="1756321" y="777487"/>
                      <a:pt x="1432471" y="720337"/>
                      <a:pt x="1118146" y="606037"/>
                    </a:cubicBezTo>
                    <a:close/>
                  </a:path>
                </a:pathLst>
              </a:cu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sp>
            <p:nvSpPr>
              <p:cNvPr id="12" name="Rounded Rectangle 4">
                <a:extLst>
                  <a:ext uri="{FF2B5EF4-FFF2-40B4-BE49-F238E27FC236}">
                    <a16:creationId xmlns:a16="http://schemas.microsoft.com/office/drawing/2014/main" id="{5551F750-FE04-22CA-2DA8-B5A703EF1B3D}"/>
                  </a:ext>
                </a:extLst>
              </p:cNvPr>
              <p:cNvSpPr/>
              <p:nvPr/>
            </p:nvSpPr>
            <p:spPr>
              <a:xfrm rot="2002203">
                <a:off x="2745022" y="3807001"/>
                <a:ext cx="339508" cy="612148"/>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3" name="Rounded Rectangle 11">
                <a:extLst>
                  <a:ext uri="{FF2B5EF4-FFF2-40B4-BE49-F238E27FC236}">
                    <a16:creationId xmlns:a16="http://schemas.microsoft.com/office/drawing/2014/main" id="{F75FB499-A4E9-8D87-8C37-6FFA50952BF8}"/>
                  </a:ext>
                </a:extLst>
              </p:cNvPr>
              <p:cNvSpPr/>
              <p:nvPr/>
            </p:nvSpPr>
            <p:spPr>
              <a:xfrm rot="2002203">
                <a:off x="3276558" y="3627997"/>
                <a:ext cx="339508" cy="934693"/>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4" name="Rounded Rectangle 12">
                <a:extLst>
                  <a:ext uri="{FF2B5EF4-FFF2-40B4-BE49-F238E27FC236}">
                    <a16:creationId xmlns:a16="http://schemas.microsoft.com/office/drawing/2014/main" id="{EB8AE987-F5C6-0DDB-DC02-7D9F637E3B53}"/>
                  </a:ext>
                </a:extLst>
              </p:cNvPr>
              <p:cNvSpPr/>
              <p:nvPr/>
            </p:nvSpPr>
            <p:spPr>
              <a:xfrm rot="2002203">
                <a:off x="3656813" y="3935485"/>
                <a:ext cx="339508" cy="724313"/>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5" name="Rounded Rectangle 13">
                <a:extLst>
                  <a:ext uri="{FF2B5EF4-FFF2-40B4-BE49-F238E27FC236}">
                    <a16:creationId xmlns:a16="http://schemas.microsoft.com/office/drawing/2014/main" id="{3BE6BB85-4894-93EF-BEBA-7D86B34D3D1F}"/>
                  </a:ext>
                </a:extLst>
              </p:cNvPr>
              <p:cNvSpPr/>
              <p:nvPr/>
            </p:nvSpPr>
            <p:spPr>
              <a:xfrm rot="2002203">
                <a:off x="4082895" y="4229792"/>
                <a:ext cx="339508" cy="567411"/>
              </a:xfrm>
              <a:prstGeom prst="roundRect">
                <a:avLst>
                  <a:gd name="adj" fmla="val 50000"/>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0" name="Freeform 14">
              <a:extLst>
                <a:ext uri="{FF2B5EF4-FFF2-40B4-BE49-F238E27FC236}">
                  <a16:creationId xmlns:a16="http://schemas.microsoft.com/office/drawing/2014/main" id="{42E7736B-127C-33E1-0E74-556C8A6EB684}"/>
                </a:ext>
              </a:extLst>
            </p:cNvPr>
            <p:cNvSpPr/>
            <p:nvPr/>
          </p:nvSpPr>
          <p:spPr>
            <a:xfrm>
              <a:off x="2676526" y="2590800"/>
              <a:ext cx="3152217" cy="2284673"/>
            </a:xfrm>
            <a:custGeom>
              <a:avLst/>
              <a:gdLst>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71650 w 3152217"/>
                <a:gd name="connsiteY26" fmla="*/ 2057400 h 2217998"/>
                <a:gd name="connsiteX27" fmla="*/ 1798691 w 3152217"/>
                <a:gd name="connsiteY27" fmla="*/ 2010144 h 2217998"/>
                <a:gd name="connsiteX28" fmla="*/ 1775643 w 3152217"/>
                <a:gd name="connsiteY28" fmla="*/ 1987096 h 2217998"/>
                <a:gd name="connsiteX29" fmla="*/ 1848068 w 3152217"/>
                <a:gd name="connsiteY29" fmla="*/ 1914670 h 2217998"/>
                <a:gd name="connsiteX30" fmla="*/ 1533525 w 3152217"/>
                <a:gd name="connsiteY30" fmla="*/ 1485900 h 2217998"/>
                <a:gd name="connsiteX31" fmla="*/ 1219200 w 3152217"/>
                <a:gd name="connsiteY31" fmla="*/ 1181100 h 2217998"/>
                <a:gd name="connsiteX32" fmla="*/ 571500 w 3152217"/>
                <a:gd name="connsiteY32" fmla="*/ 1295400 h 2217998"/>
                <a:gd name="connsiteX33" fmla="*/ 0 w 3152217"/>
                <a:gd name="connsiteY33" fmla="*/ 1266825 h 2217998"/>
                <a:gd name="connsiteX34" fmla="*/ 9525 w 3152217"/>
                <a:gd name="connsiteY34" fmla="*/ 28575 h 2217998"/>
                <a:gd name="connsiteX35" fmla="*/ 323850 w 3152217"/>
                <a:gd name="connsiteY35"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71650 w 3152217"/>
                <a:gd name="connsiteY26" fmla="*/ 2057400 h 2217998"/>
                <a:gd name="connsiteX27" fmla="*/ 1798691 w 3152217"/>
                <a:gd name="connsiteY27" fmla="*/ 2010144 h 2217998"/>
                <a:gd name="connsiteX28" fmla="*/ 1775643 w 3152217"/>
                <a:gd name="connsiteY28" fmla="*/ 1987096 h 2217998"/>
                <a:gd name="connsiteX29" fmla="*/ 1848068 w 3152217"/>
                <a:gd name="connsiteY29" fmla="*/ 1914670 h 2217998"/>
                <a:gd name="connsiteX30" fmla="*/ 1533525 w 3152217"/>
                <a:gd name="connsiteY30" fmla="*/ 1485900 h 2217998"/>
                <a:gd name="connsiteX31" fmla="*/ 1219200 w 3152217"/>
                <a:gd name="connsiteY31" fmla="*/ 1181100 h 2217998"/>
                <a:gd name="connsiteX32" fmla="*/ 571500 w 3152217"/>
                <a:gd name="connsiteY32" fmla="*/ 1295400 h 2217998"/>
                <a:gd name="connsiteX33" fmla="*/ 0 w 3152217"/>
                <a:gd name="connsiteY33" fmla="*/ 1266825 h 2217998"/>
                <a:gd name="connsiteX34" fmla="*/ 9525 w 3152217"/>
                <a:gd name="connsiteY34" fmla="*/ 28575 h 2217998"/>
                <a:gd name="connsiteX35" fmla="*/ 323850 w 3152217"/>
                <a:gd name="connsiteY35"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803401 w 3152217"/>
                <a:gd name="connsiteY25" fmla="*/ 2014854 h 2217998"/>
                <a:gd name="connsiteX26" fmla="*/ 1798691 w 3152217"/>
                <a:gd name="connsiteY26" fmla="*/ 2010144 h 2217998"/>
                <a:gd name="connsiteX27" fmla="*/ 1775643 w 3152217"/>
                <a:gd name="connsiteY27" fmla="*/ 1987096 h 2217998"/>
                <a:gd name="connsiteX28" fmla="*/ 1848068 w 3152217"/>
                <a:gd name="connsiteY28" fmla="*/ 1914670 h 2217998"/>
                <a:gd name="connsiteX29" fmla="*/ 1533525 w 3152217"/>
                <a:gd name="connsiteY29" fmla="*/ 1485900 h 2217998"/>
                <a:gd name="connsiteX30" fmla="*/ 1219200 w 3152217"/>
                <a:gd name="connsiteY30" fmla="*/ 1181100 h 2217998"/>
                <a:gd name="connsiteX31" fmla="*/ 571500 w 3152217"/>
                <a:gd name="connsiteY31" fmla="*/ 1295400 h 2217998"/>
                <a:gd name="connsiteX32" fmla="*/ 0 w 3152217"/>
                <a:gd name="connsiteY32" fmla="*/ 1266825 h 2217998"/>
                <a:gd name="connsiteX33" fmla="*/ 9525 w 3152217"/>
                <a:gd name="connsiteY33" fmla="*/ 28575 h 2217998"/>
                <a:gd name="connsiteX34" fmla="*/ 323850 w 3152217"/>
                <a:gd name="connsiteY34"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798691 w 3152217"/>
                <a:gd name="connsiteY25" fmla="*/ 2010144 h 2217998"/>
                <a:gd name="connsiteX26" fmla="*/ 1775643 w 3152217"/>
                <a:gd name="connsiteY26" fmla="*/ 1987096 h 2217998"/>
                <a:gd name="connsiteX27" fmla="*/ 1848068 w 3152217"/>
                <a:gd name="connsiteY27" fmla="*/ 1914670 h 2217998"/>
                <a:gd name="connsiteX28" fmla="*/ 1533525 w 3152217"/>
                <a:gd name="connsiteY28" fmla="*/ 1485900 h 2217998"/>
                <a:gd name="connsiteX29" fmla="*/ 1219200 w 3152217"/>
                <a:gd name="connsiteY29" fmla="*/ 1181100 h 2217998"/>
                <a:gd name="connsiteX30" fmla="*/ 571500 w 3152217"/>
                <a:gd name="connsiteY30" fmla="*/ 1295400 h 2217998"/>
                <a:gd name="connsiteX31" fmla="*/ 0 w 3152217"/>
                <a:gd name="connsiteY31" fmla="*/ 1266825 h 2217998"/>
                <a:gd name="connsiteX32" fmla="*/ 9525 w 3152217"/>
                <a:gd name="connsiteY32" fmla="*/ 28575 h 2217998"/>
                <a:gd name="connsiteX33" fmla="*/ 323850 w 3152217"/>
                <a:gd name="connsiteY33"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66688 w 3152217"/>
                <a:gd name="connsiteY20" fmla="*/ 1796050 h 2217998"/>
                <a:gd name="connsiteX21" fmla="*/ 1987859 w 3152217"/>
                <a:gd name="connsiteY21" fmla="*/ 1774879 h 2217998"/>
                <a:gd name="connsiteX22" fmla="*/ 2218760 w 3152217"/>
                <a:gd name="connsiteY22" fmla="*/ 2005781 h 2217998"/>
                <a:gd name="connsiteX23" fmla="*/ 2218760 w 3152217"/>
                <a:gd name="connsiteY23" fmla="*/ 2217998 h 2217998"/>
                <a:gd name="connsiteX24" fmla="*/ 2006543 w 3152217"/>
                <a:gd name="connsiteY24" fmla="*/ 2217998 h 2217998"/>
                <a:gd name="connsiteX25" fmla="*/ 1798691 w 3152217"/>
                <a:gd name="connsiteY25" fmla="*/ 2010144 h 2217998"/>
                <a:gd name="connsiteX26" fmla="*/ 1775643 w 3152217"/>
                <a:gd name="connsiteY26" fmla="*/ 1987096 h 2217998"/>
                <a:gd name="connsiteX27" fmla="*/ 1848068 w 3152217"/>
                <a:gd name="connsiteY27" fmla="*/ 1914670 h 2217998"/>
                <a:gd name="connsiteX28" fmla="*/ 1533525 w 3152217"/>
                <a:gd name="connsiteY28" fmla="*/ 1485900 h 2217998"/>
                <a:gd name="connsiteX29" fmla="*/ 1219200 w 3152217"/>
                <a:gd name="connsiteY29" fmla="*/ 1181100 h 2217998"/>
                <a:gd name="connsiteX30" fmla="*/ 571500 w 3152217"/>
                <a:gd name="connsiteY30" fmla="*/ 1295400 h 2217998"/>
                <a:gd name="connsiteX31" fmla="*/ 0 w 3152217"/>
                <a:gd name="connsiteY31" fmla="*/ 1266825 h 2217998"/>
                <a:gd name="connsiteX32" fmla="*/ 9525 w 3152217"/>
                <a:gd name="connsiteY32" fmla="*/ 28575 h 2217998"/>
                <a:gd name="connsiteX33" fmla="*/ 323850 w 3152217"/>
                <a:gd name="connsiteY33"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467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1865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8068 w 3152217"/>
                <a:gd name="connsiteY26" fmla="*/ 1911865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2720489 w 3152217"/>
                <a:gd name="connsiteY5" fmla="*/ 785957 h 2217998"/>
                <a:gd name="connsiteX6" fmla="*/ 3152217 w 3152217"/>
                <a:gd name="connsiteY6" fmla="*/ 1217685 h 2217998"/>
                <a:gd name="connsiteX7" fmla="*/ 3152217 w 3152217"/>
                <a:gd name="connsiteY7" fmla="*/ 1429902 h 2217998"/>
                <a:gd name="connsiteX8" fmla="*/ 2940000 w 3152217"/>
                <a:gd name="connsiteY8" fmla="*/ 1429902 h 2217998"/>
                <a:gd name="connsiteX9" fmla="*/ 2539107 w 3152217"/>
                <a:gd name="connsiteY9" fmla="*/ 1029008 h 2217998"/>
                <a:gd name="connsiteX10" fmla="*/ 2474399 w 3152217"/>
                <a:gd name="connsiteY10" fmla="*/ 1115717 h 2217998"/>
                <a:gd name="connsiteX11" fmla="*/ 2907621 w 3152217"/>
                <a:gd name="connsiteY11" fmla="*/ 1548940 h 2217998"/>
                <a:gd name="connsiteX12" fmla="*/ 2907621 w 3152217"/>
                <a:gd name="connsiteY12" fmla="*/ 1761157 h 2217998"/>
                <a:gd name="connsiteX13" fmla="*/ 2695404 w 3152217"/>
                <a:gd name="connsiteY13" fmla="*/ 1761157 h 2217998"/>
                <a:gd name="connsiteX14" fmla="*/ 2293017 w 3152217"/>
                <a:gd name="connsiteY14" fmla="*/ 1358769 h 2217998"/>
                <a:gd name="connsiteX15" fmla="*/ 2228234 w 3152217"/>
                <a:gd name="connsiteY15" fmla="*/ 1445578 h 2217998"/>
                <a:gd name="connsiteX16" fmla="*/ 2648161 w 3152217"/>
                <a:gd name="connsiteY16" fmla="*/ 1865505 h 2217998"/>
                <a:gd name="connsiteX17" fmla="*/ 2648161 w 3152217"/>
                <a:gd name="connsiteY17" fmla="*/ 2077722 h 2217998"/>
                <a:gd name="connsiteX18" fmla="*/ 2435944 w 3152217"/>
                <a:gd name="connsiteY18" fmla="*/ 2077722 h 2217998"/>
                <a:gd name="connsiteX19" fmla="*/ 2046853 w 3152217"/>
                <a:gd name="connsiteY19" fmla="*/ 1688629 h 2217998"/>
                <a:gd name="connsiteX20" fmla="*/ 1987859 w 3152217"/>
                <a:gd name="connsiteY20" fmla="*/ 1774879 h 2217998"/>
                <a:gd name="connsiteX21" fmla="*/ 2218760 w 3152217"/>
                <a:gd name="connsiteY21" fmla="*/ 2005781 h 2217998"/>
                <a:gd name="connsiteX22" fmla="*/ 2218760 w 3152217"/>
                <a:gd name="connsiteY22" fmla="*/ 2217998 h 2217998"/>
                <a:gd name="connsiteX23" fmla="*/ 2006543 w 3152217"/>
                <a:gd name="connsiteY23" fmla="*/ 2217998 h 2217998"/>
                <a:gd name="connsiteX24" fmla="*/ 1798691 w 3152217"/>
                <a:gd name="connsiteY24" fmla="*/ 2010144 h 2217998"/>
                <a:gd name="connsiteX25" fmla="*/ 1775643 w 3152217"/>
                <a:gd name="connsiteY25" fmla="*/ 1987096 h 2217998"/>
                <a:gd name="connsiteX26" fmla="*/ 1842458 w 3152217"/>
                <a:gd name="connsiteY26" fmla="*/ 1897840 h 2217998"/>
                <a:gd name="connsiteX27" fmla="*/ 1533525 w 3152217"/>
                <a:gd name="connsiteY27" fmla="*/ 1485900 h 2217998"/>
                <a:gd name="connsiteX28" fmla="*/ 1219200 w 3152217"/>
                <a:gd name="connsiteY28" fmla="*/ 1181100 h 2217998"/>
                <a:gd name="connsiteX29" fmla="*/ 571500 w 3152217"/>
                <a:gd name="connsiteY29" fmla="*/ 1295400 h 2217998"/>
                <a:gd name="connsiteX30" fmla="*/ 0 w 3152217"/>
                <a:gd name="connsiteY30" fmla="*/ 1266825 h 2217998"/>
                <a:gd name="connsiteX31" fmla="*/ 9525 w 3152217"/>
                <a:gd name="connsiteY31" fmla="*/ 28575 h 2217998"/>
                <a:gd name="connsiteX32" fmla="*/ 323850 w 3152217"/>
                <a:gd name="connsiteY32"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219325 w 3152217"/>
                <a:gd name="connsiteY3" fmla="*/ 295275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314575 w 3152217"/>
                <a:gd name="connsiteY3" fmla="*/ 285750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23850 w 3152217"/>
                <a:gd name="connsiteY0" fmla="*/ 0 h 2217998"/>
                <a:gd name="connsiteX1" fmla="*/ 95250 w 3152217"/>
                <a:gd name="connsiteY1" fmla="*/ 209550 h 2217998"/>
                <a:gd name="connsiteX2" fmla="*/ 1352550 w 3152217"/>
                <a:gd name="connsiteY2" fmla="*/ 85725 h 2217998"/>
                <a:gd name="connsiteX3" fmla="*/ 2314575 w 3152217"/>
                <a:gd name="connsiteY3" fmla="*/ 285750 h 2217998"/>
                <a:gd name="connsiteX4" fmla="*/ 2724150 w 3152217"/>
                <a:gd name="connsiteY4" fmla="*/ 781050 h 2217998"/>
                <a:gd name="connsiteX5" fmla="*/ 3152217 w 3152217"/>
                <a:gd name="connsiteY5" fmla="*/ 1217685 h 2217998"/>
                <a:gd name="connsiteX6" fmla="*/ 3152217 w 3152217"/>
                <a:gd name="connsiteY6" fmla="*/ 1429902 h 2217998"/>
                <a:gd name="connsiteX7" fmla="*/ 2940000 w 3152217"/>
                <a:gd name="connsiteY7" fmla="*/ 1429902 h 2217998"/>
                <a:gd name="connsiteX8" fmla="*/ 2539107 w 3152217"/>
                <a:gd name="connsiteY8" fmla="*/ 1029008 h 2217998"/>
                <a:gd name="connsiteX9" fmla="*/ 2474399 w 3152217"/>
                <a:gd name="connsiteY9" fmla="*/ 1115717 h 2217998"/>
                <a:gd name="connsiteX10" fmla="*/ 2907621 w 3152217"/>
                <a:gd name="connsiteY10" fmla="*/ 1548940 h 2217998"/>
                <a:gd name="connsiteX11" fmla="*/ 2907621 w 3152217"/>
                <a:gd name="connsiteY11" fmla="*/ 1761157 h 2217998"/>
                <a:gd name="connsiteX12" fmla="*/ 2695404 w 3152217"/>
                <a:gd name="connsiteY12" fmla="*/ 1761157 h 2217998"/>
                <a:gd name="connsiteX13" fmla="*/ 2293017 w 3152217"/>
                <a:gd name="connsiteY13" fmla="*/ 1358769 h 2217998"/>
                <a:gd name="connsiteX14" fmla="*/ 2228234 w 3152217"/>
                <a:gd name="connsiteY14" fmla="*/ 1445578 h 2217998"/>
                <a:gd name="connsiteX15" fmla="*/ 2648161 w 3152217"/>
                <a:gd name="connsiteY15" fmla="*/ 1865505 h 2217998"/>
                <a:gd name="connsiteX16" fmla="*/ 2648161 w 3152217"/>
                <a:gd name="connsiteY16" fmla="*/ 2077722 h 2217998"/>
                <a:gd name="connsiteX17" fmla="*/ 2435944 w 3152217"/>
                <a:gd name="connsiteY17" fmla="*/ 2077722 h 2217998"/>
                <a:gd name="connsiteX18" fmla="*/ 2046853 w 3152217"/>
                <a:gd name="connsiteY18" fmla="*/ 1688629 h 2217998"/>
                <a:gd name="connsiteX19" fmla="*/ 1987859 w 3152217"/>
                <a:gd name="connsiteY19" fmla="*/ 1774879 h 2217998"/>
                <a:gd name="connsiteX20" fmla="*/ 2218760 w 3152217"/>
                <a:gd name="connsiteY20" fmla="*/ 2005781 h 2217998"/>
                <a:gd name="connsiteX21" fmla="*/ 2218760 w 3152217"/>
                <a:gd name="connsiteY21" fmla="*/ 2217998 h 2217998"/>
                <a:gd name="connsiteX22" fmla="*/ 2006543 w 3152217"/>
                <a:gd name="connsiteY22" fmla="*/ 2217998 h 2217998"/>
                <a:gd name="connsiteX23" fmla="*/ 1798691 w 3152217"/>
                <a:gd name="connsiteY23" fmla="*/ 2010144 h 2217998"/>
                <a:gd name="connsiteX24" fmla="*/ 1775643 w 3152217"/>
                <a:gd name="connsiteY24" fmla="*/ 1987096 h 2217998"/>
                <a:gd name="connsiteX25" fmla="*/ 1842458 w 3152217"/>
                <a:gd name="connsiteY25" fmla="*/ 1897840 h 2217998"/>
                <a:gd name="connsiteX26" fmla="*/ 1533525 w 3152217"/>
                <a:gd name="connsiteY26" fmla="*/ 1485900 h 2217998"/>
                <a:gd name="connsiteX27" fmla="*/ 1219200 w 3152217"/>
                <a:gd name="connsiteY27" fmla="*/ 1181100 h 2217998"/>
                <a:gd name="connsiteX28" fmla="*/ 571500 w 3152217"/>
                <a:gd name="connsiteY28" fmla="*/ 1295400 h 2217998"/>
                <a:gd name="connsiteX29" fmla="*/ 0 w 3152217"/>
                <a:gd name="connsiteY29" fmla="*/ 1266825 h 2217998"/>
                <a:gd name="connsiteX30" fmla="*/ 9525 w 3152217"/>
                <a:gd name="connsiteY30" fmla="*/ 28575 h 2217998"/>
                <a:gd name="connsiteX31" fmla="*/ 323850 w 3152217"/>
                <a:gd name="connsiteY31" fmla="*/ 0 h 2217998"/>
                <a:gd name="connsiteX0" fmla="*/ 361950 w 3152217"/>
                <a:gd name="connsiteY0" fmla="*/ 0 h 2256098"/>
                <a:gd name="connsiteX1" fmla="*/ 95250 w 3152217"/>
                <a:gd name="connsiteY1" fmla="*/ 247650 h 2256098"/>
                <a:gd name="connsiteX2" fmla="*/ 1352550 w 3152217"/>
                <a:gd name="connsiteY2" fmla="*/ 123825 h 2256098"/>
                <a:gd name="connsiteX3" fmla="*/ 2314575 w 3152217"/>
                <a:gd name="connsiteY3" fmla="*/ 323850 h 2256098"/>
                <a:gd name="connsiteX4" fmla="*/ 2724150 w 3152217"/>
                <a:gd name="connsiteY4" fmla="*/ 819150 h 2256098"/>
                <a:gd name="connsiteX5" fmla="*/ 3152217 w 3152217"/>
                <a:gd name="connsiteY5" fmla="*/ 1255785 h 2256098"/>
                <a:gd name="connsiteX6" fmla="*/ 3152217 w 3152217"/>
                <a:gd name="connsiteY6" fmla="*/ 1468002 h 2256098"/>
                <a:gd name="connsiteX7" fmla="*/ 2940000 w 3152217"/>
                <a:gd name="connsiteY7" fmla="*/ 1468002 h 2256098"/>
                <a:gd name="connsiteX8" fmla="*/ 2539107 w 3152217"/>
                <a:gd name="connsiteY8" fmla="*/ 1067108 h 2256098"/>
                <a:gd name="connsiteX9" fmla="*/ 2474399 w 3152217"/>
                <a:gd name="connsiteY9" fmla="*/ 1153817 h 2256098"/>
                <a:gd name="connsiteX10" fmla="*/ 2907621 w 3152217"/>
                <a:gd name="connsiteY10" fmla="*/ 1587040 h 2256098"/>
                <a:gd name="connsiteX11" fmla="*/ 2907621 w 3152217"/>
                <a:gd name="connsiteY11" fmla="*/ 1799257 h 2256098"/>
                <a:gd name="connsiteX12" fmla="*/ 2695404 w 3152217"/>
                <a:gd name="connsiteY12" fmla="*/ 1799257 h 2256098"/>
                <a:gd name="connsiteX13" fmla="*/ 2293017 w 3152217"/>
                <a:gd name="connsiteY13" fmla="*/ 1396869 h 2256098"/>
                <a:gd name="connsiteX14" fmla="*/ 2228234 w 3152217"/>
                <a:gd name="connsiteY14" fmla="*/ 1483678 h 2256098"/>
                <a:gd name="connsiteX15" fmla="*/ 2648161 w 3152217"/>
                <a:gd name="connsiteY15" fmla="*/ 1903605 h 2256098"/>
                <a:gd name="connsiteX16" fmla="*/ 2648161 w 3152217"/>
                <a:gd name="connsiteY16" fmla="*/ 2115822 h 2256098"/>
                <a:gd name="connsiteX17" fmla="*/ 2435944 w 3152217"/>
                <a:gd name="connsiteY17" fmla="*/ 2115822 h 2256098"/>
                <a:gd name="connsiteX18" fmla="*/ 2046853 w 3152217"/>
                <a:gd name="connsiteY18" fmla="*/ 1726729 h 2256098"/>
                <a:gd name="connsiteX19" fmla="*/ 1987859 w 3152217"/>
                <a:gd name="connsiteY19" fmla="*/ 1812979 h 2256098"/>
                <a:gd name="connsiteX20" fmla="*/ 2218760 w 3152217"/>
                <a:gd name="connsiteY20" fmla="*/ 2043881 h 2256098"/>
                <a:gd name="connsiteX21" fmla="*/ 2218760 w 3152217"/>
                <a:gd name="connsiteY21" fmla="*/ 2256098 h 2256098"/>
                <a:gd name="connsiteX22" fmla="*/ 2006543 w 3152217"/>
                <a:gd name="connsiteY22" fmla="*/ 2256098 h 2256098"/>
                <a:gd name="connsiteX23" fmla="*/ 1798691 w 3152217"/>
                <a:gd name="connsiteY23" fmla="*/ 2048244 h 2256098"/>
                <a:gd name="connsiteX24" fmla="*/ 1775643 w 3152217"/>
                <a:gd name="connsiteY24" fmla="*/ 2025196 h 2256098"/>
                <a:gd name="connsiteX25" fmla="*/ 1842458 w 3152217"/>
                <a:gd name="connsiteY25" fmla="*/ 1935940 h 2256098"/>
                <a:gd name="connsiteX26" fmla="*/ 1533525 w 3152217"/>
                <a:gd name="connsiteY26" fmla="*/ 1524000 h 2256098"/>
                <a:gd name="connsiteX27" fmla="*/ 1219200 w 3152217"/>
                <a:gd name="connsiteY27" fmla="*/ 1219200 h 2256098"/>
                <a:gd name="connsiteX28" fmla="*/ 571500 w 3152217"/>
                <a:gd name="connsiteY28" fmla="*/ 1333500 h 2256098"/>
                <a:gd name="connsiteX29" fmla="*/ 0 w 3152217"/>
                <a:gd name="connsiteY29" fmla="*/ 1304925 h 2256098"/>
                <a:gd name="connsiteX30" fmla="*/ 9525 w 3152217"/>
                <a:gd name="connsiteY30" fmla="*/ 66675 h 2256098"/>
                <a:gd name="connsiteX31" fmla="*/ 361950 w 3152217"/>
                <a:gd name="connsiteY31" fmla="*/ 0 h 2256098"/>
                <a:gd name="connsiteX0" fmla="*/ 361950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61950 w 3152217"/>
                <a:gd name="connsiteY31" fmla="*/ 9525 h 2265623"/>
                <a:gd name="connsiteX0" fmla="*/ 40957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409575 w 3152217"/>
                <a:gd name="connsiteY31" fmla="*/ 9525 h 2265623"/>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390525 w 3152217"/>
                <a:gd name="connsiteY0" fmla="*/ 24506 h 2280604"/>
                <a:gd name="connsiteX1" fmla="*/ 95250 w 3152217"/>
                <a:gd name="connsiteY1" fmla="*/ 272156 h 2280604"/>
                <a:gd name="connsiteX2" fmla="*/ 1352550 w 3152217"/>
                <a:gd name="connsiteY2" fmla="*/ 148331 h 2280604"/>
                <a:gd name="connsiteX3" fmla="*/ 2314575 w 3152217"/>
                <a:gd name="connsiteY3" fmla="*/ 348356 h 2280604"/>
                <a:gd name="connsiteX4" fmla="*/ 2724150 w 3152217"/>
                <a:gd name="connsiteY4" fmla="*/ 843656 h 2280604"/>
                <a:gd name="connsiteX5" fmla="*/ 3152217 w 3152217"/>
                <a:gd name="connsiteY5" fmla="*/ 1280291 h 2280604"/>
                <a:gd name="connsiteX6" fmla="*/ 3152217 w 3152217"/>
                <a:gd name="connsiteY6" fmla="*/ 1492508 h 2280604"/>
                <a:gd name="connsiteX7" fmla="*/ 2940000 w 3152217"/>
                <a:gd name="connsiteY7" fmla="*/ 1492508 h 2280604"/>
                <a:gd name="connsiteX8" fmla="*/ 2539107 w 3152217"/>
                <a:gd name="connsiteY8" fmla="*/ 1091614 h 2280604"/>
                <a:gd name="connsiteX9" fmla="*/ 2474399 w 3152217"/>
                <a:gd name="connsiteY9" fmla="*/ 1178323 h 2280604"/>
                <a:gd name="connsiteX10" fmla="*/ 2907621 w 3152217"/>
                <a:gd name="connsiteY10" fmla="*/ 1611546 h 2280604"/>
                <a:gd name="connsiteX11" fmla="*/ 2907621 w 3152217"/>
                <a:gd name="connsiteY11" fmla="*/ 1823763 h 2280604"/>
                <a:gd name="connsiteX12" fmla="*/ 2695404 w 3152217"/>
                <a:gd name="connsiteY12" fmla="*/ 1823763 h 2280604"/>
                <a:gd name="connsiteX13" fmla="*/ 2293017 w 3152217"/>
                <a:gd name="connsiteY13" fmla="*/ 1421375 h 2280604"/>
                <a:gd name="connsiteX14" fmla="*/ 2228234 w 3152217"/>
                <a:gd name="connsiteY14" fmla="*/ 1508184 h 2280604"/>
                <a:gd name="connsiteX15" fmla="*/ 2648161 w 3152217"/>
                <a:gd name="connsiteY15" fmla="*/ 1928111 h 2280604"/>
                <a:gd name="connsiteX16" fmla="*/ 2648161 w 3152217"/>
                <a:gd name="connsiteY16" fmla="*/ 2140328 h 2280604"/>
                <a:gd name="connsiteX17" fmla="*/ 2435944 w 3152217"/>
                <a:gd name="connsiteY17" fmla="*/ 2140328 h 2280604"/>
                <a:gd name="connsiteX18" fmla="*/ 2046853 w 3152217"/>
                <a:gd name="connsiteY18" fmla="*/ 1751235 h 2280604"/>
                <a:gd name="connsiteX19" fmla="*/ 1987859 w 3152217"/>
                <a:gd name="connsiteY19" fmla="*/ 1837485 h 2280604"/>
                <a:gd name="connsiteX20" fmla="*/ 2218760 w 3152217"/>
                <a:gd name="connsiteY20" fmla="*/ 2068387 h 2280604"/>
                <a:gd name="connsiteX21" fmla="*/ 2218760 w 3152217"/>
                <a:gd name="connsiteY21" fmla="*/ 2280604 h 2280604"/>
                <a:gd name="connsiteX22" fmla="*/ 2006543 w 3152217"/>
                <a:gd name="connsiteY22" fmla="*/ 2280604 h 2280604"/>
                <a:gd name="connsiteX23" fmla="*/ 1798691 w 3152217"/>
                <a:gd name="connsiteY23" fmla="*/ 2072750 h 2280604"/>
                <a:gd name="connsiteX24" fmla="*/ 1775643 w 3152217"/>
                <a:gd name="connsiteY24" fmla="*/ 2049702 h 2280604"/>
                <a:gd name="connsiteX25" fmla="*/ 1842458 w 3152217"/>
                <a:gd name="connsiteY25" fmla="*/ 1960446 h 2280604"/>
                <a:gd name="connsiteX26" fmla="*/ 1533525 w 3152217"/>
                <a:gd name="connsiteY26" fmla="*/ 1548506 h 2280604"/>
                <a:gd name="connsiteX27" fmla="*/ 1219200 w 3152217"/>
                <a:gd name="connsiteY27" fmla="*/ 1243706 h 2280604"/>
                <a:gd name="connsiteX28" fmla="*/ 571500 w 3152217"/>
                <a:gd name="connsiteY28" fmla="*/ 1358006 h 2280604"/>
                <a:gd name="connsiteX29" fmla="*/ 0 w 3152217"/>
                <a:gd name="connsiteY29" fmla="*/ 1329431 h 2280604"/>
                <a:gd name="connsiteX30" fmla="*/ 0 w 3152217"/>
                <a:gd name="connsiteY30" fmla="*/ 14981 h 2280604"/>
                <a:gd name="connsiteX31" fmla="*/ 390525 w 3152217"/>
                <a:gd name="connsiteY31" fmla="*/ 24506 h 2280604"/>
                <a:gd name="connsiteX0" fmla="*/ 390525 w 3152217"/>
                <a:gd name="connsiteY0" fmla="*/ 33386 h 2289484"/>
                <a:gd name="connsiteX1" fmla="*/ 95250 w 3152217"/>
                <a:gd name="connsiteY1" fmla="*/ 281036 h 2289484"/>
                <a:gd name="connsiteX2" fmla="*/ 1352550 w 3152217"/>
                <a:gd name="connsiteY2" fmla="*/ 157211 h 2289484"/>
                <a:gd name="connsiteX3" fmla="*/ 2314575 w 3152217"/>
                <a:gd name="connsiteY3" fmla="*/ 357236 h 2289484"/>
                <a:gd name="connsiteX4" fmla="*/ 2724150 w 3152217"/>
                <a:gd name="connsiteY4" fmla="*/ 852536 h 2289484"/>
                <a:gd name="connsiteX5" fmla="*/ 3152217 w 3152217"/>
                <a:gd name="connsiteY5" fmla="*/ 1289171 h 2289484"/>
                <a:gd name="connsiteX6" fmla="*/ 3152217 w 3152217"/>
                <a:gd name="connsiteY6" fmla="*/ 1501388 h 2289484"/>
                <a:gd name="connsiteX7" fmla="*/ 2940000 w 3152217"/>
                <a:gd name="connsiteY7" fmla="*/ 1501388 h 2289484"/>
                <a:gd name="connsiteX8" fmla="*/ 2539107 w 3152217"/>
                <a:gd name="connsiteY8" fmla="*/ 1100494 h 2289484"/>
                <a:gd name="connsiteX9" fmla="*/ 2474399 w 3152217"/>
                <a:gd name="connsiteY9" fmla="*/ 1187203 h 2289484"/>
                <a:gd name="connsiteX10" fmla="*/ 2907621 w 3152217"/>
                <a:gd name="connsiteY10" fmla="*/ 1620426 h 2289484"/>
                <a:gd name="connsiteX11" fmla="*/ 2907621 w 3152217"/>
                <a:gd name="connsiteY11" fmla="*/ 1832643 h 2289484"/>
                <a:gd name="connsiteX12" fmla="*/ 2695404 w 3152217"/>
                <a:gd name="connsiteY12" fmla="*/ 1832643 h 2289484"/>
                <a:gd name="connsiteX13" fmla="*/ 2293017 w 3152217"/>
                <a:gd name="connsiteY13" fmla="*/ 1430255 h 2289484"/>
                <a:gd name="connsiteX14" fmla="*/ 2228234 w 3152217"/>
                <a:gd name="connsiteY14" fmla="*/ 1517064 h 2289484"/>
                <a:gd name="connsiteX15" fmla="*/ 2648161 w 3152217"/>
                <a:gd name="connsiteY15" fmla="*/ 1936991 h 2289484"/>
                <a:gd name="connsiteX16" fmla="*/ 2648161 w 3152217"/>
                <a:gd name="connsiteY16" fmla="*/ 2149208 h 2289484"/>
                <a:gd name="connsiteX17" fmla="*/ 2435944 w 3152217"/>
                <a:gd name="connsiteY17" fmla="*/ 2149208 h 2289484"/>
                <a:gd name="connsiteX18" fmla="*/ 2046853 w 3152217"/>
                <a:gd name="connsiteY18" fmla="*/ 1760115 h 2289484"/>
                <a:gd name="connsiteX19" fmla="*/ 1987859 w 3152217"/>
                <a:gd name="connsiteY19" fmla="*/ 1846365 h 2289484"/>
                <a:gd name="connsiteX20" fmla="*/ 2218760 w 3152217"/>
                <a:gd name="connsiteY20" fmla="*/ 2077267 h 2289484"/>
                <a:gd name="connsiteX21" fmla="*/ 2218760 w 3152217"/>
                <a:gd name="connsiteY21" fmla="*/ 2289484 h 2289484"/>
                <a:gd name="connsiteX22" fmla="*/ 2006543 w 3152217"/>
                <a:gd name="connsiteY22" fmla="*/ 2289484 h 2289484"/>
                <a:gd name="connsiteX23" fmla="*/ 1798691 w 3152217"/>
                <a:gd name="connsiteY23" fmla="*/ 2081630 h 2289484"/>
                <a:gd name="connsiteX24" fmla="*/ 1775643 w 3152217"/>
                <a:gd name="connsiteY24" fmla="*/ 2058582 h 2289484"/>
                <a:gd name="connsiteX25" fmla="*/ 1842458 w 3152217"/>
                <a:gd name="connsiteY25" fmla="*/ 1969326 h 2289484"/>
                <a:gd name="connsiteX26" fmla="*/ 1533525 w 3152217"/>
                <a:gd name="connsiteY26" fmla="*/ 1557386 h 2289484"/>
                <a:gd name="connsiteX27" fmla="*/ 1219200 w 3152217"/>
                <a:gd name="connsiteY27" fmla="*/ 1252586 h 2289484"/>
                <a:gd name="connsiteX28" fmla="*/ 571500 w 3152217"/>
                <a:gd name="connsiteY28" fmla="*/ 1366886 h 2289484"/>
                <a:gd name="connsiteX29" fmla="*/ 0 w 3152217"/>
                <a:gd name="connsiteY29" fmla="*/ 1338311 h 2289484"/>
                <a:gd name="connsiteX30" fmla="*/ 0 w 3152217"/>
                <a:gd name="connsiteY30" fmla="*/ 23861 h 2289484"/>
                <a:gd name="connsiteX31" fmla="*/ 390525 w 3152217"/>
                <a:gd name="connsiteY31" fmla="*/ 33386 h 2289484"/>
                <a:gd name="connsiteX0" fmla="*/ 390525 w 3152217"/>
                <a:gd name="connsiteY0" fmla="*/ 24507 h 2280605"/>
                <a:gd name="connsiteX1" fmla="*/ 95250 w 3152217"/>
                <a:gd name="connsiteY1" fmla="*/ 272157 h 2280605"/>
                <a:gd name="connsiteX2" fmla="*/ 1352550 w 3152217"/>
                <a:gd name="connsiteY2" fmla="*/ 148332 h 2280605"/>
                <a:gd name="connsiteX3" fmla="*/ 2314575 w 3152217"/>
                <a:gd name="connsiteY3" fmla="*/ 348357 h 2280605"/>
                <a:gd name="connsiteX4" fmla="*/ 2724150 w 3152217"/>
                <a:gd name="connsiteY4" fmla="*/ 843657 h 2280605"/>
                <a:gd name="connsiteX5" fmla="*/ 3152217 w 3152217"/>
                <a:gd name="connsiteY5" fmla="*/ 1280292 h 2280605"/>
                <a:gd name="connsiteX6" fmla="*/ 3152217 w 3152217"/>
                <a:gd name="connsiteY6" fmla="*/ 1492509 h 2280605"/>
                <a:gd name="connsiteX7" fmla="*/ 2940000 w 3152217"/>
                <a:gd name="connsiteY7" fmla="*/ 1492509 h 2280605"/>
                <a:gd name="connsiteX8" fmla="*/ 2539107 w 3152217"/>
                <a:gd name="connsiteY8" fmla="*/ 1091615 h 2280605"/>
                <a:gd name="connsiteX9" fmla="*/ 2474399 w 3152217"/>
                <a:gd name="connsiteY9" fmla="*/ 1178324 h 2280605"/>
                <a:gd name="connsiteX10" fmla="*/ 2907621 w 3152217"/>
                <a:gd name="connsiteY10" fmla="*/ 1611547 h 2280605"/>
                <a:gd name="connsiteX11" fmla="*/ 2907621 w 3152217"/>
                <a:gd name="connsiteY11" fmla="*/ 1823764 h 2280605"/>
                <a:gd name="connsiteX12" fmla="*/ 2695404 w 3152217"/>
                <a:gd name="connsiteY12" fmla="*/ 1823764 h 2280605"/>
                <a:gd name="connsiteX13" fmla="*/ 2293017 w 3152217"/>
                <a:gd name="connsiteY13" fmla="*/ 1421376 h 2280605"/>
                <a:gd name="connsiteX14" fmla="*/ 2228234 w 3152217"/>
                <a:gd name="connsiteY14" fmla="*/ 1508185 h 2280605"/>
                <a:gd name="connsiteX15" fmla="*/ 2648161 w 3152217"/>
                <a:gd name="connsiteY15" fmla="*/ 1928112 h 2280605"/>
                <a:gd name="connsiteX16" fmla="*/ 2648161 w 3152217"/>
                <a:gd name="connsiteY16" fmla="*/ 2140329 h 2280605"/>
                <a:gd name="connsiteX17" fmla="*/ 2435944 w 3152217"/>
                <a:gd name="connsiteY17" fmla="*/ 2140329 h 2280605"/>
                <a:gd name="connsiteX18" fmla="*/ 2046853 w 3152217"/>
                <a:gd name="connsiteY18" fmla="*/ 1751236 h 2280605"/>
                <a:gd name="connsiteX19" fmla="*/ 1987859 w 3152217"/>
                <a:gd name="connsiteY19" fmla="*/ 1837486 h 2280605"/>
                <a:gd name="connsiteX20" fmla="*/ 2218760 w 3152217"/>
                <a:gd name="connsiteY20" fmla="*/ 2068388 h 2280605"/>
                <a:gd name="connsiteX21" fmla="*/ 2218760 w 3152217"/>
                <a:gd name="connsiteY21" fmla="*/ 2280605 h 2280605"/>
                <a:gd name="connsiteX22" fmla="*/ 2006543 w 3152217"/>
                <a:gd name="connsiteY22" fmla="*/ 2280605 h 2280605"/>
                <a:gd name="connsiteX23" fmla="*/ 1798691 w 3152217"/>
                <a:gd name="connsiteY23" fmla="*/ 2072751 h 2280605"/>
                <a:gd name="connsiteX24" fmla="*/ 1775643 w 3152217"/>
                <a:gd name="connsiteY24" fmla="*/ 2049703 h 2280605"/>
                <a:gd name="connsiteX25" fmla="*/ 1842458 w 3152217"/>
                <a:gd name="connsiteY25" fmla="*/ 1960447 h 2280605"/>
                <a:gd name="connsiteX26" fmla="*/ 1533525 w 3152217"/>
                <a:gd name="connsiteY26" fmla="*/ 1548507 h 2280605"/>
                <a:gd name="connsiteX27" fmla="*/ 1219200 w 3152217"/>
                <a:gd name="connsiteY27" fmla="*/ 1243707 h 2280605"/>
                <a:gd name="connsiteX28" fmla="*/ 571500 w 3152217"/>
                <a:gd name="connsiteY28" fmla="*/ 1358007 h 2280605"/>
                <a:gd name="connsiteX29" fmla="*/ 0 w 3152217"/>
                <a:gd name="connsiteY29" fmla="*/ 1329432 h 2280605"/>
                <a:gd name="connsiteX30" fmla="*/ 0 w 3152217"/>
                <a:gd name="connsiteY30" fmla="*/ 14982 h 2280605"/>
                <a:gd name="connsiteX31" fmla="*/ 390525 w 3152217"/>
                <a:gd name="connsiteY31" fmla="*/ 24507 h 2280605"/>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390525 w 3152217"/>
                <a:gd name="connsiteY0" fmla="*/ 9525 h 2265623"/>
                <a:gd name="connsiteX1" fmla="*/ 95250 w 3152217"/>
                <a:gd name="connsiteY1" fmla="*/ 257175 h 2265623"/>
                <a:gd name="connsiteX2" fmla="*/ 1352550 w 3152217"/>
                <a:gd name="connsiteY2" fmla="*/ 133350 h 2265623"/>
                <a:gd name="connsiteX3" fmla="*/ 2314575 w 3152217"/>
                <a:gd name="connsiteY3" fmla="*/ 333375 h 2265623"/>
                <a:gd name="connsiteX4" fmla="*/ 2724150 w 3152217"/>
                <a:gd name="connsiteY4" fmla="*/ 828675 h 2265623"/>
                <a:gd name="connsiteX5" fmla="*/ 3152217 w 3152217"/>
                <a:gd name="connsiteY5" fmla="*/ 1265310 h 2265623"/>
                <a:gd name="connsiteX6" fmla="*/ 3152217 w 3152217"/>
                <a:gd name="connsiteY6" fmla="*/ 1477527 h 2265623"/>
                <a:gd name="connsiteX7" fmla="*/ 2940000 w 3152217"/>
                <a:gd name="connsiteY7" fmla="*/ 1477527 h 2265623"/>
                <a:gd name="connsiteX8" fmla="*/ 2539107 w 3152217"/>
                <a:gd name="connsiteY8" fmla="*/ 1076633 h 2265623"/>
                <a:gd name="connsiteX9" fmla="*/ 2474399 w 3152217"/>
                <a:gd name="connsiteY9" fmla="*/ 1163342 h 2265623"/>
                <a:gd name="connsiteX10" fmla="*/ 2907621 w 3152217"/>
                <a:gd name="connsiteY10" fmla="*/ 1596565 h 2265623"/>
                <a:gd name="connsiteX11" fmla="*/ 2907621 w 3152217"/>
                <a:gd name="connsiteY11" fmla="*/ 1808782 h 2265623"/>
                <a:gd name="connsiteX12" fmla="*/ 2695404 w 3152217"/>
                <a:gd name="connsiteY12" fmla="*/ 1808782 h 2265623"/>
                <a:gd name="connsiteX13" fmla="*/ 2293017 w 3152217"/>
                <a:gd name="connsiteY13" fmla="*/ 1406394 h 2265623"/>
                <a:gd name="connsiteX14" fmla="*/ 2228234 w 3152217"/>
                <a:gd name="connsiteY14" fmla="*/ 1493203 h 2265623"/>
                <a:gd name="connsiteX15" fmla="*/ 2648161 w 3152217"/>
                <a:gd name="connsiteY15" fmla="*/ 1913130 h 2265623"/>
                <a:gd name="connsiteX16" fmla="*/ 2648161 w 3152217"/>
                <a:gd name="connsiteY16" fmla="*/ 2125347 h 2265623"/>
                <a:gd name="connsiteX17" fmla="*/ 2435944 w 3152217"/>
                <a:gd name="connsiteY17" fmla="*/ 2125347 h 2265623"/>
                <a:gd name="connsiteX18" fmla="*/ 2046853 w 3152217"/>
                <a:gd name="connsiteY18" fmla="*/ 1736254 h 2265623"/>
                <a:gd name="connsiteX19" fmla="*/ 1987859 w 3152217"/>
                <a:gd name="connsiteY19" fmla="*/ 1822504 h 2265623"/>
                <a:gd name="connsiteX20" fmla="*/ 2218760 w 3152217"/>
                <a:gd name="connsiteY20" fmla="*/ 2053406 h 2265623"/>
                <a:gd name="connsiteX21" fmla="*/ 2218760 w 3152217"/>
                <a:gd name="connsiteY21" fmla="*/ 2265623 h 2265623"/>
                <a:gd name="connsiteX22" fmla="*/ 2006543 w 3152217"/>
                <a:gd name="connsiteY22" fmla="*/ 2265623 h 2265623"/>
                <a:gd name="connsiteX23" fmla="*/ 1798691 w 3152217"/>
                <a:gd name="connsiteY23" fmla="*/ 2057769 h 2265623"/>
                <a:gd name="connsiteX24" fmla="*/ 1775643 w 3152217"/>
                <a:gd name="connsiteY24" fmla="*/ 2034721 h 2265623"/>
                <a:gd name="connsiteX25" fmla="*/ 1842458 w 3152217"/>
                <a:gd name="connsiteY25" fmla="*/ 1945465 h 2265623"/>
                <a:gd name="connsiteX26" fmla="*/ 1533525 w 3152217"/>
                <a:gd name="connsiteY26" fmla="*/ 1533525 h 2265623"/>
                <a:gd name="connsiteX27" fmla="*/ 1219200 w 3152217"/>
                <a:gd name="connsiteY27" fmla="*/ 1228725 h 2265623"/>
                <a:gd name="connsiteX28" fmla="*/ 571500 w 3152217"/>
                <a:gd name="connsiteY28" fmla="*/ 1343025 h 2265623"/>
                <a:gd name="connsiteX29" fmla="*/ 0 w 3152217"/>
                <a:gd name="connsiteY29" fmla="*/ 1314450 h 2265623"/>
                <a:gd name="connsiteX30" fmla="*/ 0 w 3152217"/>
                <a:gd name="connsiteY30" fmla="*/ 0 h 2265623"/>
                <a:gd name="connsiteX31" fmla="*/ 390525 w 3152217"/>
                <a:gd name="connsiteY31" fmla="*/ 9525 h 2265623"/>
                <a:gd name="connsiteX0" fmla="*/ 400050 w 3152217"/>
                <a:gd name="connsiteY0" fmla="*/ 0 h 2284673"/>
                <a:gd name="connsiteX1" fmla="*/ 95250 w 3152217"/>
                <a:gd name="connsiteY1" fmla="*/ 276225 h 2284673"/>
                <a:gd name="connsiteX2" fmla="*/ 1352550 w 3152217"/>
                <a:gd name="connsiteY2" fmla="*/ 152400 h 2284673"/>
                <a:gd name="connsiteX3" fmla="*/ 2314575 w 3152217"/>
                <a:gd name="connsiteY3" fmla="*/ 352425 h 2284673"/>
                <a:gd name="connsiteX4" fmla="*/ 2724150 w 3152217"/>
                <a:gd name="connsiteY4" fmla="*/ 847725 h 2284673"/>
                <a:gd name="connsiteX5" fmla="*/ 3152217 w 3152217"/>
                <a:gd name="connsiteY5" fmla="*/ 1284360 h 2284673"/>
                <a:gd name="connsiteX6" fmla="*/ 3152217 w 3152217"/>
                <a:gd name="connsiteY6" fmla="*/ 1496577 h 2284673"/>
                <a:gd name="connsiteX7" fmla="*/ 2940000 w 3152217"/>
                <a:gd name="connsiteY7" fmla="*/ 1496577 h 2284673"/>
                <a:gd name="connsiteX8" fmla="*/ 2539107 w 3152217"/>
                <a:gd name="connsiteY8" fmla="*/ 1095683 h 2284673"/>
                <a:gd name="connsiteX9" fmla="*/ 2474399 w 3152217"/>
                <a:gd name="connsiteY9" fmla="*/ 1182392 h 2284673"/>
                <a:gd name="connsiteX10" fmla="*/ 2907621 w 3152217"/>
                <a:gd name="connsiteY10" fmla="*/ 1615615 h 2284673"/>
                <a:gd name="connsiteX11" fmla="*/ 2907621 w 3152217"/>
                <a:gd name="connsiteY11" fmla="*/ 1827832 h 2284673"/>
                <a:gd name="connsiteX12" fmla="*/ 2695404 w 3152217"/>
                <a:gd name="connsiteY12" fmla="*/ 1827832 h 2284673"/>
                <a:gd name="connsiteX13" fmla="*/ 2293017 w 3152217"/>
                <a:gd name="connsiteY13" fmla="*/ 1425444 h 2284673"/>
                <a:gd name="connsiteX14" fmla="*/ 2228234 w 3152217"/>
                <a:gd name="connsiteY14" fmla="*/ 1512253 h 2284673"/>
                <a:gd name="connsiteX15" fmla="*/ 2648161 w 3152217"/>
                <a:gd name="connsiteY15" fmla="*/ 1932180 h 2284673"/>
                <a:gd name="connsiteX16" fmla="*/ 2648161 w 3152217"/>
                <a:gd name="connsiteY16" fmla="*/ 2144397 h 2284673"/>
                <a:gd name="connsiteX17" fmla="*/ 2435944 w 3152217"/>
                <a:gd name="connsiteY17" fmla="*/ 2144397 h 2284673"/>
                <a:gd name="connsiteX18" fmla="*/ 2046853 w 3152217"/>
                <a:gd name="connsiteY18" fmla="*/ 1755304 h 2284673"/>
                <a:gd name="connsiteX19" fmla="*/ 1987859 w 3152217"/>
                <a:gd name="connsiteY19" fmla="*/ 1841554 h 2284673"/>
                <a:gd name="connsiteX20" fmla="*/ 2218760 w 3152217"/>
                <a:gd name="connsiteY20" fmla="*/ 2072456 h 2284673"/>
                <a:gd name="connsiteX21" fmla="*/ 2218760 w 3152217"/>
                <a:gd name="connsiteY21" fmla="*/ 2284673 h 2284673"/>
                <a:gd name="connsiteX22" fmla="*/ 2006543 w 3152217"/>
                <a:gd name="connsiteY22" fmla="*/ 2284673 h 2284673"/>
                <a:gd name="connsiteX23" fmla="*/ 1798691 w 3152217"/>
                <a:gd name="connsiteY23" fmla="*/ 2076819 h 2284673"/>
                <a:gd name="connsiteX24" fmla="*/ 1775643 w 3152217"/>
                <a:gd name="connsiteY24" fmla="*/ 2053771 h 2284673"/>
                <a:gd name="connsiteX25" fmla="*/ 1842458 w 3152217"/>
                <a:gd name="connsiteY25" fmla="*/ 1964515 h 2284673"/>
                <a:gd name="connsiteX26" fmla="*/ 1533525 w 3152217"/>
                <a:gd name="connsiteY26" fmla="*/ 1552575 h 2284673"/>
                <a:gd name="connsiteX27" fmla="*/ 1219200 w 3152217"/>
                <a:gd name="connsiteY27" fmla="*/ 1247775 h 2284673"/>
                <a:gd name="connsiteX28" fmla="*/ 571500 w 3152217"/>
                <a:gd name="connsiteY28" fmla="*/ 1362075 h 2284673"/>
                <a:gd name="connsiteX29" fmla="*/ 0 w 3152217"/>
                <a:gd name="connsiteY29" fmla="*/ 1333500 h 2284673"/>
                <a:gd name="connsiteX30" fmla="*/ 0 w 3152217"/>
                <a:gd name="connsiteY30" fmla="*/ 19050 h 2284673"/>
                <a:gd name="connsiteX31" fmla="*/ 400050 w 3152217"/>
                <a:gd name="connsiteY31" fmla="*/ 0 h 2284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152217" h="2284673">
                  <a:moveTo>
                    <a:pt x="400050" y="0"/>
                  </a:moveTo>
                  <a:lnTo>
                    <a:pt x="95250" y="276225"/>
                  </a:lnTo>
                  <a:cubicBezTo>
                    <a:pt x="349250" y="777875"/>
                    <a:pt x="831850" y="460375"/>
                    <a:pt x="1352550" y="152400"/>
                  </a:cubicBezTo>
                  <a:cubicBezTo>
                    <a:pt x="1641475" y="288925"/>
                    <a:pt x="1968500" y="301625"/>
                    <a:pt x="2314575" y="352425"/>
                  </a:cubicBezTo>
                  <a:cubicBezTo>
                    <a:pt x="2451100" y="603250"/>
                    <a:pt x="2587625" y="682625"/>
                    <a:pt x="2724150" y="847725"/>
                  </a:cubicBezTo>
                  <a:lnTo>
                    <a:pt x="3152217" y="1284360"/>
                  </a:lnTo>
                  <a:cubicBezTo>
                    <a:pt x="3210819" y="1342962"/>
                    <a:pt x="3210819" y="1437975"/>
                    <a:pt x="3152217" y="1496577"/>
                  </a:cubicBezTo>
                  <a:cubicBezTo>
                    <a:pt x="3093615" y="1555179"/>
                    <a:pt x="2998602" y="1555179"/>
                    <a:pt x="2940000" y="1496577"/>
                  </a:cubicBezTo>
                  <a:lnTo>
                    <a:pt x="2539107" y="1095683"/>
                  </a:lnTo>
                  <a:lnTo>
                    <a:pt x="2474399" y="1182392"/>
                  </a:lnTo>
                  <a:lnTo>
                    <a:pt x="2907621" y="1615615"/>
                  </a:lnTo>
                  <a:cubicBezTo>
                    <a:pt x="2966223" y="1674217"/>
                    <a:pt x="2966223" y="1769230"/>
                    <a:pt x="2907621" y="1827832"/>
                  </a:cubicBezTo>
                  <a:cubicBezTo>
                    <a:pt x="2849019" y="1886434"/>
                    <a:pt x="2754006" y="1886434"/>
                    <a:pt x="2695404" y="1827832"/>
                  </a:cubicBezTo>
                  <a:lnTo>
                    <a:pt x="2293017" y="1425444"/>
                  </a:lnTo>
                  <a:lnTo>
                    <a:pt x="2228234" y="1512253"/>
                  </a:lnTo>
                  <a:lnTo>
                    <a:pt x="2648161" y="1932180"/>
                  </a:lnTo>
                  <a:cubicBezTo>
                    <a:pt x="2706763" y="1990782"/>
                    <a:pt x="2706763" y="2085795"/>
                    <a:pt x="2648161" y="2144397"/>
                  </a:cubicBezTo>
                  <a:cubicBezTo>
                    <a:pt x="2589559" y="2202999"/>
                    <a:pt x="2494546" y="2202999"/>
                    <a:pt x="2435944" y="2144397"/>
                  </a:cubicBezTo>
                  <a:lnTo>
                    <a:pt x="2046853" y="1755304"/>
                  </a:lnTo>
                  <a:lnTo>
                    <a:pt x="1987859" y="1841554"/>
                  </a:lnTo>
                  <a:lnTo>
                    <a:pt x="2218760" y="2072456"/>
                  </a:lnTo>
                  <a:cubicBezTo>
                    <a:pt x="2277362" y="2131058"/>
                    <a:pt x="2277362" y="2226071"/>
                    <a:pt x="2218760" y="2284673"/>
                  </a:cubicBezTo>
                  <a:cubicBezTo>
                    <a:pt x="2160158" y="2343275"/>
                    <a:pt x="2065146" y="2343275"/>
                    <a:pt x="2006543" y="2284673"/>
                  </a:cubicBezTo>
                  <a:lnTo>
                    <a:pt x="1798691" y="2076819"/>
                  </a:lnTo>
                  <a:lnTo>
                    <a:pt x="1775643" y="2053771"/>
                  </a:lnTo>
                  <a:lnTo>
                    <a:pt x="1842458" y="1964515"/>
                  </a:lnTo>
                  <a:cubicBezTo>
                    <a:pt x="2026677" y="1607442"/>
                    <a:pt x="1697608" y="1472750"/>
                    <a:pt x="1533525" y="1552575"/>
                  </a:cubicBezTo>
                  <a:cubicBezTo>
                    <a:pt x="1555750" y="1323975"/>
                    <a:pt x="1380229" y="1237081"/>
                    <a:pt x="1219200" y="1247775"/>
                  </a:cubicBezTo>
                  <a:cubicBezTo>
                    <a:pt x="1190625" y="958850"/>
                    <a:pt x="838200" y="793750"/>
                    <a:pt x="571500" y="1362075"/>
                  </a:cubicBezTo>
                  <a:cubicBezTo>
                    <a:pt x="504825" y="1114425"/>
                    <a:pt x="276225" y="1066800"/>
                    <a:pt x="0" y="1333500"/>
                  </a:cubicBezTo>
                  <a:lnTo>
                    <a:pt x="0" y="19050"/>
                  </a:lnTo>
                  <a:lnTo>
                    <a:pt x="400050" y="0"/>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grpSp>
      <p:sp>
        <p:nvSpPr>
          <p:cNvPr id="16" name="Rectangle 15">
            <a:extLst>
              <a:ext uri="{FF2B5EF4-FFF2-40B4-BE49-F238E27FC236}">
                <a16:creationId xmlns:a16="http://schemas.microsoft.com/office/drawing/2014/main" id="{34853326-D0CF-3290-902E-28D46CC9DE22}"/>
              </a:ext>
            </a:extLst>
          </p:cNvPr>
          <p:cNvSpPr/>
          <p:nvPr/>
        </p:nvSpPr>
        <p:spPr>
          <a:xfrm>
            <a:off x="0" y="2762756"/>
            <a:ext cx="4224000" cy="1993269"/>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17" name="Rectangle 16">
            <a:extLst>
              <a:ext uri="{FF2B5EF4-FFF2-40B4-BE49-F238E27FC236}">
                <a16:creationId xmlns:a16="http://schemas.microsoft.com/office/drawing/2014/main" id="{17293A50-C5AF-D980-4441-F65A274E4651}"/>
              </a:ext>
            </a:extLst>
          </p:cNvPr>
          <p:cNvSpPr/>
          <p:nvPr/>
        </p:nvSpPr>
        <p:spPr>
          <a:xfrm>
            <a:off x="7968003" y="2762756"/>
            <a:ext cx="4223999" cy="1993269"/>
          </a:xfrm>
          <a:prstGeom prst="rect">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p>
        </p:txBody>
      </p:sp>
      <p:grpSp>
        <p:nvGrpSpPr>
          <p:cNvPr id="18" name="Group 17">
            <a:extLst>
              <a:ext uri="{FF2B5EF4-FFF2-40B4-BE49-F238E27FC236}">
                <a16:creationId xmlns:a16="http://schemas.microsoft.com/office/drawing/2014/main" id="{C0117153-86B6-88CB-B770-DF0E41AD99B7}"/>
              </a:ext>
            </a:extLst>
          </p:cNvPr>
          <p:cNvGrpSpPr/>
          <p:nvPr/>
        </p:nvGrpSpPr>
        <p:grpSpPr>
          <a:xfrm>
            <a:off x="5818" y="2838490"/>
            <a:ext cx="4075761" cy="1643535"/>
            <a:chOff x="1996215" y="3973484"/>
            <a:chExt cx="7498753" cy="1643535"/>
          </a:xfrm>
        </p:grpSpPr>
        <p:sp>
          <p:nvSpPr>
            <p:cNvPr id="19" name="TextBox 18">
              <a:extLst>
                <a:ext uri="{FF2B5EF4-FFF2-40B4-BE49-F238E27FC236}">
                  <a16:creationId xmlns:a16="http://schemas.microsoft.com/office/drawing/2014/main" id="{9F68230B-8E87-2FC2-2C56-981EA050A892}"/>
                </a:ext>
              </a:extLst>
            </p:cNvPr>
            <p:cNvSpPr txBox="1"/>
            <p:nvPr/>
          </p:nvSpPr>
          <p:spPr>
            <a:xfrm>
              <a:off x="1996215" y="4447468"/>
              <a:ext cx="7456444" cy="1169551"/>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sz="1300" dirty="0">
                  <a:solidFill>
                    <a:schemeClr val="bg1"/>
                  </a:solidFill>
                  <a:latin typeface="Arial (body)"/>
                  <a:ea typeface="Calibri" panose="020F0502020204030204" pitchFamily="34" charset="0"/>
                  <a:cs typeface="Calibri" panose="020F0502020204030204" pitchFamily="34" charset="0"/>
                </a:rPr>
                <a:t>Đ</a:t>
              </a:r>
              <a:r>
                <a:rPr lang="vi-VN" sz="1300" dirty="0">
                  <a:solidFill>
                    <a:schemeClr val="bg1"/>
                  </a:solidFill>
                  <a:effectLst/>
                  <a:latin typeface="Arial (body)"/>
                  <a:ea typeface="Calibri" panose="020F0502020204030204" pitchFamily="34" charset="0"/>
                  <a:cs typeface="Calibri" panose="020F0502020204030204" pitchFamily="34" charset="0"/>
                </a:rPr>
                <a:t>iều tra về thiệt hại của ngành sản xuất trong nước của Mỹ và hoạt động của các nhà nhập khẩu của Hoa Kỳ, độc lập với DOC</a:t>
              </a:r>
              <a:endParaRPr lang="en-US" sz="1300" dirty="0">
                <a:solidFill>
                  <a:schemeClr val="bg1"/>
                </a:solidFill>
                <a:effectLst/>
                <a:latin typeface="Arial (body)"/>
                <a:ea typeface="Calibri" panose="020F0502020204030204" pitchFamily="34" charset="0"/>
                <a:cs typeface="Calibri" panose="020F0502020204030204" pitchFamily="34" charset="0"/>
              </a:endParaRPr>
            </a:p>
            <a:p>
              <a:pPr marL="285750" indent="-285750">
                <a:spcBef>
                  <a:spcPts val="600"/>
                </a:spcBef>
                <a:buFont typeface="Wingdings" panose="05000000000000000000" pitchFamily="2" charset="2"/>
                <a:buChar char="Ø"/>
              </a:pPr>
              <a:r>
                <a:rPr lang="en-US" sz="1300" dirty="0">
                  <a:solidFill>
                    <a:schemeClr val="bg1"/>
                  </a:solidFill>
                  <a:effectLst/>
                  <a:ea typeface="Calibri" panose="020F0502020204030204" pitchFamily="34" charset="0"/>
                  <a:cs typeface="Calibri" panose="020F0502020204030204" pitchFamily="34" charset="0"/>
                </a:rPr>
                <a:t>V</a:t>
              </a:r>
              <a:r>
                <a:rPr lang="vi-VN" sz="1300" dirty="0">
                  <a:solidFill>
                    <a:schemeClr val="bg1"/>
                  </a:solidFill>
                  <a:effectLst/>
                  <a:ea typeface="Calibri" panose="020F0502020204030204" pitchFamily="34" charset="0"/>
                  <a:cs typeface="Calibri" panose="020F0502020204030204" pitchFamily="34" charset="0"/>
                </a:rPr>
                <a:t>iệc hợp tác với ITC là không bắt buộc đối với các doanh nghiệp xuất khẩu</a:t>
              </a:r>
              <a:endParaRPr lang="ko-KR" altLang="en-US" sz="1300" dirty="0">
                <a:solidFill>
                  <a:schemeClr val="bg1"/>
                </a:solidFill>
                <a:cs typeface="Arial" pitchFamily="34" charset="0"/>
              </a:endParaRPr>
            </a:p>
          </p:txBody>
        </p:sp>
        <p:sp>
          <p:nvSpPr>
            <p:cNvPr id="20" name="TextBox 19">
              <a:extLst>
                <a:ext uri="{FF2B5EF4-FFF2-40B4-BE49-F238E27FC236}">
                  <a16:creationId xmlns:a16="http://schemas.microsoft.com/office/drawing/2014/main" id="{389573AC-E025-086A-5A48-216828303FC4}"/>
                </a:ext>
              </a:extLst>
            </p:cNvPr>
            <p:cNvSpPr txBox="1"/>
            <p:nvPr/>
          </p:nvSpPr>
          <p:spPr>
            <a:xfrm>
              <a:off x="2038524" y="3973484"/>
              <a:ext cx="7456444" cy="400110"/>
            </a:xfrm>
            <a:prstGeom prst="rect">
              <a:avLst/>
            </a:prstGeom>
            <a:noFill/>
          </p:spPr>
          <p:txBody>
            <a:bodyPr wrap="square" rtlCol="0">
              <a:spAutoFit/>
            </a:bodyPr>
            <a:lstStyle/>
            <a:p>
              <a:pPr algn="ctr"/>
              <a:r>
                <a:rPr lang="en-US" altLang="ko-KR" sz="2000" b="1" dirty="0">
                  <a:solidFill>
                    <a:schemeClr val="bg1"/>
                  </a:solidFill>
                  <a:latin typeface="Arial" pitchFamily="34" charset="0"/>
                  <a:cs typeface="Arial" pitchFamily="34" charset="0"/>
                </a:rPr>
                <a:t>ITC</a:t>
              </a:r>
              <a:endParaRPr lang="ko-KR" altLang="en-US" sz="2000" b="1" dirty="0">
                <a:solidFill>
                  <a:schemeClr val="bg1"/>
                </a:solidFill>
                <a:latin typeface="Arial" pitchFamily="34" charset="0"/>
                <a:cs typeface="Arial" pitchFamily="34" charset="0"/>
              </a:endParaRPr>
            </a:p>
          </p:txBody>
        </p:sp>
      </p:grpSp>
      <p:grpSp>
        <p:nvGrpSpPr>
          <p:cNvPr id="21" name="Group 20">
            <a:extLst>
              <a:ext uri="{FF2B5EF4-FFF2-40B4-BE49-F238E27FC236}">
                <a16:creationId xmlns:a16="http://schemas.microsoft.com/office/drawing/2014/main" id="{CEBDD484-4BA5-2E7B-C0D2-5DB7071C850C}"/>
              </a:ext>
            </a:extLst>
          </p:cNvPr>
          <p:cNvGrpSpPr/>
          <p:nvPr/>
        </p:nvGrpSpPr>
        <p:grpSpPr>
          <a:xfrm>
            <a:off x="8067700" y="2825099"/>
            <a:ext cx="4124303" cy="1783107"/>
            <a:chOff x="1768699" y="3960093"/>
            <a:chExt cx="7673261" cy="1783107"/>
          </a:xfrm>
          <a:noFill/>
        </p:grpSpPr>
        <p:sp>
          <p:nvSpPr>
            <p:cNvPr id="22" name="TextBox 21">
              <a:extLst>
                <a:ext uri="{FF2B5EF4-FFF2-40B4-BE49-F238E27FC236}">
                  <a16:creationId xmlns:a16="http://schemas.microsoft.com/office/drawing/2014/main" id="{790F94EF-58FF-8F56-7998-8F292EDF5653}"/>
                </a:ext>
              </a:extLst>
            </p:cNvPr>
            <p:cNvSpPr txBox="1"/>
            <p:nvPr/>
          </p:nvSpPr>
          <p:spPr>
            <a:xfrm>
              <a:off x="1784366" y="4373594"/>
              <a:ext cx="7657594" cy="1369606"/>
            </a:xfrm>
            <a:prstGeom prst="rect">
              <a:avLst/>
            </a:prstGeom>
            <a:grpFill/>
          </p:spPr>
          <p:txBody>
            <a:bodyPr wrap="square" rtlCol="0">
              <a:spAutoFit/>
            </a:bodyPr>
            <a:lstStyle/>
            <a:p>
              <a:pPr marL="285750" indent="-285750">
                <a:spcBef>
                  <a:spcPts val="600"/>
                </a:spcBef>
                <a:buFont typeface="Wingdings" panose="05000000000000000000" pitchFamily="2" charset="2"/>
                <a:buChar char="Ø"/>
              </a:pPr>
              <a:r>
                <a:rPr lang="en-US" sz="1300" dirty="0">
                  <a:solidFill>
                    <a:schemeClr val="bg1"/>
                  </a:solidFill>
                  <a:latin typeface="Arial (body)"/>
                  <a:ea typeface="Calibri" panose="020F0502020204030204" pitchFamily="34" charset="0"/>
                  <a:cs typeface="Calibri" panose="020F0502020204030204" pitchFamily="34" charset="0"/>
                </a:rPr>
                <a:t>X</a:t>
              </a:r>
              <a:r>
                <a:rPr lang="vi-VN" sz="1300" dirty="0">
                  <a:solidFill>
                    <a:schemeClr val="bg1"/>
                  </a:solidFill>
                  <a:effectLst/>
                  <a:latin typeface="Arial (body)"/>
                  <a:ea typeface="Calibri" panose="020F0502020204030204" pitchFamily="34" charset="0"/>
                  <a:cs typeface="Calibri" panose="020F0502020204030204" pitchFamily="34" charset="0"/>
                </a:rPr>
                <a:t>ác định </a:t>
              </a:r>
              <a:r>
                <a:rPr lang="en-US" sz="1300" dirty="0" err="1">
                  <a:solidFill>
                    <a:schemeClr val="bg1"/>
                  </a:solidFill>
                  <a:effectLst/>
                  <a:latin typeface="Arial (body)"/>
                  <a:ea typeface="Calibri" panose="020F0502020204030204" pitchFamily="34" charset="0"/>
                  <a:cs typeface="Calibri" panose="020F0502020204030204" pitchFamily="34" charset="0"/>
                </a:rPr>
                <a:t>hành</a:t>
              </a:r>
              <a:r>
                <a:rPr lang="en-US" sz="1300" dirty="0">
                  <a:solidFill>
                    <a:schemeClr val="bg1"/>
                  </a:solidFill>
                  <a:effectLst/>
                  <a:latin typeface="Arial (body)"/>
                  <a:ea typeface="Calibri" panose="020F0502020204030204" pitchFamily="34" charset="0"/>
                  <a:cs typeface="Calibri" panose="020F0502020204030204" pitchFamily="34" charset="0"/>
                </a:rPr>
                <a:t> vi</a:t>
              </a:r>
              <a:r>
                <a:rPr lang="vi-VN" sz="1300" dirty="0">
                  <a:solidFill>
                    <a:schemeClr val="bg1"/>
                  </a:solidFill>
                  <a:effectLst/>
                  <a:latin typeface="Arial (body)"/>
                  <a:ea typeface="Calibri" panose="020F0502020204030204" pitchFamily="34" charset="0"/>
                  <a:cs typeface="Calibri" panose="020F0502020204030204" pitchFamily="34" charset="0"/>
                </a:rPr>
                <a:t> bán phá giá, tính toán</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vi-VN" sz="1300" dirty="0">
                  <a:solidFill>
                    <a:schemeClr val="bg1"/>
                  </a:solidFill>
                  <a:effectLst/>
                  <a:latin typeface="Arial (body)"/>
                  <a:ea typeface="Calibri" panose="020F0502020204030204" pitchFamily="34" charset="0"/>
                  <a:cs typeface="Calibri" panose="020F0502020204030204" pitchFamily="34" charset="0"/>
                </a:rPr>
                <a:t>biên độ bán phá giá của các nhà sản</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vi-VN" sz="1300" dirty="0">
                  <a:solidFill>
                    <a:schemeClr val="bg1"/>
                  </a:solidFill>
                  <a:effectLst/>
                  <a:latin typeface="Arial (body)"/>
                  <a:ea typeface="Calibri" panose="020F0502020204030204" pitchFamily="34" charset="0"/>
                  <a:cs typeface="Calibri" panose="020F0502020204030204" pitchFamily="34" charset="0"/>
                </a:rPr>
                <a:t>xuất/</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vi-VN" sz="1300" dirty="0">
                  <a:solidFill>
                    <a:schemeClr val="bg1"/>
                  </a:solidFill>
                  <a:effectLst/>
                  <a:latin typeface="Arial (body)"/>
                  <a:ea typeface="Calibri" panose="020F0502020204030204" pitchFamily="34" charset="0"/>
                  <a:cs typeface="Calibri" panose="020F0502020204030204" pitchFamily="34" charset="0"/>
                </a:rPr>
                <a:t>xuất khẩu nước ngoài</a:t>
              </a:r>
              <a:endParaRPr lang="en-US" sz="1300" dirty="0">
                <a:solidFill>
                  <a:schemeClr val="bg1"/>
                </a:solidFill>
                <a:effectLst/>
                <a:latin typeface="Arial (body)"/>
                <a:ea typeface="Calibri" panose="020F0502020204030204" pitchFamily="34" charset="0"/>
                <a:cs typeface="Calibri" panose="020F0502020204030204" pitchFamily="34" charset="0"/>
              </a:endParaRPr>
            </a:p>
            <a:p>
              <a:pPr marL="285750" indent="-285750">
                <a:spcBef>
                  <a:spcPts val="600"/>
                </a:spcBef>
                <a:buFont typeface="Wingdings" panose="05000000000000000000" pitchFamily="2" charset="2"/>
                <a:buChar char="Ø"/>
              </a:pPr>
              <a:r>
                <a:rPr lang="en-US" sz="1300" dirty="0">
                  <a:solidFill>
                    <a:schemeClr val="bg1"/>
                  </a:solidFill>
                  <a:effectLst/>
                  <a:latin typeface="Arial (body)"/>
                  <a:ea typeface="Calibri" panose="020F0502020204030204" pitchFamily="34" charset="0"/>
                  <a:cs typeface="Calibri" panose="020F0502020204030204" pitchFamily="34" charset="0"/>
                </a:rPr>
                <a:t>Q</a:t>
              </a:r>
              <a:r>
                <a:rPr lang="vi-VN" sz="1300" dirty="0">
                  <a:solidFill>
                    <a:schemeClr val="bg1"/>
                  </a:solidFill>
                  <a:effectLst/>
                  <a:latin typeface="Arial (body)"/>
                  <a:ea typeface="Calibri" panose="020F0502020204030204" pitchFamily="34" charset="0"/>
                  <a:cs typeface="Calibri" panose="020F0502020204030204" pitchFamily="34" charset="0"/>
                </a:rPr>
                <a:t>uan trọng hơn với các nhà xuất khẩu của Việt Nam, </a:t>
              </a:r>
              <a:r>
                <a:rPr lang="en-US" sz="1300" dirty="0" err="1">
                  <a:solidFill>
                    <a:schemeClr val="bg1"/>
                  </a:solidFill>
                  <a:effectLst/>
                  <a:latin typeface="Arial (body)"/>
                  <a:ea typeface="Calibri" panose="020F0502020204030204" pitchFamily="34" charset="0"/>
                  <a:cs typeface="Calibri" panose="020F0502020204030204" pitchFamily="34" charset="0"/>
                </a:rPr>
                <a:t>các</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en-US" sz="1300" dirty="0" err="1">
                  <a:solidFill>
                    <a:schemeClr val="bg1"/>
                  </a:solidFill>
                  <a:effectLst/>
                  <a:latin typeface="Arial (body)"/>
                  <a:ea typeface="Calibri" panose="020F0502020204030204" pitchFamily="34" charset="0"/>
                  <a:cs typeface="Calibri" panose="020F0502020204030204" pitchFamily="34" charset="0"/>
                </a:rPr>
                <a:t>doanh</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en-US" sz="1300" dirty="0" err="1">
                  <a:solidFill>
                    <a:schemeClr val="bg1"/>
                  </a:solidFill>
                  <a:effectLst/>
                  <a:latin typeface="Arial (body)"/>
                  <a:ea typeface="Calibri" panose="020F0502020204030204" pitchFamily="34" charset="0"/>
                  <a:cs typeface="Calibri" panose="020F0502020204030204" pitchFamily="34" charset="0"/>
                </a:rPr>
                <a:t>nghiệp</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vi-VN" sz="1300" dirty="0">
                  <a:solidFill>
                    <a:schemeClr val="bg1"/>
                  </a:solidFill>
                  <a:effectLst/>
                  <a:latin typeface="Arial (body)"/>
                  <a:ea typeface="Calibri" panose="020F0502020204030204" pitchFamily="34" charset="0"/>
                  <a:cs typeface="Calibri" panose="020F0502020204030204" pitchFamily="34" charset="0"/>
                </a:rPr>
                <a:t>thường </a:t>
              </a:r>
              <a:r>
                <a:rPr lang="en-US" sz="1300" dirty="0" err="1">
                  <a:solidFill>
                    <a:schemeClr val="bg1"/>
                  </a:solidFill>
                  <a:effectLst/>
                  <a:latin typeface="Arial (body)"/>
                  <a:ea typeface="Calibri" panose="020F0502020204030204" pitchFamily="34" charset="0"/>
                  <a:cs typeface="Calibri" panose="020F0502020204030204" pitchFamily="34" charset="0"/>
                </a:rPr>
                <a:t>cần</a:t>
              </a:r>
              <a:r>
                <a:rPr lang="en-US" sz="1300" dirty="0">
                  <a:solidFill>
                    <a:schemeClr val="bg1"/>
                  </a:solidFill>
                  <a:effectLst/>
                  <a:latin typeface="Arial (body)"/>
                  <a:ea typeface="Calibri" panose="020F0502020204030204" pitchFamily="34" charset="0"/>
                  <a:cs typeface="Calibri" panose="020F0502020204030204" pitchFamily="34" charset="0"/>
                </a:rPr>
                <a:t> </a:t>
              </a:r>
              <a:r>
                <a:rPr lang="vi-VN" sz="1300" dirty="0">
                  <a:solidFill>
                    <a:schemeClr val="bg1"/>
                  </a:solidFill>
                  <a:effectLst/>
                  <a:latin typeface="Arial (body)"/>
                  <a:ea typeface="Calibri" panose="020F0502020204030204" pitchFamily="34" charset="0"/>
                  <a:cs typeface="Calibri" panose="020F0502020204030204" pitchFamily="34" charset="0"/>
                </a:rPr>
                <a:t>tập trung thời gian và nguồn lực nhiều hơn</a:t>
              </a:r>
              <a:endParaRPr lang="ko-KR" altLang="en-US" sz="1300" dirty="0">
                <a:solidFill>
                  <a:schemeClr val="bg1"/>
                </a:solidFill>
                <a:latin typeface="Arial (body)"/>
                <a:cs typeface="Arial" pitchFamily="34" charset="0"/>
              </a:endParaRPr>
            </a:p>
          </p:txBody>
        </p:sp>
        <p:sp>
          <p:nvSpPr>
            <p:cNvPr id="23" name="TextBox 22">
              <a:extLst>
                <a:ext uri="{FF2B5EF4-FFF2-40B4-BE49-F238E27FC236}">
                  <a16:creationId xmlns:a16="http://schemas.microsoft.com/office/drawing/2014/main" id="{F3682D3B-4399-E48A-6EC5-78BCA912D1FE}"/>
                </a:ext>
              </a:extLst>
            </p:cNvPr>
            <p:cNvSpPr txBox="1"/>
            <p:nvPr/>
          </p:nvSpPr>
          <p:spPr>
            <a:xfrm>
              <a:off x="1768699" y="3960093"/>
              <a:ext cx="7456445" cy="400110"/>
            </a:xfrm>
            <a:prstGeom prst="rect">
              <a:avLst/>
            </a:prstGeom>
            <a:grpFill/>
          </p:spPr>
          <p:txBody>
            <a:bodyPr wrap="square" rtlCol="0">
              <a:spAutoFit/>
            </a:bodyPr>
            <a:lstStyle/>
            <a:p>
              <a:pPr algn="ctr"/>
              <a:r>
                <a:rPr lang="en-US" altLang="ko-KR" sz="2000" b="1" dirty="0">
                  <a:solidFill>
                    <a:schemeClr val="bg1"/>
                  </a:solidFill>
                  <a:latin typeface="Arial" pitchFamily="34" charset="0"/>
                  <a:cs typeface="Arial" pitchFamily="34" charset="0"/>
                </a:rPr>
                <a:t>DOC</a:t>
              </a:r>
              <a:endParaRPr lang="ko-KR" altLang="en-US" sz="2000" b="1" dirty="0">
                <a:solidFill>
                  <a:schemeClr val="bg1"/>
                </a:solidFill>
                <a:latin typeface="Arial" pitchFamily="34" charset="0"/>
                <a:cs typeface="Arial" pitchFamily="34" charset="0"/>
              </a:endParaRPr>
            </a:p>
          </p:txBody>
        </p:sp>
      </p:grpSp>
      <p:sp>
        <p:nvSpPr>
          <p:cNvPr id="26" name="Oval 21">
            <a:extLst>
              <a:ext uri="{FF2B5EF4-FFF2-40B4-BE49-F238E27FC236}">
                <a16:creationId xmlns:a16="http://schemas.microsoft.com/office/drawing/2014/main" id="{42EACE1E-EDFC-C5D1-7237-917B9A74F718}"/>
              </a:ext>
            </a:extLst>
          </p:cNvPr>
          <p:cNvSpPr/>
          <p:nvPr/>
        </p:nvSpPr>
        <p:spPr>
          <a:xfrm rot="20700000">
            <a:off x="1777457" y="2129124"/>
            <a:ext cx="555477" cy="486837"/>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27" name="Oval 10">
            <a:extLst>
              <a:ext uri="{FF2B5EF4-FFF2-40B4-BE49-F238E27FC236}">
                <a16:creationId xmlns:a16="http://schemas.microsoft.com/office/drawing/2014/main" id="{A09889D3-18C2-62F4-9C20-8FDDC81C5112}"/>
              </a:ext>
            </a:extLst>
          </p:cNvPr>
          <p:cNvSpPr>
            <a:spLocks noChangeAspect="1"/>
          </p:cNvSpPr>
          <p:nvPr/>
        </p:nvSpPr>
        <p:spPr>
          <a:xfrm>
            <a:off x="9882034" y="2096581"/>
            <a:ext cx="504056" cy="597327"/>
          </a:xfrm>
          <a:custGeom>
            <a:avLst/>
            <a:gdLst/>
            <a:ahLst/>
            <a:cxnLst/>
            <a:rect l="l" t="t" r="r" b="b"/>
            <a:pathLst>
              <a:path w="3310915" h="3923570">
                <a:moveTo>
                  <a:pt x="2634572" y="2782060"/>
                </a:moveTo>
                <a:cubicBezTo>
                  <a:pt x="2877724" y="2784696"/>
                  <a:pt x="3073074" y="2923910"/>
                  <a:pt x="3310915" y="3050983"/>
                </a:cubicBezTo>
                <a:lnTo>
                  <a:pt x="3113550" y="3840011"/>
                </a:lnTo>
                <a:lnTo>
                  <a:pt x="2637706" y="3668957"/>
                </a:lnTo>
                <a:cubicBezTo>
                  <a:pt x="2327360" y="3767940"/>
                  <a:pt x="1829375" y="3988492"/>
                  <a:pt x="1579811" y="3905123"/>
                </a:cubicBezTo>
                <a:cubicBezTo>
                  <a:pt x="1320906" y="3775288"/>
                  <a:pt x="642145" y="3366355"/>
                  <a:pt x="472751" y="3203771"/>
                </a:cubicBezTo>
                <a:cubicBezTo>
                  <a:pt x="303357" y="3041187"/>
                  <a:pt x="403652" y="2893777"/>
                  <a:pt x="563448" y="2929619"/>
                </a:cubicBezTo>
                <a:cubicBezTo>
                  <a:pt x="702634" y="2937547"/>
                  <a:pt x="1160012" y="3199482"/>
                  <a:pt x="1284082" y="3253983"/>
                </a:cubicBezTo>
                <a:cubicBezTo>
                  <a:pt x="1127104" y="3587742"/>
                  <a:pt x="1741057" y="3563487"/>
                  <a:pt x="1955231" y="3541261"/>
                </a:cubicBezTo>
                <a:cubicBezTo>
                  <a:pt x="2131253" y="3488686"/>
                  <a:pt x="2214010" y="3505589"/>
                  <a:pt x="2306401" y="3383364"/>
                </a:cubicBezTo>
                <a:cubicBezTo>
                  <a:pt x="2155860" y="3427865"/>
                  <a:pt x="2163213" y="3429679"/>
                  <a:pt x="1912247" y="3471537"/>
                </a:cubicBezTo>
                <a:cubicBezTo>
                  <a:pt x="1482134" y="3531123"/>
                  <a:pt x="1135709" y="3364234"/>
                  <a:pt x="1413085" y="3236383"/>
                </a:cubicBezTo>
                <a:cubicBezTo>
                  <a:pt x="1557848" y="3164554"/>
                  <a:pt x="1721108" y="3222221"/>
                  <a:pt x="1929297" y="3121321"/>
                </a:cubicBezTo>
                <a:cubicBezTo>
                  <a:pt x="2128589" y="3010789"/>
                  <a:pt x="2187815" y="2818332"/>
                  <a:pt x="2527174" y="2789726"/>
                </a:cubicBezTo>
                <a:cubicBezTo>
                  <a:pt x="2564125" y="2784095"/>
                  <a:pt x="2599836" y="2781684"/>
                  <a:pt x="2634572" y="2782060"/>
                </a:cubicBezTo>
                <a:close/>
                <a:moveTo>
                  <a:pt x="2169165" y="2259549"/>
                </a:moveTo>
                <a:cubicBezTo>
                  <a:pt x="2305163" y="2320579"/>
                  <a:pt x="2430502" y="2400997"/>
                  <a:pt x="2542352" y="2496872"/>
                </a:cubicBezTo>
                <a:cubicBezTo>
                  <a:pt x="2303978" y="2744099"/>
                  <a:pt x="1979593" y="2907447"/>
                  <a:pt x="1617206" y="2939204"/>
                </a:cubicBezTo>
                <a:lnTo>
                  <a:pt x="1588575" y="2925411"/>
                </a:lnTo>
                <a:cubicBezTo>
                  <a:pt x="1835671" y="2758142"/>
                  <a:pt x="2037335" y="2529257"/>
                  <a:pt x="2169165" y="2259549"/>
                </a:cubicBezTo>
                <a:close/>
                <a:moveTo>
                  <a:pt x="797309" y="2254509"/>
                </a:moveTo>
                <a:cubicBezTo>
                  <a:pt x="928512" y="2525684"/>
                  <a:pt x="1129977" y="2756161"/>
                  <a:pt x="1376879" y="2925229"/>
                </a:cubicBezTo>
                <a:cubicBezTo>
                  <a:pt x="1367940" y="2931748"/>
                  <a:pt x="1358086" y="2936536"/>
                  <a:pt x="1348086" y="2941055"/>
                </a:cubicBezTo>
                <a:cubicBezTo>
                  <a:pt x="981929" y="2910776"/>
                  <a:pt x="654006" y="2746454"/>
                  <a:pt x="413461" y="2497054"/>
                </a:cubicBezTo>
                <a:cubicBezTo>
                  <a:pt x="528278" y="2398621"/>
                  <a:pt x="657289" y="2316447"/>
                  <a:pt x="797309" y="2254509"/>
                </a:cubicBezTo>
                <a:close/>
                <a:moveTo>
                  <a:pt x="1426305" y="2108791"/>
                </a:moveTo>
                <a:lnTo>
                  <a:pt x="1426305" y="2824067"/>
                </a:lnTo>
                <a:cubicBezTo>
                  <a:pt x="1203050" y="2668305"/>
                  <a:pt x="1020431" y="2458508"/>
                  <a:pt x="899682" y="2212532"/>
                </a:cubicBezTo>
                <a:cubicBezTo>
                  <a:pt x="1063835" y="2148883"/>
                  <a:pt x="1241204" y="2112683"/>
                  <a:pt x="1426305" y="2108791"/>
                </a:cubicBezTo>
                <a:close/>
                <a:moveTo>
                  <a:pt x="1527809" y="2108695"/>
                </a:moveTo>
                <a:cubicBezTo>
                  <a:pt x="1717707" y="2112557"/>
                  <a:pt x="1899494" y="2150291"/>
                  <a:pt x="2067336" y="2216559"/>
                </a:cubicBezTo>
                <a:cubicBezTo>
                  <a:pt x="1943936" y="2466549"/>
                  <a:pt x="1756622" y="2679032"/>
                  <a:pt x="1527809" y="2835300"/>
                </a:cubicBezTo>
                <a:close/>
                <a:moveTo>
                  <a:pt x="2354776" y="1530125"/>
                </a:moveTo>
                <a:lnTo>
                  <a:pt x="2955077" y="1530125"/>
                </a:lnTo>
                <a:cubicBezTo>
                  <a:pt x="2942393" y="1866074"/>
                  <a:pt x="2817414" y="2173186"/>
                  <a:pt x="2615767" y="2414127"/>
                </a:cubicBezTo>
                <a:cubicBezTo>
                  <a:pt x="2496453" y="2311434"/>
                  <a:pt x="2362630" y="2225327"/>
                  <a:pt x="2217376" y="2159975"/>
                </a:cubicBezTo>
                <a:cubicBezTo>
                  <a:pt x="2300477" y="1965771"/>
                  <a:pt x="2348521" y="1753185"/>
                  <a:pt x="2354776" y="1530125"/>
                </a:cubicBezTo>
                <a:close/>
                <a:moveTo>
                  <a:pt x="1527809" y="1530125"/>
                </a:moveTo>
                <a:lnTo>
                  <a:pt x="2244039" y="1530125"/>
                </a:lnTo>
                <a:cubicBezTo>
                  <a:pt x="2237819" y="1737690"/>
                  <a:pt x="2192963" y="1935525"/>
                  <a:pt x="2115825" y="2116496"/>
                </a:cubicBezTo>
                <a:cubicBezTo>
                  <a:pt x="1933189" y="2043464"/>
                  <a:pt x="1735000" y="2001899"/>
                  <a:pt x="1527809" y="1997958"/>
                </a:cubicBezTo>
                <a:close/>
                <a:moveTo>
                  <a:pt x="725097" y="1530125"/>
                </a:moveTo>
                <a:lnTo>
                  <a:pt x="1426305" y="1530125"/>
                </a:lnTo>
                <a:lnTo>
                  <a:pt x="1426305" y="1998054"/>
                </a:lnTo>
                <a:cubicBezTo>
                  <a:pt x="1224105" y="2002029"/>
                  <a:pt x="1030504" y="2041966"/>
                  <a:pt x="851699" y="2112283"/>
                </a:cubicBezTo>
                <a:cubicBezTo>
                  <a:pt x="775482" y="1932518"/>
                  <a:pt x="731260" y="1736112"/>
                  <a:pt x="725097" y="1530125"/>
                </a:cubicBezTo>
                <a:close/>
                <a:moveTo>
                  <a:pt x="934" y="1530125"/>
                </a:moveTo>
                <a:lnTo>
                  <a:pt x="614360" y="1530125"/>
                </a:lnTo>
                <a:cubicBezTo>
                  <a:pt x="620543" y="1751166"/>
                  <a:pt x="667772" y="1961919"/>
                  <a:pt x="749235" y="2154869"/>
                </a:cubicBezTo>
                <a:cubicBezTo>
                  <a:pt x="599936" y="2221117"/>
                  <a:pt x="462426" y="2308980"/>
                  <a:pt x="340129" y="2414234"/>
                </a:cubicBezTo>
                <a:cubicBezTo>
                  <a:pt x="138582" y="2173144"/>
                  <a:pt x="13619" y="1866051"/>
                  <a:pt x="934" y="1530125"/>
                </a:cubicBezTo>
                <a:close/>
                <a:moveTo>
                  <a:pt x="883886" y="768586"/>
                </a:moveTo>
                <a:cubicBezTo>
                  <a:pt x="1053566" y="831753"/>
                  <a:pt x="1236128" y="867407"/>
                  <a:pt x="1426305" y="871035"/>
                </a:cubicBezTo>
                <a:lnTo>
                  <a:pt x="1426305" y="1428622"/>
                </a:lnTo>
                <a:lnTo>
                  <a:pt x="724559" y="1428622"/>
                </a:lnTo>
                <a:cubicBezTo>
                  <a:pt x="730221" y="1192426"/>
                  <a:pt x="785872" y="968634"/>
                  <a:pt x="883886" y="768586"/>
                </a:cubicBezTo>
                <a:close/>
                <a:moveTo>
                  <a:pt x="2083288" y="764501"/>
                </a:moveTo>
                <a:cubicBezTo>
                  <a:pt x="2182501" y="965616"/>
                  <a:pt x="2238869" y="1190833"/>
                  <a:pt x="2244577" y="1428622"/>
                </a:cubicBezTo>
                <a:lnTo>
                  <a:pt x="1527809" y="1428622"/>
                </a:lnTo>
                <a:lnTo>
                  <a:pt x="1527809" y="871130"/>
                </a:lnTo>
                <a:cubicBezTo>
                  <a:pt x="1722835" y="867528"/>
                  <a:pt x="1909881" y="830382"/>
                  <a:pt x="2083288" y="764501"/>
                </a:cubicBezTo>
                <a:close/>
                <a:moveTo>
                  <a:pt x="375750" y="484510"/>
                </a:moveTo>
                <a:cubicBezTo>
                  <a:pt x="497688" y="583858"/>
                  <a:pt x="633678" y="666438"/>
                  <a:pt x="780212" y="729142"/>
                </a:cubicBezTo>
                <a:cubicBezTo>
                  <a:pt x="677519" y="941475"/>
                  <a:pt x="619429" y="1178562"/>
                  <a:pt x="613822" y="1428622"/>
                </a:cubicBezTo>
                <a:lnTo>
                  <a:pt x="0" y="1428622"/>
                </a:lnTo>
                <a:cubicBezTo>
                  <a:pt x="9263" y="1065848"/>
                  <a:pt x="149371" y="735691"/>
                  <a:pt x="375750" y="484510"/>
                </a:cubicBezTo>
                <a:close/>
                <a:moveTo>
                  <a:pt x="2580304" y="484479"/>
                </a:moveTo>
                <a:cubicBezTo>
                  <a:pt x="2806628" y="735651"/>
                  <a:pt x="2946750" y="1065827"/>
                  <a:pt x="2956013" y="1428622"/>
                </a:cubicBezTo>
                <a:lnTo>
                  <a:pt x="2355314" y="1428622"/>
                </a:lnTo>
                <a:cubicBezTo>
                  <a:pt x="2349636" y="1176504"/>
                  <a:pt x="2290630" y="937573"/>
                  <a:pt x="2186241" y="724113"/>
                </a:cubicBezTo>
                <a:cubicBezTo>
                  <a:pt x="2328935" y="662418"/>
                  <a:pt x="2461323" y="581449"/>
                  <a:pt x="2580304" y="484479"/>
                </a:cubicBezTo>
                <a:close/>
                <a:moveTo>
                  <a:pt x="1426305" y="124032"/>
                </a:moveTo>
                <a:lnTo>
                  <a:pt x="1426305" y="760298"/>
                </a:lnTo>
                <a:cubicBezTo>
                  <a:pt x="1253727" y="756791"/>
                  <a:pt x="1087879" y="724966"/>
                  <a:pt x="933247" y="668842"/>
                </a:cubicBezTo>
                <a:cubicBezTo>
                  <a:pt x="1054039" y="451822"/>
                  <a:pt x="1223389" y="265609"/>
                  <a:pt x="1426305" y="124032"/>
                </a:cubicBezTo>
                <a:close/>
                <a:moveTo>
                  <a:pt x="1527809" y="112799"/>
                </a:moveTo>
                <a:cubicBezTo>
                  <a:pt x="1736145" y="255085"/>
                  <a:pt x="1910079" y="443973"/>
                  <a:pt x="2033951" y="664748"/>
                </a:cubicBezTo>
                <a:cubicBezTo>
                  <a:pt x="1875578" y="723616"/>
                  <a:pt x="1705238" y="756901"/>
                  <a:pt x="1527809" y="760394"/>
                </a:cubicBezTo>
                <a:close/>
                <a:moveTo>
                  <a:pt x="1632157" y="1693"/>
                </a:moveTo>
                <a:cubicBezTo>
                  <a:pt x="1969090" y="34839"/>
                  <a:pt x="2272411" y="181752"/>
                  <a:pt x="2502559" y="404493"/>
                </a:cubicBezTo>
                <a:cubicBezTo>
                  <a:pt x="2392455" y="493535"/>
                  <a:pt x="2270018" y="567692"/>
                  <a:pt x="2138287" y="624414"/>
                </a:cubicBezTo>
                <a:cubicBezTo>
                  <a:pt x="2004803" y="382989"/>
                  <a:pt x="1815448" y="176841"/>
                  <a:pt x="1587368" y="23269"/>
                </a:cubicBezTo>
                <a:close/>
                <a:moveTo>
                  <a:pt x="1333466" y="0"/>
                </a:moveTo>
                <a:lnTo>
                  <a:pt x="1376468" y="23177"/>
                </a:lnTo>
                <a:cubicBezTo>
                  <a:pt x="1149236" y="178863"/>
                  <a:pt x="960516" y="386575"/>
                  <a:pt x="827965" y="629347"/>
                </a:cubicBezTo>
                <a:cubicBezTo>
                  <a:pt x="692459" y="571593"/>
                  <a:pt x="566467" y="495851"/>
                  <a:pt x="453430" y="404475"/>
                </a:cubicBezTo>
                <a:cubicBezTo>
                  <a:pt x="685742" y="179438"/>
                  <a:pt x="992667" y="31629"/>
                  <a:pt x="1333466" y="0"/>
                </a:cubicBezTo>
                <a:close/>
              </a:path>
            </a:pathLst>
          </a:cu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34" name="Text Placeholder 1">
            <a:extLst>
              <a:ext uri="{FF2B5EF4-FFF2-40B4-BE49-F238E27FC236}">
                <a16:creationId xmlns:a16="http://schemas.microsoft.com/office/drawing/2014/main" id="{26C33E08-DEF2-0F52-4775-6062787B23A2}"/>
              </a:ext>
            </a:extLst>
          </p:cNvPr>
          <p:cNvSpPr txBox="1">
            <a:spLocks/>
          </p:cNvSpPr>
          <p:nvPr/>
        </p:nvSpPr>
        <p:spPr>
          <a:xfrm>
            <a:off x="577718" y="663975"/>
            <a:ext cx="11429366" cy="536322"/>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solidFill>
                  <a:schemeClr val="bg1"/>
                </a:solidFill>
              </a:rPr>
              <a:t>2. PHƯƠNG PHÁP ĐIỀU TRA CỦA HOA KỲ</a:t>
            </a:r>
          </a:p>
        </p:txBody>
      </p:sp>
      <p:sp>
        <p:nvSpPr>
          <p:cNvPr id="2" name="TextBox 1">
            <a:extLst>
              <a:ext uri="{FF2B5EF4-FFF2-40B4-BE49-F238E27FC236}">
                <a16:creationId xmlns:a16="http://schemas.microsoft.com/office/drawing/2014/main" id="{A0970159-BB72-758F-A8B1-0A4ECE1D6616}"/>
              </a:ext>
            </a:extLst>
          </p:cNvPr>
          <p:cNvSpPr txBox="1"/>
          <p:nvPr/>
        </p:nvSpPr>
        <p:spPr>
          <a:xfrm>
            <a:off x="643295" y="1451518"/>
            <a:ext cx="11102015" cy="523220"/>
          </a:xfrm>
          <a:prstGeom prst="rect">
            <a:avLst/>
          </a:prstGeom>
          <a:noFill/>
        </p:spPr>
        <p:txBody>
          <a:bodyPr wrap="square" rtlCol="0">
            <a:spAutoFit/>
          </a:bodyPr>
          <a:lstStyle/>
          <a:p>
            <a:r>
              <a:rPr lang="en-US" sz="1400" dirty="0">
                <a:effectLst/>
                <a:latin typeface="Arial (body)"/>
                <a:ea typeface="Calibri" panose="020F0502020204030204" pitchFamily="34" charset="0"/>
                <a:cs typeface="Calibri" panose="020F0502020204030204" pitchFamily="34" charset="0"/>
              </a:rPr>
              <a:t>C</a:t>
            </a:r>
            <a:r>
              <a:rPr lang="vi-VN" sz="1400" dirty="0">
                <a:effectLst/>
                <a:latin typeface="Arial (body)"/>
                <a:ea typeface="Calibri" panose="020F0502020204030204" pitchFamily="34" charset="0"/>
                <a:cs typeface="Calibri" panose="020F0502020204030204" pitchFamily="34" charset="0"/>
              </a:rPr>
              <a:t>ác vụ việc điều tra phòng vệ thương mại của Mỹ được thực hiện song hành bởi hai cơ quan: </a:t>
            </a:r>
            <a:r>
              <a:rPr lang="vi-VN" sz="1400" b="1" dirty="0">
                <a:effectLst/>
                <a:latin typeface="Arial (body)"/>
                <a:ea typeface="Calibri" panose="020F0502020204030204" pitchFamily="34" charset="0"/>
                <a:cs typeface="Calibri" panose="020F0502020204030204" pitchFamily="34" charset="0"/>
              </a:rPr>
              <a:t>Ủy ban thương mại quốc tế (International Trade Commission – ITC) </a:t>
            </a:r>
            <a:r>
              <a:rPr lang="vi-VN" sz="1400" dirty="0">
                <a:effectLst/>
                <a:latin typeface="Arial (body)"/>
                <a:ea typeface="Calibri" panose="020F0502020204030204" pitchFamily="34" charset="0"/>
                <a:cs typeface="Calibri" panose="020F0502020204030204" pitchFamily="34" charset="0"/>
              </a:rPr>
              <a:t>và</a:t>
            </a:r>
            <a:r>
              <a:rPr lang="vi-VN" sz="1400" b="1" dirty="0">
                <a:effectLst/>
                <a:latin typeface="Arial (body)"/>
                <a:ea typeface="Calibri" panose="020F0502020204030204" pitchFamily="34" charset="0"/>
                <a:cs typeface="Calibri" panose="020F0502020204030204" pitchFamily="34" charset="0"/>
              </a:rPr>
              <a:t> Bộ Thương mại Hoa Kỳ (Department of Commerce – DOC)</a:t>
            </a:r>
            <a:endParaRPr lang="en-US" altLang="ko-KR" sz="1400" b="1" dirty="0">
              <a:solidFill>
                <a:schemeClr val="tx1">
                  <a:lumMod val="75000"/>
                  <a:lumOff val="25000"/>
                </a:schemeClr>
              </a:solidFill>
              <a:latin typeface="Arial (body)"/>
              <a:cs typeface="Arial" pitchFamily="34" charset="0"/>
            </a:endParaRPr>
          </a:p>
        </p:txBody>
      </p:sp>
      <p:pic>
        <p:nvPicPr>
          <p:cNvPr id="2052" name="Picture 4">
            <a:extLst>
              <a:ext uri="{FF2B5EF4-FFF2-40B4-BE49-F238E27FC236}">
                <a16:creationId xmlns:a16="http://schemas.microsoft.com/office/drawing/2014/main" id="{C00DD5E1-20B8-A08C-D702-61056CCB0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1351" y="5065640"/>
            <a:ext cx="1581697" cy="157731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F2F8781-9680-0C75-D011-7BDC1B2982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361" t="17503" r="30230" b="18045"/>
          <a:stretch/>
        </p:blipFill>
        <p:spPr bwMode="auto">
          <a:xfrm>
            <a:off x="9458111" y="5065640"/>
            <a:ext cx="1607416" cy="157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118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483707" y="631071"/>
            <a:ext cx="11444550" cy="639002"/>
          </a:xfrm>
          <a:prstGeom prst="rect">
            <a:avLst/>
          </a:prstGeom>
        </p:spPr>
        <p:txBody>
          <a:bodyPr>
            <a:noAutofit/>
          </a:bodyPr>
          <a:lstStyle/>
          <a:p>
            <a:pPr marL="0" indent="0" algn="ctr">
              <a:buNone/>
            </a:pPr>
            <a:r>
              <a:rPr lang="en-US" sz="4400" b="1" dirty="0">
                <a:solidFill>
                  <a:schemeClr val="bg1"/>
                </a:solidFill>
              </a:rPr>
              <a:t>PHƯƠNG PHÁP ĐIỀU TRA</a:t>
            </a:r>
          </a:p>
        </p:txBody>
      </p:sp>
      <p:sp>
        <p:nvSpPr>
          <p:cNvPr id="3" name="Rounded Rectangle 4">
            <a:extLst>
              <a:ext uri="{FF2B5EF4-FFF2-40B4-BE49-F238E27FC236}">
                <a16:creationId xmlns:a16="http://schemas.microsoft.com/office/drawing/2014/main" id="{3C1945F9-EC1A-4DC6-94BC-B32747B005FE}"/>
              </a:ext>
            </a:extLst>
          </p:cNvPr>
          <p:cNvSpPr/>
          <p:nvPr/>
        </p:nvSpPr>
        <p:spPr>
          <a:xfrm>
            <a:off x="2134173" y="2786171"/>
            <a:ext cx="2152726" cy="2408299"/>
          </a:xfrm>
          <a:prstGeom prst="roundRect">
            <a:avLst>
              <a:gd name="adj" fmla="val 7734"/>
            </a:avLst>
          </a:prstGeom>
          <a:solidFill>
            <a:schemeClr val="bg1"/>
          </a:solidFill>
          <a:ln w="25400">
            <a:solidFill>
              <a:srgbClr val="002060"/>
            </a:solidFill>
          </a:ln>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6" name="TextBox 5">
            <a:extLst>
              <a:ext uri="{FF2B5EF4-FFF2-40B4-BE49-F238E27FC236}">
                <a16:creationId xmlns:a16="http://schemas.microsoft.com/office/drawing/2014/main" id="{C01525DC-8BA7-4018-90E4-2BDCE54D14CE}"/>
              </a:ext>
            </a:extLst>
          </p:cNvPr>
          <p:cNvSpPr txBox="1"/>
          <p:nvPr/>
        </p:nvSpPr>
        <p:spPr>
          <a:xfrm>
            <a:off x="2218721" y="3715606"/>
            <a:ext cx="1642180" cy="738664"/>
          </a:xfrm>
          <a:prstGeom prst="rect">
            <a:avLst/>
          </a:prstGeom>
          <a:noFill/>
        </p:spPr>
        <p:txBody>
          <a:bodyPr wrap="square" rtlCol="0">
            <a:spAutoFit/>
          </a:bodyPr>
          <a:lstStyle/>
          <a:p>
            <a:r>
              <a:rPr lang="en-US" sz="1400" dirty="0">
                <a:latin typeface="Arial (body)"/>
                <a:ea typeface="Calibri" panose="020F0502020204030204" pitchFamily="34" charset="0"/>
                <a:cs typeface="Calibri" panose="020F0502020204030204" pitchFamily="34" charset="0"/>
              </a:rPr>
              <a:t>T</a:t>
            </a:r>
            <a:r>
              <a:rPr lang="vi-VN" sz="1400" dirty="0">
                <a:effectLst/>
                <a:latin typeface="Arial (body)"/>
                <a:ea typeface="Calibri" panose="020F0502020204030204" pitchFamily="34" charset="0"/>
                <a:cs typeface="Calibri" panose="020F0502020204030204" pitchFamily="34" charset="0"/>
              </a:rPr>
              <a:t>ỉ lệ tiêu thụ theo yếu tố sản xuất của sản phẩm</a:t>
            </a:r>
            <a:endParaRPr lang="en-US" altLang="ko-KR" sz="1400" dirty="0">
              <a:solidFill>
                <a:schemeClr val="tx1">
                  <a:lumMod val="65000"/>
                  <a:lumOff val="35000"/>
                </a:schemeClr>
              </a:solidFill>
              <a:latin typeface="Arial (body)"/>
              <a:cs typeface="Arial" pitchFamily="34" charset="0"/>
            </a:endParaRPr>
          </a:p>
        </p:txBody>
      </p:sp>
      <p:sp>
        <p:nvSpPr>
          <p:cNvPr id="8" name="TextBox 7">
            <a:extLst>
              <a:ext uri="{FF2B5EF4-FFF2-40B4-BE49-F238E27FC236}">
                <a16:creationId xmlns:a16="http://schemas.microsoft.com/office/drawing/2014/main" id="{8F40333B-F156-427B-AAF1-944EE4E4CA42}"/>
              </a:ext>
            </a:extLst>
          </p:cNvPr>
          <p:cNvSpPr txBox="1"/>
          <p:nvPr/>
        </p:nvSpPr>
        <p:spPr>
          <a:xfrm>
            <a:off x="2467535" y="3143114"/>
            <a:ext cx="648072"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01</a:t>
            </a:r>
            <a:endParaRPr lang="ko-KR" altLang="en-US" sz="2800" b="1" dirty="0">
              <a:solidFill>
                <a:schemeClr val="bg1"/>
              </a:solidFill>
              <a:cs typeface="Arial" pitchFamily="34" charset="0"/>
            </a:endParaRPr>
          </a:p>
        </p:txBody>
      </p:sp>
      <p:sp>
        <p:nvSpPr>
          <p:cNvPr id="9" name="Rounded Rectangle 64">
            <a:extLst>
              <a:ext uri="{FF2B5EF4-FFF2-40B4-BE49-F238E27FC236}">
                <a16:creationId xmlns:a16="http://schemas.microsoft.com/office/drawing/2014/main" id="{E89F2E82-E7EE-4C9E-8597-98FAD43633DD}"/>
              </a:ext>
            </a:extLst>
          </p:cNvPr>
          <p:cNvSpPr/>
          <p:nvPr/>
        </p:nvSpPr>
        <p:spPr>
          <a:xfrm>
            <a:off x="4814643" y="2786171"/>
            <a:ext cx="2152726" cy="2408299"/>
          </a:xfrm>
          <a:prstGeom prst="roundRect">
            <a:avLst>
              <a:gd name="adj" fmla="val 7734"/>
            </a:avLst>
          </a:prstGeom>
          <a:solidFill>
            <a:schemeClr val="bg1"/>
          </a:solidFill>
          <a:ln w="25400">
            <a:solidFill>
              <a:srgbClr val="002060"/>
            </a:solidFill>
          </a:ln>
          <a:effectLst/>
        </p:spPr>
        <p:txBody>
          <a:bodyPr vert="horz" wrap="square" lIns="91440" tIns="45720" rIns="91440" bIns="45720" numCol="1" anchor="t" anchorCtr="0" compatLnSpc="1">
            <a:prstTxWarp prst="textNoShape">
              <a:avLst/>
            </a:prstTxWarp>
          </a:bodyPr>
          <a:lstStyle/>
          <a:p>
            <a:endParaRPr lang="ko-KR" altLang="en-US" sz="2700"/>
          </a:p>
        </p:txBody>
      </p:sp>
      <p:sp>
        <p:nvSpPr>
          <p:cNvPr id="14" name="TextBox 13">
            <a:extLst>
              <a:ext uri="{FF2B5EF4-FFF2-40B4-BE49-F238E27FC236}">
                <a16:creationId xmlns:a16="http://schemas.microsoft.com/office/drawing/2014/main" id="{E07BBAD1-7EBC-4E45-AE20-2B920F2D7751}"/>
              </a:ext>
            </a:extLst>
          </p:cNvPr>
          <p:cNvSpPr txBox="1"/>
          <p:nvPr/>
        </p:nvSpPr>
        <p:spPr>
          <a:xfrm>
            <a:off x="5128064" y="3143114"/>
            <a:ext cx="648072" cy="523220"/>
          </a:xfrm>
          <a:prstGeom prst="rect">
            <a:avLst/>
          </a:prstGeom>
          <a:noFill/>
        </p:spPr>
        <p:txBody>
          <a:bodyPr wrap="square" rtlCol="0">
            <a:spAutoFit/>
          </a:bodyPr>
          <a:lstStyle/>
          <a:p>
            <a:pPr algn="ctr"/>
            <a:r>
              <a:rPr lang="en-US" altLang="ko-KR" sz="2800" b="1">
                <a:solidFill>
                  <a:schemeClr val="bg1"/>
                </a:solidFill>
                <a:cs typeface="Arial" pitchFamily="34" charset="0"/>
              </a:rPr>
              <a:t>02</a:t>
            </a:r>
            <a:endParaRPr lang="ko-KR" altLang="en-US" sz="2800" b="1">
              <a:solidFill>
                <a:schemeClr val="bg1"/>
              </a:solidFill>
              <a:cs typeface="Arial" pitchFamily="34" charset="0"/>
            </a:endParaRPr>
          </a:p>
        </p:txBody>
      </p:sp>
      <p:sp>
        <p:nvSpPr>
          <p:cNvPr id="20" name="TextBox 19">
            <a:extLst>
              <a:ext uri="{FF2B5EF4-FFF2-40B4-BE49-F238E27FC236}">
                <a16:creationId xmlns:a16="http://schemas.microsoft.com/office/drawing/2014/main" id="{00F56028-DB8B-44D7-9297-8EA3E4FD85D0}"/>
              </a:ext>
            </a:extLst>
          </p:cNvPr>
          <p:cNvSpPr txBox="1"/>
          <p:nvPr/>
        </p:nvSpPr>
        <p:spPr>
          <a:xfrm>
            <a:off x="7788593" y="3143114"/>
            <a:ext cx="648072" cy="523220"/>
          </a:xfrm>
          <a:prstGeom prst="rect">
            <a:avLst/>
          </a:prstGeom>
          <a:noFill/>
        </p:spPr>
        <p:txBody>
          <a:bodyPr wrap="square" rtlCol="0">
            <a:spAutoFit/>
          </a:bodyPr>
          <a:lstStyle/>
          <a:p>
            <a:pPr algn="ctr"/>
            <a:r>
              <a:rPr lang="en-US" altLang="ko-KR" sz="2800" b="1">
                <a:solidFill>
                  <a:schemeClr val="bg1"/>
                </a:solidFill>
                <a:cs typeface="Arial" pitchFamily="34" charset="0"/>
              </a:rPr>
              <a:t>03</a:t>
            </a:r>
            <a:endParaRPr lang="ko-KR" altLang="en-US" sz="2800" b="1">
              <a:solidFill>
                <a:schemeClr val="bg1"/>
              </a:solidFill>
              <a:cs typeface="Arial" pitchFamily="34" charset="0"/>
            </a:endParaRPr>
          </a:p>
        </p:txBody>
      </p:sp>
      <p:sp>
        <p:nvSpPr>
          <p:cNvPr id="21" name="Rounded Rectangle 78">
            <a:extLst>
              <a:ext uri="{FF2B5EF4-FFF2-40B4-BE49-F238E27FC236}">
                <a16:creationId xmlns:a16="http://schemas.microsoft.com/office/drawing/2014/main" id="{676F6070-24AD-4D7E-802B-A6734E33582B}"/>
              </a:ext>
            </a:extLst>
          </p:cNvPr>
          <p:cNvSpPr/>
          <p:nvPr/>
        </p:nvSpPr>
        <p:spPr>
          <a:xfrm>
            <a:off x="7982637" y="2773225"/>
            <a:ext cx="3114556" cy="2408299"/>
          </a:xfrm>
          <a:prstGeom prst="roundRect">
            <a:avLst>
              <a:gd name="adj" fmla="val 7734"/>
            </a:avLst>
          </a:prstGeom>
          <a:solidFill>
            <a:schemeClr val="bg1"/>
          </a:solidFill>
          <a:ln w="25400">
            <a:solidFill>
              <a:srgbClr val="800020"/>
            </a:solidFill>
          </a:ln>
          <a:effectLst/>
        </p:spPr>
        <p:txBody>
          <a:bodyPr vert="horz" wrap="square" lIns="91440" tIns="45720" rIns="91440" bIns="45720" numCol="1" anchor="t" anchorCtr="0" compatLnSpc="1">
            <a:prstTxWarp prst="textNoShape">
              <a:avLst/>
            </a:prstTxWarp>
          </a:bodyPr>
          <a:lstStyle/>
          <a:p>
            <a:endParaRPr lang="ko-KR" altLang="en-US" sz="2700" dirty="0"/>
          </a:p>
        </p:txBody>
      </p:sp>
      <p:sp>
        <p:nvSpPr>
          <p:cNvPr id="26" name="TextBox 25">
            <a:extLst>
              <a:ext uri="{FF2B5EF4-FFF2-40B4-BE49-F238E27FC236}">
                <a16:creationId xmlns:a16="http://schemas.microsoft.com/office/drawing/2014/main" id="{81148520-F1E4-4235-A9FF-C746ABA6A418}"/>
              </a:ext>
            </a:extLst>
          </p:cNvPr>
          <p:cNvSpPr txBox="1"/>
          <p:nvPr/>
        </p:nvSpPr>
        <p:spPr>
          <a:xfrm>
            <a:off x="10449121" y="3143114"/>
            <a:ext cx="648072" cy="523220"/>
          </a:xfrm>
          <a:prstGeom prst="rect">
            <a:avLst/>
          </a:prstGeom>
          <a:noFill/>
        </p:spPr>
        <p:txBody>
          <a:bodyPr wrap="square" rtlCol="0">
            <a:spAutoFit/>
          </a:bodyPr>
          <a:lstStyle/>
          <a:p>
            <a:pPr algn="ctr"/>
            <a:r>
              <a:rPr lang="en-US" altLang="ko-KR" sz="2800" b="1" dirty="0">
                <a:solidFill>
                  <a:schemeClr val="bg1"/>
                </a:solidFill>
                <a:cs typeface="Arial" pitchFamily="34" charset="0"/>
              </a:rPr>
              <a:t>04</a:t>
            </a:r>
            <a:endParaRPr lang="ko-KR" altLang="en-US" sz="2800" b="1" dirty="0">
              <a:solidFill>
                <a:schemeClr val="bg1"/>
              </a:solidFill>
              <a:cs typeface="Arial" pitchFamily="34" charset="0"/>
            </a:endParaRPr>
          </a:p>
        </p:txBody>
      </p:sp>
      <p:sp>
        <p:nvSpPr>
          <p:cNvPr id="31" name="TextBox 30">
            <a:extLst>
              <a:ext uri="{FF2B5EF4-FFF2-40B4-BE49-F238E27FC236}">
                <a16:creationId xmlns:a16="http://schemas.microsoft.com/office/drawing/2014/main" id="{152E4C77-B44C-C41A-4E40-D5BB49A99EBD}"/>
              </a:ext>
            </a:extLst>
          </p:cNvPr>
          <p:cNvSpPr txBox="1"/>
          <p:nvPr/>
        </p:nvSpPr>
        <p:spPr>
          <a:xfrm>
            <a:off x="344953" y="1478122"/>
            <a:ext cx="11847047" cy="523220"/>
          </a:xfrm>
          <a:prstGeom prst="rect">
            <a:avLst/>
          </a:prstGeom>
          <a:noFill/>
        </p:spPr>
        <p:txBody>
          <a:bodyPr wrap="square" rtlCol="0">
            <a:spAutoFit/>
          </a:bodyPr>
          <a:lstStyle/>
          <a:p>
            <a:r>
              <a:rPr lang="vi-VN" sz="1400" dirty="0">
                <a:effectLst/>
                <a:latin typeface="Arial (body)"/>
                <a:ea typeface="Calibri" panose="020F0502020204030204" pitchFamily="34" charset="0"/>
                <a:cs typeface="Calibri" panose="020F0502020204030204" pitchFamily="34" charset="0"/>
              </a:rPr>
              <a:t>Việt Nam là nền kinh tế phi thị trường </a:t>
            </a:r>
            <a:r>
              <a:rPr lang="en-US" sz="1400" dirty="0">
                <a:effectLst/>
                <a:latin typeface="Arial (body)"/>
                <a:ea typeface="Calibri" panose="020F0502020204030204" pitchFamily="34" charset="0"/>
                <a:cs typeface="Calibri" panose="020F0502020204030204" pitchFamily="34" charset="0"/>
              </a:rPr>
              <a:t>=&gt; </a:t>
            </a:r>
            <a:r>
              <a:rPr lang="vi-VN" sz="1400" dirty="0">
                <a:effectLst/>
                <a:latin typeface="Arial (body)"/>
                <a:ea typeface="Calibri" panose="020F0502020204030204" pitchFamily="34" charset="0"/>
                <a:cs typeface="Calibri" panose="020F0502020204030204" pitchFamily="34" charset="0"/>
              </a:rPr>
              <a:t>DOC xác định tất cả giá mua và bán tại thị trường Việt Nam, </a:t>
            </a:r>
            <a:r>
              <a:rPr lang="en-US" sz="1400" dirty="0">
                <a:effectLst/>
                <a:latin typeface="Arial (body)"/>
                <a:ea typeface="Calibri" panose="020F0502020204030204" pitchFamily="34" charset="0"/>
                <a:cs typeface="Calibri" panose="020F0502020204030204" pitchFamily="34" charset="0"/>
              </a:rPr>
              <a:t>bao </a:t>
            </a:r>
            <a:r>
              <a:rPr lang="en-US" sz="1400" dirty="0" err="1">
                <a:effectLst/>
                <a:latin typeface="Arial (body)"/>
                <a:ea typeface="Calibri" panose="020F0502020204030204" pitchFamily="34" charset="0"/>
                <a:cs typeface="Calibri" panose="020F0502020204030204" pitchFamily="34" charset="0"/>
              </a:rPr>
              <a:t>gồm</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giá</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mua</a:t>
            </a:r>
            <a:r>
              <a:rPr lang="en-US" sz="1400" dirty="0">
                <a:effectLst/>
                <a:latin typeface="Arial (body)"/>
                <a:ea typeface="Calibri" panose="020F0502020204030204" pitchFamily="34" charset="0"/>
                <a:cs typeface="Calibri" panose="020F0502020204030204" pitchFamily="34" charset="0"/>
              </a:rPr>
              <a:t> NVL và </a:t>
            </a:r>
            <a:r>
              <a:rPr lang="en-US" sz="1400" dirty="0" err="1">
                <a:effectLst/>
                <a:latin typeface="Arial (body)"/>
                <a:ea typeface="Calibri" panose="020F0502020204030204" pitchFamily="34" charset="0"/>
                <a:cs typeface="Calibri" panose="020F0502020204030204" pitchFamily="34" charset="0"/>
              </a:rPr>
              <a:t>giá</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bán</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thành</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phẩm</a:t>
            </a:r>
            <a:r>
              <a:rPr lang="vi-VN" sz="1400" dirty="0">
                <a:effectLst/>
                <a:latin typeface="Arial (body)"/>
                <a:ea typeface="Calibri" panose="020F0502020204030204" pitchFamily="34" charset="0"/>
                <a:cs typeface="Calibri" panose="020F0502020204030204" pitchFamily="34" charset="0"/>
              </a:rPr>
              <a:t> của doanh nghiệp Việt Nam bị coi là chịu tác động của Chính phủ và không phản ánh đúng giá trị thị trường</a:t>
            </a:r>
            <a:r>
              <a:rPr lang="en-US" sz="1400" dirty="0">
                <a:effectLst/>
                <a:latin typeface="Arial (body)"/>
                <a:ea typeface="Calibri" panose="020F0502020204030204" pitchFamily="34" charset="0"/>
                <a:cs typeface="Calibri" panose="020F0502020204030204" pitchFamily="34" charset="0"/>
              </a:rPr>
              <a:t>.</a:t>
            </a:r>
            <a:endParaRPr lang="ko-KR" altLang="en-US" sz="1400" b="1" dirty="0">
              <a:solidFill>
                <a:schemeClr val="tx1">
                  <a:lumMod val="75000"/>
                  <a:lumOff val="25000"/>
                </a:schemeClr>
              </a:solidFill>
              <a:latin typeface="Arial (body)"/>
              <a:cs typeface="Arial" pitchFamily="34" charset="0"/>
            </a:endParaRPr>
          </a:p>
        </p:txBody>
      </p:sp>
      <p:sp>
        <p:nvSpPr>
          <p:cNvPr id="32" name="Arrow: Pentagon 31">
            <a:extLst>
              <a:ext uri="{FF2B5EF4-FFF2-40B4-BE49-F238E27FC236}">
                <a16:creationId xmlns:a16="http://schemas.microsoft.com/office/drawing/2014/main" id="{D182A461-CE5C-E922-C71B-8083F9F46415}"/>
              </a:ext>
            </a:extLst>
          </p:cNvPr>
          <p:cNvSpPr/>
          <p:nvPr/>
        </p:nvSpPr>
        <p:spPr>
          <a:xfrm>
            <a:off x="2145467" y="3030961"/>
            <a:ext cx="1791364" cy="547407"/>
          </a:xfrm>
          <a:prstGeom prst="homePlat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THÔNG TIN TỪ DTR</a:t>
            </a:r>
          </a:p>
        </p:txBody>
      </p:sp>
      <p:sp>
        <p:nvSpPr>
          <p:cNvPr id="33" name="Arrow: Pentagon 32">
            <a:extLst>
              <a:ext uri="{FF2B5EF4-FFF2-40B4-BE49-F238E27FC236}">
                <a16:creationId xmlns:a16="http://schemas.microsoft.com/office/drawing/2014/main" id="{797E4056-6EF7-3376-A82D-524600B9FAB7}"/>
              </a:ext>
            </a:extLst>
          </p:cNvPr>
          <p:cNvSpPr/>
          <p:nvPr/>
        </p:nvSpPr>
        <p:spPr>
          <a:xfrm>
            <a:off x="4814640" y="3030961"/>
            <a:ext cx="1740529" cy="547407"/>
          </a:xfrm>
          <a:prstGeom prst="homePlat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THÔNG TIN TỪ THỊ TRƯỜNG</a:t>
            </a:r>
          </a:p>
        </p:txBody>
      </p:sp>
      <p:sp>
        <p:nvSpPr>
          <p:cNvPr id="34" name="TextBox 33">
            <a:extLst>
              <a:ext uri="{FF2B5EF4-FFF2-40B4-BE49-F238E27FC236}">
                <a16:creationId xmlns:a16="http://schemas.microsoft.com/office/drawing/2014/main" id="{5A1421C6-61CD-498C-77FE-642651AADA91}"/>
              </a:ext>
            </a:extLst>
          </p:cNvPr>
          <p:cNvSpPr txBox="1"/>
          <p:nvPr/>
        </p:nvSpPr>
        <p:spPr>
          <a:xfrm>
            <a:off x="4863570" y="3702984"/>
            <a:ext cx="1957273" cy="1169551"/>
          </a:xfrm>
          <a:prstGeom prst="rect">
            <a:avLst/>
          </a:prstGeom>
          <a:noFill/>
        </p:spPr>
        <p:txBody>
          <a:bodyPr wrap="square" rtlCol="0">
            <a:spAutoFit/>
          </a:bodyPr>
          <a:lstStyle/>
          <a:p>
            <a:r>
              <a:rPr lang="en-US" sz="1400" dirty="0">
                <a:effectLst/>
                <a:latin typeface="Arial (body)"/>
                <a:ea typeface="Calibri" panose="020F0502020204030204" pitchFamily="34" charset="0"/>
                <a:cs typeface="Calibri" panose="020F0502020204030204" pitchFamily="34" charset="0"/>
              </a:rPr>
              <a:t>Đ</a:t>
            </a:r>
            <a:r>
              <a:rPr lang="vi-VN" sz="1400" dirty="0">
                <a:effectLst/>
                <a:latin typeface="Arial (body)"/>
                <a:ea typeface="Calibri" panose="020F0502020204030204" pitchFamily="34" charset="0"/>
                <a:cs typeface="Calibri" panose="020F0502020204030204" pitchFamily="34" charset="0"/>
              </a:rPr>
              <a:t>ơn giá của yếu tố sản xuất tương ứng tại </a:t>
            </a:r>
            <a:r>
              <a:rPr lang="en-US" sz="1400" dirty="0">
                <a:effectLst/>
                <a:latin typeface="Arial (body)"/>
                <a:ea typeface="Calibri" panose="020F0502020204030204" pitchFamily="34" charset="0"/>
                <a:cs typeface="Calibri" panose="020F0502020204030204" pitchFamily="34" charset="0"/>
              </a:rPr>
              <a:t>01 </a:t>
            </a:r>
            <a:r>
              <a:rPr lang="vi-VN" sz="1400" dirty="0">
                <a:effectLst/>
                <a:latin typeface="Arial (body)"/>
                <a:ea typeface="Calibri" panose="020F0502020204030204" pitchFamily="34" charset="0"/>
                <a:cs typeface="Calibri" panose="020F0502020204030204" pitchFamily="34" charset="0"/>
              </a:rPr>
              <a:t>quốc gia thay thế khác có nền kinh tế thị trường </a:t>
            </a:r>
            <a:endParaRPr lang="en-US" sz="1400" dirty="0">
              <a:effectLst/>
              <a:latin typeface="Arial (body)"/>
              <a:ea typeface="Calibri" panose="020F0502020204030204" pitchFamily="34" charset="0"/>
              <a:cs typeface="Calibri" panose="020F0502020204030204" pitchFamily="34" charset="0"/>
            </a:endParaRPr>
          </a:p>
        </p:txBody>
      </p:sp>
      <p:sp>
        <p:nvSpPr>
          <p:cNvPr id="38" name="TextBox 37">
            <a:extLst>
              <a:ext uri="{FF2B5EF4-FFF2-40B4-BE49-F238E27FC236}">
                <a16:creationId xmlns:a16="http://schemas.microsoft.com/office/drawing/2014/main" id="{B10DC3C0-0C01-B881-0D40-70AE08D62D6F}"/>
              </a:ext>
            </a:extLst>
          </p:cNvPr>
          <p:cNvSpPr txBox="1"/>
          <p:nvPr/>
        </p:nvSpPr>
        <p:spPr>
          <a:xfrm>
            <a:off x="3115607" y="2337657"/>
            <a:ext cx="2864972" cy="307777"/>
          </a:xfrm>
          <a:prstGeom prst="rect">
            <a:avLst/>
          </a:prstGeom>
          <a:noFill/>
        </p:spPr>
        <p:txBody>
          <a:bodyPr wrap="square" rtlCol="0">
            <a:spAutoFit/>
          </a:bodyPr>
          <a:lstStyle/>
          <a:p>
            <a:r>
              <a:rPr lang="en-US" sz="1400" b="1" dirty="0">
                <a:solidFill>
                  <a:srgbClr val="002060"/>
                </a:solidFill>
                <a:effectLst/>
                <a:latin typeface="Arial (body)"/>
                <a:ea typeface="Calibri" panose="020F0502020204030204" pitchFamily="34" charset="0"/>
                <a:cs typeface="Calibri" panose="020F0502020204030204" pitchFamily="34" charset="0"/>
              </a:rPr>
              <a:t>CHI PHÍ SẢN XUẤT CỦA DTR</a:t>
            </a:r>
            <a:endParaRPr lang="ko-KR" altLang="en-US" sz="1400" b="1" dirty="0">
              <a:solidFill>
                <a:srgbClr val="002060"/>
              </a:solidFill>
              <a:latin typeface="Arial (body)"/>
              <a:cs typeface="Arial" pitchFamily="34" charset="0"/>
            </a:endParaRPr>
          </a:p>
        </p:txBody>
      </p:sp>
      <p:sp>
        <p:nvSpPr>
          <p:cNvPr id="39" name="TextBox 38">
            <a:extLst>
              <a:ext uri="{FF2B5EF4-FFF2-40B4-BE49-F238E27FC236}">
                <a16:creationId xmlns:a16="http://schemas.microsoft.com/office/drawing/2014/main" id="{78C06030-DD3E-5627-BFFB-ED56F2AC0939}"/>
              </a:ext>
            </a:extLst>
          </p:cNvPr>
          <p:cNvSpPr txBox="1"/>
          <p:nvPr/>
        </p:nvSpPr>
        <p:spPr>
          <a:xfrm>
            <a:off x="8122908" y="2324710"/>
            <a:ext cx="2864972" cy="307777"/>
          </a:xfrm>
          <a:prstGeom prst="rect">
            <a:avLst/>
          </a:prstGeom>
          <a:noFill/>
        </p:spPr>
        <p:txBody>
          <a:bodyPr wrap="square" rtlCol="0">
            <a:spAutoFit/>
          </a:bodyPr>
          <a:lstStyle/>
          <a:p>
            <a:r>
              <a:rPr lang="en-US" sz="1400" b="1" dirty="0">
                <a:solidFill>
                  <a:srgbClr val="800020"/>
                </a:solidFill>
                <a:effectLst/>
                <a:latin typeface="Arial (body)"/>
                <a:ea typeface="Calibri" panose="020F0502020204030204" pitchFamily="34" charset="0"/>
                <a:cs typeface="Calibri" panose="020F0502020204030204" pitchFamily="34" charset="0"/>
              </a:rPr>
              <a:t>GIÁ XUẤT KHẨU CỦA DTR</a:t>
            </a:r>
            <a:endParaRPr lang="ko-KR" altLang="en-US" sz="1400" b="1" dirty="0">
              <a:solidFill>
                <a:srgbClr val="800020"/>
              </a:solidFill>
              <a:latin typeface="Arial (body)"/>
              <a:cs typeface="Arial" pitchFamily="34" charset="0"/>
            </a:endParaRPr>
          </a:p>
        </p:txBody>
      </p:sp>
      <p:sp>
        <p:nvSpPr>
          <p:cNvPr id="40" name="Arrow: Right 39">
            <a:extLst>
              <a:ext uri="{FF2B5EF4-FFF2-40B4-BE49-F238E27FC236}">
                <a16:creationId xmlns:a16="http://schemas.microsoft.com/office/drawing/2014/main" id="{2C1E1930-738B-4F26-D166-ADED0D8422F8}"/>
              </a:ext>
            </a:extLst>
          </p:cNvPr>
          <p:cNvSpPr/>
          <p:nvPr/>
        </p:nvSpPr>
        <p:spPr>
          <a:xfrm>
            <a:off x="2489591" y="5496187"/>
            <a:ext cx="699166" cy="266146"/>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CC2E67E-7E44-95AE-0710-E9C67DBAABE5}"/>
              </a:ext>
            </a:extLst>
          </p:cNvPr>
          <p:cNvSpPr txBox="1"/>
          <p:nvPr/>
        </p:nvSpPr>
        <p:spPr>
          <a:xfrm>
            <a:off x="3220338" y="5439260"/>
            <a:ext cx="3104365" cy="523220"/>
          </a:xfrm>
          <a:prstGeom prst="rect">
            <a:avLst/>
          </a:prstGeom>
          <a:noFill/>
        </p:spPr>
        <p:txBody>
          <a:bodyPr wrap="square">
            <a:spAutoFit/>
          </a:bodyPr>
          <a:lstStyle/>
          <a:p>
            <a:r>
              <a:rPr lang="en-US" sz="1400" b="1" dirty="0" err="1">
                <a:solidFill>
                  <a:srgbClr val="002060"/>
                </a:solidFill>
                <a:latin typeface="Arial (body)"/>
                <a:ea typeface="Calibri" panose="020F0502020204030204" pitchFamily="34" charset="0"/>
                <a:cs typeface="Calibri" panose="020F0502020204030204" pitchFamily="34" charset="0"/>
              </a:rPr>
              <a:t>Ước</a:t>
            </a:r>
            <a:r>
              <a:rPr lang="vi-VN" sz="1400" b="1" dirty="0">
                <a:solidFill>
                  <a:srgbClr val="002060"/>
                </a:solidFill>
                <a:effectLst/>
                <a:latin typeface="Arial (body)"/>
                <a:ea typeface="Calibri" panose="020F0502020204030204" pitchFamily="34" charset="0"/>
                <a:cs typeface="Calibri" panose="020F0502020204030204" pitchFamily="34" charset="0"/>
              </a:rPr>
              <a:t> tính giá trị thông thường của sản phẩm bị điều tra</a:t>
            </a:r>
            <a:endParaRPr lang="en-US" altLang="ko-KR" sz="1400" b="1" dirty="0">
              <a:solidFill>
                <a:srgbClr val="002060"/>
              </a:solidFill>
              <a:latin typeface="Arial (body)"/>
              <a:cs typeface="Arial" pitchFamily="34" charset="0"/>
            </a:endParaRPr>
          </a:p>
        </p:txBody>
      </p:sp>
      <p:sp>
        <p:nvSpPr>
          <p:cNvPr id="42" name="TextBox 41">
            <a:extLst>
              <a:ext uri="{FF2B5EF4-FFF2-40B4-BE49-F238E27FC236}">
                <a16:creationId xmlns:a16="http://schemas.microsoft.com/office/drawing/2014/main" id="{25079FAD-A560-0F42-4317-E92C83A28510}"/>
              </a:ext>
            </a:extLst>
          </p:cNvPr>
          <p:cNvSpPr txBox="1"/>
          <p:nvPr/>
        </p:nvSpPr>
        <p:spPr>
          <a:xfrm>
            <a:off x="7982637" y="3030961"/>
            <a:ext cx="3114555" cy="1892826"/>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sz="1400" dirty="0">
                <a:latin typeface="Arial (body)"/>
                <a:ea typeface="Calibri" panose="020F0502020204030204" pitchFamily="34" charset="0"/>
                <a:cs typeface="Calibri" panose="020F0502020204030204" pitchFamily="34" charset="0"/>
              </a:rPr>
              <a:t>Đ</a:t>
            </a:r>
            <a:r>
              <a:rPr lang="vi-VN" sz="1400" dirty="0">
                <a:effectLst/>
                <a:latin typeface="Arial (body)"/>
                <a:ea typeface="Calibri" panose="020F0502020204030204" pitchFamily="34" charset="0"/>
                <a:cs typeface="Calibri" panose="020F0502020204030204" pitchFamily="34" charset="0"/>
              </a:rPr>
              <a:t>iều chỉnh </a:t>
            </a:r>
            <a:r>
              <a:rPr lang="en-US" sz="1400" dirty="0" err="1">
                <a:effectLst/>
                <a:latin typeface="Arial (body)"/>
                <a:ea typeface="Calibri" panose="020F0502020204030204" pitchFamily="34" charset="0"/>
                <a:cs typeface="Calibri" panose="020F0502020204030204" pitchFamily="34" charset="0"/>
              </a:rPr>
              <a:t>trừ</a:t>
            </a:r>
            <a:r>
              <a:rPr lang="vi-VN" sz="1400" dirty="0">
                <a:effectLst/>
                <a:latin typeface="Arial (body)"/>
                <a:ea typeface="Calibri" panose="020F0502020204030204" pitchFamily="34" charset="0"/>
                <a:cs typeface="Calibri" panose="020F0502020204030204" pitchFamily="34" charset="0"/>
              </a:rPr>
              <a:t> chi phí </a:t>
            </a:r>
            <a:r>
              <a:rPr lang="en-US" sz="1400" dirty="0" err="1">
                <a:effectLst/>
                <a:latin typeface="Arial (body)"/>
                <a:ea typeface="Calibri" panose="020F0502020204030204" pitchFamily="34" charset="0"/>
                <a:cs typeface="Calibri" panose="020F0502020204030204" pitchFamily="34" charset="0"/>
              </a:rPr>
              <a:t>cho</a:t>
            </a:r>
            <a:r>
              <a:rPr lang="vi-VN" sz="1400" dirty="0">
                <a:effectLst/>
                <a:latin typeface="Arial (body)"/>
                <a:ea typeface="Calibri" panose="020F0502020204030204" pitchFamily="34" charset="0"/>
                <a:cs typeface="Calibri" panose="020F0502020204030204" pitchFamily="34" charset="0"/>
              </a:rPr>
              <a:t> quá trình </a:t>
            </a:r>
            <a:r>
              <a:rPr lang="en-US" sz="1400" dirty="0" err="1">
                <a:latin typeface="Arial (body)"/>
                <a:ea typeface="Calibri" panose="020F0502020204030204" pitchFamily="34" charset="0"/>
                <a:cs typeface="Calibri" panose="020F0502020204030204" pitchFamily="34" charset="0"/>
              </a:rPr>
              <a:t>vận</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chuyển</a:t>
            </a:r>
            <a:r>
              <a:rPr lang="vi-VN" sz="1400" dirty="0">
                <a:effectLst/>
                <a:latin typeface="Arial (body)"/>
                <a:ea typeface="Calibri" panose="020F0502020204030204" pitchFamily="34" charset="0"/>
                <a:cs typeface="Calibri" panose="020F0502020204030204" pitchFamily="34" charset="0"/>
              </a:rPr>
              <a:t> từ kho </a:t>
            </a:r>
            <a:r>
              <a:rPr lang="en-US" sz="1400" dirty="0">
                <a:effectLst/>
                <a:latin typeface="Arial (body)"/>
                <a:ea typeface="Calibri" panose="020F0502020204030204" pitchFamily="34" charset="0"/>
                <a:cs typeface="Calibri" panose="020F0502020204030204" pitchFamily="34" charset="0"/>
              </a:rPr>
              <a:t>DTR</a:t>
            </a:r>
            <a:r>
              <a:rPr lang="vi-VN" sz="1400" dirty="0">
                <a:effectLst/>
                <a:latin typeface="Arial (body)"/>
                <a:ea typeface="Calibri" panose="020F0502020204030204" pitchFamily="34" charset="0"/>
                <a:cs typeface="Calibri" panose="020F0502020204030204" pitchFamily="34" charset="0"/>
              </a:rPr>
              <a:t> tới nhà nhập khẩu tại Mỹ</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để</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đưa</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về</a:t>
            </a:r>
            <a:r>
              <a:rPr lang="en-US" sz="1400" dirty="0">
                <a:effectLst/>
                <a:latin typeface="Arial (body)"/>
                <a:ea typeface="Calibri" panose="020F0502020204030204" pitchFamily="34" charset="0"/>
                <a:cs typeface="Calibri" panose="020F0502020204030204" pitchFamily="34" charset="0"/>
              </a:rPr>
              <a:t> </a:t>
            </a:r>
            <a:r>
              <a:rPr lang="en-US" sz="1400" dirty="0" err="1">
                <a:effectLst/>
                <a:latin typeface="Arial (body)"/>
                <a:ea typeface="Calibri" panose="020F0502020204030204" pitchFamily="34" charset="0"/>
                <a:cs typeface="Calibri" panose="020F0502020204030204" pitchFamily="34" charset="0"/>
              </a:rPr>
              <a:t>giá</a:t>
            </a:r>
            <a:r>
              <a:rPr lang="en-US" sz="1400" dirty="0">
                <a:effectLst/>
                <a:latin typeface="Arial (body)"/>
                <a:ea typeface="Calibri" panose="020F0502020204030204" pitchFamily="34" charset="0"/>
                <a:cs typeface="Calibri" panose="020F0502020204030204" pitchFamily="34" charset="0"/>
              </a:rPr>
              <a:t> EXW.</a:t>
            </a:r>
          </a:p>
          <a:p>
            <a:pPr marL="285750" indent="-285750">
              <a:spcBef>
                <a:spcPts val="600"/>
              </a:spcBef>
              <a:buFont typeface="Wingdings" panose="05000000000000000000" pitchFamily="2" charset="2"/>
              <a:buChar char="Ø"/>
            </a:pPr>
            <a:r>
              <a:rPr lang="en-US" sz="1400" dirty="0">
                <a:latin typeface="Arial (body)"/>
                <a:ea typeface="Calibri" panose="020F0502020204030204" pitchFamily="34" charset="0"/>
                <a:cs typeface="Calibri" panose="020F0502020204030204" pitchFamily="34" charset="0"/>
              </a:rPr>
              <a:t>Chi </a:t>
            </a:r>
            <a:r>
              <a:rPr lang="en-US" sz="1400" dirty="0" err="1">
                <a:latin typeface="Arial (body)"/>
                <a:ea typeface="Calibri" panose="020F0502020204030204" pitchFamily="34" charset="0"/>
                <a:cs typeface="Calibri" panose="020F0502020204030204" pitchFamily="34" charset="0"/>
              </a:rPr>
              <a:t>phí</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vận</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chuyển</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được</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điều</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chỉnh</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phải</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dựa</a:t>
            </a:r>
            <a:r>
              <a:rPr lang="en-US" sz="1400" dirty="0">
                <a:latin typeface="Arial (body)"/>
                <a:ea typeface="Calibri" panose="020F0502020204030204" pitchFamily="34" charset="0"/>
                <a:cs typeface="Calibri" panose="020F0502020204030204" pitchFamily="34" charset="0"/>
              </a:rPr>
              <a:t> </a:t>
            </a:r>
            <a:r>
              <a:rPr lang="en-US" sz="1400" dirty="0" err="1">
                <a:latin typeface="Arial (body)"/>
                <a:ea typeface="Calibri" panose="020F0502020204030204" pitchFamily="34" charset="0"/>
                <a:cs typeface="Calibri" panose="020F0502020204030204" pitchFamily="34" charset="0"/>
              </a:rPr>
              <a:t>trên</a:t>
            </a:r>
            <a:r>
              <a:rPr lang="en-US" sz="1400" dirty="0">
                <a:latin typeface="Arial (body)"/>
                <a:ea typeface="Calibri" panose="020F0502020204030204" pitchFamily="34" charset="0"/>
                <a:cs typeface="Calibri" panose="020F0502020204030204" pitchFamily="34" charset="0"/>
              </a:rPr>
              <a:t> </a:t>
            </a:r>
            <a:r>
              <a:rPr lang="vi-VN" sz="1400" dirty="0">
                <a:effectLst/>
                <a:latin typeface="Arial (body)"/>
                <a:ea typeface="Calibri" panose="020F0502020204030204" pitchFamily="34" charset="0"/>
                <a:cs typeface="Calibri" panose="020F0502020204030204" pitchFamily="34" charset="0"/>
              </a:rPr>
              <a:t>chi phí </a:t>
            </a:r>
            <a:r>
              <a:rPr lang="en-US" sz="1400" dirty="0" err="1">
                <a:effectLst/>
                <a:latin typeface="Arial (body)"/>
                <a:ea typeface="Calibri" panose="020F0502020204030204" pitchFamily="34" charset="0"/>
                <a:cs typeface="Calibri" panose="020F0502020204030204" pitchFamily="34" charset="0"/>
              </a:rPr>
              <a:t>của</a:t>
            </a:r>
            <a:r>
              <a:rPr lang="vi-VN" sz="1400" dirty="0">
                <a:effectLst/>
                <a:latin typeface="Arial (body)"/>
                <a:ea typeface="Calibri" panose="020F0502020204030204" pitchFamily="34" charset="0"/>
                <a:cs typeface="Calibri" panose="020F0502020204030204" pitchFamily="34" charset="0"/>
              </a:rPr>
              <a:t> nhà cung cấp ở quốc gia có nền kinh tế thị trường</a:t>
            </a:r>
            <a:r>
              <a:rPr lang="en-US" sz="1400" dirty="0">
                <a:effectLst/>
                <a:latin typeface="Arial (body)"/>
                <a:ea typeface="Calibri" panose="020F0502020204030204" pitchFamily="34" charset="0"/>
                <a:cs typeface="Calibri" panose="020F0502020204030204" pitchFamily="34" charset="0"/>
              </a:rPr>
              <a:t>.</a:t>
            </a:r>
          </a:p>
        </p:txBody>
      </p:sp>
      <p:sp>
        <p:nvSpPr>
          <p:cNvPr id="43" name="Arrow: Right 42">
            <a:extLst>
              <a:ext uri="{FF2B5EF4-FFF2-40B4-BE49-F238E27FC236}">
                <a16:creationId xmlns:a16="http://schemas.microsoft.com/office/drawing/2014/main" id="{FFA2CC61-1A0D-7B5A-31CF-EB43057AE3EB}"/>
              </a:ext>
            </a:extLst>
          </p:cNvPr>
          <p:cNvSpPr/>
          <p:nvPr/>
        </p:nvSpPr>
        <p:spPr>
          <a:xfrm>
            <a:off x="7858812" y="5553114"/>
            <a:ext cx="699166" cy="266146"/>
          </a:xfrm>
          <a:prstGeom prst="rightArrow">
            <a:avLst/>
          </a:prstGeom>
          <a:solidFill>
            <a:srgbClr val="800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C0346B-39BC-FC39-E496-F7F16E96DFAE}"/>
              </a:ext>
            </a:extLst>
          </p:cNvPr>
          <p:cNvSpPr txBox="1"/>
          <p:nvPr/>
        </p:nvSpPr>
        <p:spPr>
          <a:xfrm>
            <a:off x="8589560" y="5496187"/>
            <a:ext cx="2574072" cy="523220"/>
          </a:xfrm>
          <a:prstGeom prst="rect">
            <a:avLst/>
          </a:prstGeom>
          <a:noFill/>
        </p:spPr>
        <p:txBody>
          <a:bodyPr wrap="square">
            <a:spAutoFit/>
          </a:bodyPr>
          <a:lstStyle/>
          <a:p>
            <a:r>
              <a:rPr lang="en-US" sz="1400" b="1" dirty="0">
                <a:solidFill>
                  <a:srgbClr val="800020"/>
                </a:solidFill>
                <a:latin typeface="Arial (body)"/>
                <a:ea typeface="Calibri" panose="020F0502020204030204" pitchFamily="34" charset="0"/>
                <a:cs typeface="Calibri" panose="020F0502020204030204" pitchFamily="34" charset="0"/>
              </a:rPr>
              <a:t>G</a:t>
            </a:r>
            <a:r>
              <a:rPr lang="vi-VN" sz="1400" b="1" dirty="0">
                <a:solidFill>
                  <a:srgbClr val="800020"/>
                </a:solidFill>
                <a:effectLst/>
                <a:latin typeface="Arial (body)"/>
                <a:ea typeface="Calibri" panose="020F0502020204030204" pitchFamily="34" charset="0"/>
                <a:cs typeface="Calibri" panose="020F0502020204030204" pitchFamily="34" charset="0"/>
              </a:rPr>
              <a:t>iá </a:t>
            </a:r>
            <a:r>
              <a:rPr lang="en-US" sz="1400" b="1" dirty="0" err="1">
                <a:solidFill>
                  <a:srgbClr val="800020"/>
                </a:solidFill>
                <a:effectLst/>
                <a:latin typeface="Arial (body)"/>
                <a:ea typeface="Calibri" panose="020F0502020204030204" pitchFamily="34" charset="0"/>
                <a:cs typeface="Calibri" panose="020F0502020204030204" pitchFamily="34" charset="0"/>
              </a:rPr>
              <a:t>xuất</a:t>
            </a:r>
            <a:r>
              <a:rPr lang="en-US" sz="1400" b="1" dirty="0">
                <a:solidFill>
                  <a:srgbClr val="800020"/>
                </a:solidFill>
                <a:effectLst/>
                <a:latin typeface="Arial (body)"/>
                <a:ea typeface="Calibri" panose="020F0502020204030204" pitchFamily="34" charset="0"/>
                <a:cs typeface="Calibri" panose="020F0502020204030204" pitchFamily="34" charset="0"/>
              </a:rPr>
              <a:t> </a:t>
            </a:r>
            <a:r>
              <a:rPr lang="en-US" sz="1400" b="1" dirty="0" err="1">
                <a:solidFill>
                  <a:srgbClr val="800020"/>
                </a:solidFill>
                <a:effectLst/>
                <a:latin typeface="Arial (body)"/>
                <a:ea typeface="Calibri" panose="020F0502020204030204" pitchFamily="34" charset="0"/>
                <a:cs typeface="Calibri" panose="020F0502020204030204" pitchFamily="34" charset="0"/>
              </a:rPr>
              <a:t>khẩu</a:t>
            </a:r>
            <a:r>
              <a:rPr lang="vi-VN" sz="1400" b="1" dirty="0">
                <a:solidFill>
                  <a:srgbClr val="800020"/>
                </a:solidFill>
                <a:effectLst/>
                <a:latin typeface="Arial (body)"/>
                <a:ea typeface="Calibri" panose="020F0502020204030204" pitchFamily="34" charset="0"/>
                <a:cs typeface="Calibri" panose="020F0502020204030204" pitchFamily="34" charset="0"/>
              </a:rPr>
              <a:t> </a:t>
            </a:r>
            <a:r>
              <a:rPr lang="en-US" sz="1400" b="1" dirty="0" err="1">
                <a:solidFill>
                  <a:srgbClr val="800020"/>
                </a:solidFill>
                <a:latin typeface="Arial (body)"/>
                <a:ea typeface="Calibri" panose="020F0502020204030204" pitchFamily="34" charset="0"/>
                <a:cs typeface="Calibri" panose="020F0502020204030204" pitchFamily="34" charset="0"/>
              </a:rPr>
              <a:t>để</a:t>
            </a:r>
            <a:r>
              <a:rPr lang="en-US" sz="1400" b="1" dirty="0">
                <a:solidFill>
                  <a:srgbClr val="800020"/>
                </a:solidFill>
                <a:latin typeface="Arial (body)"/>
                <a:ea typeface="Calibri" panose="020F0502020204030204" pitchFamily="34" charset="0"/>
                <a:cs typeface="Calibri" panose="020F0502020204030204" pitchFamily="34" charset="0"/>
              </a:rPr>
              <a:t> </a:t>
            </a:r>
            <a:r>
              <a:rPr lang="en-US" sz="1400" b="1" dirty="0" err="1">
                <a:solidFill>
                  <a:srgbClr val="800020"/>
                </a:solidFill>
                <a:effectLst/>
                <a:latin typeface="Arial (body)"/>
                <a:ea typeface="Calibri" panose="020F0502020204030204" pitchFamily="34" charset="0"/>
                <a:cs typeface="Calibri" panose="020F0502020204030204" pitchFamily="34" charset="0"/>
              </a:rPr>
              <a:t>tính</a:t>
            </a:r>
            <a:r>
              <a:rPr lang="en-US" sz="1400" b="1" dirty="0">
                <a:solidFill>
                  <a:srgbClr val="800020"/>
                </a:solidFill>
                <a:effectLst/>
                <a:latin typeface="Arial (body)"/>
                <a:ea typeface="Calibri" panose="020F0502020204030204" pitchFamily="34" charset="0"/>
                <a:cs typeface="Calibri" panose="020F0502020204030204" pitchFamily="34" charset="0"/>
              </a:rPr>
              <a:t> </a:t>
            </a:r>
            <a:r>
              <a:rPr lang="en-US" sz="1400" b="1" dirty="0" err="1">
                <a:solidFill>
                  <a:srgbClr val="800020"/>
                </a:solidFill>
                <a:effectLst/>
                <a:latin typeface="Arial (body)"/>
                <a:ea typeface="Calibri" panose="020F0502020204030204" pitchFamily="34" charset="0"/>
                <a:cs typeface="Calibri" panose="020F0502020204030204" pitchFamily="34" charset="0"/>
              </a:rPr>
              <a:t>biên</a:t>
            </a:r>
            <a:r>
              <a:rPr lang="en-US" sz="1400" b="1" dirty="0">
                <a:solidFill>
                  <a:srgbClr val="800020"/>
                </a:solidFill>
                <a:effectLst/>
                <a:latin typeface="Arial (body)"/>
                <a:ea typeface="Calibri" panose="020F0502020204030204" pitchFamily="34" charset="0"/>
                <a:cs typeface="Calibri" panose="020F0502020204030204" pitchFamily="34" charset="0"/>
              </a:rPr>
              <a:t> </a:t>
            </a:r>
            <a:r>
              <a:rPr lang="en-US" sz="1400" b="1" dirty="0" err="1">
                <a:solidFill>
                  <a:srgbClr val="800020"/>
                </a:solidFill>
                <a:effectLst/>
                <a:latin typeface="Arial (body)"/>
                <a:ea typeface="Calibri" panose="020F0502020204030204" pitchFamily="34" charset="0"/>
                <a:cs typeface="Calibri" panose="020F0502020204030204" pitchFamily="34" charset="0"/>
              </a:rPr>
              <a:t>độ</a:t>
            </a:r>
            <a:r>
              <a:rPr lang="en-US" sz="1400" b="1" dirty="0">
                <a:solidFill>
                  <a:srgbClr val="800020"/>
                </a:solidFill>
                <a:effectLst/>
                <a:latin typeface="Arial (body)"/>
                <a:ea typeface="Calibri" panose="020F0502020204030204" pitchFamily="34" charset="0"/>
                <a:cs typeface="Calibri" panose="020F0502020204030204" pitchFamily="34" charset="0"/>
              </a:rPr>
              <a:t> </a:t>
            </a:r>
            <a:r>
              <a:rPr lang="en-US" sz="1400" b="1" dirty="0" err="1">
                <a:solidFill>
                  <a:srgbClr val="800020"/>
                </a:solidFill>
                <a:effectLst/>
                <a:latin typeface="Arial (body)"/>
                <a:ea typeface="Calibri" panose="020F0502020204030204" pitchFamily="34" charset="0"/>
                <a:cs typeface="Calibri" panose="020F0502020204030204" pitchFamily="34" charset="0"/>
              </a:rPr>
              <a:t>cho</a:t>
            </a:r>
            <a:r>
              <a:rPr lang="vi-VN" sz="1400" b="1" dirty="0">
                <a:solidFill>
                  <a:srgbClr val="800020"/>
                </a:solidFill>
                <a:effectLst/>
                <a:latin typeface="Arial (body)"/>
                <a:ea typeface="Calibri" panose="020F0502020204030204" pitchFamily="34" charset="0"/>
                <a:cs typeface="Calibri" panose="020F0502020204030204" pitchFamily="34" charset="0"/>
              </a:rPr>
              <a:t> sản phẩm bị điều tra</a:t>
            </a:r>
            <a:endParaRPr lang="en-US" altLang="ko-KR" sz="1400" b="1" dirty="0">
              <a:solidFill>
                <a:srgbClr val="800020"/>
              </a:solidFill>
              <a:latin typeface="Arial (body)"/>
              <a:cs typeface="Arial" pitchFamily="34" charset="0"/>
            </a:endParaRPr>
          </a:p>
        </p:txBody>
      </p:sp>
    </p:spTree>
    <p:extLst>
      <p:ext uri="{BB962C8B-B14F-4D97-AF65-F5344CB8AC3E}">
        <p14:creationId xmlns:p14="http://schemas.microsoft.com/office/powerpoint/2010/main" val="3833042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B5779-3D66-1F0A-2A84-01D8AB78A1E7}"/>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2C6D9AA8-139A-8F16-C66F-D26935E7902A}"/>
              </a:ext>
            </a:extLst>
          </p:cNvPr>
          <p:cNvSpPr txBox="1"/>
          <p:nvPr/>
        </p:nvSpPr>
        <p:spPr>
          <a:xfrm>
            <a:off x="480602" y="1678937"/>
            <a:ext cx="6400193" cy="892552"/>
          </a:xfrm>
          <a:prstGeom prst="rect">
            <a:avLst/>
          </a:prstGeom>
          <a:noFill/>
        </p:spPr>
        <p:txBody>
          <a:bodyPr wrap="square" rtlCol="0">
            <a:spAutoFit/>
          </a:bodyPr>
          <a:lstStyle/>
          <a:p>
            <a:r>
              <a:rPr lang="vi-VN" sz="2600" b="1" dirty="0">
                <a:solidFill>
                  <a:srgbClr val="002060"/>
                </a:solidFill>
                <a:effectLst/>
                <a:ea typeface="Calibri" panose="020F0502020204030204" pitchFamily="34" charset="0"/>
                <a:cs typeface="Calibri" panose="020F0502020204030204" pitchFamily="34" charset="0"/>
              </a:rPr>
              <a:t>rPET </a:t>
            </a:r>
            <a:endParaRPr lang="en-US" sz="2600" b="1" dirty="0">
              <a:solidFill>
                <a:srgbClr val="002060"/>
              </a:solidFill>
              <a:effectLst/>
              <a:ea typeface="Calibri" panose="020F0502020204030204" pitchFamily="34" charset="0"/>
              <a:cs typeface="Calibri" panose="020F0502020204030204" pitchFamily="34" charset="0"/>
            </a:endParaRPr>
          </a:p>
          <a:p>
            <a:r>
              <a:rPr lang="vi-VN" sz="2600" b="1" dirty="0">
                <a:solidFill>
                  <a:srgbClr val="002060"/>
                </a:solidFill>
                <a:effectLst/>
                <a:ea typeface="Calibri" panose="020F0502020204030204" pitchFamily="34" charset="0"/>
                <a:cs typeface="Calibri" panose="020F0502020204030204" pitchFamily="34" charset="0"/>
              </a:rPr>
              <a:t>(Recycled Polyethylene Terephthalate) </a:t>
            </a:r>
            <a:endParaRPr lang="ko-KR" altLang="en-US" sz="2600" b="1" dirty="0">
              <a:solidFill>
                <a:srgbClr val="002060"/>
              </a:solidFill>
            </a:endParaRPr>
          </a:p>
        </p:txBody>
      </p:sp>
      <p:sp>
        <p:nvSpPr>
          <p:cNvPr id="36" name="TextBox 35">
            <a:extLst>
              <a:ext uri="{FF2B5EF4-FFF2-40B4-BE49-F238E27FC236}">
                <a16:creationId xmlns:a16="http://schemas.microsoft.com/office/drawing/2014/main" id="{FC8B29AA-7D2B-7DF2-F7BE-D4F12B93027C}"/>
              </a:ext>
            </a:extLst>
          </p:cNvPr>
          <p:cNvSpPr txBox="1"/>
          <p:nvPr/>
        </p:nvSpPr>
        <p:spPr>
          <a:xfrm>
            <a:off x="545387" y="2767549"/>
            <a:ext cx="4354101" cy="323165"/>
          </a:xfrm>
          <a:prstGeom prst="rect">
            <a:avLst/>
          </a:prstGeom>
          <a:noFill/>
        </p:spPr>
        <p:txBody>
          <a:bodyPr wrap="square" rtlCol="0">
            <a:spAutoFit/>
          </a:bodyPr>
          <a:lstStyle/>
          <a:p>
            <a:r>
              <a:rPr lang="en-US" altLang="ko-KR" sz="1500" b="1" dirty="0" err="1">
                <a:cs typeface="Arial" pitchFamily="34" charset="0"/>
              </a:rPr>
              <a:t>Yếu</a:t>
            </a:r>
            <a:r>
              <a:rPr lang="en-US" altLang="ko-KR" sz="1500" b="1" dirty="0">
                <a:cs typeface="Arial" pitchFamily="34" charset="0"/>
              </a:rPr>
              <a:t> </a:t>
            </a:r>
            <a:r>
              <a:rPr lang="en-US" altLang="ko-KR" sz="1500" b="1" dirty="0" err="1">
                <a:cs typeface="Arial" pitchFamily="34" charset="0"/>
              </a:rPr>
              <a:t>tố</a:t>
            </a:r>
            <a:r>
              <a:rPr lang="en-US" altLang="ko-KR" sz="1500" b="1" dirty="0">
                <a:cs typeface="Arial" pitchFamily="34" charset="0"/>
              </a:rPr>
              <a:t> </a:t>
            </a:r>
            <a:r>
              <a:rPr lang="en-US" altLang="ko-KR" sz="1500" b="1" dirty="0" err="1">
                <a:cs typeface="Arial" pitchFamily="34" charset="0"/>
              </a:rPr>
              <a:t>sản</a:t>
            </a:r>
            <a:r>
              <a:rPr lang="en-US" altLang="ko-KR" sz="1500" b="1" dirty="0">
                <a:cs typeface="Arial" pitchFamily="34" charset="0"/>
              </a:rPr>
              <a:t> </a:t>
            </a:r>
            <a:r>
              <a:rPr lang="en-US" altLang="ko-KR" sz="1500" b="1" dirty="0" err="1">
                <a:cs typeface="Arial" pitchFamily="34" charset="0"/>
              </a:rPr>
              <a:t>xuất</a:t>
            </a:r>
            <a:r>
              <a:rPr lang="en-US" altLang="ko-KR" sz="1500" b="1" dirty="0">
                <a:cs typeface="Arial" pitchFamily="34" charset="0"/>
              </a:rPr>
              <a:t> (</a:t>
            </a:r>
            <a:r>
              <a:rPr lang="vi-VN" sz="1500" b="1" dirty="0">
                <a:effectLst/>
                <a:ea typeface="Calibri" panose="020F0502020204030204" pitchFamily="34" charset="0"/>
                <a:cs typeface="Calibri" panose="020F0502020204030204" pitchFamily="34" charset="0"/>
              </a:rPr>
              <a:t>Factors of Production – FOP</a:t>
            </a:r>
            <a:r>
              <a:rPr lang="en-US" sz="1500" b="1" dirty="0">
                <a:effectLst/>
                <a:ea typeface="Calibri" panose="020F0502020204030204" pitchFamily="34" charset="0"/>
                <a:cs typeface="Calibri" panose="020F0502020204030204" pitchFamily="34" charset="0"/>
              </a:rPr>
              <a:t>)</a:t>
            </a:r>
            <a:endParaRPr lang="ko-KR" altLang="en-US" sz="1500" b="1" dirty="0">
              <a:cs typeface="Arial" pitchFamily="34" charset="0"/>
            </a:endParaRPr>
          </a:p>
        </p:txBody>
      </p:sp>
      <p:sp>
        <p:nvSpPr>
          <p:cNvPr id="38" name="Text Placeholder 1">
            <a:extLst>
              <a:ext uri="{FF2B5EF4-FFF2-40B4-BE49-F238E27FC236}">
                <a16:creationId xmlns:a16="http://schemas.microsoft.com/office/drawing/2014/main" id="{E4D24505-43F4-2B13-D481-D2607A33212F}"/>
              </a:ext>
            </a:extLst>
          </p:cNvPr>
          <p:cNvSpPr txBox="1">
            <a:spLocks/>
          </p:cNvSpPr>
          <p:nvPr/>
        </p:nvSpPr>
        <p:spPr>
          <a:xfrm>
            <a:off x="595108" y="697836"/>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400" b="1" dirty="0">
                <a:solidFill>
                  <a:schemeClr val="bg1"/>
                </a:solidFill>
              </a:rPr>
              <a:t>3. YẾU TỐ SẢN XUẤT (FOP) CỦA SẢN PHẨM </a:t>
            </a:r>
            <a:r>
              <a:rPr lang="en-US" sz="3400" b="1" dirty="0" err="1">
                <a:solidFill>
                  <a:schemeClr val="bg1"/>
                </a:solidFill>
              </a:rPr>
              <a:t>rPET</a:t>
            </a:r>
            <a:endParaRPr lang="en-US" sz="3400" b="1" dirty="0">
              <a:solidFill>
                <a:schemeClr val="bg1"/>
              </a:solidFill>
            </a:endParaRPr>
          </a:p>
        </p:txBody>
      </p:sp>
      <p:sp>
        <p:nvSpPr>
          <p:cNvPr id="2" name="TextBox 1">
            <a:extLst>
              <a:ext uri="{FF2B5EF4-FFF2-40B4-BE49-F238E27FC236}">
                <a16:creationId xmlns:a16="http://schemas.microsoft.com/office/drawing/2014/main" id="{AD982929-C2B7-FE27-A789-8CFF9446D9E1}"/>
              </a:ext>
            </a:extLst>
          </p:cNvPr>
          <p:cNvSpPr txBox="1"/>
          <p:nvPr/>
        </p:nvSpPr>
        <p:spPr>
          <a:xfrm>
            <a:off x="652409" y="3131284"/>
            <a:ext cx="5216512" cy="630942"/>
          </a:xfrm>
          <a:prstGeom prst="rect">
            <a:avLst/>
          </a:prstGeom>
          <a:noFill/>
        </p:spPr>
        <p:txBody>
          <a:bodyPr wrap="square" rtlCol="0">
            <a:spAutoFit/>
          </a:bodyPr>
          <a:lstStyle/>
          <a:p>
            <a:pPr marL="285750" indent="-285750">
              <a:spcBef>
                <a:spcPts val="600"/>
              </a:spcBef>
              <a:buFont typeface="Wingdings" panose="05000000000000000000" pitchFamily="2" charset="2"/>
              <a:buChar char="Ø"/>
            </a:pPr>
            <a:r>
              <a:rPr lang="en-US" altLang="ko-KR" sz="1500" dirty="0" err="1">
                <a:cs typeface="Arial" pitchFamily="34" charset="0"/>
              </a:rPr>
              <a:t>Nguyên</a:t>
            </a:r>
            <a:r>
              <a:rPr lang="en-US" altLang="ko-KR" sz="1500" dirty="0">
                <a:cs typeface="Arial" pitchFamily="34" charset="0"/>
              </a:rPr>
              <a:t> </a:t>
            </a:r>
            <a:r>
              <a:rPr lang="en-US" altLang="ko-KR" sz="1500" dirty="0" err="1">
                <a:cs typeface="Arial" pitchFamily="34" charset="0"/>
              </a:rPr>
              <a:t>vật</a:t>
            </a:r>
            <a:r>
              <a:rPr lang="en-US" altLang="ko-KR" sz="1500" dirty="0">
                <a:cs typeface="Arial" pitchFamily="34" charset="0"/>
              </a:rPr>
              <a:t> </a:t>
            </a:r>
            <a:r>
              <a:rPr lang="en-US" altLang="ko-KR" sz="1500" dirty="0" err="1">
                <a:cs typeface="Arial" pitchFamily="34" charset="0"/>
              </a:rPr>
              <a:t>liệu</a:t>
            </a:r>
            <a:r>
              <a:rPr lang="en-US" altLang="ko-KR" sz="1500" dirty="0">
                <a:cs typeface="Arial" pitchFamily="34" charset="0"/>
              </a:rPr>
              <a:t> </a:t>
            </a:r>
            <a:r>
              <a:rPr lang="en-US" altLang="ko-KR" sz="1500" dirty="0" err="1">
                <a:cs typeface="Arial" pitchFamily="34" charset="0"/>
              </a:rPr>
              <a:t>trực</a:t>
            </a:r>
            <a:r>
              <a:rPr lang="en-US" altLang="ko-KR" sz="1500" dirty="0">
                <a:cs typeface="Arial" pitchFamily="34" charset="0"/>
              </a:rPr>
              <a:t> </a:t>
            </a:r>
            <a:r>
              <a:rPr lang="en-US" altLang="ko-KR" sz="1500" dirty="0" err="1">
                <a:cs typeface="Arial" pitchFamily="34" charset="0"/>
              </a:rPr>
              <a:t>tiếp</a:t>
            </a:r>
            <a:r>
              <a:rPr lang="en-US" altLang="ko-KR" sz="1500" dirty="0">
                <a:cs typeface="Arial" pitchFamily="34" charset="0"/>
              </a:rPr>
              <a:t> (chai </a:t>
            </a:r>
            <a:r>
              <a:rPr lang="en-US" altLang="ko-KR" sz="1500" dirty="0" err="1">
                <a:cs typeface="Arial" pitchFamily="34" charset="0"/>
              </a:rPr>
              <a:t>nhựa</a:t>
            </a:r>
            <a:r>
              <a:rPr lang="en-US" altLang="ko-KR" sz="1500" dirty="0">
                <a:cs typeface="Arial" pitchFamily="34" charset="0"/>
              </a:rPr>
              <a:t>, </a:t>
            </a:r>
            <a:r>
              <a:rPr lang="en-US" altLang="ko-KR" sz="1500" dirty="0" err="1">
                <a:cs typeface="Arial" pitchFamily="34" charset="0"/>
              </a:rPr>
              <a:t>vảy</a:t>
            </a:r>
            <a:r>
              <a:rPr lang="en-US" altLang="ko-KR" sz="1500" dirty="0">
                <a:cs typeface="Arial" pitchFamily="34" charset="0"/>
              </a:rPr>
              <a:t> </a:t>
            </a:r>
            <a:r>
              <a:rPr lang="en-US" altLang="ko-KR" sz="1500" dirty="0" err="1">
                <a:cs typeface="Arial" pitchFamily="34" charset="0"/>
              </a:rPr>
              <a:t>nhựa</a:t>
            </a:r>
            <a:r>
              <a:rPr lang="en-US" altLang="ko-KR" sz="1500" dirty="0">
                <a:cs typeface="Arial" pitchFamily="34" charset="0"/>
              </a:rPr>
              <a:t>..)</a:t>
            </a:r>
          </a:p>
          <a:p>
            <a:pPr marL="285750" indent="-285750">
              <a:spcBef>
                <a:spcPts val="600"/>
              </a:spcBef>
              <a:buFont typeface="Wingdings" panose="05000000000000000000" pitchFamily="2" charset="2"/>
              <a:buChar char="Ø"/>
            </a:pPr>
            <a:r>
              <a:rPr lang="en-US" altLang="ko-KR" sz="1500" dirty="0" err="1">
                <a:cs typeface="Arial" pitchFamily="34" charset="0"/>
              </a:rPr>
              <a:t>Phụ</a:t>
            </a:r>
            <a:r>
              <a:rPr lang="en-US" altLang="ko-KR" sz="1500" dirty="0">
                <a:cs typeface="Arial" pitchFamily="34" charset="0"/>
              </a:rPr>
              <a:t> </a:t>
            </a:r>
            <a:r>
              <a:rPr lang="en-US" altLang="ko-KR" sz="1500" dirty="0" err="1">
                <a:cs typeface="Arial" pitchFamily="34" charset="0"/>
              </a:rPr>
              <a:t>gia</a:t>
            </a:r>
            <a:r>
              <a:rPr lang="en-US" altLang="ko-KR" sz="1500" dirty="0">
                <a:cs typeface="Arial" pitchFamily="34" charset="0"/>
              </a:rPr>
              <a:t>, bao </a:t>
            </a:r>
            <a:r>
              <a:rPr lang="en-US" altLang="ko-KR" sz="1500" dirty="0" err="1">
                <a:cs typeface="Arial" pitchFamily="34" charset="0"/>
              </a:rPr>
              <a:t>bì</a:t>
            </a:r>
            <a:r>
              <a:rPr lang="en-US" altLang="ko-KR" sz="1500" dirty="0">
                <a:cs typeface="Arial" pitchFamily="34" charset="0"/>
              </a:rPr>
              <a:t>, </a:t>
            </a:r>
            <a:r>
              <a:rPr lang="en-US" altLang="ko-KR" sz="1500" dirty="0" err="1">
                <a:cs typeface="Arial" pitchFamily="34" charset="0"/>
              </a:rPr>
              <a:t>điện</a:t>
            </a:r>
            <a:r>
              <a:rPr lang="en-US" altLang="ko-KR" sz="1500" dirty="0">
                <a:cs typeface="Arial" pitchFamily="34" charset="0"/>
              </a:rPr>
              <a:t> </a:t>
            </a:r>
            <a:r>
              <a:rPr lang="en-US" altLang="ko-KR" sz="1500" dirty="0" err="1">
                <a:cs typeface="Arial" pitchFamily="34" charset="0"/>
              </a:rPr>
              <a:t>nước</a:t>
            </a:r>
            <a:r>
              <a:rPr lang="en-US" altLang="ko-KR" sz="1500" dirty="0">
                <a:cs typeface="Arial" pitchFamily="34" charset="0"/>
              </a:rPr>
              <a:t>, </a:t>
            </a:r>
            <a:r>
              <a:rPr lang="en-US" altLang="ko-KR" sz="1500" dirty="0" err="1">
                <a:cs typeface="Arial" pitchFamily="34" charset="0"/>
              </a:rPr>
              <a:t>nhân</a:t>
            </a:r>
            <a:r>
              <a:rPr lang="en-US" altLang="ko-KR" sz="1500" dirty="0">
                <a:cs typeface="Arial" pitchFamily="34" charset="0"/>
              </a:rPr>
              <a:t> </a:t>
            </a:r>
            <a:r>
              <a:rPr lang="en-US" altLang="ko-KR" sz="1500" dirty="0" err="1">
                <a:cs typeface="Arial" pitchFamily="34" charset="0"/>
              </a:rPr>
              <a:t>công</a:t>
            </a:r>
            <a:r>
              <a:rPr lang="en-US" altLang="ko-KR" sz="1500" dirty="0">
                <a:cs typeface="Arial" pitchFamily="34" charset="0"/>
              </a:rPr>
              <a:t>…</a:t>
            </a:r>
            <a:endParaRPr lang="ko-KR" altLang="en-US" sz="1500" dirty="0">
              <a:cs typeface="Arial" pitchFamily="34" charset="0"/>
            </a:endParaRPr>
          </a:p>
        </p:txBody>
      </p:sp>
      <p:sp>
        <p:nvSpPr>
          <p:cNvPr id="40" name="TextBox 39">
            <a:extLst>
              <a:ext uri="{FF2B5EF4-FFF2-40B4-BE49-F238E27FC236}">
                <a16:creationId xmlns:a16="http://schemas.microsoft.com/office/drawing/2014/main" id="{7216EEB0-BBA0-E679-2DC6-E4DD3A3160A0}"/>
              </a:ext>
            </a:extLst>
          </p:cNvPr>
          <p:cNvSpPr txBox="1"/>
          <p:nvPr/>
        </p:nvSpPr>
        <p:spPr>
          <a:xfrm>
            <a:off x="1227104" y="4126086"/>
            <a:ext cx="5019269" cy="584775"/>
          </a:xfrm>
          <a:prstGeom prst="rect">
            <a:avLst/>
          </a:prstGeom>
          <a:noFill/>
        </p:spPr>
        <p:txBody>
          <a:bodyPr wrap="square">
            <a:spAutoFit/>
          </a:bodyPr>
          <a:lstStyle/>
          <a:p>
            <a:r>
              <a:rPr lang="en-US" sz="1600" b="1" dirty="0">
                <a:ea typeface="Calibri" panose="020F0502020204030204" pitchFamily="34" charset="0"/>
                <a:cs typeface="Calibri" panose="020F0502020204030204" pitchFamily="34" charset="0"/>
              </a:rPr>
              <a:t>T</a:t>
            </a:r>
            <a:r>
              <a:rPr lang="vi-VN" sz="1600" b="1" dirty="0">
                <a:effectLst/>
                <a:ea typeface="Calibri" panose="020F0502020204030204" pitchFamily="34" charset="0"/>
                <a:cs typeface="Calibri" panose="020F0502020204030204" pitchFamily="34" charset="0"/>
              </a:rPr>
              <a:t>ính toán tỉ lệ tiêu thụ </a:t>
            </a:r>
            <a:r>
              <a:rPr lang="vi-VN" sz="1600" b="1" u="sng" dirty="0">
                <a:solidFill>
                  <a:srgbClr val="002060"/>
                </a:solidFill>
                <a:effectLst/>
                <a:ea typeface="Calibri" panose="020F0502020204030204" pitchFamily="34" charset="0"/>
                <a:cs typeface="Calibri" panose="020F0502020204030204" pitchFamily="34" charset="0"/>
              </a:rPr>
              <a:t>trên một đơn vị sản phẩm </a:t>
            </a:r>
            <a:r>
              <a:rPr lang="vi-VN" sz="1600" b="1" dirty="0">
                <a:effectLst/>
                <a:ea typeface="Calibri" panose="020F0502020204030204" pitchFamily="34" charset="0"/>
                <a:cs typeface="Calibri" panose="020F0502020204030204" pitchFamily="34" charset="0"/>
              </a:rPr>
              <a:t>đối với từng yếu tố sản xuất kể trên</a:t>
            </a:r>
            <a:endParaRPr lang="en-US" sz="1600" b="1" dirty="0"/>
          </a:p>
        </p:txBody>
      </p:sp>
      <p:sp>
        <p:nvSpPr>
          <p:cNvPr id="41" name="Arrow: Right 40">
            <a:extLst>
              <a:ext uri="{FF2B5EF4-FFF2-40B4-BE49-F238E27FC236}">
                <a16:creationId xmlns:a16="http://schemas.microsoft.com/office/drawing/2014/main" id="{663E636A-7C7A-A848-1FD0-08D2E7373621}"/>
              </a:ext>
            </a:extLst>
          </p:cNvPr>
          <p:cNvSpPr/>
          <p:nvPr/>
        </p:nvSpPr>
        <p:spPr>
          <a:xfrm>
            <a:off x="357420" y="4245221"/>
            <a:ext cx="771140" cy="323165"/>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78DB9780-B6D4-3AAE-1508-020DF1E1E582}"/>
              </a:ext>
            </a:extLst>
          </p:cNvPr>
          <p:cNvGraphicFramePr>
            <a:graphicFrameLocks noGrp="1"/>
          </p:cNvGraphicFramePr>
          <p:nvPr/>
        </p:nvGraphicFramePr>
        <p:xfrm>
          <a:off x="6817249" y="1429506"/>
          <a:ext cx="5017331" cy="5428494"/>
        </p:xfrm>
        <a:graphic>
          <a:graphicData uri="http://schemas.openxmlformats.org/drawingml/2006/table">
            <a:tbl>
              <a:tblPr firstRow="1" firstCol="1" bandRow="1">
                <a:tableStyleId>{5202B0CA-FC54-4496-8BCA-5EF66A818D29}</a:tableStyleId>
              </a:tblPr>
              <a:tblGrid>
                <a:gridCol w="2613725">
                  <a:extLst>
                    <a:ext uri="{9D8B030D-6E8A-4147-A177-3AD203B41FA5}">
                      <a16:colId xmlns:a16="http://schemas.microsoft.com/office/drawing/2014/main" val="3561701788"/>
                    </a:ext>
                  </a:extLst>
                </a:gridCol>
                <a:gridCol w="1089660">
                  <a:extLst>
                    <a:ext uri="{9D8B030D-6E8A-4147-A177-3AD203B41FA5}">
                      <a16:colId xmlns:a16="http://schemas.microsoft.com/office/drawing/2014/main" val="1883298080"/>
                    </a:ext>
                  </a:extLst>
                </a:gridCol>
                <a:gridCol w="1313946">
                  <a:extLst>
                    <a:ext uri="{9D8B030D-6E8A-4147-A177-3AD203B41FA5}">
                      <a16:colId xmlns:a16="http://schemas.microsoft.com/office/drawing/2014/main" val="3721298401"/>
                    </a:ext>
                  </a:extLst>
                </a:gridCol>
              </a:tblGrid>
              <a:tr h="234753">
                <a:tc>
                  <a:txBody>
                    <a:bodyPr/>
                    <a:lstStyle/>
                    <a:p>
                      <a:pPr marL="0" marR="0" algn="ctr">
                        <a:lnSpc>
                          <a:spcPct val="130000"/>
                        </a:lnSpc>
                        <a:spcBef>
                          <a:spcPts val="0"/>
                        </a:spcBef>
                        <a:spcAft>
                          <a:spcPts val="0"/>
                        </a:spcAft>
                      </a:pPr>
                      <a:r>
                        <a:rPr lang="en-US" sz="800" b="1" dirty="0" err="1">
                          <a:effectLst/>
                        </a:rPr>
                        <a:t>Tên</a:t>
                      </a:r>
                      <a:r>
                        <a:rPr lang="en-US" sz="800" b="1" dirty="0">
                          <a:effectLst/>
                        </a:rPr>
                        <a:t> NVL</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tc>
                  <a:txBody>
                    <a:bodyPr/>
                    <a:lstStyle/>
                    <a:p>
                      <a:pPr marL="0" marR="0" algn="ctr">
                        <a:lnSpc>
                          <a:spcPct val="130000"/>
                        </a:lnSpc>
                        <a:spcBef>
                          <a:spcPts val="0"/>
                        </a:spcBef>
                        <a:spcAft>
                          <a:spcPts val="0"/>
                        </a:spcAft>
                      </a:pPr>
                      <a:r>
                        <a:rPr lang="en-US" sz="800" b="1" dirty="0" err="1">
                          <a:effectLst/>
                        </a:rPr>
                        <a:t>Mã</a:t>
                      </a:r>
                      <a:r>
                        <a:rPr lang="en-US" sz="800" b="1" dirty="0">
                          <a:effectLst/>
                        </a:rPr>
                        <a:t> HS (</a:t>
                      </a:r>
                      <a:r>
                        <a:rPr lang="en-US" sz="800" b="1" dirty="0" err="1">
                          <a:effectLst/>
                        </a:rPr>
                        <a:t>Việt</a:t>
                      </a:r>
                      <a:r>
                        <a:rPr lang="en-US" sz="800" b="1" dirty="0">
                          <a:effectLst/>
                        </a:rPr>
                        <a:t> Nam)</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tc>
                  <a:txBody>
                    <a:bodyPr/>
                    <a:lstStyle/>
                    <a:p>
                      <a:pPr marL="0" marR="0" algn="ctr">
                        <a:lnSpc>
                          <a:spcPct val="130000"/>
                        </a:lnSpc>
                        <a:spcBef>
                          <a:spcPts val="0"/>
                        </a:spcBef>
                        <a:spcAft>
                          <a:spcPts val="0"/>
                        </a:spcAft>
                      </a:pPr>
                      <a:r>
                        <a:rPr lang="en-US" sz="800" b="1" dirty="0" err="1">
                          <a:effectLst/>
                        </a:rPr>
                        <a:t>Tỉ</a:t>
                      </a:r>
                      <a:r>
                        <a:rPr lang="en-US" sz="800" b="1" dirty="0">
                          <a:effectLst/>
                        </a:rPr>
                        <a:t> </a:t>
                      </a:r>
                      <a:r>
                        <a:rPr lang="en-US" sz="800" b="1" dirty="0" err="1">
                          <a:effectLst/>
                        </a:rPr>
                        <a:t>lệ</a:t>
                      </a:r>
                      <a:r>
                        <a:rPr lang="en-US" sz="800" b="1" dirty="0">
                          <a:effectLst/>
                        </a:rPr>
                        <a:t> </a:t>
                      </a:r>
                      <a:r>
                        <a:rPr lang="en-US" sz="800" b="1" dirty="0" err="1">
                          <a:effectLst/>
                        </a:rPr>
                        <a:t>tiêu</a:t>
                      </a:r>
                      <a:r>
                        <a:rPr lang="en-US" sz="800" b="1" dirty="0">
                          <a:effectLst/>
                        </a:rPr>
                        <a:t> </a:t>
                      </a:r>
                      <a:r>
                        <a:rPr lang="en-US" sz="800" b="1" dirty="0" err="1">
                          <a:effectLst/>
                        </a:rPr>
                        <a:t>thụ</a:t>
                      </a:r>
                      <a:r>
                        <a:rPr lang="en-US" sz="800" b="1" dirty="0">
                          <a:effectLst/>
                        </a:rPr>
                        <a:t> </a:t>
                      </a:r>
                      <a:r>
                        <a:rPr lang="en-US" sz="800" b="1" dirty="0" err="1">
                          <a:effectLst/>
                        </a:rPr>
                        <a:t>trên</a:t>
                      </a:r>
                      <a:r>
                        <a:rPr lang="en-US" sz="800" b="1" dirty="0">
                          <a:effectLst/>
                        </a:rPr>
                        <a:t> 1kg </a:t>
                      </a:r>
                      <a:r>
                        <a:rPr lang="en-US" sz="800" b="1" dirty="0" err="1">
                          <a:effectLst/>
                        </a:rPr>
                        <a:t>rPET</a:t>
                      </a:r>
                      <a:endParaRPr lang="en-US" sz="800" b="1"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ctr"/>
                </a:tc>
                <a:extLst>
                  <a:ext uri="{0D108BD9-81ED-4DB2-BD59-A6C34878D82A}">
                    <a16:rowId xmlns:a16="http://schemas.microsoft.com/office/drawing/2014/main" val="1487485699"/>
                  </a:ext>
                </a:extLst>
              </a:tr>
              <a:tr h="122690">
                <a:tc>
                  <a:txBody>
                    <a:bodyPr/>
                    <a:lstStyle/>
                    <a:p>
                      <a:pPr marL="0" marR="0">
                        <a:lnSpc>
                          <a:spcPct val="130000"/>
                        </a:lnSpc>
                        <a:spcBef>
                          <a:spcPts val="0"/>
                        </a:spcBef>
                        <a:spcAft>
                          <a:spcPts val="0"/>
                        </a:spcAft>
                      </a:pPr>
                      <a:r>
                        <a:rPr lang="en-US" sz="800" dirty="0">
                          <a:effectLst/>
                        </a:rPr>
                        <a:t>Chai PET B1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0.0700240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779452336"/>
                  </a:ext>
                </a:extLst>
              </a:tr>
              <a:tr h="153752">
                <a:tc>
                  <a:txBody>
                    <a:bodyPr/>
                    <a:lstStyle/>
                    <a:p>
                      <a:pPr marL="0" marR="0">
                        <a:lnSpc>
                          <a:spcPct val="130000"/>
                        </a:lnSpc>
                        <a:spcBef>
                          <a:spcPts val="0"/>
                        </a:spcBef>
                        <a:spcAft>
                          <a:spcPts val="0"/>
                        </a:spcAft>
                      </a:pPr>
                      <a:r>
                        <a:rPr lang="en-US" sz="800" dirty="0">
                          <a:effectLst/>
                        </a:rPr>
                        <a:t>Chai PET B1 </a:t>
                      </a:r>
                      <a:r>
                        <a:rPr lang="en-US" sz="800" dirty="0" err="1">
                          <a:effectLst/>
                        </a:rPr>
                        <a:t>Không</a:t>
                      </a:r>
                      <a:r>
                        <a:rPr lang="en-US" sz="800" dirty="0">
                          <a:effectLst/>
                        </a:rPr>
                        <a:t> </a:t>
                      </a:r>
                      <a:r>
                        <a:rPr lang="en-US" sz="800" dirty="0" err="1">
                          <a:effectLst/>
                        </a:rPr>
                        <a:t>Phân</a:t>
                      </a:r>
                      <a:r>
                        <a:rPr lang="en-US" sz="800" dirty="0">
                          <a:effectLst/>
                        </a:rPr>
                        <a:t> </a:t>
                      </a:r>
                      <a:r>
                        <a:rPr lang="en-US" sz="800" dirty="0" err="1">
                          <a:effectLst/>
                        </a:rPr>
                        <a:t>Loại</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0.1754305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531746804"/>
                  </a:ext>
                </a:extLst>
              </a:tr>
              <a:tr h="122690">
                <a:tc>
                  <a:txBody>
                    <a:bodyPr/>
                    <a:lstStyle/>
                    <a:p>
                      <a:pPr marL="0" marR="0">
                        <a:lnSpc>
                          <a:spcPct val="130000"/>
                        </a:lnSpc>
                        <a:spcBef>
                          <a:spcPts val="0"/>
                        </a:spcBef>
                        <a:spcAft>
                          <a:spcPts val="0"/>
                        </a:spcAft>
                      </a:pPr>
                      <a:r>
                        <a:rPr lang="en-US" sz="800" dirty="0">
                          <a:effectLst/>
                        </a:rPr>
                        <a:t>Chai PET-B2.1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0.0049736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4219003069"/>
                  </a:ext>
                </a:extLst>
              </a:tr>
              <a:tr h="122690">
                <a:tc>
                  <a:txBody>
                    <a:bodyPr/>
                    <a:lstStyle/>
                    <a:p>
                      <a:pPr marL="0" marR="0">
                        <a:lnSpc>
                          <a:spcPct val="130000"/>
                        </a:lnSpc>
                        <a:spcBef>
                          <a:spcPts val="0"/>
                        </a:spcBef>
                        <a:spcAft>
                          <a:spcPts val="0"/>
                        </a:spcAft>
                      </a:pPr>
                      <a:r>
                        <a:rPr lang="en-US" sz="800" dirty="0">
                          <a:effectLst/>
                        </a:rPr>
                        <a:t>Chai PET-B2.2</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0.0146585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41255712"/>
                  </a:ext>
                </a:extLst>
              </a:tr>
              <a:tr h="122690">
                <a:tc>
                  <a:txBody>
                    <a:bodyPr/>
                    <a:lstStyle/>
                    <a:p>
                      <a:pPr marL="0" marR="0">
                        <a:lnSpc>
                          <a:spcPct val="130000"/>
                        </a:lnSpc>
                        <a:spcBef>
                          <a:spcPts val="0"/>
                        </a:spcBef>
                        <a:spcAft>
                          <a:spcPts val="0"/>
                        </a:spcAft>
                      </a:pPr>
                      <a:r>
                        <a:rPr lang="en-US" sz="800" dirty="0">
                          <a:effectLst/>
                        </a:rPr>
                        <a:t>Chai PET-B3</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0.0363099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706037904"/>
                  </a:ext>
                </a:extLst>
              </a:tr>
              <a:tr h="122690">
                <a:tc>
                  <a:txBody>
                    <a:bodyPr/>
                    <a:lstStyle/>
                    <a:p>
                      <a:pPr marL="0" marR="0">
                        <a:lnSpc>
                          <a:spcPct val="130000"/>
                        </a:lnSpc>
                        <a:spcBef>
                          <a:spcPts val="0"/>
                        </a:spcBef>
                        <a:spcAft>
                          <a:spcPts val="0"/>
                        </a:spcAft>
                      </a:pPr>
                      <a:r>
                        <a:rPr lang="en-US" sz="800" dirty="0">
                          <a:effectLst/>
                        </a:rPr>
                        <a:t>Chai PET B4</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0.0059283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384627659"/>
                  </a:ext>
                </a:extLst>
              </a:tr>
              <a:tr h="122690">
                <a:tc>
                  <a:txBody>
                    <a:bodyPr/>
                    <a:lstStyle/>
                    <a:p>
                      <a:pPr marL="0" marR="0">
                        <a:lnSpc>
                          <a:spcPct val="130000"/>
                        </a:lnSpc>
                        <a:spcBef>
                          <a:spcPts val="0"/>
                        </a:spcBef>
                        <a:spcAft>
                          <a:spcPts val="0"/>
                        </a:spcAft>
                      </a:pPr>
                      <a:r>
                        <a:rPr lang="en-US" sz="800">
                          <a:effectLst/>
                        </a:rPr>
                        <a:t>Chai PET B5</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0.0040185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4028404082"/>
                  </a:ext>
                </a:extLst>
              </a:tr>
              <a:tr h="122690">
                <a:tc>
                  <a:txBody>
                    <a:bodyPr/>
                    <a:lstStyle/>
                    <a:p>
                      <a:pPr marL="0" marR="0">
                        <a:lnSpc>
                          <a:spcPct val="130000"/>
                        </a:lnSpc>
                        <a:spcBef>
                          <a:spcPts val="0"/>
                        </a:spcBef>
                        <a:spcAft>
                          <a:spcPts val="0"/>
                        </a:spcAft>
                      </a:pPr>
                      <a:r>
                        <a:rPr lang="en-US" sz="800" dirty="0">
                          <a:effectLst/>
                        </a:rPr>
                        <a:t>Chai PET B6.1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0.0037292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967280113"/>
                  </a:ext>
                </a:extLst>
              </a:tr>
              <a:tr h="122690">
                <a:tc>
                  <a:txBody>
                    <a:bodyPr/>
                    <a:lstStyle/>
                    <a:p>
                      <a:pPr marL="0" marR="0">
                        <a:lnSpc>
                          <a:spcPct val="130000"/>
                        </a:lnSpc>
                        <a:spcBef>
                          <a:spcPts val="0"/>
                        </a:spcBef>
                        <a:spcAft>
                          <a:spcPts val="0"/>
                        </a:spcAft>
                      </a:pPr>
                      <a:r>
                        <a:rPr lang="en-US" sz="800" dirty="0">
                          <a:effectLst/>
                        </a:rPr>
                        <a:t>Chai PET B6.2</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0.0066381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869605654"/>
                  </a:ext>
                </a:extLst>
              </a:tr>
              <a:tr h="122690">
                <a:tc>
                  <a:txBody>
                    <a:bodyPr/>
                    <a:lstStyle/>
                    <a:p>
                      <a:pPr marL="0" marR="0">
                        <a:lnSpc>
                          <a:spcPct val="130000"/>
                        </a:lnSpc>
                        <a:spcBef>
                          <a:spcPts val="0"/>
                        </a:spcBef>
                        <a:spcAft>
                          <a:spcPts val="0"/>
                        </a:spcAft>
                      </a:pPr>
                      <a:r>
                        <a:rPr lang="en-US" sz="800">
                          <a:effectLst/>
                        </a:rPr>
                        <a:t>Chai PET B7.1</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0.0281778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535514105"/>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B1_A5.1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0.5851720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416989777"/>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B1_A5.2</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0.0752126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966169647"/>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B1_A6</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0.0045782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349813710"/>
                  </a:ext>
                </a:extLst>
              </a:tr>
              <a:tr h="122690">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409</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32061990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0.0003357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587014954"/>
                  </a:ext>
                </a:extLst>
              </a:tr>
              <a:tr h="122690">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0090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32049000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0.0000999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939541048"/>
                  </a:ext>
                </a:extLst>
              </a:tr>
              <a:tr h="122690">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CC10379752ZF</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32049000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0.0000002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363092180"/>
                  </a:ext>
                </a:extLst>
              </a:tr>
              <a:tr h="122690">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00185</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32049000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0.0000033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767289803"/>
                  </a:ext>
                </a:extLst>
              </a:tr>
              <a:tr h="122690">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RHC-2</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32061990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0.0000009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345458970"/>
                  </a:ext>
                </a:extLst>
              </a:tr>
              <a:tr h="0">
                <a:tc>
                  <a:txBody>
                    <a:bodyPr/>
                    <a:lstStyle/>
                    <a:p>
                      <a:pPr marL="0" marR="0">
                        <a:lnSpc>
                          <a:spcPct val="130000"/>
                        </a:lnSpc>
                        <a:spcBef>
                          <a:spcPts val="0"/>
                        </a:spcBef>
                        <a:spcAft>
                          <a:spcPts val="0"/>
                        </a:spcAft>
                      </a:pPr>
                      <a:r>
                        <a:rPr lang="en-US" sz="800" dirty="0">
                          <a:effectLst/>
                        </a:rPr>
                        <a:t>Bao Jumbo 950x950x1300mm</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39232990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0.0009271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864773318"/>
                  </a:ext>
                </a:extLst>
              </a:tr>
              <a:tr h="122690">
                <a:tc>
                  <a:txBody>
                    <a:bodyPr/>
                    <a:lstStyle/>
                    <a:p>
                      <a:pPr marL="0" marR="0">
                        <a:lnSpc>
                          <a:spcPct val="130000"/>
                        </a:lnSpc>
                        <a:spcBef>
                          <a:spcPts val="0"/>
                        </a:spcBef>
                        <a:spcAft>
                          <a:spcPts val="0"/>
                        </a:spcAft>
                      </a:pPr>
                      <a:r>
                        <a:rPr lang="en-US" sz="800">
                          <a:effectLst/>
                        </a:rPr>
                        <a:t>Bao PE 2000x2700x5z</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39232990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0.0000331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880889275"/>
                  </a:ext>
                </a:extLst>
              </a:tr>
              <a:tr h="136182">
                <a:tc>
                  <a:txBody>
                    <a:bodyPr/>
                    <a:lstStyle/>
                    <a:p>
                      <a:pPr marL="0" marR="0">
                        <a:lnSpc>
                          <a:spcPct val="130000"/>
                        </a:lnSpc>
                        <a:spcBef>
                          <a:spcPts val="0"/>
                        </a:spcBef>
                        <a:spcAft>
                          <a:spcPts val="0"/>
                        </a:spcAft>
                      </a:pPr>
                      <a:r>
                        <a:rPr lang="en-US" sz="800" dirty="0">
                          <a:effectLst/>
                        </a:rPr>
                        <a:t>Bao PE </a:t>
                      </a:r>
                      <a:r>
                        <a:rPr lang="en-US" sz="800" dirty="0" err="1">
                          <a:effectLst/>
                        </a:rPr>
                        <a:t>lót</a:t>
                      </a:r>
                      <a:r>
                        <a:rPr lang="en-US" sz="800" dirty="0">
                          <a:effectLst/>
                        </a:rPr>
                        <a:t> </a:t>
                      </a:r>
                      <a:r>
                        <a:rPr lang="en-US" sz="800" dirty="0" err="1">
                          <a:effectLst/>
                        </a:rPr>
                        <a:t>ngoài</a:t>
                      </a:r>
                      <a:r>
                        <a:rPr lang="en-US" sz="800" dirty="0">
                          <a:effectLst/>
                        </a:rPr>
                        <a:t> 2000x2700x7z</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39232990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a:effectLst/>
                        </a:rPr>
                        <a:t>                 0.0000544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196363203"/>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B3_A5.1</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0.0010573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855758211"/>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B3_A6</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39159010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0.0135457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984200911"/>
                  </a:ext>
                </a:extLst>
              </a:tr>
              <a:tr h="122690">
                <a:tc>
                  <a:txBody>
                    <a:bodyPr/>
                    <a:lstStyle/>
                    <a:p>
                      <a:pPr marL="0" marR="0">
                        <a:lnSpc>
                          <a:spcPct val="130000"/>
                        </a:lnSpc>
                        <a:spcBef>
                          <a:spcPts val="0"/>
                        </a:spcBef>
                        <a:spcAft>
                          <a:spcPts val="0"/>
                        </a:spcAft>
                      </a:pPr>
                      <a:r>
                        <a:rPr lang="en-US" sz="800" dirty="0" err="1">
                          <a:effectLst/>
                        </a:rPr>
                        <a:t>Vảy</a:t>
                      </a:r>
                      <a:r>
                        <a:rPr lang="en-US" sz="800" dirty="0">
                          <a:effectLst/>
                        </a:rPr>
                        <a:t> PET B6.2_A6</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39159010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0.0301388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060375973"/>
                  </a:ext>
                </a:extLst>
              </a:tr>
              <a:tr h="153752">
                <a:tc>
                  <a:txBody>
                    <a:bodyPr/>
                    <a:lstStyle/>
                    <a:p>
                      <a:pPr marL="0" marR="0">
                        <a:lnSpc>
                          <a:spcPct val="130000"/>
                        </a:lnSpc>
                        <a:spcBef>
                          <a:spcPts val="0"/>
                        </a:spcBef>
                        <a:spcAft>
                          <a:spcPts val="0"/>
                        </a:spcAft>
                      </a:pPr>
                      <a:r>
                        <a:rPr lang="en-US" sz="800">
                          <a:effectLst/>
                        </a:rPr>
                        <a:t>Chất phá bọt Antifoam CS04</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38249970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0.0005319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649529196"/>
                  </a:ext>
                </a:extLst>
              </a:tr>
              <a:tr h="154028">
                <a:tc>
                  <a:txBody>
                    <a:bodyPr/>
                    <a:lstStyle/>
                    <a:p>
                      <a:pPr marL="0" marR="0">
                        <a:lnSpc>
                          <a:spcPct val="130000"/>
                        </a:lnSpc>
                        <a:spcBef>
                          <a:spcPts val="0"/>
                        </a:spcBef>
                        <a:spcAft>
                          <a:spcPts val="0"/>
                        </a:spcAft>
                      </a:pPr>
                      <a:r>
                        <a:rPr lang="en-US" sz="800" dirty="0" err="1">
                          <a:effectLst/>
                        </a:rPr>
                        <a:t>Chất</a:t>
                      </a:r>
                      <a:r>
                        <a:rPr lang="en-US" sz="800" dirty="0">
                          <a:effectLst/>
                        </a:rPr>
                        <a:t> </a:t>
                      </a:r>
                      <a:r>
                        <a:rPr lang="en-US" sz="800" dirty="0" err="1">
                          <a:effectLst/>
                        </a:rPr>
                        <a:t>thủy</a:t>
                      </a:r>
                      <a:r>
                        <a:rPr lang="en-US" sz="800" dirty="0">
                          <a:effectLst/>
                        </a:rPr>
                        <a:t> </a:t>
                      </a:r>
                      <a:r>
                        <a:rPr lang="en-US" sz="800" dirty="0" err="1">
                          <a:effectLst/>
                        </a:rPr>
                        <a:t>tinh</a:t>
                      </a:r>
                      <a:r>
                        <a:rPr lang="en-US" sz="800" dirty="0">
                          <a:effectLst/>
                        </a:rPr>
                        <a:t> </a:t>
                      </a:r>
                      <a:r>
                        <a:rPr lang="en-US" sz="800" dirty="0" err="1">
                          <a:effectLst/>
                        </a:rPr>
                        <a:t>lỏng</a:t>
                      </a:r>
                      <a:r>
                        <a:rPr lang="en-US" sz="800" dirty="0">
                          <a:effectLst/>
                        </a:rPr>
                        <a:t> Na2-SiO3-9H2O</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28391990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0.0007295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798767352"/>
                  </a:ext>
                </a:extLst>
              </a:tr>
              <a:tr h="153752">
                <a:tc>
                  <a:txBody>
                    <a:bodyPr/>
                    <a:lstStyle/>
                    <a:p>
                      <a:pPr marL="0" marR="0">
                        <a:lnSpc>
                          <a:spcPct val="130000"/>
                        </a:lnSpc>
                        <a:spcBef>
                          <a:spcPts val="0"/>
                        </a:spcBef>
                        <a:spcAft>
                          <a:spcPts val="0"/>
                        </a:spcAft>
                      </a:pPr>
                      <a:r>
                        <a:rPr lang="en-US" sz="800" dirty="0" err="1">
                          <a:effectLst/>
                        </a:rPr>
                        <a:t>Phụ</a:t>
                      </a:r>
                      <a:r>
                        <a:rPr lang="en-US" sz="800" dirty="0">
                          <a:effectLst/>
                        </a:rPr>
                        <a:t> Gia </a:t>
                      </a:r>
                      <a:r>
                        <a:rPr lang="en-US" sz="800" dirty="0" err="1">
                          <a:effectLst/>
                        </a:rPr>
                        <a:t>Hạt</a:t>
                      </a:r>
                      <a:r>
                        <a:rPr lang="en-US" sz="800" dirty="0">
                          <a:effectLst/>
                        </a:rPr>
                        <a:t> TiO2 White MTP</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32061990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0.0000088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783983742"/>
                  </a:ext>
                </a:extLst>
              </a:tr>
              <a:tr h="153752">
                <a:tc>
                  <a:txBody>
                    <a:bodyPr/>
                    <a:lstStyle/>
                    <a:p>
                      <a:pPr marL="0" marR="0">
                        <a:lnSpc>
                          <a:spcPct val="130000"/>
                        </a:lnSpc>
                        <a:spcBef>
                          <a:spcPts val="0"/>
                        </a:spcBef>
                        <a:spcAft>
                          <a:spcPts val="0"/>
                        </a:spcAft>
                      </a:pPr>
                      <a:r>
                        <a:rPr lang="en-US" sz="800" dirty="0" err="1">
                          <a:effectLst/>
                        </a:rPr>
                        <a:t>Phụ</a:t>
                      </a:r>
                      <a:r>
                        <a:rPr lang="en-US" sz="800" dirty="0">
                          <a:effectLst/>
                        </a:rPr>
                        <a:t> </a:t>
                      </a:r>
                      <a:r>
                        <a:rPr lang="en-US" sz="800" dirty="0" err="1">
                          <a:effectLst/>
                        </a:rPr>
                        <a:t>gia</a:t>
                      </a:r>
                      <a:r>
                        <a:rPr lang="en-US" sz="800" dirty="0">
                          <a:effectLst/>
                        </a:rPr>
                        <a:t> </a:t>
                      </a:r>
                      <a:r>
                        <a:rPr lang="en-US" sz="800" dirty="0" err="1">
                          <a:effectLst/>
                        </a:rPr>
                        <a:t>lỏng</a:t>
                      </a:r>
                      <a:r>
                        <a:rPr lang="en-US" sz="800" dirty="0">
                          <a:effectLst/>
                        </a:rPr>
                        <a:t> TiO2 Gumi White 2</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32061990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0.0000285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841922443"/>
                  </a:ext>
                </a:extLst>
              </a:tr>
              <a:tr h="153752">
                <a:tc>
                  <a:txBody>
                    <a:bodyPr/>
                    <a:lstStyle/>
                    <a:p>
                      <a:pPr marL="0" marR="0">
                        <a:lnSpc>
                          <a:spcPct val="130000"/>
                        </a:lnSpc>
                        <a:spcBef>
                          <a:spcPts val="0"/>
                        </a:spcBef>
                        <a:spcAft>
                          <a:spcPts val="0"/>
                        </a:spcAft>
                      </a:pPr>
                      <a:r>
                        <a:rPr lang="en-US" sz="800" dirty="0">
                          <a:effectLst/>
                        </a:rPr>
                        <a:t>Sodium Hydroxide (32%) NaOH</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28151100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0.0068068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3140588187"/>
                  </a:ext>
                </a:extLst>
              </a:tr>
              <a:tr h="140724">
                <a:tc>
                  <a:txBody>
                    <a:bodyPr/>
                    <a:lstStyle/>
                    <a:p>
                      <a:pPr marL="0" marR="0">
                        <a:lnSpc>
                          <a:spcPct val="130000"/>
                        </a:lnSpc>
                        <a:spcBef>
                          <a:spcPts val="0"/>
                        </a:spcBef>
                        <a:spcAft>
                          <a:spcPts val="0"/>
                        </a:spcAft>
                      </a:pPr>
                      <a:r>
                        <a:rPr lang="en-US" sz="800" dirty="0">
                          <a:effectLst/>
                        </a:rPr>
                        <a:t>Bao Jumbo 950x950x1300mm </a:t>
                      </a:r>
                      <a:r>
                        <a:rPr lang="en-US" sz="800" dirty="0" err="1">
                          <a:effectLst/>
                        </a:rPr>
                        <a:t>Đai</a:t>
                      </a:r>
                      <a:r>
                        <a:rPr lang="en-US" sz="800" dirty="0">
                          <a:effectLst/>
                        </a:rPr>
                        <a:t> </a:t>
                      </a:r>
                      <a:r>
                        <a:rPr lang="en-US" sz="800" dirty="0" err="1">
                          <a:effectLst/>
                        </a:rPr>
                        <a:t>Xanh</a:t>
                      </a:r>
                      <a:r>
                        <a:rPr lang="en-US" sz="800" dirty="0">
                          <a:effectLst/>
                        </a:rPr>
                        <a:t> </a:t>
                      </a:r>
                      <a:r>
                        <a:rPr lang="en-US" sz="800" dirty="0" err="1">
                          <a:effectLst/>
                        </a:rPr>
                        <a:t>Sợi</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39232990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0.0000316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711241097"/>
                  </a:ext>
                </a:extLst>
              </a:tr>
              <a:tr h="137160">
                <a:tc>
                  <a:txBody>
                    <a:bodyPr/>
                    <a:lstStyle/>
                    <a:p>
                      <a:pPr marL="0" marR="0">
                        <a:lnSpc>
                          <a:spcPct val="130000"/>
                        </a:lnSpc>
                        <a:spcBef>
                          <a:spcPts val="0"/>
                        </a:spcBef>
                        <a:spcAft>
                          <a:spcPts val="0"/>
                        </a:spcAft>
                      </a:pPr>
                      <a:r>
                        <a:rPr lang="en-US" sz="800" dirty="0">
                          <a:effectLst/>
                        </a:rPr>
                        <a:t>Bao jumbo 950x950x1300mm_Không logo</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39232990</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0.0000056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673920832"/>
                  </a:ext>
                </a:extLst>
              </a:tr>
              <a:tr h="114300">
                <a:tc>
                  <a:txBody>
                    <a:bodyPr/>
                    <a:lstStyle/>
                    <a:p>
                      <a:pPr marL="0" marR="0">
                        <a:lnSpc>
                          <a:spcPct val="130000"/>
                        </a:lnSpc>
                        <a:spcBef>
                          <a:spcPts val="0"/>
                        </a:spcBef>
                        <a:spcAft>
                          <a:spcPts val="0"/>
                        </a:spcAft>
                      </a:pPr>
                      <a:r>
                        <a:rPr lang="en-US" sz="800" dirty="0">
                          <a:effectLst/>
                        </a:rPr>
                        <a:t>Pallet </a:t>
                      </a:r>
                      <a:r>
                        <a:rPr lang="en-US" sz="800" dirty="0" err="1">
                          <a:effectLst/>
                        </a:rPr>
                        <a:t>gỗ</a:t>
                      </a:r>
                      <a:r>
                        <a:rPr lang="en-US" sz="800" dirty="0">
                          <a:effectLst/>
                        </a:rPr>
                        <a:t> 1 </a:t>
                      </a:r>
                      <a:r>
                        <a:rPr lang="en-US" sz="800" dirty="0" err="1">
                          <a:effectLst/>
                        </a:rPr>
                        <a:t>mặt</a:t>
                      </a:r>
                      <a:r>
                        <a:rPr lang="en-US" sz="800" dirty="0">
                          <a:effectLst/>
                        </a:rPr>
                        <a:t> 1100x1000x100mm</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dirty="0">
                          <a:effectLst/>
                        </a:rPr>
                        <a:t>44152000</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0.0001904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975038219"/>
                  </a:ext>
                </a:extLst>
              </a:tr>
              <a:tr h="122690">
                <a:tc>
                  <a:txBody>
                    <a:bodyPr/>
                    <a:lstStyle/>
                    <a:p>
                      <a:pPr marL="0" marR="0">
                        <a:lnSpc>
                          <a:spcPct val="130000"/>
                        </a:lnSpc>
                        <a:spcBef>
                          <a:spcPts val="0"/>
                        </a:spcBef>
                        <a:spcAft>
                          <a:spcPts val="0"/>
                        </a:spcAft>
                      </a:pPr>
                      <a:r>
                        <a:rPr lang="en-US" sz="800" dirty="0" err="1">
                          <a:effectLst/>
                        </a:rPr>
                        <a:t>Điện</a:t>
                      </a:r>
                      <a:r>
                        <a:rPr lang="en-US" sz="800" dirty="0">
                          <a:effectLst/>
                        </a:rPr>
                        <a:t> (</a:t>
                      </a:r>
                      <a:r>
                        <a:rPr lang="en-US" sz="800" dirty="0" err="1">
                          <a:effectLst/>
                        </a:rPr>
                        <a:t>KwH</a:t>
                      </a:r>
                      <a:r>
                        <a:rPr lang="en-US" sz="800" dirty="0">
                          <a:effectLst/>
                        </a:rPr>
                        <a:t>)</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0.5498817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441546168"/>
                  </a:ext>
                </a:extLst>
              </a:tr>
              <a:tr h="122690">
                <a:tc>
                  <a:txBody>
                    <a:bodyPr/>
                    <a:lstStyle/>
                    <a:p>
                      <a:pPr marL="0" marR="0">
                        <a:lnSpc>
                          <a:spcPct val="130000"/>
                        </a:lnSpc>
                        <a:spcBef>
                          <a:spcPts val="0"/>
                        </a:spcBef>
                        <a:spcAft>
                          <a:spcPts val="0"/>
                        </a:spcAft>
                      </a:pPr>
                      <a:r>
                        <a:rPr lang="en-US" sz="800" dirty="0" err="1">
                          <a:effectLst/>
                        </a:rPr>
                        <a:t>Nước</a:t>
                      </a:r>
                      <a:r>
                        <a:rPr lang="en-US" sz="800" dirty="0">
                          <a:effectLst/>
                        </a:rPr>
                        <a:t> (M3)</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0.0038321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221984428"/>
                  </a:ext>
                </a:extLst>
              </a:tr>
              <a:tr h="122690">
                <a:tc>
                  <a:txBody>
                    <a:bodyPr/>
                    <a:lstStyle/>
                    <a:p>
                      <a:pPr marL="0" marR="0">
                        <a:lnSpc>
                          <a:spcPct val="130000"/>
                        </a:lnSpc>
                        <a:spcBef>
                          <a:spcPts val="0"/>
                        </a:spcBef>
                        <a:spcAft>
                          <a:spcPts val="0"/>
                        </a:spcAft>
                      </a:pPr>
                      <a:r>
                        <a:rPr lang="en-US" sz="800" dirty="0" err="1">
                          <a:effectLst/>
                        </a:rPr>
                        <a:t>Giờ</a:t>
                      </a:r>
                      <a:r>
                        <a:rPr lang="en-US" sz="800" dirty="0">
                          <a:effectLst/>
                        </a:rPr>
                        <a:t> </a:t>
                      </a:r>
                      <a:r>
                        <a:rPr lang="en-US" sz="800" dirty="0" err="1">
                          <a:effectLst/>
                        </a:rPr>
                        <a:t>công</a:t>
                      </a:r>
                      <a:r>
                        <a:rPr lang="en-US" sz="800" dirty="0">
                          <a:effectLst/>
                        </a:rPr>
                        <a:t> </a:t>
                      </a:r>
                      <a:r>
                        <a:rPr lang="en-US" sz="800" dirty="0" err="1">
                          <a:effectLst/>
                        </a:rPr>
                        <a:t>lao</a:t>
                      </a:r>
                      <a:r>
                        <a:rPr lang="en-US" sz="800" dirty="0">
                          <a:effectLst/>
                        </a:rPr>
                        <a:t> </a:t>
                      </a:r>
                      <a:r>
                        <a:rPr lang="en-US" sz="800" dirty="0" err="1">
                          <a:effectLst/>
                        </a:rPr>
                        <a:t>động</a:t>
                      </a:r>
                      <a:r>
                        <a:rPr lang="en-US" sz="800" dirty="0">
                          <a:effectLst/>
                        </a:rPr>
                        <a:t> (H)</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tc>
                <a:tc>
                  <a:txBody>
                    <a:bodyPr/>
                    <a:lstStyle/>
                    <a:p>
                      <a:pPr marL="0" marR="0" algn="ctr">
                        <a:lnSpc>
                          <a:spcPct val="130000"/>
                        </a:lnSpc>
                        <a:spcBef>
                          <a:spcPts val="0"/>
                        </a:spcBef>
                        <a:spcAft>
                          <a:spcPts val="0"/>
                        </a:spcAft>
                      </a:pPr>
                      <a:r>
                        <a:rPr lang="en-US" sz="800">
                          <a:effectLst/>
                        </a:rPr>
                        <a:t> </a:t>
                      </a:r>
                      <a:endParaRPr lang="en-US" sz="80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tc>
                  <a:txBody>
                    <a:bodyPr/>
                    <a:lstStyle/>
                    <a:p>
                      <a:pPr marL="0" marR="0">
                        <a:lnSpc>
                          <a:spcPct val="130000"/>
                        </a:lnSpc>
                        <a:spcBef>
                          <a:spcPts val="0"/>
                        </a:spcBef>
                        <a:spcAft>
                          <a:spcPts val="0"/>
                        </a:spcAft>
                      </a:pPr>
                      <a:r>
                        <a:rPr lang="en-US" sz="800" dirty="0">
                          <a:effectLst/>
                        </a:rPr>
                        <a:t>                 0.0093892 </a:t>
                      </a:r>
                      <a:endParaRPr lang="en-US" sz="800" dirty="0">
                        <a:effectLst/>
                        <a:latin typeface="Calibri" panose="020F0502020204030204" pitchFamily="34" charset="0"/>
                        <a:ea typeface="Calibri" panose="020F0502020204030204" pitchFamily="34" charset="0"/>
                        <a:cs typeface="Arial" panose="020B0604020202020204" pitchFamily="34" charset="0"/>
                      </a:endParaRPr>
                    </a:p>
                  </a:txBody>
                  <a:tcPr marL="29558" marR="29558" marT="0" marB="0" anchor="b"/>
                </a:tc>
                <a:extLst>
                  <a:ext uri="{0D108BD9-81ED-4DB2-BD59-A6C34878D82A}">
                    <a16:rowId xmlns:a16="http://schemas.microsoft.com/office/drawing/2014/main" val="1928996138"/>
                  </a:ext>
                </a:extLst>
              </a:tr>
            </a:tbl>
          </a:graphicData>
        </a:graphic>
      </p:graphicFrame>
    </p:spTree>
    <p:extLst>
      <p:ext uri="{BB962C8B-B14F-4D97-AF65-F5344CB8AC3E}">
        <p14:creationId xmlns:p14="http://schemas.microsoft.com/office/powerpoint/2010/main" val="193069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56634D92-DDA9-449E-9A4A-DA4A58A137F2}"/>
              </a:ext>
            </a:extLst>
          </p:cNvPr>
          <p:cNvSpPr/>
          <p:nvPr/>
        </p:nvSpPr>
        <p:spPr>
          <a:xfrm>
            <a:off x="588734" y="230783"/>
            <a:ext cx="1230541" cy="117891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b="1" dirty="0">
                <a:solidFill>
                  <a:schemeClr val="bg1"/>
                </a:solidFill>
              </a:rPr>
              <a:t>04</a:t>
            </a:r>
            <a:endParaRPr lang="ko-KR" altLang="en-US" sz="3200" b="1" dirty="0">
              <a:solidFill>
                <a:schemeClr val="bg1"/>
              </a:solidFill>
            </a:endParaRPr>
          </a:p>
        </p:txBody>
      </p:sp>
      <p:sp>
        <p:nvSpPr>
          <p:cNvPr id="13" name="Text Placeholder 10">
            <a:extLst>
              <a:ext uri="{FF2B5EF4-FFF2-40B4-BE49-F238E27FC236}">
                <a16:creationId xmlns:a16="http://schemas.microsoft.com/office/drawing/2014/main" id="{6D5C7914-E3C7-4A19-8993-19344F9A2F93}"/>
              </a:ext>
            </a:extLst>
          </p:cNvPr>
          <p:cNvSpPr txBox="1">
            <a:spLocks/>
          </p:cNvSpPr>
          <p:nvPr/>
        </p:nvSpPr>
        <p:spPr>
          <a:xfrm>
            <a:off x="1979861" y="223661"/>
            <a:ext cx="7185041"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altLang="ko-KR" sz="3400" b="1" dirty="0">
                <a:solidFill>
                  <a:schemeClr val="tx1">
                    <a:lumMod val="75000"/>
                    <a:lumOff val="25000"/>
                  </a:schemeClr>
                </a:solidFill>
                <a:latin typeface="+mj-lt"/>
                <a:cs typeface="Arial" pitchFamily="34" charset="0"/>
              </a:rPr>
              <a:t>TÌM KIẾM GIÁ TRỊ THAY THẾ</a:t>
            </a:r>
          </a:p>
        </p:txBody>
      </p:sp>
      <p:sp>
        <p:nvSpPr>
          <p:cNvPr id="26" name="TextBox 25">
            <a:extLst>
              <a:ext uri="{FF2B5EF4-FFF2-40B4-BE49-F238E27FC236}">
                <a16:creationId xmlns:a16="http://schemas.microsoft.com/office/drawing/2014/main" id="{7A473C82-A474-48CB-88F5-765598187F6A}"/>
              </a:ext>
            </a:extLst>
          </p:cNvPr>
          <p:cNvSpPr txBox="1"/>
          <p:nvPr/>
        </p:nvSpPr>
        <p:spPr>
          <a:xfrm>
            <a:off x="588734" y="2214710"/>
            <a:ext cx="756972" cy="707886"/>
          </a:xfrm>
          <a:prstGeom prst="rect">
            <a:avLst/>
          </a:prstGeom>
          <a:noFill/>
        </p:spPr>
        <p:txBody>
          <a:bodyPr wrap="square" rtlCol="0">
            <a:spAutoFit/>
          </a:bodyPr>
          <a:lstStyle/>
          <a:p>
            <a:pPr algn="ctr"/>
            <a:r>
              <a:rPr lang="en-US" altLang="ko-KR" sz="4000" b="1" dirty="0">
                <a:solidFill>
                  <a:schemeClr val="bg1">
                    <a:lumMod val="50000"/>
                  </a:schemeClr>
                </a:solidFill>
                <a:cs typeface="Arial" pitchFamily="34" charset="0"/>
              </a:rPr>
              <a:t>01</a:t>
            </a:r>
            <a:endParaRPr lang="ko-KR" altLang="en-US" sz="4000" b="1" dirty="0">
              <a:solidFill>
                <a:schemeClr val="bg1">
                  <a:lumMod val="50000"/>
                </a:schemeClr>
              </a:solidFill>
              <a:cs typeface="Arial" pitchFamily="34" charset="0"/>
            </a:endParaRPr>
          </a:p>
        </p:txBody>
      </p:sp>
      <p:sp>
        <p:nvSpPr>
          <p:cNvPr id="28" name="TextBox 27">
            <a:extLst>
              <a:ext uri="{FF2B5EF4-FFF2-40B4-BE49-F238E27FC236}">
                <a16:creationId xmlns:a16="http://schemas.microsoft.com/office/drawing/2014/main" id="{AC848077-AD06-4E65-A747-5C908650717C}"/>
              </a:ext>
            </a:extLst>
          </p:cNvPr>
          <p:cNvSpPr txBox="1"/>
          <p:nvPr/>
        </p:nvSpPr>
        <p:spPr>
          <a:xfrm>
            <a:off x="1458114" y="2271940"/>
            <a:ext cx="5342736" cy="584775"/>
          </a:xfrm>
          <a:prstGeom prst="rect">
            <a:avLst/>
          </a:prstGeom>
          <a:noFill/>
        </p:spPr>
        <p:txBody>
          <a:bodyPr wrap="square" rtlCol="0">
            <a:spAutoFit/>
          </a:bodyPr>
          <a:lstStyle/>
          <a:p>
            <a:r>
              <a:rPr lang="en-US" sz="1600" dirty="0">
                <a:effectLst/>
                <a:latin typeface="Aptos" panose="020B0004020202020204" pitchFamily="34" charset="0"/>
                <a:ea typeface="Calibri" panose="020F0502020204030204" pitchFamily="34" charset="0"/>
                <a:cs typeface="Calibri" panose="020F0502020204030204" pitchFamily="34" charset="0"/>
              </a:rPr>
              <a:t>Q</a:t>
            </a:r>
            <a:r>
              <a:rPr lang="vi-VN" sz="1600" dirty="0">
                <a:effectLst/>
                <a:latin typeface="Aptos" panose="020B0004020202020204" pitchFamily="34" charset="0"/>
                <a:ea typeface="Calibri" panose="020F0502020204030204" pitchFamily="34" charset="0"/>
                <a:cs typeface="Calibri" panose="020F0502020204030204" pitchFamily="34" charset="0"/>
              </a:rPr>
              <a:t>uốc gia có nền kinh tế thị trường được Mỹ công nhận và có trình độ phát triển kinh tế tương đồng so với Việt Nam</a:t>
            </a:r>
            <a:endParaRPr lang="ko-KR" altLang="en-US" sz="1600" dirty="0">
              <a:solidFill>
                <a:schemeClr val="tx1">
                  <a:lumMod val="75000"/>
                  <a:lumOff val="25000"/>
                </a:schemeClr>
              </a:solidFill>
              <a:cs typeface="Arial" pitchFamily="34" charset="0"/>
            </a:endParaRPr>
          </a:p>
        </p:txBody>
      </p:sp>
      <p:sp>
        <p:nvSpPr>
          <p:cNvPr id="30" name="TextBox 29">
            <a:extLst>
              <a:ext uri="{FF2B5EF4-FFF2-40B4-BE49-F238E27FC236}">
                <a16:creationId xmlns:a16="http://schemas.microsoft.com/office/drawing/2014/main" id="{587CC1FD-DD26-4AE0-A2EC-724AD4DF6F47}"/>
              </a:ext>
            </a:extLst>
          </p:cNvPr>
          <p:cNvSpPr txBox="1"/>
          <p:nvPr/>
        </p:nvSpPr>
        <p:spPr>
          <a:xfrm>
            <a:off x="588734" y="3139944"/>
            <a:ext cx="756972" cy="707886"/>
          </a:xfrm>
          <a:prstGeom prst="rect">
            <a:avLst/>
          </a:prstGeom>
          <a:noFill/>
        </p:spPr>
        <p:txBody>
          <a:bodyPr wrap="square" rtlCol="0">
            <a:spAutoFit/>
          </a:bodyPr>
          <a:lstStyle/>
          <a:p>
            <a:pPr algn="ctr"/>
            <a:r>
              <a:rPr lang="en-US" altLang="ko-KR" sz="4000" b="1" dirty="0">
                <a:solidFill>
                  <a:srgbClr val="002060"/>
                </a:solidFill>
                <a:cs typeface="Arial" pitchFamily="34" charset="0"/>
              </a:rPr>
              <a:t>02</a:t>
            </a:r>
            <a:endParaRPr lang="ko-KR" altLang="en-US" sz="4000" b="1" dirty="0">
              <a:solidFill>
                <a:srgbClr val="002060"/>
              </a:solidFill>
              <a:cs typeface="Arial" pitchFamily="34" charset="0"/>
            </a:endParaRPr>
          </a:p>
        </p:txBody>
      </p:sp>
      <p:sp>
        <p:nvSpPr>
          <p:cNvPr id="34" name="TextBox 33">
            <a:extLst>
              <a:ext uri="{FF2B5EF4-FFF2-40B4-BE49-F238E27FC236}">
                <a16:creationId xmlns:a16="http://schemas.microsoft.com/office/drawing/2014/main" id="{000FF972-97C9-4E05-AFA7-989CDF012A89}"/>
              </a:ext>
            </a:extLst>
          </p:cNvPr>
          <p:cNvSpPr txBox="1"/>
          <p:nvPr/>
        </p:nvSpPr>
        <p:spPr>
          <a:xfrm>
            <a:off x="588734" y="4065178"/>
            <a:ext cx="756972" cy="707886"/>
          </a:xfrm>
          <a:prstGeom prst="rect">
            <a:avLst/>
          </a:prstGeom>
          <a:noFill/>
        </p:spPr>
        <p:txBody>
          <a:bodyPr wrap="square" rtlCol="0">
            <a:spAutoFit/>
          </a:bodyPr>
          <a:lstStyle/>
          <a:p>
            <a:pPr algn="ctr"/>
            <a:r>
              <a:rPr lang="en-US" altLang="ko-KR" sz="4000" b="1" dirty="0">
                <a:solidFill>
                  <a:schemeClr val="bg1">
                    <a:lumMod val="50000"/>
                  </a:schemeClr>
                </a:solidFill>
                <a:cs typeface="Arial" pitchFamily="34" charset="0"/>
              </a:rPr>
              <a:t>03</a:t>
            </a:r>
            <a:endParaRPr lang="ko-KR" altLang="en-US" sz="4000" b="1" dirty="0">
              <a:solidFill>
                <a:schemeClr val="bg1">
                  <a:lumMod val="50000"/>
                </a:schemeClr>
              </a:solidFill>
              <a:cs typeface="Arial" pitchFamily="34" charset="0"/>
            </a:endParaRPr>
          </a:p>
        </p:txBody>
      </p:sp>
      <p:sp>
        <p:nvSpPr>
          <p:cNvPr id="36" name="TextBox 35">
            <a:extLst>
              <a:ext uri="{FF2B5EF4-FFF2-40B4-BE49-F238E27FC236}">
                <a16:creationId xmlns:a16="http://schemas.microsoft.com/office/drawing/2014/main" id="{D5EBB632-B4D9-4F62-A78E-5CB3FABEF678}"/>
              </a:ext>
            </a:extLst>
          </p:cNvPr>
          <p:cNvSpPr txBox="1"/>
          <p:nvPr/>
        </p:nvSpPr>
        <p:spPr>
          <a:xfrm>
            <a:off x="1458114" y="4065178"/>
            <a:ext cx="4780761" cy="708720"/>
          </a:xfrm>
          <a:prstGeom prst="rect">
            <a:avLst/>
          </a:prstGeom>
          <a:noFill/>
        </p:spPr>
        <p:txBody>
          <a:bodyPr wrap="square" rtlCol="0">
            <a:spAutoFit/>
          </a:bodyPr>
          <a:lstStyle/>
          <a:p>
            <a:pPr marR="0" lvl="0" algn="just">
              <a:lnSpc>
                <a:spcPct val="130000"/>
              </a:lnSpc>
              <a:spcBef>
                <a:spcPts val="0"/>
              </a:spcBef>
              <a:spcAft>
                <a:spcPts val="800"/>
              </a:spcAft>
              <a:buSzPts val="1200"/>
            </a:pPr>
            <a:r>
              <a:rPr lang="vi-VN" sz="1600" dirty="0">
                <a:effectLst/>
                <a:latin typeface="Aptos" panose="020B0004020202020204" pitchFamily="34" charset="0"/>
                <a:ea typeface="Calibri" panose="020F0502020204030204" pitchFamily="34" charset="0"/>
                <a:cs typeface="Calibri" panose="020F0502020204030204" pitchFamily="34" charset="0"/>
              </a:rPr>
              <a:t>Quốc gia đó phải có nguồn dữ liệu về giá trị thay thế sẵn có và đáng tin cậy</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sp>
        <p:nvSpPr>
          <p:cNvPr id="2" name="Text Placeholder 10">
            <a:extLst>
              <a:ext uri="{FF2B5EF4-FFF2-40B4-BE49-F238E27FC236}">
                <a16:creationId xmlns:a16="http://schemas.microsoft.com/office/drawing/2014/main" id="{1C41B367-09F8-B14E-26D3-469F3C158AC3}"/>
              </a:ext>
            </a:extLst>
          </p:cNvPr>
          <p:cNvSpPr txBox="1">
            <a:spLocks/>
          </p:cNvSpPr>
          <p:nvPr/>
        </p:nvSpPr>
        <p:spPr>
          <a:xfrm>
            <a:off x="2058979" y="838588"/>
            <a:ext cx="6932621"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T</a:t>
            </a:r>
            <a:r>
              <a:rPr lang="vi-VN"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ất cả các đơn giá của các yếu tố sản xuất </a:t>
            </a:r>
            <a:r>
              <a:rPr lang="en-US"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(FOP) </a:t>
            </a:r>
            <a:r>
              <a:rPr lang="vi-VN"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tại Mục C sẽ được lấy từ một quốc gia thay thế khác đạt đủ ba điều kiện sau</a:t>
            </a:r>
            <a:r>
              <a:rPr lang="en-US" sz="1600" dirty="0">
                <a:solidFill>
                  <a:srgbClr val="002060"/>
                </a:solidFill>
                <a:effectLst/>
                <a:latin typeface="Aptos" panose="020B0004020202020204" pitchFamily="34" charset="0"/>
                <a:ea typeface="Calibri" panose="020F0502020204030204" pitchFamily="34" charset="0"/>
                <a:cs typeface="Calibri" panose="020F0502020204030204" pitchFamily="34" charset="0"/>
              </a:rPr>
              <a:t>:</a:t>
            </a:r>
            <a:endParaRPr lang="en-US" altLang="ko-KR" sz="1600" b="1" dirty="0">
              <a:solidFill>
                <a:srgbClr val="002060"/>
              </a:solidFill>
              <a:latin typeface="+mj-lt"/>
              <a:cs typeface="Arial" pitchFamily="34" charset="0"/>
            </a:endParaRPr>
          </a:p>
        </p:txBody>
      </p:sp>
      <p:sp>
        <p:nvSpPr>
          <p:cNvPr id="4" name="TextBox 3">
            <a:extLst>
              <a:ext uri="{FF2B5EF4-FFF2-40B4-BE49-F238E27FC236}">
                <a16:creationId xmlns:a16="http://schemas.microsoft.com/office/drawing/2014/main" id="{B14DFF3C-05AA-64E6-928D-BDD6CB8CBAED}"/>
              </a:ext>
            </a:extLst>
          </p:cNvPr>
          <p:cNvSpPr txBox="1"/>
          <p:nvPr/>
        </p:nvSpPr>
        <p:spPr>
          <a:xfrm>
            <a:off x="1458114" y="3139110"/>
            <a:ext cx="4780761" cy="708720"/>
          </a:xfrm>
          <a:prstGeom prst="rect">
            <a:avLst/>
          </a:prstGeom>
          <a:noFill/>
        </p:spPr>
        <p:txBody>
          <a:bodyPr wrap="square" rtlCol="0">
            <a:spAutoFit/>
          </a:bodyPr>
          <a:lstStyle/>
          <a:p>
            <a:pPr marR="0" lvl="0" algn="just">
              <a:lnSpc>
                <a:spcPct val="130000"/>
              </a:lnSpc>
              <a:spcBef>
                <a:spcPts val="0"/>
              </a:spcBef>
              <a:spcAft>
                <a:spcPts val="800"/>
              </a:spcAft>
              <a:buSzPts val="1200"/>
            </a:pPr>
            <a:r>
              <a:rPr lang="vi-VN" sz="1600" dirty="0">
                <a:effectLst/>
                <a:latin typeface="Aptos" panose="020B0004020202020204" pitchFamily="34" charset="0"/>
                <a:ea typeface="Calibri" panose="020F0502020204030204" pitchFamily="34" charset="0"/>
                <a:cs typeface="Calibri" panose="020F0502020204030204" pitchFamily="34" charset="0"/>
              </a:rPr>
              <a:t>Quốc gia đó phải là một nền sản xuất lớn sản phẩm bị điều tra</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AAAB2E9E-0066-6BCE-535D-0856BEF4A58E}"/>
              </a:ext>
            </a:extLst>
          </p:cNvPr>
          <p:cNvGraphicFramePr>
            <a:graphicFrameLocks noGrp="1"/>
          </p:cNvGraphicFramePr>
          <p:nvPr>
            <p:extLst>
              <p:ext uri="{D42A27DB-BD31-4B8C-83A1-F6EECF244321}">
                <p14:modId xmlns:p14="http://schemas.microsoft.com/office/powerpoint/2010/main" val="317073793"/>
              </p:ext>
            </p:extLst>
          </p:nvPr>
        </p:nvGraphicFramePr>
        <p:xfrm>
          <a:off x="6715125" y="1998724"/>
          <a:ext cx="5210175" cy="2860552"/>
        </p:xfrm>
        <a:graphic>
          <a:graphicData uri="http://schemas.openxmlformats.org/drawingml/2006/table">
            <a:tbl>
              <a:tblPr firstRow="1" firstCol="1" bandRow="1">
                <a:tableStyleId>{073A0DAA-6AF3-43AB-8588-CEC1D06C72B9}</a:tableStyleId>
              </a:tblPr>
              <a:tblGrid>
                <a:gridCol w="1598479">
                  <a:extLst>
                    <a:ext uri="{9D8B030D-6E8A-4147-A177-3AD203B41FA5}">
                      <a16:colId xmlns:a16="http://schemas.microsoft.com/office/drawing/2014/main" val="3561830455"/>
                    </a:ext>
                  </a:extLst>
                </a:gridCol>
                <a:gridCol w="1888596">
                  <a:extLst>
                    <a:ext uri="{9D8B030D-6E8A-4147-A177-3AD203B41FA5}">
                      <a16:colId xmlns:a16="http://schemas.microsoft.com/office/drawing/2014/main" val="3717344173"/>
                    </a:ext>
                  </a:extLst>
                </a:gridCol>
                <a:gridCol w="1723100">
                  <a:extLst>
                    <a:ext uri="{9D8B030D-6E8A-4147-A177-3AD203B41FA5}">
                      <a16:colId xmlns:a16="http://schemas.microsoft.com/office/drawing/2014/main" val="743501024"/>
                    </a:ext>
                  </a:extLst>
                </a:gridCol>
              </a:tblGrid>
              <a:tr h="190500">
                <a:tc>
                  <a:txBody>
                    <a:bodyPr/>
                    <a:lstStyle/>
                    <a:p>
                      <a:pPr marL="0" marR="0" algn="ctr">
                        <a:lnSpc>
                          <a:spcPct val="130000"/>
                        </a:lnSpc>
                        <a:spcBef>
                          <a:spcPts val="0"/>
                        </a:spcBef>
                        <a:spcAft>
                          <a:spcPts val="0"/>
                        </a:spcAft>
                      </a:pPr>
                      <a:r>
                        <a:rPr lang="en-US" sz="1400" dirty="0" err="1">
                          <a:effectLst/>
                        </a:rPr>
                        <a:t>Quốc</a:t>
                      </a:r>
                      <a:r>
                        <a:rPr lang="en-US" sz="1400" dirty="0">
                          <a:effectLst/>
                        </a:rPr>
                        <a:t> </a:t>
                      </a:r>
                      <a:r>
                        <a:rPr lang="en-US" sz="1400" dirty="0" err="1">
                          <a:effectLst/>
                        </a:rPr>
                        <a:t>gia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30000"/>
                        </a:lnSpc>
                        <a:spcBef>
                          <a:spcPts val="0"/>
                        </a:spcBef>
                        <a:spcAft>
                          <a:spcPts val="0"/>
                        </a:spcAft>
                      </a:pPr>
                      <a:r>
                        <a:rPr lang="en-US" sz="1400" dirty="0" err="1">
                          <a:effectLst/>
                        </a:rPr>
                        <a:t>Lượng</a:t>
                      </a:r>
                      <a:r>
                        <a:rPr lang="en-US" sz="1400" dirty="0">
                          <a:effectLst/>
                        </a:rPr>
                        <a:t> </a:t>
                      </a:r>
                      <a:r>
                        <a:rPr lang="en-US" sz="1400" dirty="0" err="1">
                          <a:effectLst/>
                        </a:rPr>
                        <a:t>xuất</a:t>
                      </a:r>
                      <a:r>
                        <a:rPr lang="en-US" sz="1400" dirty="0">
                          <a:effectLst/>
                        </a:rPr>
                        <a:t> </a:t>
                      </a:r>
                      <a:r>
                        <a:rPr lang="en-US" sz="1400" dirty="0" err="1">
                          <a:effectLst/>
                        </a:rPr>
                        <a:t>khẩu</a:t>
                      </a:r>
                      <a:r>
                        <a:rPr lang="en-US" sz="1400" dirty="0">
                          <a:effectLst/>
                        </a:rPr>
                        <a:t> </a:t>
                      </a:r>
                      <a:r>
                        <a:rPr lang="en-US" sz="1400" dirty="0" err="1">
                          <a:effectLst/>
                        </a:rPr>
                        <a:t>sản</a:t>
                      </a:r>
                      <a:r>
                        <a:rPr lang="en-US" sz="1400" dirty="0">
                          <a:effectLst/>
                        </a:rPr>
                        <a:t> </a:t>
                      </a:r>
                      <a:r>
                        <a:rPr lang="en-US" sz="1400" dirty="0" err="1">
                          <a:effectLst/>
                        </a:rPr>
                        <a:t>phẩm</a:t>
                      </a:r>
                      <a:r>
                        <a:rPr lang="en-US" sz="1400" dirty="0">
                          <a:effectLst/>
                        </a:rPr>
                        <a:t> PET (T7/2023 – T6/2024) (</a:t>
                      </a:r>
                      <a:r>
                        <a:rPr lang="en-US" sz="1400" dirty="0" err="1">
                          <a:effectLst/>
                        </a:rPr>
                        <a:t>Tấn</a:t>
                      </a:r>
                      <a:r>
                        <a:rPr lang="en-US" sz="1400" dirty="0">
                          <a:effectLst/>
                        </a:rPr>
                        <a:t>)</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30000"/>
                        </a:lnSpc>
                        <a:spcBef>
                          <a:spcPts val="0"/>
                        </a:spcBef>
                        <a:spcAft>
                          <a:spcPts val="0"/>
                        </a:spcAft>
                      </a:pPr>
                      <a:r>
                        <a:rPr lang="en-US" sz="1400" dirty="0">
                          <a:effectLst/>
                        </a:rPr>
                        <a:t>GNI (USD)</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14527002"/>
                  </a:ext>
                </a:extLst>
              </a:tr>
              <a:tr h="190500">
                <a:tc>
                  <a:txBody>
                    <a:bodyPr/>
                    <a:lstStyle/>
                    <a:p>
                      <a:pPr marL="0" marR="0">
                        <a:lnSpc>
                          <a:spcPct val="130000"/>
                        </a:lnSpc>
                        <a:spcBef>
                          <a:spcPts val="0"/>
                        </a:spcBef>
                        <a:spcAft>
                          <a:spcPts val="0"/>
                        </a:spcAft>
                      </a:pPr>
                      <a:r>
                        <a:rPr lang="en-US" sz="1400">
                          <a:effectLst/>
                        </a:rPr>
                        <a:t>Mexico</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695,311</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$10,820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815372561"/>
                  </a:ext>
                </a:extLst>
              </a:tr>
              <a:tr h="190500">
                <a:tc>
                  <a:txBody>
                    <a:bodyPr/>
                    <a:lstStyle/>
                    <a:p>
                      <a:pPr marL="0" marR="0">
                        <a:lnSpc>
                          <a:spcPct val="130000"/>
                        </a:lnSpc>
                        <a:spcBef>
                          <a:spcPts val="0"/>
                        </a:spcBef>
                        <a:spcAft>
                          <a:spcPts val="0"/>
                        </a:spcAft>
                      </a:pPr>
                      <a:r>
                        <a:rPr lang="en-US" sz="1400">
                          <a:effectLst/>
                        </a:rPr>
                        <a:t>Thailand</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2,365,823</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$7,230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334278724"/>
                  </a:ext>
                </a:extLst>
              </a:tr>
              <a:tr h="190500">
                <a:tc>
                  <a:txBody>
                    <a:bodyPr/>
                    <a:lstStyle/>
                    <a:p>
                      <a:pPr marL="0" marR="0">
                        <a:lnSpc>
                          <a:spcPct val="130000"/>
                        </a:lnSpc>
                        <a:spcBef>
                          <a:spcPts val="0"/>
                        </a:spcBef>
                        <a:spcAft>
                          <a:spcPts val="0"/>
                        </a:spcAft>
                      </a:pPr>
                      <a:r>
                        <a:rPr lang="en-US" sz="1400">
                          <a:effectLst/>
                        </a:rPr>
                        <a:t>Colombia</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80,889</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$6,500</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95522564"/>
                  </a:ext>
                </a:extLst>
              </a:tr>
              <a:tr h="190500">
                <a:tc>
                  <a:txBody>
                    <a:bodyPr/>
                    <a:lstStyle/>
                    <a:p>
                      <a:pPr marL="0" marR="0">
                        <a:lnSpc>
                          <a:spcPct val="130000"/>
                        </a:lnSpc>
                        <a:spcBef>
                          <a:spcPts val="0"/>
                        </a:spcBef>
                        <a:spcAft>
                          <a:spcPts val="0"/>
                        </a:spcAft>
                      </a:pPr>
                      <a:r>
                        <a:rPr lang="en-US" sz="1400" dirty="0">
                          <a:effectLst/>
                        </a:rPr>
                        <a:t>Indonesia</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286,712</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$4,580</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15225779"/>
                  </a:ext>
                </a:extLst>
              </a:tr>
              <a:tr h="190500">
                <a:tc>
                  <a:txBody>
                    <a:bodyPr/>
                    <a:lstStyle/>
                    <a:p>
                      <a:pPr marL="0" marR="0">
                        <a:lnSpc>
                          <a:spcPct val="130000"/>
                        </a:lnSpc>
                        <a:spcBef>
                          <a:spcPts val="0"/>
                        </a:spcBef>
                        <a:spcAft>
                          <a:spcPts val="0"/>
                        </a:spcAft>
                      </a:pPr>
                      <a:r>
                        <a:rPr lang="en-US" sz="1400">
                          <a:effectLst/>
                        </a:rPr>
                        <a:t>Egypt</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453,422</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highlight>
                            <a:srgbClr val="FFFF00"/>
                          </a:highlight>
                        </a:rPr>
                        <a:t>$4,100</a:t>
                      </a:r>
                      <a:endParaRPr lang="en-US" sz="140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5576688"/>
                  </a:ext>
                </a:extLst>
              </a:tr>
              <a:tr h="190500">
                <a:tc>
                  <a:txBody>
                    <a:bodyPr/>
                    <a:lstStyle/>
                    <a:p>
                      <a:pPr marL="0" marR="0">
                        <a:lnSpc>
                          <a:spcPct val="130000"/>
                        </a:lnSpc>
                        <a:spcBef>
                          <a:spcPts val="0"/>
                        </a:spcBef>
                        <a:spcAft>
                          <a:spcPts val="0"/>
                        </a:spcAft>
                      </a:pPr>
                      <a:r>
                        <a:rPr lang="en-US" sz="1400">
                          <a:effectLst/>
                        </a:rPr>
                        <a:t>Việt Nam</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920,122</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$4,010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4085785042"/>
                  </a:ext>
                </a:extLst>
              </a:tr>
              <a:tr h="190500">
                <a:tc>
                  <a:txBody>
                    <a:bodyPr/>
                    <a:lstStyle/>
                    <a:p>
                      <a:pPr marL="0" marR="0">
                        <a:lnSpc>
                          <a:spcPct val="130000"/>
                        </a:lnSpc>
                        <a:spcBef>
                          <a:spcPts val="0"/>
                        </a:spcBef>
                        <a:spcAft>
                          <a:spcPts val="0"/>
                        </a:spcAft>
                      </a:pPr>
                      <a:r>
                        <a:rPr lang="en-US" sz="1400">
                          <a:effectLst/>
                        </a:rPr>
                        <a:t>Philippines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a:effectLst/>
                        </a:rPr>
                        <a:t>19,705</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30000"/>
                        </a:lnSpc>
                        <a:spcBef>
                          <a:spcPts val="0"/>
                        </a:spcBef>
                        <a:spcAft>
                          <a:spcPts val="0"/>
                        </a:spcAft>
                      </a:pPr>
                      <a:r>
                        <a:rPr lang="en-US" sz="1400" dirty="0">
                          <a:effectLst/>
                        </a:rPr>
                        <a:t>$3,950</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131481187"/>
                  </a:ext>
                </a:extLst>
              </a:tr>
            </a:tbl>
          </a:graphicData>
        </a:graphic>
      </p:graphicFrame>
    </p:spTree>
    <p:extLst>
      <p:ext uri="{BB962C8B-B14F-4D97-AF65-F5344CB8AC3E}">
        <p14:creationId xmlns:p14="http://schemas.microsoft.com/office/powerpoint/2010/main" val="746040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1">
            <a:extLst>
              <a:ext uri="{FF2B5EF4-FFF2-40B4-BE49-F238E27FC236}">
                <a16:creationId xmlns:a16="http://schemas.microsoft.com/office/drawing/2014/main" id="{9FEEE215-2C15-4E49-A9E1-0606AF63EE68}"/>
              </a:ext>
            </a:extLst>
          </p:cNvPr>
          <p:cNvSpPr txBox="1">
            <a:spLocks/>
          </p:cNvSpPr>
          <p:nvPr/>
        </p:nvSpPr>
        <p:spPr>
          <a:xfrm>
            <a:off x="585583" y="659736"/>
            <a:ext cx="11429366" cy="626139"/>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b="1" dirty="0">
                <a:solidFill>
                  <a:schemeClr val="bg1"/>
                </a:solidFill>
              </a:rPr>
              <a:t>5. </a:t>
            </a:r>
            <a:r>
              <a:rPr lang="en-US" sz="4000" b="1" kern="1200" dirty="0">
                <a:solidFill>
                  <a:schemeClr val="bg1"/>
                </a:solidFill>
                <a:latin typeface="+mj-lt"/>
                <a:ea typeface="+mj-ea"/>
                <a:cs typeface="+mj-cs"/>
              </a:rPr>
              <a:t>KẾT QUẢ BIÊN ĐỘ PHÁ GIÁ</a:t>
            </a:r>
            <a:endParaRPr lang="en-US" sz="4000" b="1" dirty="0">
              <a:solidFill>
                <a:schemeClr val="bg1"/>
              </a:solidFill>
            </a:endParaRPr>
          </a:p>
        </p:txBody>
      </p:sp>
      <p:graphicFrame>
        <p:nvGraphicFramePr>
          <p:cNvPr id="4" name="Table 3">
            <a:extLst>
              <a:ext uri="{FF2B5EF4-FFF2-40B4-BE49-F238E27FC236}">
                <a16:creationId xmlns:a16="http://schemas.microsoft.com/office/drawing/2014/main" id="{ADFA7315-D588-F03B-D4CE-700AB7170EC7}"/>
              </a:ext>
            </a:extLst>
          </p:cNvPr>
          <p:cNvGraphicFramePr>
            <a:graphicFrameLocks noGrp="1"/>
          </p:cNvGraphicFramePr>
          <p:nvPr>
            <p:extLst>
              <p:ext uri="{D42A27DB-BD31-4B8C-83A1-F6EECF244321}">
                <p14:modId xmlns:p14="http://schemas.microsoft.com/office/powerpoint/2010/main" val="833076298"/>
              </p:ext>
            </p:extLst>
          </p:nvPr>
        </p:nvGraphicFramePr>
        <p:xfrm>
          <a:off x="585583" y="1978294"/>
          <a:ext cx="11236442" cy="3586354"/>
        </p:xfrm>
        <a:graphic>
          <a:graphicData uri="http://schemas.openxmlformats.org/drawingml/2006/table">
            <a:tbl>
              <a:tblPr firstRow="1" firstCol="1" bandRow="1">
                <a:tableStyleId>{9D7B26C5-4107-4FEC-AEDC-1716B250A1EF}</a:tableStyleId>
              </a:tblPr>
              <a:tblGrid>
                <a:gridCol w="1871418">
                  <a:extLst>
                    <a:ext uri="{9D8B030D-6E8A-4147-A177-3AD203B41FA5}">
                      <a16:colId xmlns:a16="http://schemas.microsoft.com/office/drawing/2014/main" val="218189160"/>
                    </a:ext>
                  </a:extLst>
                </a:gridCol>
                <a:gridCol w="2488115">
                  <a:extLst>
                    <a:ext uri="{9D8B030D-6E8A-4147-A177-3AD203B41FA5}">
                      <a16:colId xmlns:a16="http://schemas.microsoft.com/office/drawing/2014/main" val="4073757463"/>
                    </a:ext>
                  </a:extLst>
                </a:gridCol>
                <a:gridCol w="2556115">
                  <a:extLst>
                    <a:ext uri="{9D8B030D-6E8A-4147-A177-3AD203B41FA5}">
                      <a16:colId xmlns:a16="http://schemas.microsoft.com/office/drawing/2014/main" val="3125224552"/>
                    </a:ext>
                  </a:extLst>
                </a:gridCol>
                <a:gridCol w="2475410">
                  <a:extLst>
                    <a:ext uri="{9D8B030D-6E8A-4147-A177-3AD203B41FA5}">
                      <a16:colId xmlns:a16="http://schemas.microsoft.com/office/drawing/2014/main" val="3371291652"/>
                    </a:ext>
                  </a:extLst>
                </a:gridCol>
                <a:gridCol w="1845384">
                  <a:extLst>
                    <a:ext uri="{9D8B030D-6E8A-4147-A177-3AD203B41FA5}">
                      <a16:colId xmlns:a16="http://schemas.microsoft.com/office/drawing/2014/main" val="4047038398"/>
                    </a:ext>
                  </a:extLst>
                </a:gridCol>
              </a:tblGrid>
              <a:tr h="880060">
                <a:tc>
                  <a:txBody>
                    <a:bodyPr/>
                    <a:lstStyle/>
                    <a:p>
                      <a:pPr marL="0" marR="0" algn="ctr">
                        <a:lnSpc>
                          <a:spcPct val="130000"/>
                        </a:lnSpc>
                        <a:spcBef>
                          <a:spcPts val="0"/>
                        </a:spcBef>
                        <a:spcAft>
                          <a:spcPts val="0"/>
                        </a:spcAft>
                      </a:pPr>
                      <a:r>
                        <a:rPr lang="en-US" sz="1600" b="1" cap="none" spc="0" dirty="0" err="1">
                          <a:solidFill>
                            <a:schemeClr val="bg1"/>
                          </a:solidFill>
                          <a:effectLst/>
                        </a:rPr>
                        <a:t>Quốc</a:t>
                      </a:r>
                      <a:r>
                        <a:rPr lang="en-US" sz="1600" b="1" cap="none" spc="0" dirty="0">
                          <a:solidFill>
                            <a:schemeClr val="bg1"/>
                          </a:solidFill>
                          <a:effectLst/>
                        </a:rPr>
                        <a:t> </a:t>
                      </a:r>
                      <a:r>
                        <a:rPr lang="en-US" sz="1600" b="1" cap="none" spc="0" dirty="0" err="1">
                          <a:solidFill>
                            <a:schemeClr val="bg1"/>
                          </a:solidFill>
                          <a:effectLst/>
                        </a:rPr>
                        <a:t>gia</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dirty="0" err="1">
                          <a:solidFill>
                            <a:schemeClr val="bg1"/>
                          </a:solidFill>
                          <a:effectLst/>
                        </a:rPr>
                        <a:t>Giá</a:t>
                      </a:r>
                      <a:r>
                        <a:rPr lang="en-US" sz="1600" b="1" cap="none" spc="0" dirty="0">
                          <a:solidFill>
                            <a:schemeClr val="bg1"/>
                          </a:solidFill>
                          <a:effectLst/>
                        </a:rPr>
                        <a:t> </a:t>
                      </a:r>
                      <a:r>
                        <a:rPr lang="en-US" sz="1600" b="1" cap="none" spc="0" dirty="0" err="1">
                          <a:solidFill>
                            <a:schemeClr val="bg1"/>
                          </a:solidFill>
                          <a:effectLst/>
                        </a:rPr>
                        <a:t>xuất</a:t>
                      </a:r>
                      <a:r>
                        <a:rPr lang="en-US" sz="1600" b="1" cap="none" spc="0" dirty="0">
                          <a:solidFill>
                            <a:schemeClr val="bg1"/>
                          </a:solidFill>
                          <a:effectLst/>
                        </a:rPr>
                        <a:t> </a:t>
                      </a:r>
                      <a:r>
                        <a:rPr lang="en-US" sz="1600" b="1" cap="none" spc="0" dirty="0" err="1">
                          <a:solidFill>
                            <a:schemeClr val="bg1"/>
                          </a:solidFill>
                          <a:effectLst/>
                        </a:rPr>
                        <a:t>khẩu</a:t>
                      </a:r>
                      <a:r>
                        <a:rPr lang="en-US" sz="1600" b="1" cap="none" spc="0" dirty="0">
                          <a:solidFill>
                            <a:schemeClr val="bg1"/>
                          </a:solidFill>
                          <a:effectLst/>
                        </a:rPr>
                        <a:t> </a:t>
                      </a:r>
                      <a:r>
                        <a:rPr lang="en-US" sz="1600" b="1" cap="none" spc="0" dirty="0" err="1">
                          <a:solidFill>
                            <a:schemeClr val="bg1"/>
                          </a:solidFill>
                          <a:effectLst/>
                        </a:rPr>
                        <a:t>sau</a:t>
                      </a:r>
                      <a:r>
                        <a:rPr lang="en-US" sz="1600" b="1" cap="none" spc="0" dirty="0">
                          <a:solidFill>
                            <a:schemeClr val="bg1"/>
                          </a:solidFill>
                          <a:effectLst/>
                        </a:rPr>
                        <a:t> </a:t>
                      </a:r>
                      <a:r>
                        <a:rPr lang="en-US" sz="1600" b="1" cap="none" spc="0" dirty="0" err="1">
                          <a:solidFill>
                            <a:schemeClr val="bg1"/>
                          </a:solidFill>
                          <a:effectLst/>
                        </a:rPr>
                        <a:t>điều</a:t>
                      </a:r>
                      <a:r>
                        <a:rPr lang="en-US" sz="1600" b="1" cap="none" spc="0" dirty="0">
                          <a:solidFill>
                            <a:schemeClr val="bg1"/>
                          </a:solidFill>
                          <a:effectLst/>
                        </a:rPr>
                        <a:t> </a:t>
                      </a:r>
                      <a:r>
                        <a:rPr lang="en-US" sz="1600" b="1" cap="none" spc="0" dirty="0" err="1">
                          <a:solidFill>
                            <a:schemeClr val="bg1"/>
                          </a:solidFill>
                          <a:effectLst/>
                        </a:rPr>
                        <a:t>chỉnh</a:t>
                      </a:r>
                      <a:r>
                        <a:rPr lang="en-US" sz="1600" b="1" cap="none" spc="0" dirty="0">
                          <a:solidFill>
                            <a:schemeClr val="bg1"/>
                          </a:solidFill>
                          <a:effectLst/>
                        </a:rPr>
                        <a:t> (USD/Kg)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dirty="0" err="1">
                          <a:solidFill>
                            <a:schemeClr val="bg1"/>
                          </a:solidFill>
                          <a:effectLst/>
                        </a:rPr>
                        <a:t>Giá</a:t>
                      </a:r>
                      <a:r>
                        <a:rPr lang="en-US" sz="1600" b="1" cap="none" spc="0" dirty="0">
                          <a:solidFill>
                            <a:schemeClr val="bg1"/>
                          </a:solidFill>
                          <a:effectLst/>
                        </a:rPr>
                        <a:t> </a:t>
                      </a:r>
                      <a:r>
                        <a:rPr lang="en-US" sz="1600" b="1" cap="none" spc="0" dirty="0" err="1">
                          <a:solidFill>
                            <a:schemeClr val="bg1"/>
                          </a:solidFill>
                          <a:effectLst/>
                        </a:rPr>
                        <a:t>trị</a:t>
                      </a:r>
                      <a:r>
                        <a:rPr lang="en-US" sz="1600" b="1" cap="none" spc="0" dirty="0">
                          <a:solidFill>
                            <a:schemeClr val="bg1"/>
                          </a:solidFill>
                          <a:effectLst/>
                        </a:rPr>
                        <a:t> </a:t>
                      </a:r>
                      <a:r>
                        <a:rPr lang="en-US" sz="1600" b="1" cap="none" spc="0" dirty="0" err="1">
                          <a:solidFill>
                            <a:schemeClr val="bg1"/>
                          </a:solidFill>
                          <a:effectLst/>
                        </a:rPr>
                        <a:t>thông</a:t>
                      </a:r>
                      <a:r>
                        <a:rPr lang="en-US" sz="1600" b="1" cap="none" spc="0" dirty="0">
                          <a:solidFill>
                            <a:schemeClr val="bg1"/>
                          </a:solidFill>
                          <a:effectLst/>
                        </a:rPr>
                        <a:t> </a:t>
                      </a:r>
                      <a:r>
                        <a:rPr lang="en-US" sz="1600" b="1" cap="none" spc="0" dirty="0" err="1">
                          <a:solidFill>
                            <a:schemeClr val="bg1"/>
                          </a:solidFill>
                          <a:effectLst/>
                        </a:rPr>
                        <a:t>thường</a:t>
                      </a:r>
                      <a:r>
                        <a:rPr lang="en-US" sz="1600" b="1" cap="none" spc="0" dirty="0">
                          <a:solidFill>
                            <a:schemeClr val="bg1"/>
                          </a:solidFill>
                          <a:effectLst/>
                        </a:rPr>
                        <a:t> (USD/Kg)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dirty="0" err="1">
                          <a:solidFill>
                            <a:schemeClr val="bg1"/>
                          </a:solidFill>
                          <a:effectLst/>
                        </a:rPr>
                        <a:t>Biên</a:t>
                      </a:r>
                      <a:r>
                        <a:rPr lang="en-US" sz="1600" b="1" cap="none" spc="0" dirty="0">
                          <a:solidFill>
                            <a:schemeClr val="bg1"/>
                          </a:solidFill>
                          <a:effectLst/>
                        </a:rPr>
                        <a:t> </a:t>
                      </a:r>
                      <a:r>
                        <a:rPr lang="en-US" sz="1600" b="1" cap="none" spc="0" dirty="0" err="1">
                          <a:solidFill>
                            <a:schemeClr val="bg1"/>
                          </a:solidFill>
                          <a:effectLst/>
                        </a:rPr>
                        <a:t>độ</a:t>
                      </a:r>
                      <a:r>
                        <a:rPr lang="en-US" sz="1600" b="1" cap="none" spc="0" dirty="0">
                          <a:solidFill>
                            <a:schemeClr val="bg1"/>
                          </a:solidFill>
                          <a:effectLst/>
                        </a:rPr>
                        <a:t> </a:t>
                      </a:r>
                      <a:r>
                        <a:rPr lang="en-US" sz="1600" b="1" cap="none" spc="0" dirty="0" err="1">
                          <a:solidFill>
                            <a:schemeClr val="bg1"/>
                          </a:solidFill>
                          <a:effectLst/>
                        </a:rPr>
                        <a:t>bán</a:t>
                      </a:r>
                      <a:r>
                        <a:rPr lang="en-US" sz="1600" b="1" cap="none" spc="0" dirty="0">
                          <a:solidFill>
                            <a:schemeClr val="bg1"/>
                          </a:solidFill>
                          <a:effectLst/>
                        </a:rPr>
                        <a:t> </a:t>
                      </a:r>
                      <a:r>
                        <a:rPr lang="en-US" sz="1600" b="1" cap="none" spc="0" dirty="0" err="1">
                          <a:solidFill>
                            <a:schemeClr val="bg1"/>
                          </a:solidFill>
                          <a:effectLst/>
                        </a:rPr>
                        <a:t>phá</a:t>
                      </a:r>
                      <a:r>
                        <a:rPr lang="en-US" sz="1600" b="1" cap="none" spc="0" dirty="0">
                          <a:solidFill>
                            <a:schemeClr val="bg1"/>
                          </a:solidFill>
                          <a:effectLst/>
                        </a:rPr>
                        <a:t> </a:t>
                      </a:r>
                      <a:r>
                        <a:rPr lang="en-US" sz="1600" b="1" cap="none" spc="0" dirty="0" err="1">
                          <a:solidFill>
                            <a:schemeClr val="bg1"/>
                          </a:solidFill>
                          <a:effectLst/>
                        </a:rPr>
                        <a:t>giá</a:t>
                      </a:r>
                      <a:r>
                        <a:rPr lang="en-US" sz="1600" b="1" cap="none" spc="0" dirty="0">
                          <a:solidFill>
                            <a:schemeClr val="bg1"/>
                          </a:solidFill>
                          <a:effectLst/>
                        </a:rPr>
                        <a:t> (USD/Kg)</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tc>
                  <a:txBody>
                    <a:bodyPr/>
                    <a:lstStyle/>
                    <a:p>
                      <a:pPr marL="0" marR="0" algn="ctr">
                        <a:lnSpc>
                          <a:spcPct val="130000"/>
                        </a:lnSpc>
                        <a:spcBef>
                          <a:spcPts val="0"/>
                        </a:spcBef>
                        <a:spcAft>
                          <a:spcPts val="0"/>
                        </a:spcAft>
                      </a:pPr>
                      <a:r>
                        <a:rPr lang="en-US" sz="1600" b="1" cap="none" spc="0" dirty="0" err="1">
                          <a:solidFill>
                            <a:schemeClr val="bg1"/>
                          </a:solidFill>
                          <a:effectLst/>
                        </a:rPr>
                        <a:t>Biên</a:t>
                      </a:r>
                      <a:r>
                        <a:rPr lang="en-US" sz="1600" b="1" cap="none" spc="0" dirty="0">
                          <a:solidFill>
                            <a:schemeClr val="bg1"/>
                          </a:solidFill>
                          <a:effectLst/>
                        </a:rPr>
                        <a:t> </a:t>
                      </a:r>
                      <a:r>
                        <a:rPr lang="en-US" sz="1600" b="1" cap="none" spc="0" dirty="0" err="1">
                          <a:solidFill>
                            <a:schemeClr val="bg1"/>
                          </a:solidFill>
                          <a:effectLst/>
                        </a:rPr>
                        <a:t>độ</a:t>
                      </a:r>
                      <a:r>
                        <a:rPr lang="en-US" sz="1600" b="1" cap="none" spc="0" dirty="0">
                          <a:solidFill>
                            <a:schemeClr val="bg1"/>
                          </a:solidFill>
                          <a:effectLst/>
                        </a:rPr>
                        <a:t> </a:t>
                      </a:r>
                      <a:r>
                        <a:rPr lang="en-US" sz="1600" b="1" cap="none" spc="0" dirty="0" err="1">
                          <a:solidFill>
                            <a:schemeClr val="bg1"/>
                          </a:solidFill>
                          <a:effectLst/>
                        </a:rPr>
                        <a:t>bán</a:t>
                      </a:r>
                      <a:r>
                        <a:rPr lang="en-US" sz="1600" b="1" cap="none" spc="0" dirty="0">
                          <a:solidFill>
                            <a:schemeClr val="bg1"/>
                          </a:solidFill>
                          <a:effectLst/>
                        </a:rPr>
                        <a:t> </a:t>
                      </a:r>
                      <a:r>
                        <a:rPr lang="en-US" sz="1600" b="1" cap="none" spc="0" dirty="0" err="1">
                          <a:solidFill>
                            <a:schemeClr val="bg1"/>
                          </a:solidFill>
                          <a:effectLst/>
                        </a:rPr>
                        <a:t>phá</a:t>
                      </a:r>
                      <a:r>
                        <a:rPr lang="en-US" sz="1600" b="1" cap="none" spc="0" dirty="0">
                          <a:solidFill>
                            <a:schemeClr val="bg1"/>
                          </a:solidFill>
                          <a:effectLst/>
                        </a:rPr>
                        <a:t> </a:t>
                      </a:r>
                      <a:r>
                        <a:rPr lang="en-US" sz="1600" b="1" cap="none" spc="0" dirty="0" err="1">
                          <a:solidFill>
                            <a:schemeClr val="bg1"/>
                          </a:solidFill>
                          <a:effectLst/>
                        </a:rPr>
                        <a:t>giá</a:t>
                      </a:r>
                      <a:r>
                        <a:rPr lang="en-US" sz="1600" b="1" cap="none" spc="0" dirty="0">
                          <a:solidFill>
                            <a:schemeClr val="bg1"/>
                          </a:solidFill>
                          <a:effectLst/>
                        </a:rPr>
                        <a:t> (%)</a:t>
                      </a:r>
                      <a:endParaRPr lang="en-US" sz="1600" b="1" cap="none" spc="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nchor="b">
                    <a:solidFill>
                      <a:srgbClr val="002060"/>
                    </a:solidFill>
                  </a:tcPr>
                </a:tc>
                <a:extLst>
                  <a:ext uri="{0D108BD9-81ED-4DB2-BD59-A6C34878D82A}">
                    <a16:rowId xmlns:a16="http://schemas.microsoft.com/office/drawing/2014/main" val="2027616812"/>
                  </a:ext>
                </a:extLst>
              </a:tr>
              <a:tr h="451049">
                <a:tc>
                  <a:txBody>
                    <a:bodyPr/>
                    <a:lstStyle/>
                    <a:p>
                      <a:pPr marL="0" marR="0">
                        <a:lnSpc>
                          <a:spcPct val="130000"/>
                        </a:lnSpc>
                        <a:spcBef>
                          <a:spcPts val="0"/>
                        </a:spcBef>
                        <a:spcAft>
                          <a:spcPts val="0"/>
                        </a:spcAft>
                      </a:pPr>
                      <a:r>
                        <a:rPr lang="en-US" sz="1400" b="1" cap="none" spc="0" dirty="0">
                          <a:solidFill>
                            <a:schemeClr val="tx1"/>
                          </a:solidFill>
                          <a:effectLst/>
                        </a:rPr>
                        <a:t>Mexico</a:t>
                      </a:r>
                      <a:endParaRPr lang="en-US" sz="1400" b="1"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1.16</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0.53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(0.63)</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-54%</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1946566079"/>
                  </a:ext>
                </a:extLst>
              </a:tr>
              <a:tr h="451049">
                <a:tc>
                  <a:txBody>
                    <a:bodyPr/>
                    <a:lstStyle/>
                    <a:p>
                      <a:pPr marL="0" marR="0">
                        <a:lnSpc>
                          <a:spcPct val="130000"/>
                        </a:lnSpc>
                        <a:spcBef>
                          <a:spcPts val="0"/>
                        </a:spcBef>
                        <a:spcAft>
                          <a:spcPts val="0"/>
                        </a:spcAft>
                      </a:pPr>
                      <a:r>
                        <a:rPr lang="en-US" sz="1400" b="1" cap="none" spc="0">
                          <a:solidFill>
                            <a:schemeClr val="tx1"/>
                          </a:solidFill>
                          <a:effectLst/>
                        </a:rPr>
                        <a:t>Thailand</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1.17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0.56</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(0.61)</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-52%</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26597054"/>
                  </a:ext>
                </a:extLst>
              </a:tr>
              <a:tr h="451049">
                <a:tc>
                  <a:txBody>
                    <a:bodyPr/>
                    <a:lstStyle/>
                    <a:p>
                      <a:pPr marL="0" marR="0">
                        <a:lnSpc>
                          <a:spcPct val="130000"/>
                        </a:lnSpc>
                        <a:spcBef>
                          <a:spcPts val="0"/>
                        </a:spcBef>
                        <a:spcAft>
                          <a:spcPts val="0"/>
                        </a:spcAft>
                      </a:pPr>
                      <a:r>
                        <a:rPr lang="en-US" sz="1400" b="1" cap="none" spc="0">
                          <a:solidFill>
                            <a:schemeClr val="tx1"/>
                          </a:solidFill>
                          <a:effectLst/>
                        </a:rPr>
                        <a:t>Colombia</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1.16</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1.83</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0.67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57%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589454985"/>
                  </a:ext>
                </a:extLst>
              </a:tr>
              <a:tr h="451049">
                <a:tc>
                  <a:txBody>
                    <a:bodyPr/>
                    <a:lstStyle/>
                    <a:p>
                      <a:pPr marL="0" marR="0">
                        <a:lnSpc>
                          <a:spcPct val="130000"/>
                        </a:lnSpc>
                        <a:spcBef>
                          <a:spcPts val="0"/>
                        </a:spcBef>
                        <a:spcAft>
                          <a:spcPts val="0"/>
                        </a:spcAft>
                      </a:pPr>
                      <a:r>
                        <a:rPr lang="en-US" sz="1400" b="1" cap="none" spc="0">
                          <a:solidFill>
                            <a:schemeClr val="tx1"/>
                          </a:solidFill>
                          <a:effectLst/>
                        </a:rPr>
                        <a:t>Indonesia</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1.16</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1.02</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(0.14)</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-12%</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2249223938"/>
                  </a:ext>
                </a:extLst>
              </a:tr>
              <a:tr h="451049">
                <a:tc>
                  <a:txBody>
                    <a:bodyPr/>
                    <a:lstStyle/>
                    <a:p>
                      <a:pPr marL="0" marR="0">
                        <a:lnSpc>
                          <a:spcPct val="130000"/>
                        </a:lnSpc>
                        <a:spcBef>
                          <a:spcPts val="0"/>
                        </a:spcBef>
                        <a:spcAft>
                          <a:spcPts val="0"/>
                        </a:spcAft>
                      </a:pPr>
                      <a:r>
                        <a:rPr lang="en-US" sz="1400" b="1" cap="none" spc="0">
                          <a:solidFill>
                            <a:schemeClr val="tx1"/>
                          </a:solidFill>
                          <a:effectLst/>
                        </a:rPr>
                        <a:t>Egypt</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1.15</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0.85</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(0.31)</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-27%</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3440118715"/>
                  </a:ext>
                </a:extLst>
              </a:tr>
              <a:tr h="451049">
                <a:tc>
                  <a:txBody>
                    <a:bodyPr/>
                    <a:lstStyle/>
                    <a:p>
                      <a:pPr marL="0" marR="0">
                        <a:lnSpc>
                          <a:spcPct val="130000"/>
                        </a:lnSpc>
                        <a:spcBef>
                          <a:spcPts val="0"/>
                        </a:spcBef>
                        <a:spcAft>
                          <a:spcPts val="0"/>
                        </a:spcAft>
                      </a:pPr>
                      <a:r>
                        <a:rPr lang="en-US" sz="1400" b="1" cap="none" spc="0">
                          <a:solidFill>
                            <a:schemeClr val="tx1"/>
                          </a:solidFill>
                          <a:effectLst/>
                        </a:rPr>
                        <a:t>Philippines</a:t>
                      </a:r>
                      <a:endParaRPr lang="en-US" sz="1400" b="1"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1.10</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a:solidFill>
                            <a:schemeClr val="tx1"/>
                          </a:solidFill>
                          <a:effectLst/>
                        </a:rPr>
                        <a:t>0.75</a:t>
                      </a:r>
                      <a:endParaRPr lang="en-US" sz="1400" cap="none" spc="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(0.35)</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tc>
                  <a:txBody>
                    <a:bodyPr/>
                    <a:lstStyle/>
                    <a:p>
                      <a:pPr marL="0" marR="0" algn="ctr">
                        <a:lnSpc>
                          <a:spcPct val="130000"/>
                        </a:lnSpc>
                        <a:spcBef>
                          <a:spcPts val="0"/>
                        </a:spcBef>
                        <a:spcAft>
                          <a:spcPts val="0"/>
                        </a:spcAft>
                      </a:pPr>
                      <a:r>
                        <a:rPr lang="en-US" sz="1400" cap="none" spc="0" dirty="0">
                          <a:solidFill>
                            <a:schemeClr val="tx1"/>
                          </a:solidFill>
                          <a:effectLst/>
                        </a:rPr>
                        <a:t>-32%</a:t>
                      </a:r>
                      <a:endParaRPr lang="en-US" sz="1400" cap="none" spc="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70522" marR="75560" marT="20149" marB="151119"/>
                </a:tc>
                <a:extLst>
                  <a:ext uri="{0D108BD9-81ED-4DB2-BD59-A6C34878D82A}">
                    <a16:rowId xmlns:a16="http://schemas.microsoft.com/office/drawing/2014/main" val="52285131"/>
                  </a:ext>
                </a:extLst>
              </a:tr>
            </a:tbl>
          </a:graphicData>
        </a:graphic>
      </p:graphicFrame>
    </p:spTree>
    <p:extLst>
      <p:ext uri="{BB962C8B-B14F-4D97-AF65-F5344CB8AC3E}">
        <p14:creationId xmlns:p14="http://schemas.microsoft.com/office/powerpoint/2010/main" val="2405193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8A2979-A456-4286-B8FC-8FF4C0C58EFD}"/>
              </a:ext>
            </a:extLst>
          </p:cNvPr>
          <p:cNvSpPr txBox="1"/>
          <p:nvPr/>
        </p:nvSpPr>
        <p:spPr>
          <a:xfrm>
            <a:off x="2324724" y="599765"/>
            <a:ext cx="7542545" cy="738664"/>
          </a:xfrm>
          <a:prstGeom prst="rect">
            <a:avLst/>
          </a:prstGeom>
          <a:noFill/>
        </p:spPr>
        <p:txBody>
          <a:bodyPr wrap="square" rtlCol="0" anchor="ctr">
            <a:spAutoFit/>
          </a:bodyPr>
          <a:lstStyle/>
          <a:p>
            <a:r>
              <a:rPr lang="en-US" altLang="ko-KR" sz="4200" b="1" dirty="0">
                <a:solidFill>
                  <a:srgbClr val="002060"/>
                </a:solidFill>
                <a:cs typeface="Arial" pitchFamily="34" charset="0"/>
              </a:rPr>
              <a:t>6. KẾT LUẬN &amp; KIẾN NGHỊ</a:t>
            </a:r>
            <a:endParaRPr lang="ko-KR" altLang="en-US" sz="4200" b="1" dirty="0">
              <a:solidFill>
                <a:srgbClr val="002060"/>
              </a:solidFill>
              <a:cs typeface="Arial" pitchFamily="34" charset="0"/>
            </a:endParaRPr>
          </a:p>
        </p:txBody>
      </p:sp>
      <p:grpSp>
        <p:nvGrpSpPr>
          <p:cNvPr id="36" name="Group 35">
            <a:extLst>
              <a:ext uri="{FF2B5EF4-FFF2-40B4-BE49-F238E27FC236}">
                <a16:creationId xmlns:a16="http://schemas.microsoft.com/office/drawing/2014/main" id="{47BFF0FC-DCAB-47B2-8C30-94BCD79923D1}"/>
              </a:ext>
            </a:extLst>
          </p:cNvPr>
          <p:cNvGrpSpPr/>
          <p:nvPr/>
        </p:nvGrpSpPr>
        <p:grpSpPr>
          <a:xfrm>
            <a:off x="2012339" y="1454807"/>
            <a:ext cx="8167319" cy="142202"/>
            <a:chOff x="3632040" y="5304907"/>
            <a:chExt cx="8559959" cy="137006"/>
          </a:xfrm>
        </p:grpSpPr>
        <p:grpSp>
          <p:nvGrpSpPr>
            <p:cNvPr id="27" name="Group 26">
              <a:extLst>
                <a:ext uri="{FF2B5EF4-FFF2-40B4-BE49-F238E27FC236}">
                  <a16:creationId xmlns:a16="http://schemas.microsoft.com/office/drawing/2014/main" id="{C77B777B-DEA8-4573-8596-03CD5CF4ACD7}"/>
                </a:ext>
              </a:extLst>
            </p:cNvPr>
            <p:cNvGrpSpPr/>
            <p:nvPr/>
          </p:nvGrpSpPr>
          <p:grpSpPr>
            <a:xfrm>
              <a:off x="3632040" y="5310936"/>
              <a:ext cx="4279981" cy="130977"/>
              <a:chOff x="11445923" y="0"/>
              <a:chExt cx="1119115" cy="2552282"/>
            </a:xfrm>
          </p:grpSpPr>
          <p:sp>
            <p:nvSpPr>
              <p:cNvPr id="28" name="Rectangle 27">
                <a:extLst>
                  <a:ext uri="{FF2B5EF4-FFF2-40B4-BE49-F238E27FC236}">
                    <a16:creationId xmlns:a16="http://schemas.microsoft.com/office/drawing/2014/main" id="{AE60B278-363D-4CBD-BEC2-21DBD0331773}"/>
                  </a:ext>
                </a:extLst>
              </p:cNvPr>
              <p:cNvSpPr/>
              <p:nvPr/>
            </p:nvSpPr>
            <p:spPr>
              <a:xfrm>
                <a:off x="11818961"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Rectangle 28">
                <a:extLst>
                  <a:ext uri="{FF2B5EF4-FFF2-40B4-BE49-F238E27FC236}">
                    <a16:creationId xmlns:a16="http://schemas.microsoft.com/office/drawing/2014/main" id="{8BC28E13-95D1-456C-9D5E-99C7C947E1E0}"/>
                  </a:ext>
                </a:extLst>
              </p:cNvPr>
              <p:cNvSpPr/>
              <p:nvPr/>
            </p:nvSpPr>
            <p:spPr>
              <a:xfrm>
                <a:off x="11445923"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Rectangle 29">
                <a:extLst>
                  <a:ext uri="{FF2B5EF4-FFF2-40B4-BE49-F238E27FC236}">
                    <a16:creationId xmlns:a16="http://schemas.microsoft.com/office/drawing/2014/main" id="{B574B2F7-DAB3-42A4-AB9B-0B484B0455E9}"/>
                  </a:ext>
                </a:extLst>
              </p:cNvPr>
              <p:cNvSpPr/>
              <p:nvPr/>
            </p:nvSpPr>
            <p:spPr>
              <a:xfrm>
                <a:off x="12192000"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nvGrpSpPr>
            <p:cNvPr id="31" name="Group 30">
              <a:extLst>
                <a:ext uri="{FF2B5EF4-FFF2-40B4-BE49-F238E27FC236}">
                  <a16:creationId xmlns:a16="http://schemas.microsoft.com/office/drawing/2014/main" id="{E451F46C-5462-4285-B560-9B15C506BCF2}"/>
                </a:ext>
              </a:extLst>
            </p:cNvPr>
            <p:cNvGrpSpPr/>
            <p:nvPr/>
          </p:nvGrpSpPr>
          <p:grpSpPr>
            <a:xfrm>
              <a:off x="7912018" y="5304907"/>
              <a:ext cx="4279981" cy="137006"/>
              <a:chOff x="11445923" y="0"/>
              <a:chExt cx="1119115" cy="2552282"/>
            </a:xfrm>
          </p:grpSpPr>
          <p:sp>
            <p:nvSpPr>
              <p:cNvPr id="32" name="Rectangle 31">
                <a:extLst>
                  <a:ext uri="{FF2B5EF4-FFF2-40B4-BE49-F238E27FC236}">
                    <a16:creationId xmlns:a16="http://schemas.microsoft.com/office/drawing/2014/main" id="{B4DDE81F-6471-4E3B-ACB1-05368C5221F6}"/>
                  </a:ext>
                </a:extLst>
              </p:cNvPr>
              <p:cNvSpPr/>
              <p:nvPr/>
            </p:nvSpPr>
            <p:spPr>
              <a:xfrm>
                <a:off x="11818961" y="0"/>
                <a:ext cx="373038" cy="255228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Rectangle 32">
                <a:extLst>
                  <a:ext uri="{FF2B5EF4-FFF2-40B4-BE49-F238E27FC236}">
                    <a16:creationId xmlns:a16="http://schemas.microsoft.com/office/drawing/2014/main" id="{FF199574-BA69-4459-9AAF-BBE602C7B5A9}"/>
                  </a:ext>
                </a:extLst>
              </p:cNvPr>
              <p:cNvSpPr/>
              <p:nvPr/>
            </p:nvSpPr>
            <p:spPr>
              <a:xfrm>
                <a:off x="11445923"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4" name="Rectangle 33">
                <a:extLst>
                  <a:ext uri="{FF2B5EF4-FFF2-40B4-BE49-F238E27FC236}">
                    <a16:creationId xmlns:a16="http://schemas.microsoft.com/office/drawing/2014/main" id="{3C84CA51-8DA3-444D-9FC1-163933FD07B1}"/>
                  </a:ext>
                </a:extLst>
              </p:cNvPr>
              <p:cNvSpPr/>
              <p:nvPr/>
            </p:nvSpPr>
            <p:spPr>
              <a:xfrm>
                <a:off x="12192000" y="0"/>
                <a:ext cx="373038" cy="255228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38" name="Picture 37">
            <a:extLst>
              <a:ext uri="{FF2B5EF4-FFF2-40B4-BE49-F238E27FC236}">
                <a16:creationId xmlns:a16="http://schemas.microsoft.com/office/drawing/2014/main" id="{AF0DCD5C-A494-47C5-843B-E141A72CC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770" y="205357"/>
            <a:ext cx="1503680" cy="394408"/>
          </a:xfrm>
          <a:prstGeom prst="rect">
            <a:avLst/>
          </a:prstGeom>
        </p:spPr>
      </p:pic>
      <p:sp>
        <p:nvSpPr>
          <p:cNvPr id="2" name="직사각형 11">
            <a:extLst>
              <a:ext uri="{FF2B5EF4-FFF2-40B4-BE49-F238E27FC236}">
                <a16:creationId xmlns:a16="http://schemas.microsoft.com/office/drawing/2014/main" id="{FB72ABE4-36E2-4A05-928D-2E05C31399A8}"/>
              </a:ext>
            </a:extLst>
          </p:cNvPr>
          <p:cNvSpPr/>
          <p:nvPr/>
        </p:nvSpPr>
        <p:spPr>
          <a:xfrm>
            <a:off x="417284" y="1997476"/>
            <a:ext cx="792391" cy="64633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chemeClr val="bg1"/>
                </a:solidFill>
              </a:rPr>
              <a:t>6.1</a:t>
            </a:r>
            <a:endParaRPr lang="ko-KR" altLang="en-US" sz="2400" b="1" dirty="0">
              <a:solidFill>
                <a:schemeClr val="bg1"/>
              </a:solidFill>
            </a:endParaRPr>
          </a:p>
        </p:txBody>
      </p:sp>
      <p:sp>
        <p:nvSpPr>
          <p:cNvPr id="3" name="Text Placeholder 10">
            <a:extLst>
              <a:ext uri="{FF2B5EF4-FFF2-40B4-BE49-F238E27FC236}">
                <a16:creationId xmlns:a16="http://schemas.microsoft.com/office/drawing/2014/main" id="{E9B81E7C-7DC5-7BCB-0B71-8B2D591618D1}"/>
              </a:ext>
            </a:extLst>
          </p:cNvPr>
          <p:cNvSpPr txBox="1">
            <a:spLocks/>
          </p:cNvSpPr>
          <p:nvPr/>
        </p:nvSpPr>
        <p:spPr>
          <a:xfrm>
            <a:off x="1303586" y="1806976"/>
            <a:ext cx="10288339"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vi-VN" sz="1800" b="1" i="1" dirty="0">
                <a:effectLst/>
                <a:latin typeface="Aptos" panose="020B0004020202020204" pitchFamily="34" charset="0"/>
                <a:ea typeface="Calibri" panose="020F0502020204030204" pitchFamily="34" charset="0"/>
                <a:cs typeface="Calibri" panose="020F0502020204030204" pitchFamily="34" charset="0"/>
              </a:rPr>
              <a:t>Về ước tính biên độ bán phá giá của rPET xuất khẩu sang thị trường Mỹ</a:t>
            </a:r>
            <a:endParaRPr lang="en-US" altLang="ko-KR" sz="3400" b="1" dirty="0">
              <a:solidFill>
                <a:schemeClr val="tx1">
                  <a:lumMod val="75000"/>
                  <a:lumOff val="25000"/>
                </a:schemeClr>
              </a:solidFill>
              <a:latin typeface="+mj-lt"/>
              <a:cs typeface="Arial" pitchFamily="34" charset="0"/>
            </a:endParaRPr>
          </a:p>
        </p:txBody>
      </p:sp>
      <p:sp>
        <p:nvSpPr>
          <p:cNvPr id="7" name="TextBox 6">
            <a:extLst>
              <a:ext uri="{FF2B5EF4-FFF2-40B4-BE49-F238E27FC236}">
                <a16:creationId xmlns:a16="http://schemas.microsoft.com/office/drawing/2014/main" id="{2EBDDE45-560E-AE5E-954D-051736E8A5CB}"/>
              </a:ext>
            </a:extLst>
          </p:cNvPr>
          <p:cNvSpPr txBox="1"/>
          <p:nvPr/>
        </p:nvSpPr>
        <p:spPr>
          <a:xfrm>
            <a:off x="1303586" y="2320642"/>
            <a:ext cx="9829800" cy="584775"/>
          </a:xfrm>
          <a:prstGeom prst="rect">
            <a:avLst/>
          </a:prstGeom>
          <a:noFill/>
        </p:spPr>
        <p:txBody>
          <a:bodyPr wrap="square">
            <a:spAutoFit/>
          </a:bodyPr>
          <a:lstStyle/>
          <a:p>
            <a:r>
              <a:rPr lang="en-US" sz="1600" dirty="0" err="1">
                <a:effectLst/>
                <a:latin typeface="Aptos" panose="020B0004020202020204" pitchFamily="34" charset="0"/>
                <a:ea typeface="Calibri" panose="020F0502020204030204" pitchFamily="34" charset="0"/>
                <a:cs typeface="Calibri" panose="020F0502020204030204" pitchFamily="34" charset="0"/>
              </a:rPr>
              <a:t>Mức</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giá</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xuất</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khẩu</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rPET</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của</a:t>
            </a:r>
            <a:r>
              <a:rPr lang="en-US" sz="1600" dirty="0">
                <a:effectLst/>
                <a:latin typeface="Aptos" panose="020B0004020202020204" pitchFamily="34" charset="0"/>
                <a:ea typeface="Calibri" panose="020F0502020204030204" pitchFamily="34" charset="0"/>
                <a:cs typeface="Calibri" panose="020F0502020204030204" pitchFamily="34" charset="0"/>
              </a:rPr>
              <a:t> DTR </a:t>
            </a:r>
            <a:r>
              <a:rPr lang="en-US" sz="1600" dirty="0" err="1">
                <a:effectLst/>
                <a:latin typeface="Aptos" panose="020B0004020202020204" pitchFamily="34" charset="0"/>
                <a:ea typeface="Calibri" panose="020F0502020204030204" pitchFamily="34" charset="0"/>
                <a:cs typeface="Calibri" panose="020F0502020204030204" pitchFamily="34" charset="0"/>
              </a:rPr>
              <a:t>là</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tương</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đối</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tốt</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và</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nhiều</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khả</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năng</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đem</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lại</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kết</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quả</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về</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biên</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độ</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bán</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phá</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giá</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có</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lợi</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nếu</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Cơ</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quan</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điều</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tra</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Mỹ</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sử</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dụng</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giá</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trị</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thay</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thế</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dirty="0" err="1">
                <a:effectLst/>
                <a:latin typeface="Aptos" panose="020B0004020202020204" pitchFamily="34" charset="0"/>
                <a:ea typeface="Calibri" panose="020F0502020204030204" pitchFamily="34" charset="0"/>
                <a:cs typeface="Calibri" panose="020F0502020204030204" pitchFamily="34" charset="0"/>
              </a:rPr>
              <a:t>từ</a:t>
            </a:r>
            <a:r>
              <a:rPr lang="en-US" sz="1600" dirty="0">
                <a:effectLst/>
                <a:latin typeface="Aptos" panose="020B0004020202020204" pitchFamily="34" charset="0"/>
                <a:ea typeface="Calibri" panose="020F0502020204030204" pitchFamily="34" charset="0"/>
                <a:cs typeface="Calibri" panose="020F0502020204030204" pitchFamily="34" charset="0"/>
              </a:rPr>
              <a:t> Mexico, Thái Lan, Indonesia, Philippines </a:t>
            </a:r>
            <a:r>
              <a:rPr lang="en-US" sz="1600" dirty="0" err="1">
                <a:effectLst/>
                <a:latin typeface="Aptos" panose="020B0004020202020204" pitchFamily="34" charset="0"/>
                <a:ea typeface="Calibri" panose="020F0502020204030204" pitchFamily="34" charset="0"/>
                <a:cs typeface="Calibri" panose="020F0502020204030204" pitchFamily="34" charset="0"/>
              </a:rPr>
              <a:t>hoặc</a:t>
            </a:r>
            <a:r>
              <a:rPr lang="en-US" sz="1600" dirty="0">
                <a:effectLst/>
                <a:latin typeface="Aptos" panose="020B0004020202020204" pitchFamily="34" charset="0"/>
                <a:ea typeface="Calibri" panose="020F0502020204030204" pitchFamily="34" charset="0"/>
                <a:cs typeface="Calibri" panose="020F0502020204030204" pitchFamily="34" charset="0"/>
              </a:rPr>
              <a:t> Egypt</a:t>
            </a:r>
          </a:p>
        </p:txBody>
      </p:sp>
      <p:sp>
        <p:nvSpPr>
          <p:cNvPr id="10" name="직사각형 11">
            <a:extLst>
              <a:ext uri="{FF2B5EF4-FFF2-40B4-BE49-F238E27FC236}">
                <a16:creationId xmlns:a16="http://schemas.microsoft.com/office/drawing/2014/main" id="{7FD4861B-E19B-F3D3-2DA1-2349020E3227}"/>
              </a:ext>
            </a:extLst>
          </p:cNvPr>
          <p:cNvSpPr/>
          <p:nvPr/>
        </p:nvSpPr>
        <p:spPr>
          <a:xfrm>
            <a:off x="417284" y="3268516"/>
            <a:ext cx="792391" cy="64633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chemeClr val="bg1"/>
                </a:solidFill>
              </a:rPr>
              <a:t>6.2</a:t>
            </a:r>
            <a:endParaRPr lang="ko-KR" altLang="en-US" sz="2400" b="1" dirty="0">
              <a:solidFill>
                <a:schemeClr val="bg1"/>
              </a:solidFill>
            </a:endParaRPr>
          </a:p>
        </p:txBody>
      </p:sp>
      <p:sp>
        <p:nvSpPr>
          <p:cNvPr id="11" name="Text Placeholder 10">
            <a:extLst>
              <a:ext uri="{FF2B5EF4-FFF2-40B4-BE49-F238E27FC236}">
                <a16:creationId xmlns:a16="http://schemas.microsoft.com/office/drawing/2014/main" id="{D2AC6F64-9D9F-977B-F946-038424C306B5}"/>
              </a:ext>
            </a:extLst>
          </p:cNvPr>
          <p:cNvSpPr txBox="1">
            <a:spLocks/>
          </p:cNvSpPr>
          <p:nvPr/>
        </p:nvSpPr>
        <p:spPr>
          <a:xfrm>
            <a:off x="1303586" y="3078016"/>
            <a:ext cx="10288339" cy="646332"/>
          </a:xfrm>
          <a:prstGeom prst="rect">
            <a:avLst/>
          </a:prstGeom>
          <a:noFill/>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vi-VN" sz="1800" b="1" i="1" dirty="0">
                <a:effectLst/>
                <a:latin typeface="Aptos" panose="020B0004020202020204" pitchFamily="34" charset="0"/>
                <a:ea typeface="Calibri" panose="020F0502020204030204" pitchFamily="34" charset="0"/>
                <a:cs typeface="Calibri" panose="020F0502020204030204" pitchFamily="34" charset="0"/>
              </a:rPr>
              <a:t>Về </a:t>
            </a:r>
            <a:r>
              <a:rPr lang="en-US" sz="1800" b="1" i="1" dirty="0" err="1">
                <a:effectLst/>
                <a:latin typeface="Aptos" panose="020B0004020202020204" pitchFamily="34" charset="0"/>
                <a:ea typeface="Calibri" panose="020F0502020204030204" pitchFamily="34" charset="0"/>
                <a:cs typeface="Calibri" panose="020F0502020204030204" pitchFamily="34" charset="0"/>
              </a:rPr>
              <a:t>tính</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phù</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hợp</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của</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dữ</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liệu</a:t>
            </a:r>
            <a:r>
              <a:rPr lang="en-US" sz="1800" b="1" i="1" dirty="0">
                <a:effectLst/>
                <a:latin typeface="Aptos" panose="020B0004020202020204" pitchFamily="34" charset="0"/>
                <a:ea typeface="Calibri" panose="020F0502020204030204" pitchFamily="34" charset="0"/>
                <a:cs typeface="Calibri" panose="020F0502020204030204" pitchFamily="34" charset="0"/>
              </a:rPr>
              <a:t> DTR </a:t>
            </a:r>
            <a:r>
              <a:rPr lang="en-US" sz="1800" b="1" i="1" dirty="0" err="1">
                <a:effectLst/>
                <a:latin typeface="Aptos" panose="020B0004020202020204" pitchFamily="34" charset="0"/>
                <a:ea typeface="Calibri" panose="020F0502020204030204" pitchFamily="34" charset="0"/>
                <a:cs typeface="Calibri" panose="020F0502020204030204" pitchFamily="34" charset="0"/>
              </a:rPr>
              <a:t>trong</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các</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vụ</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kháng</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kiện</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phòng</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vệ</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thương</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mại</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của</a:t>
            </a:r>
            <a:r>
              <a:rPr lang="en-US" sz="1800" b="1" i="1" dirty="0">
                <a:effectLst/>
                <a:latin typeface="Aptos" panose="020B0004020202020204" pitchFamily="34" charset="0"/>
                <a:ea typeface="Calibri" panose="020F0502020204030204" pitchFamily="34" charset="0"/>
                <a:cs typeface="Calibri" panose="020F0502020204030204" pitchFamily="34" charset="0"/>
              </a:rPr>
              <a:t> </a:t>
            </a:r>
            <a:r>
              <a:rPr lang="en-US" sz="1800" b="1" i="1" dirty="0" err="1">
                <a:effectLst/>
                <a:latin typeface="Aptos" panose="020B0004020202020204" pitchFamily="34" charset="0"/>
                <a:ea typeface="Calibri" panose="020F0502020204030204" pitchFamily="34" charset="0"/>
                <a:cs typeface="Calibri" panose="020F0502020204030204" pitchFamily="34" charset="0"/>
              </a:rPr>
              <a:t>Mỹ</a:t>
            </a:r>
            <a:endParaRPr lang="en-US" altLang="ko-KR" sz="3400" b="1" dirty="0">
              <a:solidFill>
                <a:schemeClr val="tx1">
                  <a:lumMod val="75000"/>
                  <a:lumOff val="25000"/>
                </a:schemeClr>
              </a:solidFill>
              <a:latin typeface="+mj-lt"/>
              <a:cs typeface="Arial" pitchFamily="34" charset="0"/>
            </a:endParaRPr>
          </a:p>
        </p:txBody>
      </p:sp>
      <p:sp>
        <p:nvSpPr>
          <p:cNvPr id="13" name="TextBox 12">
            <a:extLst>
              <a:ext uri="{FF2B5EF4-FFF2-40B4-BE49-F238E27FC236}">
                <a16:creationId xmlns:a16="http://schemas.microsoft.com/office/drawing/2014/main" id="{C4CC7E37-8019-4D3C-FB0B-4CB90152C4DF}"/>
              </a:ext>
            </a:extLst>
          </p:cNvPr>
          <p:cNvSpPr txBox="1"/>
          <p:nvPr/>
        </p:nvSpPr>
        <p:spPr>
          <a:xfrm>
            <a:off x="1303586" y="3684994"/>
            <a:ext cx="9829800" cy="584775"/>
          </a:xfrm>
          <a:prstGeom prst="rect">
            <a:avLst/>
          </a:prstGeom>
          <a:noFill/>
        </p:spPr>
        <p:txBody>
          <a:bodyPr wrap="square">
            <a:spAutoFit/>
          </a:bodyPr>
          <a:lstStyle/>
          <a:p>
            <a:r>
              <a:rPr lang="vi-VN" sz="1600" dirty="0">
                <a:effectLst/>
                <a:latin typeface="Aptos" panose="020B0004020202020204" pitchFamily="34" charset="0"/>
                <a:ea typeface="Calibri" panose="020F0502020204030204" pitchFamily="34" charset="0"/>
                <a:cs typeface="Calibri" panose="020F0502020204030204" pitchFamily="34" charset="0"/>
              </a:rPr>
              <a:t>Phương pháp tính toán đặc thù và tập trung nhiều vào phương pháp theo dõi lượng tiêu hao NVL trong thành phẩm xuất ra</a:t>
            </a:r>
            <a:r>
              <a:rPr lang="en-US" sz="1600" dirty="0">
                <a:effectLst/>
                <a:latin typeface="Aptos" panose="020B0004020202020204" pitchFamily="34" charset="0"/>
                <a:ea typeface="Calibri" panose="020F0502020204030204" pitchFamily="34" charset="0"/>
                <a:cs typeface="Calibri" panose="020F0502020204030204" pitchFamily="34" charset="0"/>
              </a:rPr>
              <a:t> </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-&gt;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Một</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số</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điểm</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hệ</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thống</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DTR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cần</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hoàn</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 </a:t>
            </a:r>
            <a:r>
              <a:rPr lang="en-US" sz="1600" b="1" dirty="0" err="1">
                <a:solidFill>
                  <a:srgbClr val="FF0000"/>
                </a:solidFill>
                <a:effectLst/>
                <a:latin typeface="Aptos" panose="020B0004020202020204" pitchFamily="34" charset="0"/>
                <a:ea typeface="Calibri" panose="020F0502020204030204" pitchFamily="34" charset="0"/>
                <a:cs typeface="Calibri" panose="020F0502020204030204" pitchFamily="34" charset="0"/>
              </a:rPr>
              <a:t>thiện</a:t>
            </a:r>
            <a:r>
              <a:rPr lang="en-US"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rPr>
              <a:t>:</a:t>
            </a:r>
            <a:endParaRPr lang="vi-VN" sz="1600" b="1" dirty="0">
              <a:solidFill>
                <a:srgbClr val="FF0000"/>
              </a:solidFill>
              <a:effectLst/>
              <a:latin typeface="Aptos" panose="020B0004020202020204" pitchFamily="34" charset="0"/>
              <a:ea typeface="Calibri" panose="020F0502020204030204" pitchFamily="34" charset="0"/>
              <a:cs typeface="Calibri" panose="020F0502020204030204" pitchFamily="34" charset="0"/>
            </a:endParaRPr>
          </a:p>
        </p:txBody>
      </p:sp>
      <p:sp>
        <p:nvSpPr>
          <p:cNvPr id="14" name="Oval 13">
            <a:extLst>
              <a:ext uri="{FF2B5EF4-FFF2-40B4-BE49-F238E27FC236}">
                <a16:creationId xmlns:a16="http://schemas.microsoft.com/office/drawing/2014/main" id="{9259E9BD-EA01-3C17-9DF1-93551CD993CD}"/>
              </a:ext>
            </a:extLst>
          </p:cNvPr>
          <p:cNvSpPr/>
          <p:nvPr/>
        </p:nvSpPr>
        <p:spPr>
          <a:xfrm>
            <a:off x="1459999" y="5104220"/>
            <a:ext cx="458540" cy="452103"/>
          </a:xfrm>
          <a:prstGeom prst="ellipse">
            <a:avLst/>
          </a:prstGeom>
          <a:solidFill>
            <a:schemeClr val="bg1"/>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rgbClr val="002060"/>
                </a:solidFill>
                <a:latin typeface="Arial" pitchFamily="34" charset="0"/>
                <a:cs typeface="Arial" pitchFamily="34" charset="0"/>
              </a:rPr>
              <a:t>2</a:t>
            </a:r>
            <a:endParaRPr lang="ko-KR" altLang="en-US" sz="2400" b="1" dirty="0">
              <a:solidFill>
                <a:srgbClr val="002060"/>
              </a:solidFill>
              <a:latin typeface="Arial" pitchFamily="34" charset="0"/>
              <a:cs typeface="Arial" pitchFamily="34" charset="0"/>
            </a:endParaRPr>
          </a:p>
        </p:txBody>
      </p:sp>
      <p:sp>
        <p:nvSpPr>
          <p:cNvPr id="15" name="Oval 14">
            <a:extLst>
              <a:ext uri="{FF2B5EF4-FFF2-40B4-BE49-F238E27FC236}">
                <a16:creationId xmlns:a16="http://schemas.microsoft.com/office/drawing/2014/main" id="{0BDAE682-86E4-014D-9E17-DCEA9CFDCD34}"/>
              </a:ext>
            </a:extLst>
          </p:cNvPr>
          <p:cNvSpPr/>
          <p:nvPr/>
        </p:nvSpPr>
        <p:spPr>
          <a:xfrm>
            <a:off x="1460000" y="4418574"/>
            <a:ext cx="458539" cy="452103"/>
          </a:xfrm>
          <a:prstGeom prst="ellipse">
            <a:avLst/>
          </a:prstGeom>
          <a:solidFill>
            <a:schemeClr val="bg1"/>
          </a:solid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400" b="1" dirty="0">
                <a:solidFill>
                  <a:srgbClr val="002060"/>
                </a:solidFill>
                <a:latin typeface="Arial" pitchFamily="34" charset="0"/>
                <a:cs typeface="Arial" pitchFamily="34" charset="0"/>
              </a:rPr>
              <a:t>1</a:t>
            </a:r>
            <a:endParaRPr lang="ko-KR" altLang="en-US" sz="2400" b="1" dirty="0">
              <a:solidFill>
                <a:srgbClr val="002060"/>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9FDBB205-09CE-7338-5FEB-56948AD894EA}"/>
              </a:ext>
            </a:extLst>
          </p:cNvPr>
          <p:cNvSpPr txBox="1"/>
          <p:nvPr/>
        </p:nvSpPr>
        <p:spPr>
          <a:xfrm>
            <a:off x="2012339" y="4352237"/>
            <a:ext cx="6931636" cy="584775"/>
          </a:xfrm>
          <a:prstGeom prst="rect">
            <a:avLst/>
          </a:prstGeom>
          <a:noFill/>
        </p:spPr>
        <p:txBody>
          <a:bodyPr wrap="square" rtlCol="0">
            <a:spAutoFit/>
          </a:bodyPr>
          <a:lstStyle/>
          <a:p>
            <a:r>
              <a:rPr lang="vi-VN" sz="1600" dirty="0">
                <a:effectLst/>
                <a:latin typeface="Aptos" panose="020B0004020202020204" pitchFamily="34" charset="0"/>
                <a:ea typeface="Calibri" panose="020F0502020204030204" pitchFamily="34" charset="0"/>
                <a:cs typeface="Calibri" panose="020F0502020204030204" pitchFamily="34" charset="0"/>
              </a:rPr>
              <a:t>Lệnh sản xuất chỉ theo dõi cho từng công đoạn, không có mã lệnh sản xuất xuyên suốt cho toàn bộ quá trình sản xuất sản phẩm rPET</a:t>
            </a:r>
            <a:endParaRPr lang="en-US" altLang="ko-KR" sz="1600" dirty="0">
              <a:solidFill>
                <a:schemeClr val="tx1">
                  <a:lumMod val="95000"/>
                  <a:lumOff val="5000"/>
                </a:schemeClr>
              </a:solidFill>
              <a:latin typeface="Arial" pitchFamily="34" charset="0"/>
              <a:cs typeface="Arial" pitchFamily="34" charset="0"/>
            </a:endParaRPr>
          </a:p>
        </p:txBody>
      </p:sp>
      <p:sp>
        <p:nvSpPr>
          <p:cNvPr id="20" name="TextBox 19">
            <a:extLst>
              <a:ext uri="{FF2B5EF4-FFF2-40B4-BE49-F238E27FC236}">
                <a16:creationId xmlns:a16="http://schemas.microsoft.com/office/drawing/2014/main" id="{C0C49F5B-FAC3-4B12-2DAB-ABC7539FDA75}"/>
              </a:ext>
            </a:extLst>
          </p:cNvPr>
          <p:cNvSpPr txBox="1"/>
          <p:nvPr/>
        </p:nvSpPr>
        <p:spPr>
          <a:xfrm>
            <a:off x="2012339" y="5037883"/>
            <a:ext cx="6699879" cy="584775"/>
          </a:xfrm>
          <a:prstGeom prst="rect">
            <a:avLst/>
          </a:prstGeom>
          <a:noFill/>
        </p:spPr>
        <p:txBody>
          <a:bodyPr wrap="square" rtlCol="0">
            <a:spAutoFit/>
          </a:bodyPr>
          <a:lstStyle/>
          <a:p>
            <a:r>
              <a:rPr lang="vi-VN" sz="1600" dirty="0">
                <a:effectLst/>
                <a:latin typeface="Aptos" panose="020B0004020202020204" pitchFamily="34" charset="0"/>
                <a:ea typeface="Calibri" panose="020F0502020204030204" pitchFamily="34" charset="0"/>
                <a:cs typeface="Calibri" panose="020F0502020204030204" pitchFamily="34" charset="0"/>
              </a:rPr>
              <a:t>Tồn tại nhiều lệnh sản xuất trong một thời gian dài khiến cho việc tập hợp dữ liệu sản xuất tại một thời điểm chưa hoàn toàn chính xác</a:t>
            </a:r>
            <a:endParaRPr lang="en-US" altLang="ko-KR" sz="1600" dirty="0">
              <a:solidFill>
                <a:schemeClr val="tx1">
                  <a:lumMod val="95000"/>
                  <a:lumOff val="5000"/>
                </a:schemeClr>
              </a:solidFill>
              <a:latin typeface="Arial" pitchFamily="34" charset="0"/>
              <a:cs typeface="Arial" pitchFamily="34" charset="0"/>
            </a:endParaRPr>
          </a:p>
        </p:txBody>
      </p:sp>
      <p:sp>
        <p:nvSpPr>
          <p:cNvPr id="22" name="TextBox 21">
            <a:extLst>
              <a:ext uri="{FF2B5EF4-FFF2-40B4-BE49-F238E27FC236}">
                <a16:creationId xmlns:a16="http://schemas.microsoft.com/office/drawing/2014/main" id="{561BF759-FD92-3A23-1FA8-6F85346B0E1A}"/>
              </a:ext>
            </a:extLst>
          </p:cNvPr>
          <p:cNvSpPr txBox="1"/>
          <p:nvPr/>
        </p:nvSpPr>
        <p:spPr>
          <a:xfrm>
            <a:off x="585783" y="6056867"/>
            <a:ext cx="11020425" cy="584775"/>
          </a:xfrm>
          <a:prstGeom prst="rect">
            <a:avLst/>
          </a:prstGeom>
          <a:noFill/>
        </p:spPr>
        <p:txBody>
          <a:bodyPr wrap="square">
            <a:spAutoFit/>
          </a:bodyPr>
          <a:lstStyle/>
          <a:p>
            <a:pPr marL="0" marR="0" algn="just">
              <a:spcBef>
                <a:spcPts val="0"/>
              </a:spcBef>
              <a:spcAft>
                <a:spcPts val="1000"/>
              </a:spcAft>
            </a:pPr>
            <a:r>
              <a:rPr lang="en-US" sz="1600" i="1" dirty="0">
                <a:solidFill>
                  <a:srgbClr val="FF0000"/>
                </a:solidFill>
                <a:effectLst/>
                <a:latin typeface="Aptos" panose="020B0004020202020204" pitchFamily="34" charset="0"/>
                <a:ea typeface="Calibri" panose="020F0502020204030204" pitchFamily="34" charset="0"/>
              </a:rPr>
              <a:t>* </a:t>
            </a:r>
            <a:r>
              <a:rPr lang="en-US" sz="1600" i="1" dirty="0" err="1">
                <a:solidFill>
                  <a:srgbClr val="FF0000"/>
                </a:solidFill>
                <a:effectLst/>
                <a:latin typeface="Aptos" panose="020B0004020202020204" pitchFamily="34" charset="0"/>
                <a:ea typeface="Calibri" panose="020F0502020204030204" pitchFamily="34" charset="0"/>
              </a:rPr>
              <a:t>Lưu</a:t>
            </a:r>
            <a:r>
              <a:rPr lang="en-US" sz="1600" i="1" dirty="0">
                <a:solidFill>
                  <a:srgbClr val="FF0000"/>
                </a:solidFill>
                <a:effectLst/>
                <a:latin typeface="Aptos" panose="020B0004020202020204" pitchFamily="34" charset="0"/>
                <a:ea typeface="Calibri" panose="020F0502020204030204" pitchFamily="34" charset="0"/>
              </a:rPr>
              <a:t> ý: </a:t>
            </a:r>
            <a:r>
              <a:rPr lang="vi-VN" sz="1600" i="1" dirty="0">
                <a:solidFill>
                  <a:srgbClr val="FF0000"/>
                </a:solidFill>
                <a:effectLst/>
                <a:latin typeface="Aptos" panose="020B0004020202020204" pitchFamily="34" charset="0"/>
                <a:ea typeface="Calibri" panose="020F0502020204030204" pitchFamily="34" charset="0"/>
              </a:rPr>
              <a:t>Cơ quan điều tra Mỹ thường chia các sản phẩm bị điều tra thành các nhóm sản phẩm có thông số gần giống nhau, và sẽ cần hệ thống dữ liệu của công ty có thể phân chia rõ ràng lượng </a:t>
            </a:r>
            <a:r>
              <a:rPr lang="en-US" sz="1600" i="1" dirty="0">
                <a:solidFill>
                  <a:srgbClr val="FF0000"/>
                </a:solidFill>
                <a:effectLst/>
                <a:latin typeface="Aptos" panose="020B0004020202020204" pitchFamily="34" charset="0"/>
                <a:ea typeface="Calibri" panose="020F0502020204030204" pitchFamily="34" charset="0"/>
              </a:rPr>
              <a:t>NVL</a:t>
            </a:r>
            <a:r>
              <a:rPr lang="vi-VN" sz="1600" i="1" dirty="0">
                <a:solidFill>
                  <a:srgbClr val="FF0000"/>
                </a:solidFill>
                <a:effectLst/>
                <a:latin typeface="Aptos" panose="020B0004020202020204" pitchFamily="34" charset="0"/>
                <a:ea typeface="Calibri" panose="020F0502020204030204" pitchFamily="34" charset="0"/>
              </a:rPr>
              <a:t> tiêu thụ với từng lệnh sản xuất và từng mã sản phẩm.</a:t>
            </a:r>
            <a:endParaRPr lang="en-US" sz="1600" i="1" dirty="0">
              <a:solidFill>
                <a:srgbClr val="FF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00588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1B2E1575-3770-493F-9010-F45F4520E2F6}"/>
              </a:ext>
            </a:extLst>
          </p:cNvPr>
          <p:cNvSpPr txBox="1"/>
          <p:nvPr/>
        </p:nvSpPr>
        <p:spPr>
          <a:xfrm>
            <a:off x="1400648" y="1877486"/>
            <a:ext cx="7667152" cy="584775"/>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Tiếp</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tục</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duy</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trì</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hoạt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động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khẩu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với</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giá</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bán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hợp</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lý</a:t>
            </a:r>
            <a:r>
              <a:rPr lang="en-US" sz="1600" b="1" dirty="0">
                <a:effectLst/>
                <a:latin typeface="Aptos" panose="020B0004020202020204" pitchFamily="34" charset="0"/>
                <a:ea typeface="Calibri" panose="020F0502020204030204" pitchFamily="34" charset="0"/>
                <a:cs typeface="Calibri" panose="020F0502020204030204" pitchFamily="34" charset="0"/>
              </a:rPr>
              <a:t> sang </a:t>
            </a:r>
            <a:r>
              <a:rPr lang="en-US" sz="1600" b="1" dirty="0" err="1">
                <a:effectLst/>
                <a:latin typeface="Aptos" panose="020B0004020202020204" pitchFamily="34" charset="0"/>
                <a:ea typeface="Calibri" panose="020F0502020204030204" pitchFamily="34" charset="0"/>
                <a:cs typeface="Calibri" panose="020F0502020204030204" pitchFamily="34" charset="0"/>
              </a:rPr>
              <a:t>thị</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trường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Mỹ</a:t>
            </a:r>
            <a:endParaRPr lang="ko-KR" altLang="en-US" sz="1600" b="1" dirty="0">
              <a:solidFill>
                <a:srgbClr val="002060"/>
              </a:solidFill>
              <a:cs typeface="Arial" pitchFamily="34" charset="0"/>
            </a:endParaRPr>
          </a:p>
        </p:txBody>
      </p:sp>
      <p:sp>
        <p:nvSpPr>
          <p:cNvPr id="30" name="Rectangle 29">
            <a:extLst>
              <a:ext uri="{FF2B5EF4-FFF2-40B4-BE49-F238E27FC236}">
                <a16:creationId xmlns:a16="http://schemas.microsoft.com/office/drawing/2014/main" id="{DDEB05E5-66C8-41BB-A516-EED1DB98FEC4}"/>
              </a:ext>
            </a:extLst>
          </p:cNvPr>
          <p:cNvSpPr/>
          <p:nvPr/>
        </p:nvSpPr>
        <p:spPr>
          <a:xfrm>
            <a:off x="923505" y="1962342"/>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lumMod val="75000"/>
                    <a:lumOff val="25000"/>
                  </a:schemeClr>
                </a:solidFill>
              </a:rPr>
              <a:t>01</a:t>
            </a:r>
            <a:endParaRPr lang="ko-KR" altLang="en-US" sz="1200" b="1" dirty="0">
              <a:solidFill>
                <a:schemeClr val="tx1">
                  <a:lumMod val="75000"/>
                  <a:lumOff val="25000"/>
                </a:schemeClr>
              </a:solidFill>
            </a:endParaRPr>
          </a:p>
        </p:txBody>
      </p:sp>
      <p:sp>
        <p:nvSpPr>
          <p:cNvPr id="31" name="Rectangle 30">
            <a:extLst>
              <a:ext uri="{FF2B5EF4-FFF2-40B4-BE49-F238E27FC236}">
                <a16:creationId xmlns:a16="http://schemas.microsoft.com/office/drawing/2014/main" id="{F6591F3F-A33C-4F63-AAC3-524AB168A08A}"/>
              </a:ext>
            </a:extLst>
          </p:cNvPr>
          <p:cNvSpPr/>
          <p:nvPr/>
        </p:nvSpPr>
        <p:spPr>
          <a:xfrm>
            <a:off x="923505" y="2775688"/>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02</a:t>
            </a:r>
            <a:endParaRPr lang="ko-KR" altLang="en-US" sz="1200" b="1">
              <a:solidFill>
                <a:schemeClr val="tx1">
                  <a:lumMod val="75000"/>
                  <a:lumOff val="25000"/>
                </a:schemeClr>
              </a:solidFill>
            </a:endParaRPr>
          </a:p>
        </p:txBody>
      </p:sp>
      <p:sp>
        <p:nvSpPr>
          <p:cNvPr id="32" name="Rectangle 31">
            <a:extLst>
              <a:ext uri="{FF2B5EF4-FFF2-40B4-BE49-F238E27FC236}">
                <a16:creationId xmlns:a16="http://schemas.microsoft.com/office/drawing/2014/main" id="{3D7B6CF2-B281-4D32-8EE4-10442D3E6032}"/>
              </a:ext>
            </a:extLst>
          </p:cNvPr>
          <p:cNvSpPr/>
          <p:nvPr/>
        </p:nvSpPr>
        <p:spPr>
          <a:xfrm>
            <a:off x="923505" y="4121541"/>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03</a:t>
            </a:r>
            <a:endParaRPr lang="ko-KR" altLang="en-US" sz="1200" b="1">
              <a:solidFill>
                <a:schemeClr val="tx1">
                  <a:lumMod val="75000"/>
                  <a:lumOff val="25000"/>
                </a:schemeClr>
              </a:solidFill>
            </a:endParaRPr>
          </a:p>
        </p:txBody>
      </p:sp>
      <p:sp>
        <p:nvSpPr>
          <p:cNvPr id="33" name="Rectangle 32">
            <a:extLst>
              <a:ext uri="{FF2B5EF4-FFF2-40B4-BE49-F238E27FC236}">
                <a16:creationId xmlns:a16="http://schemas.microsoft.com/office/drawing/2014/main" id="{C9C761E1-3AEF-4A43-8AE5-A75D8216E275}"/>
              </a:ext>
            </a:extLst>
          </p:cNvPr>
          <p:cNvSpPr/>
          <p:nvPr/>
        </p:nvSpPr>
        <p:spPr>
          <a:xfrm>
            <a:off x="923505" y="5000668"/>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04</a:t>
            </a:r>
            <a:endParaRPr lang="ko-KR" altLang="en-US" sz="1200" b="1">
              <a:solidFill>
                <a:schemeClr val="tx1">
                  <a:lumMod val="75000"/>
                  <a:lumOff val="25000"/>
                </a:schemeClr>
              </a:solidFill>
            </a:endParaRPr>
          </a:p>
        </p:txBody>
      </p:sp>
      <p:sp>
        <p:nvSpPr>
          <p:cNvPr id="34" name="Text Placeholder 1">
            <a:extLst>
              <a:ext uri="{FF2B5EF4-FFF2-40B4-BE49-F238E27FC236}">
                <a16:creationId xmlns:a16="http://schemas.microsoft.com/office/drawing/2014/main" id="{711B747D-D7B5-45F3-AC73-50C1519A37DC}"/>
              </a:ext>
            </a:extLst>
          </p:cNvPr>
          <p:cNvSpPr txBox="1">
            <a:spLocks/>
          </p:cNvSpPr>
          <p:nvPr/>
        </p:nvSpPr>
        <p:spPr>
          <a:xfrm>
            <a:off x="591185" y="608997"/>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600" b="1" dirty="0">
                <a:solidFill>
                  <a:schemeClr val="bg1"/>
                </a:solidFill>
              </a:rPr>
              <a:t>KIẾN NGHỊ CHUNG</a:t>
            </a:r>
          </a:p>
        </p:txBody>
      </p:sp>
      <p:sp>
        <p:nvSpPr>
          <p:cNvPr id="2" name="TextBox 1">
            <a:extLst>
              <a:ext uri="{FF2B5EF4-FFF2-40B4-BE49-F238E27FC236}">
                <a16:creationId xmlns:a16="http://schemas.microsoft.com/office/drawing/2014/main" id="{6250E2A8-404F-0F5B-CE69-F8979AE41058}"/>
              </a:ext>
            </a:extLst>
          </p:cNvPr>
          <p:cNvSpPr txBox="1"/>
          <p:nvPr/>
        </p:nvSpPr>
        <p:spPr>
          <a:xfrm>
            <a:off x="1386965" y="2213073"/>
            <a:ext cx="9881530" cy="307777"/>
          </a:xfrm>
          <a:prstGeom prst="rect">
            <a:avLst/>
          </a:prstGeom>
          <a:noFill/>
        </p:spPr>
        <p:txBody>
          <a:bodyPr wrap="square" rtlCol="0">
            <a:spAutoFit/>
          </a:bodyPr>
          <a:lstStyle/>
          <a:p>
            <a:r>
              <a:rPr lang="en-US" sz="1400" dirty="0" err="1">
                <a:latin typeface="Aptos" panose="020B0004020202020204" pitchFamily="34" charset="0"/>
                <a:ea typeface="Calibri" panose="020F0502020204030204" pitchFamily="34" charset="0"/>
                <a:cs typeface="Calibri" panose="020F0502020204030204" pitchFamily="34" charset="0"/>
              </a:rPr>
              <a:t>C</a:t>
            </a:r>
            <a:r>
              <a:rPr lang="en-US" sz="1400" dirty="0" err="1">
                <a:effectLst/>
                <a:latin typeface="Aptos" panose="020B0004020202020204" pitchFamily="34" charset="0"/>
                <a:ea typeface="Calibri" panose="020F0502020204030204" pitchFamily="34" charset="0"/>
                <a:cs typeface="Calibri" panose="020F0502020204030204" pitchFamily="34" charset="0"/>
              </a:rPr>
              <a:t>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lượng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khẩu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lớn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bị</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điều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sẽ</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làm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tăng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cơ</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hội</a:t>
            </a:r>
            <a:r>
              <a:rPr lang="en-US" sz="1400" dirty="0">
                <a:effectLst/>
                <a:latin typeface="Aptos" panose="020B0004020202020204" pitchFamily="34" charset="0"/>
                <a:ea typeface="Calibri" panose="020F0502020204030204" pitchFamily="34" charset="0"/>
                <a:cs typeface="Calibri" panose="020F0502020204030204" pitchFamily="34" charset="0"/>
              </a:rPr>
              <a:t> DTR </a:t>
            </a:r>
            <a:r>
              <a:rPr lang="en-US" sz="1400" dirty="0" err="1">
                <a:effectLst/>
                <a:latin typeface="Aptos" panose="020B0004020202020204" pitchFamily="34" charset="0"/>
                <a:ea typeface="Calibri" panose="020F0502020204030204" pitchFamily="34" charset="0"/>
                <a:cs typeface="Calibri" panose="020F0502020204030204" pitchFamily="34" charset="0"/>
              </a:rPr>
              <a:t>được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lựa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chọn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là</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bị</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đơn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bắt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buộc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của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vụ</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việc</a:t>
            </a:r>
            <a:endParaRPr lang="en-US" altLang="ko-KR" sz="1400" dirty="0">
              <a:solidFill>
                <a:schemeClr val="tx1">
                  <a:lumMod val="75000"/>
                  <a:lumOff val="25000"/>
                </a:schemeClr>
              </a:solidFill>
              <a:cs typeface="Arial" pitchFamily="34" charset="0"/>
            </a:endParaRPr>
          </a:p>
        </p:txBody>
      </p:sp>
      <p:sp>
        <p:nvSpPr>
          <p:cNvPr id="36" name="TextBox 35">
            <a:extLst>
              <a:ext uri="{FF2B5EF4-FFF2-40B4-BE49-F238E27FC236}">
                <a16:creationId xmlns:a16="http://schemas.microsoft.com/office/drawing/2014/main" id="{CAD468D8-54D5-2B78-EB8F-EC8A0B788360}"/>
              </a:ext>
            </a:extLst>
          </p:cNvPr>
          <p:cNvSpPr txBox="1"/>
          <p:nvPr/>
        </p:nvSpPr>
        <p:spPr>
          <a:xfrm>
            <a:off x="1414331" y="2668667"/>
            <a:ext cx="9453694" cy="323165"/>
          </a:xfrm>
          <a:prstGeom prst="rect">
            <a:avLst/>
          </a:prstGeom>
          <a:noFill/>
        </p:spPr>
        <p:txBody>
          <a:bodyPr wrap="square" rtlCol="0">
            <a:spAutoFit/>
          </a:bodyPr>
          <a:lstStyle/>
          <a:p>
            <a:r>
              <a:rPr lang="en-US" altLang="ko-KR" sz="1500" b="1" dirty="0">
                <a:solidFill>
                  <a:srgbClr val="002060"/>
                </a:solidFill>
                <a:latin typeface="Aptos" panose="020B0004020202020204" pitchFamily="34" charset="0"/>
                <a:cs typeface="Arial" pitchFamily="34" charset="0"/>
              </a:rPr>
              <a:t>Cung </a:t>
            </a:r>
            <a:r>
              <a:rPr lang="en-US" altLang="ko-KR" sz="1500" b="1" dirty="0" err="1">
                <a:solidFill>
                  <a:srgbClr val="002060"/>
                </a:solidFill>
                <a:latin typeface="Aptos" panose="020B0004020202020204" pitchFamily="34" charset="0"/>
                <a:cs typeface="Arial" pitchFamily="34" charset="0"/>
              </a:rPr>
              <a:t>cấp</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các</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tài</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liệu</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chỉ</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rõ</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hàng</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hóa</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nhựa</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tái</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chế</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trong</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bộ</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chứng</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từ</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xuất</a:t>
            </a:r>
            <a:r>
              <a:rPr lang="en-US" altLang="ko-KR" sz="1500" b="1" dirty="0">
                <a:solidFill>
                  <a:srgbClr val="002060"/>
                </a:solidFill>
                <a:latin typeface="Aptos" panose="020B0004020202020204" pitchFamily="34" charset="0"/>
                <a:cs typeface="Arial" pitchFamily="34" charset="0"/>
              </a:rPr>
              <a:t> </a:t>
            </a:r>
            <a:r>
              <a:rPr lang="en-US" altLang="ko-KR" sz="1500" b="1" dirty="0" err="1">
                <a:solidFill>
                  <a:srgbClr val="002060"/>
                </a:solidFill>
                <a:latin typeface="Aptos" panose="020B0004020202020204" pitchFamily="34" charset="0"/>
                <a:cs typeface="Arial" pitchFamily="34" charset="0"/>
              </a:rPr>
              <a:t>khẩu</a:t>
            </a:r>
            <a:endParaRPr lang="ko-KR" altLang="en-US" sz="1500" b="1" dirty="0">
              <a:solidFill>
                <a:srgbClr val="002060"/>
              </a:solidFill>
              <a:latin typeface="Aptos" panose="020B0004020202020204" pitchFamily="34" charset="0"/>
              <a:cs typeface="Arial" pitchFamily="34" charset="0"/>
            </a:endParaRPr>
          </a:p>
        </p:txBody>
      </p:sp>
      <p:sp>
        <p:nvSpPr>
          <p:cNvPr id="37" name="TextBox 36">
            <a:extLst>
              <a:ext uri="{FF2B5EF4-FFF2-40B4-BE49-F238E27FC236}">
                <a16:creationId xmlns:a16="http://schemas.microsoft.com/office/drawing/2014/main" id="{BED3A503-1713-2858-067D-22B7215B8C20}"/>
              </a:ext>
            </a:extLst>
          </p:cNvPr>
          <p:cNvSpPr txBox="1"/>
          <p:nvPr/>
        </p:nvSpPr>
        <p:spPr>
          <a:xfrm>
            <a:off x="1400648" y="2981839"/>
            <a:ext cx="10334152" cy="81560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dirty="0" err="1">
                <a:effectLst/>
                <a:latin typeface="Aptos" panose="020B0004020202020204" pitchFamily="34" charset="0"/>
                <a:ea typeface="Calibri" panose="020F0502020204030204" pitchFamily="34" charset="0"/>
                <a:cs typeface="Calibri" panose="020F0502020204030204" pitchFamily="34" charset="0"/>
              </a:rPr>
              <a:t>Thực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không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mã</a:t>
            </a:r>
            <a:r>
              <a:rPr lang="en-US" sz="1400" dirty="0">
                <a:effectLst/>
                <a:latin typeface="Aptos" panose="020B0004020202020204" pitchFamily="34" charset="0"/>
                <a:ea typeface="Calibri" panose="020F0502020204030204" pitchFamily="34" charset="0"/>
                <a:cs typeface="Calibri" panose="020F0502020204030204" pitchFamily="34" charset="0"/>
              </a:rPr>
              <a:t> HS code </a:t>
            </a:r>
            <a:r>
              <a:rPr lang="en-US" sz="1400" dirty="0" err="1">
                <a:effectLst/>
                <a:latin typeface="Aptos" panose="020B0004020202020204" pitchFamily="34" charset="0"/>
                <a:ea typeface="Calibri" panose="020F0502020204030204" pitchFamily="34" charset="0"/>
                <a:cs typeface="Calibri" panose="020F0502020204030204" pitchFamily="34" charset="0"/>
              </a:rPr>
              <a:t>riêng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biệt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đối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với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hạt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nhựa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nguyên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sinh</a:t>
            </a:r>
            <a:r>
              <a:rPr lang="en-US" sz="1400" dirty="0">
                <a:effectLst/>
                <a:latin typeface="Aptos" panose="020B0004020202020204" pitchFamily="34" charset="0"/>
                <a:ea typeface="Calibri" panose="020F0502020204030204" pitchFamily="34" charset="0"/>
                <a:cs typeface="Calibri" panose="020F0502020204030204" pitchFamily="34" charset="0"/>
              </a:rPr>
              <a:t> (PET) </a:t>
            </a:r>
            <a:r>
              <a:rPr lang="en-US" sz="1400" dirty="0" err="1">
                <a:effectLst/>
                <a:latin typeface="Aptos" panose="020B0004020202020204" pitchFamily="34" charset="0"/>
                <a:ea typeface="Calibri" panose="020F0502020204030204" pitchFamily="34" charset="0"/>
                <a:cs typeface="Calibri" panose="020F0502020204030204" pitchFamily="34" charset="0"/>
              </a:rPr>
              <a:t>và</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hạt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nhựa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tái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rPET</a:t>
            </a:r>
            <a:r>
              <a:rPr lang="en-US" sz="1400" dirty="0">
                <a:effectLst/>
                <a:latin typeface="Aptos" panose="020B0004020202020204" pitchFamily="34" charset="0"/>
                <a:ea typeface="Calibri" panose="020F0502020204030204" pitchFamily="34" charset="0"/>
                <a:cs typeface="Calibri" panose="020F0502020204030204" pitchFamily="34" charset="0"/>
              </a:rPr>
              <a:t>)</a:t>
            </a:r>
          </a:p>
          <a:p>
            <a:pPr marL="285750" indent="-285750">
              <a:spcBef>
                <a:spcPts val="600"/>
              </a:spcBef>
              <a:buFont typeface="Arial" panose="020B0604020202020204" pitchFamily="34" charset="0"/>
              <a:buChar char="•"/>
            </a:pPr>
            <a:r>
              <a:rPr lang="en-US" sz="1400" dirty="0" err="1">
                <a:effectLst/>
                <a:latin typeface="Aptos" panose="020B0004020202020204" pitchFamily="34" charset="0"/>
                <a:ea typeface="Calibri" panose="020F0502020204030204" pitchFamily="34" charset="0"/>
                <a:cs typeface="Calibri" panose="020F0502020204030204" pitchFamily="34" charset="0"/>
              </a:rPr>
              <a:t>Cụ</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thể</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giấy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kiểm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định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lượng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của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nhà</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máy</a:t>
            </a:r>
            <a:r>
              <a:rPr lang="en-US" sz="1400" dirty="0">
                <a:effectLst/>
                <a:latin typeface="Aptos" panose="020B0004020202020204" pitchFamily="34" charset="0"/>
                <a:ea typeface="Calibri" panose="020F0502020204030204" pitchFamily="34" charset="0"/>
                <a:cs typeface="Calibri" panose="020F0502020204030204" pitchFamily="34" charset="0"/>
              </a:rPr>
              <a:t> (Certificate of Analysis), </a:t>
            </a:r>
            <a:r>
              <a:rPr lang="en-US" sz="1400" dirty="0" err="1">
                <a:effectLst/>
                <a:latin typeface="Aptos" panose="020B0004020202020204" pitchFamily="34" charset="0"/>
                <a:ea typeface="Calibri" panose="020F0502020204030204" pitchFamily="34" charset="0"/>
                <a:cs typeface="Calibri" panose="020F0502020204030204" pitchFamily="34" charset="0"/>
              </a:rPr>
              <a:t>thông</a:t>
            </a:r>
            <a:r>
              <a:rPr lang="en-US" sz="1400" dirty="0">
                <a:effectLst/>
                <a:latin typeface="Aptos" panose="020B0004020202020204" pitchFamily="34" charset="0"/>
                <a:ea typeface="Calibri" panose="020F0502020204030204" pitchFamily="34" charset="0"/>
                <a:cs typeface="Calibri" panose="020F0502020204030204" pitchFamily="34" charset="0"/>
              </a:rPr>
              <a:t> tin </a:t>
            </a:r>
            <a:r>
              <a:rPr lang="en-US" sz="1400" dirty="0" err="1">
                <a:effectLst/>
                <a:latin typeface="Aptos" panose="020B0004020202020204" pitchFamily="34" charset="0"/>
                <a:ea typeface="Calibri" panose="020F0502020204030204" pitchFamily="34" charset="0"/>
                <a:cs typeface="Calibri" panose="020F0502020204030204" pitchFamily="34" charset="0"/>
              </a:rPr>
              <a:t>về</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việc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hạt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nhựa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của</a:t>
            </a:r>
            <a:r>
              <a:rPr lang="en-US" sz="1400" dirty="0">
                <a:effectLst/>
                <a:latin typeface="Aptos" panose="020B0004020202020204" pitchFamily="34" charset="0"/>
                <a:ea typeface="Calibri" panose="020F0502020204030204" pitchFamily="34" charset="0"/>
                <a:cs typeface="Calibri" panose="020F0502020204030204" pitchFamily="34" charset="0"/>
              </a:rPr>
              <a:t> DTR </a:t>
            </a:r>
            <a:r>
              <a:rPr lang="en-US" sz="1400" dirty="0" err="1">
                <a:effectLst/>
                <a:latin typeface="Aptos" panose="020B0004020202020204" pitchFamily="34" charset="0"/>
                <a:ea typeface="Calibri" panose="020F0502020204030204" pitchFamily="34" charset="0"/>
                <a:cs typeface="Calibri" panose="020F0502020204030204" pitchFamily="34" charset="0"/>
              </a:rPr>
              <a:t>là</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hạt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nhựa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tái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chưa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được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thể</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hiện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rõ</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ràng</a:t>
            </a:r>
            <a:endParaRPr lang="en-US" altLang="ko-KR" sz="1400" dirty="0">
              <a:solidFill>
                <a:schemeClr val="tx1">
                  <a:lumMod val="75000"/>
                  <a:lumOff val="25000"/>
                </a:schemeClr>
              </a:solidFill>
              <a:cs typeface="Arial" pitchFamily="34" charset="0"/>
            </a:endParaRPr>
          </a:p>
        </p:txBody>
      </p:sp>
      <p:sp>
        <p:nvSpPr>
          <p:cNvPr id="38" name="Rectangle 37">
            <a:extLst>
              <a:ext uri="{FF2B5EF4-FFF2-40B4-BE49-F238E27FC236}">
                <a16:creationId xmlns:a16="http://schemas.microsoft.com/office/drawing/2014/main" id="{75BB24A1-F93E-8BF5-912C-5804880BBC08}"/>
              </a:ext>
            </a:extLst>
          </p:cNvPr>
          <p:cNvSpPr/>
          <p:nvPr/>
        </p:nvSpPr>
        <p:spPr>
          <a:xfrm>
            <a:off x="923505" y="5613095"/>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dirty="0">
                <a:solidFill>
                  <a:schemeClr val="tx1">
                    <a:lumMod val="75000"/>
                    <a:lumOff val="25000"/>
                  </a:schemeClr>
                </a:solidFill>
              </a:rPr>
              <a:t>05</a:t>
            </a:r>
            <a:endParaRPr lang="ko-KR" altLang="en-US" sz="1200" b="1" dirty="0">
              <a:solidFill>
                <a:schemeClr val="tx1">
                  <a:lumMod val="75000"/>
                  <a:lumOff val="25000"/>
                </a:schemeClr>
              </a:solidFill>
            </a:endParaRPr>
          </a:p>
        </p:txBody>
      </p:sp>
      <p:sp>
        <p:nvSpPr>
          <p:cNvPr id="39" name="TextBox 38">
            <a:extLst>
              <a:ext uri="{FF2B5EF4-FFF2-40B4-BE49-F238E27FC236}">
                <a16:creationId xmlns:a16="http://schemas.microsoft.com/office/drawing/2014/main" id="{C056871F-9E66-2EF8-CAB2-22DA1B44E17C}"/>
              </a:ext>
            </a:extLst>
          </p:cNvPr>
          <p:cNvSpPr txBox="1"/>
          <p:nvPr/>
        </p:nvSpPr>
        <p:spPr>
          <a:xfrm>
            <a:off x="1369153" y="4037737"/>
            <a:ext cx="9453694" cy="323165"/>
          </a:xfrm>
          <a:prstGeom prst="rect">
            <a:avLst/>
          </a:prstGeom>
          <a:noFill/>
        </p:spPr>
        <p:txBody>
          <a:bodyPr wrap="square" rtlCol="0">
            <a:spAutoFit/>
          </a:bodyPr>
          <a:lstStyle/>
          <a:p>
            <a:r>
              <a:rPr lang="en-US" altLang="ko-KR" sz="1500" b="1" dirty="0" err="1">
                <a:solidFill>
                  <a:srgbClr val="002060"/>
                </a:solidFill>
                <a:latin typeface="Aptos" panose="020B0004020202020204" pitchFamily="34" charset="0"/>
                <a:cs typeface="Arial" pitchFamily="34" charset="0"/>
              </a:rPr>
              <a:t>Cân</a:t>
            </a:r>
            <a:r>
              <a:rPr lang="en-US" altLang="ko-KR" sz="1500" b="1" dirty="0">
                <a:solidFill>
                  <a:srgbClr val="002060"/>
                </a:solidFill>
                <a:latin typeface="Aptos" panose="020B0004020202020204" pitchFamily="34" charset="0"/>
                <a:cs typeface="Arial" pitchFamily="34" charset="0"/>
              </a:rPr>
              <a:t> </a:t>
            </a:r>
            <a:r>
              <a:rPr lang="vi-VN" altLang="ko-KR" sz="1500" b="1" dirty="0">
                <a:solidFill>
                  <a:srgbClr val="002060"/>
                </a:solidFill>
                <a:latin typeface="Aptos" panose="020B0004020202020204" pitchFamily="34" charset="0"/>
                <a:cs typeface="Arial" pitchFamily="34" charset="0"/>
              </a:rPr>
              <a:t>đối lại nguồn </a:t>
            </a:r>
            <a:r>
              <a:rPr lang="en-US" altLang="ko-KR" sz="1500" b="1" dirty="0">
                <a:solidFill>
                  <a:srgbClr val="002060"/>
                </a:solidFill>
                <a:latin typeface="Aptos" panose="020B0004020202020204" pitchFamily="34" charset="0"/>
                <a:cs typeface="Arial" pitchFamily="34" charset="0"/>
              </a:rPr>
              <a:t>NVL</a:t>
            </a:r>
            <a:r>
              <a:rPr lang="vi-VN" altLang="ko-KR" sz="1500" b="1" dirty="0">
                <a:solidFill>
                  <a:srgbClr val="002060"/>
                </a:solidFill>
                <a:latin typeface="Aptos" panose="020B0004020202020204" pitchFamily="34" charset="0"/>
                <a:cs typeface="Arial" pitchFamily="34" charset="0"/>
              </a:rPr>
              <a:t> </a:t>
            </a:r>
            <a:r>
              <a:rPr lang="en-US" altLang="ko-KR" sz="1500" b="1" dirty="0">
                <a:solidFill>
                  <a:srgbClr val="002060"/>
                </a:solidFill>
                <a:latin typeface="Aptos" panose="020B0004020202020204" pitchFamily="34" charset="0"/>
                <a:cs typeface="Arial" pitchFamily="34" charset="0"/>
              </a:rPr>
              <a:t>&amp;</a:t>
            </a:r>
            <a:r>
              <a:rPr lang="vi-VN" altLang="ko-KR" sz="1500" b="1" dirty="0">
                <a:solidFill>
                  <a:srgbClr val="002060"/>
                </a:solidFill>
                <a:latin typeface="Aptos" panose="020B0004020202020204" pitchFamily="34" charset="0"/>
                <a:cs typeface="Arial" pitchFamily="34" charset="0"/>
              </a:rPr>
              <a:t> dịch vụ liên quan đến hoạt động sản xuất – xuất khẩu sản phẩm rPET đi Mỹ</a:t>
            </a:r>
            <a:endParaRPr lang="ko-KR" altLang="en-US" sz="1500" b="1" dirty="0">
              <a:solidFill>
                <a:srgbClr val="002060"/>
              </a:solidFill>
              <a:latin typeface="Aptos" panose="020B0004020202020204" pitchFamily="34" charset="0"/>
              <a:cs typeface="Arial" pitchFamily="34" charset="0"/>
            </a:endParaRPr>
          </a:p>
        </p:txBody>
      </p:sp>
      <p:sp>
        <p:nvSpPr>
          <p:cNvPr id="42" name="TextBox 41">
            <a:extLst>
              <a:ext uri="{FF2B5EF4-FFF2-40B4-BE49-F238E27FC236}">
                <a16:creationId xmlns:a16="http://schemas.microsoft.com/office/drawing/2014/main" id="{EAF9C311-727D-52CB-9875-65590756C63D}"/>
              </a:ext>
            </a:extLst>
          </p:cNvPr>
          <p:cNvSpPr txBox="1"/>
          <p:nvPr/>
        </p:nvSpPr>
        <p:spPr>
          <a:xfrm>
            <a:off x="1414331" y="4360902"/>
            <a:ext cx="10077450" cy="523220"/>
          </a:xfrm>
          <a:prstGeom prst="rect">
            <a:avLst/>
          </a:prstGeom>
          <a:noFill/>
        </p:spPr>
        <p:txBody>
          <a:bodyPr wrap="square">
            <a:spAutoFit/>
          </a:bodyPr>
          <a:lstStyle/>
          <a:p>
            <a:r>
              <a:rPr lang="en-US" sz="1400" dirty="0">
                <a:effectLst/>
                <a:latin typeface="Aptos" panose="020B0004020202020204" pitchFamily="34" charset="0"/>
                <a:ea typeface="Calibri" panose="020F0502020204030204" pitchFamily="34" charset="0"/>
                <a:cs typeface="Calibri" panose="020F0502020204030204" pitchFamily="34" charset="0"/>
              </a:rPr>
              <a:t>DTR </a:t>
            </a:r>
            <a:r>
              <a:rPr lang="en-US" sz="1400" dirty="0" err="1">
                <a:effectLst/>
                <a:latin typeface="Aptos" panose="020B0004020202020204" pitchFamily="34" charset="0"/>
                <a:ea typeface="Calibri" panose="020F0502020204030204" pitchFamily="34" charset="0"/>
                <a:cs typeface="Calibri" panose="020F0502020204030204" pitchFamily="34" charset="0"/>
              </a:rPr>
              <a:t>có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thể</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nghiên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cứu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nhập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khẩu</a:t>
            </a:r>
            <a:r>
              <a:rPr lang="en-US" sz="1400" dirty="0">
                <a:effectLst/>
                <a:latin typeface="Aptos" panose="020B0004020202020204" pitchFamily="34" charset="0"/>
                <a:ea typeface="Calibri" panose="020F0502020204030204" pitchFamily="34" charset="0"/>
                <a:cs typeface="Calibri" panose="020F0502020204030204" pitchFamily="34" charset="0"/>
              </a:rPr>
              <a:t> NVL </a:t>
            </a:r>
            <a:r>
              <a:rPr lang="en-US" sz="1400" dirty="0" err="1">
                <a:effectLst/>
                <a:latin typeface="Aptos" panose="020B0004020202020204" pitchFamily="34" charset="0"/>
                <a:ea typeface="Calibri" panose="020F0502020204030204" pitchFamily="34" charset="0"/>
                <a:cs typeface="Calibri" panose="020F0502020204030204" pitchFamily="34" charset="0"/>
              </a:rPr>
              <a:t>hoặc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dịch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vụ</a:t>
            </a:r>
            <a:r>
              <a:rPr lang="en-US" sz="1400" dirty="0">
                <a:effectLst/>
                <a:latin typeface="Aptos" panose="020B0004020202020204" pitchFamily="34" charset="0"/>
                <a:ea typeface="Calibri" panose="020F0502020204030204" pitchFamily="34" charset="0"/>
                <a:cs typeface="Calibri" panose="020F0502020204030204" pitchFamily="34" charset="0"/>
              </a:rPr>
              <a:t> của </a:t>
            </a:r>
            <a:r>
              <a:rPr lang="en-US" sz="1400" dirty="0" err="1">
                <a:effectLst/>
                <a:latin typeface="Aptos" panose="020B0004020202020204" pitchFamily="34" charset="0"/>
                <a:ea typeface="Calibri" panose="020F0502020204030204" pitchFamily="34" charset="0"/>
                <a:cs typeface="Calibri" panose="020F0502020204030204" pitchFamily="34" charset="0"/>
              </a:rPr>
              <a:t>các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quốc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được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Mỹ</a:t>
            </a:r>
            <a:r>
              <a:rPr lang="en-US" sz="1400" dirty="0">
                <a:effectLst/>
                <a:latin typeface="Aptos" panose="020B0004020202020204" pitchFamily="34" charset="0"/>
                <a:ea typeface="Calibri" panose="020F0502020204030204" pitchFamily="34" charset="0"/>
                <a:cs typeface="Calibri" panose="020F0502020204030204" pitchFamily="34" charset="0"/>
              </a:rPr>
              <a:t> công </a:t>
            </a:r>
            <a:r>
              <a:rPr lang="en-US" sz="1400" dirty="0" err="1">
                <a:effectLst/>
                <a:latin typeface="Aptos" panose="020B0004020202020204" pitchFamily="34" charset="0"/>
                <a:ea typeface="Calibri" panose="020F0502020204030204" pitchFamily="34" charset="0"/>
                <a:cs typeface="Calibri" panose="020F0502020204030204" pitchFamily="34" charset="0"/>
              </a:rPr>
              <a:t>nhận</a:t>
            </a:r>
            <a:r>
              <a:rPr lang="en-US" sz="1400" dirty="0">
                <a:effectLst/>
                <a:latin typeface="Aptos" panose="020B0004020202020204" pitchFamily="34" charset="0"/>
                <a:ea typeface="Calibri" panose="020F0502020204030204" pitchFamily="34" charset="0"/>
                <a:cs typeface="Calibri" panose="020F0502020204030204" pitchFamily="34" charset="0"/>
              </a:rPr>
              <a:t> là </a:t>
            </a:r>
            <a:r>
              <a:rPr lang="en-US" sz="1400" dirty="0" err="1">
                <a:effectLst/>
                <a:latin typeface="Aptos" panose="020B0004020202020204" pitchFamily="34" charset="0"/>
                <a:ea typeface="Calibri" panose="020F0502020204030204" pitchFamily="34" charset="0"/>
                <a:cs typeface="Calibri" panose="020F0502020204030204" pitchFamily="34" charset="0"/>
              </a:rPr>
              <a:t>có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nền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kinh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thị</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trường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nhằm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hạn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chế</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việc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bị</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áp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giá</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trị</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thay</a:t>
            </a:r>
            <a:r>
              <a:rPr lang="en-US" sz="1400" dirty="0">
                <a:effectLst/>
                <a:latin typeface="Aptos" panose="020B0004020202020204" pitchFamily="34" charset="0"/>
                <a:ea typeface="Calibri" panose="020F0502020204030204" pitchFamily="34" charset="0"/>
                <a:cs typeface="Calibri" panose="020F0502020204030204" pitchFamily="34" charset="0"/>
              </a:rPr>
              <a:t> thế (</a:t>
            </a:r>
            <a:r>
              <a:rPr lang="en-US" sz="1400" dirty="0" err="1">
                <a:effectLst/>
                <a:latin typeface="Aptos" panose="020B0004020202020204" pitchFamily="34" charset="0"/>
                <a:ea typeface="Calibri" panose="020F0502020204030204" pitchFamily="34" charset="0"/>
                <a:cs typeface="Calibri" panose="020F0502020204030204" pitchFamily="34" charset="0"/>
              </a:rPr>
              <a:t>Lưu</a:t>
            </a:r>
            <a:r>
              <a:rPr lang="en-US" sz="1400" dirty="0">
                <a:effectLst/>
                <a:latin typeface="Aptos" panose="020B0004020202020204" pitchFamily="34" charset="0"/>
                <a:ea typeface="Calibri" panose="020F0502020204030204" pitchFamily="34" charset="0"/>
                <a:cs typeface="Calibri" panose="020F0502020204030204" pitchFamily="34" charset="0"/>
              </a:rPr>
              <a:t> ý: </a:t>
            </a:r>
            <a:r>
              <a:rPr lang="en-US" sz="1400" i="1" dirty="0" err="1">
                <a:effectLst/>
                <a:latin typeface="Aptos" panose="020B0004020202020204" pitchFamily="34" charset="0"/>
                <a:ea typeface="Calibri" panose="020F0502020204030204" pitchFamily="34" charset="0"/>
                <a:cs typeface="Calibri" panose="020F0502020204030204" pitchFamily="34" charset="0"/>
              </a:rPr>
              <a:t>hạn</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i="1" dirty="0" err="1">
                <a:effectLst/>
                <a:latin typeface="Aptos" panose="020B0004020202020204" pitchFamily="34" charset="0"/>
                <a:ea typeface="Calibri" panose="020F0502020204030204" pitchFamily="34" charset="0"/>
                <a:cs typeface="Calibri" panose="020F0502020204030204" pitchFamily="34" charset="0"/>
              </a:rPr>
              <a:t>chế</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i="1" dirty="0" err="1">
                <a:effectLst/>
                <a:latin typeface="Aptos" panose="020B0004020202020204" pitchFamily="34" charset="0"/>
                <a:ea typeface="Calibri" panose="020F0502020204030204" pitchFamily="34" charset="0"/>
                <a:cs typeface="Calibri" panose="020F0502020204030204" pitchFamily="34" charset="0"/>
              </a:rPr>
              <a:t>tối</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i="1" dirty="0" err="1">
                <a:effectLst/>
                <a:latin typeface="Aptos" panose="020B0004020202020204" pitchFamily="34" charset="0"/>
                <a:ea typeface="Calibri" panose="020F0502020204030204" pitchFamily="34" charset="0"/>
                <a:cs typeface="Calibri" panose="020F0502020204030204" pitchFamily="34" charset="0"/>
              </a:rPr>
              <a:t>đa</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i="1" dirty="0" err="1">
                <a:effectLst/>
                <a:latin typeface="Aptos" panose="020B0004020202020204" pitchFamily="34" charset="0"/>
                <a:ea typeface="Calibri" panose="020F0502020204030204" pitchFamily="34" charset="0"/>
                <a:cs typeface="Calibri" panose="020F0502020204030204" pitchFamily="34" charset="0"/>
              </a:rPr>
              <a:t>nhập</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i="1" dirty="0" err="1">
                <a:effectLst/>
                <a:latin typeface="Aptos" panose="020B0004020202020204" pitchFamily="34" charset="0"/>
                <a:ea typeface="Calibri" panose="020F0502020204030204" pitchFamily="34" charset="0"/>
                <a:cs typeface="Calibri" panose="020F0502020204030204" pitchFamily="34" charset="0"/>
              </a:rPr>
              <a:t>từ</a:t>
            </a:r>
            <a:r>
              <a:rPr lang="en-US" sz="1400" i="1" dirty="0">
                <a:effectLst/>
                <a:latin typeface="Aptos" panose="020B0004020202020204" pitchFamily="34" charset="0"/>
                <a:ea typeface="Calibri" panose="020F0502020204030204" pitchFamily="34" charset="0"/>
                <a:cs typeface="Calibri" panose="020F0502020204030204" pitchFamily="34" charset="0"/>
              </a:rPr>
              <a:t> </a:t>
            </a:r>
            <a:r>
              <a:rPr lang="en-US" sz="1400" b="1" i="1" dirty="0">
                <a:solidFill>
                  <a:srgbClr val="002060"/>
                </a:solidFill>
                <a:effectLst/>
                <a:latin typeface="Aptos" panose="020B0004020202020204" pitchFamily="34" charset="0"/>
                <a:ea typeface="Calibri" panose="020F0502020204030204" pitchFamily="34" charset="0"/>
                <a:cs typeface="Calibri" panose="020F0502020204030204" pitchFamily="34" charset="0"/>
              </a:rPr>
              <a:t>Trung Quốc</a:t>
            </a:r>
            <a:r>
              <a:rPr lang="en-US" sz="1400" dirty="0">
                <a:effectLst/>
                <a:latin typeface="Aptos" panose="020B0004020202020204" pitchFamily="34" charset="0"/>
                <a:ea typeface="Calibri" panose="020F0502020204030204" pitchFamily="34" charset="0"/>
                <a:cs typeface="Calibri" panose="020F0502020204030204" pitchFamily="34" charset="0"/>
              </a:rPr>
              <a:t>)</a:t>
            </a:r>
            <a:endParaRPr lang="en-US" sz="1400" dirty="0"/>
          </a:p>
        </p:txBody>
      </p:sp>
      <p:sp>
        <p:nvSpPr>
          <p:cNvPr id="44" name="TextBox 43">
            <a:extLst>
              <a:ext uri="{FF2B5EF4-FFF2-40B4-BE49-F238E27FC236}">
                <a16:creationId xmlns:a16="http://schemas.microsoft.com/office/drawing/2014/main" id="{0A38B6E7-654B-8A69-1F0E-FB58BD1592A2}"/>
              </a:ext>
            </a:extLst>
          </p:cNvPr>
          <p:cNvSpPr txBox="1"/>
          <p:nvPr/>
        </p:nvSpPr>
        <p:spPr>
          <a:xfrm>
            <a:off x="1369153" y="5016994"/>
            <a:ext cx="10334152" cy="323165"/>
          </a:xfrm>
          <a:prstGeom prst="rect">
            <a:avLst/>
          </a:prstGeom>
          <a:noFill/>
        </p:spPr>
        <p:txBody>
          <a:bodyPr wrap="square">
            <a:spAutoFit/>
          </a:bodyPr>
          <a:lstStyle/>
          <a:p>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Tìm</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hiểu</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các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quốc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gia</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tiềm</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năng</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trở</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thành</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quốc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gia</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thay</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thế</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cho</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Việt</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Nam,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và</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bộ</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dữ</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liệu</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về</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giá</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trị</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thay</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thế</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quốc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gia</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đó</a:t>
            </a:r>
            <a:endParaRPr lang="en-US" sz="1500" dirty="0">
              <a:solidFill>
                <a:srgbClr val="002060"/>
              </a:solidFill>
            </a:endParaRPr>
          </a:p>
        </p:txBody>
      </p:sp>
      <p:sp>
        <p:nvSpPr>
          <p:cNvPr id="46" name="TextBox 45">
            <a:extLst>
              <a:ext uri="{FF2B5EF4-FFF2-40B4-BE49-F238E27FC236}">
                <a16:creationId xmlns:a16="http://schemas.microsoft.com/office/drawing/2014/main" id="{144976BF-CB84-B6F3-B954-49ED417B34A3}"/>
              </a:ext>
            </a:extLst>
          </p:cNvPr>
          <p:cNvSpPr txBox="1"/>
          <p:nvPr/>
        </p:nvSpPr>
        <p:spPr>
          <a:xfrm>
            <a:off x="1369153" y="5613095"/>
            <a:ext cx="6096000" cy="323165"/>
          </a:xfrm>
          <a:prstGeom prst="rect">
            <a:avLst/>
          </a:prstGeom>
          <a:noFill/>
        </p:spPr>
        <p:txBody>
          <a:bodyPr wrap="square">
            <a:spAutoFit/>
          </a:bodyPr>
          <a:lstStyle/>
          <a:p>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Liên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tục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theo</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dõi</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về</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các</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diễn</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biến</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liên</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quan</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tại</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thị</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trường</a:t>
            </a:r>
            <a:r>
              <a:rPr lang="en-US" sz="1500" b="1" dirty="0">
                <a:solidFill>
                  <a:srgbClr val="002060"/>
                </a:solidFill>
                <a:effectLst/>
                <a:latin typeface="Aptos" panose="020B0004020202020204" pitchFamily="34" charset="0"/>
                <a:ea typeface="Calibri" panose="020F0502020204030204" pitchFamily="34" charset="0"/>
                <a:cs typeface="Calibri" panose="020F0502020204030204" pitchFamily="34" charset="0"/>
              </a:rPr>
              <a:t> </a:t>
            </a:r>
            <a:r>
              <a:rPr lang="en-US" sz="1500" b="1" dirty="0" err="1">
                <a:solidFill>
                  <a:srgbClr val="002060"/>
                </a:solidFill>
                <a:effectLst/>
                <a:latin typeface="Aptos" panose="020B0004020202020204" pitchFamily="34" charset="0"/>
                <a:ea typeface="Calibri" panose="020F0502020204030204" pitchFamily="34" charset="0"/>
                <a:cs typeface="Calibri" panose="020F0502020204030204" pitchFamily="34" charset="0"/>
              </a:rPr>
              <a:t>Mỹ</a:t>
            </a:r>
            <a:endParaRPr lang="en-US" sz="1500" dirty="0">
              <a:solidFill>
                <a:srgbClr val="002060"/>
              </a:solidFill>
            </a:endParaRPr>
          </a:p>
        </p:txBody>
      </p:sp>
    </p:spTree>
    <p:extLst>
      <p:ext uri="{BB962C8B-B14F-4D97-AF65-F5344CB8AC3E}">
        <p14:creationId xmlns:p14="http://schemas.microsoft.com/office/powerpoint/2010/main" val="3892388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63AB-86E6-B35A-3F3D-2E2377C54B6A}"/>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0746FDEA-6B1B-5EEE-A2F1-7163BF086805}"/>
              </a:ext>
            </a:extLst>
          </p:cNvPr>
          <p:cNvSpPr txBox="1"/>
          <p:nvPr/>
        </p:nvSpPr>
        <p:spPr>
          <a:xfrm>
            <a:off x="1400648" y="1945054"/>
            <a:ext cx="8606952" cy="338554"/>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thiết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lập</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hệ</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thống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lệnh</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sản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xuyên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suốt</a:t>
            </a:r>
            <a:r>
              <a:rPr lang="en-US" sz="1600" b="1" dirty="0">
                <a:effectLst/>
                <a:latin typeface="Aptos" panose="020B0004020202020204" pitchFamily="34" charset="0"/>
                <a:ea typeface="Calibri" panose="020F0502020204030204" pitchFamily="34" charset="0"/>
                <a:cs typeface="Calibri" panose="020F0502020204030204" pitchFamily="34" charset="0"/>
              </a:rPr>
              <a:t> qua </a:t>
            </a:r>
            <a:r>
              <a:rPr lang="en-US" sz="1600" b="1" dirty="0" err="1">
                <a:effectLst/>
                <a:latin typeface="Aptos" panose="020B0004020202020204" pitchFamily="34" charset="0"/>
                <a:ea typeface="Calibri" panose="020F0502020204030204" pitchFamily="34" charset="0"/>
                <a:cs typeface="Calibri" panose="020F0502020204030204" pitchFamily="34" charset="0"/>
              </a:rPr>
              <a:t>toàn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bộ</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quá</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trình</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sản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endParaRPr lang="ko-KR" altLang="en-US" sz="1600" b="1" dirty="0">
              <a:solidFill>
                <a:srgbClr val="002060"/>
              </a:solidFill>
              <a:cs typeface="Arial" pitchFamily="34" charset="0"/>
            </a:endParaRPr>
          </a:p>
        </p:txBody>
      </p:sp>
      <p:sp>
        <p:nvSpPr>
          <p:cNvPr id="30" name="Rectangle 29">
            <a:extLst>
              <a:ext uri="{FF2B5EF4-FFF2-40B4-BE49-F238E27FC236}">
                <a16:creationId xmlns:a16="http://schemas.microsoft.com/office/drawing/2014/main" id="{2CE648D3-6AA9-9DEA-5D5F-F9799B420F88}"/>
              </a:ext>
            </a:extLst>
          </p:cNvPr>
          <p:cNvSpPr/>
          <p:nvPr/>
        </p:nvSpPr>
        <p:spPr>
          <a:xfrm>
            <a:off x="923505" y="2029910"/>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01</a:t>
            </a:r>
            <a:endParaRPr lang="ko-KR" altLang="en-US" sz="1200" b="1">
              <a:solidFill>
                <a:schemeClr val="tx1">
                  <a:lumMod val="75000"/>
                  <a:lumOff val="25000"/>
                </a:schemeClr>
              </a:solidFill>
            </a:endParaRPr>
          </a:p>
        </p:txBody>
      </p:sp>
      <p:sp>
        <p:nvSpPr>
          <p:cNvPr id="31" name="Rectangle 30">
            <a:extLst>
              <a:ext uri="{FF2B5EF4-FFF2-40B4-BE49-F238E27FC236}">
                <a16:creationId xmlns:a16="http://schemas.microsoft.com/office/drawing/2014/main" id="{3E163E5C-240E-8C08-0C84-018DE9CE437B}"/>
              </a:ext>
            </a:extLst>
          </p:cNvPr>
          <p:cNvSpPr/>
          <p:nvPr/>
        </p:nvSpPr>
        <p:spPr>
          <a:xfrm>
            <a:off x="923506" y="2861534"/>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02</a:t>
            </a:r>
            <a:endParaRPr lang="ko-KR" altLang="en-US" sz="1200" b="1">
              <a:solidFill>
                <a:schemeClr val="tx1">
                  <a:lumMod val="75000"/>
                  <a:lumOff val="25000"/>
                </a:schemeClr>
              </a:solidFill>
            </a:endParaRPr>
          </a:p>
        </p:txBody>
      </p:sp>
      <p:sp>
        <p:nvSpPr>
          <p:cNvPr id="32" name="Rectangle 31">
            <a:extLst>
              <a:ext uri="{FF2B5EF4-FFF2-40B4-BE49-F238E27FC236}">
                <a16:creationId xmlns:a16="http://schemas.microsoft.com/office/drawing/2014/main" id="{53366A80-8F96-2F57-94FB-FDEB55BAAC3B}"/>
              </a:ext>
            </a:extLst>
          </p:cNvPr>
          <p:cNvSpPr/>
          <p:nvPr/>
        </p:nvSpPr>
        <p:spPr>
          <a:xfrm>
            <a:off x="923505" y="3815698"/>
            <a:ext cx="386384" cy="360040"/>
          </a:xfrm>
          <a:prstGeom prst="rect">
            <a:avLst/>
          </a:prstGeom>
          <a:solidFill>
            <a:schemeClr val="bg1"/>
          </a:solidFill>
          <a:ln w="254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03</a:t>
            </a:r>
            <a:endParaRPr lang="ko-KR" altLang="en-US" sz="1200" b="1">
              <a:solidFill>
                <a:schemeClr val="tx1">
                  <a:lumMod val="75000"/>
                  <a:lumOff val="25000"/>
                </a:schemeClr>
              </a:solidFill>
            </a:endParaRPr>
          </a:p>
        </p:txBody>
      </p:sp>
      <p:sp>
        <p:nvSpPr>
          <p:cNvPr id="33" name="Rectangle 32">
            <a:extLst>
              <a:ext uri="{FF2B5EF4-FFF2-40B4-BE49-F238E27FC236}">
                <a16:creationId xmlns:a16="http://schemas.microsoft.com/office/drawing/2014/main" id="{4CDD8316-D839-FB9D-4FEB-FF4197F895F1}"/>
              </a:ext>
            </a:extLst>
          </p:cNvPr>
          <p:cNvSpPr/>
          <p:nvPr/>
        </p:nvSpPr>
        <p:spPr>
          <a:xfrm>
            <a:off x="923505" y="5000668"/>
            <a:ext cx="386384" cy="360040"/>
          </a:xfrm>
          <a:prstGeom prst="rect">
            <a:avLst/>
          </a:prstGeom>
          <a:solidFill>
            <a:schemeClr val="bg1"/>
          </a:solidFill>
          <a:ln w="254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200" b="1">
                <a:solidFill>
                  <a:schemeClr val="tx1">
                    <a:lumMod val="75000"/>
                    <a:lumOff val="25000"/>
                  </a:schemeClr>
                </a:solidFill>
              </a:rPr>
              <a:t>04</a:t>
            </a:r>
            <a:endParaRPr lang="ko-KR" altLang="en-US" sz="1200" b="1">
              <a:solidFill>
                <a:schemeClr val="tx1">
                  <a:lumMod val="75000"/>
                  <a:lumOff val="25000"/>
                </a:schemeClr>
              </a:solidFill>
            </a:endParaRPr>
          </a:p>
        </p:txBody>
      </p:sp>
      <p:sp>
        <p:nvSpPr>
          <p:cNvPr id="34" name="Text Placeholder 1">
            <a:extLst>
              <a:ext uri="{FF2B5EF4-FFF2-40B4-BE49-F238E27FC236}">
                <a16:creationId xmlns:a16="http://schemas.microsoft.com/office/drawing/2014/main" id="{0EDBC4C4-9A73-A0E5-8D83-A29C2C14A7A9}"/>
              </a:ext>
            </a:extLst>
          </p:cNvPr>
          <p:cNvSpPr txBox="1">
            <a:spLocks/>
          </p:cNvSpPr>
          <p:nvPr/>
        </p:nvSpPr>
        <p:spPr>
          <a:xfrm>
            <a:off x="591185" y="608997"/>
            <a:ext cx="11429366" cy="816166"/>
          </a:xfrm>
          <a:prstGeom prst="rect">
            <a:avLst/>
          </a:prstGeom>
        </p:spPr>
        <p:txBody>
          <a:bodyPr>
            <a:noAutofit/>
          </a:bodyPr>
          <a:lst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b="1" dirty="0">
                <a:solidFill>
                  <a:schemeClr val="bg1"/>
                </a:solidFill>
              </a:rPr>
              <a:t>KIẾN NGHỊ VỀ HỆ THỐNG DỮ LIỆU DTR</a:t>
            </a:r>
          </a:p>
        </p:txBody>
      </p:sp>
      <p:sp>
        <p:nvSpPr>
          <p:cNvPr id="2" name="TextBox 1">
            <a:extLst>
              <a:ext uri="{FF2B5EF4-FFF2-40B4-BE49-F238E27FC236}">
                <a16:creationId xmlns:a16="http://schemas.microsoft.com/office/drawing/2014/main" id="{DEB3A2A8-9CE6-C533-8A48-053A3F9FAC01}"/>
              </a:ext>
            </a:extLst>
          </p:cNvPr>
          <p:cNvSpPr txBox="1"/>
          <p:nvPr/>
        </p:nvSpPr>
        <p:spPr>
          <a:xfrm>
            <a:off x="1386965" y="2258226"/>
            <a:ext cx="9881530" cy="307777"/>
          </a:xfrm>
          <a:prstGeom prst="rect">
            <a:avLst/>
          </a:prstGeom>
          <a:noFill/>
        </p:spPr>
        <p:txBody>
          <a:bodyPr wrap="square" rtlCol="0">
            <a:spAutoFit/>
          </a:bodyPr>
          <a:lstStyle/>
          <a:p>
            <a:r>
              <a:rPr lang="en-US" sz="1400" dirty="0" err="1">
                <a:effectLst/>
                <a:latin typeface="Aptos" panose="020B0004020202020204" pitchFamily="34" charset="0"/>
                <a:ea typeface="Calibri" panose="020F0502020204030204" pitchFamily="34" charset="0"/>
                <a:cs typeface="Calibri" panose="020F0502020204030204" pitchFamily="34" charset="0"/>
              </a:rPr>
              <a:t>Hệ</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thống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latin typeface="Aptos" panose="020B0004020202020204" pitchFamily="34" charset="0"/>
                <a:ea typeface="Calibri" panose="020F0502020204030204" pitchFamily="34" charset="0"/>
                <a:cs typeface="Calibri" panose="020F0502020204030204" pitchFamily="34" charset="0"/>
              </a:rPr>
              <a:t>hóa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việc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truy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nguồn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gốc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nguyên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vật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cho</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từng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lô</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thành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sản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ra</a:t>
            </a:r>
            <a:endParaRPr lang="en-US" altLang="ko-KR" sz="1400" dirty="0">
              <a:solidFill>
                <a:schemeClr val="tx1">
                  <a:lumMod val="75000"/>
                  <a:lumOff val="25000"/>
                </a:schemeClr>
              </a:solidFill>
              <a:cs typeface="Arial" pitchFamily="34" charset="0"/>
            </a:endParaRPr>
          </a:p>
        </p:txBody>
      </p:sp>
      <p:sp>
        <p:nvSpPr>
          <p:cNvPr id="36" name="TextBox 35">
            <a:extLst>
              <a:ext uri="{FF2B5EF4-FFF2-40B4-BE49-F238E27FC236}">
                <a16:creationId xmlns:a16="http://schemas.microsoft.com/office/drawing/2014/main" id="{C5DADCB8-E4D2-A257-BC5C-5F71C2C02B07}"/>
              </a:ext>
            </a:extLst>
          </p:cNvPr>
          <p:cNvSpPr txBox="1"/>
          <p:nvPr/>
        </p:nvSpPr>
        <p:spPr>
          <a:xfrm>
            <a:off x="1414332" y="2754513"/>
            <a:ext cx="9453694" cy="338554"/>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việc</a:t>
            </a:r>
            <a:r>
              <a:rPr lang="en-US" sz="1600" b="1" dirty="0">
                <a:effectLst/>
                <a:latin typeface="Aptos" panose="020B0004020202020204" pitchFamily="34" charset="0"/>
                <a:ea typeface="Calibri" panose="020F0502020204030204" pitchFamily="34" charset="0"/>
                <a:cs typeface="Calibri" panose="020F0502020204030204" pitchFamily="34" charset="0"/>
              </a:rPr>
              <a:t> chia </a:t>
            </a:r>
            <a:r>
              <a:rPr lang="en-US" sz="1600" b="1" dirty="0" err="1">
                <a:effectLst/>
                <a:latin typeface="Aptos" panose="020B0004020202020204" pitchFamily="34" charset="0"/>
                <a:ea typeface="Calibri" panose="020F0502020204030204" pitchFamily="34" charset="0"/>
                <a:cs typeface="Calibri" panose="020F0502020204030204" pitchFamily="34" charset="0"/>
              </a:rPr>
              <a:t>nhỏ</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các</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lệnh</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sản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endParaRPr lang="ko-KR" altLang="en-US" sz="1600" b="1" dirty="0">
              <a:solidFill>
                <a:srgbClr val="002060"/>
              </a:solidFill>
              <a:latin typeface="Aptos" panose="020B0004020202020204" pitchFamily="34" charset="0"/>
              <a:cs typeface="Arial" pitchFamily="34" charset="0"/>
            </a:endParaRPr>
          </a:p>
        </p:txBody>
      </p:sp>
      <p:sp>
        <p:nvSpPr>
          <p:cNvPr id="39" name="TextBox 38">
            <a:extLst>
              <a:ext uri="{FF2B5EF4-FFF2-40B4-BE49-F238E27FC236}">
                <a16:creationId xmlns:a16="http://schemas.microsoft.com/office/drawing/2014/main" id="{7045CC5D-A89E-B6AA-20C5-1244974887A2}"/>
              </a:ext>
            </a:extLst>
          </p:cNvPr>
          <p:cNvSpPr txBox="1"/>
          <p:nvPr/>
        </p:nvSpPr>
        <p:spPr>
          <a:xfrm>
            <a:off x="1369153" y="3731894"/>
            <a:ext cx="9453694" cy="338554"/>
          </a:xfrm>
          <a:prstGeom prst="rect">
            <a:avLst/>
          </a:prstGeom>
          <a:noFill/>
        </p:spPr>
        <p:txBody>
          <a:bodyPr wrap="square" rtlCol="0">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phương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án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theo</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dõi</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sản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xuất</a:t>
            </a:r>
            <a:r>
              <a:rPr lang="en-US" sz="1600" b="1" dirty="0">
                <a:effectLst/>
                <a:latin typeface="Aptos" panose="020B0004020202020204" pitchFamily="34" charset="0"/>
                <a:ea typeface="Calibri" panose="020F0502020204030204" pitchFamily="34" charset="0"/>
                <a:cs typeface="Calibri" panose="020F0502020204030204" pitchFamily="34" charset="0"/>
              </a:rPr>
              <a:t> – </a:t>
            </a:r>
            <a:r>
              <a:rPr lang="en-US" sz="1600" b="1" dirty="0" err="1">
                <a:effectLst/>
                <a:latin typeface="Aptos" panose="020B0004020202020204" pitchFamily="34" charset="0"/>
                <a:ea typeface="Calibri" panose="020F0502020204030204" pitchFamily="34" charset="0"/>
                <a:cs typeface="Calibri" panose="020F0502020204030204" pitchFamily="34" charset="0"/>
              </a:rPr>
              <a:t>bán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hàng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theo</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lô</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nguyên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vật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liệu</a:t>
            </a:r>
            <a:endParaRPr lang="ko-KR" altLang="en-US" sz="1600" b="1" dirty="0">
              <a:solidFill>
                <a:srgbClr val="002060"/>
              </a:solidFill>
              <a:latin typeface="Aptos" panose="020B0004020202020204" pitchFamily="34" charset="0"/>
              <a:cs typeface="Arial" pitchFamily="34" charset="0"/>
            </a:endParaRPr>
          </a:p>
        </p:txBody>
      </p:sp>
      <p:sp>
        <p:nvSpPr>
          <p:cNvPr id="42" name="TextBox 41">
            <a:extLst>
              <a:ext uri="{FF2B5EF4-FFF2-40B4-BE49-F238E27FC236}">
                <a16:creationId xmlns:a16="http://schemas.microsoft.com/office/drawing/2014/main" id="{6722A10F-1C6A-6322-BFE0-9821485E12F6}"/>
              </a:ext>
            </a:extLst>
          </p:cNvPr>
          <p:cNvSpPr txBox="1"/>
          <p:nvPr/>
        </p:nvSpPr>
        <p:spPr>
          <a:xfrm>
            <a:off x="1414331" y="4055059"/>
            <a:ext cx="10077450" cy="815608"/>
          </a:xfrm>
          <a:prstGeom prst="rect">
            <a:avLst/>
          </a:prstGeom>
          <a:noFill/>
        </p:spPr>
        <p:txBody>
          <a:bodyPr wrap="square">
            <a:spAutoFit/>
          </a:bodyPr>
          <a:lstStyle/>
          <a:p>
            <a:pPr marL="285750" indent="-285750">
              <a:spcBef>
                <a:spcPts val="600"/>
              </a:spcBef>
              <a:buFontTx/>
              <a:buChar char="-"/>
            </a:pPr>
            <a:r>
              <a:rPr lang="en-US" sz="1400" dirty="0">
                <a:latin typeface="Aptos" panose="020B0004020202020204" pitchFamily="34" charset="0"/>
                <a:ea typeface="Calibri" panose="020F0502020204030204" pitchFamily="34" charset="0"/>
                <a:cs typeface="Calibri" panose="020F0502020204030204" pitchFamily="34" charset="0"/>
              </a:rPr>
              <a:t>X</a:t>
            </a:r>
            <a:r>
              <a:rPr lang="vi-VN" sz="1400" dirty="0">
                <a:latin typeface="Aptos" panose="020B0004020202020204" pitchFamily="34" charset="0"/>
              </a:rPr>
              <a:t>em xét bổ sung thêm một hệ thống mã lô </a:t>
            </a:r>
            <a:r>
              <a:rPr lang="en-US" sz="1400" dirty="0">
                <a:latin typeface="Aptos" panose="020B0004020202020204" pitchFamily="34" charset="0"/>
              </a:rPr>
              <a:t>NVL</a:t>
            </a:r>
            <a:r>
              <a:rPr lang="vi-VN" sz="1400" dirty="0">
                <a:latin typeface="Aptos" panose="020B0004020202020204" pitchFamily="34" charset="0"/>
              </a:rPr>
              <a:t>, chạy từ </a:t>
            </a:r>
            <a:r>
              <a:rPr lang="en-US" sz="1400" dirty="0">
                <a:latin typeface="Aptos" panose="020B0004020202020204" pitchFamily="34" charset="0"/>
              </a:rPr>
              <a:t>NVL</a:t>
            </a:r>
            <a:r>
              <a:rPr lang="vi-VN" sz="1400" dirty="0">
                <a:latin typeface="Aptos" panose="020B0004020202020204" pitchFamily="34" charset="0"/>
              </a:rPr>
              <a:t> nhập mua về, xuất ra sản xuất, qua các công đoạn đến khi thành phẩm nhập vào kho và xuất bán ra bên ngoài</a:t>
            </a:r>
            <a:endParaRPr lang="en-US" sz="1400" dirty="0">
              <a:latin typeface="Aptos" panose="020B0004020202020204" pitchFamily="34" charset="0"/>
            </a:endParaRPr>
          </a:p>
          <a:p>
            <a:pPr marL="285750" indent="-285750">
              <a:spcBef>
                <a:spcPts val="600"/>
              </a:spcBef>
              <a:buFontTx/>
              <a:buChar char="-"/>
            </a:pPr>
            <a:r>
              <a:rPr lang="en-US" sz="1400" dirty="0" err="1">
                <a:effectLst/>
                <a:latin typeface="Aptos" panose="020B0004020202020204" pitchFamily="34" charset="0"/>
                <a:ea typeface="Calibri" panose="020F0502020204030204" pitchFamily="34" charset="0"/>
                <a:cs typeface="Calibri" panose="020F0502020204030204" pitchFamily="34" charset="0"/>
              </a:rPr>
              <a:t>Hệ</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thống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mã</a:t>
            </a:r>
            <a:r>
              <a:rPr lang="en-US" sz="1400" dirty="0">
                <a:effectLst/>
                <a:latin typeface="Aptos" panose="020B0004020202020204" pitchFamily="34" charset="0"/>
                <a:ea typeface="Calibri" panose="020F0502020204030204" pitchFamily="34" charset="0"/>
                <a:cs typeface="Calibri" panose="020F0502020204030204" pitchFamily="34" charset="0"/>
              </a:rPr>
              <a:t> này </a:t>
            </a:r>
            <a:r>
              <a:rPr lang="en-US" sz="1400" dirty="0" err="1">
                <a:effectLst/>
                <a:latin typeface="Aptos" panose="020B0004020202020204" pitchFamily="34" charset="0"/>
                <a:ea typeface="Calibri" panose="020F0502020204030204" pitchFamily="34" charset="0"/>
                <a:cs typeface="Calibri" panose="020F0502020204030204" pitchFamily="34" charset="0"/>
              </a:rPr>
              <a:t>giúp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kết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nối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trực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tiếp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giữa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lệnh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nguyên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vật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vào</a:t>
            </a:r>
            <a:r>
              <a:rPr lang="en-US" sz="1400" dirty="0">
                <a:effectLst/>
                <a:latin typeface="Aptos" panose="020B0004020202020204" pitchFamily="34" charset="0"/>
                <a:ea typeface="Calibri" panose="020F0502020204030204" pitchFamily="34" charset="0"/>
                <a:cs typeface="Calibri" panose="020F0502020204030204" pitchFamily="34" charset="0"/>
              </a:rPr>
              <a:t> sản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và </a:t>
            </a:r>
            <a:r>
              <a:rPr lang="en-US" sz="1400" dirty="0" err="1">
                <a:effectLst/>
                <a:latin typeface="Aptos" panose="020B0004020202020204" pitchFamily="34" charset="0"/>
                <a:ea typeface="Calibri" panose="020F0502020204030204" pitchFamily="34" charset="0"/>
                <a:cs typeface="Calibri" panose="020F0502020204030204" pitchFamily="34" charset="0"/>
              </a:rPr>
              <a:t>lệnh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nhập</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kho</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thành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sản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ra</a:t>
            </a:r>
            <a:endParaRPr lang="en-US" sz="1400" dirty="0">
              <a:effectLst/>
              <a:latin typeface="Aptos" panose="020B0004020202020204" pitchFamily="34" charset="0"/>
              <a:ea typeface="Calibri" panose="020F0502020204030204" pitchFamily="34" charset="0"/>
              <a:cs typeface="Calibri" panose="020F0502020204030204" pitchFamily="34" charset="0"/>
            </a:endParaRPr>
          </a:p>
        </p:txBody>
      </p:sp>
      <p:sp>
        <p:nvSpPr>
          <p:cNvPr id="44" name="TextBox 43">
            <a:extLst>
              <a:ext uri="{FF2B5EF4-FFF2-40B4-BE49-F238E27FC236}">
                <a16:creationId xmlns:a16="http://schemas.microsoft.com/office/drawing/2014/main" id="{B527821C-D914-E2FA-8BBF-DE81DC42466D}"/>
              </a:ext>
            </a:extLst>
          </p:cNvPr>
          <p:cNvSpPr txBox="1"/>
          <p:nvPr/>
        </p:nvSpPr>
        <p:spPr>
          <a:xfrm>
            <a:off x="1369153" y="4922939"/>
            <a:ext cx="10334152" cy="338554"/>
          </a:xfrm>
          <a:prstGeom prst="rect">
            <a:avLst/>
          </a:prstGeom>
          <a:noFill/>
        </p:spPr>
        <p:txBody>
          <a:bodyPr wrap="square">
            <a:spAutoFit/>
          </a:bodyPr>
          <a:lstStyle/>
          <a:p>
            <a:r>
              <a:rPr lang="en-US" sz="1600" b="1" dirty="0" err="1">
                <a:effectLst/>
                <a:latin typeface="Aptos" panose="020B0004020202020204" pitchFamily="34" charset="0"/>
                <a:ea typeface="Calibri" panose="020F0502020204030204" pitchFamily="34" charset="0"/>
                <a:cs typeface="Calibri" panose="020F0502020204030204" pitchFamily="34" charset="0"/>
              </a:rPr>
              <a:t>Nghiên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cứu</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phương</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án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làm</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giảm</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tỉ</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lệ</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tiêu</a:t>
            </a:r>
            <a:r>
              <a:rPr lang="en-US" sz="1600" b="1" dirty="0">
                <a:effectLst/>
                <a:latin typeface="Aptos" panose="020B0004020202020204" pitchFamily="34" charset="0"/>
                <a:ea typeface="Calibri" panose="020F0502020204030204" pitchFamily="34" charset="0"/>
                <a:cs typeface="Calibri" panose="020F0502020204030204" pitchFamily="34" charset="0"/>
              </a:rPr>
              <a:t> hao </a:t>
            </a:r>
            <a:r>
              <a:rPr lang="en-US" sz="1600" b="1" dirty="0" err="1">
                <a:effectLst/>
                <a:latin typeface="Aptos" panose="020B0004020202020204" pitchFamily="34" charset="0"/>
                <a:ea typeface="Calibri" panose="020F0502020204030204" pitchFamily="34" charset="0"/>
                <a:cs typeface="Calibri" panose="020F0502020204030204" pitchFamily="34" charset="0"/>
              </a:rPr>
              <a:t>nguyên</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vật</a:t>
            </a:r>
            <a:r>
              <a:rPr lang="en-US" sz="1600" b="1" dirty="0">
                <a:effectLst/>
                <a:latin typeface="Aptos" panose="020B0004020202020204" pitchFamily="34" charset="0"/>
                <a:ea typeface="Calibri" panose="020F0502020204030204" pitchFamily="34" charset="0"/>
                <a:cs typeface="Calibri" panose="020F0502020204030204" pitchFamily="34" charset="0"/>
              </a:rPr>
              <a:t> </a:t>
            </a:r>
            <a:r>
              <a:rPr lang="en-US" sz="1600" b="1" dirty="0" err="1">
                <a:effectLst/>
                <a:latin typeface="Aptos" panose="020B0004020202020204" pitchFamily="34" charset="0"/>
                <a:ea typeface="Calibri" panose="020F0502020204030204" pitchFamily="34" charset="0"/>
                <a:cs typeface="Calibri" panose="020F0502020204030204" pitchFamily="34" charset="0"/>
              </a:rPr>
              <a:t>liệu</a:t>
            </a:r>
            <a:endParaRPr lang="en-US" sz="1600" dirty="0">
              <a:solidFill>
                <a:srgbClr val="002060"/>
              </a:solidFill>
            </a:endParaRPr>
          </a:p>
        </p:txBody>
      </p:sp>
      <p:sp>
        <p:nvSpPr>
          <p:cNvPr id="4" name="TextBox 3">
            <a:extLst>
              <a:ext uri="{FF2B5EF4-FFF2-40B4-BE49-F238E27FC236}">
                <a16:creationId xmlns:a16="http://schemas.microsoft.com/office/drawing/2014/main" id="{D4C0EC8C-DEC5-BB53-D4E8-2609FB02D337}"/>
              </a:ext>
            </a:extLst>
          </p:cNvPr>
          <p:cNvSpPr txBox="1"/>
          <p:nvPr/>
        </p:nvSpPr>
        <p:spPr>
          <a:xfrm>
            <a:off x="1414331" y="3126106"/>
            <a:ext cx="9075869" cy="307777"/>
          </a:xfrm>
          <a:prstGeom prst="rect">
            <a:avLst/>
          </a:prstGeom>
          <a:noFill/>
        </p:spPr>
        <p:txBody>
          <a:bodyPr wrap="square">
            <a:spAutoFit/>
          </a:bodyPr>
          <a:lstStyle/>
          <a:p>
            <a:r>
              <a:rPr lang="en-US" sz="1400" dirty="0" err="1">
                <a:effectLst/>
                <a:latin typeface="Aptos" panose="020B0004020202020204" pitchFamily="34" charset="0"/>
                <a:ea typeface="Calibri" panose="020F0502020204030204" pitchFamily="34" charset="0"/>
                <a:cs typeface="Calibri" panose="020F0502020204030204" pitchFamily="34" charset="0"/>
              </a:rPr>
              <a:t>Tránh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tình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trạng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một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lệnh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vắt</a:t>
            </a:r>
            <a:r>
              <a:rPr lang="en-US" sz="1400" dirty="0">
                <a:effectLst/>
                <a:latin typeface="Aptos" panose="020B0004020202020204" pitchFamily="34" charset="0"/>
                <a:ea typeface="Calibri" panose="020F0502020204030204" pitchFamily="34" charset="0"/>
                <a:cs typeface="Calibri" panose="020F0502020204030204" pitchFamily="34" charset="0"/>
              </a:rPr>
              <a:t> qua </a:t>
            </a:r>
            <a:r>
              <a:rPr lang="en-US" sz="1400" dirty="0" err="1">
                <a:effectLst/>
                <a:latin typeface="Aptos" panose="020B0004020202020204" pitchFamily="34" charset="0"/>
                <a:ea typeface="Calibri" panose="020F0502020204030204" pitchFamily="34" charset="0"/>
                <a:cs typeface="Calibri" panose="020F0502020204030204" pitchFamily="34" charset="0"/>
              </a:rPr>
              <a:t>hai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kì</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số</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endParaRPr lang="en-US" sz="1400" dirty="0"/>
          </a:p>
        </p:txBody>
      </p:sp>
      <p:sp>
        <p:nvSpPr>
          <p:cNvPr id="5" name="TextBox 4">
            <a:extLst>
              <a:ext uri="{FF2B5EF4-FFF2-40B4-BE49-F238E27FC236}">
                <a16:creationId xmlns:a16="http://schemas.microsoft.com/office/drawing/2014/main" id="{02698E39-D108-776C-B07C-DBA8B589E52F}"/>
              </a:ext>
            </a:extLst>
          </p:cNvPr>
          <p:cNvSpPr txBox="1"/>
          <p:nvPr/>
        </p:nvSpPr>
        <p:spPr>
          <a:xfrm>
            <a:off x="1369153" y="5193832"/>
            <a:ext cx="9075869" cy="307777"/>
          </a:xfrm>
          <a:prstGeom prst="rect">
            <a:avLst/>
          </a:prstGeom>
          <a:noFill/>
        </p:spPr>
        <p:txBody>
          <a:bodyPr wrap="square">
            <a:spAutoFit/>
          </a:bodyPr>
          <a:lstStyle/>
          <a:p>
            <a:r>
              <a:rPr lang="en-US" sz="1400" dirty="0" err="1">
                <a:effectLst/>
                <a:latin typeface="Aptos" panose="020B0004020202020204" pitchFamily="34" charset="0"/>
                <a:ea typeface="Calibri" panose="020F0502020204030204" pitchFamily="34" charset="0"/>
                <a:cs typeface="Calibri" panose="020F0502020204030204" pitchFamily="34" charset="0"/>
              </a:rPr>
              <a:t>Tỉ</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lệ</a:t>
            </a:r>
            <a:r>
              <a:rPr lang="en-US" sz="1400" dirty="0">
                <a:effectLst/>
                <a:latin typeface="Aptos" panose="020B0004020202020204" pitchFamily="34" charset="0"/>
                <a:ea typeface="Calibri" panose="020F0502020204030204" pitchFamily="34" charset="0"/>
                <a:cs typeface="Calibri" panose="020F0502020204030204" pitchFamily="34" charset="0"/>
              </a:rPr>
              <a:t> hao </a:t>
            </a:r>
            <a:r>
              <a:rPr lang="en-US" sz="1400" dirty="0" err="1">
                <a:effectLst/>
                <a:latin typeface="Aptos" panose="020B0004020202020204" pitchFamily="34" charset="0"/>
                <a:ea typeface="Calibri" panose="020F0502020204030204" pitchFamily="34" charset="0"/>
                <a:cs typeface="Calibri" panose="020F0502020204030204" pitchFamily="34" charset="0"/>
              </a:rPr>
              <a:t>hụt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rPET</a:t>
            </a:r>
            <a:r>
              <a:rPr lang="en-US" sz="1400" dirty="0">
                <a:effectLst/>
                <a:latin typeface="Aptos" panose="020B0004020202020204" pitchFamily="34" charset="0"/>
                <a:ea typeface="Calibri" panose="020F0502020204030204" pitchFamily="34" charset="0"/>
                <a:cs typeface="Calibri" panose="020F0502020204030204" pitchFamily="34" charset="0"/>
              </a:rPr>
              <a:t> của DTR ở </a:t>
            </a:r>
            <a:r>
              <a:rPr lang="en-US" sz="1400" dirty="0" err="1">
                <a:effectLst/>
                <a:latin typeface="Aptos" panose="020B0004020202020204" pitchFamily="34" charset="0"/>
                <a:ea typeface="Calibri" panose="020F0502020204030204" pitchFamily="34" charset="0"/>
                <a:cs typeface="Calibri" panose="020F0502020204030204" pitchFamily="34" charset="0"/>
              </a:rPr>
              <a:t>mức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b="1" u="sng" dirty="0">
                <a:effectLst/>
                <a:latin typeface="Aptos" panose="020B0004020202020204" pitchFamily="34" charset="0"/>
                <a:ea typeface="Calibri" panose="020F0502020204030204" pitchFamily="34" charset="0"/>
                <a:cs typeface="Calibri" panose="020F0502020204030204" pitchFamily="34" charset="0"/>
              </a:rPr>
              <a:t>1.07 kg NVL </a:t>
            </a:r>
            <a:r>
              <a:rPr lang="en-US" sz="1400" dirty="0" err="1">
                <a:effectLst/>
                <a:latin typeface="Aptos" panose="020B0004020202020204" pitchFamily="34" charset="0"/>
                <a:ea typeface="Calibri" panose="020F0502020204030204" pitchFamily="34" charset="0"/>
                <a:cs typeface="Calibri" panose="020F0502020204030204" pitchFamily="34" charset="0"/>
              </a:rPr>
              <a:t>cho</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b="1" u="sng" dirty="0">
                <a:effectLst/>
                <a:latin typeface="Aptos" panose="020B0004020202020204" pitchFamily="34" charset="0"/>
                <a:ea typeface="Calibri" panose="020F0502020204030204" pitchFamily="34" charset="0"/>
                <a:cs typeface="Calibri" panose="020F0502020204030204" pitchFamily="34" charset="0"/>
              </a:rPr>
              <a:t>1.00 kg </a:t>
            </a:r>
            <a:r>
              <a:rPr lang="en-US" sz="1400" b="1" u="sng" dirty="0" err="1">
                <a:effectLst/>
                <a:latin typeface="Aptos" panose="020B0004020202020204" pitchFamily="34" charset="0"/>
                <a:ea typeface="Calibri" panose="020F0502020204030204" pitchFamily="34" charset="0"/>
                <a:cs typeface="Calibri" panose="020F0502020204030204" pitchFamily="34" charset="0"/>
              </a:rPr>
              <a:t>thành</a:t>
            </a:r>
            <a:r>
              <a:rPr lang="en-US" sz="1400" b="1" u="sng" dirty="0">
                <a:effectLst/>
                <a:latin typeface="Aptos" panose="020B0004020202020204" pitchFamily="34" charset="0"/>
                <a:ea typeface="Calibri" panose="020F0502020204030204" pitchFamily="34" charset="0"/>
                <a:cs typeface="Calibri" panose="020F0502020204030204" pitchFamily="34" charset="0"/>
              </a:rPr>
              <a:t> </a:t>
            </a:r>
            <a:r>
              <a:rPr lang="en-US" sz="1400" b="1" u="sng" dirty="0" err="1">
                <a:effectLst/>
                <a:latin typeface="Aptos" panose="020B0004020202020204" pitchFamily="34" charset="0"/>
                <a:ea typeface="Calibri" panose="020F0502020204030204" pitchFamily="34" charset="0"/>
                <a:cs typeface="Calibri" panose="020F0502020204030204" pitchFamily="34" charset="0"/>
              </a:rPr>
              <a:t>phẩm</a:t>
            </a:r>
            <a:endParaRPr lang="en-US" sz="1400" b="1" u="sng" dirty="0"/>
          </a:p>
        </p:txBody>
      </p:sp>
      <p:sp>
        <p:nvSpPr>
          <p:cNvPr id="7" name="TextBox 6">
            <a:extLst>
              <a:ext uri="{FF2B5EF4-FFF2-40B4-BE49-F238E27FC236}">
                <a16:creationId xmlns:a16="http://schemas.microsoft.com/office/drawing/2014/main" id="{66D3FDF2-F09A-AD30-5CCE-865BFBEB0236}"/>
              </a:ext>
            </a:extLst>
          </p:cNvPr>
          <p:cNvSpPr txBox="1"/>
          <p:nvPr/>
        </p:nvSpPr>
        <p:spPr>
          <a:xfrm>
            <a:off x="1369153" y="5559504"/>
            <a:ext cx="10651398" cy="600164"/>
          </a:xfrm>
          <a:prstGeom prst="rect">
            <a:avLst/>
          </a:prstGeom>
          <a:noFill/>
        </p:spPr>
        <p:txBody>
          <a:bodyPr wrap="square">
            <a:spAutoFit/>
          </a:bodyPr>
          <a:lstStyle/>
          <a:p>
            <a:pPr marL="285750" indent="-285750">
              <a:spcBef>
                <a:spcPts val="600"/>
              </a:spcBef>
              <a:buFont typeface="Arial" panose="020B0604020202020204" pitchFamily="34" charset="0"/>
              <a:buChar char="•"/>
            </a:pPr>
            <a:r>
              <a:rPr lang="en-US" sz="1400" dirty="0" err="1">
                <a:effectLst/>
                <a:latin typeface="Aptos" panose="020B0004020202020204" pitchFamily="34" charset="0"/>
                <a:ea typeface="Calibri" panose="020F0502020204030204" pitchFamily="34" charset="0"/>
                <a:cs typeface="Calibri" panose="020F0502020204030204" pitchFamily="34" charset="0"/>
              </a:rPr>
              <a:t>Xây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dựng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các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giấy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tờ</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ghi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chú</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lại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lượng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nguyên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liệu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và</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bán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thành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không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đạt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để</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loại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trừ</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khỏi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lượng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tiêu</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thụ</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trong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quá</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trình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endParaRPr lang="en-US" sz="1400" dirty="0">
              <a:effectLst/>
              <a:latin typeface="Aptos" panose="020B0004020202020204" pitchFamily="34" charset="0"/>
              <a:ea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400" dirty="0" err="1">
                <a:effectLst/>
                <a:latin typeface="Aptos" panose="020B0004020202020204" pitchFamily="34" charset="0"/>
                <a:ea typeface="Calibri" panose="020F0502020204030204" pitchFamily="34" charset="0"/>
                <a:cs typeface="Calibri" panose="020F0502020204030204" pitchFamily="34" charset="0"/>
              </a:rPr>
              <a:t>Xây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dựng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các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giấy</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tờ</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theo</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dõi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đích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xác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lượng</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phó</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nhựa</a:t>
            </a:r>
            <a:r>
              <a:rPr lang="en-US" sz="1400" dirty="0">
                <a:effectLst/>
                <a:latin typeface="Aptos" panose="020B0004020202020204" pitchFamily="34" charset="0"/>
                <a:ea typeface="Calibri" panose="020F0502020204030204" pitchFamily="34" charset="0"/>
                <a:cs typeface="Calibri" panose="020F0502020204030204" pitchFamily="34" charset="0"/>
              </a:rPr>
              <a:t> HD </a:t>
            </a:r>
            <a:r>
              <a:rPr lang="en-US" sz="1400" dirty="0" err="1">
                <a:effectLst/>
                <a:latin typeface="Aptos" panose="020B0004020202020204" pitchFamily="34" charset="0"/>
                <a:ea typeface="Calibri" panose="020F0502020204030204" pitchFamily="34" charset="0"/>
                <a:cs typeface="Calibri" panose="020F0502020204030204" pitchFamily="34" charset="0"/>
              </a:rPr>
              <a:t>được</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tách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ra</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khỏi</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quá</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trình</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xuất</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sản</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phẩm</a:t>
            </a:r>
            <a:r>
              <a:rPr lang="en-US" sz="1400" dirty="0">
                <a:effectLst/>
                <a:latin typeface="Aptos" panose="020B0004020202020204" pitchFamily="34" charset="0"/>
                <a:ea typeface="Calibri" panose="020F0502020204030204" pitchFamily="34" charset="0"/>
                <a:cs typeface="Calibri" panose="020F0502020204030204" pitchFamily="34" charset="0"/>
              </a:rPr>
              <a:t> </a:t>
            </a:r>
            <a:r>
              <a:rPr lang="en-US" sz="1400" dirty="0" err="1">
                <a:effectLst/>
                <a:latin typeface="Aptos" panose="020B0004020202020204" pitchFamily="34" charset="0"/>
                <a:ea typeface="Calibri" panose="020F0502020204030204" pitchFamily="34" charset="0"/>
                <a:cs typeface="Calibri" panose="020F0502020204030204" pitchFamily="34" charset="0"/>
              </a:rPr>
              <a:t>rPET</a:t>
            </a:r>
            <a:endParaRPr lang="en-US" sz="1400" dirty="0"/>
          </a:p>
        </p:txBody>
      </p:sp>
    </p:spTree>
    <p:extLst>
      <p:ext uri="{BB962C8B-B14F-4D97-AF65-F5344CB8AC3E}">
        <p14:creationId xmlns:p14="http://schemas.microsoft.com/office/powerpoint/2010/main" val="4092492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E614-5EF0-D036-66D2-0AE27FBF290F}"/>
            </a:ext>
          </a:extLst>
        </p:cNvPr>
        <p:cNvGrpSpPr/>
        <p:nvPr/>
      </p:nvGrpSpPr>
      <p:grpSpPr>
        <a:xfrm>
          <a:off x="0" y="0"/>
          <a:ext cx="0" cy="0"/>
          <a:chOff x="0" y="0"/>
          <a:chExt cx="0" cy="0"/>
        </a:xfrm>
      </p:grpSpPr>
      <p:sp>
        <p:nvSpPr>
          <p:cNvPr id="6" name="TextBox 5">
            <a:hlinkClick r:id="rId2"/>
            <a:extLst>
              <a:ext uri="{FF2B5EF4-FFF2-40B4-BE49-F238E27FC236}">
                <a16:creationId xmlns:a16="http://schemas.microsoft.com/office/drawing/2014/main" id="{3D03FD4E-43E7-DDA6-9F59-39A5DD7176FE}"/>
              </a:ext>
            </a:extLst>
          </p:cNvPr>
          <p:cNvSpPr txBox="1"/>
          <p:nvPr/>
        </p:nvSpPr>
        <p:spPr>
          <a:xfrm>
            <a:off x="1004744" y="6126285"/>
            <a:ext cx="11187256" cy="251533"/>
          </a:xfrm>
          <a:prstGeom prst="rect">
            <a:avLst/>
          </a:prstGeom>
          <a:noFill/>
        </p:spPr>
        <p:txBody>
          <a:bodyPr wrap="square" rtlCol="0">
            <a:spAutoFit/>
          </a:bodyPr>
          <a:lstStyle/>
          <a:p>
            <a:r>
              <a:rPr lang="en-US" altLang="ko-KR" sz="1000">
                <a:solidFill>
                  <a:srgbClr val="002060"/>
                </a:solidFill>
                <a:cs typeface="Arial" pitchFamily="34" charset="0"/>
                <a:hlinkClick r:id="rId2">
                  <a:extLst>
                    <a:ext uri="{A12FA001-AC4F-418D-AE19-62706E023703}">
                      <ahyp:hlinkClr xmlns:ahyp="http://schemas.microsoft.com/office/drawing/2018/hyperlinkcolor" val="tx"/>
                    </a:ext>
                  </a:extLst>
                </a:hlinkClick>
              </a:rPr>
              <a:t>http://www.ghconsults.com</a:t>
            </a:r>
            <a:endParaRPr lang="ko-KR" altLang="en-US" sz="1000">
              <a:solidFill>
                <a:srgbClr val="002060"/>
              </a:solidFill>
              <a:cs typeface="Arial" pitchFamily="34" charset="0"/>
            </a:endParaRPr>
          </a:p>
        </p:txBody>
      </p:sp>
      <p:sp>
        <p:nvSpPr>
          <p:cNvPr id="124" name="TextBox 123">
            <a:extLst>
              <a:ext uri="{FF2B5EF4-FFF2-40B4-BE49-F238E27FC236}">
                <a16:creationId xmlns:a16="http://schemas.microsoft.com/office/drawing/2014/main" id="{C3E39EBD-98A9-5290-8B79-5E60539843A4}"/>
              </a:ext>
            </a:extLst>
          </p:cNvPr>
          <p:cNvSpPr txBox="1"/>
          <p:nvPr/>
        </p:nvSpPr>
        <p:spPr>
          <a:xfrm>
            <a:off x="963800" y="4584408"/>
            <a:ext cx="6660056" cy="830997"/>
          </a:xfrm>
          <a:prstGeom prst="rect">
            <a:avLst/>
          </a:prstGeom>
          <a:noFill/>
        </p:spPr>
        <p:txBody>
          <a:bodyPr wrap="square" rtlCol="0" anchor="ctr">
            <a:spAutoFit/>
          </a:bodyPr>
          <a:lstStyle/>
          <a:p>
            <a:endParaRPr lang="ko-KR" altLang="en-US" sz="4800">
              <a:solidFill>
                <a:schemeClr val="bg1"/>
              </a:solidFill>
              <a:cs typeface="Arial" pitchFamily="34" charset="0"/>
            </a:endParaRPr>
          </a:p>
        </p:txBody>
      </p:sp>
      <p:grpSp>
        <p:nvGrpSpPr>
          <p:cNvPr id="4" name="Group 3">
            <a:extLst>
              <a:ext uri="{FF2B5EF4-FFF2-40B4-BE49-F238E27FC236}">
                <a16:creationId xmlns:a16="http://schemas.microsoft.com/office/drawing/2014/main" id="{00BD7749-91B5-A064-D1E6-6A3CA3707FC2}"/>
              </a:ext>
            </a:extLst>
          </p:cNvPr>
          <p:cNvGrpSpPr/>
          <p:nvPr/>
        </p:nvGrpSpPr>
        <p:grpSpPr>
          <a:xfrm>
            <a:off x="1004187" y="5415806"/>
            <a:ext cx="6619669" cy="666764"/>
            <a:chOff x="635696" y="5757006"/>
            <a:chExt cx="6619669" cy="666764"/>
          </a:xfrm>
        </p:grpSpPr>
        <p:sp>
          <p:nvSpPr>
            <p:cNvPr id="14" name="TextBox 13">
              <a:extLst>
                <a:ext uri="{FF2B5EF4-FFF2-40B4-BE49-F238E27FC236}">
                  <a16:creationId xmlns:a16="http://schemas.microsoft.com/office/drawing/2014/main" id="{BD277EC4-40BB-5729-EF4E-4835C833E798}"/>
                </a:ext>
              </a:extLst>
            </p:cNvPr>
            <p:cNvSpPr txBox="1"/>
            <p:nvPr/>
          </p:nvSpPr>
          <p:spPr>
            <a:xfrm>
              <a:off x="635696" y="5757006"/>
              <a:ext cx="6619669" cy="379656"/>
            </a:xfrm>
            <a:prstGeom prst="rect">
              <a:avLst/>
            </a:prstGeom>
            <a:noFill/>
          </p:spPr>
          <p:txBody>
            <a:bodyPr wrap="square" rtlCol="0" anchor="ctr">
              <a:spAutoFit/>
            </a:bodyPr>
            <a:lstStyle/>
            <a:p>
              <a:r>
                <a:rPr lang="en-US" altLang="ko-KR" sz="1867" b="1" dirty="0">
                  <a:solidFill>
                    <a:srgbClr val="002060"/>
                  </a:solidFill>
                  <a:cs typeface="Arial" pitchFamily="34" charset="0"/>
                </a:rPr>
                <a:t>CÔNG TY CỔ PHẦN NHỰA DUY TÂN</a:t>
              </a:r>
              <a:endParaRPr lang="ko-KR" altLang="en-US" sz="1867" b="1" dirty="0">
                <a:solidFill>
                  <a:srgbClr val="002060"/>
                </a:solidFill>
                <a:cs typeface="Arial" pitchFamily="34" charset="0"/>
              </a:endParaRPr>
            </a:p>
          </p:txBody>
        </p:sp>
        <p:sp>
          <p:nvSpPr>
            <p:cNvPr id="125" name="TextBox 124">
              <a:extLst>
                <a:ext uri="{FF2B5EF4-FFF2-40B4-BE49-F238E27FC236}">
                  <a16:creationId xmlns:a16="http://schemas.microsoft.com/office/drawing/2014/main" id="{418DB90C-AAFE-AA73-3B6E-1DBD97DA7245}"/>
                </a:ext>
              </a:extLst>
            </p:cNvPr>
            <p:cNvSpPr txBox="1"/>
            <p:nvPr/>
          </p:nvSpPr>
          <p:spPr>
            <a:xfrm>
              <a:off x="635696" y="6044114"/>
              <a:ext cx="6619669" cy="379656"/>
            </a:xfrm>
            <a:prstGeom prst="rect">
              <a:avLst/>
            </a:prstGeom>
            <a:noFill/>
          </p:spPr>
          <p:txBody>
            <a:bodyPr wrap="square" rtlCol="0" anchor="ctr">
              <a:spAutoFit/>
            </a:bodyPr>
            <a:lstStyle/>
            <a:p>
              <a:endParaRPr lang="ko-KR" altLang="en-US" sz="1867">
                <a:solidFill>
                  <a:schemeClr val="bg1"/>
                </a:solidFill>
                <a:cs typeface="Arial" pitchFamily="34" charset="0"/>
              </a:endParaRPr>
            </a:p>
          </p:txBody>
        </p:sp>
      </p:grpSp>
      <p:sp>
        <p:nvSpPr>
          <p:cNvPr id="163" name="TextBox 162">
            <a:extLst>
              <a:ext uri="{FF2B5EF4-FFF2-40B4-BE49-F238E27FC236}">
                <a16:creationId xmlns:a16="http://schemas.microsoft.com/office/drawing/2014/main" id="{E0C9C4DC-DB3F-23EF-5CAC-B0F2C621CB7A}"/>
              </a:ext>
            </a:extLst>
          </p:cNvPr>
          <p:cNvSpPr txBox="1"/>
          <p:nvPr/>
        </p:nvSpPr>
        <p:spPr>
          <a:xfrm>
            <a:off x="963799" y="4593729"/>
            <a:ext cx="9126131" cy="769441"/>
          </a:xfrm>
          <a:prstGeom prst="rect">
            <a:avLst/>
          </a:prstGeom>
          <a:noFill/>
        </p:spPr>
        <p:txBody>
          <a:bodyPr wrap="square" rtlCol="0" anchor="ctr">
            <a:spAutoFit/>
          </a:bodyPr>
          <a:lstStyle/>
          <a:p>
            <a:r>
              <a:rPr lang="en-US" altLang="ko-KR" sz="4400" b="1" dirty="0">
                <a:solidFill>
                  <a:srgbClr val="002060"/>
                </a:solidFill>
                <a:cs typeface="Arial" pitchFamily="34" charset="0"/>
              </a:rPr>
              <a:t>THANKS FOR LISTENING</a:t>
            </a:r>
            <a:endParaRPr lang="ko-KR" altLang="en-US" sz="4400" b="1" dirty="0">
              <a:solidFill>
                <a:srgbClr val="002060"/>
              </a:solidFill>
              <a:cs typeface="Arial" pitchFamily="34" charset="0"/>
            </a:endParaRPr>
          </a:p>
        </p:txBody>
      </p:sp>
    </p:spTree>
    <p:extLst>
      <p:ext uri="{BB962C8B-B14F-4D97-AF65-F5344CB8AC3E}">
        <p14:creationId xmlns:p14="http://schemas.microsoft.com/office/powerpoint/2010/main" val="2087076039"/>
      </p:ext>
    </p:extLst>
  </p:cSld>
  <p:clrMapOvr>
    <a:masterClrMapping/>
  </p:clrMapOvr>
</p:sld>
</file>

<file path=ppt/theme/theme1.xml><?xml version="1.0" encoding="utf-8"?>
<a:theme xmlns:a="http://schemas.openxmlformats.org/drawingml/2006/main" name="Cover and End Slide Master">
  <a:themeElements>
    <a:clrScheme name="2019-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2019-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BUSINESS PLAN">
      <a:dk1>
        <a:sysClr val="windowText" lastClr="000000"/>
      </a:dk1>
      <a:lt1>
        <a:sysClr val="window" lastClr="FFFFFF"/>
      </a:lt1>
      <a:dk2>
        <a:srgbClr val="44546A"/>
      </a:dk2>
      <a:lt2>
        <a:srgbClr val="E7E6E6"/>
      </a:lt2>
      <a:accent1>
        <a:srgbClr val="5EBEE4"/>
      </a:accent1>
      <a:accent2>
        <a:srgbClr val="4CD6B0"/>
      </a:accent2>
      <a:accent3>
        <a:srgbClr val="98DC56"/>
      </a:accent3>
      <a:accent4>
        <a:srgbClr val="5EBEE4"/>
      </a:accent4>
      <a:accent5>
        <a:srgbClr val="4CD6B0"/>
      </a:accent5>
      <a:accent6>
        <a:srgbClr val="98DC56"/>
      </a:accent6>
      <a:hlink>
        <a:srgbClr val="BFBFBF"/>
      </a:hlink>
      <a:folHlink>
        <a:srgbClr val="BFBFBF"/>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27ff04-d8be-47a7-827b-d66418bb9b42">
      <Terms xmlns="http://schemas.microsoft.com/office/infopath/2007/PartnerControls"/>
    </lcf76f155ced4ddcb4097134ff3c332f>
    <TaxCatchAll xmlns="4d7fa8e4-289c-4ee6-b0a2-7096240dd41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583696821B8E64185FE57C413A47F2E" ma:contentTypeVersion="18" ma:contentTypeDescription="Create a new document." ma:contentTypeScope="" ma:versionID="c9b4b0848bc35491d594f7315ccfea1d">
  <xsd:schema xmlns:xsd="http://www.w3.org/2001/XMLSchema" xmlns:xs="http://www.w3.org/2001/XMLSchema" xmlns:p="http://schemas.microsoft.com/office/2006/metadata/properties" xmlns:ns2="9f27ff04-d8be-47a7-827b-d66418bb9b42" xmlns:ns3="4d7fa8e4-289c-4ee6-b0a2-7096240dd412" targetNamespace="http://schemas.microsoft.com/office/2006/metadata/properties" ma:root="true" ma:fieldsID="bea24125ddd5b76debf436532e25fde8" ns2:_="" ns3:_="">
    <xsd:import namespace="9f27ff04-d8be-47a7-827b-d66418bb9b42"/>
    <xsd:import namespace="4d7fa8e4-289c-4ee6-b0a2-7096240dd41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3:SharedWithUsers" minOccurs="0"/>
                <xsd:element ref="ns3:SharedWithDetails"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27ff04-d8be-47a7-827b-d66418bb9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47010e8-39f4-420f-9d2a-9fede9ee8cd2"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7fa8e4-289c-4ee6-b0a2-7096240dd41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c9b3205-5664-4863-893d-ccc8b5cb19d6}" ma:internalName="TaxCatchAll" ma:showField="CatchAllData" ma:web="4d7fa8e4-289c-4ee6-b0a2-7096240dd41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725535-D831-4CF7-ADB7-B60A1C8D43BB}">
  <ds:schemaRefs>
    <ds:schemaRef ds:uri="4d7fa8e4-289c-4ee6-b0a2-7096240dd412"/>
    <ds:schemaRef ds:uri="9f27ff04-d8be-47a7-827b-d66418bb9b4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4D9DEF2-9A18-429B-8FC4-C2CF9F1F9531}">
  <ds:schemaRefs>
    <ds:schemaRef ds:uri="http://schemas.microsoft.com/sharepoint/v3/contenttype/forms"/>
  </ds:schemaRefs>
</ds:datastoreItem>
</file>

<file path=customXml/itemProps3.xml><?xml version="1.0" encoding="utf-8"?>
<ds:datastoreItem xmlns:ds="http://schemas.openxmlformats.org/officeDocument/2006/customXml" ds:itemID="{11B04BAA-366A-414B-A4E0-031895B886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27ff04-d8be-47a7-827b-d66418bb9b42"/>
    <ds:schemaRef ds:uri="4d7fa8e4-289c-4ee6-b0a2-7096240dd4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334</TotalTime>
  <Words>1988</Words>
  <Application>Microsoft Office PowerPoint</Application>
  <PresentationFormat>Widescreen</PresentationFormat>
  <Paragraphs>287</Paragraphs>
  <Slides>12</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12</vt:i4>
      </vt:variant>
    </vt:vector>
  </HeadingPairs>
  <TitlesOfParts>
    <vt:vector size="20" baseType="lpstr">
      <vt:lpstr>Aptos</vt:lpstr>
      <vt:lpstr>Arial</vt:lpstr>
      <vt:lpstr>Arial (body)</vt:lpstr>
      <vt:lpstr>Calibri</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Danh, Hoàng Duy</cp:lastModifiedBy>
  <cp:revision>1</cp:revision>
  <dcterms:created xsi:type="dcterms:W3CDTF">2018-04-24T17:14:44Z</dcterms:created>
  <dcterms:modified xsi:type="dcterms:W3CDTF">2024-10-29T04:55:00Z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0x0101008583696821B8E64185FE57C413A47F2E</vt:lpwstr>
  </property>
  <property fmtid="{D5CDD505-2E9C-101B-9397-08002B2CF9AE}" pid="3" name="MediaServiceImageTags">
    <vt:lpwstr/>
  </property>
</Properties>
</file>