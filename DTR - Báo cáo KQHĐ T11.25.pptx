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30"/>
  </p:notesMasterIdLst>
  <p:sldIdLst>
    <p:sldId id="261" r:id="rId5"/>
    <p:sldId id="304" r:id="rId6"/>
    <p:sldId id="377" r:id="rId7"/>
    <p:sldId id="315" r:id="rId8"/>
    <p:sldId id="344" r:id="rId9"/>
    <p:sldId id="325" r:id="rId10"/>
    <p:sldId id="312" r:id="rId11"/>
    <p:sldId id="378" r:id="rId12"/>
    <p:sldId id="297" r:id="rId13"/>
    <p:sldId id="323" r:id="rId14"/>
    <p:sldId id="303" r:id="rId15"/>
    <p:sldId id="310" r:id="rId16"/>
    <p:sldId id="350" r:id="rId17"/>
    <p:sldId id="339" r:id="rId18"/>
    <p:sldId id="341" r:id="rId19"/>
    <p:sldId id="359" r:id="rId20"/>
    <p:sldId id="360" r:id="rId21"/>
    <p:sldId id="373" r:id="rId22"/>
    <p:sldId id="355" r:id="rId23"/>
    <p:sldId id="362" r:id="rId24"/>
    <p:sldId id="364" r:id="rId25"/>
    <p:sldId id="351" r:id="rId26"/>
    <p:sldId id="356" r:id="rId27"/>
    <p:sldId id="367" r:id="rId28"/>
    <p:sldId id="372" r:id="rId29"/>
  </p:sldIdLst>
  <p:sldSz cx="9144000" cy="5143500" type="screen16x9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66068FD-31DF-4505-96EA-B953B35EC922}">
          <p14:sldIdLst>
            <p14:sldId id="261"/>
            <p14:sldId id="304"/>
            <p14:sldId id="377"/>
            <p14:sldId id="315"/>
            <p14:sldId id="344"/>
            <p14:sldId id="325"/>
            <p14:sldId id="312"/>
            <p14:sldId id="378"/>
            <p14:sldId id="297"/>
            <p14:sldId id="323"/>
            <p14:sldId id="303"/>
            <p14:sldId id="310"/>
            <p14:sldId id="350"/>
            <p14:sldId id="339"/>
            <p14:sldId id="341"/>
            <p14:sldId id="359"/>
            <p14:sldId id="360"/>
            <p14:sldId id="373"/>
            <p14:sldId id="355"/>
            <p14:sldId id="362"/>
            <p14:sldId id="364"/>
            <p14:sldId id="351"/>
            <p14:sldId id="356"/>
            <p14:sldId id="367"/>
            <p14:sldId id="3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E9AD"/>
    <a:srgbClr val="119303"/>
    <a:srgbClr val="67F753"/>
    <a:srgbClr val="F5F5F5"/>
    <a:srgbClr val="E78BCB"/>
    <a:srgbClr val="424340"/>
    <a:srgbClr val="E2E7EE"/>
    <a:srgbClr val="0000FF"/>
    <a:srgbClr val="29A8FF"/>
    <a:srgbClr val="8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7936B1-6EB8-4A9E-800F-25C7B954D4FD}" v="94" dt="2025-12-17T05:41:28.166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6247" autoAdjust="0"/>
  </p:normalViewPr>
  <p:slideViewPr>
    <p:cSldViewPr snapToGrid="0">
      <p:cViewPr varScale="1">
        <p:scale>
          <a:sx n="140" d="100"/>
          <a:sy n="140" d="100"/>
        </p:scale>
        <p:origin x="8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h, Hoàng Duy" userId="3a448fcf-317f-4972-a161-06742a14d4c7" providerId="ADAL" clId="{CE1C8B88-0719-4E4A-B0E4-7DC533AE261F}"/>
    <pc:docChg chg="undo redo custSel addSld delSld modSld sldOrd delSection modSection">
      <pc:chgData name="Danh, Hoàng Duy" userId="3a448fcf-317f-4972-a161-06742a14d4c7" providerId="ADAL" clId="{CE1C8B88-0719-4E4A-B0E4-7DC533AE261F}" dt="2025-12-17T05:41:28.166" v="4835"/>
      <pc:docMkLst>
        <pc:docMk/>
      </pc:docMkLst>
      <pc:sldChg chg="modSp mod">
        <pc:chgData name="Danh, Hoàng Duy" userId="3a448fcf-317f-4972-a161-06742a14d4c7" providerId="ADAL" clId="{CE1C8B88-0719-4E4A-B0E4-7DC533AE261F}" dt="2025-12-16T05:31:47.583" v="3832" actId="20577"/>
        <pc:sldMkLst>
          <pc:docMk/>
          <pc:sldMk cId="0" sldId="261"/>
        </pc:sldMkLst>
        <pc:spChg chg="mod">
          <ac:chgData name="Danh, Hoàng Duy" userId="3a448fcf-317f-4972-a161-06742a14d4c7" providerId="ADAL" clId="{CE1C8B88-0719-4E4A-B0E4-7DC533AE261F}" dt="2025-12-16T05:31:47.583" v="3832" actId="20577"/>
          <ac:spMkLst>
            <pc:docMk/>
            <pc:sldMk cId="0" sldId="261"/>
            <ac:spMk id="6" creationId="{6D0DFC0C-E3A7-AC85-8C7C-C6BD6BEC71AB}"/>
          </ac:spMkLst>
        </pc:spChg>
      </pc:sldChg>
      <pc:sldChg chg="del">
        <pc:chgData name="Danh, Hoàng Duy" userId="3a448fcf-317f-4972-a161-06742a14d4c7" providerId="ADAL" clId="{CE1C8B88-0719-4E4A-B0E4-7DC533AE261F}" dt="2025-12-16T09:44:52.421" v="4688" actId="47"/>
        <pc:sldMkLst>
          <pc:docMk/>
          <pc:sldMk cId="219597705" sldId="266"/>
        </pc:sldMkLst>
      </pc:sldChg>
      <pc:sldChg chg="del">
        <pc:chgData name="Danh, Hoàng Duy" userId="3a448fcf-317f-4972-a161-06742a14d4c7" providerId="ADAL" clId="{CE1C8B88-0719-4E4A-B0E4-7DC533AE261F}" dt="2025-12-16T09:44:52.421" v="4688" actId="47"/>
        <pc:sldMkLst>
          <pc:docMk/>
          <pc:sldMk cId="3400095569" sldId="267"/>
        </pc:sldMkLst>
      </pc:sldChg>
      <pc:sldChg chg="del">
        <pc:chgData name="Danh, Hoàng Duy" userId="3a448fcf-317f-4972-a161-06742a14d4c7" providerId="ADAL" clId="{CE1C8B88-0719-4E4A-B0E4-7DC533AE261F}" dt="2025-12-16T09:44:52.421" v="4688" actId="47"/>
        <pc:sldMkLst>
          <pc:docMk/>
          <pc:sldMk cId="1888021982" sldId="268"/>
        </pc:sldMkLst>
      </pc:sldChg>
      <pc:sldChg chg="del">
        <pc:chgData name="Danh, Hoàng Duy" userId="3a448fcf-317f-4972-a161-06742a14d4c7" providerId="ADAL" clId="{CE1C8B88-0719-4E4A-B0E4-7DC533AE261F}" dt="2025-12-16T07:06:01.457" v="4286" actId="47"/>
        <pc:sldMkLst>
          <pc:docMk/>
          <pc:sldMk cId="3744686411" sldId="272"/>
        </pc:sldMkLst>
      </pc:sldChg>
      <pc:sldChg chg="del">
        <pc:chgData name="Danh, Hoàng Duy" userId="3a448fcf-317f-4972-a161-06742a14d4c7" providerId="ADAL" clId="{CE1C8B88-0719-4E4A-B0E4-7DC533AE261F}" dt="2025-12-16T07:05:59.279" v="4285" actId="47"/>
        <pc:sldMkLst>
          <pc:docMk/>
          <pc:sldMk cId="1398100390" sldId="275"/>
        </pc:sldMkLst>
      </pc:sldChg>
      <pc:sldChg chg="del">
        <pc:chgData name="Danh, Hoàng Duy" userId="3a448fcf-317f-4972-a161-06742a14d4c7" providerId="ADAL" clId="{CE1C8B88-0719-4E4A-B0E4-7DC533AE261F}" dt="2025-12-16T09:44:52.421" v="4688" actId="47"/>
        <pc:sldMkLst>
          <pc:docMk/>
          <pc:sldMk cId="3857089500" sldId="276"/>
        </pc:sldMkLst>
      </pc:sldChg>
      <pc:sldChg chg="del">
        <pc:chgData name="Danh, Hoàng Duy" userId="3a448fcf-317f-4972-a161-06742a14d4c7" providerId="ADAL" clId="{CE1C8B88-0719-4E4A-B0E4-7DC533AE261F}" dt="2025-12-16T09:44:52.421" v="4688" actId="47"/>
        <pc:sldMkLst>
          <pc:docMk/>
          <pc:sldMk cId="3338879556" sldId="277"/>
        </pc:sldMkLst>
      </pc:sldChg>
      <pc:sldChg chg="del">
        <pc:chgData name="Danh, Hoàng Duy" userId="3a448fcf-317f-4972-a161-06742a14d4c7" providerId="ADAL" clId="{CE1C8B88-0719-4E4A-B0E4-7DC533AE261F}" dt="2025-12-16T07:05:59.279" v="4285" actId="47"/>
        <pc:sldMkLst>
          <pc:docMk/>
          <pc:sldMk cId="3990294413" sldId="279"/>
        </pc:sldMkLst>
      </pc:sldChg>
      <pc:sldChg chg="del">
        <pc:chgData name="Danh, Hoàng Duy" userId="3a448fcf-317f-4972-a161-06742a14d4c7" providerId="ADAL" clId="{CE1C8B88-0719-4E4A-B0E4-7DC533AE261F}" dt="2025-12-16T07:05:59.279" v="4285" actId="47"/>
        <pc:sldMkLst>
          <pc:docMk/>
          <pc:sldMk cId="728948926" sldId="280"/>
        </pc:sldMkLst>
      </pc:sldChg>
      <pc:sldChg chg="del">
        <pc:chgData name="Danh, Hoàng Duy" userId="3a448fcf-317f-4972-a161-06742a14d4c7" providerId="ADAL" clId="{CE1C8B88-0719-4E4A-B0E4-7DC533AE261F}" dt="2025-12-16T07:05:59.279" v="4285" actId="47"/>
        <pc:sldMkLst>
          <pc:docMk/>
          <pc:sldMk cId="308126683" sldId="295"/>
        </pc:sldMkLst>
      </pc:sldChg>
      <pc:sldChg chg="addSp delSp modSp mod">
        <pc:chgData name="Danh, Hoàng Duy" userId="3a448fcf-317f-4972-a161-06742a14d4c7" providerId="ADAL" clId="{CE1C8B88-0719-4E4A-B0E4-7DC533AE261F}" dt="2025-12-16T07:37:31.127" v="4502" actId="478"/>
        <pc:sldMkLst>
          <pc:docMk/>
          <pc:sldMk cId="3039711019" sldId="297"/>
        </pc:sldMkLst>
        <pc:spChg chg="add del mod">
          <ac:chgData name="Danh, Hoàng Duy" userId="3a448fcf-317f-4972-a161-06742a14d4c7" providerId="ADAL" clId="{CE1C8B88-0719-4E4A-B0E4-7DC533AE261F}" dt="2025-12-16T07:37:31.127" v="4502" actId="478"/>
          <ac:spMkLst>
            <pc:docMk/>
            <pc:sldMk cId="3039711019" sldId="297"/>
            <ac:spMk id="3" creationId="{012A23EF-EA7E-87C2-FC22-11244C3ADD45}"/>
          </ac:spMkLst>
        </pc:spChg>
        <pc:graphicFrameChg chg="mod">
          <ac:chgData name="Danh, Hoàng Duy" userId="3a448fcf-317f-4972-a161-06742a14d4c7" providerId="ADAL" clId="{CE1C8B88-0719-4E4A-B0E4-7DC533AE261F}" dt="2025-12-16T07:22:09.287" v="4315"/>
          <ac:graphicFrameMkLst>
            <pc:docMk/>
            <pc:sldMk cId="3039711019" sldId="297"/>
            <ac:graphicFrameMk id="4" creationId="{C0D84FB5-511B-8165-6333-DC95CA4A2E89}"/>
          </ac:graphicFrameMkLst>
        </pc:graphicFrameChg>
        <pc:graphicFrameChg chg="modGraphic">
          <ac:chgData name="Danh, Hoàng Duy" userId="3a448fcf-317f-4972-a161-06742a14d4c7" providerId="ADAL" clId="{CE1C8B88-0719-4E4A-B0E4-7DC533AE261F}" dt="2025-12-16T07:36:36.769" v="4501" actId="20577"/>
          <ac:graphicFrameMkLst>
            <pc:docMk/>
            <pc:sldMk cId="3039711019" sldId="297"/>
            <ac:graphicFrameMk id="5" creationId="{C9DB754C-E5FF-3F60-70E8-FEBE3F5315E8}"/>
          </ac:graphicFrameMkLst>
        </pc:graphicFrameChg>
        <pc:graphicFrameChg chg="mod">
          <ac:chgData name="Danh, Hoàng Duy" userId="3a448fcf-317f-4972-a161-06742a14d4c7" providerId="ADAL" clId="{CE1C8B88-0719-4E4A-B0E4-7DC533AE261F}" dt="2025-12-16T07:17:23.872" v="4305" actId="108"/>
          <ac:graphicFrameMkLst>
            <pc:docMk/>
            <pc:sldMk cId="3039711019" sldId="297"/>
            <ac:graphicFrameMk id="15" creationId="{A5D34DAE-E6F6-848C-1C73-CCFD3D0F5F15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5-12-17T04:14:41.057" v="4811" actId="1036"/>
        <pc:sldMkLst>
          <pc:docMk/>
          <pc:sldMk cId="2836078639" sldId="303"/>
        </pc:sldMkLst>
        <pc:spChg chg="mod">
          <ac:chgData name="Danh, Hoàng Duy" userId="3a448fcf-317f-4972-a161-06742a14d4c7" providerId="ADAL" clId="{CE1C8B88-0719-4E4A-B0E4-7DC533AE261F}" dt="2025-12-16T09:46:44.854" v="4692" actId="20577"/>
          <ac:spMkLst>
            <pc:docMk/>
            <pc:sldMk cId="2836078639" sldId="303"/>
            <ac:spMk id="2" creationId="{96887BFE-815C-615F-B644-76B304CE4911}"/>
          </ac:spMkLst>
        </pc:spChg>
        <pc:spChg chg="add del mod">
          <ac:chgData name="Danh, Hoàng Duy" userId="3a448fcf-317f-4972-a161-06742a14d4c7" providerId="ADAL" clId="{CE1C8B88-0719-4E4A-B0E4-7DC533AE261F}" dt="2025-12-17T02:23:00.260" v="4779" actId="478"/>
          <ac:spMkLst>
            <pc:docMk/>
            <pc:sldMk cId="2836078639" sldId="303"/>
            <ac:spMk id="3" creationId="{52914C7F-9975-0D3C-A411-97AB27B3EE43}"/>
          </ac:spMkLst>
        </pc:spChg>
        <pc:picChg chg="add del mod">
          <ac:chgData name="Danh, Hoàng Duy" userId="3a448fcf-317f-4972-a161-06742a14d4c7" providerId="ADAL" clId="{CE1C8B88-0719-4E4A-B0E4-7DC533AE261F}" dt="2025-12-17T02:23:01.236" v="4780" actId="478"/>
          <ac:picMkLst>
            <pc:docMk/>
            <pc:sldMk cId="2836078639" sldId="303"/>
            <ac:picMk id="4" creationId="{2F485969-CA41-B3BA-2D53-861222908026}"/>
          </ac:picMkLst>
        </pc:picChg>
        <pc:picChg chg="add del mod">
          <ac:chgData name="Danh, Hoàng Duy" userId="3a448fcf-317f-4972-a161-06742a14d4c7" providerId="ADAL" clId="{CE1C8B88-0719-4E4A-B0E4-7DC533AE261F}" dt="2025-12-17T04:14:22.363" v="4805" actId="478"/>
          <ac:picMkLst>
            <pc:docMk/>
            <pc:sldMk cId="2836078639" sldId="303"/>
            <ac:picMk id="5" creationId="{08C845F3-8D1C-190A-1A9A-0FF741D61588}"/>
          </ac:picMkLst>
        </pc:picChg>
        <pc:picChg chg="add mod">
          <ac:chgData name="Danh, Hoàng Duy" userId="3a448fcf-317f-4972-a161-06742a14d4c7" providerId="ADAL" clId="{CE1C8B88-0719-4E4A-B0E4-7DC533AE261F}" dt="2025-12-17T04:14:41.057" v="4811" actId="1036"/>
          <ac:picMkLst>
            <pc:docMk/>
            <pc:sldMk cId="2836078639" sldId="303"/>
            <ac:picMk id="6" creationId="{3035DE79-1C78-D0E9-8B55-633C4CD34707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16T05:37:12.578" v="3850" actId="1036"/>
        <pc:sldMkLst>
          <pc:docMk/>
          <pc:sldMk cId="3774575398" sldId="304"/>
        </pc:sldMkLst>
        <pc:spChg chg="mod">
          <ac:chgData name="Danh, Hoàng Duy" userId="3a448fcf-317f-4972-a161-06742a14d4c7" providerId="ADAL" clId="{CE1C8B88-0719-4E4A-B0E4-7DC533AE261F}" dt="2025-12-16T05:31:54.226" v="3835" actId="20577"/>
          <ac:spMkLst>
            <pc:docMk/>
            <pc:sldMk cId="3774575398" sldId="304"/>
            <ac:spMk id="2" creationId="{D2170A85-2711-6FB8-2AC6-2C758E78707D}"/>
          </ac:spMkLst>
        </pc:spChg>
        <pc:picChg chg="add del">
          <ac:chgData name="Danh, Hoàng Duy" userId="3a448fcf-317f-4972-a161-06742a14d4c7" providerId="ADAL" clId="{CE1C8B88-0719-4E4A-B0E4-7DC533AE261F}" dt="2025-12-16T05:34:23.836" v="3837" actId="478"/>
          <ac:picMkLst>
            <pc:docMk/>
            <pc:sldMk cId="3774575398" sldId="304"/>
            <ac:picMk id="3" creationId="{D6811600-3410-052F-A359-770198E72CAF}"/>
          </ac:picMkLst>
        </pc:picChg>
        <pc:picChg chg="add del mod">
          <ac:chgData name="Danh, Hoàng Duy" userId="3a448fcf-317f-4972-a161-06742a14d4c7" providerId="ADAL" clId="{CE1C8B88-0719-4E4A-B0E4-7DC533AE261F}" dt="2025-12-16T05:34:28.742" v="3840" actId="478"/>
          <ac:picMkLst>
            <pc:docMk/>
            <pc:sldMk cId="3774575398" sldId="304"/>
            <ac:picMk id="4" creationId="{7064EA71-E390-03C6-E51E-A5BAAFECE0ED}"/>
          </ac:picMkLst>
        </pc:picChg>
        <pc:picChg chg="add del mod">
          <ac:chgData name="Danh, Hoàng Duy" userId="3a448fcf-317f-4972-a161-06742a14d4c7" providerId="ADAL" clId="{CE1C8B88-0719-4E4A-B0E4-7DC533AE261F}" dt="2025-12-16T05:36:11.036" v="3843" actId="478"/>
          <ac:picMkLst>
            <pc:docMk/>
            <pc:sldMk cId="3774575398" sldId="304"/>
            <ac:picMk id="5" creationId="{98054946-E955-507B-4635-D3660A3CD8F9}"/>
          </ac:picMkLst>
        </pc:picChg>
        <pc:picChg chg="add mod">
          <ac:chgData name="Danh, Hoàng Duy" userId="3a448fcf-317f-4972-a161-06742a14d4c7" providerId="ADAL" clId="{CE1C8B88-0719-4E4A-B0E4-7DC533AE261F}" dt="2025-12-16T05:37:12.578" v="3850" actId="1036"/>
          <ac:picMkLst>
            <pc:docMk/>
            <pc:sldMk cId="3774575398" sldId="304"/>
            <ac:picMk id="6" creationId="{09C67BBA-1EC8-FC66-C445-455C6962BFD2}"/>
          </ac:picMkLst>
        </pc:picChg>
        <pc:picChg chg="add del mod">
          <ac:chgData name="Danh, Hoàng Duy" userId="3a448fcf-317f-4972-a161-06742a14d4c7" providerId="ADAL" clId="{CE1C8B88-0719-4E4A-B0E4-7DC533AE261F}" dt="2025-12-16T05:31:51.740" v="3833" actId="478"/>
          <ac:picMkLst>
            <pc:docMk/>
            <pc:sldMk cId="3774575398" sldId="304"/>
            <ac:picMk id="19" creationId="{0F58E3A6-A278-708B-BB66-DD328AD893C7}"/>
          </ac:picMkLst>
        </pc:picChg>
      </pc:sldChg>
      <pc:sldChg chg="addSp delSp modSp add del mod">
        <pc:chgData name="Danh, Hoàng Duy" userId="3a448fcf-317f-4972-a161-06742a14d4c7" providerId="ADAL" clId="{CE1C8B88-0719-4E4A-B0E4-7DC533AE261F}" dt="2025-12-17T04:13:52.411" v="4803" actId="14100"/>
        <pc:sldMkLst>
          <pc:docMk/>
          <pc:sldMk cId="3780282396" sldId="310"/>
        </pc:sldMkLst>
        <pc:spChg chg="add del mod">
          <ac:chgData name="Danh, Hoàng Duy" userId="3a448fcf-317f-4972-a161-06742a14d4c7" providerId="ADAL" clId="{CE1C8B88-0719-4E4A-B0E4-7DC533AE261F}" dt="2025-12-17T04:13:34.891" v="4799" actId="478"/>
          <ac:spMkLst>
            <pc:docMk/>
            <pc:sldMk cId="3780282396" sldId="310"/>
            <ac:spMk id="4" creationId="{DA8FFE14-07D0-A990-CA6F-68D3C1E4979F}"/>
          </ac:spMkLst>
        </pc:spChg>
        <pc:picChg chg="add del mod">
          <ac:chgData name="Danh, Hoàng Duy" userId="3a448fcf-317f-4972-a161-06742a14d4c7" providerId="ADAL" clId="{CE1C8B88-0719-4E4A-B0E4-7DC533AE261F}" dt="2025-12-17T04:13:35.592" v="4800" actId="478"/>
          <ac:picMkLst>
            <pc:docMk/>
            <pc:sldMk cId="3780282396" sldId="310"/>
            <ac:picMk id="3" creationId="{75172039-8DD1-B078-0E2B-0461ECD069BD}"/>
          </ac:picMkLst>
        </pc:picChg>
        <pc:picChg chg="add mod">
          <ac:chgData name="Danh, Hoàng Duy" userId="3a448fcf-317f-4972-a161-06742a14d4c7" providerId="ADAL" clId="{CE1C8B88-0719-4E4A-B0E4-7DC533AE261F}" dt="2025-12-17T04:13:52.411" v="4803" actId="14100"/>
          <ac:picMkLst>
            <pc:docMk/>
            <pc:sldMk cId="3780282396" sldId="310"/>
            <ac:picMk id="5" creationId="{B6F8070A-2677-CD62-FB02-8A44843F1B0F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16T06:48:05.705" v="4284" actId="6549"/>
        <pc:sldMkLst>
          <pc:docMk/>
          <pc:sldMk cId="1484793906" sldId="312"/>
        </pc:sldMkLst>
        <pc:spChg chg="mod">
          <ac:chgData name="Danh, Hoàng Duy" userId="3a448fcf-317f-4972-a161-06742a14d4c7" providerId="ADAL" clId="{CE1C8B88-0719-4E4A-B0E4-7DC533AE261F}" dt="2025-11-22T01:20:58.871" v="3682" actId="6549"/>
          <ac:spMkLst>
            <pc:docMk/>
            <pc:sldMk cId="1484793906" sldId="312"/>
            <ac:spMk id="2" creationId="{12546F3F-20E5-63CB-1983-7C9780A44D37}"/>
          </ac:spMkLst>
        </pc:spChg>
        <pc:spChg chg="mod">
          <ac:chgData name="Danh, Hoàng Duy" userId="3a448fcf-317f-4972-a161-06742a14d4c7" providerId="ADAL" clId="{CE1C8B88-0719-4E4A-B0E4-7DC533AE261F}" dt="2025-12-16T06:48:05.705" v="4284" actId="6549"/>
          <ac:spMkLst>
            <pc:docMk/>
            <pc:sldMk cId="1484793906" sldId="312"/>
            <ac:spMk id="3" creationId="{7648C975-1F6E-4A51-7B7D-8AA3948B7BFF}"/>
          </ac:spMkLst>
        </pc:spChg>
        <pc:spChg chg="add del mod">
          <ac:chgData name="Danh, Hoàng Duy" userId="3a448fcf-317f-4972-a161-06742a14d4c7" providerId="ADAL" clId="{CE1C8B88-0719-4E4A-B0E4-7DC533AE261F}" dt="2025-12-16T06:47:50.289" v="4279" actId="478"/>
          <ac:spMkLst>
            <pc:docMk/>
            <pc:sldMk cId="1484793906" sldId="312"/>
            <ac:spMk id="5" creationId="{AABE34FF-9AC4-8030-56A2-D0ECFE92D8E8}"/>
          </ac:spMkLst>
        </pc:spChg>
        <pc:picChg chg="add del mod">
          <ac:chgData name="Danh, Hoàng Duy" userId="3a448fcf-317f-4972-a161-06742a14d4c7" providerId="ADAL" clId="{CE1C8B88-0719-4E4A-B0E4-7DC533AE261F}" dt="2025-12-16T06:47:51.101" v="4280" actId="478"/>
          <ac:picMkLst>
            <pc:docMk/>
            <pc:sldMk cId="1484793906" sldId="312"/>
            <ac:picMk id="4" creationId="{FF988C7C-1E6D-B098-D3F5-AADD518435CD}"/>
          </ac:picMkLst>
        </pc:picChg>
        <pc:picChg chg="add mod">
          <ac:chgData name="Danh, Hoàng Duy" userId="3a448fcf-317f-4972-a161-06742a14d4c7" providerId="ADAL" clId="{CE1C8B88-0719-4E4A-B0E4-7DC533AE261F}" dt="2025-12-16T06:47:56.423" v="4283" actId="1035"/>
          <ac:picMkLst>
            <pc:docMk/>
            <pc:sldMk cId="1484793906" sldId="312"/>
            <ac:picMk id="6" creationId="{055D7C5D-5A6A-D1B0-D620-26D2AE47FE28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16T06:07:37.240" v="4263" actId="20577"/>
        <pc:sldMkLst>
          <pc:docMk/>
          <pc:sldMk cId="78206668" sldId="315"/>
        </pc:sldMkLst>
        <pc:graphicFrameChg chg="mod">
          <ac:chgData name="Danh, Hoàng Duy" userId="3a448fcf-317f-4972-a161-06742a14d4c7" providerId="ADAL" clId="{CE1C8B88-0719-4E4A-B0E4-7DC533AE261F}" dt="2025-12-16T05:39:42.546" v="3861" actId="113"/>
          <ac:graphicFrameMkLst>
            <pc:docMk/>
            <pc:sldMk cId="78206668" sldId="315"/>
            <ac:graphicFrameMk id="4" creationId="{E130BEDC-8830-AA2C-D6CE-032D13175089}"/>
          </ac:graphicFrameMkLst>
        </pc:graphicFrameChg>
        <pc:graphicFrameChg chg="modGraphic">
          <ac:chgData name="Danh, Hoàng Duy" userId="3a448fcf-317f-4972-a161-06742a14d4c7" providerId="ADAL" clId="{CE1C8B88-0719-4E4A-B0E4-7DC533AE261F}" dt="2025-12-16T06:07:37.240" v="4263" actId="20577"/>
          <ac:graphicFrameMkLst>
            <pc:docMk/>
            <pc:sldMk cId="78206668" sldId="315"/>
            <ac:graphicFrameMk id="5" creationId="{B898A6A7-30C3-9951-E884-FBCDACD14A63}"/>
          </ac:graphicFrameMkLst>
        </pc:graphicFrameChg>
        <pc:graphicFrameChg chg="mod">
          <ac:chgData name="Danh, Hoàng Duy" userId="3a448fcf-317f-4972-a161-06742a14d4c7" providerId="ADAL" clId="{CE1C8B88-0719-4E4A-B0E4-7DC533AE261F}" dt="2025-12-16T05:47:51.839" v="3930"/>
          <ac:graphicFrameMkLst>
            <pc:docMk/>
            <pc:sldMk cId="78206668" sldId="315"/>
            <ac:graphicFrameMk id="15" creationId="{424E2B08-E421-0097-BABF-0E47D73A24B0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5-12-16T08:17:29.042" v="4507" actId="167"/>
        <pc:sldMkLst>
          <pc:docMk/>
          <pc:sldMk cId="762985688" sldId="323"/>
        </pc:sldMkLst>
        <pc:spChg chg="add del mod">
          <ac:chgData name="Danh, Hoàng Duy" userId="3a448fcf-317f-4972-a161-06742a14d4c7" providerId="ADAL" clId="{CE1C8B88-0719-4E4A-B0E4-7DC533AE261F}" dt="2025-12-16T07:37:38.817" v="4504" actId="478"/>
          <ac:spMkLst>
            <pc:docMk/>
            <pc:sldMk cId="762985688" sldId="323"/>
            <ac:spMk id="3" creationId="{80DC528A-1DB1-1072-EE0F-85479E5089C1}"/>
          </ac:spMkLst>
        </pc:spChg>
        <pc:spChg chg="mod">
          <ac:chgData name="Danh, Hoàng Duy" userId="3a448fcf-317f-4972-a161-06742a14d4c7" providerId="ADAL" clId="{CE1C8B88-0719-4E4A-B0E4-7DC533AE261F}" dt="2025-11-21T15:26:06.494" v="3666" actId="20577"/>
          <ac:spMkLst>
            <pc:docMk/>
            <pc:sldMk cId="762985688" sldId="323"/>
            <ac:spMk id="5" creationId="{7F88D789-AB75-CE1E-6AB8-BADB2A74196E}"/>
          </ac:spMkLst>
        </pc:spChg>
        <pc:spChg chg="mod">
          <ac:chgData name="Danh, Hoàng Duy" userId="3a448fcf-317f-4972-a161-06742a14d4c7" providerId="ADAL" clId="{CE1C8B88-0719-4E4A-B0E4-7DC533AE261F}" dt="2025-11-26T02:03:32.501" v="3831" actId="1038"/>
          <ac:spMkLst>
            <pc:docMk/>
            <pc:sldMk cId="762985688" sldId="323"/>
            <ac:spMk id="8" creationId="{5377969E-C334-2E79-2350-BE227F7F594D}"/>
          </ac:spMkLst>
        </pc:spChg>
        <pc:picChg chg="add del ord">
          <ac:chgData name="Danh, Hoàng Duy" userId="3a448fcf-317f-4972-a161-06742a14d4c7" providerId="ADAL" clId="{CE1C8B88-0719-4E4A-B0E4-7DC533AE261F}" dt="2025-12-16T08:17:22.605" v="4505" actId="478"/>
          <ac:picMkLst>
            <pc:docMk/>
            <pc:sldMk cId="762985688" sldId="323"/>
            <ac:picMk id="4" creationId="{A6FC2600-541A-B5B9-1902-B560291B2DD8}"/>
          </ac:picMkLst>
        </pc:picChg>
        <pc:picChg chg="add ord">
          <ac:chgData name="Danh, Hoàng Duy" userId="3a448fcf-317f-4972-a161-06742a14d4c7" providerId="ADAL" clId="{CE1C8B88-0719-4E4A-B0E4-7DC533AE261F}" dt="2025-12-16T08:17:29.042" v="4507" actId="167"/>
          <ac:picMkLst>
            <pc:docMk/>
            <pc:sldMk cId="762985688" sldId="323"/>
            <ac:picMk id="6" creationId="{20575D6F-00C9-D84C-4D8E-1735DF91943D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16T06:27:11.147" v="4278" actId="1035"/>
        <pc:sldMkLst>
          <pc:docMk/>
          <pc:sldMk cId="2986706331" sldId="325"/>
        </pc:sldMkLst>
        <pc:spChg chg="mod">
          <ac:chgData name="Danh, Hoàng Duy" userId="3a448fcf-317f-4972-a161-06742a14d4c7" providerId="ADAL" clId="{CE1C8B88-0719-4E4A-B0E4-7DC533AE261F}" dt="2025-11-22T01:20:26.326" v="3680" actId="6549"/>
          <ac:spMkLst>
            <pc:docMk/>
            <pc:sldMk cId="2986706331" sldId="325"/>
            <ac:spMk id="2" creationId="{7558957F-5186-1C98-EE4C-9C59C2AC2769}"/>
          </ac:spMkLst>
        </pc:spChg>
        <pc:spChg chg="del mod">
          <ac:chgData name="Danh, Hoàng Duy" userId="3a448fcf-317f-4972-a161-06742a14d4c7" providerId="ADAL" clId="{CE1C8B88-0719-4E4A-B0E4-7DC533AE261F}" dt="2025-12-16T06:00:25.667" v="4087" actId="478"/>
          <ac:spMkLst>
            <pc:docMk/>
            <pc:sldMk cId="2986706331" sldId="325"/>
            <ac:spMk id="4" creationId="{197DFB03-0FC0-4B11-1C0D-5EC0320DAED4}"/>
          </ac:spMkLst>
        </pc:spChg>
        <pc:spChg chg="add del mod">
          <ac:chgData name="Danh, Hoàng Duy" userId="3a448fcf-317f-4972-a161-06742a14d4c7" providerId="ADAL" clId="{CE1C8B88-0719-4E4A-B0E4-7DC533AE261F}" dt="2025-12-16T06:20:07.899" v="4271" actId="478"/>
          <ac:spMkLst>
            <pc:docMk/>
            <pc:sldMk cId="2986706331" sldId="325"/>
            <ac:spMk id="5" creationId="{AF778043-7728-0860-0F14-54A4F88DCC7A}"/>
          </ac:spMkLst>
        </pc:spChg>
        <pc:spChg chg="add del mod">
          <ac:chgData name="Danh, Hoàng Duy" userId="3a448fcf-317f-4972-a161-06742a14d4c7" providerId="ADAL" clId="{CE1C8B88-0719-4E4A-B0E4-7DC533AE261F}" dt="2025-12-16T06:00:06.304" v="4086" actId="478"/>
          <ac:spMkLst>
            <pc:docMk/>
            <pc:sldMk cId="2986706331" sldId="325"/>
            <ac:spMk id="6" creationId="{FBD29A1F-9236-16F4-3AFE-4FB5E8F844C3}"/>
          </ac:spMkLst>
        </pc:spChg>
        <pc:spChg chg="del">
          <ac:chgData name="Danh, Hoàng Duy" userId="3a448fcf-317f-4972-a161-06742a14d4c7" providerId="ADAL" clId="{CE1C8B88-0719-4E4A-B0E4-7DC533AE261F}" dt="2025-12-16T05:57:06.230" v="3986" actId="478"/>
          <ac:spMkLst>
            <pc:docMk/>
            <pc:sldMk cId="2986706331" sldId="325"/>
            <ac:spMk id="9" creationId="{6A8B92CA-384F-CC2F-6F21-B02F8E0F7304}"/>
          </ac:spMkLst>
        </pc:spChg>
        <pc:spChg chg="del">
          <ac:chgData name="Danh, Hoàng Duy" userId="3a448fcf-317f-4972-a161-06742a14d4c7" providerId="ADAL" clId="{CE1C8B88-0719-4E4A-B0E4-7DC533AE261F}" dt="2025-12-16T05:57:06.230" v="3986" actId="478"/>
          <ac:spMkLst>
            <pc:docMk/>
            <pc:sldMk cId="2986706331" sldId="325"/>
            <ac:spMk id="10" creationId="{10A62EA6-FF61-0D5A-1BB1-4DBBF7B36281}"/>
          </ac:spMkLst>
        </pc:spChg>
        <pc:graphicFrameChg chg="mod modGraphic">
          <ac:chgData name="Danh, Hoàng Duy" userId="3a448fcf-317f-4972-a161-06742a14d4c7" providerId="ADAL" clId="{CE1C8B88-0719-4E4A-B0E4-7DC533AE261F}" dt="2025-12-16T06:00:02.236" v="4085" actId="20577"/>
          <ac:graphicFrameMkLst>
            <pc:docMk/>
            <pc:sldMk cId="2986706331" sldId="325"/>
            <ac:graphicFrameMk id="13" creationId="{100BE8B6-6083-B7AE-2EFA-0BF3D2170931}"/>
          </ac:graphicFrameMkLst>
        </pc:graphicFrameChg>
        <pc:picChg chg="add del mod">
          <ac:chgData name="Danh, Hoàng Duy" userId="3a448fcf-317f-4972-a161-06742a14d4c7" providerId="ADAL" clId="{CE1C8B88-0719-4E4A-B0E4-7DC533AE261F}" dt="2025-12-16T06:27:05.459" v="4272" actId="478"/>
          <ac:picMkLst>
            <pc:docMk/>
            <pc:sldMk cId="2986706331" sldId="325"/>
            <ac:picMk id="3" creationId="{A2C31F52-EA8F-67D0-DD9B-3A822FBD8071}"/>
          </ac:picMkLst>
        </pc:picChg>
        <pc:picChg chg="del">
          <ac:chgData name="Danh, Hoàng Duy" userId="3a448fcf-317f-4972-a161-06742a14d4c7" providerId="ADAL" clId="{CE1C8B88-0719-4E4A-B0E4-7DC533AE261F}" dt="2025-12-16T05:55:12.947" v="3950" actId="478"/>
          <ac:picMkLst>
            <pc:docMk/>
            <pc:sldMk cId="2986706331" sldId="325"/>
            <ac:picMk id="7" creationId="{599A71C4-C3EA-1072-BD25-ACCA6CDAC16A}"/>
          </ac:picMkLst>
        </pc:picChg>
        <pc:picChg chg="add mod ord">
          <ac:chgData name="Danh, Hoàng Duy" userId="3a448fcf-317f-4972-a161-06742a14d4c7" providerId="ADAL" clId="{CE1C8B88-0719-4E4A-B0E4-7DC533AE261F}" dt="2025-12-16T05:57:04.226" v="3985" actId="167"/>
          <ac:picMkLst>
            <pc:docMk/>
            <pc:sldMk cId="2986706331" sldId="325"/>
            <ac:picMk id="8" creationId="{32879FA8-AFE2-141A-2B4E-446171DF600C}"/>
          </ac:picMkLst>
        </pc:picChg>
        <pc:picChg chg="add mod">
          <ac:chgData name="Danh, Hoàng Duy" userId="3a448fcf-317f-4972-a161-06742a14d4c7" providerId="ADAL" clId="{CE1C8B88-0719-4E4A-B0E4-7DC533AE261F}" dt="2025-12-16T06:27:11.147" v="4278" actId="1035"/>
          <ac:picMkLst>
            <pc:docMk/>
            <pc:sldMk cId="2986706331" sldId="325"/>
            <ac:picMk id="11" creationId="{946A1DA1-D3A9-72AE-A2F3-FF400BC57237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16T08:30:55.591" v="4546" actId="478"/>
        <pc:sldMkLst>
          <pc:docMk/>
          <pc:sldMk cId="1872328076" sldId="339"/>
        </pc:sldMkLst>
        <pc:spChg chg="mod">
          <ac:chgData name="Danh, Hoàng Duy" userId="3a448fcf-317f-4972-a161-06742a14d4c7" providerId="ADAL" clId="{CE1C8B88-0719-4E4A-B0E4-7DC533AE261F}" dt="2025-12-16T08:30:54.179" v="4545" actId="20577"/>
          <ac:spMkLst>
            <pc:docMk/>
            <pc:sldMk cId="1872328076" sldId="339"/>
            <ac:spMk id="2" creationId="{F519E5DA-18D9-3147-64AD-EDD92E484021}"/>
          </ac:spMkLst>
        </pc:spChg>
        <pc:spChg chg="add del mod">
          <ac:chgData name="Danh, Hoàng Duy" userId="3a448fcf-317f-4972-a161-06742a14d4c7" providerId="ADAL" clId="{CE1C8B88-0719-4E4A-B0E4-7DC533AE261F}" dt="2025-12-16T08:30:55.591" v="4546" actId="478"/>
          <ac:spMkLst>
            <pc:docMk/>
            <pc:sldMk cId="1872328076" sldId="339"/>
            <ac:spMk id="4" creationId="{0147D458-C1FE-6AB4-6EE8-E8B4FDEEED68}"/>
          </ac:spMkLst>
        </pc:spChg>
        <pc:spChg chg="mod">
          <ac:chgData name="Danh, Hoàng Duy" userId="3a448fcf-317f-4972-a161-06742a14d4c7" providerId="ADAL" clId="{CE1C8B88-0719-4E4A-B0E4-7DC533AE261F}" dt="2025-12-16T08:22:23.322" v="4536" actId="20577"/>
          <ac:spMkLst>
            <pc:docMk/>
            <pc:sldMk cId="1872328076" sldId="339"/>
            <ac:spMk id="7" creationId="{AD65CEFF-EC41-A226-7607-B551F4DCD2E1}"/>
          </ac:spMkLst>
        </pc:spChg>
        <pc:picChg chg="add mod">
          <ac:chgData name="Danh, Hoàng Duy" userId="3a448fcf-317f-4972-a161-06742a14d4c7" providerId="ADAL" clId="{CE1C8B88-0719-4E4A-B0E4-7DC533AE261F}" dt="2025-12-16T08:30:46.461" v="4542" actId="1036"/>
          <ac:picMkLst>
            <pc:docMk/>
            <pc:sldMk cId="1872328076" sldId="339"/>
            <ac:picMk id="5" creationId="{00573F3E-9544-2CA5-C8E1-028CBFABBD44}"/>
          </ac:picMkLst>
        </pc:picChg>
        <pc:picChg chg="add del mod">
          <ac:chgData name="Danh, Hoàng Duy" userId="3a448fcf-317f-4972-a161-06742a14d4c7" providerId="ADAL" clId="{CE1C8B88-0719-4E4A-B0E4-7DC533AE261F}" dt="2025-12-16T08:30:41.023" v="4537" actId="478"/>
          <ac:picMkLst>
            <pc:docMk/>
            <pc:sldMk cId="1872328076" sldId="339"/>
            <ac:picMk id="8" creationId="{9EA61666-013C-481C-BECB-0E1C27B8490D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16T08:58:44.016" v="4621" actId="1035"/>
        <pc:sldMkLst>
          <pc:docMk/>
          <pc:sldMk cId="770909714" sldId="341"/>
        </pc:sldMkLst>
        <pc:spChg chg="add del mod">
          <ac:chgData name="Danh, Hoàng Duy" userId="3a448fcf-317f-4972-a161-06742a14d4c7" providerId="ADAL" clId="{CE1C8B88-0719-4E4A-B0E4-7DC533AE261F}" dt="2025-12-16T08:31:07.801" v="4547" actId="478"/>
          <ac:spMkLst>
            <pc:docMk/>
            <pc:sldMk cId="770909714" sldId="341"/>
            <ac:spMk id="3" creationId="{F054B6F5-3FAE-28C9-0D04-DB84FEF00D72}"/>
          </ac:spMkLst>
        </pc:spChg>
        <pc:spChg chg="mod">
          <ac:chgData name="Danh, Hoàng Duy" userId="3a448fcf-317f-4972-a161-06742a14d4c7" providerId="ADAL" clId="{CE1C8B88-0719-4E4A-B0E4-7DC533AE261F}" dt="2025-12-16T08:36:14.490" v="4584" actId="20577"/>
          <ac:spMkLst>
            <pc:docMk/>
            <pc:sldMk cId="770909714" sldId="341"/>
            <ac:spMk id="5" creationId="{32ED3F55-C554-FD72-4154-22A4412DC715}"/>
          </ac:spMkLst>
        </pc:spChg>
        <pc:spChg chg="mod">
          <ac:chgData name="Danh, Hoàng Duy" userId="3a448fcf-317f-4972-a161-06742a14d4c7" providerId="ADAL" clId="{CE1C8B88-0719-4E4A-B0E4-7DC533AE261F}" dt="2025-12-16T08:36:05.647" v="4577" actId="20577"/>
          <ac:spMkLst>
            <pc:docMk/>
            <pc:sldMk cId="770909714" sldId="341"/>
            <ac:spMk id="7" creationId="{68DAED6E-468F-A7BD-636D-B6B94CBDCE90}"/>
          </ac:spMkLst>
        </pc:spChg>
        <pc:picChg chg="add mod">
          <ac:chgData name="Danh, Hoàng Duy" userId="3a448fcf-317f-4972-a161-06742a14d4c7" providerId="ADAL" clId="{CE1C8B88-0719-4E4A-B0E4-7DC533AE261F}" dt="2025-12-16T08:58:44.016" v="4621" actId="1035"/>
          <ac:picMkLst>
            <pc:docMk/>
            <pc:sldMk cId="770909714" sldId="341"/>
            <ac:picMk id="4" creationId="{91039879-D823-C443-B1FD-C0F9148AD4A5}"/>
          </ac:picMkLst>
        </pc:picChg>
        <pc:picChg chg="add del mod">
          <ac:chgData name="Danh, Hoàng Duy" userId="3a448fcf-317f-4972-a161-06742a14d4c7" providerId="ADAL" clId="{CE1C8B88-0719-4E4A-B0E4-7DC533AE261F}" dt="2025-12-16T08:58:36.516" v="4586" actId="478"/>
          <ac:picMkLst>
            <pc:docMk/>
            <pc:sldMk cId="770909714" sldId="341"/>
            <ac:picMk id="6" creationId="{52978C4F-0CD3-02E1-4D02-9053DAB66711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16T06:17:32.085" v="4270" actId="1035"/>
        <pc:sldMkLst>
          <pc:docMk/>
          <pc:sldMk cId="2706724751" sldId="344"/>
        </pc:sldMkLst>
        <pc:picChg chg="add mod">
          <ac:chgData name="Danh, Hoàng Duy" userId="3a448fcf-317f-4972-a161-06742a14d4c7" providerId="ADAL" clId="{CE1C8B88-0719-4E4A-B0E4-7DC533AE261F}" dt="2025-12-16T06:17:32.085" v="4270" actId="1035"/>
          <ac:picMkLst>
            <pc:docMk/>
            <pc:sldMk cId="2706724751" sldId="344"/>
            <ac:picMk id="3" creationId="{2213C73C-A91D-7546-14D7-819DFD8A210D}"/>
          </ac:picMkLst>
        </pc:picChg>
        <pc:picChg chg="del">
          <ac:chgData name="Danh, Hoàng Duy" userId="3a448fcf-317f-4972-a161-06742a14d4c7" providerId="ADAL" clId="{CE1C8B88-0719-4E4A-B0E4-7DC533AE261F}" dt="2025-12-16T06:17:26.143" v="4264" actId="478"/>
          <ac:picMkLst>
            <pc:docMk/>
            <pc:sldMk cId="2706724751" sldId="344"/>
            <ac:picMk id="5" creationId="{4E5C3DB8-27FC-EF4D-DEBA-EDC3C0E45A88}"/>
          </ac:picMkLst>
        </pc:picChg>
      </pc:sldChg>
      <pc:sldChg chg="addSp delSp modSp del mod">
        <pc:chgData name="Danh, Hoàng Duy" userId="3a448fcf-317f-4972-a161-06742a14d4c7" providerId="ADAL" clId="{CE1C8B88-0719-4E4A-B0E4-7DC533AE261F}" dt="2025-12-16T08:17:57.276" v="4508" actId="47"/>
        <pc:sldMkLst>
          <pc:docMk/>
          <pc:sldMk cId="885110377" sldId="349"/>
        </pc:sldMkLst>
        <pc:spChg chg="add mod">
          <ac:chgData name="Danh, Hoàng Duy" userId="3a448fcf-317f-4972-a161-06742a14d4c7" providerId="ADAL" clId="{CE1C8B88-0719-4E4A-B0E4-7DC533AE261F}" dt="2025-12-16T05:55:32.946" v="3963"/>
          <ac:spMkLst>
            <pc:docMk/>
            <pc:sldMk cId="885110377" sldId="349"/>
            <ac:spMk id="2" creationId="{853412F5-7B5C-BB53-840F-3391226945D8}"/>
          </ac:spMkLst>
        </pc:spChg>
      </pc:sldChg>
      <pc:sldChg chg="addSp delSp modSp mod">
        <pc:chgData name="Danh, Hoàng Duy" userId="3a448fcf-317f-4972-a161-06742a14d4c7" providerId="ADAL" clId="{CE1C8B88-0719-4E4A-B0E4-7DC533AE261F}" dt="2025-12-17T04:18:55.666" v="4813"/>
        <pc:sldMkLst>
          <pc:docMk/>
          <pc:sldMk cId="209589310" sldId="350"/>
        </pc:sldMkLst>
        <pc:spChg chg="add del mod">
          <ac:chgData name="Danh, Hoàng Duy" userId="3a448fcf-317f-4972-a161-06742a14d4c7" providerId="ADAL" clId="{CE1C8B88-0719-4E4A-B0E4-7DC533AE261F}" dt="2025-12-17T04:13:59.430" v="4804" actId="478"/>
          <ac:spMkLst>
            <pc:docMk/>
            <pc:sldMk cId="209589310" sldId="350"/>
            <ac:spMk id="3" creationId="{DDA090AB-FE1B-B56A-5625-FDEA994D98C5}"/>
          </ac:spMkLst>
        </pc:spChg>
        <pc:picChg chg="add">
          <ac:chgData name="Danh, Hoàng Duy" userId="3a448fcf-317f-4972-a161-06742a14d4c7" providerId="ADAL" clId="{CE1C8B88-0719-4E4A-B0E4-7DC533AE261F}" dt="2025-12-17T04:18:55.666" v="4813"/>
          <ac:picMkLst>
            <pc:docMk/>
            <pc:sldMk cId="209589310" sldId="350"/>
            <ac:picMk id="4" creationId="{C4C768AE-0630-0C02-F5F4-4CAC7859D0E0}"/>
          </ac:picMkLst>
        </pc:picChg>
        <pc:picChg chg="add del mod">
          <ac:chgData name="Danh, Hoàng Duy" userId="3a448fcf-317f-4972-a161-06742a14d4c7" providerId="ADAL" clId="{CE1C8B88-0719-4E4A-B0E4-7DC533AE261F}" dt="2025-12-17T04:18:52.513" v="4812" actId="478"/>
          <ac:picMkLst>
            <pc:docMk/>
            <pc:sldMk cId="209589310" sldId="350"/>
            <ac:picMk id="7" creationId="{45482B73-F46A-00D7-5E7F-B3B6DBF912F7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17T05:40:58.473" v="4834" actId="20577"/>
        <pc:sldMkLst>
          <pc:docMk/>
          <pc:sldMk cId="2816104292" sldId="351"/>
        </pc:sldMkLst>
        <pc:spChg chg="add del mod">
          <ac:chgData name="Danh, Hoàng Duy" userId="3a448fcf-317f-4972-a161-06742a14d4c7" providerId="ADAL" clId="{CE1C8B88-0719-4E4A-B0E4-7DC533AE261F}" dt="2025-12-17T04:19:15.741" v="4814" actId="478"/>
          <ac:spMkLst>
            <pc:docMk/>
            <pc:sldMk cId="2816104292" sldId="351"/>
            <ac:spMk id="2" creationId="{877F8D6A-5BF1-CA2E-254B-4926B4ED9EE1}"/>
          </ac:spMkLst>
        </pc:spChg>
        <pc:spChg chg="mod">
          <ac:chgData name="Danh, Hoàng Duy" userId="3a448fcf-317f-4972-a161-06742a14d4c7" providerId="ADAL" clId="{CE1C8B88-0719-4E4A-B0E4-7DC533AE261F}" dt="2025-12-17T05:40:58.473" v="4834" actId="20577"/>
          <ac:spMkLst>
            <pc:docMk/>
            <pc:sldMk cId="2816104292" sldId="351"/>
            <ac:spMk id="10" creationId="{D826FAFC-8C7B-64A9-F74B-A3039F971874}"/>
          </ac:spMkLst>
        </pc:spChg>
        <pc:picChg chg="add del mod">
          <ac:chgData name="Danh, Hoàng Duy" userId="3a448fcf-317f-4972-a161-06742a14d4c7" providerId="ADAL" clId="{CE1C8B88-0719-4E4A-B0E4-7DC533AE261F}" dt="2025-12-17T05:40:12.187" v="4820" actId="478"/>
          <ac:picMkLst>
            <pc:docMk/>
            <pc:sldMk cId="2816104292" sldId="351"/>
            <ac:picMk id="3" creationId="{BC8FE7D8-AA0C-5928-EC92-13455626D8A7}"/>
          </ac:picMkLst>
        </pc:picChg>
        <pc:picChg chg="del">
          <ac:chgData name="Danh, Hoàng Duy" userId="3a448fcf-317f-4972-a161-06742a14d4c7" providerId="ADAL" clId="{CE1C8B88-0719-4E4A-B0E4-7DC533AE261F}" dt="2025-12-17T04:19:22.351" v="4817" actId="478"/>
          <ac:picMkLst>
            <pc:docMk/>
            <pc:sldMk cId="2816104292" sldId="351"/>
            <ac:picMk id="4" creationId="{5024BEF4-DB3F-248E-320B-03C8684B286B}"/>
          </ac:picMkLst>
        </pc:picChg>
        <pc:picChg chg="add">
          <ac:chgData name="Danh, Hoàng Duy" userId="3a448fcf-317f-4972-a161-06742a14d4c7" providerId="ADAL" clId="{CE1C8B88-0719-4E4A-B0E4-7DC533AE261F}" dt="2025-12-17T05:40:13.473" v="4821"/>
          <ac:picMkLst>
            <pc:docMk/>
            <pc:sldMk cId="2816104292" sldId="351"/>
            <ac:picMk id="5" creationId="{E320F2BF-72B9-E74F-E807-D8C22C23EDB0}"/>
          </ac:picMkLst>
        </pc:picChg>
        <pc:picChg chg="add mod">
          <ac:chgData name="Danh, Hoàng Duy" userId="3a448fcf-317f-4972-a161-06742a14d4c7" providerId="ADAL" clId="{CE1C8B88-0719-4E4A-B0E4-7DC533AE261F}" dt="2025-12-17T05:40:19.791" v="4823" actId="1076"/>
          <ac:picMkLst>
            <pc:docMk/>
            <pc:sldMk cId="2816104292" sldId="351"/>
            <ac:picMk id="6" creationId="{86E21365-8E4D-6893-2F98-19DA57DBB290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16T09:13:34.442" v="4670" actId="1036"/>
        <pc:sldMkLst>
          <pc:docMk/>
          <pc:sldMk cId="3693037521" sldId="355"/>
        </pc:sldMkLst>
        <pc:spChg chg="add del mod">
          <ac:chgData name="Danh, Hoàng Duy" userId="3a448fcf-317f-4972-a161-06742a14d4c7" providerId="ADAL" clId="{CE1C8B88-0719-4E4A-B0E4-7DC533AE261F}" dt="2025-12-16T09:11:04.680" v="4659" actId="478"/>
          <ac:spMkLst>
            <pc:docMk/>
            <pc:sldMk cId="3693037521" sldId="355"/>
            <ac:spMk id="2" creationId="{4F059AFF-36F5-8DB3-AA25-0CBF8B1D38BD}"/>
          </ac:spMkLst>
        </pc:spChg>
        <pc:picChg chg="add mod">
          <ac:chgData name="Danh, Hoàng Duy" userId="3a448fcf-317f-4972-a161-06742a14d4c7" providerId="ADAL" clId="{CE1C8B88-0719-4E4A-B0E4-7DC533AE261F}" dt="2025-12-16T09:13:34.442" v="4670" actId="1036"/>
          <ac:picMkLst>
            <pc:docMk/>
            <pc:sldMk cId="3693037521" sldId="355"/>
            <ac:picMk id="3" creationId="{F50D2887-AA49-0CAA-58AB-F9D65D7254F1}"/>
          </ac:picMkLst>
        </pc:picChg>
        <pc:picChg chg="add del">
          <ac:chgData name="Danh, Hoàng Duy" userId="3a448fcf-317f-4972-a161-06742a14d4c7" providerId="ADAL" clId="{CE1C8B88-0719-4E4A-B0E4-7DC533AE261F}" dt="2025-12-16T09:11:28.855" v="4662" actId="478"/>
          <ac:picMkLst>
            <pc:docMk/>
            <pc:sldMk cId="3693037521" sldId="355"/>
            <ac:picMk id="5" creationId="{B2B30628-9030-20C1-74E1-07B46B2A76E8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17T05:41:28.166" v="4835"/>
        <pc:sldMkLst>
          <pc:docMk/>
          <pc:sldMk cId="1808979813" sldId="356"/>
        </pc:sldMkLst>
        <pc:spChg chg="add del mod">
          <ac:chgData name="Danh, Hoàng Duy" userId="3a448fcf-317f-4972-a161-06742a14d4c7" providerId="ADAL" clId="{CE1C8B88-0719-4E4A-B0E4-7DC533AE261F}" dt="2025-12-17T04:19:19.101" v="4815" actId="478"/>
          <ac:spMkLst>
            <pc:docMk/>
            <pc:sldMk cId="1808979813" sldId="356"/>
            <ac:spMk id="2" creationId="{8D2B2C7A-4EAA-C499-CAB1-E1E84300D105}"/>
          </ac:spMkLst>
        </pc:spChg>
        <pc:picChg chg="add">
          <ac:chgData name="Danh, Hoàng Duy" userId="3a448fcf-317f-4972-a161-06742a14d4c7" providerId="ADAL" clId="{CE1C8B88-0719-4E4A-B0E4-7DC533AE261F}" dt="2025-12-17T05:41:28.166" v="4835"/>
          <ac:picMkLst>
            <pc:docMk/>
            <pc:sldMk cId="1808979813" sldId="356"/>
            <ac:picMk id="3" creationId="{03DEFAD8-E5B5-33CE-26F2-3054EA322430}"/>
          </ac:picMkLst>
        </pc:picChg>
        <pc:picChg chg="del">
          <ac:chgData name="Danh, Hoàng Duy" userId="3a448fcf-317f-4972-a161-06742a14d4c7" providerId="ADAL" clId="{CE1C8B88-0719-4E4A-B0E4-7DC533AE261F}" dt="2025-12-17T04:19:20.014" v="4816" actId="478"/>
          <ac:picMkLst>
            <pc:docMk/>
            <pc:sldMk cId="1808979813" sldId="356"/>
            <ac:picMk id="6" creationId="{13BE348F-6AEE-DA58-4AC8-DF1380058430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16T09:05:48.131" v="4630" actId="1035"/>
        <pc:sldMkLst>
          <pc:docMk/>
          <pc:sldMk cId="3106691853" sldId="359"/>
        </pc:sldMkLst>
        <pc:spChg chg="add del mod">
          <ac:chgData name="Danh, Hoàng Duy" userId="3a448fcf-317f-4972-a161-06742a14d4c7" providerId="ADAL" clId="{CE1C8B88-0719-4E4A-B0E4-7DC533AE261F}" dt="2025-12-16T09:05:39.759" v="4622" actId="478"/>
          <ac:spMkLst>
            <pc:docMk/>
            <pc:sldMk cId="3106691853" sldId="359"/>
            <ac:spMk id="2" creationId="{8B88B8B1-B0C9-CDF0-4D6B-EBD64485B0B3}"/>
          </ac:spMkLst>
        </pc:spChg>
        <pc:picChg chg="del">
          <ac:chgData name="Danh, Hoàng Duy" userId="3a448fcf-317f-4972-a161-06742a14d4c7" providerId="ADAL" clId="{CE1C8B88-0719-4E4A-B0E4-7DC533AE261F}" dt="2025-12-16T09:05:41.506" v="4623" actId="478"/>
          <ac:picMkLst>
            <pc:docMk/>
            <pc:sldMk cId="3106691853" sldId="359"/>
            <ac:picMk id="3" creationId="{3276746B-CD6D-A405-4AEF-A6984E9D08FE}"/>
          </ac:picMkLst>
        </pc:picChg>
        <pc:picChg chg="add mod">
          <ac:chgData name="Danh, Hoàng Duy" userId="3a448fcf-317f-4972-a161-06742a14d4c7" providerId="ADAL" clId="{CE1C8B88-0719-4E4A-B0E4-7DC533AE261F}" dt="2025-12-16T09:05:48.131" v="4630" actId="1035"/>
          <ac:picMkLst>
            <pc:docMk/>
            <pc:sldMk cId="3106691853" sldId="359"/>
            <ac:picMk id="4" creationId="{363BF945-D386-1EAF-4A93-88CC523BAF82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16T09:06:17.176" v="4646" actId="1036"/>
        <pc:sldMkLst>
          <pc:docMk/>
          <pc:sldMk cId="3874143046" sldId="360"/>
        </pc:sldMkLst>
        <pc:spChg chg="add del mod">
          <ac:chgData name="Danh, Hoàng Duy" userId="3a448fcf-317f-4972-a161-06742a14d4c7" providerId="ADAL" clId="{CE1C8B88-0719-4E4A-B0E4-7DC533AE261F}" dt="2025-12-16T09:05:51.588" v="4631" actId="478"/>
          <ac:spMkLst>
            <pc:docMk/>
            <pc:sldMk cId="3874143046" sldId="360"/>
            <ac:spMk id="2" creationId="{57707EB7-0D04-65EA-38CC-52DF1CFD1B01}"/>
          </ac:spMkLst>
        </pc:spChg>
        <pc:picChg chg="add mod">
          <ac:chgData name="Danh, Hoàng Duy" userId="3a448fcf-317f-4972-a161-06742a14d4c7" providerId="ADAL" clId="{CE1C8B88-0719-4E4A-B0E4-7DC533AE261F}" dt="2025-12-16T09:06:17.176" v="4646" actId="1036"/>
          <ac:picMkLst>
            <pc:docMk/>
            <pc:sldMk cId="3874143046" sldId="360"/>
            <ac:picMk id="3" creationId="{D429ECF8-BCB5-6FA8-877C-BBC1040334E5}"/>
          </ac:picMkLst>
        </pc:picChg>
        <pc:picChg chg="del">
          <ac:chgData name="Danh, Hoàng Duy" userId="3a448fcf-317f-4972-a161-06742a14d4c7" providerId="ADAL" clId="{CE1C8B88-0719-4E4A-B0E4-7DC533AE261F}" dt="2025-12-16T09:05:52.501" v="4632" actId="478"/>
          <ac:picMkLst>
            <pc:docMk/>
            <pc:sldMk cId="3874143046" sldId="360"/>
            <ac:picMk id="4" creationId="{32934BAA-48E0-3811-11C2-B158BB93289D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16T09:14:49.409" v="4682" actId="1036"/>
        <pc:sldMkLst>
          <pc:docMk/>
          <pc:sldMk cId="2709438062" sldId="362"/>
        </pc:sldMkLst>
        <pc:spChg chg="add del mod">
          <ac:chgData name="Danh, Hoàng Duy" userId="3a448fcf-317f-4972-a161-06742a14d4c7" providerId="ADAL" clId="{CE1C8B88-0719-4E4A-B0E4-7DC533AE261F}" dt="2025-12-16T09:13:40.755" v="4671" actId="478"/>
          <ac:spMkLst>
            <pc:docMk/>
            <pc:sldMk cId="2709438062" sldId="362"/>
            <ac:spMk id="2" creationId="{6B01677E-ECF3-5693-FA9D-3B3138877974}"/>
          </ac:spMkLst>
        </pc:spChg>
        <pc:picChg chg="add del">
          <ac:chgData name="Danh, Hoàng Duy" userId="3a448fcf-317f-4972-a161-06742a14d4c7" providerId="ADAL" clId="{CE1C8B88-0719-4E4A-B0E4-7DC533AE261F}" dt="2025-12-16T09:14:45.162" v="4674" actId="478"/>
          <ac:picMkLst>
            <pc:docMk/>
            <pc:sldMk cId="2709438062" sldId="362"/>
            <ac:picMk id="3" creationId="{46D71DAF-E39D-86AC-9B38-EED4422AAE58}"/>
          </ac:picMkLst>
        </pc:picChg>
        <pc:picChg chg="add mod">
          <ac:chgData name="Danh, Hoàng Duy" userId="3a448fcf-317f-4972-a161-06742a14d4c7" providerId="ADAL" clId="{CE1C8B88-0719-4E4A-B0E4-7DC533AE261F}" dt="2025-12-16T09:14:49.409" v="4682" actId="1036"/>
          <ac:picMkLst>
            <pc:docMk/>
            <pc:sldMk cId="2709438062" sldId="362"/>
            <ac:picMk id="4" creationId="{511C9A82-35B8-0C17-F45A-541D1CF89100}"/>
          </ac:picMkLst>
        </pc:picChg>
        <pc:picChg chg="del">
          <ac:chgData name="Danh, Hoàng Duy" userId="3a448fcf-317f-4972-a161-06742a14d4c7" providerId="ADAL" clId="{CE1C8B88-0719-4E4A-B0E4-7DC533AE261F}" dt="2025-12-16T09:14:25.446" v="4672" actId="478"/>
          <ac:picMkLst>
            <pc:docMk/>
            <pc:sldMk cId="2709438062" sldId="362"/>
            <ac:picMk id="9" creationId="{A2A97F2D-BCDE-EA4A-96BD-775035E88930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17T02:05:59.381" v="4778" actId="14100"/>
        <pc:sldMkLst>
          <pc:docMk/>
          <pc:sldMk cId="2669735492" sldId="364"/>
        </pc:sldMkLst>
        <pc:spChg chg="add del mod">
          <ac:chgData name="Danh, Hoàng Duy" userId="3a448fcf-317f-4972-a161-06742a14d4c7" providerId="ADAL" clId="{CE1C8B88-0719-4E4A-B0E4-7DC533AE261F}" dt="2025-12-17T02:05:35.930" v="4771" actId="478"/>
          <ac:spMkLst>
            <pc:docMk/>
            <pc:sldMk cId="2669735492" sldId="364"/>
            <ac:spMk id="2" creationId="{CD3CD445-66A0-B3A6-BD14-8DBA84A5061E}"/>
          </ac:spMkLst>
        </pc:spChg>
        <pc:picChg chg="add del mod">
          <ac:chgData name="Danh, Hoàng Duy" userId="3a448fcf-317f-4972-a161-06742a14d4c7" providerId="ADAL" clId="{CE1C8B88-0719-4E4A-B0E4-7DC533AE261F}" dt="2025-12-17T02:05:36.637" v="4772" actId="478"/>
          <ac:picMkLst>
            <pc:docMk/>
            <pc:sldMk cId="2669735492" sldId="364"/>
            <ac:picMk id="4" creationId="{F5BF1AEC-5B3F-D6CD-5BB5-1B15080E84AE}"/>
          </ac:picMkLst>
        </pc:picChg>
        <pc:picChg chg="add del mod">
          <ac:chgData name="Danh, Hoàng Duy" userId="3a448fcf-317f-4972-a161-06742a14d4c7" providerId="ADAL" clId="{CE1C8B88-0719-4E4A-B0E4-7DC533AE261F}" dt="2025-12-17T02:05:45.054" v="4775" actId="478"/>
          <ac:picMkLst>
            <pc:docMk/>
            <pc:sldMk cId="2669735492" sldId="364"/>
            <ac:picMk id="5" creationId="{FA333FD1-7AD7-D70B-EDBD-D8F900C3E8F5}"/>
          </ac:picMkLst>
        </pc:picChg>
        <pc:picChg chg="add mod">
          <ac:chgData name="Danh, Hoàng Duy" userId="3a448fcf-317f-4972-a161-06742a14d4c7" providerId="ADAL" clId="{CE1C8B88-0719-4E4A-B0E4-7DC533AE261F}" dt="2025-12-17T02:05:59.381" v="4778" actId="14100"/>
          <ac:picMkLst>
            <pc:docMk/>
            <pc:sldMk cId="2669735492" sldId="364"/>
            <ac:picMk id="6" creationId="{FA2773BF-9C55-29EC-5857-6C77020F75BE}"/>
          </ac:picMkLst>
        </pc:picChg>
      </pc:sldChg>
      <pc:sldChg chg="del">
        <pc:chgData name="Danh, Hoàng Duy" userId="3a448fcf-317f-4972-a161-06742a14d4c7" providerId="ADAL" clId="{CE1C8B88-0719-4E4A-B0E4-7DC533AE261F}" dt="2025-12-16T07:05:59.279" v="4285" actId="47"/>
        <pc:sldMkLst>
          <pc:docMk/>
          <pc:sldMk cId="2773036605" sldId="365"/>
        </pc:sldMkLst>
      </pc:sldChg>
      <pc:sldChg chg="del">
        <pc:chgData name="Danh, Hoàng Duy" userId="3a448fcf-317f-4972-a161-06742a14d4c7" providerId="ADAL" clId="{CE1C8B88-0719-4E4A-B0E4-7DC533AE261F}" dt="2025-12-16T07:05:59.279" v="4285" actId="47"/>
        <pc:sldMkLst>
          <pc:docMk/>
          <pc:sldMk cId="3177078034" sldId="366"/>
        </pc:sldMkLst>
      </pc:sldChg>
      <pc:sldChg chg="addSp delSp modSp mod">
        <pc:chgData name="Danh, Hoàng Duy" userId="3a448fcf-317f-4972-a161-06742a14d4c7" providerId="ADAL" clId="{CE1C8B88-0719-4E4A-B0E4-7DC533AE261F}" dt="2025-12-17T02:00:46.582" v="4759" actId="122"/>
        <pc:sldMkLst>
          <pc:docMk/>
          <pc:sldMk cId="1583724390" sldId="367"/>
        </pc:sldMkLst>
        <pc:spChg chg="add del mod">
          <ac:chgData name="Danh, Hoàng Duy" userId="3a448fcf-317f-4972-a161-06742a14d4c7" providerId="ADAL" clId="{CE1C8B88-0719-4E4A-B0E4-7DC533AE261F}" dt="2025-12-17T01:58:35.389" v="4709" actId="478"/>
          <ac:spMkLst>
            <pc:docMk/>
            <pc:sldMk cId="1583724390" sldId="367"/>
            <ac:spMk id="4" creationId="{E3103713-5120-7F4C-2DC8-73958E5FAE2D}"/>
          </ac:spMkLst>
        </pc:spChg>
        <pc:spChg chg="mod">
          <ac:chgData name="Danh, Hoàng Duy" userId="3a448fcf-317f-4972-a161-06742a14d4c7" providerId="ADAL" clId="{CE1C8B88-0719-4E4A-B0E4-7DC533AE261F}" dt="2025-12-16T08:20:27.133" v="4515" actId="20577"/>
          <ac:spMkLst>
            <pc:docMk/>
            <pc:sldMk cId="1583724390" sldId="367"/>
            <ac:spMk id="10" creationId="{C5039040-2CA4-4DB2-C986-24CD5EF3F5EF}"/>
          </ac:spMkLst>
        </pc:spChg>
        <pc:graphicFrameChg chg="modGraphic">
          <ac:chgData name="Danh, Hoàng Duy" userId="3a448fcf-317f-4972-a161-06742a14d4c7" providerId="ADAL" clId="{CE1C8B88-0719-4E4A-B0E4-7DC533AE261F}" dt="2025-12-17T01:58:32.446" v="4707" actId="20577"/>
          <ac:graphicFrameMkLst>
            <pc:docMk/>
            <pc:sldMk cId="1583724390" sldId="367"/>
            <ac:graphicFrameMk id="2" creationId="{62D2EB87-4454-DFED-AE7E-01577F63F7CC}"/>
          </ac:graphicFrameMkLst>
        </pc:graphicFrameChg>
        <pc:graphicFrameChg chg="mod modGraphic">
          <ac:chgData name="Danh, Hoàng Duy" userId="3a448fcf-317f-4972-a161-06742a14d4c7" providerId="ADAL" clId="{CE1C8B88-0719-4E4A-B0E4-7DC533AE261F}" dt="2025-12-17T02:00:46.582" v="4759" actId="122"/>
          <ac:graphicFrameMkLst>
            <pc:docMk/>
            <pc:sldMk cId="1583724390" sldId="367"/>
            <ac:graphicFrameMk id="3" creationId="{2EBB7BB0-CADD-AB4E-4E66-F0C62B85A1A6}"/>
          </ac:graphicFrameMkLst>
        </pc:graphicFrameChg>
      </pc:sldChg>
      <pc:sldChg chg="del">
        <pc:chgData name="Danh, Hoàng Duy" userId="3a448fcf-317f-4972-a161-06742a14d4c7" providerId="ADAL" clId="{CE1C8B88-0719-4E4A-B0E4-7DC533AE261F}" dt="2025-12-16T07:05:59.279" v="4285" actId="47"/>
        <pc:sldMkLst>
          <pc:docMk/>
          <pc:sldMk cId="3673531471" sldId="369"/>
        </pc:sldMkLst>
      </pc:sldChg>
      <pc:sldChg chg="addSp delSp modSp mod">
        <pc:chgData name="Danh, Hoàng Duy" userId="3a448fcf-317f-4972-a161-06742a14d4c7" providerId="ADAL" clId="{CE1C8B88-0719-4E4A-B0E4-7DC533AE261F}" dt="2025-12-17T02:01:51.436" v="4768" actId="122"/>
        <pc:sldMkLst>
          <pc:docMk/>
          <pc:sldMk cId="3848988868" sldId="372"/>
        </pc:sldMkLst>
        <pc:spChg chg="add del mod">
          <ac:chgData name="Danh, Hoàng Duy" userId="3a448fcf-317f-4972-a161-06742a14d4c7" providerId="ADAL" clId="{CE1C8B88-0719-4E4A-B0E4-7DC533AE261F}" dt="2025-12-17T02:00:57.932" v="4760" actId="478"/>
          <ac:spMkLst>
            <pc:docMk/>
            <pc:sldMk cId="3848988868" sldId="372"/>
            <ac:spMk id="2" creationId="{E181D3E0-2462-174C-6576-C255C1CE8029}"/>
          </ac:spMkLst>
        </pc:spChg>
        <pc:spChg chg="mod">
          <ac:chgData name="Danh, Hoàng Duy" userId="3a448fcf-317f-4972-a161-06742a14d4c7" providerId="ADAL" clId="{CE1C8B88-0719-4E4A-B0E4-7DC533AE261F}" dt="2025-12-16T08:20:23.565" v="4514" actId="20577"/>
          <ac:spMkLst>
            <pc:docMk/>
            <pc:sldMk cId="3848988868" sldId="372"/>
            <ac:spMk id="10" creationId="{AE809689-470C-089A-DB78-72E4FDFDB399}"/>
          </ac:spMkLst>
        </pc:spChg>
        <pc:graphicFrameChg chg="mod modGraphic">
          <ac:chgData name="Danh, Hoàng Duy" userId="3a448fcf-317f-4972-a161-06742a14d4c7" providerId="ADAL" clId="{CE1C8B88-0719-4E4A-B0E4-7DC533AE261F}" dt="2025-12-17T02:01:51.436" v="4768" actId="122"/>
          <ac:graphicFrameMkLst>
            <pc:docMk/>
            <pc:sldMk cId="3848988868" sldId="372"/>
            <ac:graphicFrameMk id="4" creationId="{72E789B4-3C60-ED46-1CE0-28250ECF6547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5-12-16T09:11:00.054" v="4658" actId="1035"/>
        <pc:sldMkLst>
          <pc:docMk/>
          <pc:sldMk cId="3131429397" sldId="373"/>
        </pc:sldMkLst>
        <pc:spChg chg="add del mod">
          <ac:chgData name="Danh, Hoàng Duy" userId="3a448fcf-317f-4972-a161-06742a14d4c7" providerId="ADAL" clId="{CE1C8B88-0719-4E4A-B0E4-7DC533AE261F}" dt="2025-12-16T09:10:54.680" v="4648" actId="478"/>
          <ac:spMkLst>
            <pc:docMk/>
            <pc:sldMk cId="3131429397" sldId="373"/>
            <ac:spMk id="2" creationId="{10F32B3B-A80C-A7CC-9F69-B0980F69DE92}"/>
          </ac:spMkLst>
        </pc:spChg>
        <pc:picChg chg="del">
          <ac:chgData name="Danh, Hoàng Duy" userId="3a448fcf-317f-4972-a161-06742a14d4c7" providerId="ADAL" clId="{CE1C8B88-0719-4E4A-B0E4-7DC533AE261F}" dt="2025-12-16T09:10:53.951" v="4647" actId="478"/>
          <ac:picMkLst>
            <pc:docMk/>
            <pc:sldMk cId="3131429397" sldId="373"/>
            <ac:picMk id="3" creationId="{942FFF5B-A8EF-6539-FA7D-70794C535760}"/>
          </ac:picMkLst>
        </pc:picChg>
        <pc:picChg chg="add mod">
          <ac:chgData name="Danh, Hoàng Duy" userId="3a448fcf-317f-4972-a161-06742a14d4c7" providerId="ADAL" clId="{CE1C8B88-0719-4E4A-B0E4-7DC533AE261F}" dt="2025-12-16T09:11:00.054" v="4658" actId="1035"/>
          <ac:picMkLst>
            <pc:docMk/>
            <pc:sldMk cId="3131429397" sldId="373"/>
            <ac:picMk id="4" creationId="{0A3B600A-03BB-3631-5E5E-D9DA455122E5}"/>
          </ac:picMkLst>
        </pc:picChg>
      </pc:sldChg>
      <pc:sldChg chg="del">
        <pc:chgData name="Danh, Hoàng Duy" userId="3a448fcf-317f-4972-a161-06742a14d4c7" providerId="ADAL" clId="{CE1C8B88-0719-4E4A-B0E4-7DC533AE261F}" dt="2025-12-16T07:05:59.279" v="4285" actId="47"/>
        <pc:sldMkLst>
          <pc:docMk/>
          <pc:sldMk cId="1159591864" sldId="374"/>
        </pc:sldMkLst>
      </pc:sldChg>
      <pc:sldChg chg="addSp delSp modSp mod">
        <pc:chgData name="Danh, Hoàng Duy" userId="3a448fcf-317f-4972-a161-06742a14d4c7" providerId="ADAL" clId="{CE1C8B88-0719-4E4A-B0E4-7DC533AE261F}" dt="2025-12-16T05:46:38.741" v="3910" actId="1036"/>
        <pc:sldMkLst>
          <pc:docMk/>
          <pc:sldMk cId="3079427638" sldId="377"/>
        </pc:sldMkLst>
        <pc:spChg chg="mod">
          <ac:chgData name="Danh, Hoàng Duy" userId="3a448fcf-317f-4972-a161-06742a14d4c7" providerId="ADAL" clId="{CE1C8B88-0719-4E4A-B0E4-7DC533AE261F}" dt="2025-12-16T05:38:14.484" v="3852" actId="20577"/>
          <ac:spMkLst>
            <pc:docMk/>
            <pc:sldMk cId="3079427638" sldId="377"/>
            <ac:spMk id="2" creationId="{D7AEE103-BE30-6BC1-5184-EF084CD4B6EE}"/>
          </ac:spMkLst>
        </pc:spChg>
        <pc:picChg chg="add del mod">
          <ac:chgData name="Danh, Hoàng Duy" userId="3a448fcf-317f-4972-a161-06742a14d4c7" providerId="ADAL" clId="{CE1C8B88-0719-4E4A-B0E4-7DC533AE261F}" dt="2025-12-16T05:43:52.704" v="3864" actId="478"/>
          <ac:picMkLst>
            <pc:docMk/>
            <pc:sldMk cId="3079427638" sldId="377"/>
            <ac:picMk id="3" creationId="{AE07F576-9DA3-84C6-B463-1FB818A8E75F}"/>
          </ac:picMkLst>
        </pc:picChg>
        <pc:picChg chg="add del">
          <ac:chgData name="Danh, Hoàng Duy" userId="3a448fcf-317f-4972-a161-06742a14d4c7" providerId="ADAL" clId="{CE1C8B88-0719-4E4A-B0E4-7DC533AE261F}" dt="2025-12-16T05:44:20.267" v="3866" actId="478"/>
          <ac:picMkLst>
            <pc:docMk/>
            <pc:sldMk cId="3079427638" sldId="377"/>
            <ac:picMk id="4" creationId="{C2C4A43B-F93F-391A-EBCF-EF39A5664E35}"/>
          </ac:picMkLst>
        </pc:picChg>
        <pc:picChg chg="add del mod">
          <ac:chgData name="Danh, Hoàng Duy" userId="3a448fcf-317f-4972-a161-06742a14d4c7" providerId="ADAL" clId="{CE1C8B88-0719-4E4A-B0E4-7DC533AE261F}" dt="2025-12-16T05:44:37.372" v="3869" actId="478"/>
          <ac:picMkLst>
            <pc:docMk/>
            <pc:sldMk cId="3079427638" sldId="377"/>
            <ac:picMk id="5" creationId="{A2899E74-0DD5-06D6-EBDC-76ECC24BDDD6}"/>
          </ac:picMkLst>
        </pc:picChg>
        <pc:picChg chg="add del mod">
          <ac:chgData name="Danh, Hoàng Duy" userId="3a448fcf-317f-4972-a161-06742a14d4c7" providerId="ADAL" clId="{CE1C8B88-0719-4E4A-B0E4-7DC533AE261F}" dt="2025-12-16T05:44:54.169" v="3871" actId="478"/>
          <ac:picMkLst>
            <pc:docMk/>
            <pc:sldMk cId="3079427638" sldId="377"/>
            <ac:picMk id="6" creationId="{DABB1EAF-C806-6DE8-904B-19D0069E09D6}"/>
          </ac:picMkLst>
        </pc:picChg>
        <pc:picChg chg="add del mod">
          <ac:chgData name="Danh, Hoàng Duy" userId="3a448fcf-317f-4972-a161-06742a14d4c7" providerId="ADAL" clId="{CE1C8B88-0719-4E4A-B0E4-7DC533AE261F}" dt="2025-12-16T05:45:05.287" v="3877" actId="478"/>
          <ac:picMkLst>
            <pc:docMk/>
            <pc:sldMk cId="3079427638" sldId="377"/>
            <ac:picMk id="7" creationId="{D4F5940D-2B7E-9B5F-A8CA-D0BBBC3383EE}"/>
          </ac:picMkLst>
        </pc:picChg>
        <pc:picChg chg="del">
          <ac:chgData name="Danh, Hoàng Duy" userId="3a448fcf-317f-4972-a161-06742a14d4c7" providerId="ADAL" clId="{CE1C8B88-0719-4E4A-B0E4-7DC533AE261F}" dt="2025-12-16T05:38:05.992" v="3851" actId="478"/>
          <ac:picMkLst>
            <pc:docMk/>
            <pc:sldMk cId="3079427638" sldId="377"/>
            <ac:picMk id="8" creationId="{0E479ED7-5B97-95C4-574F-B5565207AC20}"/>
          </ac:picMkLst>
        </pc:picChg>
        <pc:picChg chg="add del mod">
          <ac:chgData name="Danh, Hoàng Duy" userId="3a448fcf-317f-4972-a161-06742a14d4c7" providerId="ADAL" clId="{CE1C8B88-0719-4E4A-B0E4-7DC533AE261F}" dt="2025-12-16T05:45:25.552" v="3880" actId="478"/>
          <ac:picMkLst>
            <pc:docMk/>
            <pc:sldMk cId="3079427638" sldId="377"/>
            <ac:picMk id="9" creationId="{2E3E565A-CD16-FB40-ADE0-D2EAEA472E12}"/>
          </ac:picMkLst>
        </pc:picChg>
        <pc:picChg chg="add del mod">
          <ac:chgData name="Danh, Hoàng Duy" userId="3a448fcf-317f-4972-a161-06742a14d4c7" providerId="ADAL" clId="{CE1C8B88-0719-4E4A-B0E4-7DC533AE261F}" dt="2025-12-16T05:45:48.638" v="3884" actId="478"/>
          <ac:picMkLst>
            <pc:docMk/>
            <pc:sldMk cId="3079427638" sldId="377"/>
            <ac:picMk id="10" creationId="{A40B31D4-1FF4-B0F4-7E6F-D2BE4E9D9CB8}"/>
          </ac:picMkLst>
        </pc:picChg>
        <pc:picChg chg="add del mod">
          <ac:chgData name="Danh, Hoàng Duy" userId="3a448fcf-317f-4972-a161-06742a14d4c7" providerId="ADAL" clId="{CE1C8B88-0719-4E4A-B0E4-7DC533AE261F}" dt="2025-12-16T05:46:11.422" v="3886" actId="478"/>
          <ac:picMkLst>
            <pc:docMk/>
            <pc:sldMk cId="3079427638" sldId="377"/>
            <ac:picMk id="11" creationId="{F4B19A8E-8663-296C-FC3C-6F0F1B7383B5}"/>
          </ac:picMkLst>
        </pc:picChg>
        <pc:picChg chg="add del mod">
          <ac:chgData name="Danh, Hoàng Duy" userId="3a448fcf-317f-4972-a161-06742a14d4c7" providerId="ADAL" clId="{CE1C8B88-0719-4E4A-B0E4-7DC533AE261F}" dt="2025-12-16T05:46:33.114" v="3898" actId="478"/>
          <ac:picMkLst>
            <pc:docMk/>
            <pc:sldMk cId="3079427638" sldId="377"/>
            <ac:picMk id="12" creationId="{458E2422-FC17-C190-78A5-048091A015FB}"/>
          </ac:picMkLst>
        </pc:picChg>
        <pc:picChg chg="add mod">
          <ac:chgData name="Danh, Hoàng Duy" userId="3a448fcf-317f-4972-a161-06742a14d4c7" providerId="ADAL" clId="{CE1C8B88-0719-4E4A-B0E4-7DC533AE261F}" dt="2025-12-16T05:46:38.741" v="3910" actId="1036"/>
          <ac:picMkLst>
            <pc:docMk/>
            <pc:sldMk cId="3079427638" sldId="377"/>
            <ac:picMk id="13" creationId="{887C80F7-6B21-25B9-00E2-EE101E25871C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5-12-16T09:44:33.734" v="4687" actId="1035"/>
        <pc:sldMkLst>
          <pc:docMk/>
          <pc:sldMk cId="448801002" sldId="378"/>
        </pc:sldMkLst>
        <pc:spChg chg="add del mod">
          <ac:chgData name="Danh, Hoàng Duy" userId="3a448fcf-317f-4972-a161-06742a14d4c7" providerId="ADAL" clId="{CE1C8B88-0719-4E4A-B0E4-7DC533AE261F}" dt="2025-12-16T09:44:27.164" v="4683" actId="478"/>
          <ac:spMkLst>
            <pc:docMk/>
            <pc:sldMk cId="448801002" sldId="378"/>
            <ac:spMk id="5" creationId="{A709BB62-A601-574A-0274-CF41F3D921D7}"/>
          </ac:spMkLst>
        </pc:spChg>
        <pc:picChg chg="add del mod">
          <ac:chgData name="Danh, Hoàng Duy" userId="3a448fcf-317f-4972-a161-06742a14d4c7" providerId="ADAL" clId="{CE1C8B88-0719-4E4A-B0E4-7DC533AE261F}" dt="2025-12-16T09:44:27.910" v="4684" actId="478"/>
          <ac:picMkLst>
            <pc:docMk/>
            <pc:sldMk cId="448801002" sldId="378"/>
            <ac:picMk id="4" creationId="{C5C6889D-5243-0CEC-983B-15934E3E9C47}"/>
          </ac:picMkLst>
        </pc:picChg>
        <pc:picChg chg="add mod">
          <ac:chgData name="Danh, Hoàng Duy" userId="3a448fcf-317f-4972-a161-06742a14d4c7" providerId="ADAL" clId="{CE1C8B88-0719-4E4A-B0E4-7DC533AE261F}" dt="2025-12-16T09:44:33.734" v="4687" actId="1035"/>
          <ac:picMkLst>
            <pc:docMk/>
            <pc:sldMk cId="448801002" sldId="378"/>
            <ac:picMk id="6" creationId="{A2529C3B-D9C4-EBFD-22BF-B11F8AD51F9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1246337674526766"/>
          <c:w val="0.96127612492926384"/>
          <c:h val="0.747065687742038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1.9216987938389428E-3"/>
                  <c:y val="3.99097892113678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#,##0_);_(* \(#,##0\);;_(@_)</c:formatCode>
                <c:ptCount val="12"/>
                <c:pt idx="0">
                  <c:v>95.961616735999996</c:v>
                </c:pt>
                <c:pt idx="1">
                  <c:v>68.939746995999997</c:v>
                </c:pt>
                <c:pt idx="2">
                  <c:v>92.109508133000006</c:v>
                </c:pt>
                <c:pt idx="3">
                  <c:v>97.489092893999995</c:v>
                </c:pt>
                <c:pt idx="4">
                  <c:v>102.364998344</c:v>
                </c:pt>
                <c:pt idx="5">
                  <c:v>68.093170108999999</c:v>
                </c:pt>
                <c:pt idx="6">
                  <c:v>56.451269691999997</c:v>
                </c:pt>
                <c:pt idx="7">
                  <c:v>154.02786817200001</c:v>
                </c:pt>
                <c:pt idx="8">
                  <c:v>156.829896725</c:v>
                </c:pt>
                <c:pt idx="9">
                  <c:v>116.81259874600001</c:v>
                </c:pt>
                <c:pt idx="10">
                  <c:v>76.126139834</c:v>
                </c:pt>
                <c:pt idx="11">
                  <c:v>106.21008868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3"/>
              <c:layout>
                <c:manualLayout>
                  <c:x val="-1.9216987938389428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0"/>
                  <c:y val="6.6516315352279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0"/>
              <c:layout>
                <c:manualLayout>
                  <c:x val="1.9216987938389428E-3"/>
                  <c:y val="1.481847330914996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9.608493969194715E-3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#,##0_);_(* \(#,##0\);;_(@_)</c:formatCode>
                <c:ptCount val="12"/>
                <c:pt idx="0">
                  <c:v>114.46251040200001</c:v>
                </c:pt>
                <c:pt idx="1">
                  <c:v>187.999461059</c:v>
                </c:pt>
                <c:pt idx="2">
                  <c:v>150.25333268</c:v>
                </c:pt>
                <c:pt idx="3">
                  <c:v>125.42964985499999</c:v>
                </c:pt>
                <c:pt idx="4">
                  <c:v>152.06714285207406</c:v>
                </c:pt>
                <c:pt idx="5">
                  <c:v>119.13467279699999</c:v>
                </c:pt>
                <c:pt idx="6">
                  <c:v>137.99140689800001</c:v>
                </c:pt>
                <c:pt idx="7">
                  <c:v>168.44265338299999</c:v>
                </c:pt>
                <c:pt idx="8">
                  <c:v>84.710435067000006</c:v>
                </c:pt>
                <c:pt idx="9">
                  <c:v>108.92855666</c:v>
                </c:pt>
                <c:pt idx="10">
                  <c:v>88.347880802000006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#,##0_);_(* \(#,##0\);;_(@_)</c:formatCode>
                <c:ptCount val="12"/>
                <c:pt idx="0">
                  <c:v>100.82736149999999</c:v>
                </c:pt>
                <c:pt idx="1">
                  <c:v>122.6135349</c:v>
                </c:pt>
                <c:pt idx="2">
                  <c:v>119.5121884</c:v>
                </c:pt>
                <c:pt idx="3">
                  <c:v>131.18180140000001</c:v>
                </c:pt>
                <c:pt idx="4">
                  <c:v>173.33944439999999</c:v>
                </c:pt>
                <c:pt idx="5">
                  <c:v>166.0967229</c:v>
                </c:pt>
                <c:pt idx="6">
                  <c:v>190.7998489</c:v>
                </c:pt>
                <c:pt idx="7">
                  <c:v>189.65059489999999</c:v>
                </c:pt>
                <c:pt idx="8">
                  <c:v>224.39440690000001</c:v>
                </c:pt>
                <c:pt idx="9">
                  <c:v>228.41204289999999</c:v>
                </c:pt>
                <c:pt idx="10">
                  <c:v>209.26195250000001</c:v>
                </c:pt>
                <c:pt idx="11">
                  <c:v>207.8622039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_);_(* \(#,##0\);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7.6867951753557713E-3"/>
                  <c:y val="-2.66065261409120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8CF-4721-816B-6F88288B46A3}"/>
                </c:ext>
              </c:extLst>
            </c:dLbl>
            <c:dLbl>
              <c:idx val="2"/>
              <c:layout>
                <c:manualLayout>
                  <c:x val="-1.9216987938389782E-3"/>
                  <c:y val="-3.99097892113680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CF-4721-816B-6F88288B46A3}"/>
                </c:ext>
              </c:extLst>
            </c:dLbl>
            <c:dLbl>
              <c:idx val="3"/>
              <c:layout>
                <c:manualLayout>
                  <c:x val="-9.6084939691947497E-3"/>
                  <c:y val="9.31228414931916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8CF-4721-816B-6F88288B46A3}"/>
                </c:ext>
              </c:extLst>
            </c:dLbl>
            <c:dLbl>
              <c:idx val="4"/>
              <c:layout>
                <c:manualLayout>
                  <c:x val="1.9216987938388724E-3"/>
                  <c:y val="9.31228414931916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CF-4721-816B-6F88288B46A3}"/>
                </c:ext>
              </c:extLst>
            </c:dLbl>
            <c:dLbl>
              <c:idx val="5"/>
              <c:layout>
                <c:manualLayout>
                  <c:x val="-1.9216987938390133E-3"/>
                  <c:y val="6.6516315352279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8CF-4721-816B-6F88288B46A3}"/>
                </c:ext>
              </c:extLst>
            </c:dLbl>
            <c:dLbl>
              <c:idx val="6"/>
              <c:layout>
                <c:manualLayout>
                  <c:x val="-7.6867951753558416E-3"/>
                  <c:y val="4.65614207465958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CF-4721-816B-6F88288B46A3}"/>
                </c:ext>
              </c:extLst>
            </c:dLbl>
            <c:dLbl>
              <c:idx val="7"/>
              <c:layout>
                <c:manualLayout>
                  <c:x val="1.9216987938388724E-3"/>
                  <c:y val="7.98195784227356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8CF-4721-816B-6F88288B46A3}"/>
                </c:ext>
              </c:extLst>
            </c:dLbl>
            <c:dLbl>
              <c:idx val="8"/>
              <c:layout>
                <c:manualLayout>
                  <c:x val="-1.9216987938389428E-3"/>
                  <c:y val="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FC-49B1-9E2A-6F8ADAB87A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#,##0_);_(* \(#,##0\);_(* "-"??_);_(@_)</c:formatCode>
                <c:ptCount val="12"/>
                <c:pt idx="0">
                  <c:v>95.961616735999996</c:v>
                </c:pt>
                <c:pt idx="1">
                  <c:v>164.90136373199999</c:v>
                </c:pt>
                <c:pt idx="2">
                  <c:v>257.01087186500001</c:v>
                </c:pt>
                <c:pt idx="3">
                  <c:v>354.49996475900002</c:v>
                </c:pt>
                <c:pt idx="4">
                  <c:v>456.86496310300004</c:v>
                </c:pt>
                <c:pt idx="5">
                  <c:v>524.95813321200001</c:v>
                </c:pt>
                <c:pt idx="6">
                  <c:v>581.40940290399999</c:v>
                </c:pt>
                <c:pt idx="7">
                  <c:v>735.437271076</c:v>
                </c:pt>
                <c:pt idx="8">
                  <c:v>892.26716780100003</c:v>
                </c:pt>
                <c:pt idx="9">
                  <c:v>1009.0797665470001</c:v>
                </c:pt>
                <c:pt idx="10">
                  <c:v>1085.205906381</c:v>
                </c:pt>
                <c:pt idx="11">
                  <c:v>1191.4159950609999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-5.7650963815168285E-3"/>
                  <c:y val="-8.6471209957963785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#,##0_);_(* \(#,##0\);_(* "-"??_);_(@_)</c:formatCode>
                <c:ptCount val="12"/>
                <c:pt idx="0">
                  <c:v>114.46251040200001</c:v>
                </c:pt>
                <c:pt idx="1">
                  <c:v>302.46197146100002</c:v>
                </c:pt>
                <c:pt idx="2">
                  <c:v>452.71530414100005</c:v>
                </c:pt>
                <c:pt idx="3">
                  <c:v>578.14495399600003</c:v>
                </c:pt>
                <c:pt idx="4">
                  <c:v>730.21209684807411</c:v>
                </c:pt>
                <c:pt idx="5">
                  <c:v>849.34676964507412</c:v>
                </c:pt>
                <c:pt idx="6">
                  <c:v>987.33817654307416</c:v>
                </c:pt>
                <c:pt idx="7">
                  <c:v>1155.7808299260741</c:v>
                </c:pt>
                <c:pt idx="8">
                  <c:v>1240.4912649930741</c:v>
                </c:pt>
                <c:pt idx="9">
                  <c:v>1349.419821653074</c:v>
                </c:pt>
                <c:pt idx="10">
                  <c:v>1437.767702455074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#,##0_);_(* \(#,##0\);_(* "-"??_);_(@_)</c:formatCode>
                <c:ptCount val="12"/>
                <c:pt idx="0">
                  <c:v>100.82736149999999</c:v>
                </c:pt>
                <c:pt idx="1">
                  <c:v>223.44089639999999</c:v>
                </c:pt>
                <c:pt idx="2">
                  <c:v>342.9530848</c:v>
                </c:pt>
                <c:pt idx="3">
                  <c:v>474.13488619999998</c:v>
                </c:pt>
                <c:pt idx="4">
                  <c:v>647.47433060000003</c:v>
                </c:pt>
                <c:pt idx="5">
                  <c:v>813.57105350000006</c:v>
                </c:pt>
                <c:pt idx="6">
                  <c:v>1004.3709024000001</c:v>
                </c:pt>
                <c:pt idx="7">
                  <c:v>1194.0214973000002</c:v>
                </c:pt>
                <c:pt idx="8">
                  <c:v>1418.4159042000001</c:v>
                </c:pt>
                <c:pt idx="9">
                  <c:v>1646.8279471000001</c:v>
                </c:pt>
                <c:pt idx="10">
                  <c:v>1856.0898996000001</c:v>
                </c:pt>
                <c:pt idx="11">
                  <c:v>2063.9521035000002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_(* #,##0_);_(* \(#,##0\);_(* &quot;-&quot;??_)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1246337674526766"/>
          <c:w val="0.96127612492926384"/>
          <c:h val="0.747065687742038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8"/>
              <c:layout>
                <c:manualLayout>
                  <c:x val="0"/>
                  <c:y val="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437-4395-A92B-98E0BFBDEC8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#,##0.00_);_(* \(#,##0.00\);;_(@_)</c:formatCode>
                <c:ptCount val="12"/>
                <c:pt idx="0">
                  <c:v>9.0800504796973041</c:v>
                </c:pt>
                <c:pt idx="1">
                  <c:v>3.3190533488285245</c:v>
                </c:pt>
                <c:pt idx="2">
                  <c:v>5.1693729422120329</c:v>
                </c:pt>
                <c:pt idx="3">
                  <c:v>9.5199529421100326</c:v>
                </c:pt>
                <c:pt idx="4">
                  <c:v>4.213453882338519</c:v>
                </c:pt>
                <c:pt idx="5">
                  <c:v>-0.63945650141911203</c:v>
                </c:pt>
                <c:pt idx="6">
                  <c:v>-3.2886335928136514</c:v>
                </c:pt>
                <c:pt idx="7">
                  <c:v>0.90758720905308432</c:v>
                </c:pt>
                <c:pt idx="8">
                  <c:v>15.28225732846108</c:v>
                </c:pt>
                <c:pt idx="9">
                  <c:v>3.5531821463051609</c:v>
                </c:pt>
                <c:pt idx="10">
                  <c:v>4.9430518446556189</c:v>
                </c:pt>
                <c:pt idx="11">
                  <c:v>1.4574746295717396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3"/>
              <c:layout>
                <c:manualLayout>
                  <c:x val="1.9216987938389077E-3"/>
                  <c:y val="3.99097892113679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8"/>
              <c:layout>
                <c:manualLayout>
                  <c:x val="3.8433975876777447E-3"/>
                  <c:y val="-6.651107784713398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#,##0.00_);_(* \(#,##0.00\);;_(@_)</c:formatCode>
                <c:ptCount val="12"/>
                <c:pt idx="0">
                  <c:v>4.8970805519999043</c:v>
                </c:pt>
                <c:pt idx="1">
                  <c:v>20.400796729000039</c:v>
                </c:pt>
                <c:pt idx="2">
                  <c:v>8.3732490589998783</c:v>
                </c:pt>
                <c:pt idx="3">
                  <c:v>5.0259834850001353</c:v>
                </c:pt>
                <c:pt idx="4">
                  <c:v>10.805204304043579</c:v>
                </c:pt>
                <c:pt idx="5">
                  <c:v>2.3475007570001658</c:v>
                </c:pt>
                <c:pt idx="6">
                  <c:v>1.0395178570001145</c:v>
                </c:pt>
                <c:pt idx="7">
                  <c:v>1.116669731</c:v>
                </c:pt>
                <c:pt idx="8">
                  <c:v>-10.202154650999917</c:v>
                </c:pt>
                <c:pt idx="9">
                  <c:v>-1.8172880499999904</c:v>
                </c:pt>
                <c:pt idx="10">
                  <c:v>-6.9202899198636052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7873-41C8-B971-500DCA1791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00843631"/>
        <c:axId val="1300837391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#,##0.00_);_(* \(#,##0.00\);;_(@_)</c:formatCode>
                <c:ptCount val="12"/>
                <c:pt idx="0">
                  <c:v>2.4111937592640929</c:v>
                </c:pt>
                <c:pt idx="1">
                  <c:v>2.6345621152224639</c:v>
                </c:pt>
                <c:pt idx="2">
                  <c:v>2.9681729195677673</c:v>
                </c:pt>
                <c:pt idx="3">
                  <c:v>6.7803937217944856</c:v>
                </c:pt>
                <c:pt idx="4">
                  <c:v>10.818290279264012</c:v>
                </c:pt>
                <c:pt idx="5">
                  <c:v>11.02974593104104</c:v>
                </c:pt>
                <c:pt idx="6">
                  <c:v>16.020543129195854</c:v>
                </c:pt>
                <c:pt idx="7">
                  <c:v>20.643156647188363</c:v>
                </c:pt>
                <c:pt idx="8">
                  <c:v>20.573287697521987</c:v>
                </c:pt>
                <c:pt idx="9">
                  <c:v>21.939576399215451</c:v>
                </c:pt>
                <c:pt idx="10">
                  <c:v>18.896186089660162</c:v>
                </c:pt>
                <c:pt idx="11">
                  <c:v>16.908963166037417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0_);_(* \(#,##0.00\);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300837391"/>
        <c:scaling>
          <c:orientation val="minMax"/>
        </c:scaling>
        <c:delete val="0"/>
        <c:axPos val="r"/>
        <c:numFmt formatCode="_(* #,##0.00_);_(* \(#,##0.0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0843631"/>
        <c:crosses val="max"/>
        <c:crossBetween val="between"/>
      </c:valAx>
      <c:catAx>
        <c:axId val="1300843631"/>
        <c:scaling>
          <c:orientation val="minMax"/>
        </c:scaling>
        <c:delete val="1"/>
        <c:axPos val="b"/>
        <c:majorTickMark val="out"/>
        <c:minorTickMark val="none"/>
        <c:tickLblPos val="nextTo"/>
        <c:crossAx val="13008373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47579688465E-2"/>
          <c:y val="0.19893458670323144"/>
          <c:w val="0.96127612492926384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8"/>
              <c:layout>
                <c:manualLayout>
                  <c:x val="-1.9216987938389428E-3"/>
                  <c:y val="2.66065261409119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FC-49B1-9E2A-6F8ADAB87A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#,##0.0_);_(* \(#,##0.0\);_(* "-"??_);_(@_)</c:formatCode>
                <c:ptCount val="12"/>
                <c:pt idx="0">
                  <c:v>9.0800504796973041</c:v>
                </c:pt>
                <c:pt idx="1">
                  <c:v>12.399103828525828</c:v>
                </c:pt>
                <c:pt idx="2">
                  <c:v>17.56847677073786</c:v>
                </c:pt>
                <c:pt idx="3">
                  <c:v>27.088429712847891</c:v>
                </c:pt>
                <c:pt idx="4">
                  <c:v>31.301883595186411</c:v>
                </c:pt>
                <c:pt idx="5">
                  <c:v>30.662427093767299</c:v>
                </c:pt>
                <c:pt idx="6">
                  <c:v>27.373793500953646</c:v>
                </c:pt>
                <c:pt idx="7">
                  <c:v>28.281380710006729</c:v>
                </c:pt>
                <c:pt idx="8">
                  <c:v>43.563638038467808</c:v>
                </c:pt>
                <c:pt idx="9">
                  <c:v>47.116820184772969</c:v>
                </c:pt>
                <c:pt idx="10">
                  <c:v>52.05987202942859</c:v>
                </c:pt>
                <c:pt idx="11">
                  <c:v>53.517346659000331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0"/>
                  <c:y val="4.65614207465958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3.8433975876778857E-3"/>
                  <c:y val="-6.65163153522798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3.8433975876777447E-3"/>
                  <c:y val="3.990978921136790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0"/>
                  <c:y val="4.65614207465958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7.6867951753557713E-3"/>
                  <c:y val="-0.1529875253102436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#,##0.0_);_(* \(#,##0.0\);_(* "-"??_);_(@_)</c:formatCode>
                <c:ptCount val="12"/>
                <c:pt idx="0">
                  <c:v>4.8970805519999043</c:v>
                </c:pt>
                <c:pt idx="1">
                  <c:v>25.297877280999941</c:v>
                </c:pt>
                <c:pt idx="2">
                  <c:v>33.671126339999816</c:v>
                </c:pt>
                <c:pt idx="3">
                  <c:v>38.697109824999949</c:v>
                </c:pt>
                <c:pt idx="4">
                  <c:v>49.502314129043526</c:v>
                </c:pt>
                <c:pt idx="5">
                  <c:v>51.849814886043688</c:v>
                </c:pt>
                <c:pt idx="6">
                  <c:v>52.889332743043802</c:v>
                </c:pt>
                <c:pt idx="7">
                  <c:v>54.006002474043804</c:v>
                </c:pt>
                <c:pt idx="8">
                  <c:v>43.803847823043888</c:v>
                </c:pt>
                <c:pt idx="9">
                  <c:v>41.986559773043901</c:v>
                </c:pt>
                <c:pt idx="10">
                  <c:v>35.066269853180295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7939-4186-A812-0A26674D7B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69068735"/>
        <c:axId val="881042095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8"/>
              <c:layout>
                <c:manualLayout>
                  <c:x val="-1.7295289144550485E-2"/>
                  <c:y val="-3.32581576761399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254-4B67-B167-FFF9E994D945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#,##0.0_);_(* \(#,##0.0\);_(* "-"??_);_(@_)</c:formatCode>
                <c:ptCount val="12"/>
                <c:pt idx="0">
                  <c:v>2.4111937592640929</c:v>
                </c:pt>
                <c:pt idx="1">
                  <c:v>5.0457558744865567</c:v>
                </c:pt>
                <c:pt idx="2">
                  <c:v>8.0139287940543245</c:v>
                </c:pt>
                <c:pt idx="3">
                  <c:v>14.79432251584881</c:v>
                </c:pt>
                <c:pt idx="4">
                  <c:v>25.612612795112824</c:v>
                </c:pt>
                <c:pt idx="5">
                  <c:v>36.642358726153866</c:v>
                </c:pt>
                <c:pt idx="6">
                  <c:v>52.662901855349716</c:v>
                </c:pt>
                <c:pt idx="7">
                  <c:v>73.306058502538079</c:v>
                </c:pt>
                <c:pt idx="8">
                  <c:v>93.87934620006007</c:v>
                </c:pt>
                <c:pt idx="9">
                  <c:v>115.81892259927552</c:v>
                </c:pt>
                <c:pt idx="10">
                  <c:v>134.71510868893569</c:v>
                </c:pt>
                <c:pt idx="11">
                  <c:v>151.6240718549731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_);_(* \(#,##0.0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881042095"/>
        <c:scaling>
          <c:orientation val="minMax"/>
        </c:scaling>
        <c:delete val="0"/>
        <c:axPos val="r"/>
        <c:numFmt formatCode="_(* #,##0.0_);_(* \(#,##0.0\);_(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9068735"/>
        <c:crosses val="max"/>
        <c:crossBetween val="between"/>
      </c:valAx>
      <c:catAx>
        <c:axId val="769068735"/>
        <c:scaling>
          <c:orientation val="minMax"/>
        </c:scaling>
        <c:delete val="1"/>
        <c:axPos val="b"/>
        <c:majorTickMark val="out"/>
        <c:minorTickMark val="none"/>
        <c:tickLblPos val="nextTo"/>
        <c:crossAx val="8810420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1076325"/>
            <a:ext cx="9569450" cy="5383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2664" y="6818988"/>
            <a:ext cx="7941310" cy="646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28" tIns="138728" rIns="138728" bIns="138728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1076325"/>
            <a:ext cx="9567862" cy="5383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992664" y="6818988"/>
            <a:ext cx="7941310" cy="6460093"/>
          </a:xfrm>
          <a:prstGeom prst="rect">
            <a:avLst/>
          </a:prstGeom>
        </p:spPr>
        <p:txBody>
          <a:bodyPr spcFirstLastPara="1" wrap="square" lIns="138728" tIns="138728" rIns="138728" bIns="13872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20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2AFB-DC0D-1EB4-DE83-50BCE528B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ABDB2-50B2-A217-B635-5434492E7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F7EF0-5A2E-4E0F-C2F4-7962BFE65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76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35AF5-B230-C20C-B6F9-44410601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C77B5-DA70-7333-17C9-D4FDDB412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DB07E-FBAB-E07F-9C62-6970DC39B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43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57C8-0A45-74DD-E0DA-BFFC631A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413EF-5FC9-0ED1-F6FC-BE6F2AE74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BD2AE-574B-8527-8FA5-7E65D27C7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2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DB7FF-F0A5-0054-680D-FD837776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9A455-E64F-A745-3CE2-3E63AF15F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4FB0E-B749-1D01-6D73-BDA4A45B8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23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CF664-9998-0D38-B5CB-F0805DE2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6A805-CF01-85B4-8656-E83A47B47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21351-3A5D-645D-B37B-797A2BEAC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81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00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9086A-C3FA-74F1-AFE5-8C14F759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FA862-B527-4411-CB7C-DCE3B53A4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32CFC-C4F4-54D2-F19F-DACB4BE07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16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59993-AA81-B221-ACAB-5558EF92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9E215-7EDD-345F-05BD-8E1966D72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2F252-C894-D94D-4DF4-73D689CF2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418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4F4E-B4E9-B27A-8B4C-C9E24A5C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CB041-3F04-B1E7-DF74-EE01F91D2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0AFD9-E449-0CCE-CC09-C4AA4DDC3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Chi phí Thuê xưởng, thuê máy T08 tăng so với T07 (giá trị tuyệt đối lần lượt: 9.1 tỷ và 8.6 tỷ) là do trong tháng 7 có hoàn nhập 450 triệu ghi nhận chi phí thuê xưởng Q1 cao hơn so với hợp đồng </a:t>
            </a:r>
          </a:p>
        </p:txBody>
      </p:sp>
    </p:spTree>
    <p:extLst>
      <p:ext uri="{BB962C8B-B14F-4D97-AF65-F5344CB8AC3E}">
        <p14:creationId xmlns:p14="http://schemas.microsoft.com/office/powerpoint/2010/main" val="645183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6FBA0-8B0E-AD00-8ED8-BAE2BAC0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0E09B-D9E4-8BF1-BA77-72B153058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9F8EC-CB5D-0E6C-9784-385A57888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Điều</a:t>
            </a:r>
            <a:r>
              <a:rPr lang="en-US"/>
              <a:t> </a:t>
            </a:r>
            <a:r>
              <a:rPr lang="en-US" err="1"/>
              <a:t>chỉnh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bày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khấu</a:t>
            </a:r>
            <a:r>
              <a:rPr lang="en-US"/>
              <a:t> hao &lt;-&gt; </a:t>
            </a:r>
            <a:r>
              <a:rPr lang="en-US" err="1"/>
              <a:t>thuê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8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B3D1C-3925-A8DC-CDC0-F48C4763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698C8-BC2B-0B1D-F7C9-0105E1509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980AB-FD76-F002-F7AE-96FFE613F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82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75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96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userDrawn="1">
  <p:cSld name="TITLE_1">
    <p:bg>
      <p:bgPr>
        <a:noFill/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FDBB7-518F-CF9E-A68A-F9C0D8F4D028}"/>
              </a:ext>
            </a:extLst>
          </p:cNvPr>
          <p:cNvSpPr txBox="1"/>
          <p:nvPr userDrawn="1"/>
        </p:nvSpPr>
        <p:spPr>
          <a:xfrm>
            <a:off x="720914" y="4880067"/>
            <a:ext cx="8423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D57F1E4F-1CFF-5643-939E-217C01CDF565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/41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16916C-7009-04E1-731D-9E41C4077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6116" y="211188"/>
            <a:ext cx="1195080" cy="1832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3148EE7-E1D9-202D-F123-9FB8B8BF279B}"/>
              </a:ext>
            </a:extLst>
          </p:cNvPr>
          <p:cNvSpPr txBox="1">
            <a:spLocks/>
          </p:cNvSpPr>
          <p:nvPr/>
        </p:nvSpPr>
        <p:spPr>
          <a:xfrm>
            <a:off x="107952" y="2996711"/>
            <a:ext cx="8978747" cy="18721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E32C53-F9F6-E860-9F82-A8EA53A25691}"/>
              </a:ext>
            </a:extLst>
          </p:cNvPr>
          <p:cNvSpPr/>
          <p:nvPr/>
        </p:nvSpPr>
        <p:spPr>
          <a:xfrm>
            <a:off x="0" y="1627910"/>
            <a:ext cx="9144000" cy="117326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70;p19">
            <a:extLst>
              <a:ext uri="{FF2B5EF4-FFF2-40B4-BE49-F238E27FC236}">
                <a16:creationId xmlns:a16="http://schemas.microsoft.com/office/drawing/2014/main" id="{6D0DFC0C-E3A7-AC85-8C7C-C6BD6BEC71AB}"/>
              </a:ext>
            </a:extLst>
          </p:cNvPr>
          <p:cNvSpPr txBox="1">
            <a:spLocks/>
          </p:cNvSpPr>
          <p:nvPr/>
        </p:nvSpPr>
        <p:spPr>
          <a:xfrm>
            <a:off x="1" y="1697182"/>
            <a:ext cx="9143999" cy="10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" sz="24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CÔNG TY CỔ PHẦN NHỰA TÁI CHẾ DUY TÂN</a:t>
            </a:r>
          </a:p>
          <a:p>
            <a:pPr algn="ctr">
              <a:spcBef>
                <a:spcPts val="600"/>
              </a:spcBef>
            </a:pPr>
            <a:r>
              <a:rPr lang="en" sz="24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BÁO CÁO THÁNG 11 NĂM 2025</a:t>
            </a:r>
            <a:endParaRPr lang="en-US" sz="240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Google Shape;111;p13">
            <a:extLst>
              <a:ext uri="{FF2B5EF4-FFF2-40B4-BE49-F238E27FC236}">
                <a16:creationId xmlns:a16="http://schemas.microsoft.com/office/drawing/2014/main" id="{0C454FAF-64C6-8169-39AC-7716333EF97F}"/>
              </a:ext>
            </a:extLst>
          </p:cNvPr>
          <p:cNvSpPr txBox="1">
            <a:spLocks/>
          </p:cNvSpPr>
          <p:nvPr/>
        </p:nvSpPr>
        <p:spPr>
          <a:xfrm>
            <a:off x="-13204" y="3940822"/>
            <a:ext cx="9157204" cy="808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600"/>
              </a:spcBef>
              <a:buFont typeface="Arial"/>
              <a:buNone/>
            </a:pPr>
            <a:r>
              <a:rPr lang="vi-VN" sz="1050" i="1">
                <a:latin typeface="Open Sans" panose="020B0606030504020204" pitchFamily="34" charset="0"/>
              </a:rPr>
              <a:t>Ngườ</a:t>
            </a:r>
            <a:r>
              <a:rPr lang="en-US" sz="1050" i="1" err="1">
                <a:latin typeface="Open Sans" panose="020B0606030504020204" pitchFamily="34" charset="0"/>
              </a:rPr>
              <a:t>i</a:t>
            </a:r>
            <a:r>
              <a:rPr lang="en-US" sz="1050" i="1">
                <a:latin typeface="Open Sans" panose="020B0606030504020204" pitchFamily="34" charset="0"/>
              </a:rPr>
              <a:t> </a:t>
            </a:r>
            <a:r>
              <a:rPr lang="en-US" sz="1050" i="1" err="1">
                <a:latin typeface="Open Sans" panose="020B0606030504020204" pitchFamily="34" charset="0"/>
              </a:rPr>
              <a:t>báo</a:t>
            </a:r>
            <a:r>
              <a:rPr lang="en-US" sz="1050" i="1">
                <a:latin typeface="Open Sans" panose="020B0606030504020204" pitchFamily="34" charset="0"/>
              </a:rPr>
              <a:t> </a:t>
            </a:r>
            <a:r>
              <a:rPr lang="en-US" sz="1050" i="1" err="1">
                <a:latin typeface="Open Sans" panose="020B0606030504020204" pitchFamily="34" charset="0"/>
              </a:rPr>
              <a:t>cáo</a:t>
            </a:r>
            <a:r>
              <a:rPr lang="en-US" sz="1050" i="1">
                <a:latin typeface="Open Sans" panose="020B0606030504020204" pitchFamily="34" charset="0"/>
              </a:rPr>
              <a:t>: </a:t>
            </a:r>
            <a:r>
              <a:rPr lang="en-US" sz="1050" b="1" i="1">
                <a:latin typeface="Open Sans" panose="020B0606030504020204" pitchFamily="34" charset="0"/>
              </a:rPr>
              <a:t>Huỳnh Ngọc Thạch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vi-VN" sz="1050" i="1">
                <a:latin typeface="Open Sans" panose="020B0606030504020204" pitchFamily="34" charset="0"/>
              </a:rPr>
              <a:t>Ng</a:t>
            </a:r>
            <a:r>
              <a:rPr lang="en-US" sz="1050" i="1" err="1">
                <a:latin typeface="Open Sans" panose="020B0606030504020204" pitchFamily="34" charset="0"/>
              </a:rPr>
              <a:t>ày</a:t>
            </a:r>
            <a:r>
              <a:rPr lang="en-US" sz="1050" i="1">
                <a:latin typeface="Open Sans" panose="020B0606030504020204" pitchFamily="34" charset="0"/>
              </a:rPr>
              <a:t> báo cáo: </a:t>
            </a:r>
            <a:r>
              <a:rPr lang="en-US" sz="1050" b="1" i="1">
                <a:latin typeface="Open Sans" panose="020B0606030504020204" pitchFamily="34" charset="0"/>
              </a:rPr>
              <a:t>…/…/2025</a:t>
            </a:r>
            <a:endParaRPr lang="vi-VN" sz="1050" b="1" i="1"/>
          </a:p>
          <a:p>
            <a:pPr marL="0" indent="0" algn="ctr">
              <a:spcBef>
                <a:spcPts val="600"/>
              </a:spcBef>
              <a:buFont typeface="Arial"/>
              <a:buNone/>
            </a:pPr>
            <a:endParaRPr lang="vi-VN" sz="1050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3B4F-002D-409B-2342-EED09F17D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0A85-2711-6FB8-2AC6-2C758E78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52"/>
            <a:ext cx="8738881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11 – DTR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C67BBA-1EC8-FC66-C445-455C6962B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8762"/>
            <a:ext cx="9144000" cy="444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7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3E62-F273-018C-E333-A3985A1B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E103-BE30-6BC1-5184-EF084CD4B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143999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11 – 3 TRẠM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7C80F7-6B21-25B9-00E2-EE101E258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0408"/>
            <a:ext cx="9144000" cy="459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27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1069-A6E7-141D-0B07-AE4A4E1C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98A6A7-30C3-9951-E884-FBCDACD14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725285"/>
              </p:ext>
            </p:extLst>
          </p:nvPr>
        </p:nvGraphicFramePr>
        <p:xfrm>
          <a:off x="58194" y="58823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/>
                        <a:t>NGUYÊN NHÂN GỐC RỄ</a:t>
                      </a:r>
                    </a:p>
                    <a:p>
                      <a:pPr algn="ctr"/>
                      <a:endParaRPr lang="en-US" sz="1200" u="sng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Doanh </a:t>
                      </a:r>
                      <a:r>
                        <a:rPr lang="en-US" sz="1000" u="none" err="1"/>
                        <a:t>thu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thuần</a:t>
                      </a:r>
                      <a:r>
                        <a:rPr lang="en-US" sz="1000" u="none"/>
                        <a:t> T11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000" b="1" u="none"/>
                        <a:t>88</a:t>
                      </a:r>
                      <a:r>
                        <a:rPr lang="en-US" sz="1000" u="none"/>
                        <a:t>/228 tỷ (42.2%). Nguyên </a:t>
                      </a:r>
                      <a:r>
                        <a:rPr lang="en-US" sz="1000" u="none" err="1"/>
                        <a:t>nhân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không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là</a:t>
                      </a:r>
                      <a:r>
                        <a:rPr lang="en-US" sz="1000" u="none"/>
                        <a:t> do: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</a:t>
                      </a:r>
                      <a:r>
                        <a:rPr lang="en-US" sz="1000" u="none" err="1"/>
                        <a:t>Sản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lượng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bán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sản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phẩm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chính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chỉ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100" b="1" u="none"/>
                        <a:t>2.51</a:t>
                      </a:r>
                      <a:r>
                        <a:rPr lang="en-US" sz="1000" u="none"/>
                        <a:t>/5.97 </a:t>
                      </a:r>
                      <a:r>
                        <a:rPr lang="en-US" sz="1000" u="none" err="1"/>
                        <a:t>ngàn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tấn</a:t>
                      </a:r>
                      <a:r>
                        <a:rPr lang="en-US" sz="1000" u="none"/>
                        <a:t> (49.8%): </a:t>
                      </a:r>
                      <a:r>
                        <a:rPr lang="en-US" sz="1000" u="none" err="1"/>
                        <a:t>tác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động</a:t>
                      </a:r>
                      <a:r>
                        <a:rPr lang="en-US" sz="1000" u="none"/>
                        <a:t> </a:t>
                      </a:r>
                      <a:r>
                        <a:rPr lang="en-US" sz="1000" b="1" u="none" err="1"/>
                        <a:t>giảm</a:t>
                      </a:r>
                      <a:r>
                        <a:rPr lang="en-US" sz="1000" b="1" u="none"/>
                        <a:t> 115 tỷ. </a:t>
                      </a:r>
                      <a:r>
                        <a:rPr lang="en-US" sz="1000" b="0" u="none"/>
                        <a:t>Nguyên nhân chủ yếu là do khách Mỹ (Niagara) lo ngại thuế quan và khách châu Âu cũng ngưng vì ADD</a:t>
                      </a:r>
                      <a:endParaRPr lang="en-US" sz="1000" b="1" u="none"/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none"/>
                        <a:t>+ </a:t>
                      </a:r>
                      <a:r>
                        <a:rPr lang="en-US" sz="1000" b="1" u="none" err="1"/>
                        <a:t>Giá</a:t>
                      </a:r>
                      <a:r>
                        <a:rPr lang="en-US" sz="1000" b="1" u="none"/>
                        <a:t> </a:t>
                      </a:r>
                      <a:r>
                        <a:rPr lang="en-US" sz="1000" b="1" u="none" err="1"/>
                        <a:t>bán</a:t>
                      </a:r>
                      <a:r>
                        <a:rPr lang="en-US" sz="1000" b="1" u="none"/>
                        <a:t> EXW </a:t>
                      </a:r>
                      <a:r>
                        <a:rPr lang="en-US" sz="1000" b="1" u="none" err="1"/>
                        <a:t>trung</a:t>
                      </a:r>
                      <a:r>
                        <a:rPr lang="en-US" sz="1000" b="1" u="none"/>
                        <a:t> </a:t>
                      </a:r>
                      <a:r>
                        <a:rPr lang="en-US" sz="1000" b="1" u="none" err="1"/>
                        <a:t>bình</a:t>
                      </a:r>
                      <a:r>
                        <a:rPr lang="en-US" sz="1000" b="1" u="none"/>
                        <a:t> </a:t>
                      </a:r>
                      <a:r>
                        <a:rPr lang="en-US" sz="1000" b="1" u="none" err="1"/>
                        <a:t>các</a:t>
                      </a:r>
                      <a:r>
                        <a:rPr lang="en-US" sz="1000" b="1" u="none"/>
                        <a:t> </a:t>
                      </a:r>
                      <a:r>
                        <a:rPr lang="en-US" sz="1000" b="1" u="none" err="1"/>
                        <a:t>ngành</a:t>
                      </a:r>
                      <a:r>
                        <a:rPr lang="en-US" sz="1000" b="1" u="none"/>
                        <a:t> </a:t>
                      </a:r>
                      <a:r>
                        <a:rPr lang="en-US" sz="1000" b="1" u="none" err="1"/>
                        <a:t>hàng</a:t>
                      </a:r>
                      <a:r>
                        <a:rPr lang="en-US" sz="1000" b="1" u="none"/>
                        <a:t> </a:t>
                      </a:r>
                      <a:r>
                        <a:rPr lang="en-US" sz="1000" b="1" u="none" err="1"/>
                        <a:t>đều</a:t>
                      </a:r>
                      <a:r>
                        <a:rPr lang="en-US" sz="1000" b="1" u="none"/>
                        <a:t> </a:t>
                      </a:r>
                      <a:r>
                        <a:rPr lang="en-US" sz="1000" b="1" u="none" err="1"/>
                        <a:t>giảm</a:t>
                      </a:r>
                      <a:r>
                        <a:rPr lang="en-US" sz="1000" b="1" u="none"/>
                        <a:t>: </a:t>
                      </a:r>
                      <a:r>
                        <a:rPr lang="en-US" sz="1000" u="none" err="1"/>
                        <a:t>tác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động</a:t>
                      </a:r>
                      <a:r>
                        <a:rPr lang="en-US" sz="1000" u="none"/>
                        <a:t> </a:t>
                      </a:r>
                      <a:r>
                        <a:rPr lang="en-US" sz="1000" b="1" u="none" err="1"/>
                        <a:t>giảm</a:t>
                      </a:r>
                      <a:r>
                        <a:rPr lang="en-US" sz="1000" b="1" u="none"/>
                        <a:t> 7 </a:t>
                      </a:r>
                      <a:r>
                        <a:rPr lang="en-US" sz="1000" b="1" u="none" err="1"/>
                        <a:t>tỷ</a:t>
                      </a:r>
                      <a:r>
                        <a:rPr lang="en-US" sz="1000" b="0" u="none"/>
                        <a:t> </a:t>
                      </a:r>
                      <a:r>
                        <a:rPr lang="en-US" sz="1000" b="0" i="1" u="none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000" b="0" i="1" u="none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Biểu</a:t>
                      </a:r>
                      <a:r>
                        <a:rPr lang="en-US" sz="1000" b="0" i="1" u="none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đồ</a:t>
                      </a:r>
                      <a:r>
                        <a:rPr lang="en-US" sz="1000" b="0" i="1" u="none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rPET</a:t>
                      </a:r>
                      <a:endParaRPr lang="en-US" sz="1000" b="0" i="1" u="none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u="none"/>
                        <a:t>+ </a:t>
                      </a:r>
                      <a:r>
                        <a:rPr lang="en-US" sz="1000" b="1" u="none"/>
                        <a:t>Kế hoạch </a:t>
                      </a:r>
                      <a:r>
                        <a:rPr lang="en-US" sz="1000" b="0" u="none"/>
                        <a:t>có lập bán xuất khẩu </a:t>
                      </a:r>
                      <a:r>
                        <a:rPr lang="en-US" sz="1000" b="1" u="none"/>
                        <a:t>giá CIF/DPP </a:t>
                      </a:r>
                      <a:r>
                        <a:rPr lang="en-US" sz="1000" b="0" u="none"/>
                        <a:t>cho một số khách hàng </a:t>
                      </a:r>
                      <a:r>
                        <a:rPr lang="en-US" sz="1000" b="0" i="1" u="none"/>
                        <a:t>nhưng thực tế không phát sinh </a:t>
                      </a:r>
                      <a:r>
                        <a:rPr lang="en-US" sz="1000" b="0" u="none"/>
                        <a:t>(Pepsi Bắc Mỹ, Ravago, Amcor, Outerinho …): tác động </a:t>
                      </a:r>
                      <a:r>
                        <a:rPr lang="en-US" sz="1000" b="1" u="none"/>
                        <a:t>giảm 10 tỷ</a:t>
                      </a:r>
                      <a:r>
                        <a:rPr lang="en-US" sz="1000" b="0" u="none"/>
                        <a:t>.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1" u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BD14D59-E52C-4AEC-E23F-A01EDF0CB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300" b="1">
                <a:solidFill>
                  <a:schemeClr val="accent2">
                    <a:lumMod val="75000"/>
                  </a:schemeClr>
                </a:solidFill>
              </a:rPr>
              <a:t>GIẢI TRÌNH DOANH THU</a:t>
            </a:r>
            <a:endParaRPr lang="en-US" sz="23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130BEDC-8830-AA2C-D6CE-032D13175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8720055"/>
              </p:ext>
            </p:extLst>
          </p:nvPr>
        </p:nvGraphicFramePr>
        <p:xfrm>
          <a:off x="58195" y="80659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B237680-819E-EC6E-D41F-B19E93EC7702}"/>
              </a:ext>
            </a:extLst>
          </p:cNvPr>
          <p:cNvSpPr/>
          <p:nvPr/>
        </p:nvSpPr>
        <p:spPr>
          <a:xfrm>
            <a:off x="58195" y="58823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DOANH THU THUẦN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10EA6F-2D53-E4B7-293E-26704F295D36}"/>
              </a:ext>
            </a:extLst>
          </p:cNvPr>
          <p:cNvSpPr/>
          <p:nvPr/>
        </p:nvSpPr>
        <p:spPr>
          <a:xfrm>
            <a:off x="58195" y="2695291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DOANH THU THUẦN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24E2B08-E421-0097-BABF-0E47D73A24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3205113"/>
              </p:ext>
            </p:extLst>
          </p:nvPr>
        </p:nvGraphicFramePr>
        <p:xfrm>
          <a:off x="58195" y="291337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5E6761-BEB0-E07D-620F-3E30380E5176}"/>
              </a:ext>
            </a:extLst>
          </p:cNvPr>
          <p:cNvSpPr txBox="1"/>
          <p:nvPr/>
        </p:nvSpPr>
        <p:spPr>
          <a:xfrm>
            <a:off x="5896612" y="58694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91F701-DD65-569C-8158-7E7319F27F65}"/>
              </a:ext>
            </a:extLst>
          </p:cNvPr>
          <p:cNvSpPr txBox="1"/>
          <p:nvPr/>
        </p:nvSpPr>
        <p:spPr>
          <a:xfrm>
            <a:off x="5896613" y="270444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7820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E1A1-2B3E-8A44-EA21-6B32CBC4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C6F4F-DCC0-F9AC-B309-0D22409660BC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/>
              <a:t>Ghi</a:t>
            </a:r>
            <a:r>
              <a:rPr lang="en-US" sz="800" i="1" u="sng"/>
              <a:t> </a:t>
            </a:r>
            <a:r>
              <a:rPr lang="en-US" sz="800" i="1" u="sng" err="1"/>
              <a:t>chú</a:t>
            </a:r>
            <a:r>
              <a:rPr lang="en-US" sz="800" i="1"/>
              <a:t>: </a:t>
            </a:r>
            <a:r>
              <a:rPr lang="en-US" sz="800" i="1" err="1"/>
              <a:t>lấy</a:t>
            </a:r>
            <a:r>
              <a:rPr lang="en-US" sz="800" i="1"/>
              <a:t> </a:t>
            </a:r>
            <a:r>
              <a:rPr lang="en-US" sz="800" i="1" err="1"/>
              <a:t>hạt</a:t>
            </a:r>
            <a:r>
              <a:rPr lang="en-US" sz="800" i="1"/>
              <a:t> </a:t>
            </a:r>
            <a:r>
              <a:rPr lang="en-US" sz="800" i="1" err="1"/>
              <a:t>rPET</a:t>
            </a:r>
            <a:endParaRPr lang="en-US" sz="800" i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3C73C-A91D-7546-14D7-819DFD8A2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121"/>
            <a:ext cx="9144000" cy="439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2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00A90-5405-EB02-E8A6-C76DA193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879FA8-AFE2-141A-2B4E-446171DF6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627178"/>
            <a:ext cx="4610100" cy="2277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58957F-5186-1C98-EE4C-9C59C2AC2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67521" cy="348975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BIẾN ĐỘNG D.THU THEO YẾU TỐ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00BE8B6-6083-B7AE-2EFA-0BF3D2170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94527"/>
              </p:ext>
            </p:extLst>
          </p:nvPr>
        </p:nvGraphicFramePr>
        <p:xfrm>
          <a:off x="4648200" y="2627178"/>
          <a:ext cx="4407310" cy="228034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881462">
                  <a:extLst>
                    <a:ext uri="{9D8B030D-6E8A-4147-A177-3AD203B41FA5}">
                      <a16:colId xmlns:a16="http://schemas.microsoft.com/office/drawing/2014/main" val="1717908629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55919736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36315876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167157807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37286103"/>
                    </a:ext>
                  </a:extLst>
                </a:gridCol>
              </a:tblGrid>
              <a:tr h="622083">
                <a:tc>
                  <a:txBody>
                    <a:bodyPr/>
                    <a:lstStyle/>
                    <a:p>
                      <a:pPr algn="ctr"/>
                      <a:r>
                        <a:rPr lang="en-US" sz="1300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Đơn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giá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EXW </a:t>
                      </a:r>
                      <a:r>
                        <a:rPr lang="en-US" sz="900" b="1" i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(USD/</a:t>
                      </a:r>
                      <a:r>
                        <a:rPr lang="en-US" sz="900" b="1" i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tấn</a:t>
                      </a:r>
                      <a:r>
                        <a:rPr lang="en-US" sz="900" b="1" i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Kế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hoạch</a:t>
                      </a:r>
                      <a:endParaRPr lang="en-US" b="1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Thực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tế</a:t>
                      </a:r>
                      <a:endParaRPr lang="en-US" b="1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+/-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%+/-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91827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rPET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ptos Narrow" panose="020B0004020202020204" pitchFamily="34" charset="0"/>
                        </a:rPr>
                        <a:t>$1,294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ptos Narrow" panose="020B0004020202020204" pitchFamily="34" charset="0"/>
                        </a:rPr>
                        <a:t>$1,224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-$70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-5.42%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3171756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20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err="1">
                          <a:latin typeface="Aptos Narrow" panose="020B0004020202020204" pitchFamily="34" charset="0"/>
                        </a:rPr>
                        <a:t>thổi</a:t>
                      </a:r>
                      <a:endParaRPr lang="en-US" sz="120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ptos Narrow" panose="020B0004020202020204" pitchFamily="34" charset="0"/>
                        </a:rPr>
                        <a:t>$1,337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ptos Narrow" panose="020B0004020202020204" pitchFamily="34" charset="0"/>
                        </a:rPr>
                        <a:t>$1,010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-$327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-24.46%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7950092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err="1"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20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err="1">
                          <a:latin typeface="Aptos Narrow" panose="020B0004020202020204" pitchFamily="34" charset="0"/>
                        </a:rPr>
                        <a:t>ép</a:t>
                      </a:r>
                      <a:endParaRPr lang="en-US" sz="120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>
                          <a:latin typeface="Aptos Narrow" panose="020B0004020202020204" pitchFamily="34" charset="0"/>
                        </a:rPr>
                        <a:t>$834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>
                          <a:latin typeface="Aptos Narrow" panose="020B0004020202020204" pitchFamily="34" charset="0"/>
                        </a:rPr>
                        <a:t>$636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-$198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-23.71%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7803400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rPP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>
                          <a:latin typeface="Aptos Narrow" panose="020B0004020202020204" pitchFamily="34" charset="0"/>
                        </a:rPr>
                        <a:t>$885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solidFill>
                          <a:srgbClr val="FF0000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solidFill>
                          <a:srgbClr val="FF0000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1698325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Xơ</a:t>
                      </a:r>
                      <a:r>
                        <a:rPr lang="en-US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err="1">
                          <a:latin typeface="Aptos Narrow" panose="020B0004020202020204" pitchFamily="34" charset="0"/>
                        </a:rPr>
                        <a:t>sợi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ptos Narrow" panose="020B0004020202020204" pitchFamily="34" charset="0"/>
                        </a:rPr>
                        <a:t>$1,100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ptos Narrow" panose="020B0004020202020204" pitchFamily="34" charset="0"/>
                        </a:rPr>
                        <a:t>$631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-$469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-42.65%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600945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946A1DA1-D3A9-72AE-A2F3-FF400BC57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23549"/>
            <a:ext cx="9144000" cy="22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06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FDD3-7510-78FD-575E-2C825D4C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6F3F-20E5-63CB-1983-7C9780A4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67521" cy="348975"/>
          </a:xfrm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1600" b="1">
                <a:solidFill>
                  <a:schemeClr val="accent2">
                    <a:lumMod val="75000"/>
                  </a:schemeClr>
                </a:solidFill>
              </a:rPr>
              <a:t>BIẾN ĐỘNG DOANH THU THEO YẾU TỐ &amp; NGÀNH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8C975-1F6E-4A51-7B7D-8AA3948B7BFF}"/>
              </a:ext>
            </a:extLst>
          </p:cNvPr>
          <p:cNvSpPr txBox="1"/>
          <p:nvPr/>
        </p:nvSpPr>
        <p:spPr>
          <a:xfrm>
            <a:off x="-23521" y="4769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i="1">
                <a:latin typeface="Aptos Display" panose="020B0004020202020204" pitchFamily="34" charset="0"/>
              </a:rPr>
              <a:t>Tác </a:t>
            </a:r>
            <a:r>
              <a:rPr lang="en-US" sz="700" i="1" err="1">
                <a:latin typeface="Aptos Display" panose="020B0004020202020204" pitchFamily="34" charset="0"/>
              </a:rPr>
              <a:t>động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đang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tính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theo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nhóm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phẩm</a:t>
            </a:r>
            <a:r>
              <a:rPr lang="en-US" sz="700" i="1">
                <a:latin typeface="Aptos Display" panose="020B0004020202020204" pitchFamily="34" charset="0"/>
              </a:rPr>
              <a:t>.</a:t>
            </a:r>
            <a:endParaRPr lang="en-US" sz="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5D7C5D-5A6A-D1B0-D620-26D2AE47F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692"/>
            <a:ext cx="9144000" cy="451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793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C7B46-5433-74AF-79C5-EED6E3D5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BAB18-0938-5852-B406-5122DCBB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19" y="-6767"/>
            <a:ext cx="8460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BIẾN ĐỘNG 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LÃI GỘP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THEO YẾU TỐ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2327C9-F5D3-FC0B-7B66-80421CBFE746}"/>
              </a:ext>
            </a:extLst>
          </p:cNvPr>
          <p:cNvSpPr txBox="1"/>
          <p:nvPr/>
        </p:nvSpPr>
        <p:spPr>
          <a:xfrm>
            <a:off x="-23521" y="4770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Lãi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gộp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đơn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vị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= (Doanh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thu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EXW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trừ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cho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giá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vốn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kho</a:t>
            </a:r>
            <a:r>
              <a:rPr lang="en-US" sz="700" i="1">
                <a:latin typeface="Aptos Display" panose="020B0004020202020204" pitchFamily="34" charset="0"/>
              </a:rPr>
              <a:t>)/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lượng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bán</a:t>
            </a:r>
            <a:r>
              <a:rPr lang="en-US" sz="700" i="1">
                <a:latin typeface="Aptos Display" panose="020B0004020202020204" pitchFamily="34" charset="0"/>
              </a:rPr>
              <a:t>. </a:t>
            </a:r>
            <a:r>
              <a:rPr lang="en-US" sz="700" i="1" err="1">
                <a:latin typeface="Aptos Display" panose="020B0004020202020204" pitchFamily="34" charset="0"/>
              </a:rPr>
              <a:t>Tác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động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đang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tính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theo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nhóm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phẩm</a:t>
            </a:r>
            <a:r>
              <a:rPr lang="en-US" sz="700" i="1">
                <a:latin typeface="Aptos Display" panose="020B0004020202020204" pitchFamily="34" charset="0"/>
              </a:rPr>
              <a:t>. </a:t>
            </a:r>
            <a:r>
              <a:rPr lang="en-US" sz="700" i="1" err="1">
                <a:latin typeface="Aptos Display" panose="020B0004020202020204" pitchFamily="34" charset="0"/>
              </a:rPr>
              <a:t>Phần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ghi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chú</a:t>
            </a:r>
            <a:r>
              <a:rPr lang="en-US" sz="700" i="1">
                <a:latin typeface="Aptos Display" panose="020B0004020202020204" pitchFamily="34" charset="0"/>
              </a:rPr>
              <a:t> LG EXW (</a:t>
            </a:r>
            <a:r>
              <a:rPr lang="en-US" sz="700" i="1" err="1">
                <a:latin typeface="Aptos Display" panose="020B0004020202020204" pitchFamily="34" charset="0"/>
              </a:rPr>
              <a:t>tỷ</a:t>
            </a:r>
            <a:r>
              <a:rPr lang="en-US" sz="700" i="1">
                <a:latin typeface="Aptos Display" panose="020B0004020202020204" pitchFamily="34" charset="0"/>
              </a:rPr>
              <a:t> VND) </a:t>
            </a:r>
            <a:r>
              <a:rPr lang="en-US" sz="700" i="1" u="sng" err="1">
                <a:latin typeface="Aptos Display" panose="020B0004020202020204" pitchFamily="34" charset="0"/>
              </a:rPr>
              <a:t>đã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u="sng" err="1">
                <a:latin typeface="Aptos Display" panose="020B0004020202020204" pitchFamily="34" charset="0"/>
              </a:rPr>
              <a:t>loại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u="sng" err="1">
                <a:latin typeface="Aptos Display" panose="020B0004020202020204" pitchFamily="34" charset="0"/>
              </a:rPr>
              <a:t>trừ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phần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chênh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lệch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tỷ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giá</a:t>
            </a:r>
            <a:r>
              <a:rPr lang="en-US" sz="700" i="1">
                <a:latin typeface="Aptos Display" panose="020B0004020202020204" pitchFamily="34" charset="0"/>
              </a:rPr>
              <a:t>.</a:t>
            </a:r>
            <a:endParaRPr lang="en-US" sz="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529C3B-D9C4-EBFD-22BF-B11F8AD51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4723"/>
            <a:ext cx="9144000" cy="452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01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E1FFD-18F0-A905-24F8-1C93BB5BE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DB754C-E5FF-3F60-70E8-FEBE3F531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635290"/>
              </p:ext>
            </p:extLst>
          </p:nvPr>
        </p:nvGraphicFramePr>
        <p:xfrm>
          <a:off x="58194" y="46259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/>
                        <a:t>NGUYÊN NHÂN GỐC RỄ</a:t>
                      </a:r>
                    </a:p>
                    <a:p>
                      <a:pPr algn="ctr"/>
                      <a:endParaRPr lang="en-US" sz="1200" u="sng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Lợi </a:t>
                      </a:r>
                      <a:r>
                        <a:rPr lang="en-US" sz="1000" u="none" err="1"/>
                        <a:t>nhuận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sau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thuế</a:t>
                      </a:r>
                      <a:r>
                        <a:rPr lang="en-US" sz="1000" u="none"/>
                        <a:t> T11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000" b="1" u="none"/>
                        <a:t>-6.9/</a:t>
                      </a:r>
                      <a:r>
                        <a:rPr lang="en-US" sz="1000" u="none"/>
                        <a:t>18.9 </a:t>
                      </a:r>
                      <a:r>
                        <a:rPr lang="en-US" sz="1000" u="none" err="1"/>
                        <a:t>tỷ</a:t>
                      </a:r>
                      <a:r>
                        <a:rPr lang="en-US" sz="1000" u="none"/>
                        <a:t>. Nguyên </a:t>
                      </a:r>
                      <a:r>
                        <a:rPr lang="en-US" sz="1000" u="none" err="1"/>
                        <a:t>nhân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không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là</a:t>
                      </a:r>
                      <a:r>
                        <a:rPr lang="en-US" sz="1000" u="none"/>
                        <a:t> do: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950" u="none"/>
                        <a:t>+ </a:t>
                      </a:r>
                      <a:r>
                        <a:rPr lang="en-US" sz="950" u="none" err="1"/>
                        <a:t>Sản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lượng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bán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sản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phẩm</a:t>
                      </a:r>
                      <a:r>
                        <a:rPr lang="en-US" sz="950" u="none"/>
                        <a:t> chính </a:t>
                      </a:r>
                      <a:r>
                        <a:rPr lang="en-US" sz="950" u="none" err="1"/>
                        <a:t>đạt</a:t>
                      </a:r>
                      <a:r>
                        <a:rPr lang="en-US" sz="950" u="none"/>
                        <a:t> </a:t>
                      </a:r>
                      <a:r>
                        <a:rPr lang="en-US" sz="1000" b="1" u="none"/>
                        <a:t>2.51</a:t>
                      </a:r>
                      <a:r>
                        <a:rPr lang="en-US" sz="950" u="none"/>
                        <a:t>/5.97 </a:t>
                      </a:r>
                      <a:r>
                        <a:rPr lang="en-US" sz="950" u="none" err="1"/>
                        <a:t>ngàn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tấn</a:t>
                      </a:r>
                      <a:r>
                        <a:rPr lang="en-US" sz="950" u="none"/>
                        <a:t>: </a:t>
                      </a:r>
                      <a:r>
                        <a:rPr lang="en-US" sz="950" u="none" err="1"/>
                        <a:t>tác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động</a:t>
                      </a:r>
                      <a:r>
                        <a:rPr lang="en-US" sz="950" u="none"/>
                        <a:t> </a:t>
                      </a:r>
                      <a:r>
                        <a:rPr lang="en-US" sz="950" b="1" u="none" err="1"/>
                        <a:t>giảm</a:t>
                      </a:r>
                      <a:r>
                        <a:rPr lang="en-US" sz="950" b="1" u="none"/>
                        <a:t> 16.9 </a:t>
                      </a:r>
                      <a:r>
                        <a:rPr lang="en-US" sz="950" b="1" u="none" err="1"/>
                        <a:t>tỷ</a:t>
                      </a:r>
                      <a:endParaRPr lang="en-US" sz="950" b="1" u="none"/>
                    </a:p>
                    <a:p>
                      <a:pPr marL="0" indent="0" algn="l">
                        <a:buFontTx/>
                        <a:buNone/>
                      </a:pPr>
                      <a:endParaRPr lang="en-US" sz="950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u="none"/>
                        <a:t>+ </a:t>
                      </a:r>
                      <a:r>
                        <a:rPr lang="en-US" sz="950" b="1" u="none" err="1"/>
                        <a:t>Giá</a:t>
                      </a:r>
                      <a:r>
                        <a:rPr lang="en-US" sz="950" b="1" u="none"/>
                        <a:t> </a:t>
                      </a:r>
                      <a:r>
                        <a:rPr lang="en-US" sz="950" b="1" u="none" err="1"/>
                        <a:t>bán</a:t>
                      </a:r>
                      <a:r>
                        <a:rPr lang="en-US" sz="950" b="1" u="none"/>
                        <a:t> EXW </a:t>
                      </a:r>
                      <a:r>
                        <a:rPr lang="en-US" sz="950" b="1" u="none" err="1"/>
                        <a:t>trung</a:t>
                      </a:r>
                      <a:r>
                        <a:rPr lang="en-US" sz="950" b="1" u="none"/>
                        <a:t> </a:t>
                      </a:r>
                      <a:r>
                        <a:rPr lang="en-US" sz="950" b="1" u="none" err="1"/>
                        <a:t>bình</a:t>
                      </a:r>
                      <a:r>
                        <a:rPr lang="en-US" sz="950" b="1" u="none"/>
                        <a:t> </a:t>
                      </a:r>
                      <a:r>
                        <a:rPr lang="en-US" sz="950" b="1" u="none" err="1"/>
                        <a:t>rPET</a:t>
                      </a:r>
                      <a:r>
                        <a:rPr lang="en-US" sz="950" b="1" u="none"/>
                        <a:t> </a:t>
                      </a:r>
                      <a:r>
                        <a:rPr lang="en-US" sz="950" b="1" u="none" err="1"/>
                        <a:t>giảm</a:t>
                      </a:r>
                      <a:r>
                        <a:rPr lang="en-US" sz="950" u="none"/>
                        <a:t> (</a:t>
                      </a:r>
                      <a:r>
                        <a:rPr lang="en-US" sz="950" u="none" err="1"/>
                        <a:t>đạt</a:t>
                      </a:r>
                      <a:r>
                        <a:rPr lang="en-US" sz="950" u="none"/>
                        <a:t> $1,224/ton; Ngân </a:t>
                      </a:r>
                      <a:r>
                        <a:rPr lang="en-US" sz="950" u="none" err="1"/>
                        <a:t>sách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là</a:t>
                      </a:r>
                      <a:r>
                        <a:rPr lang="en-US" sz="950" u="none"/>
                        <a:t> $1,294/ton; tức -$70 ~ </a:t>
                      </a:r>
                      <a:r>
                        <a:rPr lang="en-US" sz="950" i="1" u="none"/>
                        <a:t>-5.4%</a:t>
                      </a:r>
                      <a:r>
                        <a:rPr lang="en-US" sz="950" u="none"/>
                        <a:t>): </a:t>
                      </a:r>
                      <a:r>
                        <a:rPr lang="en-US" sz="950" u="none" err="1"/>
                        <a:t>tác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động</a:t>
                      </a:r>
                      <a:r>
                        <a:rPr lang="en-US" sz="950" u="none"/>
                        <a:t> </a:t>
                      </a:r>
                      <a:r>
                        <a:rPr lang="en-US" sz="950" b="1" u="none" err="1"/>
                        <a:t>giảm</a:t>
                      </a:r>
                      <a:r>
                        <a:rPr lang="en-US" sz="950" b="1" u="none"/>
                        <a:t> 3 </a:t>
                      </a:r>
                      <a:r>
                        <a:rPr lang="en-US" sz="950" b="1" u="none" err="1"/>
                        <a:t>tỷ</a:t>
                      </a:r>
                      <a:r>
                        <a:rPr lang="en-US" sz="950" b="0" u="none"/>
                        <a:t>. </a:t>
                      </a:r>
                      <a:r>
                        <a:rPr lang="en-US" sz="950" b="0" i="1" u="none" err="1"/>
                        <a:t>Giá</a:t>
                      </a:r>
                      <a:r>
                        <a:rPr lang="en-US" sz="950" b="0" i="1" u="none"/>
                        <a:t> ICIS </a:t>
                      </a:r>
                      <a:r>
                        <a:rPr lang="en-US" sz="950" b="0" i="1" u="none" err="1"/>
                        <a:t>giảm</a:t>
                      </a:r>
                      <a:r>
                        <a:rPr lang="en-US" sz="950" b="0" i="1" u="none"/>
                        <a:t> </a:t>
                      </a:r>
                      <a:r>
                        <a:rPr lang="en-US" sz="950" b="0" i="1" u="none" err="1"/>
                        <a:t>dẫn</a:t>
                      </a:r>
                      <a:r>
                        <a:rPr lang="en-US" sz="950" b="0" i="1" u="none"/>
                        <a:t> </a:t>
                      </a:r>
                      <a:r>
                        <a:rPr lang="en-US" sz="950" b="0" i="1" u="none" err="1"/>
                        <a:t>tới</a:t>
                      </a:r>
                      <a:r>
                        <a:rPr lang="en-US" sz="950" b="0" i="1" u="none"/>
                        <a:t> </a:t>
                      </a:r>
                      <a:r>
                        <a:rPr lang="en-US" sz="950" b="0" i="1" u="none" err="1"/>
                        <a:t>giá</a:t>
                      </a:r>
                      <a:r>
                        <a:rPr lang="en-US" sz="950" b="0" i="1" u="none"/>
                        <a:t> </a:t>
                      </a:r>
                      <a:r>
                        <a:rPr lang="en-US" sz="950" b="0" i="1" u="none" err="1"/>
                        <a:t>bán</a:t>
                      </a:r>
                      <a:r>
                        <a:rPr lang="en-US" sz="950" b="0" i="1" u="none"/>
                        <a:t> </a:t>
                      </a:r>
                      <a:r>
                        <a:rPr lang="en-US" sz="950" b="0" i="1" u="none" err="1"/>
                        <a:t>cho</a:t>
                      </a:r>
                      <a:r>
                        <a:rPr lang="en-US" sz="950" b="0" i="1" u="none"/>
                        <a:t> Niagara </a:t>
                      </a:r>
                      <a:r>
                        <a:rPr lang="en-US" sz="950" b="0" i="1" u="none" err="1"/>
                        <a:t>giảm</a:t>
                      </a:r>
                      <a:r>
                        <a:rPr lang="en-US" sz="950" b="0" i="1" u="none"/>
                        <a:t> (</a:t>
                      </a:r>
                      <a:r>
                        <a:rPr lang="en-US" sz="950" b="0" i="1" u="none" err="1"/>
                        <a:t>đạt</a:t>
                      </a:r>
                      <a:r>
                        <a:rPr lang="en-US" sz="950" b="0" i="1" u="none"/>
                        <a:t> $1,166/ton; Ngân </a:t>
                      </a:r>
                      <a:r>
                        <a:rPr lang="en-US" sz="950" b="0" i="1" u="none" err="1"/>
                        <a:t>sách</a:t>
                      </a:r>
                      <a:r>
                        <a:rPr lang="en-US" sz="950" b="0" i="1" u="none"/>
                        <a:t> </a:t>
                      </a:r>
                      <a:r>
                        <a:rPr lang="en-US" sz="950" b="0" i="1" u="none" err="1"/>
                        <a:t>là</a:t>
                      </a:r>
                      <a:r>
                        <a:rPr lang="en-US" sz="950" b="0" i="1" u="none"/>
                        <a:t> $1,281/ton – Dthu EXW Niagara T11 chiếm 15.5% thực tế ngành PET)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950" b="0" i="1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u="none"/>
                        <a:t>+ </a:t>
                      </a:r>
                      <a:r>
                        <a:rPr lang="en-US" sz="950" b="1" u="none" err="1"/>
                        <a:t>Giá</a:t>
                      </a:r>
                      <a:r>
                        <a:rPr lang="en-US" sz="950" b="1" u="none"/>
                        <a:t> </a:t>
                      </a:r>
                      <a:r>
                        <a:rPr lang="en-US" sz="950" b="1" u="none" err="1"/>
                        <a:t>vốn</a:t>
                      </a:r>
                      <a:r>
                        <a:rPr lang="en-US" sz="950" b="1" u="none"/>
                        <a:t> </a:t>
                      </a:r>
                      <a:r>
                        <a:rPr lang="en-US" sz="950" b="1" u="none" err="1"/>
                        <a:t>đơn</a:t>
                      </a:r>
                      <a:r>
                        <a:rPr lang="en-US" sz="950" b="1" u="none"/>
                        <a:t> </a:t>
                      </a:r>
                      <a:r>
                        <a:rPr lang="en-US" sz="950" b="1" u="none" err="1"/>
                        <a:t>vị</a:t>
                      </a:r>
                      <a:r>
                        <a:rPr lang="en-US" sz="950" b="1" u="none"/>
                        <a:t> </a:t>
                      </a:r>
                      <a:r>
                        <a:rPr lang="en-US" sz="950" b="1" u="none" err="1"/>
                        <a:t>trung</a:t>
                      </a:r>
                      <a:r>
                        <a:rPr lang="en-US" sz="950" b="1" u="none"/>
                        <a:t> </a:t>
                      </a:r>
                      <a:r>
                        <a:rPr lang="en-US" sz="950" b="1" u="none" err="1"/>
                        <a:t>bình</a:t>
                      </a:r>
                      <a:r>
                        <a:rPr lang="en-US" sz="950" b="1" u="none"/>
                        <a:t> </a:t>
                      </a:r>
                      <a:r>
                        <a:rPr lang="en-US" sz="950" b="1" u="none" err="1"/>
                        <a:t>rPET</a:t>
                      </a:r>
                      <a:r>
                        <a:rPr lang="en-US" sz="950" b="1" u="none"/>
                        <a:t> </a:t>
                      </a:r>
                      <a:r>
                        <a:rPr lang="en-US" sz="950" b="1" u="none" err="1"/>
                        <a:t>tăng</a:t>
                      </a:r>
                      <a:r>
                        <a:rPr lang="en-US" sz="950" b="1" u="none"/>
                        <a:t>: </a:t>
                      </a:r>
                      <a:r>
                        <a:rPr lang="en-US" sz="950" u="none" err="1"/>
                        <a:t>tác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động</a:t>
                      </a:r>
                      <a:r>
                        <a:rPr lang="en-US" sz="950" u="none"/>
                        <a:t> </a:t>
                      </a:r>
                      <a:r>
                        <a:rPr lang="en-US" sz="950" b="1" u="none" err="1"/>
                        <a:t>giảm</a:t>
                      </a:r>
                      <a:r>
                        <a:rPr lang="en-US" sz="950" b="1" u="none"/>
                        <a:t> 4.3 </a:t>
                      </a:r>
                      <a:r>
                        <a:rPr lang="en-US" sz="950" b="1" u="none" err="1"/>
                        <a:t>tỷ</a:t>
                      </a:r>
                      <a:r>
                        <a:rPr lang="en-US" sz="950" b="0" u="none"/>
                        <a:t>. </a:t>
                      </a:r>
                      <a:r>
                        <a:rPr lang="en-US" sz="950" b="0" u="none" err="1"/>
                        <a:t>Giá</a:t>
                      </a:r>
                      <a:r>
                        <a:rPr lang="en-US" sz="950" b="0" u="none"/>
                        <a:t> </a:t>
                      </a:r>
                      <a:r>
                        <a:rPr lang="en-US" sz="950" b="0" u="none" err="1"/>
                        <a:t>mua</a:t>
                      </a:r>
                      <a:r>
                        <a:rPr lang="en-US" sz="950" b="0" u="none"/>
                        <a:t> chai/</a:t>
                      </a:r>
                      <a:r>
                        <a:rPr lang="en-US" sz="950" b="0" u="none" err="1"/>
                        <a:t>vảy</a:t>
                      </a:r>
                      <a:r>
                        <a:rPr lang="en-US" sz="950" b="0" u="none"/>
                        <a:t> T11 có xu hướng giảm từ T09 nhưng thực tế vẫn còn Hàng tồn kho giá cao.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950" b="0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0" u="none"/>
                        <a:t>+ Ghi nhận chi phí tư vấn ADD châu Âu: tác động </a:t>
                      </a:r>
                      <a:r>
                        <a:rPr lang="en-US" sz="950" b="1" u="none"/>
                        <a:t>giảm 1.26 tỷ.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en-US" sz="1000" b="0" i="1" u="none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Số</a:t>
                      </a: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liệu</a:t>
                      </a: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tác</a:t>
                      </a: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động</a:t>
                      </a: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đã</a:t>
                      </a: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tính</a:t>
                      </a: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thuế</a:t>
                      </a: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TNDN)</a:t>
                      </a:r>
                      <a:endParaRPr lang="en-US" sz="1000" b="0" i="0" u="none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EFDE5E7-7896-7282-4466-39062B15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143999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GIẢI TRÌNH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0D84FB5-511B-8165-6333-DC95CA4A2E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0965824"/>
              </p:ext>
            </p:extLst>
          </p:nvPr>
        </p:nvGraphicFramePr>
        <p:xfrm>
          <a:off x="58195" y="69491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417B495-6270-A9AF-8058-B3675D531042}"/>
              </a:ext>
            </a:extLst>
          </p:cNvPr>
          <p:cNvSpPr/>
          <p:nvPr/>
        </p:nvSpPr>
        <p:spPr>
          <a:xfrm>
            <a:off x="58195" y="47655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LỢI NHUẬN SAU THUẾ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6A6C04-91EA-C523-DE43-9E8DF5124EE7}"/>
              </a:ext>
            </a:extLst>
          </p:cNvPr>
          <p:cNvSpPr/>
          <p:nvPr/>
        </p:nvSpPr>
        <p:spPr>
          <a:xfrm>
            <a:off x="58195" y="2583611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LỢI NHUẬN SAU THUẾ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A5D34DAE-E6F6-848C-1C73-CCFD3D0F5F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2473250"/>
              </p:ext>
            </p:extLst>
          </p:nvPr>
        </p:nvGraphicFramePr>
        <p:xfrm>
          <a:off x="20094" y="280169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88B3D74-C421-7BFA-EDEC-F96FB195D97E}"/>
              </a:ext>
            </a:extLst>
          </p:cNvPr>
          <p:cNvSpPr txBox="1"/>
          <p:nvPr/>
        </p:nvSpPr>
        <p:spPr>
          <a:xfrm>
            <a:off x="5896612" y="47526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4C7409-5B55-B71A-252B-5D90B1EF90D3}"/>
              </a:ext>
            </a:extLst>
          </p:cNvPr>
          <p:cNvSpPr txBox="1"/>
          <p:nvPr/>
        </p:nvSpPr>
        <p:spPr>
          <a:xfrm>
            <a:off x="5896613" y="259276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3039711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AFA9-8F67-7E7E-1CC8-EA981403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575D6F-00C9-D84C-4D8E-1735DF919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884"/>
            <a:ext cx="9144000" cy="44697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6799AB-999F-4AFF-78C8-117DA812F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BIẾN ĐỘNG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77969E-C334-2E79-2350-BE227F7F594D}"/>
              </a:ext>
            </a:extLst>
          </p:cNvPr>
          <p:cNvSpPr/>
          <p:nvPr/>
        </p:nvSpPr>
        <p:spPr>
          <a:xfrm>
            <a:off x="1010816" y="559557"/>
            <a:ext cx="730044" cy="3766783"/>
          </a:xfrm>
          <a:prstGeom prst="roundRect">
            <a:avLst/>
          </a:prstGeom>
          <a:noFill/>
          <a:ln w="28575">
            <a:solidFill>
              <a:srgbClr val="BE345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8D789-AB75-CE1E-6AB8-BADB2A74196E}"/>
              </a:ext>
            </a:extLst>
          </p:cNvPr>
          <p:cNvSpPr txBox="1"/>
          <p:nvPr/>
        </p:nvSpPr>
        <p:spPr>
          <a:xfrm>
            <a:off x="-23521" y="4769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i="1">
                <a:latin typeface="Aptos Display" panose="020B0004020202020204" pitchFamily="34" charset="0"/>
              </a:rPr>
              <a:t>LG EXW 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= Doanh thu thuần trừ cho các biến phí bán hàng (chi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phí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khẩu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chi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phí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thuê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xe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hoa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hồng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và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pallet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hàng) và Giá vốn hàng bán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762985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3D81-70D2-7F9F-B75C-EA1654DF0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7BFE-815C-615F-B644-76B304CE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26329" cy="395111"/>
          </a:xfrm>
        </p:spPr>
        <p:txBody>
          <a:bodyPr/>
          <a:lstStyle/>
          <a:p>
            <a:pPr algn="ctr"/>
            <a:r>
              <a:rPr lang="en-US" sz="1800" b="1">
                <a:solidFill>
                  <a:srgbClr val="119303"/>
                </a:solidFill>
              </a:rPr>
              <a:t>3.2. CHI PHÍ – </a:t>
            </a:r>
            <a:r>
              <a:rPr lang="en-US" sz="1800" b="1">
                <a:solidFill>
                  <a:schemeClr val="accent2">
                    <a:lumMod val="75000"/>
                  </a:schemeClr>
                </a:solidFill>
              </a:rPr>
              <a:t>TỔNG CHI PHÍ TRONG THÁNG 11 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800" i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1E2252-842F-B8CD-C22C-65CAF6EF6E09}"/>
              </a:ext>
            </a:extLst>
          </p:cNvPr>
          <p:cNvSpPr txBox="1"/>
          <p:nvPr/>
        </p:nvSpPr>
        <p:spPr>
          <a:xfrm>
            <a:off x="-54593" y="4734539"/>
            <a:ext cx="6503159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35DE79-1C78-D0E9-8B55-633C4CD34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671" y="268932"/>
            <a:ext cx="9144000" cy="466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78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4431-5FCB-FAC0-41C8-6F19602E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5962-D058-F07F-DC04-EFA665BB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4596"/>
            <a:ext cx="9143999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CHI PHÍ TRÊN TẤN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tấn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F8070A-2677-CD62-FB02-8A44843F1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0515"/>
            <a:ext cx="9144000" cy="454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82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A4B8-CE3A-010D-D81A-D65D79E0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6372-A22E-C300-03BE-857E8667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44000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TỶ TRỌNG CHI PHÍ TRÊN TẤN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C768AE-0630-0C02-F5F4-4CAC7859D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3072"/>
            <a:ext cx="9144000" cy="427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9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B6FAC-1F56-D86C-172B-14C75A2A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65CEFF-EC41-A226-7607-B551F4DCD2E1}"/>
              </a:ext>
            </a:extLst>
          </p:cNvPr>
          <p:cNvSpPr/>
          <p:nvPr/>
        </p:nvSpPr>
        <p:spPr>
          <a:xfrm>
            <a:off x="0" y="4490571"/>
            <a:ext cx="9144000" cy="4031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chai B1 </a:t>
            </a:r>
            <a:r>
              <a:rPr lang="en-US" sz="1000" b="1" err="1">
                <a:solidFill>
                  <a:schemeClr val="tx1"/>
                </a:solidFill>
              </a:rPr>
              <a:t>tăng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từ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đầu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năm</a:t>
            </a:r>
            <a:r>
              <a:rPr lang="en-US" sz="1000">
                <a:solidFill>
                  <a:schemeClr val="tx1"/>
                </a:solidFill>
              </a:rPr>
              <a:t> nhưng </a:t>
            </a:r>
            <a:r>
              <a:rPr lang="en-US" sz="1000" err="1">
                <a:solidFill>
                  <a:schemeClr val="tx1"/>
                </a:solidFill>
              </a:rPr>
              <a:t>đã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giảm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lại</a:t>
            </a:r>
            <a:r>
              <a:rPr lang="en-US" sz="1000">
                <a:solidFill>
                  <a:schemeClr val="tx1"/>
                </a:solidFill>
              </a:rPr>
              <a:t> từ T08, </a:t>
            </a:r>
            <a:r>
              <a:rPr lang="en-US" sz="1000" b="1" err="1">
                <a:solidFill>
                  <a:schemeClr val="tx1"/>
                </a:solidFill>
              </a:rPr>
              <a:t>trung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bình</a:t>
            </a:r>
            <a:r>
              <a:rPr lang="en-US" sz="1000" b="1">
                <a:solidFill>
                  <a:schemeClr val="tx1"/>
                </a:solidFill>
              </a:rPr>
              <a:t> T11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14,872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17,400 đ/kg ~ </a:t>
            </a:r>
            <a:r>
              <a:rPr lang="en-US" sz="1000" i="1">
                <a:solidFill>
                  <a:schemeClr val="tx1"/>
                </a:solidFill>
              </a:rPr>
              <a:t>-2,528 đ/kg; -14.5%</a:t>
            </a:r>
            <a:r>
              <a:rPr lang="en-US" sz="1000">
                <a:solidFill>
                  <a:schemeClr val="tx1"/>
                </a:solidFill>
              </a:rPr>
              <a:t>). 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T11,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B1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17,597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17,213 đ/kg ~ </a:t>
            </a:r>
            <a:r>
              <a:rPr lang="en-US" sz="1000" i="1">
                <a:solidFill>
                  <a:schemeClr val="tx1"/>
                </a:solidFill>
              </a:rPr>
              <a:t>+384 đ/kg; +2.2%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58BC5-3373-4576-436B-0280D68C57A8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19E5DA-18D9-3147-64AD-EDD92E484021}"/>
              </a:ext>
            </a:extLst>
          </p:cNvPr>
          <p:cNvSpPr/>
          <p:nvPr/>
        </p:nvSpPr>
        <p:spPr>
          <a:xfrm>
            <a:off x="9208990" y="1152888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16/12/25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573F3E-9544-2CA5-C8E1-028CBFABB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778"/>
            <a:ext cx="9144000" cy="421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28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DAED6E-468F-A7BD-636D-B6B94CBDCE90}"/>
              </a:ext>
            </a:extLst>
          </p:cNvPr>
          <p:cNvSpPr/>
          <p:nvPr/>
        </p:nvSpPr>
        <p:spPr>
          <a:xfrm>
            <a:off x="0" y="4480790"/>
            <a:ext cx="9144000" cy="428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Vảy</a:t>
            </a:r>
            <a:r>
              <a:rPr lang="en-US" sz="1000" b="1">
                <a:solidFill>
                  <a:schemeClr val="tx1"/>
                </a:solidFill>
              </a:rPr>
              <a:t> B1 tăng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từ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đầu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năm</a:t>
            </a:r>
            <a:r>
              <a:rPr lang="en-US" sz="1000">
                <a:solidFill>
                  <a:schemeClr val="tx1"/>
                </a:solidFill>
              </a:rPr>
              <a:t> nhưng </a:t>
            </a:r>
            <a:r>
              <a:rPr lang="en-US" sz="1000" err="1">
                <a:solidFill>
                  <a:schemeClr val="tx1"/>
                </a:solidFill>
              </a:rPr>
              <a:t>đã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giảm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lại</a:t>
            </a:r>
            <a:r>
              <a:rPr lang="en-US" sz="1000">
                <a:solidFill>
                  <a:schemeClr val="tx1"/>
                </a:solidFill>
              </a:rPr>
              <a:t> từ T08, </a:t>
            </a:r>
            <a:r>
              <a:rPr lang="en-US" sz="1000" b="1" err="1">
                <a:solidFill>
                  <a:schemeClr val="tx1"/>
                </a:solidFill>
              </a:rPr>
              <a:t>đạt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trung</a:t>
            </a:r>
            <a:r>
              <a:rPr lang="en-US" sz="1000" b="1">
                <a:solidFill>
                  <a:schemeClr val="tx1"/>
                </a:solidFill>
              </a:rPr>
              <a:t> bìnhT11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15,748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19,300 đ/kg ~ </a:t>
            </a:r>
            <a:r>
              <a:rPr lang="en-US" sz="1000" i="1">
                <a:solidFill>
                  <a:schemeClr val="tx1"/>
                </a:solidFill>
              </a:rPr>
              <a:t>-3,552 đ/kg; -18.4%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T10,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Vảy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19,042</a:t>
            </a:r>
            <a:r>
              <a:rPr lang="en-US" sz="1000">
                <a:solidFill>
                  <a:schemeClr val="tx1"/>
                </a:solidFill>
              </a:rPr>
              <a:t> đ/kg 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19,133 đ/kg ~ </a:t>
            </a:r>
            <a:r>
              <a:rPr lang="en-US" sz="1000" i="1">
                <a:solidFill>
                  <a:schemeClr val="tx1"/>
                </a:solidFill>
              </a:rPr>
              <a:t>-91 đ/kg; -0.47%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16480B-76E8-2CA7-FA98-9974A68CEA81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ED3F55-C554-FD72-4154-22A4412DC715}"/>
              </a:ext>
            </a:extLst>
          </p:cNvPr>
          <p:cNvSpPr/>
          <p:nvPr/>
        </p:nvSpPr>
        <p:spPr>
          <a:xfrm>
            <a:off x="9285530" y="947498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16/12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039879-D823-C443-B1FD-C0F9148AD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499"/>
            <a:ext cx="9144000" cy="418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09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C1857-6F0B-7376-C9F1-0A030AE5A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CD5CEB3-97F0-39C9-0F30-8387B4D02B67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ĐƠN GIÁ ĐIỆN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/kwh)</a:t>
            </a:r>
            <a:endParaRPr lang="en-US" sz="2000" i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3BF945-D386-1EAF-4A93-88CC523BA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4483"/>
            <a:ext cx="9144000" cy="454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91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0F42D-3B7F-48EE-08D3-FABD9A01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37A9566-84CF-FBFE-1A57-9C1983CB30E8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CHỈ TIÊU TRÊN TẤN THÀNH PHẨM</a:t>
            </a:r>
            <a:endParaRPr lang="en-US" sz="2000" i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9ECF8-BCB5-6FA8-877C-BBC104033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2473"/>
            <a:ext cx="9144000" cy="453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43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6AA78-6AB8-D053-B719-894A49D6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1D2FACB-AB93-6054-9B35-DD18DEF57CF0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CHI PHÍ LƯƠNG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2000" i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3B600A-03BB-3631-5E5E-D9DA45512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792"/>
            <a:ext cx="9144000" cy="453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29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57EC2-FBBC-37A0-23E3-10D38A6B4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6839EA4-D1DC-33AD-735F-4432DB2DFCA4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CHI PHÍ LƯƠNG/TẤN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tấn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2000" i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0D2887-AA49-0CAA-58AB-F9D65D725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6321"/>
            <a:ext cx="9144000" cy="451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37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5373-5D56-01B8-436D-42E726B3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94AADFA-2C04-CB0C-1990-7E170ED72408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SỐ NHÂN VIÊN THEO BỘ PHẬN</a:t>
            </a:r>
            <a:endParaRPr lang="en-US" sz="2000" i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1C9A82-35B8-0C17-F45A-541D1CF89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2726"/>
            <a:ext cx="9144000" cy="450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38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E0265-9204-FE3C-1167-B5B232941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DB6611-E9E3-4E94-60DD-B3C8D9A4A09C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%TỶ LỆ HAO HỤT – SẢN LƯỢNG</a:t>
            </a:r>
            <a:endParaRPr lang="en-US" sz="2000" i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108D6-802A-45CE-8198-3A85F189DB74}"/>
              </a:ext>
            </a:extLst>
          </p:cNvPr>
          <p:cNvSpPr txBox="1"/>
          <p:nvPr/>
        </p:nvSpPr>
        <p:spPr>
          <a:xfrm>
            <a:off x="-1" y="4725258"/>
            <a:ext cx="282157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u="sng" err="1">
                <a:solidFill>
                  <a:schemeClr val="bg1">
                    <a:lumMod val="50000"/>
                  </a:schemeClr>
                </a:solidFill>
              </a:rPr>
              <a:t>Ghi</a:t>
            </a:r>
            <a:r>
              <a:rPr lang="en-US" sz="700" i="1" u="sng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700" i="1" u="sng" err="1">
                <a:solidFill>
                  <a:schemeClr val="bg1">
                    <a:lumMod val="50000"/>
                  </a:schemeClr>
                </a:solidFill>
              </a:rPr>
              <a:t>chú</a:t>
            </a:r>
            <a:r>
              <a:rPr lang="en-US" sz="700" i="1" u="sng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US" sz="700" i="1" err="1">
                <a:solidFill>
                  <a:schemeClr val="bg1">
                    <a:lumMod val="50000"/>
                  </a:schemeClr>
                </a:solidFill>
              </a:rPr>
              <a:t>ước</a:t>
            </a:r>
            <a:r>
              <a:rPr lang="en-US" sz="700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700" i="1" err="1">
                <a:solidFill>
                  <a:schemeClr val="bg1">
                    <a:lumMod val="50000"/>
                  </a:schemeClr>
                </a:solidFill>
              </a:rPr>
              <a:t>tính</a:t>
            </a:r>
            <a:r>
              <a:rPr lang="en-US" sz="700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700" i="1" err="1">
                <a:solidFill>
                  <a:schemeClr val="bg1">
                    <a:lumMod val="50000"/>
                  </a:schemeClr>
                </a:solidFill>
              </a:rPr>
              <a:t>phó</a:t>
            </a:r>
            <a:r>
              <a:rPr lang="en-US" sz="700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700" i="1" err="1">
                <a:solidFill>
                  <a:schemeClr val="bg1">
                    <a:lumMod val="50000"/>
                  </a:schemeClr>
                </a:solidFill>
              </a:rPr>
              <a:t>sản</a:t>
            </a:r>
            <a:r>
              <a:rPr lang="en-US" sz="700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700" i="1" err="1">
                <a:solidFill>
                  <a:schemeClr val="bg1">
                    <a:lumMod val="50000"/>
                  </a:schemeClr>
                </a:solidFill>
              </a:rPr>
              <a:t>tiếp</a:t>
            </a:r>
            <a:r>
              <a:rPr lang="en-US" sz="700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700" i="1" err="1">
                <a:solidFill>
                  <a:schemeClr val="bg1">
                    <a:lumMod val="50000"/>
                  </a:schemeClr>
                </a:solidFill>
              </a:rPr>
              <a:t>tục</a:t>
            </a:r>
            <a:r>
              <a:rPr lang="en-US" sz="700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700" i="1" err="1">
                <a:solidFill>
                  <a:schemeClr val="bg1">
                    <a:lumMod val="50000"/>
                  </a:schemeClr>
                </a:solidFill>
              </a:rPr>
              <a:t>làm</a:t>
            </a:r>
            <a:r>
              <a:rPr lang="en-US" sz="700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700" i="1" err="1">
                <a:solidFill>
                  <a:schemeClr val="bg1">
                    <a:lumMod val="50000"/>
                  </a:schemeClr>
                </a:solidFill>
              </a:rPr>
              <a:t>công</a:t>
            </a:r>
            <a:r>
              <a:rPr lang="en-US" sz="700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700" i="1" err="1">
                <a:solidFill>
                  <a:schemeClr val="bg1">
                    <a:lumMod val="50000"/>
                  </a:schemeClr>
                </a:solidFill>
              </a:rPr>
              <a:t>đoạn</a:t>
            </a:r>
            <a:r>
              <a:rPr lang="en-US" sz="700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700" i="1" err="1">
                <a:solidFill>
                  <a:schemeClr val="bg1">
                    <a:lumMod val="50000"/>
                  </a:schemeClr>
                </a:solidFill>
              </a:rPr>
              <a:t>tiếp</a:t>
            </a:r>
            <a:r>
              <a:rPr lang="en-US" sz="700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700" i="1" err="1">
                <a:solidFill>
                  <a:schemeClr val="bg1">
                    <a:lumMod val="50000"/>
                  </a:schemeClr>
                </a:solidFill>
              </a:rPr>
              <a:t>theo</a:t>
            </a:r>
            <a:endParaRPr lang="en-US" sz="700" i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2773BF-9C55-29EC-5857-6C77020F7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2583"/>
            <a:ext cx="9144000" cy="437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735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26FAFC-8C7B-64A9-F74B-A3039F971874}"/>
              </a:ext>
            </a:extLst>
          </p:cNvPr>
          <p:cNvSpPr/>
          <p:nvPr/>
        </p:nvSpPr>
        <p:spPr>
          <a:xfrm>
            <a:off x="0" y="4118274"/>
            <a:ext cx="9144000" cy="68705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>
                <a:solidFill>
                  <a:schemeClr val="tx1"/>
                </a:solidFill>
              </a:rPr>
              <a:t>Giải thích:</a:t>
            </a:r>
          </a:p>
          <a:p>
            <a:r>
              <a:rPr lang="vi-VN">
                <a:solidFill>
                  <a:schemeClr val="tx1"/>
                </a:solidFill>
              </a:rPr>
              <a:t>- </a:t>
            </a:r>
            <a:r>
              <a:rPr lang="en-US" err="1">
                <a:solidFill>
                  <a:schemeClr val="tx1"/>
                </a:solidFill>
              </a:rPr>
              <a:t>Tháng</a:t>
            </a:r>
            <a:r>
              <a:rPr lang="en-US">
                <a:solidFill>
                  <a:schemeClr val="tx1"/>
                </a:solidFill>
              </a:rPr>
              <a:t> 8-10, vẫn có những container xuất bán cho Suntory Bắc Ninh bằng đường bộ nên chi phí còn cao.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E3E43-2EB7-35C4-B710-23AF991DCF2D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CƯỚC VẬN CHUYỂN NỘI ĐỊA</a:t>
            </a:r>
            <a:endParaRPr 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E21365-8E4D-6893-2F98-19DA57DBB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2583"/>
            <a:ext cx="9144000" cy="346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04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01C2E-FEC6-9F6D-9C60-EDC3135D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496D8A-4AB1-024B-2110-6F7C03065214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CƯỚC TÀU</a:t>
            </a:r>
            <a:endParaRPr lang="en-US" sz="2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EFAD8-E5B5-33CE-26F2-3054EA322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4366"/>
            <a:ext cx="9144000" cy="409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79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C8F84-ADF0-6867-BA61-177E9C2ED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5039040-2CA4-4DB2-C986-24CD5EF3F5EF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3.3</a:t>
            </a:r>
            <a:r>
              <a:rPr lang="vi-VN" sz="2000" b="1">
                <a:solidFill>
                  <a:srgbClr val="119303"/>
                </a:solidFill>
              </a:rPr>
              <a:t>. KẾ HOẠCH HÀNH ĐỘNG </a:t>
            </a:r>
            <a:r>
              <a:rPr lang="en-US" sz="2000" b="1">
                <a:solidFill>
                  <a:srgbClr val="119303"/>
                </a:solidFill>
              </a:rPr>
              <a:t>– 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GIÁ TRỊ CẢI TIẾN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11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 THÁNG ĐẦU NĂM</a:t>
            </a:r>
            <a:endParaRPr lang="en-US" sz="2000" i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D2EB87-4454-DFED-AE7E-01577F63F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571074"/>
              </p:ext>
            </p:extLst>
          </p:nvPr>
        </p:nvGraphicFramePr>
        <p:xfrm>
          <a:off x="35337" y="530082"/>
          <a:ext cx="5983325" cy="1464110"/>
        </p:xfrm>
        <a:graphic>
          <a:graphicData uri="http://schemas.openxmlformats.org/drawingml/2006/table">
            <a:tbl>
              <a:tblPr>
                <a:tableStyleId>{6A077030-E235-474E-B3E8-3EB61F41259E}</a:tableStyleId>
              </a:tblPr>
              <a:tblGrid>
                <a:gridCol w="408474">
                  <a:extLst>
                    <a:ext uri="{9D8B030D-6E8A-4147-A177-3AD203B41FA5}">
                      <a16:colId xmlns:a16="http://schemas.microsoft.com/office/drawing/2014/main" val="536542625"/>
                    </a:ext>
                  </a:extLst>
                </a:gridCol>
                <a:gridCol w="4552569">
                  <a:extLst>
                    <a:ext uri="{9D8B030D-6E8A-4147-A177-3AD203B41FA5}">
                      <a16:colId xmlns:a16="http://schemas.microsoft.com/office/drawing/2014/main" val="2931250246"/>
                    </a:ext>
                  </a:extLst>
                </a:gridCol>
                <a:gridCol w="1022282">
                  <a:extLst>
                    <a:ext uri="{9D8B030D-6E8A-4147-A177-3AD203B41FA5}">
                      <a16:colId xmlns:a16="http://schemas.microsoft.com/office/drawing/2014/main" val="56905692"/>
                    </a:ext>
                  </a:extLst>
                </a:gridCol>
              </a:tblGrid>
              <a:tr h="333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STT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err="1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Nội</a:t>
                      </a:r>
                      <a:r>
                        <a:rPr lang="en-US" sz="1300" b="1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dung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err="1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300" b="1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4536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1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Mục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tiêu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cải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tiến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2025 (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tỷ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50,000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0492500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2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%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Mục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tiêu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/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doanh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thu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2025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2.4%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3351141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3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thực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hiện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lũy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kế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đến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T10/2025 (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tỷ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37,323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7392740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4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%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thực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hiện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/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doanh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thu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2.6%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7659080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5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Đến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10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tỷ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lệ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%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hoàn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thành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mục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tiêu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2025: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74.6%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924170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BB7BB0-CADD-AB4E-4E66-F0C62B85A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573166"/>
              </p:ext>
            </p:extLst>
          </p:nvPr>
        </p:nvGraphicFramePr>
        <p:xfrm>
          <a:off x="35337" y="2223606"/>
          <a:ext cx="9102883" cy="2486943"/>
        </p:xfrm>
        <a:graphic>
          <a:graphicData uri="http://schemas.openxmlformats.org/drawingml/2006/table">
            <a:tbl>
              <a:tblPr/>
              <a:tblGrid>
                <a:gridCol w="205558">
                  <a:extLst>
                    <a:ext uri="{9D8B030D-6E8A-4147-A177-3AD203B41FA5}">
                      <a16:colId xmlns:a16="http://schemas.microsoft.com/office/drawing/2014/main" val="2190533613"/>
                    </a:ext>
                  </a:extLst>
                </a:gridCol>
                <a:gridCol w="1703911">
                  <a:extLst>
                    <a:ext uri="{9D8B030D-6E8A-4147-A177-3AD203B41FA5}">
                      <a16:colId xmlns:a16="http://schemas.microsoft.com/office/drawing/2014/main" val="1205506433"/>
                    </a:ext>
                  </a:extLst>
                </a:gridCol>
                <a:gridCol w="496887">
                  <a:extLst>
                    <a:ext uri="{9D8B030D-6E8A-4147-A177-3AD203B41FA5}">
                      <a16:colId xmlns:a16="http://schemas.microsoft.com/office/drawing/2014/main" val="1774894779"/>
                    </a:ext>
                  </a:extLst>
                </a:gridCol>
                <a:gridCol w="604837">
                  <a:extLst>
                    <a:ext uri="{9D8B030D-6E8A-4147-A177-3AD203B41FA5}">
                      <a16:colId xmlns:a16="http://schemas.microsoft.com/office/drawing/2014/main" val="2746590539"/>
                    </a:ext>
                  </a:extLst>
                </a:gridCol>
                <a:gridCol w="573947">
                  <a:extLst>
                    <a:ext uri="{9D8B030D-6E8A-4147-A177-3AD203B41FA5}">
                      <a16:colId xmlns:a16="http://schemas.microsoft.com/office/drawing/2014/main" val="721843985"/>
                    </a:ext>
                  </a:extLst>
                </a:gridCol>
                <a:gridCol w="475983">
                  <a:extLst>
                    <a:ext uri="{9D8B030D-6E8A-4147-A177-3AD203B41FA5}">
                      <a16:colId xmlns:a16="http://schemas.microsoft.com/office/drawing/2014/main" val="2383482243"/>
                    </a:ext>
                  </a:extLst>
                </a:gridCol>
                <a:gridCol w="504176">
                  <a:extLst>
                    <a:ext uri="{9D8B030D-6E8A-4147-A177-3AD203B41FA5}">
                      <a16:colId xmlns:a16="http://schemas.microsoft.com/office/drawing/2014/main" val="3478345667"/>
                    </a:ext>
                  </a:extLst>
                </a:gridCol>
                <a:gridCol w="504176">
                  <a:extLst>
                    <a:ext uri="{9D8B030D-6E8A-4147-A177-3AD203B41FA5}">
                      <a16:colId xmlns:a16="http://schemas.microsoft.com/office/drawing/2014/main" val="176113189"/>
                    </a:ext>
                  </a:extLst>
                </a:gridCol>
                <a:gridCol w="504176">
                  <a:extLst>
                    <a:ext uri="{9D8B030D-6E8A-4147-A177-3AD203B41FA5}">
                      <a16:colId xmlns:a16="http://schemas.microsoft.com/office/drawing/2014/main" val="1848105192"/>
                    </a:ext>
                  </a:extLst>
                </a:gridCol>
                <a:gridCol w="504176">
                  <a:extLst>
                    <a:ext uri="{9D8B030D-6E8A-4147-A177-3AD203B41FA5}">
                      <a16:colId xmlns:a16="http://schemas.microsoft.com/office/drawing/2014/main" val="3351964617"/>
                    </a:ext>
                  </a:extLst>
                </a:gridCol>
                <a:gridCol w="504176">
                  <a:extLst>
                    <a:ext uri="{9D8B030D-6E8A-4147-A177-3AD203B41FA5}">
                      <a16:colId xmlns:a16="http://schemas.microsoft.com/office/drawing/2014/main" val="2890988335"/>
                    </a:ext>
                  </a:extLst>
                </a:gridCol>
                <a:gridCol w="504176">
                  <a:extLst>
                    <a:ext uri="{9D8B030D-6E8A-4147-A177-3AD203B41FA5}">
                      <a16:colId xmlns:a16="http://schemas.microsoft.com/office/drawing/2014/main" val="4227921369"/>
                    </a:ext>
                  </a:extLst>
                </a:gridCol>
                <a:gridCol w="504176">
                  <a:extLst>
                    <a:ext uri="{9D8B030D-6E8A-4147-A177-3AD203B41FA5}">
                      <a16:colId xmlns:a16="http://schemas.microsoft.com/office/drawing/2014/main" val="3781636684"/>
                    </a:ext>
                  </a:extLst>
                </a:gridCol>
                <a:gridCol w="504176">
                  <a:extLst>
                    <a:ext uri="{9D8B030D-6E8A-4147-A177-3AD203B41FA5}">
                      <a16:colId xmlns:a16="http://schemas.microsoft.com/office/drawing/2014/main" val="221502697"/>
                    </a:ext>
                  </a:extLst>
                </a:gridCol>
                <a:gridCol w="504176">
                  <a:extLst>
                    <a:ext uri="{9D8B030D-6E8A-4147-A177-3AD203B41FA5}">
                      <a16:colId xmlns:a16="http://schemas.microsoft.com/office/drawing/2014/main" val="2262579697"/>
                    </a:ext>
                  </a:extLst>
                </a:gridCol>
                <a:gridCol w="504176">
                  <a:extLst>
                    <a:ext uri="{9D8B030D-6E8A-4147-A177-3AD203B41FA5}">
                      <a16:colId xmlns:a16="http://schemas.microsoft.com/office/drawing/2014/main" val="1851265406"/>
                    </a:ext>
                  </a:extLst>
                </a:gridCol>
              </a:tblGrid>
              <a:tr h="4179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err="1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Diễn</a:t>
                      </a: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1" i="0" u="none" strike="noStrike" err="1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giải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2023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LŨY KẾ</a:t>
                      </a:r>
                    </a:p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marL="5260" marR="5260" marT="526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T1/25</a:t>
                      </a:r>
                    </a:p>
                  </a:txBody>
                  <a:tcPr marL="5260" marR="5260" marT="526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T2/25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T3/25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T4/25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T5/25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T6/25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T7/25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T8/25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T9/25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T10/25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T11/25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11666"/>
                  </a:ext>
                </a:extLst>
              </a:tr>
              <a:tr h="3199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Số ý tưởng cải tiến khả thi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267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225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879181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727376"/>
                          </a:solidFill>
                          <a:effectLst/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900" b="0" i="1" u="none" strike="noStrike">
                          <a:solidFill>
                            <a:srgbClr val="727376"/>
                          </a:solidFill>
                          <a:effectLst/>
                          <a:latin typeface="Aptos Display" panose="020B0004020202020204" pitchFamily="34" charset="0"/>
                        </a:rPr>
                        <a:t>- Trong đó số ý tưởng đem lại giá trị tiết kiệm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71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844809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đã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thực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hiện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(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trđ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8,910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35,633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37,323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2,819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3,541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1,384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2,451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6,343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3,560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3,635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5,612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2,951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2,937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2,090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05511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kế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hoạch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(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trđ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22,804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41,632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2,980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2,990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4,459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3,365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3,355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6,159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3,415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3,510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4,614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3,365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3,420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902909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%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đã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thực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hiện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kế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hoạch</a:t>
                      </a:r>
                      <a:endParaRPr lang="en-US" sz="900" b="0" i="1" u="none" strike="noStrike">
                        <a:solidFill>
                          <a:srgbClr val="FF33CC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156.3%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89.6%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94.6%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118.4%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31.0%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72.9%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189.1%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57.8%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106.4%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159.9%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64.0%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87.3%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61.1%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479636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Doanh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thu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(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trđ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685,519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1,191,021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1,437,768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114,463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187,999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150,253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125,430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152,067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119,135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137,991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168,443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84,710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108,929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88,348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023562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%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cải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tiến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/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doanh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thu</a:t>
                      </a:r>
                      <a:endParaRPr lang="en-US" sz="900" b="0" i="1" u="none" strike="noStrike">
                        <a:solidFill>
                          <a:srgbClr val="FF33CC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1.3%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3.0%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2.6%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2.5%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0.9%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2.0%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4.2%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3.0%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2.6%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3.3%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3.5%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2.7%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3.7%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430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724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7778-FDA3-2646-D0EB-B7CB040A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E809689-470C-089A-DB78-72E4FDFDB399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3.3</a:t>
            </a:r>
            <a:r>
              <a:rPr lang="vi-VN" sz="2000" b="1">
                <a:solidFill>
                  <a:srgbClr val="119303"/>
                </a:solidFill>
              </a:rPr>
              <a:t>. KẾ HOẠCH HÀNH ĐỘNG </a:t>
            </a:r>
            <a:r>
              <a:rPr lang="en-US" sz="2000" b="1">
                <a:solidFill>
                  <a:srgbClr val="119303"/>
                </a:solidFill>
              </a:rPr>
              <a:t>– 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GIÁ TRỊ CẢI TIẾN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11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 THÁNG ĐẦU NĂM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b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1500" b="1" err="1">
                <a:solidFill>
                  <a:schemeClr val="accent2">
                    <a:lumMod val="75000"/>
                  </a:schemeClr>
                </a:solidFill>
              </a:rPr>
              <a:t>tt</a:t>
            </a:r>
            <a:r>
              <a:rPr lang="en-US" sz="1500" b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500" i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E789B4-3C60-ED46-1CE0-28250ECF6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485160"/>
              </p:ext>
            </p:extLst>
          </p:nvPr>
        </p:nvGraphicFramePr>
        <p:xfrm>
          <a:off x="52472" y="885815"/>
          <a:ext cx="9055152" cy="3378684"/>
        </p:xfrm>
        <a:graphic>
          <a:graphicData uri="http://schemas.openxmlformats.org/drawingml/2006/table">
            <a:tbl>
              <a:tblPr/>
              <a:tblGrid>
                <a:gridCol w="280951">
                  <a:extLst>
                    <a:ext uri="{9D8B030D-6E8A-4147-A177-3AD203B41FA5}">
                      <a16:colId xmlns:a16="http://schemas.microsoft.com/office/drawing/2014/main" val="888385041"/>
                    </a:ext>
                  </a:extLst>
                </a:gridCol>
                <a:gridCol w="1464258">
                  <a:extLst>
                    <a:ext uri="{9D8B030D-6E8A-4147-A177-3AD203B41FA5}">
                      <a16:colId xmlns:a16="http://schemas.microsoft.com/office/drawing/2014/main" val="1905473852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1572949946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1902124056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2498538126"/>
                    </a:ext>
                  </a:extLst>
                </a:gridCol>
                <a:gridCol w="550616">
                  <a:extLst>
                    <a:ext uri="{9D8B030D-6E8A-4147-A177-3AD203B41FA5}">
                      <a16:colId xmlns:a16="http://schemas.microsoft.com/office/drawing/2014/main" val="43615107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358733497"/>
                    </a:ext>
                  </a:extLst>
                </a:gridCol>
                <a:gridCol w="493287">
                  <a:extLst>
                    <a:ext uri="{9D8B030D-6E8A-4147-A177-3AD203B41FA5}">
                      <a16:colId xmlns:a16="http://schemas.microsoft.com/office/drawing/2014/main" val="3360032919"/>
                    </a:ext>
                  </a:extLst>
                </a:gridCol>
                <a:gridCol w="472332">
                  <a:extLst>
                    <a:ext uri="{9D8B030D-6E8A-4147-A177-3AD203B41FA5}">
                      <a16:colId xmlns:a16="http://schemas.microsoft.com/office/drawing/2014/main" val="802699820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3595372614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1757654074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2679522590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4089513924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3417488039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831076204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96505482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3536189668"/>
                    </a:ext>
                  </a:extLst>
                </a:gridCol>
              </a:tblGrid>
              <a:tr h="2094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STT</a:t>
                      </a:r>
                    </a:p>
                  </a:txBody>
                  <a:tcPr marL="5637" marR="5637" marT="56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Bộ phận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TT 24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KH 25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TT 25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%TT </a:t>
                      </a:r>
                      <a:r>
                        <a:rPr lang="en-US" sz="900" b="1" i="0" u="none" strike="noStrike" err="1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 KH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1.25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15066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Kỹ Thuật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6,207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7,250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8,076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111.4%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2,686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1,818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94381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Phòng Mua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10,060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7,250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7,689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106.0%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1,471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1,514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2,023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59588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SX PET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2,456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5,284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151.0%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1,027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1,412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181746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SX HDPE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1,591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3,219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161.0%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960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62459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Quản Lý Chất Lượng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1,504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4,250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2,870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67.5%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391633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Kế hoạch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2,469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329.3%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742945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Kế Toán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6,637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4,250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2,175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51.2%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967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318455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Tự động hóa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2,454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5,250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1,741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33.2%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392543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R&amp;D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3,346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7,250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1,709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23.6%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110919"/>
                  </a:ext>
                </a:extLst>
              </a:tr>
              <a:tr h="2366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Cung ứng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1,379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4,750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624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13.1%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245190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Kho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624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49.9%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248147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Kinh doanh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426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56.8%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500437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Nhân sự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43.2%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925388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VPGĐ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20.1%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53108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CỘNG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35,633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50,000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37,323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74.6%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2,819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3,541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1,384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2,451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6,343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3,560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3,635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5,612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2,951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2,937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2,090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060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98886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5" ma:contentTypeDescription="Create a new document." ma:contentTypeScope="" ma:versionID="fad36eebef4f84df4a45514b7e4630e8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505b0edaeb28467f2ddb0f2c2f553b17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BF921B-5040-4D54-A3E7-8C229FB42018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1401b2ec-7936-4f98-86ff-5ef737f58b9c"/>
    <ds:schemaRef ds:uri="c4b5fce3-9bbc-4429-8073-3ae7a9bcc677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81F54AB-F4DD-4A82-8DE1-173467F509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162417-D525-4BB1-9667-5B16FD4D9C4E}">
  <ds:schemaRefs>
    <ds:schemaRef ds:uri="1401b2ec-7936-4f98-86ff-5ef737f58b9c"/>
    <ds:schemaRef ds:uri="c4b5fce3-9bbc-4429-8073-3ae7a9bcc6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4783</TotalTime>
  <Words>1757</Words>
  <Application>Microsoft Office PowerPoint</Application>
  <PresentationFormat>On-screen Show (16:9)</PresentationFormat>
  <Paragraphs>615</Paragraphs>
  <Slides>25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Aptos Display</vt:lpstr>
      <vt:lpstr>Aptos Narrow</vt:lpstr>
      <vt:lpstr>Arial</vt:lpstr>
      <vt:lpstr>Atops display</vt:lpstr>
      <vt:lpstr>Muli</vt:lpstr>
      <vt:lpstr>Open Sans</vt:lpstr>
      <vt:lpstr>Times New Roman</vt:lpstr>
      <vt:lpstr>Wingdings</vt:lpstr>
      <vt:lpstr>Simple Light</vt:lpstr>
      <vt:lpstr>PowerPoint Presentation</vt:lpstr>
      <vt:lpstr>3.1. KẾT QUẢ HOẠT ĐỘNG KINH DOANH – LÃI LỖ THÁNG 11 – DTR</vt:lpstr>
      <vt:lpstr>3.1. KẾT QUẢ HOẠT ĐỘNG KINH DOANH – LÃI LỖ THÁNG 11 – 3 TRẠM</vt:lpstr>
      <vt:lpstr>3.1. KẾT QUẢ HOẠT ĐỘNG KINH DOANH – GIẢI TRÌNH DOANH THU</vt:lpstr>
      <vt:lpstr>3.1. KẾT QUẢ HOẠT ĐỘNG KINH DOANH – GIÁ BÁN</vt:lpstr>
      <vt:lpstr>3.1. KẾT QUẢ HOẠT ĐỘNG KINH DOANH – BIẾN ĐỘNG D.THU THEO YẾU TỐ</vt:lpstr>
      <vt:lpstr>3.1. KẾT QUẢ HOẠT ĐỘNG KINH DOANH – BIẾN ĐỘNG DOANH THU THEO YẾU TỐ &amp; NGÀNH</vt:lpstr>
      <vt:lpstr>3.1. KẾT QUẢ HOẠT ĐỘNG KINH DOANH – BIẾN ĐỘNG LÃI GỘP THEO YẾU TỐ</vt:lpstr>
      <vt:lpstr>3.1. KẾT QUẢ HOẠT ĐỘNG KINH DOANH – GIẢI TRÌNH LỢI NHUẬN SAU THUẾ</vt:lpstr>
      <vt:lpstr>3.1. KẾT QUẢ HOẠT ĐỘNG KINH DOANH – BIẾN ĐỘNG LỢI NHUẬN SAU THUẾ</vt:lpstr>
      <vt:lpstr>3.2. CHI PHÍ – TỔNG CHI PHÍ TRONG THÁNG 11 (triệu đồng)</vt:lpstr>
      <vt:lpstr>3.2. CHI PHÍ – CHI PHÍ TRÊN TẤN (triệu đồng/tấn)</vt:lpstr>
      <vt:lpstr>3.2. CHI PHÍ – TỶ TRỌNG CHI PHÍ TRÊN TẤN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Danh, Hoàng Duy</cp:lastModifiedBy>
  <cp:revision>10</cp:revision>
  <dcterms:modified xsi:type="dcterms:W3CDTF">2025-12-17T05:41:38Z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