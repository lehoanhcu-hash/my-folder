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Năng lực/ sản lượng thu mua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Sản lượng : Đvt: Tấn/tháng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Số lượng: Đvt: Điểm thu mua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Số lượng NCU giao dịch theo cấp thu mua qua tháng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Theo khoảng cách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Số điểm thu mua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SƠ ĐỒ PHÂN VÙNG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Bản đồ điểm thu mua (Trạng thái giao dịch)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Theo khu vực</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Giao dịch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Số điểm thu mua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Theo tỉnh thành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Số điểm thu mua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Năng lực/ sản lượng thu mua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Sản lượng NCU giao dịch theo cấp thu mua qua tháng (tấn/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Năng lực/ sản lượng thu mua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azureMap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Theo cấp thu mua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bookmarkNavigator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Số điểm thu mua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Theo hóa đơn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Hóa đơn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Năng lực/ sản lượng thu mua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azureMap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Giao dịch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Đvt; vnđ/ kg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lineChart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azureMap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textSlicer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azureMap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lineChart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clusteredColumnChart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SƠ ĐỒ PHÂN VÙNG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lineChart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lineChart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azureMap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sankey02300D1BE6F5427989F3DE31CCA9E0F32020</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lineChart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bookmarkNavigator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azureMap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azureMap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pivotTable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Tên Bên Bán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lineChart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Top nhà cung ứng giao dịch (sản lượng TB/tháng)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azureMap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Top 5 nhà cung ứng chưa giao dịch (dung lượng)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Bản đồ điểm thu mua (trạng thái giao dịch)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Đvt: Điểm thu mua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azureMap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Thống kê số lượng và sản lượng điểm  thu mua theo quận huyện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Số lượng các cấp thu mua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PHÂN VÙNG TRẠM THEO CẤP THU MUA</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azureMap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Số lượng điểm thu mua (điểm)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Sản lượng thu mua TB/tháng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Đvt: Tấn/tháng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76fac5ef-8005-4e31-92c7-8ba030f1de1d?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2f89bc5fe0284fd2" /><Relationship Type="http://schemas.openxmlformats.org/officeDocument/2006/relationships/slideLayout" Target="/ppt/slideLayouts/slideLayout8.xml" Id="Re57b20862cd749cf" /><Relationship Type="http://schemas.openxmlformats.org/officeDocument/2006/relationships/hyperlink" Target="https://app.powerbi.com/groups/me/reports/76fac5ef-8005-4e31-92c7-8ba030f1de1d/?pbi_source=PowerPoint" TargetMode="External" Id="RelId0" /><Relationship Type="http://schemas.openxmlformats.org/officeDocument/2006/relationships/image" Target="/ppt/media/image4.png" Id="imgId16032927"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68c5062da9e7409d" /><Relationship Type="http://schemas.openxmlformats.org/officeDocument/2006/relationships/slideLayout" Target="/ppt/slideLayouts/slideLayout8.xml" Id="Rd50e2db7e7214003" /><Relationship Type="http://schemas.openxmlformats.org/officeDocument/2006/relationships/hyperlink" Target="https://app.powerbi.com/groups/me/reports/76fac5ef-8005-4e31-92c7-8ba030f1de1d/?pbi_source=PowerPoint" TargetMode="External" Id="RelId1" /><Relationship Type="http://schemas.openxmlformats.org/officeDocument/2006/relationships/image" Target="/ppt/media/image5.png" Id="imgId16424553"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0e60eb79e0d943dc" /><Relationship Type="http://schemas.openxmlformats.org/officeDocument/2006/relationships/slideLayout" Target="/ppt/slideLayouts/slideLayout8.xml" Id="R0a3234bbad7b49cd" /><Relationship Type="http://schemas.openxmlformats.org/officeDocument/2006/relationships/hyperlink" Target="https://app.powerbi.com/groups/me/reports/76fac5ef-8005-4e31-92c7-8ba030f1de1d/?pbi_source=PowerPoint" TargetMode="External" Id="RelId2" /><Relationship Type="http://schemas.openxmlformats.org/officeDocument/2006/relationships/image" Target="/ppt/media/image6.png" Id="imgId13321298"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Báo cáo thị trường</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7/14/2026 4:59:20 AM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7/14/2026 2:37:46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Năng lực/ sản lượng thu mua ,slicer ,slicer ,pageNavigator ,card ,Sản lượng : Đvt: Tấn/tháng ,Số lượng: Đvt: Điểm thu mua ,slicer ,Back ,slicer ,slicer ,slicer ,Số lượng NCU giao dịch theo cấp thu mua qua tháng  ,slicer ,Theo khoảng cách ,Số điểm thu mua ,SƠ ĐỒ PHÂN VÙNG ,card ,card ,Bản đồ điểm thu mua (Trạng thái giao dịch) ,Theo khu vực ,% Giao dịch ,Help ,Công ty ,Số điểm thu mua ,slicer ,Công ty ,Theo tỉnh thành ,Số điểm thu mua ,Năng lực/ sản lượng thu mua ,actionButton ,Sản lượng NCU giao dịch theo cấp thu mua qua tháng (tấn/ tháng) ,Năng lực/ sản lượng thu mua ,azureMap ,Theo cấp thu mua ,slicer ,bookmarkNavigator ,Số điểm thu mua ,Theo hóa đơn ,Hóa đơn ,Năng lực/ sản lượng thu mua ,card ,azureMap ,slicer ,pivotTable ,% Giao dịch ,slicer ,card ,card.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6032927"/>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Thông tin điểm thu mua </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Đvt; vnđ/ kg ,slicer ,slicer ,slicer ,slicer ,lineChart ,Công ty ,azureMap ,textSlicer ,azureMap ,lineChart ,clusteredColumnChart ,SƠ ĐỒ PHÂN VÙNG ,slicer ,pivotTable ,lineChart ,lineChart ,azureMap ,sankey02300D1BE6F5427989F3DE31CCA9E0F32020 ,slicer ,pageNavigator ,lineChart ,pivotTable ,bookmarkNavigator ,slicer ,azureMap ,slicer ,slicer ,slicer ,Back ,Công ty ,Help ,slicer ,slicer ,azureMap ,slicer ,slicer ,slicer ,pivotTable ,slicer ,Tên Bên Bán ,actionButton ,lineChart ,slicer.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6424553"/>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Phân tích giá thị trường</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Top nhà cung ứng giao dịch (sản lượng TB/tháng) ,azureMap ,slicer ,Top 5 nhà cung ứng chưa giao dịch (dung lượng) ,slicer ,actionButton ,actionButton ,slicer ,Bản đồ điểm thu mua (trạng thái giao dịch) ,advancedSlicerVisual ,slicer ,slicer ,Đvt: Điểm thu mua ,azureMap ,Thống kê số lượng và sản lượng điểm  thu mua theo quận huyện ,Số lượng các cấp thu mua ,actionButton ,Back ,PHÂN VÙNG TRẠM THEO CẤP THU MUA ,Help ,azureMap ,slicer ,Số lượng điểm thu mua (điểm) ,Người phụ trách ,Sản lượng thu mua TB/tháng ,Đvt: Tấn/tháng ,pageNavigator ,slicer ,slicer ,slicer ,Công ty.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13321298"/>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Phân vùng trạm theo cấp</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