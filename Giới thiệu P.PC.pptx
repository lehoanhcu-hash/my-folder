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2655-49A7-FEED-8CE0-FDA7D7811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2EF36-2DB4-4246-67BD-621B66AA2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9D7F8-01B8-5CF4-5760-1F04D631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AEDE-7844-CC69-A6E3-6FF53372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D1E58-E182-B8F7-549F-4299D962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50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66EF-0B65-4235-9A4D-FFCF849F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AEB83-A715-A1E3-3170-E39D938BA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2A26A-AE10-98DE-3952-BD04563EF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96253-E534-D182-BE70-BE830450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E5060-F3D8-FE9B-6BEB-7A1D16E6A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1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08DC-8939-2B51-D5A7-56413EC8F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3FFED-B79A-102B-D819-F94A18896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6E871-7D3C-ABDC-98D9-E0FA15E6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99136-18DF-A405-D2D2-ADBA7B8B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B4D01-6D82-2F12-CDE2-8788FF7E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1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7C94-0E37-C98B-486A-35F7767E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83618-5944-3757-8E08-2FE8B81E9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EB0AA-F1D7-4ED5-2BBD-431EE2954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D43DC-347D-C587-520A-4CA6203D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A3D6C-6F75-4A98-D27A-05F27DBA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05256-1206-5A8E-57FF-D3AC6AA3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4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15CA1-B350-F591-E1F4-F866E8D3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69A47-94CC-7D91-DCCB-D0069A538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ED732-F30A-8B38-F94A-6CF1F7215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01DD-FBB1-A85C-029F-BA0C49494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56816-2E1C-4B3E-559C-DE41FAD00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F229F-5C04-1DC0-9289-EC66264D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A8810-9E45-9AC2-5181-84145038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32916-E2A6-8E66-4170-349F7D63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2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4E9A-2051-DB3D-EFDE-39C4B134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A6D8F2-3338-4CB2-2332-16A7052A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68672-0A4B-5657-9336-3DD3CE718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88174-2C48-E5AE-2046-AE2BC666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2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B03F5-9EE9-938B-B70F-AD4CE2F0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4EA17-BFD4-7C63-7127-782330D3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51F11-DED1-9F3C-6619-1EE0BDCC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3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2AB4-BA46-6C07-B82E-A56E6042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318B2-2D74-547B-D92E-4BB2C0C7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9C08A-0935-915C-DE1C-A333D8F5A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F176B-BC29-A08B-D3DA-28279301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7A24D-8CA1-D2FA-A3E1-9580882D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AB285-50B1-15D3-2193-3CE2058D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1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BA3C-A32D-9034-48E8-B0C6C98A5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B3CB3-64A5-6EEF-6AE1-4973D5545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3F40D-9234-01E9-B514-53E59342E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30BAE-638B-E50C-646F-CE12DF37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7095C-2341-0ACD-42A9-63D54D3E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64E9B-21B7-46A5-A4BD-CF105CDAF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8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B848-B084-5144-E83C-FBAF6B2B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9FEDA-DAF8-5C5A-4C8B-0C226CBA9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FC048-4CCE-700B-E857-84DD363D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69A71-BCD5-A841-BA64-252F448C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F2373-8CA7-4410-BD2B-A5ABBD06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7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001C6E-253C-6BF6-E043-226A1C9BB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FB695-A176-5C40-750A-2812DA522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450DB-26BA-FC15-A205-3A9C1674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A090C-B3AA-B45B-F3CC-6E883250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8EA7-13F9-18CE-9914-51728B10D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2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8CF28-3B84-27FA-55C8-D2869009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EC200-1E8C-9888-8338-9A17FEB9E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55FE-E14F-183D-B358-227DDC770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B3A20-9318-4D46-9632-54A554B6EEB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52ECB-6A58-6225-791A-89B11397A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04B20-259F-693F-B2D1-95703EDF6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789C8-A0DE-4E59-A3AE-E3950265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7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025-DD7B-8778-5D24-2A92AAE497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6EBB1-EA25-11CC-7830-41C0C5D7E7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9FA1A-CFDF-A1E0-41F8-87059D56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" y="722810"/>
            <a:ext cx="11924161" cy="57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80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247EC-A2FF-9B90-4455-A08D0F27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87DE-8CE2-1C2B-02B7-485B9878F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D71F3-EA3C-3C43-FB84-7AC08C2586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CA625-D106-7DB9-E3E9-E3DF81467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40" y="729343"/>
            <a:ext cx="11009085" cy="563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67CDCF-8061-432E-84DB-F2CC94E31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671" y="2070030"/>
            <a:ext cx="6972658" cy="271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1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630EA-0C6A-095F-7F82-3A81AD92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5C47-02BA-5581-FCCC-363E597AC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789FB-D66E-EC90-7D4B-B6B8894F1C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94ACA-1761-ACBF-AAA6-C21135686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4400"/>
            <a:ext cx="12104914" cy="482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0297-4361-FD26-CF36-3CD7F0F3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C287-DBDC-2E5E-420E-4AD9F6FC7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8B218-353F-742B-F6F0-504E836BBA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2C3D8C-F4C6-6400-9937-464E4A29B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35" y="1219199"/>
            <a:ext cx="11586558" cy="451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54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2</cp:revision>
  <dcterms:created xsi:type="dcterms:W3CDTF">2026-06-24T13:54:06Z</dcterms:created>
  <dcterms:modified xsi:type="dcterms:W3CDTF">2026-06-24T13:59:59Z</dcterms:modified>
</cp:coreProperties>
</file>