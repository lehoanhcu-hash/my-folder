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- 4 Quý cùng kỳ</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CHỈ SỐ TÀI CHÍNH - LŨY KẾ T05/2026</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sở hữu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THÔNG TIN 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NĂM</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Thang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Quy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CHỈ SỐ TÀI CHÍNH - LŨY KẾ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Nam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(Sức khỏe tài chính)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KẾT QUẢ KINH DOANH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TÌNH HÌNH TÀI CHÍNH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LƯU CHUYỂN TIỀN TỆ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213c890-b9f8-4e32-8ec5-e009472448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99087ed254e64ae1" /><Relationship Type="http://schemas.openxmlformats.org/officeDocument/2006/relationships/slideLayout" Target="/ppt/slideLayouts/slideLayout8.xml" Id="R20ff3940ba4c4d79" /><Relationship Type="http://schemas.openxmlformats.org/officeDocument/2006/relationships/hyperlink" Target="https://app.powerbi.com/groups/me/reports/5213c890-b9f8-4e32-8ec5-e0094724480d/?pbi_source=PowerPoint" TargetMode="External" Id="RelId0" /><Relationship Type="http://schemas.openxmlformats.org/officeDocument/2006/relationships/image" Target="/ppt/media/image4.png" Id="imgId158574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169b377001b64c40" /><Relationship Type="http://schemas.openxmlformats.org/officeDocument/2006/relationships/slideLayout" Target="/ppt/slideLayouts/slideLayout8.xml" Id="R97ecb6540ef34511" /><Relationship Type="http://schemas.openxmlformats.org/officeDocument/2006/relationships/hyperlink" Target="https://app.powerbi.com/groups/me/reports/5213c890-b9f8-4e32-8ec5-e0094724480d/?pbi_source=PowerPoint" TargetMode="External" Id="RelId1" /><Relationship Type="http://schemas.openxmlformats.org/officeDocument/2006/relationships/image" Target="/ppt/media/image5.png" Id="imgId1585748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0a260a441d15460c" /><Relationship Type="http://schemas.openxmlformats.org/officeDocument/2006/relationships/slideLayout" Target="/ppt/slideLayouts/slideLayout8.xml" Id="R2db56ff6abcd45ab" /><Relationship Type="http://schemas.openxmlformats.org/officeDocument/2006/relationships/hyperlink" Target="https://app.powerbi.com/groups/me/reports/5213c890-b9f8-4e32-8ec5-e0094724480d/?pbi_source=PowerPoint" TargetMode="External" Id="RelId2" /><Relationship Type="http://schemas.openxmlformats.org/officeDocument/2006/relationships/image" Target="/ppt/media/image6.png" Id="imgId1585748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fb457cf158334ad9" /><Relationship Type="http://schemas.openxmlformats.org/officeDocument/2006/relationships/slideLayout" Target="/ppt/slideLayouts/slideLayout8.xml" Id="R2797d30c29184287" /><Relationship Type="http://schemas.openxmlformats.org/officeDocument/2006/relationships/hyperlink" Target="https://app.powerbi.com/groups/me/reports/5213c890-b9f8-4e32-8ec5-e0094724480d/?pbi_source=PowerPoint" TargetMode="External" Id="RelId3" /><Relationship Type="http://schemas.openxmlformats.org/officeDocument/2006/relationships/image" Target="/ppt/media/image7.png" Id="imgId1585748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6e09a16f2b754100" /><Relationship Type="http://schemas.openxmlformats.org/officeDocument/2006/relationships/slideLayout" Target="/ppt/slideLayouts/slideLayout8.xml" Id="Rbb701516c3ea48ee" /><Relationship Type="http://schemas.openxmlformats.org/officeDocument/2006/relationships/hyperlink" Target="https://app.powerbi.com/groups/me/reports/5213c890-b9f8-4e32-8ec5-e0094724480d/?pbi_source=PowerPoint" TargetMode="External" Id="RelId4" /><Relationship Type="http://schemas.openxmlformats.org/officeDocument/2006/relationships/image" Target="/ppt/media/image8.png" Id="imgId1585748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57bc589a5ea04dc8" /><Relationship Type="http://schemas.openxmlformats.org/officeDocument/2006/relationships/slideLayout" Target="/ppt/slideLayouts/slideLayout8.xml" Id="R6694e5fd54cd4970" /><Relationship Type="http://schemas.openxmlformats.org/officeDocument/2006/relationships/hyperlink" Target="https://app.powerbi.com/groups/me/reports/5213c890-b9f8-4e32-8ec5-e0094724480d/?pbi_source=PowerPoint" TargetMode="External" Id="RelId5" /><Relationship Type="http://schemas.openxmlformats.org/officeDocument/2006/relationships/image" Target="/ppt/media/image9.png" Id="imgId1717722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843f5062eaed4b46" /><Relationship Type="http://schemas.openxmlformats.org/officeDocument/2006/relationships/slideLayout" Target="/ppt/slideLayouts/slideLayout8.xml" Id="Rd6cc1c1987d540f7" /><Relationship Type="http://schemas.openxmlformats.org/officeDocument/2006/relationships/hyperlink" Target="https://app.powerbi.com/groups/me/reports/5213c890-b9f8-4e32-8ec5-e0094724480d/?pbi_source=PowerPoint" TargetMode="External" Id="RelId6" /><Relationship Type="http://schemas.openxmlformats.org/officeDocument/2006/relationships/image" Target="/ppt/media/imagea.png" Id="imgId15857479"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34b047d449214f0f" /><Relationship Type="http://schemas.openxmlformats.org/officeDocument/2006/relationships/slideLayout" Target="/ppt/slideLayouts/slideLayout8.xml" Id="Rc144febd8fe240a5" /><Relationship Type="http://schemas.openxmlformats.org/officeDocument/2006/relationships/hyperlink" Target="https://app.powerbi.com/groups/me/reports/5213c890-b9f8-4e32-8ec5-e0094724480d/?pbi_source=PowerPoint" TargetMode="External" Id="RelId7" /><Relationship Type="http://schemas.openxmlformats.org/officeDocument/2006/relationships/image" Target="/ppt/media/imageb.png" Id="imgId15857492"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81e9944ad9aa417e" /><Relationship Type="http://schemas.openxmlformats.org/officeDocument/2006/relationships/slideLayout" Target="/ppt/slideLayouts/slideLayout8.xml" Id="Rc68678428f6049c5" /><Relationship Type="http://schemas.openxmlformats.org/officeDocument/2006/relationships/hyperlink" Target="https://app.powerbi.com/groups/me/reports/5213c890-b9f8-4e32-8ec5-e0094724480d/?pbi_source=PowerPoint" TargetMode="External" Id="RelId14" /><Relationship Type="http://schemas.openxmlformats.org/officeDocument/2006/relationships/image" Target="/ppt/media/image12.png" Id="imgId15857496"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1609171b721f44c8" /><Relationship Type="http://schemas.openxmlformats.org/officeDocument/2006/relationships/slideLayout" Target="/ppt/slideLayouts/slideLayout8.xml" Id="R641f7f53ced948a3" /><Relationship Type="http://schemas.openxmlformats.org/officeDocument/2006/relationships/hyperlink" Target="https://app.powerbi.com/groups/me/reports/5213c890-b9f8-4e32-8ec5-e0094724480d/?pbi_source=PowerPoint" TargetMode="External" Id="RelId15" /><Relationship Type="http://schemas.openxmlformats.org/officeDocument/2006/relationships/image" Target="/ppt/media/image13.png" Id="imgId1585749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988b1841e5dc447c" /><Relationship Type="http://schemas.openxmlformats.org/officeDocument/2006/relationships/slideLayout" Target="/ppt/slideLayouts/slideLayout8.xml" Id="R81712754a5554f99" /><Relationship Type="http://schemas.openxmlformats.org/officeDocument/2006/relationships/hyperlink" Target="https://app.powerbi.com/groups/me/reports/5213c890-b9f8-4e32-8ec5-e0094724480d/?pbi_source=PowerPoint" TargetMode="External" Id="RelId16" /><Relationship Type="http://schemas.openxmlformats.org/officeDocument/2006/relationships/image" Target="/ppt/media/image14.png" Id="imgId15857493"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8ad4ac97d69f43c4" /><Relationship Type="http://schemas.openxmlformats.org/officeDocument/2006/relationships/slideLayout" Target="/ppt/slideLayouts/slideLayout8.xml" Id="R6195d77f206b4ed0" /><Relationship Type="http://schemas.openxmlformats.org/officeDocument/2006/relationships/hyperlink" Target="https://app.powerbi.com/groups/me/reports/5213c890-b9f8-4e32-8ec5-e0094724480d/?pbi_source=PowerPoint" TargetMode="External" Id="RelId8" /><Relationship Type="http://schemas.openxmlformats.org/officeDocument/2006/relationships/image" Target="/ppt/media/imagec.png" Id="imgId15857494"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b82301f21bdc49d2" /><Relationship Type="http://schemas.openxmlformats.org/officeDocument/2006/relationships/slideLayout" Target="/ppt/slideLayouts/slideLayout8.xml" Id="Rdf69b4f3eb934e9c" /><Relationship Type="http://schemas.openxmlformats.org/officeDocument/2006/relationships/hyperlink" Target="https://app.powerbi.com/groups/me/reports/5213c890-b9f8-4e32-8ec5-e0094724480d/?pbi_source=PowerPoint" TargetMode="External" Id="RelId9" /><Relationship Type="http://schemas.openxmlformats.org/officeDocument/2006/relationships/image" Target="/ppt/media/imaged.png" Id="imgId1717722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f36d9de79ade4219" /><Relationship Type="http://schemas.openxmlformats.org/officeDocument/2006/relationships/slideLayout" Target="/ppt/slideLayouts/slideLayout8.xml" Id="R5d63119f13f84357" /><Relationship Type="http://schemas.openxmlformats.org/officeDocument/2006/relationships/hyperlink" Target="https://app.powerbi.com/groups/me/reports/5213c890-b9f8-4e32-8ec5-e0094724480d/?pbi_source=PowerPoint" TargetMode="External" Id="RelId10" /><Relationship Type="http://schemas.openxmlformats.org/officeDocument/2006/relationships/image" Target="/ppt/media/imagee.png" Id="imgId15857485"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b6144bb96a4944d8" /><Relationship Type="http://schemas.openxmlformats.org/officeDocument/2006/relationships/slideLayout" Target="/ppt/slideLayouts/slideLayout8.xml" Id="Rab1ccd1582af44f9" /><Relationship Type="http://schemas.openxmlformats.org/officeDocument/2006/relationships/hyperlink" Target="https://app.powerbi.com/groups/me/reports/5213c890-b9f8-4e32-8ec5-e0094724480d/?pbi_source=PowerPoint" TargetMode="External" Id="RelId11" /><Relationship Type="http://schemas.openxmlformats.org/officeDocument/2006/relationships/image" Target="/ppt/media/imagef.png" Id="imgId15857486"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25b239b485764464" /><Relationship Type="http://schemas.openxmlformats.org/officeDocument/2006/relationships/slideLayout" Target="/ppt/slideLayouts/slideLayout8.xml" Id="R295eb9666dfa4219" /><Relationship Type="http://schemas.openxmlformats.org/officeDocument/2006/relationships/hyperlink" Target="https://app.powerbi.com/groups/me/reports/5213c890-b9f8-4e32-8ec5-e0094724480d/?pbi_source=PowerPoint" TargetMode="External" Id="RelId12" /><Relationship Type="http://schemas.openxmlformats.org/officeDocument/2006/relationships/image" Target="/ppt/media/image10.png" Id="imgId15857484"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d982a39ab21743df" /><Relationship Type="http://schemas.openxmlformats.org/officeDocument/2006/relationships/slideLayout" Target="/ppt/slideLayouts/slideLayout8.xml" Id="R99e9531b28d04d59" /><Relationship Type="http://schemas.openxmlformats.org/officeDocument/2006/relationships/hyperlink" Target="https://app.powerbi.com/groups/me/reports/5213c890-b9f8-4e32-8ec5-e0094724480d/?pbi_source=PowerPoint" TargetMode="External" Id="RelId13" /><Relationship Type="http://schemas.openxmlformats.org/officeDocument/2006/relationships/image" Target="/ppt/media/image11.png" Id="imgId1585749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6/24/2026 9:25:18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85748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85748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doanh_Tháng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85748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doanh_Quý</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85748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doanh_Năm</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85748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1772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chính_Quý</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857479"/>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chính_Năm</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857492"/>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585749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trận_Lưu chuyển tiền tệ</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585749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trận_Chỉ số tài chính</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585749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công ty</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85749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tệ_Tháng</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717722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tệ_Quý</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857485"/>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tệ_Năm</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585748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Chỉ số tài chính</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585748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trận_Kết quả kinh doanh</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585749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trận_Tình hình tài chính</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