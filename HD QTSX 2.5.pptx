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90" r:id="rId2"/>
    <p:sldId id="949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87DB-CBD5-EC01-DA2B-EAC80D59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FBAA-281E-604D-965E-3A91FDC0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4B7B1-29E0-C850-6491-26AD1364B0A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13C9D-B5D2-66DC-5220-CF6B719E90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8824-98A8-D45B-ECBC-CFC6A59B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9DC1-3316-3F64-D915-B29D3EBD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C7D89-AF9A-5C2E-0F1D-B0194674B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1C068F-EA1F-5AEA-189F-1E3100EFC6A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CD7A6-58DE-CC28-1A55-A3AE01DDACE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Đào tạo định kỳ_Quy trình công nghệ tái chế-P2 - Trim5">
            <a:hlinkClick r:id="" action="ppaction://media"/>
            <a:extLst>
              <a:ext uri="{FF2B5EF4-FFF2-40B4-BE49-F238E27FC236}">
                <a16:creationId xmlns:a16="http://schemas.microsoft.com/office/drawing/2014/main" id="{EF99FF5D-B739-DBF3-22BB-0A5C4B4316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8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35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32</cp:revision>
  <dcterms:created xsi:type="dcterms:W3CDTF">2026-06-19T08:23:39Z</dcterms:created>
  <dcterms:modified xsi:type="dcterms:W3CDTF">2026-07-02T08:31:10Z</dcterms:modified>
</cp:coreProperties>
</file>