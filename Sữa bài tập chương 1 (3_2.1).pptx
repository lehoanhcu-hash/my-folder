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29A9A3-F753-44D5-969B-17E4467C8AF4}">
          <p14:sldIdLst/>
        </p14:section>
        <p14:section name="Untitled Section" id="{751914EE-53E9-487C-AC4F-6715C8D7CC5D}">
          <p14:sldIdLst>
            <p14:sldId id="259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93B7-230B-4697-A0E3-65CBCCFF09B7}" v="1" dt="2026-03-30T10:17:4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30T10:17:45.428" v="428" actId="20577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</pc:sldChg>
      <pc:sldChg chg="modSp new mod ord">
        <pc:chgData name="Cư, Lê Hoành" userId="8040f1d9-fc08-4340-919f-e31835b09669" providerId="ADAL" clId="{E6925CE3-7288-459F-A61A-926B9B87E3D0}" dt="2026-03-30T10:17:45.428" v="428" actId="20577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30T10:17:45.428" v="428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30T10:17:42.369" v="42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30T10:17:15.794" v="425" actId="20577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30T10:17:15.794" v="425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>
            <a:normAutofit/>
          </a:bodyPr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1 (3)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28F8A5-33E2-D2EC-6AFE-495B8E02D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Sửa bài tập chương 3_2.1">
            <a:hlinkClick r:id="" action="ppaction://media"/>
            <a:extLst>
              <a:ext uri="{FF2B5EF4-FFF2-40B4-BE49-F238E27FC236}">
                <a16:creationId xmlns:a16="http://schemas.microsoft.com/office/drawing/2014/main" id="{350B054A-E524-EFDF-F8F6-C11A9F1D30E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00250" y="1825625"/>
            <a:ext cx="8191500" cy="4351338"/>
          </a:xfrm>
        </p:spPr>
      </p:pic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4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</Words>
  <Application>Microsoft Office PowerPoint</Application>
  <PresentationFormat>Widescreen</PresentationFormat>
  <Paragraphs>1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Sữa bài tập chương 1 (3)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26</cp:revision>
  <dcterms:created xsi:type="dcterms:W3CDTF">2026-03-27T15:25:52Z</dcterms:created>
  <dcterms:modified xsi:type="dcterms:W3CDTF">2026-07-02T01:58:18Z</dcterms:modified>
</cp:coreProperties>
</file>