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22"/>
  </p:notesMasterIdLst>
  <p:sldIdLst>
    <p:sldId id="9768" r:id="rId5"/>
    <p:sldId id="364" r:id="rId6"/>
    <p:sldId id="9771" r:id="rId7"/>
    <p:sldId id="9776" r:id="rId8"/>
    <p:sldId id="258" r:id="rId9"/>
    <p:sldId id="9645" r:id="rId10"/>
    <p:sldId id="9737" r:id="rId11"/>
    <p:sldId id="9770" r:id="rId12"/>
    <p:sldId id="9727" r:id="rId13"/>
    <p:sldId id="9746" r:id="rId14"/>
    <p:sldId id="9664" r:id="rId15"/>
    <p:sldId id="9738" r:id="rId16"/>
    <p:sldId id="9774" r:id="rId17"/>
    <p:sldId id="9773" r:id="rId18"/>
    <p:sldId id="9765" r:id="rId19"/>
    <p:sldId id="263" r:id="rId20"/>
    <p:sldId id="271" r:id="rId21"/>
  </p:sldIdLst>
  <p:sldSz cx="14630400" cy="8229600"/>
  <p:notesSz cx="8229600" cy="14630400"/>
  <p:embeddedFontLst>
    <p:embeddedFont>
      <p:font typeface="Anton" pitchFamily="2" charset="0"/>
      <p:regular r:id="rId23"/>
    </p:embeddedFont>
    <p:embeddedFont>
      <p:font typeface="Aptos Narrow" panose="020B0004020202020204" pitchFamily="34" charset="0"/>
      <p:regular r:id="rId24"/>
      <p:bold r:id="rId25"/>
      <p:italic r:id="rId26"/>
      <p:boldItalic r:id="rId27"/>
    </p:embeddedFont>
    <p:embeddedFont>
      <p:font typeface="poppins-bold" panose="020B0604020202020204" charset="0"/>
      <p:regular r:id="rId28"/>
    </p:embeddedFont>
    <p:embeddedFont>
      <p:font typeface="Ubuntu" panose="020B0504030602030204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92BE"/>
    <a:srgbClr val="B5E6A2"/>
    <a:srgbClr val="F4BAF3"/>
    <a:srgbClr val="BF55EC"/>
    <a:srgbClr val="720099"/>
    <a:srgbClr val="E65100"/>
    <a:srgbClr val="A18072"/>
    <a:srgbClr val="7C4DFF"/>
    <a:srgbClr val="FF4081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A83F84-EF8A-47F8-A380-99B20C3ACE7D}" v="12" dt="2026-01-19T07:49:19.766"/>
    <p1510:client id="{E839D8B6-3CA9-4359-A4B1-CCD65D8C7F7C}" v="6" dt="2026-01-19T07:19:26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yền, Phạm Thụy Thanh" userId="a2ed9d4f-dea3-4ddd-89e8-00533c9e4a6e" providerId="ADAL" clId="{8BA36D07-475E-4D8F-956F-70CA838D48FB}"/>
    <pc:docChg chg="modSld">
      <pc:chgData name="Tuyền, Phạm Thụy Thanh" userId="a2ed9d4f-dea3-4ddd-89e8-00533c9e4a6e" providerId="ADAL" clId="{8BA36D07-475E-4D8F-956F-70CA838D48FB}" dt="2026-01-16T07:43:42.141" v="94" actId="20577"/>
      <pc:docMkLst>
        <pc:docMk/>
      </pc:docMkLst>
      <pc:sldChg chg="modSp mod">
        <pc:chgData name="Tuyền, Phạm Thụy Thanh" userId="a2ed9d4f-dea3-4ddd-89e8-00533c9e4a6e" providerId="ADAL" clId="{8BA36D07-475E-4D8F-956F-70CA838D48FB}" dt="2026-01-16T07:43:42.141" v="94" actId="20577"/>
        <pc:sldMkLst>
          <pc:docMk/>
          <pc:sldMk cId="0" sldId="263"/>
        </pc:sldMkLst>
        <pc:graphicFrameChg chg="modGraphic">
          <ac:chgData name="Tuyền, Phạm Thụy Thanh" userId="a2ed9d4f-dea3-4ddd-89e8-00533c9e4a6e" providerId="ADAL" clId="{8BA36D07-475E-4D8F-956F-70CA838D48FB}" dt="2026-01-16T07:43:42.141" v="94" actId="20577"/>
          <ac:graphicFrameMkLst>
            <pc:docMk/>
            <pc:sldMk cId="0" sldId="263"/>
            <ac:graphicFrameMk id="4" creationId="{6E6ACB8B-022A-93FF-A45B-C405DCB9FE77}"/>
          </ac:graphicFrameMkLst>
        </pc:graphicFrameChg>
      </pc:sldChg>
      <pc:sldChg chg="modSp mod">
        <pc:chgData name="Tuyền, Phạm Thụy Thanh" userId="a2ed9d4f-dea3-4ddd-89e8-00533c9e4a6e" providerId="ADAL" clId="{8BA36D07-475E-4D8F-956F-70CA838D48FB}" dt="2026-01-16T07:42:28.960" v="89" actId="20577"/>
        <pc:sldMkLst>
          <pc:docMk/>
          <pc:sldMk cId="3958392471" sldId="9664"/>
        </pc:sldMkLst>
        <pc:spChg chg="mod">
          <ac:chgData name="Tuyền, Phạm Thụy Thanh" userId="a2ed9d4f-dea3-4ddd-89e8-00533c9e4a6e" providerId="ADAL" clId="{8BA36D07-475E-4D8F-956F-70CA838D48FB}" dt="2026-01-16T07:42:28.960" v="89" actId="20577"/>
          <ac:spMkLst>
            <pc:docMk/>
            <pc:sldMk cId="3958392471" sldId="9664"/>
            <ac:spMk id="16" creationId="{320D7045-7379-427E-F475-E78DF52951F3}"/>
          </ac:spMkLst>
        </pc:spChg>
      </pc:sldChg>
      <pc:sldChg chg="modSp mod modNotesTx">
        <pc:chgData name="Tuyền, Phạm Thụy Thanh" userId="a2ed9d4f-dea3-4ddd-89e8-00533c9e4a6e" providerId="ADAL" clId="{8BA36D07-475E-4D8F-956F-70CA838D48FB}" dt="2026-01-16T07:28:19.109" v="82" actId="20577"/>
        <pc:sldMkLst>
          <pc:docMk/>
          <pc:sldMk cId="547375574" sldId="9727"/>
        </pc:sldMkLst>
        <pc:graphicFrameChg chg="mod modGraphic">
          <ac:chgData name="Tuyền, Phạm Thụy Thanh" userId="a2ed9d4f-dea3-4ddd-89e8-00533c9e4a6e" providerId="ADAL" clId="{8BA36D07-475E-4D8F-956F-70CA838D48FB}" dt="2026-01-16T07:26:07.950" v="27" actId="20577"/>
          <ac:graphicFrameMkLst>
            <pc:docMk/>
            <pc:sldMk cId="547375574" sldId="9727"/>
            <ac:graphicFrameMk id="3" creationId="{245DBF9E-1633-F0A0-0E2E-D6B1AEB14634}"/>
          </ac:graphicFrameMkLst>
        </pc:graphicFrameChg>
      </pc:sldChg>
    </pc:docChg>
  </pc:docChgLst>
  <pc:docChgLst>
    <pc:chgData name="Hiện, Trần Nhựt" userId="e253f154-916a-4c41-831f-463147770e02" providerId="ADAL" clId="{AF8A1A3C-18FE-4DEA-B61F-403E17B06862}"/>
    <pc:docChg chg="undo custSel addSld modSld sldOrd">
      <pc:chgData name="Hiện, Trần Nhựt" userId="e253f154-916a-4c41-831f-463147770e02" providerId="ADAL" clId="{AF8A1A3C-18FE-4DEA-B61F-403E17B06862}" dt="2026-01-16T08:39:25.222" v="345"/>
      <pc:docMkLst>
        <pc:docMk/>
      </pc:docMkLst>
      <pc:sldChg chg="delSp modSp mod">
        <pc:chgData name="Hiện, Trần Nhựt" userId="e253f154-916a-4c41-831f-463147770e02" providerId="ADAL" clId="{AF8A1A3C-18FE-4DEA-B61F-403E17B06862}" dt="2026-01-16T07:09:16.966" v="288" actId="14100"/>
        <pc:sldMkLst>
          <pc:docMk/>
          <pc:sldMk cId="2775448975" sldId="9645"/>
        </pc:sldMkLst>
        <pc:spChg chg="mod">
          <ac:chgData name="Hiện, Trần Nhựt" userId="e253f154-916a-4c41-831f-463147770e02" providerId="ADAL" clId="{AF8A1A3C-18FE-4DEA-B61F-403E17B06862}" dt="2026-01-16T07:09:16.966" v="288" actId="14100"/>
          <ac:spMkLst>
            <pc:docMk/>
            <pc:sldMk cId="2775448975" sldId="9645"/>
            <ac:spMk id="2" creationId="{40FEB2B5-6C79-16BC-AEC1-98B6387F2F23}"/>
          </ac:spMkLst>
        </pc:spChg>
      </pc:sldChg>
      <pc:sldChg chg="modSp mod">
        <pc:chgData name="Hiện, Trần Nhựt" userId="e253f154-916a-4c41-831f-463147770e02" providerId="ADAL" clId="{AF8A1A3C-18FE-4DEA-B61F-403E17B06862}" dt="2026-01-16T07:01:45.674" v="285" actId="20577"/>
        <pc:sldMkLst>
          <pc:docMk/>
          <pc:sldMk cId="3958392471" sldId="9664"/>
        </pc:sldMkLst>
        <pc:spChg chg="mod">
          <ac:chgData name="Hiện, Trần Nhựt" userId="e253f154-916a-4c41-831f-463147770e02" providerId="ADAL" clId="{AF8A1A3C-18FE-4DEA-B61F-403E17B06862}" dt="2026-01-16T07:01:45.674" v="285" actId="20577"/>
          <ac:spMkLst>
            <pc:docMk/>
            <pc:sldMk cId="3958392471" sldId="9664"/>
            <ac:spMk id="11" creationId="{32D138CA-B3AE-F05B-639F-CD650E83AF1C}"/>
          </ac:spMkLst>
        </pc:spChg>
        <pc:spChg chg="mod">
          <ac:chgData name="Hiện, Trần Nhựt" userId="e253f154-916a-4c41-831f-463147770e02" providerId="ADAL" clId="{AF8A1A3C-18FE-4DEA-B61F-403E17B06862}" dt="2026-01-16T07:01:24.724" v="283" actId="20577"/>
          <ac:spMkLst>
            <pc:docMk/>
            <pc:sldMk cId="3958392471" sldId="9664"/>
            <ac:spMk id="16" creationId="{320D7045-7379-427E-F475-E78DF52951F3}"/>
          </ac:spMkLst>
        </pc:spChg>
        <pc:spChg chg="mod">
          <ac:chgData name="Hiện, Trần Nhựt" userId="e253f154-916a-4c41-831f-463147770e02" providerId="ADAL" clId="{AF8A1A3C-18FE-4DEA-B61F-403E17B06862}" dt="2026-01-16T07:00:59.541" v="282" actId="6549"/>
          <ac:spMkLst>
            <pc:docMk/>
            <pc:sldMk cId="3958392471" sldId="9664"/>
            <ac:spMk id="19" creationId="{ED8EAE19-2736-9AF8-81B8-20772FA6BDCA}"/>
          </ac:spMkLst>
        </pc:spChg>
        <pc:spChg chg="mod">
          <ac:chgData name="Hiện, Trần Nhựt" userId="e253f154-916a-4c41-831f-463147770e02" providerId="ADAL" clId="{AF8A1A3C-18FE-4DEA-B61F-403E17B06862}" dt="2026-01-16T07:00:49.749" v="281" actId="20577"/>
          <ac:spMkLst>
            <pc:docMk/>
            <pc:sldMk cId="3958392471" sldId="9664"/>
            <ac:spMk id="20" creationId="{F8FEC1E2-F03E-D97E-D5E1-716657F6573D}"/>
          </ac:spMkLst>
        </pc:spChg>
      </pc:sldChg>
      <pc:sldChg chg="modSp mod">
        <pc:chgData name="Hiện, Trần Nhựt" userId="e253f154-916a-4c41-831f-463147770e02" providerId="ADAL" clId="{AF8A1A3C-18FE-4DEA-B61F-403E17B06862}" dt="2026-01-16T07:17:15.521" v="339" actId="1076"/>
        <pc:sldMkLst>
          <pc:docMk/>
          <pc:sldMk cId="1244191007" sldId="9770"/>
        </pc:sldMkLst>
        <pc:spChg chg="mod">
          <ac:chgData name="Hiện, Trần Nhựt" userId="e253f154-916a-4c41-831f-463147770e02" providerId="ADAL" clId="{AF8A1A3C-18FE-4DEA-B61F-403E17B06862}" dt="2026-01-16T07:13:59.154" v="338" actId="20577"/>
          <ac:spMkLst>
            <pc:docMk/>
            <pc:sldMk cId="1244191007" sldId="9770"/>
            <ac:spMk id="4" creationId="{FF190784-2F4E-1FF5-CAE1-0B771B1DE6B2}"/>
          </ac:spMkLst>
        </pc:spChg>
        <pc:spChg chg="mod">
          <ac:chgData name="Hiện, Trần Nhựt" userId="e253f154-916a-4c41-831f-463147770e02" providerId="ADAL" clId="{AF8A1A3C-18FE-4DEA-B61F-403E17B06862}" dt="2026-01-16T07:17:15.521" v="339" actId="1076"/>
          <ac:spMkLst>
            <pc:docMk/>
            <pc:sldMk cId="1244191007" sldId="9770"/>
            <ac:spMk id="7" creationId="{B93D5808-B0C0-8228-E610-8BBF0806E4A6}"/>
          </ac:spMkLst>
        </pc:spChg>
        <pc:spChg chg="mod">
          <ac:chgData name="Hiện, Trần Nhựt" userId="e253f154-916a-4c41-831f-463147770e02" providerId="ADAL" clId="{AF8A1A3C-18FE-4DEA-B61F-403E17B06862}" dt="2026-01-16T07:09:47.116" v="293" actId="5793"/>
          <ac:spMkLst>
            <pc:docMk/>
            <pc:sldMk cId="1244191007" sldId="9770"/>
            <ac:spMk id="11" creationId="{26DCAAC3-88A8-6865-D919-88611A7D02E0}"/>
          </ac:spMkLst>
        </pc:spChg>
      </pc:sldChg>
      <pc:sldChg chg="new">
        <pc:chgData name="Hiện, Trần Nhựt" userId="e253f154-916a-4c41-831f-463147770e02" providerId="ADAL" clId="{AF8A1A3C-18FE-4DEA-B61F-403E17B06862}" dt="2026-01-16T06:58:13.496" v="280" actId="680"/>
        <pc:sldMkLst>
          <pc:docMk/>
          <pc:sldMk cId="2772062195" sldId="9774"/>
        </pc:sldMkLst>
      </pc:sldChg>
      <pc:sldChg chg="addSp modSp new ord">
        <pc:chgData name="Hiện, Trần Nhựt" userId="e253f154-916a-4c41-831f-463147770e02" providerId="ADAL" clId="{AF8A1A3C-18FE-4DEA-B61F-403E17B06862}" dt="2026-01-16T08:39:25.222" v="345"/>
        <pc:sldMkLst>
          <pc:docMk/>
          <pc:sldMk cId="1924674643" sldId="9776"/>
        </pc:sldMkLst>
      </pc:sldChg>
    </pc:docChg>
  </pc:docChgLst>
  <pc:docChgLst>
    <pc:chgData name="Hoàng, Trần Minh" userId="c184dfb0-fdd7-4fb6-a869-18c4bb824ecb" providerId="ADAL" clId="{17800B8C-641D-4030-91CE-E42599E7F3EA}"/>
    <pc:docChg chg="undo redo custSel addSld delSld modSld sldOrd">
      <pc:chgData name="Hoàng, Trần Minh" userId="c184dfb0-fdd7-4fb6-a869-18c4bb824ecb" providerId="ADAL" clId="{17800B8C-641D-4030-91CE-E42599E7F3EA}" dt="2026-01-19T07:19:26.194" v="11669" actId="478"/>
      <pc:docMkLst>
        <pc:docMk/>
      </pc:docMkLst>
      <pc:sldChg chg="delSp modSp mod ord modShow">
        <pc:chgData name="Hoàng, Trần Minh" userId="c184dfb0-fdd7-4fb6-a869-18c4bb824ecb" providerId="ADAL" clId="{17800B8C-641D-4030-91CE-E42599E7F3EA}" dt="2026-01-17T14:51:05.444" v="8753" actId="6549"/>
        <pc:sldMkLst>
          <pc:docMk/>
          <pc:sldMk cId="0" sldId="258"/>
        </pc:sldMkLst>
        <pc:spChg chg="mod">
          <ac:chgData name="Hoàng, Trần Minh" userId="c184dfb0-fdd7-4fb6-a869-18c4bb824ecb" providerId="ADAL" clId="{17800B8C-641D-4030-91CE-E42599E7F3EA}" dt="2026-01-17T14:51:05.444" v="8753" actId="6549"/>
          <ac:spMkLst>
            <pc:docMk/>
            <pc:sldMk cId="0" sldId="258"/>
            <ac:spMk id="2" creationId="{00000000-0000-0000-0000-000000000000}"/>
          </ac:spMkLst>
        </pc:spChg>
        <pc:spChg chg="mod">
          <ac:chgData name="Hoàng, Trần Minh" userId="c184dfb0-fdd7-4fb6-a869-18c4bb824ecb" providerId="ADAL" clId="{17800B8C-641D-4030-91CE-E42599E7F3EA}" dt="2026-01-16T00:02:18.809" v="4895" actId="20577"/>
          <ac:spMkLst>
            <pc:docMk/>
            <pc:sldMk cId="0" sldId="258"/>
            <ac:spMk id="4" creationId="{00000000-0000-0000-0000-000000000000}"/>
          </ac:spMkLst>
        </pc:spChg>
      </pc:sldChg>
      <pc:sldChg chg="addSp delSp modSp mod ord modShow">
        <pc:chgData name="Hoàng, Trần Minh" userId="c184dfb0-fdd7-4fb6-a869-18c4bb824ecb" providerId="ADAL" clId="{17800B8C-641D-4030-91CE-E42599E7F3EA}" dt="2026-01-17T15:57:55.734" v="11542" actId="122"/>
        <pc:sldMkLst>
          <pc:docMk/>
          <pc:sldMk cId="0" sldId="263"/>
        </pc:sldMkLst>
        <pc:spChg chg="mod">
          <ac:chgData name="Hoàng, Trần Minh" userId="c184dfb0-fdd7-4fb6-a869-18c4bb824ecb" providerId="ADAL" clId="{17800B8C-641D-4030-91CE-E42599E7F3EA}" dt="2026-01-17T15:55:13.359" v="11511" actId="20577"/>
          <ac:spMkLst>
            <pc:docMk/>
            <pc:sldMk cId="0" sldId="263"/>
            <ac:spMk id="351" creationId="{00000000-0000-0000-0000-000000000000}"/>
          </ac:spMkLst>
        </pc:spChg>
        <pc:graphicFrameChg chg="add mod modGraphic">
          <ac:chgData name="Hoàng, Trần Minh" userId="c184dfb0-fdd7-4fb6-a869-18c4bb824ecb" providerId="ADAL" clId="{17800B8C-641D-4030-91CE-E42599E7F3EA}" dt="2026-01-17T15:57:55.734" v="11542" actId="122"/>
          <ac:graphicFrameMkLst>
            <pc:docMk/>
            <pc:sldMk cId="0" sldId="263"/>
            <ac:graphicFrameMk id="4" creationId="{6E6ACB8B-022A-93FF-A45B-C405DCB9FE77}"/>
          </ac:graphicFrameMkLst>
        </pc:graphicFrameChg>
      </pc:sldChg>
      <pc:sldChg chg="modSp mod ord modShow">
        <pc:chgData name="Hoàng, Trần Minh" userId="c184dfb0-fdd7-4fb6-a869-18c4bb824ecb" providerId="ADAL" clId="{17800B8C-641D-4030-91CE-E42599E7F3EA}" dt="2026-01-15T23:43:28.140" v="4221" actId="729"/>
        <pc:sldMkLst>
          <pc:docMk/>
          <pc:sldMk cId="0" sldId="271"/>
        </pc:sldMkLst>
        <pc:spChg chg="mod">
          <ac:chgData name="Hoàng, Trần Minh" userId="c184dfb0-fdd7-4fb6-a869-18c4bb824ecb" providerId="ADAL" clId="{17800B8C-641D-4030-91CE-E42599E7F3EA}" dt="2026-01-06T05:20:03.197" v="995" actId="207"/>
          <ac:spMkLst>
            <pc:docMk/>
            <pc:sldMk cId="0" sldId="271"/>
            <ac:spMk id="536" creationId="{00000000-0000-0000-0000-000000000000}"/>
          </ac:spMkLst>
        </pc:spChg>
      </pc:sldChg>
      <pc:sldChg chg="addSp delSp modSp mod ord modShow">
        <pc:chgData name="Hoàng, Trần Minh" userId="c184dfb0-fdd7-4fb6-a869-18c4bb824ecb" providerId="ADAL" clId="{17800B8C-641D-4030-91CE-E42599E7F3EA}" dt="2026-01-17T15:53:44.364" v="11461" actId="14100"/>
        <pc:sldMkLst>
          <pc:docMk/>
          <pc:sldMk cId="1969631873" sldId="364"/>
        </pc:sldMkLst>
        <pc:spChg chg="mod">
          <ac:chgData name="Hoàng, Trần Minh" userId="c184dfb0-fdd7-4fb6-a869-18c4bb824ecb" providerId="ADAL" clId="{17800B8C-641D-4030-91CE-E42599E7F3EA}" dt="2026-01-15T23:44:51.941" v="4238" actId="1076"/>
          <ac:spMkLst>
            <pc:docMk/>
            <pc:sldMk cId="1969631873" sldId="364"/>
            <ac:spMk id="2" creationId="{32CA50A3-5DF9-EF01-9A25-5B50C002B572}"/>
          </ac:spMkLst>
        </pc:spChg>
        <pc:spChg chg="mod">
          <ac:chgData name="Hoàng, Trần Minh" userId="c184dfb0-fdd7-4fb6-a869-18c4bb824ecb" providerId="ADAL" clId="{17800B8C-641D-4030-91CE-E42599E7F3EA}" dt="2026-01-15T23:46:58.332" v="4298" actId="1036"/>
          <ac:spMkLst>
            <pc:docMk/>
            <pc:sldMk cId="1969631873" sldId="364"/>
            <ac:spMk id="5" creationId="{B3F04DAB-C6AA-4CCC-0837-7F65233006B7}"/>
          </ac:spMkLst>
        </pc:spChg>
        <pc:spChg chg="add mod">
          <ac:chgData name="Hoàng, Trần Minh" userId="c184dfb0-fdd7-4fb6-a869-18c4bb824ecb" providerId="ADAL" clId="{17800B8C-641D-4030-91CE-E42599E7F3EA}" dt="2026-01-15T23:48:38.287" v="4388" actId="20577"/>
          <ac:spMkLst>
            <pc:docMk/>
            <pc:sldMk cId="1969631873" sldId="364"/>
            <ac:spMk id="8" creationId="{98953461-DF65-63E7-9062-7D9D9018647D}"/>
          </ac:spMkLst>
        </pc:spChg>
        <pc:spChg chg="add mod">
          <ac:chgData name="Hoàng, Trần Minh" userId="c184dfb0-fdd7-4fb6-a869-18c4bb824ecb" providerId="ADAL" clId="{17800B8C-641D-4030-91CE-E42599E7F3EA}" dt="2026-01-17T14:50:34.720" v="8747" actId="20577"/>
          <ac:spMkLst>
            <pc:docMk/>
            <pc:sldMk cId="1969631873" sldId="364"/>
            <ac:spMk id="9" creationId="{4CEE30E4-7ED0-9AAD-BC52-A35099BEE6DA}"/>
          </ac:spMkLst>
        </pc:spChg>
        <pc:spChg chg="mod">
          <ac:chgData name="Hoàng, Trần Minh" userId="c184dfb0-fdd7-4fb6-a869-18c4bb824ecb" providerId="ADAL" clId="{17800B8C-641D-4030-91CE-E42599E7F3EA}" dt="2026-01-15T23:47:29.996" v="4302" actId="20577"/>
          <ac:spMkLst>
            <pc:docMk/>
            <pc:sldMk cId="1969631873" sldId="364"/>
            <ac:spMk id="372" creationId="{111B4A49-B930-4A89-A1CD-6CA2B3D95AED}"/>
          </ac:spMkLst>
        </pc:spChg>
        <pc:spChg chg="mod">
          <ac:chgData name="Hoàng, Trần Minh" userId="c184dfb0-fdd7-4fb6-a869-18c4bb824ecb" providerId="ADAL" clId="{17800B8C-641D-4030-91CE-E42599E7F3EA}" dt="2026-01-17T14:50:03.395" v="8717"/>
          <ac:spMkLst>
            <pc:docMk/>
            <pc:sldMk cId="1969631873" sldId="364"/>
            <ac:spMk id="374" creationId="{111B4A49-B930-4A89-A1CD-6CA2B3D95AED}"/>
          </ac:spMkLst>
        </pc:spChg>
        <pc:spChg chg="mod">
          <ac:chgData name="Hoàng, Trần Minh" userId="c184dfb0-fdd7-4fb6-a869-18c4bb824ecb" providerId="ADAL" clId="{17800B8C-641D-4030-91CE-E42599E7F3EA}" dt="2026-01-15T23:47:37.064" v="4304" actId="6549"/>
          <ac:spMkLst>
            <pc:docMk/>
            <pc:sldMk cId="1969631873" sldId="364"/>
            <ac:spMk id="380" creationId="{111B4A49-B930-4A89-A1CD-6CA2B3D95AED}"/>
          </ac:spMkLst>
        </pc:spChg>
        <pc:spChg chg="mod">
          <ac:chgData name="Hoàng, Trần Minh" userId="c184dfb0-fdd7-4fb6-a869-18c4bb824ecb" providerId="ADAL" clId="{17800B8C-641D-4030-91CE-E42599E7F3EA}" dt="2026-01-15T23:46:58.332" v="4298" actId="1036"/>
          <ac:spMkLst>
            <pc:docMk/>
            <pc:sldMk cId="1969631873" sldId="364"/>
            <ac:spMk id="382" creationId="{111B4A49-B930-4A89-A1CD-6CA2B3D95AED}"/>
          </ac:spMkLst>
        </pc:spChg>
        <pc:spChg chg="mod">
          <ac:chgData name="Hoàng, Trần Minh" userId="c184dfb0-fdd7-4fb6-a869-18c4bb824ecb" providerId="ADAL" clId="{17800B8C-641D-4030-91CE-E42599E7F3EA}" dt="2026-01-15T23:47:41.190" v="4306" actId="6549"/>
          <ac:spMkLst>
            <pc:docMk/>
            <pc:sldMk cId="1969631873" sldId="364"/>
            <ac:spMk id="388" creationId="{111B4A49-B930-4A89-A1CD-6CA2B3D95AED}"/>
          </ac:spMkLst>
        </pc:spChg>
        <pc:spChg chg="mod">
          <ac:chgData name="Hoàng, Trần Minh" userId="c184dfb0-fdd7-4fb6-a869-18c4bb824ecb" providerId="ADAL" clId="{17800B8C-641D-4030-91CE-E42599E7F3EA}" dt="2026-01-15T23:47:45.733" v="4308" actId="6549"/>
          <ac:spMkLst>
            <pc:docMk/>
            <pc:sldMk cId="1969631873" sldId="364"/>
            <ac:spMk id="396" creationId="{111B4A49-B930-4A89-A1CD-6CA2B3D95AED}"/>
          </ac:spMkLst>
        </pc:spChg>
        <pc:spChg chg="mod">
          <ac:chgData name="Hoàng, Trần Minh" userId="c184dfb0-fdd7-4fb6-a869-18c4bb824ecb" providerId="ADAL" clId="{17800B8C-641D-4030-91CE-E42599E7F3EA}" dt="2026-01-17T15:53:34.393" v="11458" actId="21"/>
          <ac:spMkLst>
            <pc:docMk/>
            <pc:sldMk cId="1969631873" sldId="364"/>
            <ac:spMk id="398" creationId="{111B4A49-B930-4A89-A1CD-6CA2B3D95AED}"/>
          </ac:spMkLst>
        </pc:spChg>
        <pc:spChg chg="mod">
          <ac:chgData name="Hoàng, Trần Minh" userId="c184dfb0-fdd7-4fb6-a869-18c4bb824ecb" providerId="ADAL" clId="{17800B8C-641D-4030-91CE-E42599E7F3EA}" dt="2026-01-15T23:47:49.893" v="4310" actId="6549"/>
          <ac:spMkLst>
            <pc:docMk/>
            <pc:sldMk cId="1969631873" sldId="364"/>
            <ac:spMk id="404" creationId="{111B4A49-B930-4A89-A1CD-6CA2B3D95AED}"/>
          </ac:spMkLst>
        </pc:spChg>
        <pc:spChg chg="mod">
          <ac:chgData name="Hoàng, Trần Minh" userId="c184dfb0-fdd7-4fb6-a869-18c4bb824ecb" providerId="ADAL" clId="{17800B8C-641D-4030-91CE-E42599E7F3EA}" dt="2026-01-17T15:53:44.364" v="11461" actId="14100"/>
          <ac:spMkLst>
            <pc:docMk/>
            <pc:sldMk cId="1969631873" sldId="364"/>
            <ac:spMk id="406" creationId="{111B4A49-B930-4A89-A1CD-6CA2B3D95AED}"/>
          </ac:spMkLst>
        </pc:spChg>
        <pc:spChg chg="mod">
          <ac:chgData name="Hoàng, Trần Minh" userId="c184dfb0-fdd7-4fb6-a869-18c4bb824ecb" providerId="ADAL" clId="{17800B8C-641D-4030-91CE-E42599E7F3EA}" dt="2026-01-15T23:49:04.957" v="4428" actId="2711"/>
          <ac:spMkLst>
            <pc:docMk/>
            <pc:sldMk cId="1969631873" sldId="364"/>
            <ac:spMk id="450" creationId="{111B4A49-B930-4A89-A1CD-6CA2B3D95AED}"/>
          </ac:spMkLst>
        </pc:spChg>
        <pc:picChg chg="add mod">
          <ac:chgData name="Hoàng, Trần Minh" userId="c184dfb0-fdd7-4fb6-a869-18c4bb824ecb" providerId="ADAL" clId="{17800B8C-641D-4030-91CE-E42599E7F3EA}" dt="2026-01-15T23:48:33.243" v="4386" actId="1076"/>
          <ac:picMkLst>
            <pc:docMk/>
            <pc:sldMk cId="1969631873" sldId="364"/>
            <ac:picMk id="6" creationId="{91D68ECE-D25E-C587-82B8-AFAA7B288F4C}"/>
          </ac:picMkLst>
        </pc:picChg>
        <pc:picChg chg="mod">
          <ac:chgData name="Hoàng, Trần Minh" userId="c184dfb0-fdd7-4fb6-a869-18c4bb824ecb" providerId="ADAL" clId="{17800B8C-641D-4030-91CE-E42599E7F3EA}" dt="2026-01-06T05:13:43.027" v="804" actId="12788"/>
          <ac:picMkLst>
            <pc:docMk/>
            <pc:sldMk cId="1969631873" sldId="364"/>
            <ac:picMk id="370" creationId="{A8642F66-C0BB-4949-9A9C-024B120A5D52}"/>
          </ac:picMkLst>
        </pc:picChg>
        <pc:picChg chg="mod">
          <ac:chgData name="Hoàng, Trần Minh" userId="c184dfb0-fdd7-4fb6-a869-18c4bb824ecb" providerId="ADAL" clId="{17800B8C-641D-4030-91CE-E42599E7F3EA}" dt="2026-01-06T05:13:43.027" v="804" actId="12788"/>
          <ac:picMkLst>
            <pc:docMk/>
            <pc:sldMk cId="1969631873" sldId="364"/>
            <ac:picMk id="386" creationId="{A8642F66-C0BB-4949-9A9C-024B120A5D52}"/>
          </ac:picMkLst>
        </pc:picChg>
      </pc:sldChg>
      <pc:sldChg chg="addSp delSp modSp mod ord modShow">
        <pc:chgData name="Hoàng, Trần Minh" userId="c184dfb0-fdd7-4fb6-a869-18c4bb824ecb" providerId="ADAL" clId="{17800B8C-641D-4030-91CE-E42599E7F3EA}" dt="2026-01-17T14:55:38.499" v="8853" actId="478"/>
        <pc:sldMkLst>
          <pc:docMk/>
          <pc:sldMk cId="2775448975" sldId="9645"/>
        </pc:sldMkLst>
        <pc:spChg chg="mod">
          <ac:chgData name="Hoàng, Trần Minh" userId="c184dfb0-fdd7-4fb6-a869-18c4bb824ecb" providerId="ADAL" clId="{17800B8C-641D-4030-91CE-E42599E7F3EA}" dt="2026-01-16T06:53:14.160" v="8070" actId="20577"/>
          <ac:spMkLst>
            <pc:docMk/>
            <pc:sldMk cId="2775448975" sldId="9645"/>
            <ac:spMk id="2" creationId="{40FEB2B5-6C79-16BC-AEC1-98B6387F2F23}"/>
          </ac:spMkLst>
        </pc:spChg>
        <pc:spChg chg="mod">
          <ac:chgData name="Hoàng, Trần Minh" userId="c184dfb0-fdd7-4fb6-a869-18c4bb824ecb" providerId="ADAL" clId="{17800B8C-641D-4030-91CE-E42599E7F3EA}" dt="2026-01-15T06:24:53.422" v="4208" actId="20577"/>
          <ac:spMkLst>
            <pc:docMk/>
            <pc:sldMk cId="2775448975" sldId="9645"/>
            <ac:spMk id="3" creationId="{00000000-0000-0000-0000-000000000000}"/>
          </ac:spMkLst>
        </pc:spChg>
        <pc:picChg chg="add mod">
          <ac:chgData name="Hoàng, Trần Minh" userId="c184dfb0-fdd7-4fb6-a869-18c4bb824ecb" providerId="ADAL" clId="{17800B8C-641D-4030-91CE-E42599E7F3EA}" dt="2026-01-17T14:54:02.933" v="8850" actId="1036"/>
          <ac:picMkLst>
            <pc:docMk/>
            <pc:sldMk cId="2775448975" sldId="9645"/>
            <ac:picMk id="8" creationId="{2F9493C6-20A7-B3F4-1720-C122E1ED3823}"/>
          </ac:picMkLst>
        </pc:picChg>
      </pc:sldChg>
      <pc:sldChg chg="addSp delSp modSp mod ord modShow">
        <pc:chgData name="Hoàng, Trần Minh" userId="c184dfb0-fdd7-4fb6-a869-18c4bb824ecb" providerId="ADAL" clId="{17800B8C-641D-4030-91CE-E42599E7F3EA}" dt="2026-01-17T15:54:38.027" v="11492" actId="20577"/>
        <pc:sldMkLst>
          <pc:docMk/>
          <pc:sldMk cId="3958392471" sldId="9664"/>
        </pc:sldMkLst>
        <pc:spChg chg="add mod">
          <ac:chgData name="Hoàng, Trần Minh" userId="c184dfb0-fdd7-4fb6-a869-18c4bb824ecb" providerId="ADAL" clId="{17800B8C-641D-4030-91CE-E42599E7F3EA}" dt="2026-01-16T06:04:09.511" v="7340" actId="408"/>
          <ac:spMkLst>
            <pc:docMk/>
            <pc:sldMk cId="3958392471" sldId="9664"/>
            <ac:spMk id="6" creationId="{54CB8C8C-4F64-636B-582F-FA1E6CE5CF01}"/>
          </ac:spMkLst>
        </pc:spChg>
        <pc:spChg chg="mod">
          <ac:chgData name="Hoàng, Trần Minh" userId="c184dfb0-fdd7-4fb6-a869-18c4bb824ecb" providerId="ADAL" clId="{17800B8C-641D-4030-91CE-E42599E7F3EA}" dt="2026-01-16T02:00:51.599" v="6860" actId="1037"/>
          <ac:spMkLst>
            <pc:docMk/>
            <pc:sldMk cId="3958392471" sldId="9664"/>
            <ac:spMk id="9" creationId="{A01FE210-D622-2056-2B9B-91A053E67DDA}"/>
          </ac:spMkLst>
        </pc:spChg>
        <pc:spChg chg="mod">
          <ac:chgData name="Hoàng, Trần Minh" userId="c184dfb0-fdd7-4fb6-a869-18c4bb824ecb" providerId="ADAL" clId="{17800B8C-641D-4030-91CE-E42599E7F3EA}" dt="2026-01-16T02:00:42.794" v="6828" actId="1037"/>
          <ac:spMkLst>
            <pc:docMk/>
            <pc:sldMk cId="3958392471" sldId="9664"/>
            <ac:spMk id="11" creationId="{32D138CA-B3AE-F05B-639F-CD650E83AF1C}"/>
          </ac:spMkLst>
        </pc:spChg>
        <pc:spChg chg="mod">
          <ac:chgData name="Hoàng, Trần Minh" userId="c184dfb0-fdd7-4fb6-a869-18c4bb824ecb" providerId="ADAL" clId="{17800B8C-641D-4030-91CE-E42599E7F3EA}" dt="2026-01-17T15:54:38.027" v="11492" actId="20577"/>
          <ac:spMkLst>
            <pc:docMk/>
            <pc:sldMk cId="3958392471" sldId="9664"/>
            <ac:spMk id="12" creationId="{9223DE60-8CE9-14E8-8E68-DA3F63385F29}"/>
          </ac:spMkLst>
        </pc:spChg>
        <pc:spChg chg="mod">
          <ac:chgData name="Hoàng, Trần Minh" userId="c184dfb0-fdd7-4fb6-a869-18c4bb824ecb" providerId="ADAL" clId="{17800B8C-641D-4030-91CE-E42599E7F3EA}" dt="2026-01-16T06:04:09.511" v="7340" actId="408"/>
          <ac:spMkLst>
            <pc:docMk/>
            <pc:sldMk cId="3958392471" sldId="9664"/>
            <ac:spMk id="16" creationId="{320D7045-7379-427E-F475-E78DF52951F3}"/>
          </ac:spMkLst>
        </pc:spChg>
        <pc:spChg chg="mod">
          <ac:chgData name="Hoàng, Trần Minh" userId="c184dfb0-fdd7-4fb6-a869-18c4bb824ecb" providerId="ADAL" clId="{17800B8C-641D-4030-91CE-E42599E7F3EA}" dt="2026-01-16T06:04:09.511" v="7340" actId="408"/>
          <ac:spMkLst>
            <pc:docMk/>
            <pc:sldMk cId="3958392471" sldId="9664"/>
            <ac:spMk id="17" creationId="{A4B90818-157C-2D08-8330-EF7C13E4D044}"/>
          </ac:spMkLst>
        </pc:spChg>
        <pc:spChg chg="mod">
          <ac:chgData name="Hoàng, Trần Minh" userId="c184dfb0-fdd7-4fb6-a869-18c4bb824ecb" providerId="ADAL" clId="{17800B8C-641D-4030-91CE-E42599E7F3EA}" dt="2026-01-17T15:53:02.110" v="11455" actId="20577"/>
          <ac:spMkLst>
            <pc:docMk/>
            <pc:sldMk cId="3958392471" sldId="9664"/>
            <ac:spMk id="18" creationId="{4A624381-C927-A551-7D8E-FE833AD8D4CA}"/>
          </ac:spMkLst>
        </pc:spChg>
        <pc:spChg chg="add mod">
          <ac:chgData name="Hoàng, Trần Minh" userId="c184dfb0-fdd7-4fb6-a869-18c4bb824ecb" providerId="ADAL" clId="{17800B8C-641D-4030-91CE-E42599E7F3EA}" dt="2026-01-16T06:04:09.511" v="7340" actId="408"/>
          <ac:spMkLst>
            <pc:docMk/>
            <pc:sldMk cId="3958392471" sldId="9664"/>
            <ac:spMk id="19" creationId="{ED8EAE19-2736-9AF8-81B8-20772FA6BDCA}"/>
          </ac:spMkLst>
        </pc:spChg>
        <pc:spChg chg="mod">
          <ac:chgData name="Hoàng, Trần Minh" userId="c184dfb0-fdd7-4fb6-a869-18c4bb824ecb" providerId="ADAL" clId="{17800B8C-641D-4030-91CE-E42599E7F3EA}" dt="2026-01-16T06:04:09.511" v="7340" actId="408"/>
          <ac:spMkLst>
            <pc:docMk/>
            <pc:sldMk cId="3958392471" sldId="9664"/>
            <ac:spMk id="20" creationId="{F8FEC1E2-F03E-D97E-D5E1-716657F6573D}"/>
          </ac:spMkLst>
        </pc:spChg>
        <pc:spChg chg="mod">
          <ac:chgData name="Hoàng, Trần Minh" userId="c184dfb0-fdd7-4fb6-a869-18c4bb824ecb" providerId="ADAL" clId="{17800B8C-641D-4030-91CE-E42599E7F3EA}" dt="2026-01-16T02:03:37.424" v="7116" actId="1038"/>
          <ac:spMkLst>
            <pc:docMk/>
            <pc:sldMk cId="3958392471" sldId="9664"/>
            <ac:spMk id="26" creationId="{7650C1FD-717F-D9A1-6A97-840740EE3B0B}"/>
          </ac:spMkLst>
        </pc:spChg>
        <pc:cxnChg chg="add mod">
          <ac:chgData name="Hoàng, Trần Minh" userId="c184dfb0-fdd7-4fb6-a869-18c4bb824ecb" providerId="ADAL" clId="{17800B8C-641D-4030-91CE-E42599E7F3EA}" dt="2026-01-17T15:54:27.051" v="11470" actId="14100"/>
          <ac:cxnSpMkLst>
            <pc:docMk/>
            <pc:sldMk cId="3958392471" sldId="9664"/>
            <ac:cxnSpMk id="3" creationId="{71DCA655-5A91-5609-F4FA-771636F2040F}"/>
          </ac:cxnSpMkLst>
        </pc:cxnChg>
        <pc:cxnChg chg="add mod">
          <ac:chgData name="Hoàng, Trần Minh" userId="c184dfb0-fdd7-4fb6-a869-18c4bb824ecb" providerId="ADAL" clId="{17800B8C-641D-4030-91CE-E42599E7F3EA}" dt="2026-01-16T06:04:09.511" v="7340" actId="408"/>
          <ac:cxnSpMkLst>
            <pc:docMk/>
            <pc:sldMk cId="3958392471" sldId="9664"/>
            <ac:cxnSpMk id="10" creationId="{76F596F0-D0D5-1BD2-18F3-63F27943ADF5}"/>
          </ac:cxnSpMkLst>
        </pc:cxnChg>
        <pc:cxnChg chg="mod">
          <ac:chgData name="Hoàng, Trần Minh" userId="c184dfb0-fdd7-4fb6-a869-18c4bb824ecb" providerId="ADAL" clId="{17800B8C-641D-4030-91CE-E42599E7F3EA}" dt="2026-01-16T02:00:51.599" v="6860" actId="1037"/>
          <ac:cxnSpMkLst>
            <pc:docMk/>
            <pc:sldMk cId="3958392471" sldId="9664"/>
            <ac:cxnSpMk id="15" creationId="{BC811A43-4F23-6ED7-74FB-82AD1E39C759}"/>
          </ac:cxnSpMkLst>
        </pc:cxnChg>
        <pc:cxnChg chg="mod">
          <ac:chgData name="Hoàng, Trần Minh" userId="c184dfb0-fdd7-4fb6-a869-18c4bb824ecb" providerId="ADAL" clId="{17800B8C-641D-4030-91CE-E42599E7F3EA}" dt="2026-01-16T02:03:16.440" v="7112" actId="14100"/>
          <ac:cxnSpMkLst>
            <pc:docMk/>
            <pc:sldMk cId="3958392471" sldId="9664"/>
            <ac:cxnSpMk id="21" creationId="{7720FBEE-90D2-E3D7-F548-0F4424189A41}"/>
          </ac:cxnSpMkLst>
        </pc:cxnChg>
        <pc:cxnChg chg="mod">
          <ac:chgData name="Hoàng, Trần Minh" userId="c184dfb0-fdd7-4fb6-a869-18c4bb824ecb" providerId="ADAL" clId="{17800B8C-641D-4030-91CE-E42599E7F3EA}" dt="2026-01-16T06:04:09.511" v="7340" actId="408"/>
          <ac:cxnSpMkLst>
            <pc:docMk/>
            <pc:sldMk cId="3958392471" sldId="9664"/>
            <ac:cxnSpMk id="22" creationId="{7137B591-B1CD-CFF8-7ABD-F7582D52A23D}"/>
          </ac:cxnSpMkLst>
        </pc:cxnChg>
        <pc:cxnChg chg="mod">
          <ac:chgData name="Hoàng, Trần Minh" userId="c184dfb0-fdd7-4fb6-a869-18c4bb824ecb" providerId="ADAL" clId="{17800B8C-641D-4030-91CE-E42599E7F3EA}" dt="2026-01-16T06:04:09.511" v="7340" actId="408"/>
          <ac:cxnSpMkLst>
            <pc:docMk/>
            <pc:sldMk cId="3958392471" sldId="9664"/>
            <ac:cxnSpMk id="23" creationId="{1971099D-2119-DE49-86AC-8C11776F42D9}"/>
          </ac:cxnSpMkLst>
        </pc:cxnChg>
        <pc:cxnChg chg="mod">
          <ac:chgData name="Hoàng, Trần Minh" userId="c184dfb0-fdd7-4fb6-a869-18c4bb824ecb" providerId="ADAL" clId="{17800B8C-641D-4030-91CE-E42599E7F3EA}" dt="2026-01-16T02:03:24.554" v="7113" actId="408"/>
          <ac:cxnSpMkLst>
            <pc:docMk/>
            <pc:sldMk cId="3958392471" sldId="9664"/>
            <ac:cxnSpMk id="27" creationId="{59FDFC82-2AF9-EFDF-AF22-3B4D12444DDC}"/>
          </ac:cxnSpMkLst>
        </pc:cxnChg>
        <pc:cxnChg chg="mod">
          <ac:chgData name="Hoàng, Trần Minh" userId="c184dfb0-fdd7-4fb6-a869-18c4bb824ecb" providerId="ADAL" clId="{17800B8C-641D-4030-91CE-E42599E7F3EA}" dt="2026-01-16T02:03:37.424" v="7116" actId="1038"/>
          <ac:cxnSpMkLst>
            <pc:docMk/>
            <pc:sldMk cId="3958392471" sldId="9664"/>
            <ac:cxnSpMk id="30" creationId="{65453F95-4B42-0C70-6CE4-F368418BC615}"/>
          </ac:cxnSpMkLst>
        </pc:cxnChg>
        <pc:cxnChg chg="mod">
          <ac:chgData name="Hoàng, Trần Minh" userId="c184dfb0-fdd7-4fb6-a869-18c4bb824ecb" providerId="ADAL" clId="{17800B8C-641D-4030-91CE-E42599E7F3EA}" dt="2026-01-16T02:00:42.794" v="6828" actId="1037"/>
          <ac:cxnSpMkLst>
            <pc:docMk/>
            <pc:sldMk cId="3958392471" sldId="9664"/>
            <ac:cxnSpMk id="33" creationId="{ECF865E7-75DD-E2AA-9757-B7CD7FE66360}"/>
          </ac:cxnSpMkLst>
        </pc:cxnChg>
        <pc:cxnChg chg="mod">
          <ac:chgData name="Hoàng, Trần Minh" userId="c184dfb0-fdd7-4fb6-a869-18c4bb824ecb" providerId="ADAL" clId="{17800B8C-641D-4030-91CE-E42599E7F3EA}" dt="2026-01-16T02:00:46.748" v="6833" actId="1037"/>
          <ac:cxnSpMkLst>
            <pc:docMk/>
            <pc:sldMk cId="3958392471" sldId="9664"/>
            <ac:cxnSpMk id="34" creationId="{D26362B4-BEBB-FDEE-E80A-29294886CC8D}"/>
          </ac:cxnSpMkLst>
        </pc:cxnChg>
      </pc:sldChg>
      <pc:sldChg chg="modSp mod modShow modNotesTx">
        <pc:chgData name="Hoàng, Trần Minh" userId="c184dfb0-fdd7-4fb6-a869-18c4bb824ecb" providerId="ADAL" clId="{17800B8C-641D-4030-91CE-E42599E7F3EA}" dt="2026-01-17T15:50:27.482" v="11431" actId="20577"/>
        <pc:sldMkLst>
          <pc:docMk/>
          <pc:sldMk cId="547375574" sldId="9727"/>
        </pc:sldMkLst>
        <pc:graphicFrameChg chg="mod modGraphic">
          <ac:chgData name="Hoàng, Trần Minh" userId="c184dfb0-fdd7-4fb6-a869-18c4bb824ecb" providerId="ADAL" clId="{17800B8C-641D-4030-91CE-E42599E7F3EA}" dt="2026-01-17T15:50:27.482" v="11431" actId="20577"/>
          <ac:graphicFrameMkLst>
            <pc:docMk/>
            <pc:sldMk cId="547375574" sldId="9727"/>
            <ac:graphicFrameMk id="3" creationId="{245DBF9E-1633-F0A0-0E2E-D6B1AEB14634}"/>
          </ac:graphicFrameMkLst>
        </pc:graphicFrameChg>
      </pc:sldChg>
      <pc:sldChg chg="modSp mod ord modShow">
        <pc:chgData name="Hoàng, Trần Minh" userId="c184dfb0-fdd7-4fb6-a869-18c4bb824ecb" providerId="ADAL" clId="{17800B8C-641D-4030-91CE-E42599E7F3EA}" dt="2026-01-17T14:49:16.795" v="8689"/>
        <pc:sldMkLst>
          <pc:docMk/>
          <pc:sldMk cId="3466125913" sldId="9737"/>
        </pc:sldMkLst>
        <pc:spChg chg="mod">
          <ac:chgData name="Hoàng, Trần Minh" userId="c184dfb0-fdd7-4fb6-a869-18c4bb824ecb" providerId="ADAL" clId="{17800B8C-641D-4030-91CE-E42599E7F3EA}" dt="2026-01-16T00:15:03.747" v="5146" actId="20577"/>
          <ac:spMkLst>
            <pc:docMk/>
            <pc:sldMk cId="3466125913" sldId="9737"/>
            <ac:spMk id="2" creationId="{EC2FB4E5-9071-6A2E-855F-2A95AC4A742B}"/>
          </ac:spMkLst>
        </pc:spChg>
      </pc:sldChg>
      <pc:sldChg chg="addSp delSp modSp mod modShow">
        <pc:chgData name="Hoàng, Trần Minh" userId="c184dfb0-fdd7-4fb6-a869-18c4bb824ecb" providerId="ADAL" clId="{17800B8C-641D-4030-91CE-E42599E7F3EA}" dt="2026-01-17T15:54:02.098" v="11467" actId="20577"/>
        <pc:sldMkLst>
          <pc:docMk/>
          <pc:sldMk cId="4231596373" sldId="9738"/>
        </pc:sldMkLst>
        <pc:spChg chg="mod">
          <ac:chgData name="Hoàng, Trần Minh" userId="c184dfb0-fdd7-4fb6-a869-18c4bb824ecb" providerId="ADAL" clId="{17800B8C-641D-4030-91CE-E42599E7F3EA}" dt="2026-01-17T15:54:02.098" v="11467" actId="20577"/>
          <ac:spMkLst>
            <pc:docMk/>
            <pc:sldMk cId="4231596373" sldId="9738"/>
            <ac:spMk id="2" creationId="{F0D5659A-DFA2-8530-EB38-A775D0B35005}"/>
          </ac:spMkLst>
        </pc:spChg>
        <pc:spChg chg="add mod">
          <ac:chgData name="Hoàng, Trần Minh" userId="c184dfb0-fdd7-4fb6-a869-18c4bb824ecb" providerId="ADAL" clId="{17800B8C-641D-4030-91CE-E42599E7F3EA}" dt="2026-01-06T05:15:49.188" v="817"/>
          <ac:spMkLst>
            <pc:docMk/>
            <pc:sldMk cId="4231596373" sldId="9738"/>
            <ac:spMk id="7" creationId="{BA703D42-A404-F7E2-8449-A814DAF7DF84}"/>
          </ac:spMkLst>
        </pc:spChg>
      </pc:sldChg>
      <pc:sldChg chg="addSp delSp modSp mod ord modShow">
        <pc:chgData name="Hoàng, Trần Minh" userId="c184dfb0-fdd7-4fb6-a869-18c4bb824ecb" providerId="ADAL" clId="{17800B8C-641D-4030-91CE-E42599E7F3EA}" dt="2026-01-17T15:53:58.551" v="11465" actId="20577"/>
        <pc:sldMkLst>
          <pc:docMk/>
          <pc:sldMk cId="3000871264" sldId="9746"/>
        </pc:sldMkLst>
        <pc:spChg chg="mod">
          <ac:chgData name="Hoàng, Trần Minh" userId="c184dfb0-fdd7-4fb6-a869-18c4bb824ecb" providerId="ADAL" clId="{17800B8C-641D-4030-91CE-E42599E7F3EA}" dt="2026-01-17T15:53:58.551" v="11465" actId="20577"/>
          <ac:spMkLst>
            <pc:docMk/>
            <pc:sldMk cId="3000871264" sldId="9746"/>
            <ac:spMk id="2" creationId="{46E53562-8145-C686-129C-99F40EF62914}"/>
          </ac:spMkLst>
        </pc:spChg>
        <pc:spChg chg="add mod">
          <ac:chgData name="Hoàng, Trần Minh" userId="c184dfb0-fdd7-4fb6-a869-18c4bb824ecb" providerId="ADAL" clId="{17800B8C-641D-4030-91CE-E42599E7F3EA}" dt="2026-01-06T05:16:15.843" v="819"/>
          <ac:spMkLst>
            <pc:docMk/>
            <pc:sldMk cId="3000871264" sldId="9746"/>
            <ac:spMk id="7" creationId="{1E54976B-45F4-EF77-3DFF-1D4E9562C01E}"/>
          </ac:spMkLst>
        </pc:spChg>
      </pc:sldChg>
      <pc:sldChg chg="addSp delSp modSp mod modShow">
        <pc:chgData name="Hoàng, Trần Minh" userId="c184dfb0-fdd7-4fb6-a869-18c4bb824ecb" providerId="ADAL" clId="{17800B8C-641D-4030-91CE-E42599E7F3EA}" dt="2026-01-16T00:17:37.849" v="5252" actId="20577"/>
        <pc:sldMkLst>
          <pc:docMk/>
          <pc:sldMk cId="1992268283" sldId="9765"/>
        </pc:sldMkLst>
        <pc:spChg chg="mod">
          <ac:chgData name="Hoàng, Trần Minh" userId="c184dfb0-fdd7-4fb6-a869-18c4bb824ecb" providerId="ADAL" clId="{17800B8C-641D-4030-91CE-E42599E7F3EA}" dt="2026-01-16T00:17:37.849" v="5252" actId="20577"/>
          <ac:spMkLst>
            <pc:docMk/>
            <pc:sldMk cId="1992268283" sldId="9765"/>
            <ac:spMk id="2" creationId="{9106CEE1-80E5-BFF5-D9FF-7BFCB171482A}"/>
          </ac:spMkLst>
        </pc:spChg>
        <pc:spChg chg="add mod">
          <ac:chgData name="Hoàng, Trần Minh" userId="c184dfb0-fdd7-4fb6-a869-18c4bb824ecb" providerId="ADAL" clId="{17800B8C-641D-4030-91CE-E42599E7F3EA}" dt="2026-01-06T05:16:26.161" v="821"/>
          <ac:spMkLst>
            <pc:docMk/>
            <pc:sldMk cId="1992268283" sldId="9765"/>
            <ac:spMk id="7" creationId="{ACD110AE-3260-206E-43DD-CB5B9B4B1691}"/>
          </ac:spMkLst>
        </pc:spChg>
      </pc:sldChg>
      <pc:sldChg chg="add mod ord modShow">
        <pc:chgData name="Hoàng, Trần Minh" userId="c184dfb0-fdd7-4fb6-a869-18c4bb824ecb" providerId="ADAL" clId="{17800B8C-641D-4030-91CE-E42599E7F3EA}" dt="2026-01-15T23:43:28.140" v="4221" actId="729"/>
        <pc:sldMkLst>
          <pc:docMk/>
          <pc:sldMk cId="3440903803" sldId="9768"/>
        </pc:sldMkLst>
      </pc:sldChg>
      <pc:sldChg chg="addSp delSp modSp add mod modShow">
        <pc:chgData name="Hoàng, Trần Minh" userId="c184dfb0-fdd7-4fb6-a869-18c4bb824ecb" providerId="ADAL" clId="{17800B8C-641D-4030-91CE-E42599E7F3EA}" dt="2026-01-17T14:49:29.021" v="8700" actId="20577"/>
        <pc:sldMkLst>
          <pc:docMk/>
          <pc:sldMk cId="1244191007" sldId="9770"/>
        </pc:sldMkLst>
        <pc:spChg chg="mod">
          <ac:chgData name="Hoàng, Trần Minh" userId="c184dfb0-fdd7-4fb6-a869-18c4bb824ecb" providerId="ADAL" clId="{17800B8C-641D-4030-91CE-E42599E7F3EA}" dt="2026-01-16T00:01:44.320" v="4860" actId="1035"/>
          <ac:spMkLst>
            <pc:docMk/>
            <pc:sldMk cId="1244191007" sldId="9770"/>
            <ac:spMk id="2" creationId="{75CCA066-9D7E-5DF7-15F5-AEFB396C6184}"/>
          </ac:spMkLst>
        </pc:spChg>
        <pc:spChg chg="mod">
          <ac:chgData name="Hoàng, Trần Minh" userId="c184dfb0-fdd7-4fb6-a869-18c4bb824ecb" providerId="ADAL" clId="{17800B8C-641D-4030-91CE-E42599E7F3EA}" dt="2026-01-17T14:49:29.021" v="8700" actId="20577"/>
          <ac:spMkLst>
            <pc:docMk/>
            <pc:sldMk cId="1244191007" sldId="9770"/>
            <ac:spMk id="3" creationId="{2E6B1E34-91A8-5D11-4E6F-8E219D57AC6D}"/>
          </ac:spMkLst>
        </pc:spChg>
        <pc:spChg chg="mod">
          <ac:chgData name="Hoàng, Trần Minh" userId="c184dfb0-fdd7-4fb6-a869-18c4bb824ecb" providerId="ADAL" clId="{17800B8C-641D-4030-91CE-E42599E7F3EA}" dt="2026-01-16T01:57:48.654" v="6804" actId="14100"/>
          <ac:spMkLst>
            <pc:docMk/>
            <pc:sldMk cId="1244191007" sldId="9770"/>
            <ac:spMk id="4" creationId="{FF190784-2F4E-1FF5-CAE1-0B771B1DE6B2}"/>
          </ac:spMkLst>
        </pc:spChg>
        <pc:spChg chg="mod">
          <ac:chgData name="Hoàng, Trần Minh" userId="c184dfb0-fdd7-4fb6-a869-18c4bb824ecb" providerId="ADAL" clId="{17800B8C-641D-4030-91CE-E42599E7F3EA}" dt="2026-01-16T00:01:44.320" v="4860" actId="1035"/>
          <ac:spMkLst>
            <pc:docMk/>
            <pc:sldMk cId="1244191007" sldId="9770"/>
            <ac:spMk id="7" creationId="{B93D5808-B0C0-8228-E610-8BBF0806E4A6}"/>
          </ac:spMkLst>
        </pc:spChg>
        <pc:spChg chg="mod">
          <ac:chgData name="Hoàng, Trần Minh" userId="c184dfb0-fdd7-4fb6-a869-18c4bb824ecb" providerId="ADAL" clId="{17800B8C-641D-4030-91CE-E42599E7F3EA}" dt="2026-01-16T00:01:44.320" v="4860" actId="1035"/>
          <ac:spMkLst>
            <pc:docMk/>
            <pc:sldMk cId="1244191007" sldId="9770"/>
            <ac:spMk id="8" creationId="{C5E32D16-C248-26F4-DB82-3AAB67767ADB}"/>
          </ac:spMkLst>
        </pc:spChg>
        <pc:spChg chg="mod">
          <ac:chgData name="Hoàng, Trần Minh" userId="c184dfb0-fdd7-4fb6-a869-18c4bb824ecb" providerId="ADAL" clId="{17800B8C-641D-4030-91CE-E42599E7F3EA}" dt="2026-01-16T00:01:44.320" v="4860" actId="1035"/>
          <ac:spMkLst>
            <pc:docMk/>
            <pc:sldMk cId="1244191007" sldId="9770"/>
            <ac:spMk id="10" creationId="{ECDA3B55-00DB-EDFC-4914-70120EADF12C}"/>
          </ac:spMkLst>
        </pc:spChg>
        <pc:spChg chg="mod">
          <ac:chgData name="Hoàng, Trần Minh" userId="c184dfb0-fdd7-4fb6-a869-18c4bb824ecb" providerId="ADAL" clId="{17800B8C-641D-4030-91CE-E42599E7F3EA}" dt="2026-01-17T12:48:56.275" v="8216" actId="6549"/>
          <ac:spMkLst>
            <pc:docMk/>
            <pc:sldMk cId="1244191007" sldId="9770"/>
            <ac:spMk id="11" creationId="{26DCAAC3-88A8-6865-D919-88611A7D02E0}"/>
          </ac:spMkLst>
        </pc:spChg>
        <pc:spChg chg="mod">
          <ac:chgData name="Hoàng, Trần Minh" userId="c184dfb0-fdd7-4fb6-a869-18c4bb824ecb" providerId="ADAL" clId="{17800B8C-641D-4030-91CE-E42599E7F3EA}" dt="2026-01-16T00:01:44.320" v="4860" actId="1035"/>
          <ac:spMkLst>
            <pc:docMk/>
            <pc:sldMk cId="1244191007" sldId="9770"/>
            <ac:spMk id="12" creationId="{B6F825A1-C90C-86C3-E5CC-E8D49715C053}"/>
          </ac:spMkLst>
        </pc:spChg>
        <pc:picChg chg="mod">
          <ac:chgData name="Hoàng, Trần Minh" userId="c184dfb0-fdd7-4fb6-a869-18c4bb824ecb" providerId="ADAL" clId="{17800B8C-641D-4030-91CE-E42599E7F3EA}" dt="2026-01-16T00:01:44.320" v="4860" actId="1035"/>
          <ac:picMkLst>
            <pc:docMk/>
            <pc:sldMk cId="1244191007" sldId="9770"/>
            <ac:picMk id="14" creationId="{F4E1C6D1-4CE2-8B41-1FEC-9B7859E93BD8}"/>
          </ac:picMkLst>
        </pc:picChg>
        <pc:picChg chg="mod">
          <ac:chgData name="Hoàng, Trần Minh" userId="c184dfb0-fdd7-4fb6-a869-18c4bb824ecb" providerId="ADAL" clId="{17800B8C-641D-4030-91CE-E42599E7F3EA}" dt="2026-01-16T00:01:44.320" v="4860" actId="1035"/>
          <ac:picMkLst>
            <pc:docMk/>
            <pc:sldMk cId="1244191007" sldId="9770"/>
            <ac:picMk id="16" creationId="{26E23AFF-4169-7553-DE05-C27459B76045}"/>
          </ac:picMkLst>
        </pc:picChg>
      </pc:sldChg>
      <pc:sldChg chg="delSp modSp add mod ord">
        <pc:chgData name="Hoàng, Trần Minh" userId="c184dfb0-fdd7-4fb6-a869-18c4bb824ecb" providerId="ADAL" clId="{17800B8C-641D-4030-91CE-E42599E7F3EA}" dt="2026-01-17T14:52:01.179" v="8841" actId="1037"/>
        <pc:sldMkLst>
          <pc:docMk/>
          <pc:sldMk cId="721072394" sldId="9771"/>
        </pc:sldMkLst>
        <pc:spChg chg="mod">
          <ac:chgData name="Hoàng, Trần Minh" userId="c184dfb0-fdd7-4fb6-a869-18c4bb824ecb" providerId="ADAL" clId="{17800B8C-641D-4030-91CE-E42599E7F3EA}" dt="2026-01-17T14:51:50.587" v="8817" actId="1038"/>
          <ac:spMkLst>
            <pc:docMk/>
            <pc:sldMk cId="721072394" sldId="9771"/>
            <ac:spMk id="2" creationId="{6AC746EC-B32F-3C83-E022-42ABD64AAB37}"/>
          </ac:spMkLst>
        </pc:spChg>
        <pc:spChg chg="mod">
          <ac:chgData name="Hoàng, Trần Minh" userId="c184dfb0-fdd7-4fb6-a869-18c4bb824ecb" providerId="ADAL" clId="{17800B8C-641D-4030-91CE-E42599E7F3EA}" dt="2026-01-17T14:51:40.402" v="8789" actId="14100"/>
          <ac:spMkLst>
            <pc:docMk/>
            <pc:sldMk cId="721072394" sldId="9771"/>
            <ac:spMk id="4" creationId="{8560D761-E0BE-429C-1799-AF593A13E475}"/>
          </ac:spMkLst>
        </pc:spChg>
        <pc:cxnChg chg="mod">
          <ac:chgData name="Hoàng, Trần Minh" userId="c184dfb0-fdd7-4fb6-a869-18c4bb824ecb" providerId="ADAL" clId="{17800B8C-641D-4030-91CE-E42599E7F3EA}" dt="2026-01-17T14:52:01.179" v="8841" actId="1037"/>
          <ac:cxnSpMkLst>
            <pc:docMk/>
            <pc:sldMk cId="721072394" sldId="9771"/>
            <ac:cxnSpMk id="3" creationId="{8AC4DD56-254E-D99D-F2D7-3B38CD737219}"/>
          </ac:cxnSpMkLst>
        </pc:cxnChg>
      </pc:sldChg>
      <pc:sldChg chg="addSp delSp modSp add del mod">
        <pc:chgData name="Hoàng, Trần Minh" userId="c184dfb0-fdd7-4fb6-a869-18c4bb824ecb" providerId="ADAL" clId="{17800B8C-641D-4030-91CE-E42599E7F3EA}" dt="2026-01-19T07:19:26.194" v="11669" actId="478"/>
        <pc:sldMkLst>
          <pc:docMk/>
          <pc:sldMk cId="2311831129" sldId="9773"/>
        </pc:sldMkLst>
        <pc:spChg chg="mod">
          <ac:chgData name="Hoàng, Trần Minh" userId="c184dfb0-fdd7-4fb6-a869-18c4bb824ecb" providerId="ADAL" clId="{17800B8C-641D-4030-91CE-E42599E7F3EA}" dt="2026-01-16T06:00:58.568" v="7290" actId="20577"/>
          <ac:spMkLst>
            <pc:docMk/>
            <pc:sldMk cId="2311831129" sldId="9773"/>
            <ac:spMk id="4" creationId="{AC2B38A6-3B28-02C7-6258-E59B8AE07B4B}"/>
          </ac:spMkLst>
        </pc:spChg>
        <pc:graphicFrameChg chg="add mod modGraphic">
          <ac:chgData name="Hoàng, Trần Minh" userId="c184dfb0-fdd7-4fb6-a869-18c4bb824ecb" providerId="ADAL" clId="{17800B8C-641D-4030-91CE-E42599E7F3EA}" dt="2026-01-19T07:06:43.398" v="11632" actId="207"/>
          <ac:graphicFrameMkLst>
            <pc:docMk/>
            <pc:sldMk cId="2311831129" sldId="9773"/>
            <ac:graphicFrameMk id="12" creationId="{D3763B8F-47BF-77ED-336F-2C32A95DE72A}"/>
          </ac:graphicFrameMkLst>
        </pc:graphicFrameChg>
        <pc:picChg chg="add del ord">
          <ac:chgData name="Hoàng, Trần Minh" userId="c184dfb0-fdd7-4fb6-a869-18c4bb824ecb" providerId="ADAL" clId="{17800B8C-641D-4030-91CE-E42599E7F3EA}" dt="2026-01-19T07:19:26.194" v="11669" actId="478"/>
          <ac:picMkLst>
            <pc:docMk/>
            <pc:sldMk cId="2311831129" sldId="9773"/>
            <ac:picMk id="5" creationId="{72FF5F50-417C-0CEC-46D4-04B8FB1524FF}"/>
          </ac:picMkLst>
        </pc:picChg>
        <pc:picChg chg="add mod ord">
          <ac:chgData name="Hoàng, Trần Minh" userId="c184dfb0-fdd7-4fb6-a869-18c4bb824ecb" providerId="ADAL" clId="{17800B8C-641D-4030-91CE-E42599E7F3EA}" dt="2026-01-19T07:19:22.824" v="11668" actId="167"/>
          <ac:picMkLst>
            <pc:docMk/>
            <pc:sldMk cId="2311831129" sldId="9773"/>
            <ac:picMk id="6" creationId="{B48D804F-3056-D94F-21A1-C3D6B258C63F}"/>
          </ac:picMkLst>
        </pc:picChg>
        <pc:picChg chg="add del mod ord">
          <ac:chgData name="Hoàng, Trần Minh" userId="c184dfb0-fdd7-4fb6-a869-18c4bb824ecb" providerId="ADAL" clId="{17800B8C-641D-4030-91CE-E42599E7F3EA}" dt="2026-01-19T07:06:32.727" v="11631" actId="478"/>
          <ac:picMkLst>
            <pc:docMk/>
            <pc:sldMk cId="2311831129" sldId="9773"/>
            <ac:picMk id="17" creationId="{163DA428-7F19-D4BE-4D9D-D59C52A64D4D}"/>
          </ac:picMkLst>
        </pc:picChg>
      </pc:sldChg>
      <pc:sldChg chg="addSp delSp modSp mod">
        <pc:chgData name="Hoàng, Trần Minh" userId="c184dfb0-fdd7-4fb6-a869-18c4bb824ecb" providerId="ADAL" clId="{17800B8C-641D-4030-91CE-E42599E7F3EA}" dt="2026-01-19T07:08:47.214" v="11663" actId="478"/>
        <pc:sldMkLst>
          <pc:docMk/>
          <pc:sldMk cId="2772062195" sldId="9774"/>
        </pc:sldMkLst>
        <pc:spChg chg="add mod">
          <ac:chgData name="Hoàng, Trần Minh" userId="c184dfb0-fdd7-4fb6-a869-18c4bb824ecb" providerId="ADAL" clId="{17800B8C-641D-4030-91CE-E42599E7F3EA}" dt="2026-01-17T13:50:17.569" v="8680" actId="6549"/>
          <ac:spMkLst>
            <pc:docMk/>
            <pc:sldMk cId="2772062195" sldId="9774"/>
            <ac:spMk id="5" creationId="{0935EB9E-783A-E30D-8116-83183130D792}"/>
          </ac:spMkLst>
        </pc:spChg>
        <pc:picChg chg="add del mod ord">
          <ac:chgData name="Hoàng, Trần Minh" userId="c184dfb0-fdd7-4fb6-a869-18c4bb824ecb" providerId="ADAL" clId="{17800B8C-641D-4030-91CE-E42599E7F3EA}" dt="2026-01-19T07:08:47.214" v="11663" actId="478"/>
          <ac:picMkLst>
            <pc:docMk/>
            <pc:sldMk cId="2772062195" sldId="9774"/>
            <ac:picMk id="4" creationId="{0A6BF700-34A6-DCBF-119D-9C60A7D0FF23}"/>
          </ac:picMkLst>
        </pc:picChg>
        <pc:picChg chg="add del mod">
          <ac:chgData name="Hoàng, Trần Minh" userId="c184dfb0-fdd7-4fb6-a869-18c4bb824ecb" providerId="ADAL" clId="{17800B8C-641D-4030-91CE-E42599E7F3EA}" dt="2026-01-19T06:55:31.486" v="11628" actId="478"/>
          <ac:picMkLst>
            <pc:docMk/>
            <pc:sldMk cId="2772062195" sldId="9774"/>
            <ac:picMk id="6" creationId="{456E967A-8CB0-94B5-F95E-55996774CA1D}"/>
          </ac:picMkLst>
        </pc:picChg>
        <pc:picChg chg="add mod ord">
          <ac:chgData name="Hoàng, Trần Minh" userId="c184dfb0-fdd7-4fb6-a869-18c4bb824ecb" providerId="ADAL" clId="{17800B8C-641D-4030-91CE-E42599E7F3EA}" dt="2026-01-19T07:08:45.062" v="11662" actId="1036"/>
          <ac:picMkLst>
            <pc:docMk/>
            <pc:sldMk cId="2772062195" sldId="9774"/>
            <ac:picMk id="8" creationId="{97241F83-9CE9-1F28-3A6C-336A9876DF28}"/>
          </ac:picMkLst>
        </pc:picChg>
      </pc:sldChg>
      <pc:sldChg chg="addSp delSp modSp mod ord">
        <pc:chgData name="Hoàng, Trần Minh" userId="c184dfb0-fdd7-4fb6-a869-18c4bb824ecb" providerId="ADAL" clId="{17800B8C-641D-4030-91CE-E42599E7F3EA}" dt="2026-01-17T15:48:34.342" v="11361" actId="20577"/>
        <pc:sldMkLst>
          <pc:docMk/>
          <pc:sldMk cId="1924674643" sldId="9776"/>
        </pc:sldMkLst>
        <pc:spChg chg="add mod">
          <ac:chgData name="Hoàng, Trần Minh" userId="c184dfb0-fdd7-4fb6-a869-18c4bb824ecb" providerId="ADAL" clId="{17800B8C-641D-4030-91CE-E42599E7F3EA}" dt="2026-01-17T15:20:55.040" v="9777" actId="1038"/>
          <ac:spMkLst>
            <pc:docMk/>
            <pc:sldMk cId="1924674643" sldId="9776"/>
            <ac:spMk id="7" creationId="{A3608E7E-A9D0-9525-5B9A-31ACF0555FCE}"/>
          </ac:spMkLst>
        </pc:spChg>
        <pc:spChg chg="add mod">
          <ac:chgData name="Hoàng, Trần Minh" userId="c184dfb0-fdd7-4fb6-a869-18c4bb824ecb" providerId="ADAL" clId="{17800B8C-641D-4030-91CE-E42599E7F3EA}" dt="2026-01-17T15:20:55.040" v="9777" actId="1038"/>
          <ac:spMkLst>
            <pc:docMk/>
            <pc:sldMk cId="1924674643" sldId="9776"/>
            <ac:spMk id="8" creationId="{A614D4F9-2CC4-BE3F-7D2A-7267A1385556}"/>
          </ac:spMkLst>
        </pc:spChg>
        <pc:spChg chg="add mod">
          <ac:chgData name="Hoàng, Trần Minh" userId="c184dfb0-fdd7-4fb6-a869-18c4bb824ecb" providerId="ADAL" clId="{17800B8C-641D-4030-91CE-E42599E7F3EA}" dt="2026-01-17T15:20:55.040" v="9777" actId="1038"/>
          <ac:spMkLst>
            <pc:docMk/>
            <pc:sldMk cId="1924674643" sldId="9776"/>
            <ac:spMk id="9" creationId="{D9AFC0B1-F371-8931-F8A3-16EE18EE1017}"/>
          </ac:spMkLst>
        </pc:spChg>
        <pc:spChg chg="add mod">
          <ac:chgData name="Hoàng, Trần Minh" userId="c184dfb0-fdd7-4fb6-a869-18c4bb824ecb" providerId="ADAL" clId="{17800B8C-641D-4030-91CE-E42599E7F3EA}" dt="2026-01-17T15:20:55.040" v="9777" actId="1038"/>
          <ac:spMkLst>
            <pc:docMk/>
            <pc:sldMk cId="1924674643" sldId="9776"/>
            <ac:spMk id="10" creationId="{3F34AF77-B203-FCDD-6ECF-7E79E7BF91DD}"/>
          </ac:spMkLst>
        </pc:spChg>
        <pc:spChg chg="add mod">
          <ac:chgData name="Hoàng, Trần Minh" userId="c184dfb0-fdd7-4fb6-a869-18c4bb824ecb" providerId="ADAL" clId="{17800B8C-641D-4030-91CE-E42599E7F3EA}" dt="2026-01-17T15:20:55.040" v="9777" actId="1038"/>
          <ac:spMkLst>
            <pc:docMk/>
            <pc:sldMk cId="1924674643" sldId="9776"/>
            <ac:spMk id="11" creationId="{1A0A470E-468A-0B85-2D80-DE1FB5A174B7}"/>
          </ac:spMkLst>
        </pc:spChg>
        <pc:spChg chg="add mod">
          <ac:chgData name="Hoàng, Trần Minh" userId="c184dfb0-fdd7-4fb6-a869-18c4bb824ecb" providerId="ADAL" clId="{17800B8C-641D-4030-91CE-E42599E7F3EA}" dt="2026-01-17T15:34:45.738" v="10619" actId="554"/>
          <ac:spMkLst>
            <pc:docMk/>
            <pc:sldMk cId="1924674643" sldId="9776"/>
            <ac:spMk id="12" creationId="{E84DF86C-5E8B-7B15-39D6-96F8D1B44267}"/>
          </ac:spMkLst>
        </pc:spChg>
        <pc:spChg chg="add mod">
          <ac:chgData name="Hoàng, Trần Minh" userId="c184dfb0-fdd7-4fb6-a869-18c4bb824ecb" providerId="ADAL" clId="{17800B8C-641D-4030-91CE-E42599E7F3EA}" dt="2026-01-17T15:35:56.035" v="10758" actId="554"/>
          <ac:spMkLst>
            <pc:docMk/>
            <pc:sldMk cId="1924674643" sldId="9776"/>
            <ac:spMk id="13" creationId="{2E4D40A1-AE7C-3B83-C3B3-5EE2E9F63C06}"/>
          </ac:spMkLst>
        </pc:spChg>
        <pc:spChg chg="add mod">
          <ac:chgData name="Hoàng, Trần Minh" userId="c184dfb0-fdd7-4fb6-a869-18c4bb824ecb" providerId="ADAL" clId="{17800B8C-641D-4030-91CE-E42599E7F3EA}" dt="2026-01-17T15:36:06.008" v="10759" actId="554"/>
          <ac:spMkLst>
            <pc:docMk/>
            <pc:sldMk cId="1924674643" sldId="9776"/>
            <ac:spMk id="14" creationId="{8CC35201-1A02-8433-D2E7-06D91DA7A34A}"/>
          </ac:spMkLst>
        </pc:spChg>
        <pc:spChg chg="add mod">
          <ac:chgData name="Hoàng, Trần Minh" userId="c184dfb0-fdd7-4fb6-a869-18c4bb824ecb" providerId="ADAL" clId="{17800B8C-641D-4030-91CE-E42599E7F3EA}" dt="2026-01-17T15:34:45.738" v="10619" actId="554"/>
          <ac:spMkLst>
            <pc:docMk/>
            <pc:sldMk cId="1924674643" sldId="9776"/>
            <ac:spMk id="15" creationId="{7DD32867-6913-A20A-C23A-373757DAF675}"/>
          </ac:spMkLst>
        </pc:spChg>
        <pc:spChg chg="add mod">
          <ac:chgData name="Hoàng, Trần Minh" userId="c184dfb0-fdd7-4fb6-a869-18c4bb824ecb" providerId="ADAL" clId="{17800B8C-641D-4030-91CE-E42599E7F3EA}" dt="2026-01-17T15:35:56.035" v="10758" actId="554"/>
          <ac:spMkLst>
            <pc:docMk/>
            <pc:sldMk cId="1924674643" sldId="9776"/>
            <ac:spMk id="16" creationId="{D878C776-19ED-CF1F-3BD1-BB86562E389A}"/>
          </ac:spMkLst>
        </pc:spChg>
        <pc:spChg chg="add mod">
          <ac:chgData name="Hoàng, Trần Minh" userId="c184dfb0-fdd7-4fb6-a869-18c4bb824ecb" providerId="ADAL" clId="{17800B8C-641D-4030-91CE-E42599E7F3EA}" dt="2026-01-17T15:36:06.008" v="10759" actId="554"/>
          <ac:spMkLst>
            <pc:docMk/>
            <pc:sldMk cId="1924674643" sldId="9776"/>
            <ac:spMk id="17" creationId="{E9F7446C-0A92-357F-EF00-B3C7D4B13FBF}"/>
          </ac:spMkLst>
        </pc:spChg>
        <pc:spChg chg="add mod">
          <ac:chgData name="Hoàng, Trần Minh" userId="c184dfb0-fdd7-4fb6-a869-18c4bb824ecb" providerId="ADAL" clId="{17800B8C-641D-4030-91CE-E42599E7F3EA}" dt="2026-01-17T15:43:06.561" v="11026" actId="20577"/>
          <ac:spMkLst>
            <pc:docMk/>
            <pc:sldMk cId="1924674643" sldId="9776"/>
            <ac:spMk id="18" creationId="{DE60984D-2D81-B7CD-53FC-71041B217588}"/>
          </ac:spMkLst>
        </pc:spChg>
        <pc:spChg chg="add mod">
          <ac:chgData name="Hoàng, Trần Minh" userId="c184dfb0-fdd7-4fb6-a869-18c4bb824ecb" providerId="ADAL" clId="{17800B8C-641D-4030-91CE-E42599E7F3EA}" dt="2026-01-17T15:43:38.983" v="11093" actId="20577"/>
          <ac:spMkLst>
            <pc:docMk/>
            <pc:sldMk cId="1924674643" sldId="9776"/>
            <ac:spMk id="19" creationId="{FB2C2EBE-7DE5-2B52-E270-BB52BFD43AB6}"/>
          </ac:spMkLst>
        </pc:spChg>
        <pc:spChg chg="add mod">
          <ac:chgData name="Hoàng, Trần Minh" userId="c184dfb0-fdd7-4fb6-a869-18c4bb824ecb" providerId="ADAL" clId="{17800B8C-641D-4030-91CE-E42599E7F3EA}" dt="2026-01-17T15:47:09.102" v="11306" actId="21"/>
          <ac:spMkLst>
            <pc:docMk/>
            <pc:sldMk cId="1924674643" sldId="9776"/>
            <ac:spMk id="20" creationId="{05AABE74-D3A3-7972-4E8F-3CC05CE61272}"/>
          </ac:spMkLst>
        </pc:spChg>
        <pc:spChg chg="add mod">
          <ac:chgData name="Hoàng, Trần Minh" userId="c184dfb0-fdd7-4fb6-a869-18c4bb824ecb" providerId="ADAL" clId="{17800B8C-641D-4030-91CE-E42599E7F3EA}" dt="2026-01-17T15:38:27.206" v="10814" actId="20577"/>
          <ac:spMkLst>
            <pc:docMk/>
            <pc:sldMk cId="1924674643" sldId="9776"/>
            <ac:spMk id="21" creationId="{75A42322-A40C-E931-0F31-359A13318647}"/>
          </ac:spMkLst>
        </pc:spChg>
        <pc:spChg chg="add mod">
          <ac:chgData name="Hoàng, Trần Minh" userId="c184dfb0-fdd7-4fb6-a869-18c4bb824ecb" providerId="ADAL" clId="{17800B8C-641D-4030-91CE-E42599E7F3EA}" dt="2026-01-17T15:48:34.342" v="11361" actId="20577"/>
          <ac:spMkLst>
            <pc:docMk/>
            <pc:sldMk cId="1924674643" sldId="9776"/>
            <ac:spMk id="22" creationId="{8D3F5A79-A7CB-B1A7-10E2-8934F7867C28}"/>
          </ac:spMkLst>
        </pc:spChg>
        <pc:spChg chg="add mod">
          <ac:chgData name="Hoàng, Trần Minh" userId="c184dfb0-fdd7-4fb6-a869-18c4bb824ecb" providerId="ADAL" clId="{17800B8C-641D-4030-91CE-E42599E7F3EA}" dt="2026-01-17T15:45:16.131" v="11160" actId="21"/>
          <ac:spMkLst>
            <pc:docMk/>
            <pc:sldMk cId="1924674643" sldId="9776"/>
            <ac:spMk id="23" creationId="{B68CCC45-3C79-FB44-EF67-2CDCD537B4EA}"/>
          </ac:spMkLst>
        </pc:spChg>
        <pc:spChg chg="add mod">
          <ac:chgData name="Hoàng, Trần Minh" userId="c184dfb0-fdd7-4fb6-a869-18c4bb824ecb" providerId="ADAL" clId="{17800B8C-641D-4030-91CE-E42599E7F3EA}" dt="2026-01-17T15:45:22.425" v="11162" actId="14100"/>
          <ac:spMkLst>
            <pc:docMk/>
            <pc:sldMk cId="1924674643" sldId="9776"/>
            <ac:spMk id="24" creationId="{B8DD419F-23FA-8486-9FC0-C01E5D2349E6}"/>
          </ac:spMkLst>
        </pc:spChg>
        <pc:spChg chg="add mod">
          <ac:chgData name="Hoàng, Trần Minh" userId="c184dfb0-fdd7-4fb6-a869-18c4bb824ecb" providerId="ADAL" clId="{17800B8C-641D-4030-91CE-E42599E7F3EA}" dt="2026-01-17T15:47:39.436" v="11331" actId="20577"/>
          <ac:spMkLst>
            <pc:docMk/>
            <pc:sldMk cId="1924674643" sldId="9776"/>
            <ac:spMk id="25" creationId="{8FA0AF9D-01C7-7D21-4E2B-B6091469DB2E}"/>
          </ac:spMkLst>
        </pc:spChg>
        <pc:spChg chg="add mod">
          <ac:chgData name="Hoàng, Trần Minh" userId="c184dfb0-fdd7-4fb6-a869-18c4bb824ecb" providerId="ADAL" clId="{17800B8C-641D-4030-91CE-E42599E7F3EA}" dt="2026-01-17T15:46:54.394" v="11305" actId="20577"/>
          <ac:spMkLst>
            <pc:docMk/>
            <pc:sldMk cId="1924674643" sldId="9776"/>
            <ac:spMk id="26" creationId="{186F5BDE-A12E-27DB-0ED1-B9B80DF02AA6}"/>
          </ac:spMkLst>
        </pc:spChg>
        <pc:picChg chg="add mod">
          <ac:chgData name="Hoàng, Trần Minh" userId="c184dfb0-fdd7-4fb6-a869-18c4bb824ecb" providerId="ADAL" clId="{17800B8C-641D-4030-91CE-E42599E7F3EA}" dt="2026-01-17T15:36:56.799" v="10763" actId="552"/>
          <ac:picMkLst>
            <pc:docMk/>
            <pc:sldMk cId="1924674643" sldId="9776"/>
            <ac:picMk id="6" creationId="{15ADDB4C-43FD-017F-ACFE-7D9C036B1DE6}"/>
          </ac:picMkLst>
        </pc:picChg>
      </pc:sldChg>
    </pc:docChg>
  </pc:docChgLst>
  <pc:docChgLst>
    <pc:chgData name="Hoàng, Trần Minh" userId="S::tranminhhoang@duytanrecycling.com::c184dfb0-fdd7-4fb6-a869-18c4bb824ecb" providerId="AD" clId="Web-{41A83F84-EF8A-47F8-A380-99B20C3ACE7D}"/>
    <pc:docChg chg="modSld">
      <pc:chgData name="Hoàng, Trần Minh" userId="S::tranminhhoang@duytanrecycling.com::c184dfb0-fdd7-4fb6-a869-18c4bb824ecb" providerId="AD" clId="Web-{41A83F84-EF8A-47F8-A380-99B20C3ACE7D}" dt="2026-01-19T07:49:19.203" v="10" actId="20577"/>
      <pc:docMkLst>
        <pc:docMk/>
      </pc:docMkLst>
      <pc:sldChg chg="modSp">
        <pc:chgData name="Hoàng, Trần Minh" userId="S::tranminhhoang@duytanrecycling.com::c184dfb0-fdd7-4fb6-a869-18c4bb824ecb" providerId="AD" clId="Web-{41A83F84-EF8A-47F8-A380-99B20C3ACE7D}" dt="2026-01-19T07:49:19.203" v="10" actId="20577"/>
        <pc:sldMkLst>
          <pc:docMk/>
          <pc:sldMk cId="3958392471" sldId="9664"/>
        </pc:sldMkLst>
        <pc:spChg chg="mod">
          <ac:chgData name="Hoàng, Trần Minh" userId="S::tranminhhoang@duytanrecycling.com::c184dfb0-fdd7-4fb6-a869-18c4bb824ecb" providerId="AD" clId="Web-{41A83F84-EF8A-47F8-A380-99B20C3ACE7D}" dt="2026-01-19T07:49:19.203" v="10" actId="20577"/>
          <ac:spMkLst>
            <pc:docMk/>
            <pc:sldMk cId="3958392471" sldId="9664"/>
            <ac:spMk id="18" creationId="{4A624381-C927-A551-7D8E-FE833AD8D4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83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02F8A-AF7F-3B28-D15F-B831A5C3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36ABE-6A70-1CA1-776E-44FAE3D4D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7362D-DD9C-98FD-3BC1-158B48915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10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42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7ACF6-E48D-74BC-8E25-601763AF3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D6B78-AC7F-E777-F6A1-E2393E5EB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04A7C-46AE-7830-2B81-72C601983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526A5-5F74-9CE2-D1F5-3BCD975E7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49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83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2CECD-4A7A-5BC1-F31F-A9DAD31C1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DF917-3850-297F-215E-AD1EADA0D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00070-259E-596C-50E2-E1B809BBD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E0C74-56D0-4C36-4407-0AEEE9F9C1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74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>
                <a:solidFill>
                  <a:schemeClr val="dk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Cung ứng gửi lại KPI sản lượng.</a:t>
            </a:r>
          </a:p>
        </p:txBody>
      </p:sp>
    </p:spTree>
    <p:extLst>
      <p:ext uri="{BB962C8B-B14F-4D97-AF65-F5344CB8AC3E}">
        <p14:creationId xmlns:p14="http://schemas.microsoft.com/office/powerpoint/2010/main" val="2060242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4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FBF41-62EE-DACA-2482-A9D2012399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‹#›</a:t>
            </a:fld>
            <a:r>
              <a:rPr lang="en-US"/>
              <a:t>/16</a:t>
            </a:r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CB738-D6C4-086D-000F-9D418E23C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‹#›</a:t>
            </a:fld>
            <a:r>
              <a:rPr lang="en-US"/>
              <a:t>/16</a:t>
            </a:r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3B9E2-79F5-CA28-DFB8-570DE0337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‹#›</a:t>
            </a:fld>
            <a:r>
              <a:rPr lang="en-US"/>
              <a:t>/16</a:t>
            </a:r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58696-E649-6359-BE8F-B341ED4F6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‹#›</a:t>
            </a:fld>
            <a:r>
              <a:rPr lang="en-US"/>
              <a:t>/16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64371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bg>
      <p:bgRef idx="1001">
        <a:schemeClr val="bg1"/>
      </p:bgRef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74320" marR="0" lvl="0" indent="-13716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48640" marR="0" lvl="1" indent="-13716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22960" marR="0" lvl="2" indent="-13716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097280" marR="0" lvl="3" indent="-13716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71600" marR="0" lvl="4" indent="-13716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645920" marR="0" lvl="5" indent="-13716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920240" marR="0" lvl="6" indent="-13716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194560" marR="0" lvl="7" indent="-13716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468880" marR="0" lvl="8" indent="-13716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DA6341-1D68-6D83-BEF5-746FD8469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ABB72-9AF4-87D9-8E13-303B906B18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33038" y="7627938"/>
            <a:ext cx="3290887" cy="438150"/>
          </a:xfrm>
        </p:spPr>
        <p:txBody>
          <a:bodyPr/>
          <a:lstStyle/>
          <a:p>
            <a:fld id="{2C65C952-D7A8-4A3B-8A5D-A749AB93196A}" type="slidenum">
              <a:rPr lang="vi-VN" smtClean="0"/>
              <a:pPr/>
              <a:t>‹#›</a:t>
            </a:fld>
            <a:r>
              <a:rPr lang="en-US"/>
              <a:t>/16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4840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title"/>
          </p:nvPr>
        </p:nvSpPr>
        <p:spPr>
          <a:xfrm>
            <a:off x="731520" y="329565"/>
            <a:ext cx="131673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8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8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8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8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8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8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8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8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710DEB0-4923-4B85-B71F-49DDE7D3D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33038" y="7627938"/>
            <a:ext cx="3290887" cy="438150"/>
          </a:xfrm>
        </p:spPr>
        <p:txBody>
          <a:bodyPr/>
          <a:lstStyle/>
          <a:p>
            <a:fld id="{2C65C952-D7A8-4A3B-8A5D-A749AB93196A}" type="slidenum">
              <a:rPr lang="vi-VN" smtClean="0"/>
              <a:pPr/>
              <a:t>‹#›</a:t>
            </a:fld>
            <a:r>
              <a:rPr lang="en-US"/>
              <a:t>/16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16295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850F37-1736-F71F-2505-CDA25C6412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‹#›</a:t>
            </a:fld>
            <a:r>
              <a:rPr lang="en-US"/>
              <a:t>/16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3085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9310F6-2E9A-20C7-4273-D631FB1C6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5C952-D7A8-4A3B-8A5D-A749AB93196A}" type="slidenum">
              <a:rPr lang="vi-VN" smtClean="0"/>
              <a:pPr/>
              <a:t>‹#›</a:t>
            </a:fld>
            <a:r>
              <a:rPr lang="en-US"/>
              <a:t>/16</a:t>
            </a:r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1" r:id="rId2"/>
    <p:sldLayoutId id="2147483682" r:id="rId3"/>
    <p:sldLayoutId id="2147483692" r:id="rId4"/>
    <p:sldLayoutId id="2147483693" r:id="rId5"/>
    <p:sldLayoutId id="2147483694" r:id="rId6"/>
    <p:sldLayoutId id="2147483695" r:id="rId7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039D8-07B1-DE28-E45F-2D32FA5C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Rect">
            <a:extLst>
              <a:ext uri="{FF2B5EF4-FFF2-40B4-BE49-F238E27FC236}">
                <a16:creationId xmlns:a16="http://schemas.microsoft.com/office/drawing/2014/main" id="{D0715B5C-B8E4-5AA5-4289-392C1A6162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3071158" y="0"/>
            <a:ext cx="11559243" cy="8229600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C929B27C-F54F-DBBC-CC77-CF926BC78AB2}"/>
              </a:ext>
            </a:extLst>
          </p:cNvPr>
          <p:cNvSpPr/>
          <p:nvPr/>
        </p:nvSpPr>
        <p:spPr>
          <a:xfrm>
            <a:off x="169817" y="2971248"/>
            <a:ext cx="6325891" cy="152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Pre-</a:t>
            </a:r>
            <a:r>
              <a:rPr lang="en-US" sz="445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KickOff</a:t>
            </a:r>
            <a:r>
              <a:rPr lang="en-US" sz="445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445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Dự</a:t>
            </a:r>
            <a:r>
              <a:rPr lang="en-US" sz="445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445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Án</a:t>
            </a:r>
            <a:r>
              <a:rPr lang="en-US" sz="445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</a:p>
          <a:p>
            <a:pPr marL="0" indent="0">
              <a:lnSpc>
                <a:spcPts val="5550"/>
              </a:lnSpc>
              <a:buNone/>
            </a:pPr>
            <a:r>
              <a:rPr lang="en-US" sz="445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Trạm</a:t>
            </a:r>
            <a:r>
              <a:rPr lang="en-US" sz="445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445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Cấp</a:t>
            </a:r>
            <a:r>
              <a:rPr lang="en-US" sz="445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1 TP.HCM</a:t>
            </a:r>
          </a:p>
        </p:txBody>
      </p:sp>
      <p:pic>
        <p:nvPicPr>
          <p:cNvPr id="10" name="Picture 9" descr="A green and grey recycle sign&#10;&#10;Description automatically generated">
            <a:extLst>
              <a:ext uri="{FF2B5EF4-FFF2-40B4-BE49-F238E27FC236}">
                <a16:creationId xmlns:a16="http://schemas.microsoft.com/office/drawing/2014/main" id="{D30D731D-5790-2028-9398-93443C396FB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327" y="1483276"/>
            <a:ext cx="2656041" cy="5818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ADBF329-589E-CC8C-CDE8-87A3C464BE3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3" t="-94"/>
          <a:stretch/>
        </p:blipFill>
        <p:spPr>
          <a:xfrm>
            <a:off x="6725682" y="2252291"/>
            <a:ext cx="7904393" cy="444622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2709AB-9385-DA02-DE6D-60F922F099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1</a:t>
            </a:fld>
            <a:r>
              <a:rPr lang="en-US"/>
              <a:t>/16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0903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609600" y="0"/>
            <a:ext cx="3402330" cy="8229600"/>
          </a:xfrm>
          <a:prstGeom prst="rect">
            <a:avLst/>
          </a:prstGeom>
        </p:spPr>
      </p:pic>
      <p:pic>
        <p:nvPicPr>
          <p:cNvPr id="36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09600" y="0"/>
            <a:ext cx="3340158" cy="8229600"/>
          </a:xfrm>
          <a:prstGeom prst="rect">
            <a:avLst/>
          </a:prstGeom>
        </p:spPr>
      </p:pic>
      <p:pic>
        <p:nvPicPr>
          <p:cNvPr id="3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4759398" y="1835690"/>
            <a:ext cx="335280" cy="335280"/>
          </a:xfrm>
          <a:prstGeom prst="rect">
            <a:avLst/>
          </a:prstGeom>
        </p:spPr>
      </p:pic>
      <p:sp>
        <p:nvSpPr>
          <p:cNvPr id="372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879413" y="1852378"/>
            <a:ext cx="95250" cy="277064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584" spc="-34">
                <a:solidFill>
                  <a:srgbClr val="FBFDFB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74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82138" y="1835691"/>
            <a:ext cx="3402330" cy="300788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680" b="1" spc="-17">
                <a:solidFill>
                  <a:srgbClr val="0D4714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 HƯỚNG</a:t>
            </a:r>
          </a:p>
        </p:txBody>
      </p:sp>
      <p:pic>
        <p:nvPicPr>
          <p:cNvPr id="3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4759398" y="2853318"/>
            <a:ext cx="335280" cy="335280"/>
          </a:xfrm>
          <a:prstGeom prst="rect">
            <a:avLst/>
          </a:prstGeom>
        </p:spPr>
      </p:pic>
      <p:sp>
        <p:nvSpPr>
          <p:cNvPr id="380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856553" y="2870005"/>
            <a:ext cx="140970" cy="277064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584" spc="-34">
                <a:solidFill>
                  <a:srgbClr val="FBFDFB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8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82138" y="2841675"/>
            <a:ext cx="3402330" cy="28950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680" b="1" spc="-17">
                <a:solidFill>
                  <a:srgbClr val="0D4714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</a:p>
        </p:txBody>
      </p:sp>
      <p:pic>
        <p:nvPicPr>
          <p:cNvPr id="3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4759398" y="3793774"/>
            <a:ext cx="335280" cy="335280"/>
          </a:xfrm>
          <a:prstGeom prst="rect">
            <a:avLst/>
          </a:prstGeom>
        </p:spPr>
      </p:pic>
      <p:sp>
        <p:nvSpPr>
          <p:cNvPr id="388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856553" y="3810461"/>
            <a:ext cx="140970" cy="277064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584" spc="-34">
                <a:solidFill>
                  <a:srgbClr val="FBFDFB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3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4759398" y="4748101"/>
            <a:ext cx="335280" cy="335280"/>
          </a:xfrm>
          <a:prstGeom prst="rect">
            <a:avLst/>
          </a:prstGeom>
        </p:spPr>
      </p:pic>
      <p:sp>
        <p:nvSpPr>
          <p:cNvPr id="396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848933" y="4764788"/>
            <a:ext cx="156210" cy="277064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584" spc="-34">
                <a:solidFill>
                  <a:srgbClr val="FBFDFB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398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82138" y="3801618"/>
            <a:ext cx="3686260" cy="28950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680" b="1" spc="-17">
                <a:solidFill>
                  <a:srgbClr val="0D4714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 VIÊN DỰ ÁN</a:t>
            </a:r>
          </a:p>
        </p:txBody>
      </p:sp>
      <p:pic>
        <p:nvPicPr>
          <p:cNvPr id="4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4759398" y="5809745"/>
            <a:ext cx="335280" cy="335280"/>
          </a:xfrm>
          <a:prstGeom prst="rect">
            <a:avLst/>
          </a:prstGeom>
        </p:spPr>
      </p:pic>
      <p:sp>
        <p:nvSpPr>
          <p:cNvPr id="404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852743" y="5826356"/>
            <a:ext cx="148590" cy="277064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584" spc="-34">
                <a:solidFill>
                  <a:srgbClr val="FBFDFB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406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82138" y="4767009"/>
            <a:ext cx="2829098" cy="61010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680" b="1" spc="-17">
                <a:solidFill>
                  <a:srgbClr val="0D4714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 HOẠCH THỰC HIỆN</a:t>
            </a:r>
          </a:p>
          <a:p>
            <a:pPr>
              <a:lnSpc>
                <a:spcPts val="2520"/>
              </a:lnSpc>
            </a:pPr>
            <a:endParaRPr lang="en-US" sz="1680" b="1" spc="-17">
              <a:solidFill>
                <a:srgbClr val="0D4714">
                  <a:alpha val="10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" name="Click here to edit title-47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81990" y="581890"/>
            <a:ext cx="3257550" cy="53091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3360" b="1" spc="-34">
                <a:solidFill>
                  <a:srgbClr val="FBFDFB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</a:t>
            </a:r>
          </a:p>
        </p:txBody>
      </p:sp>
      <p:sp>
        <p:nvSpPr>
          <p:cNvPr id="5" name="Primary Heading-4">
            <a:extLst>
              <a:ext uri="{FF2B5EF4-FFF2-40B4-BE49-F238E27FC236}">
                <a16:creationId xmlns:a16="http://schemas.microsoft.com/office/drawing/2014/main" id="{B3F04DAB-C6AA-4CCC-0837-7F65233006B7}"/>
              </a:ext>
            </a:extLst>
          </p:cNvPr>
          <p:cNvSpPr txBox="1"/>
          <p:nvPr/>
        </p:nvSpPr>
        <p:spPr>
          <a:xfrm>
            <a:off x="5182138" y="5826304"/>
            <a:ext cx="2195387" cy="28950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680" b="1" spc="-17">
                <a:solidFill>
                  <a:srgbClr val="0D4714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CÁO DỰ ÁN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CA50A3-5DF9-EF01-9A25-5B50C002B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2</a:t>
            </a:fld>
            <a:r>
              <a:rPr lang="en-US"/>
              <a:t>/16</a:t>
            </a:r>
            <a:endParaRPr lang="vi-VN"/>
          </a:p>
        </p:txBody>
      </p:sp>
      <p:pic>
        <p:nvPicPr>
          <p:cNvPr id="6" name="Rect">
            <a:extLst>
              <a:ext uri="{FF2B5EF4-FFF2-40B4-BE49-F238E27FC236}">
                <a16:creationId xmlns:a16="http://schemas.microsoft.com/office/drawing/2014/main" id="{91D68ECE-D25E-C587-82B8-AFAA7B288F4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4759398" y="728269"/>
            <a:ext cx="335280" cy="335280"/>
          </a:xfrm>
          <a:prstGeom prst="rect">
            <a:avLst/>
          </a:prstGeom>
        </p:spPr>
      </p:pic>
      <p:sp>
        <p:nvSpPr>
          <p:cNvPr id="8" name="-0">
            <a:extLst>
              <a:ext uri="{FF2B5EF4-FFF2-40B4-BE49-F238E27FC236}">
                <a16:creationId xmlns:a16="http://schemas.microsoft.com/office/drawing/2014/main" id="{98953461-DF65-63E7-9062-7D9D9018647D}"/>
              </a:ext>
            </a:extLst>
          </p:cNvPr>
          <p:cNvSpPr txBox="1"/>
          <p:nvPr/>
        </p:nvSpPr>
        <p:spPr>
          <a:xfrm>
            <a:off x="4879413" y="744957"/>
            <a:ext cx="95250" cy="277064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584" spc="-34">
                <a:solidFill>
                  <a:srgbClr val="FBFDFB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" name="Primary Heading-0">
            <a:extLst>
              <a:ext uri="{FF2B5EF4-FFF2-40B4-BE49-F238E27FC236}">
                <a16:creationId xmlns:a16="http://schemas.microsoft.com/office/drawing/2014/main" id="{4CEE30E4-7ED0-9AAD-BC52-A35099BEE6DA}"/>
              </a:ext>
            </a:extLst>
          </p:cNvPr>
          <p:cNvSpPr txBox="1"/>
          <p:nvPr/>
        </p:nvSpPr>
        <p:spPr>
          <a:xfrm>
            <a:off x="5182138" y="728270"/>
            <a:ext cx="3402330" cy="300788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vi-VN" sz="1680" b="1" spc="-17">
                <a:solidFill>
                  <a:srgbClr val="0D4714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 THIỆU CHUNG</a:t>
            </a:r>
            <a:endParaRPr lang="en-US" sz="1680" b="1" spc="-17">
              <a:solidFill>
                <a:srgbClr val="0D4714">
                  <a:alpha val="10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631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FF8F0-1D4B-A2F7-8C2C-5BA98A1E7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C746EC-B32F-3C83-E022-42ABD64AAB37}"/>
              </a:ext>
            </a:extLst>
          </p:cNvPr>
          <p:cNvSpPr txBox="1">
            <a:spLocks/>
          </p:cNvSpPr>
          <p:nvPr/>
        </p:nvSpPr>
        <p:spPr>
          <a:xfrm>
            <a:off x="9255328" y="909583"/>
            <a:ext cx="4861560" cy="432816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2388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poppins-bold"/>
                <a:ea typeface="poppins-bold"/>
                <a:cs typeface="poppins-bold"/>
              </a:rPr>
              <a:t> 0</a:t>
            </a:r>
            <a:r>
              <a:rPr kumimoji="1" lang="vi-VN" altLang="zh-CN" sz="2388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poppins-bold"/>
                <a:ea typeface="poppins-bold"/>
                <a:cs typeface="poppins-bold"/>
              </a:rPr>
              <a:t>1</a:t>
            </a:r>
            <a:endParaRPr kumimoji="1" lang="zh-CN" altLang="en-US" sz="2160"/>
          </a:p>
        </p:txBody>
      </p:sp>
      <p:cxnSp>
        <p:nvCxnSpPr>
          <p:cNvPr id="3" name="标题 1">
            <a:extLst>
              <a:ext uri="{FF2B5EF4-FFF2-40B4-BE49-F238E27FC236}">
                <a16:creationId xmlns:a16="http://schemas.microsoft.com/office/drawing/2014/main" id="{8AC4DD56-254E-D99D-F2D7-3B38CD737219}"/>
              </a:ext>
            </a:extLst>
          </p:cNvPr>
          <p:cNvCxnSpPr/>
          <p:nvPr/>
        </p:nvCxnSpPr>
        <p:spPr>
          <a:xfrm>
            <a:off x="9352302" y="5132070"/>
            <a:ext cx="4867991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/>
          </a:ln>
        </p:spPr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8560D761-E0BE-429C-1799-AF593A13E475}"/>
              </a:ext>
            </a:extLst>
          </p:cNvPr>
          <p:cNvSpPr txBox="1">
            <a:spLocks/>
          </p:cNvSpPr>
          <p:nvPr/>
        </p:nvSpPr>
        <p:spPr>
          <a:xfrm>
            <a:off x="3174677" y="2026919"/>
            <a:ext cx="6190996" cy="310515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vi-VN" altLang="zh-CN" sz="5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GIỚI THIỆU CHUNG</a:t>
            </a:r>
            <a:endParaRPr kumimoji="1" lang="zh-CN" altLang="en-US" sz="500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45BE42B-7804-1E5D-9585-8D02A907A3AD}"/>
              </a:ext>
            </a:extLst>
          </p:cNvPr>
          <p:cNvSpPr txBox="1">
            <a:spLocks/>
          </p:cNvSpPr>
          <p:nvPr/>
        </p:nvSpPr>
        <p:spPr>
          <a:xfrm>
            <a:off x="1401746" y="-1"/>
            <a:ext cx="1417438" cy="513207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sq">
            <a:noFill/>
            <a:miter/>
          </a:ln>
        </p:spPr>
        <p:txBody>
          <a:bodyPr vert="horz" wrap="square" lIns="109728" tIns="54864" rIns="109728" bIns="54864"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EFB0C-6B34-CDC1-A41C-F0F4B23C37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3</a:t>
            </a:fld>
            <a:r>
              <a:rPr lang="en-US"/>
              <a:t>/16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2107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AEF75F-58DA-0802-2DE9-88603A5BF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4</a:t>
            </a:fld>
            <a:r>
              <a:rPr lang="en-US"/>
              <a:t>/16</a:t>
            </a:r>
            <a:endParaRPr lang="vi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ADDB4C-43FD-017F-ACFE-7D9C036B1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771" y="108978"/>
            <a:ext cx="11164858" cy="8011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608E7E-A9D0-9525-5B9A-31ACF0555FCE}"/>
              </a:ext>
            </a:extLst>
          </p:cNvPr>
          <p:cNvSpPr txBox="1"/>
          <p:nvPr/>
        </p:nvSpPr>
        <p:spPr>
          <a:xfrm>
            <a:off x="3917116" y="1598027"/>
            <a:ext cx="1306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>
                <a:solidFill>
                  <a:schemeClr val="bg1"/>
                </a:solidFill>
              </a:rPr>
              <a:t>Thiết lập</a:t>
            </a:r>
          </a:p>
          <a:p>
            <a:r>
              <a:rPr lang="vi-VN" sz="1400">
                <a:solidFill>
                  <a:schemeClr val="bg1"/>
                </a:solidFill>
              </a:rPr>
              <a:t>  Nền tảng 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14D4F9-2CC4-BE3F-7D2A-7267A1385556}"/>
              </a:ext>
            </a:extLst>
          </p:cNvPr>
          <p:cNvSpPr txBox="1"/>
          <p:nvPr/>
        </p:nvSpPr>
        <p:spPr>
          <a:xfrm>
            <a:off x="5648934" y="1598027"/>
            <a:ext cx="1306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>
                <a:solidFill>
                  <a:schemeClr val="bg1"/>
                </a:solidFill>
              </a:rPr>
              <a:t>Xác định</a:t>
            </a:r>
          </a:p>
          <a:p>
            <a:r>
              <a:rPr lang="vi-VN" sz="1400">
                <a:solidFill>
                  <a:schemeClr val="bg1"/>
                </a:solidFill>
              </a:rPr>
              <a:t>  Mục tiêu 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FC0B1-F371-8931-F8A3-16EE18EE1017}"/>
              </a:ext>
            </a:extLst>
          </p:cNvPr>
          <p:cNvSpPr txBox="1"/>
          <p:nvPr/>
        </p:nvSpPr>
        <p:spPr>
          <a:xfrm>
            <a:off x="7356765" y="1598027"/>
            <a:ext cx="1413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>
                <a:solidFill>
                  <a:schemeClr val="bg1"/>
                </a:solidFill>
              </a:rPr>
              <a:t>Lập kế hoạch</a:t>
            </a:r>
          </a:p>
          <a:p>
            <a:r>
              <a:rPr lang="vi-VN" sz="1400">
                <a:solidFill>
                  <a:schemeClr val="bg1"/>
                </a:solidFill>
              </a:rPr>
              <a:t>  thực hiện 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34AF77-B203-FCDD-6ECF-7E79E7BF91DD}"/>
              </a:ext>
            </a:extLst>
          </p:cNvPr>
          <p:cNvSpPr txBox="1"/>
          <p:nvPr/>
        </p:nvSpPr>
        <p:spPr>
          <a:xfrm>
            <a:off x="9171721" y="1598027"/>
            <a:ext cx="1413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>
                <a:solidFill>
                  <a:schemeClr val="bg1"/>
                </a:solidFill>
              </a:rPr>
              <a:t>Triển khai</a:t>
            </a:r>
          </a:p>
          <a:p>
            <a:r>
              <a:rPr lang="vi-VN" sz="1400">
                <a:solidFill>
                  <a:schemeClr val="bg1"/>
                </a:solidFill>
              </a:rPr>
              <a:t>  thực hiện 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0A470E-468A-0B85-2D80-DE1FB5A174B7}"/>
              </a:ext>
            </a:extLst>
          </p:cNvPr>
          <p:cNvSpPr txBox="1"/>
          <p:nvPr/>
        </p:nvSpPr>
        <p:spPr>
          <a:xfrm>
            <a:off x="10958965" y="1598027"/>
            <a:ext cx="1108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>
                <a:solidFill>
                  <a:schemeClr val="bg1"/>
                </a:solidFill>
              </a:rPr>
              <a:t>Đánh giá &amp;</a:t>
            </a:r>
          </a:p>
          <a:p>
            <a:r>
              <a:rPr lang="vi-VN" sz="1400">
                <a:solidFill>
                  <a:schemeClr val="bg1"/>
                </a:solidFill>
              </a:rPr>
              <a:t>   Đóng 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4DF86C-5E8B-7B15-39D6-96F8D1B44267}"/>
              </a:ext>
            </a:extLst>
          </p:cNvPr>
          <p:cNvSpPr txBox="1"/>
          <p:nvPr/>
        </p:nvSpPr>
        <p:spPr>
          <a:xfrm>
            <a:off x="3519046" y="3560610"/>
            <a:ext cx="1607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Định hướng của DA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4D40A1-AE7C-3B83-C3B3-5EE2E9F63C06}"/>
              </a:ext>
            </a:extLst>
          </p:cNvPr>
          <p:cNvSpPr txBox="1"/>
          <p:nvPr/>
        </p:nvSpPr>
        <p:spPr>
          <a:xfrm>
            <a:off x="3519046" y="5001485"/>
            <a:ext cx="16071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Quản trị DA:</a:t>
            </a:r>
          </a:p>
          <a:p>
            <a:r>
              <a:rPr lang="vi-VN"/>
              <a:t>Trưởng DA, Thành viên lead từng mảng 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C35201-1A02-8433-D2E7-06D91DA7A34A}"/>
              </a:ext>
            </a:extLst>
          </p:cNvPr>
          <p:cNvSpPr txBox="1"/>
          <p:nvPr/>
        </p:nvSpPr>
        <p:spPr>
          <a:xfrm>
            <a:off x="3519046" y="6483941"/>
            <a:ext cx="16071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Công cụ quản lý DA:</a:t>
            </a:r>
          </a:p>
          <a:p>
            <a:r>
              <a:rPr lang="vi-VN"/>
              <a:t>Template BC, kênh thông tin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D32867-6913-A20A-C23A-373757DAF675}"/>
              </a:ext>
            </a:extLst>
          </p:cNvPr>
          <p:cNvSpPr txBox="1"/>
          <p:nvPr/>
        </p:nvSpPr>
        <p:spPr>
          <a:xfrm>
            <a:off x="5278593" y="3560610"/>
            <a:ext cx="1607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Mục tiêu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78C776-19ED-CF1F-3BD1-BB86562E389A}"/>
              </a:ext>
            </a:extLst>
          </p:cNvPr>
          <p:cNvSpPr txBox="1"/>
          <p:nvPr/>
        </p:nvSpPr>
        <p:spPr>
          <a:xfrm>
            <a:off x="5278593" y="5001485"/>
            <a:ext cx="16071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Phạm vi công việc</a:t>
            </a:r>
          </a:p>
          <a:p>
            <a:r>
              <a:rPr lang="vi-VN"/>
              <a:t>Thời gian</a:t>
            </a:r>
          </a:p>
          <a:p>
            <a:r>
              <a:rPr lang="vi-VN"/>
              <a:t>Ngân sách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F7446C-0A92-357F-EF00-B3C7D4B13FBF}"/>
              </a:ext>
            </a:extLst>
          </p:cNvPr>
          <p:cNvSpPr txBox="1"/>
          <p:nvPr/>
        </p:nvSpPr>
        <p:spPr>
          <a:xfrm>
            <a:off x="5278593" y="6483941"/>
            <a:ext cx="1607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Các bên liên quan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60984D-2D81-B7CD-53FC-71041B217588}"/>
              </a:ext>
            </a:extLst>
          </p:cNvPr>
          <p:cNvSpPr txBox="1"/>
          <p:nvPr/>
        </p:nvSpPr>
        <p:spPr>
          <a:xfrm>
            <a:off x="7038125" y="3560610"/>
            <a:ext cx="16071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Lập WBS</a:t>
            </a:r>
          </a:p>
          <a:p>
            <a:r>
              <a:rPr lang="vi-VN"/>
              <a:t>Quản trị rủi ro</a:t>
            </a:r>
          </a:p>
          <a:p>
            <a:r>
              <a:rPr lang="vi-VN"/>
              <a:t>Quản trị sự thay đổi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C2EBE-7DE5-2B52-E270-BB52BFD43AB6}"/>
              </a:ext>
            </a:extLst>
          </p:cNvPr>
          <p:cNvSpPr txBox="1"/>
          <p:nvPr/>
        </p:nvSpPr>
        <p:spPr>
          <a:xfrm>
            <a:off x="8839198" y="3560610"/>
            <a:ext cx="1607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Kiểm soát RR</a:t>
            </a:r>
          </a:p>
          <a:p>
            <a:r>
              <a:rPr lang="vi-VN"/>
              <a:t>Kiểm soát sự thay đổi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AABE74-D3A3-7972-4E8F-3CC05CE61272}"/>
              </a:ext>
            </a:extLst>
          </p:cNvPr>
          <p:cNvSpPr txBox="1"/>
          <p:nvPr/>
        </p:nvSpPr>
        <p:spPr>
          <a:xfrm>
            <a:off x="10681858" y="3560610"/>
            <a:ext cx="1607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Đánh giá kết quả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A42322-A40C-E931-0F31-359A13318647}"/>
              </a:ext>
            </a:extLst>
          </p:cNvPr>
          <p:cNvSpPr txBox="1"/>
          <p:nvPr/>
        </p:nvSpPr>
        <p:spPr>
          <a:xfrm>
            <a:off x="7038125" y="5001485"/>
            <a:ext cx="1607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Timeline và Milestones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3F5A79-A7CB-B1A7-10E2-8934F7867C28}"/>
              </a:ext>
            </a:extLst>
          </p:cNvPr>
          <p:cNvSpPr txBox="1"/>
          <p:nvPr/>
        </p:nvSpPr>
        <p:spPr>
          <a:xfrm>
            <a:off x="7038125" y="6483941"/>
            <a:ext cx="16071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Xác định nhân sự thực hiện</a:t>
            </a:r>
          </a:p>
          <a:p>
            <a:r>
              <a:rPr lang="vi-VN"/>
              <a:t>Phương thức báo cáo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8CCC45-3C79-FB44-EF67-2CDCD537B4EA}"/>
              </a:ext>
            </a:extLst>
          </p:cNvPr>
          <p:cNvSpPr txBox="1"/>
          <p:nvPr/>
        </p:nvSpPr>
        <p:spPr>
          <a:xfrm>
            <a:off x="8839198" y="5001485"/>
            <a:ext cx="17456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Theo dõi tiến độ</a:t>
            </a:r>
          </a:p>
          <a:p>
            <a:endParaRPr lang="vi-VN"/>
          </a:p>
          <a:p>
            <a:endParaRPr lang="vi-V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DD419F-23FA-8486-9FC0-C01E5D2349E6}"/>
              </a:ext>
            </a:extLst>
          </p:cNvPr>
          <p:cNvSpPr txBox="1"/>
          <p:nvPr/>
        </p:nvSpPr>
        <p:spPr>
          <a:xfrm>
            <a:off x="8839198" y="6483941"/>
            <a:ext cx="1745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Thúc đẩy team</a:t>
            </a:r>
          </a:p>
          <a:p>
            <a:r>
              <a:rPr lang="vi-VN"/>
              <a:t>Phối hợp chéo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A0AF9D-01C7-7D21-4E2B-B6091469DB2E}"/>
              </a:ext>
            </a:extLst>
          </p:cNvPr>
          <p:cNvSpPr txBox="1"/>
          <p:nvPr/>
        </p:nvSpPr>
        <p:spPr>
          <a:xfrm>
            <a:off x="10681858" y="5001485"/>
            <a:ext cx="1607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Bài học kinh nghiệm và cải tiến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6F5BDE-A12E-27DB-0ED1-B9B80DF02AA6}"/>
              </a:ext>
            </a:extLst>
          </p:cNvPr>
          <p:cNvSpPr txBox="1"/>
          <p:nvPr/>
        </p:nvSpPr>
        <p:spPr>
          <a:xfrm>
            <a:off x="10681858" y="6483941"/>
            <a:ext cx="1607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Chuyển giao vận hành và đóng dự án</a:t>
            </a:r>
          </a:p>
        </p:txBody>
      </p:sp>
    </p:spTree>
    <p:extLst>
      <p:ext uri="{BB962C8B-B14F-4D97-AF65-F5344CB8AC3E}">
        <p14:creationId xmlns:p14="http://schemas.microsoft.com/office/powerpoint/2010/main" val="1924674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714993" y="909583"/>
            <a:ext cx="4861560" cy="432816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2388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poppins-bold"/>
                <a:ea typeface="poppins-bold"/>
                <a:cs typeface="poppins-bold"/>
              </a:rPr>
              <a:t> 0</a:t>
            </a:r>
            <a:r>
              <a:rPr kumimoji="1" lang="vi-VN" altLang="zh-CN" sz="2388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poppins-bold"/>
                <a:ea typeface="poppins-bold"/>
                <a:cs typeface="poppins-bold"/>
              </a:rPr>
              <a:t>2</a:t>
            </a:r>
            <a:endParaRPr kumimoji="1" lang="zh-CN" altLang="en-US" sz="2160"/>
          </a:p>
        </p:txBody>
      </p:sp>
      <p:cxnSp>
        <p:nvCxnSpPr>
          <p:cNvPr id="3" name="标题 1"/>
          <p:cNvCxnSpPr/>
          <p:nvPr/>
        </p:nvCxnSpPr>
        <p:spPr>
          <a:xfrm>
            <a:off x="8714993" y="5132070"/>
            <a:ext cx="4867991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/>
          </a:ln>
        </p:spPr>
      </p:cxnSp>
      <p:sp>
        <p:nvSpPr>
          <p:cNvPr id="4" name="标题 1"/>
          <p:cNvSpPr txBox="1">
            <a:spLocks/>
          </p:cNvSpPr>
          <p:nvPr/>
        </p:nvSpPr>
        <p:spPr>
          <a:xfrm>
            <a:off x="3174677" y="2026919"/>
            <a:ext cx="5090160" cy="310515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5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cs typeface="poppins-bold"/>
              </a:rPr>
              <a:t>ĐỊNH HƯỚNG</a:t>
            </a:r>
            <a:endParaRPr kumimoji="1" lang="zh-CN" altLang="en-US" sz="500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1401746" y="-1"/>
            <a:ext cx="1417438" cy="513207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sq">
            <a:noFill/>
            <a:miter/>
          </a:ln>
        </p:spPr>
        <p:txBody>
          <a:bodyPr vert="horz" wrap="square" lIns="109728" tIns="54864" rIns="109728" bIns="54864"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3EA86-33AD-330A-47AC-270056EB21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5</a:t>
            </a:fld>
            <a:r>
              <a:rPr lang="en-US"/>
              <a:t>/16</a:t>
            </a:r>
            <a:endParaRPr lang="vi-V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7002" y="549527"/>
            <a:ext cx="5963415" cy="6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00">
                <a:solidFill>
                  <a:srgbClr val="3B4540"/>
                </a:solidFill>
                <a:latin typeface="Anton" pitchFamily="34" charset="0"/>
              </a:rPr>
              <a:t>ĐỊNH HƯỚNG</a:t>
            </a:r>
            <a:endParaRPr lang="en-US" sz="3900"/>
          </a:p>
        </p:txBody>
      </p:sp>
      <p:sp>
        <p:nvSpPr>
          <p:cNvPr id="2" name="Google Shape;184;p4">
            <a:extLst>
              <a:ext uri="{FF2B5EF4-FFF2-40B4-BE49-F238E27FC236}">
                <a16:creationId xmlns:a16="http://schemas.microsoft.com/office/drawing/2014/main" id="{40FEB2B5-6C79-16BC-AEC1-98B6387F2F23}"/>
              </a:ext>
            </a:extLst>
          </p:cNvPr>
          <p:cNvSpPr/>
          <p:nvPr/>
        </p:nvSpPr>
        <p:spPr>
          <a:xfrm>
            <a:off x="1508131" y="1637889"/>
            <a:ext cx="12255995" cy="421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Khu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vực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: M</a:t>
            </a:r>
            <a:r>
              <a:rPr lang="vi-VN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ở trạm xử lý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tách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nhãn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vi-VN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tại TP.HCM khu vực Bình Tân, hoặc lân cận văn phòng VVK</a:t>
            </a:r>
            <a:endParaRPr lang="en-US" sz="3000">
              <a:latin typeface="Arial" panose="020B0604020202020204" pitchFamily="34" charset="0"/>
              <a:ea typeface="Ubuntu"/>
              <a:cs typeface="Arial" panose="020B0604020202020204" pitchFamily="34" charset="0"/>
              <a:sym typeface="Ubuntu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Loại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sản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phẩm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: Chai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xá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tròn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tại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T</a:t>
            </a:r>
            <a:r>
              <a:rPr lang="vi-VN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P.HCM</a:t>
            </a:r>
            <a:endParaRPr lang="en-US" sz="3000">
              <a:latin typeface="Arial" panose="020B0604020202020204" pitchFamily="34" charset="0"/>
              <a:ea typeface="Ubuntu"/>
              <a:cs typeface="Arial" panose="020B0604020202020204" pitchFamily="34" charset="0"/>
              <a:sym typeface="Ubuntu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Xử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lý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: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Phân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loại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,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tách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nhãn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và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ép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kiện</a:t>
            </a:r>
            <a:endParaRPr lang="en-US" sz="3000">
              <a:latin typeface="Arial" panose="020B0604020202020204" pitchFamily="34" charset="0"/>
              <a:ea typeface="Ubuntu"/>
              <a:cs typeface="Arial" panose="020B0604020202020204" pitchFamily="34" charset="0"/>
              <a:sym typeface="Ubuntu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Công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nghệ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: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Tối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đa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tự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động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hóa</a:t>
            </a:r>
            <a:endParaRPr lang="en-US" sz="3000">
              <a:latin typeface="Arial" panose="020B0604020202020204" pitchFamily="34" charset="0"/>
              <a:ea typeface="Ubuntu"/>
              <a:cs typeface="Arial" panose="020B0604020202020204" pitchFamily="34" charset="0"/>
              <a:sym typeface="Ubuntu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Hình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3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ảnh</a:t>
            </a:r>
            <a:r>
              <a:rPr lang="en-US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: </a:t>
            </a:r>
            <a:r>
              <a:rPr lang="vi-VN" sz="3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MKT hình ảnh công ty.</a:t>
            </a:r>
            <a:endParaRPr lang="en-US" sz="3000">
              <a:latin typeface="Arial" panose="020B0604020202020204" pitchFamily="34" charset="0"/>
              <a:ea typeface="Ubuntu"/>
              <a:cs typeface="Arial" panose="020B0604020202020204" pitchFamily="34" charset="0"/>
              <a:sym typeface="Ubuntu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874F7F-D598-A3B5-564B-1F51BF962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6</a:t>
            </a:fld>
            <a:r>
              <a:rPr lang="en-US"/>
              <a:t>/16</a:t>
            </a:r>
            <a:endParaRPr lang="vi-VN"/>
          </a:p>
        </p:txBody>
      </p:sp>
      <p:pic>
        <p:nvPicPr>
          <p:cNvPr id="8" name="Graphic 7" descr="Map compass with solid fill">
            <a:extLst>
              <a:ext uri="{FF2B5EF4-FFF2-40B4-BE49-F238E27FC236}">
                <a16:creationId xmlns:a16="http://schemas.microsoft.com/office/drawing/2014/main" id="{2F9493C6-20A7-B3F4-1720-C122E1ED3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30" y="157445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48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3B6EF-696A-E4D2-2990-23E0C017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FB4E5-9071-6A2E-855F-2A95AC4A742B}"/>
              </a:ext>
            </a:extLst>
          </p:cNvPr>
          <p:cNvSpPr txBox="1"/>
          <p:nvPr/>
        </p:nvSpPr>
        <p:spPr>
          <a:xfrm>
            <a:off x="8714993" y="909583"/>
            <a:ext cx="4861560" cy="432816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2388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poppins-bold"/>
                <a:ea typeface="poppins-bold"/>
                <a:cs typeface="poppins-bold"/>
              </a:rPr>
              <a:t> 03</a:t>
            </a:r>
            <a:endParaRPr kumimoji="1" lang="zh-CN" altLang="en-US" sz="2160"/>
          </a:p>
        </p:txBody>
      </p:sp>
      <p:cxnSp>
        <p:nvCxnSpPr>
          <p:cNvPr id="3" name="标题 1">
            <a:extLst>
              <a:ext uri="{FF2B5EF4-FFF2-40B4-BE49-F238E27FC236}">
                <a16:creationId xmlns:a16="http://schemas.microsoft.com/office/drawing/2014/main" id="{FD8DC890-DE5B-29E1-1C86-F83CCBB21144}"/>
              </a:ext>
            </a:extLst>
          </p:cNvPr>
          <p:cNvCxnSpPr/>
          <p:nvPr/>
        </p:nvCxnSpPr>
        <p:spPr>
          <a:xfrm>
            <a:off x="8714993" y="5132070"/>
            <a:ext cx="4867991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/>
          </a:ln>
        </p:spPr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28D48479-AD18-1697-A1CA-C84DCBED6215}"/>
              </a:ext>
            </a:extLst>
          </p:cNvPr>
          <p:cNvSpPr txBox="1"/>
          <p:nvPr/>
        </p:nvSpPr>
        <p:spPr>
          <a:xfrm>
            <a:off x="3174677" y="2026919"/>
            <a:ext cx="5090160" cy="310515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r>
              <a:rPr kumimoji="1" lang="en-US" altLang="zh-CN" sz="5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MỤC TIÊU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FAC8F3D4-8208-D1B0-2CF3-E3C40B62DF69}"/>
              </a:ext>
            </a:extLst>
          </p:cNvPr>
          <p:cNvSpPr txBox="1"/>
          <p:nvPr/>
        </p:nvSpPr>
        <p:spPr>
          <a:xfrm>
            <a:off x="1401746" y="-1"/>
            <a:ext cx="1417438" cy="513207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sq">
            <a:noFill/>
            <a:miter/>
          </a:ln>
        </p:spPr>
        <p:txBody>
          <a:bodyPr vert="horz" wrap="square" lIns="109728" tIns="54864" rIns="109728" bIns="54864"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8FA79-B8A1-9F72-508C-573100E6BC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7</a:t>
            </a:fld>
            <a:r>
              <a:rPr lang="en-US"/>
              <a:t>/16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6125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696A5-BF5B-C665-BBA9-A3AD201D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E6B1E34-91A8-5D11-4E6F-8E219D57AC6D}"/>
              </a:ext>
            </a:extLst>
          </p:cNvPr>
          <p:cNvSpPr/>
          <p:nvPr/>
        </p:nvSpPr>
        <p:spPr>
          <a:xfrm>
            <a:off x="357002" y="549527"/>
            <a:ext cx="5963415" cy="6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0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TỔNG </a:t>
            </a:r>
            <a:r>
              <a:rPr lang="vi-VN" sz="390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THỂ</a:t>
            </a:r>
            <a:r>
              <a:rPr lang="en-US" sz="390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VỀ DỰ ÁN</a:t>
            </a:r>
            <a:endParaRPr lang="en-US" sz="3900"/>
          </a:p>
        </p:txBody>
      </p:sp>
      <p:sp>
        <p:nvSpPr>
          <p:cNvPr id="2" name="Google Shape;184;p4">
            <a:extLst>
              <a:ext uri="{FF2B5EF4-FFF2-40B4-BE49-F238E27FC236}">
                <a16:creationId xmlns:a16="http://schemas.microsoft.com/office/drawing/2014/main" id="{75CCA066-9D7E-5DF7-15F5-AEFB396C6184}"/>
              </a:ext>
            </a:extLst>
          </p:cNvPr>
          <p:cNvSpPr/>
          <p:nvPr/>
        </p:nvSpPr>
        <p:spPr>
          <a:xfrm>
            <a:off x="1055135" y="1591179"/>
            <a:ext cx="3160551" cy="43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US" sz="2000" b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1. </a:t>
            </a:r>
            <a:r>
              <a:rPr lang="en-US" sz="2000" b="1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Mục</a:t>
            </a:r>
            <a:r>
              <a:rPr lang="en-US" sz="2000" b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2000" b="1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tiêu</a:t>
            </a:r>
            <a:r>
              <a:rPr lang="en-US" sz="2000" b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2000" b="1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và</a:t>
            </a:r>
            <a:r>
              <a:rPr lang="en-US" sz="2000" b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Phạm vi</a:t>
            </a:r>
            <a:endParaRPr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185;p4">
            <a:extLst>
              <a:ext uri="{FF2B5EF4-FFF2-40B4-BE49-F238E27FC236}">
                <a16:creationId xmlns:a16="http://schemas.microsoft.com/office/drawing/2014/main" id="{FF190784-2F4E-1FF5-CAE1-0B771B1DE6B2}"/>
              </a:ext>
            </a:extLst>
          </p:cNvPr>
          <p:cNvSpPr/>
          <p:nvPr/>
        </p:nvSpPr>
        <p:spPr>
          <a:xfrm>
            <a:off x="1063630" y="2262865"/>
            <a:ext cx="5784460" cy="5674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" tIns="22860" rIns="22860" bIns="22860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sz="2000" b="1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Mục</a:t>
            </a:r>
            <a:r>
              <a:rPr lang="en-US" sz="2000" b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000" b="1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tiêu</a:t>
            </a:r>
            <a:r>
              <a:rPr lang="en-US" sz="200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: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Xây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dựng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trạm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xử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lý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cấp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1 TP.HCM,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sử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dụng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công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nghệ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autosort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công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suất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500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tấn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/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tháng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/line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cho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giai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đoạn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1.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Thiết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kế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tối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ưu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chi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phí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để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có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thể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tăng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năng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suất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lên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1.000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tấn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/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tháng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</a:t>
            </a:r>
          </a:p>
          <a:p>
            <a:pPr algn="just">
              <a:lnSpc>
                <a:spcPct val="120000"/>
              </a:lnSpc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algn="just">
              <a:lnSpc>
                <a:spcPct val="12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Phạm vi: 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Thu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mua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chai PET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xá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tròn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(B0)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từ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Vựa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/Đại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lý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cho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trạm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trong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giai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đoạn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1.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Xem </a:t>
            </a:r>
            <a:r>
              <a:rPr lang="en-US" sz="2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xét</a:t>
            </a:r>
            <a:r>
              <a:rPr lang="en-US" sz="2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2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thực</a:t>
            </a:r>
            <a:r>
              <a:rPr lang="en-US" sz="2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2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hiện</a:t>
            </a:r>
            <a:r>
              <a:rPr lang="en-US" sz="2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2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thêm</a:t>
            </a:r>
            <a:r>
              <a:rPr lang="en-US" sz="2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chai </a:t>
            </a:r>
            <a:r>
              <a:rPr lang="en-US" sz="2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ép</a:t>
            </a:r>
            <a:r>
              <a:rPr lang="en-US" sz="2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2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kiện</a:t>
            </a:r>
            <a:r>
              <a:rPr lang="en-US" sz="2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2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trong</a:t>
            </a:r>
            <a:r>
              <a:rPr lang="en-US" sz="2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2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giai</a:t>
            </a:r>
            <a:r>
              <a:rPr lang="en-US" sz="2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2000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đoạn</a:t>
            </a:r>
            <a:r>
              <a:rPr lang="en-US" sz="2000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2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Thu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mua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chai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tròn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phân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loại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tách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nhãn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ép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kiện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và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giao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hàng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về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DTR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Khu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vực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: TP.HCM.</a:t>
            </a:r>
          </a:p>
        </p:txBody>
      </p:sp>
      <p:sp>
        <p:nvSpPr>
          <p:cNvPr id="10" name="Google Shape;187;p4">
            <a:extLst>
              <a:ext uri="{FF2B5EF4-FFF2-40B4-BE49-F238E27FC236}">
                <a16:creationId xmlns:a16="http://schemas.microsoft.com/office/drawing/2014/main" id="{ECDA3B55-00DB-EDFC-4914-70120EADF12C}"/>
              </a:ext>
            </a:extLst>
          </p:cNvPr>
          <p:cNvSpPr/>
          <p:nvPr/>
        </p:nvSpPr>
        <p:spPr>
          <a:xfrm>
            <a:off x="7782312" y="1642222"/>
            <a:ext cx="437096" cy="42650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2600" y="5850"/>
                </a:moveTo>
                <a:lnTo>
                  <a:pt x="12600" y="12150"/>
                </a:lnTo>
                <a:cubicBezTo>
                  <a:pt x="12600" y="12281"/>
                  <a:pt x="12558" y="12389"/>
                  <a:pt x="12474" y="12474"/>
                </a:cubicBezTo>
                <a:cubicBezTo>
                  <a:pt x="12389" y="12558"/>
                  <a:pt x="12281" y="12600"/>
                  <a:pt x="12150" y="12600"/>
                </a:cubicBezTo>
                <a:lnTo>
                  <a:pt x="7650" y="12600"/>
                </a:lnTo>
                <a:cubicBezTo>
                  <a:pt x="7519" y="12600"/>
                  <a:pt x="7411" y="12558"/>
                  <a:pt x="7327" y="12474"/>
                </a:cubicBezTo>
                <a:cubicBezTo>
                  <a:pt x="7242" y="12389"/>
                  <a:pt x="7200" y="12281"/>
                  <a:pt x="7200" y="12150"/>
                </a:cubicBezTo>
                <a:lnTo>
                  <a:pt x="7200" y="11250"/>
                </a:lnTo>
                <a:cubicBezTo>
                  <a:pt x="7200" y="11119"/>
                  <a:pt x="7242" y="11011"/>
                  <a:pt x="7327" y="10927"/>
                </a:cubicBezTo>
                <a:cubicBezTo>
                  <a:pt x="7411" y="10842"/>
                  <a:pt x="7519" y="10800"/>
                  <a:pt x="7650" y="10800"/>
                </a:cubicBezTo>
                <a:lnTo>
                  <a:pt x="10800" y="10800"/>
                </a:lnTo>
                <a:lnTo>
                  <a:pt x="10800" y="5850"/>
                </a:lnTo>
                <a:cubicBezTo>
                  <a:pt x="10800" y="5719"/>
                  <a:pt x="10842" y="5611"/>
                  <a:pt x="10926" y="5527"/>
                </a:cubicBezTo>
                <a:cubicBezTo>
                  <a:pt x="11011" y="5442"/>
                  <a:pt x="11119" y="5400"/>
                  <a:pt x="11250" y="5400"/>
                </a:cubicBezTo>
                <a:lnTo>
                  <a:pt x="12150" y="5400"/>
                </a:lnTo>
                <a:cubicBezTo>
                  <a:pt x="12281" y="5400"/>
                  <a:pt x="12389" y="5442"/>
                  <a:pt x="12474" y="5527"/>
                </a:cubicBezTo>
                <a:cubicBezTo>
                  <a:pt x="12558" y="5611"/>
                  <a:pt x="12600" y="5719"/>
                  <a:pt x="12600" y="5850"/>
                </a:cubicBezTo>
                <a:close/>
                <a:moveTo>
                  <a:pt x="17423" y="14639"/>
                </a:moveTo>
                <a:cubicBezTo>
                  <a:pt x="18108" y="13467"/>
                  <a:pt x="18450" y="12187"/>
                  <a:pt x="18450" y="10800"/>
                </a:cubicBezTo>
                <a:cubicBezTo>
                  <a:pt x="18450" y="9413"/>
                  <a:pt x="18108" y="8133"/>
                  <a:pt x="17423" y="6961"/>
                </a:cubicBezTo>
                <a:cubicBezTo>
                  <a:pt x="16739" y="5789"/>
                  <a:pt x="15811" y="4861"/>
                  <a:pt x="14639" y="4177"/>
                </a:cubicBezTo>
                <a:cubicBezTo>
                  <a:pt x="13467" y="3492"/>
                  <a:pt x="12187" y="3150"/>
                  <a:pt x="10800" y="3150"/>
                </a:cubicBezTo>
                <a:cubicBezTo>
                  <a:pt x="9413" y="3150"/>
                  <a:pt x="8133" y="3492"/>
                  <a:pt x="6961" y="4177"/>
                </a:cubicBezTo>
                <a:cubicBezTo>
                  <a:pt x="5789" y="4861"/>
                  <a:pt x="4861" y="5789"/>
                  <a:pt x="4177" y="6961"/>
                </a:cubicBezTo>
                <a:cubicBezTo>
                  <a:pt x="3492" y="8133"/>
                  <a:pt x="3150" y="9413"/>
                  <a:pt x="3150" y="10800"/>
                </a:cubicBezTo>
                <a:cubicBezTo>
                  <a:pt x="3150" y="12187"/>
                  <a:pt x="3492" y="13467"/>
                  <a:pt x="4177" y="14639"/>
                </a:cubicBezTo>
                <a:cubicBezTo>
                  <a:pt x="4861" y="15811"/>
                  <a:pt x="5789" y="16739"/>
                  <a:pt x="6961" y="17423"/>
                </a:cubicBezTo>
                <a:cubicBezTo>
                  <a:pt x="8133" y="18108"/>
                  <a:pt x="9413" y="18450"/>
                  <a:pt x="10800" y="18450"/>
                </a:cubicBezTo>
                <a:cubicBezTo>
                  <a:pt x="12187" y="18450"/>
                  <a:pt x="13467" y="18108"/>
                  <a:pt x="14639" y="17423"/>
                </a:cubicBezTo>
                <a:cubicBezTo>
                  <a:pt x="15811" y="16739"/>
                  <a:pt x="16739" y="15811"/>
                  <a:pt x="17423" y="14639"/>
                </a:cubicBezTo>
                <a:close/>
                <a:moveTo>
                  <a:pt x="20151" y="5379"/>
                </a:moveTo>
                <a:cubicBezTo>
                  <a:pt x="21117" y="7034"/>
                  <a:pt x="21600" y="8841"/>
                  <a:pt x="21600" y="10800"/>
                </a:cubicBezTo>
                <a:cubicBezTo>
                  <a:pt x="21600" y="12760"/>
                  <a:pt x="21117" y="14567"/>
                  <a:pt x="20151" y="16221"/>
                </a:cubicBezTo>
                <a:cubicBezTo>
                  <a:pt x="19186" y="17876"/>
                  <a:pt x="17876" y="19186"/>
                  <a:pt x="16221" y="20152"/>
                </a:cubicBezTo>
                <a:cubicBezTo>
                  <a:pt x="14566" y="21117"/>
                  <a:pt x="12759" y="21600"/>
                  <a:pt x="10800" y="21600"/>
                </a:cubicBezTo>
                <a:cubicBezTo>
                  <a:pt x="8840" y="21600"/>
                  <a:pt x="7033" y="21117"/>
                  <a:pt x="5379" y="20152"/>
                </a:cubicBezTo>
                <a:cubicBezTo>
                  <a:pt x="3724" y="19186"/>
                  <a:pt x="2414" y="17876"/>
                  <a:pt x="1449" y="16221"/>
                </a:cubicBezTo>
                <a:cubicBezTo>
                  <a:pt x="483" y="14567"/>
                  <a:pt x="0" y="12760"/>
                  <a:pt x="0" y="10800"/>
                </a:cubicBezTo>
                <a:cubicBezTo>
                  <a:pt x="0" y="8841"/>
                  <a:pt x="483" y="7034"/>
                  <a:pt x="1449" y="5379"/>
                </a:cubicBezTo>
                <a:cubicBezTo>
                  <a:pt x="2414" y="3724"/>
                  <a:pt x="3724" y="2414"/>
                  <a:pt x="5379" y="1449"/>
                </a:cubicBezTo>
                <a:cubicBezTo>
                  <a:pt x="7033" y="483"/>
                  <a:pt x="8840" y="0"/>
                  <a:pt x="10800" y="0"/>
                </a:cubicBezTo>
                <a:cubicBezTo>
                  <a:pt x="12759" y="0"/>
                  <a:pt x="14566" y="483"/>
                  <a:pt x="16221" y="1449"/>
                </a:cubicBezTo>
                <a:cubicBezTo>
                  <a:pt x="17876" y="2414"/>
                  <a:pt x="19186" y="3724"/>
                  <a:pt x="20151" y="5379"/>
                </a:cubicBezTo>
                <a:close/>
                <a:moveTo>
                  <a:pt x="20151" y="5379"/>
                </a:moveTo>
              </a:path>
            </a:pathLst>
          </a:custGeom>
          <a:solidFill>
            <a:srgbClr val="8FB17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88;p4">
            <a:extLst>
              <a:ext uri="{FF2B5EF4-FFF2-40B4-BE49-F238E27FC236}">
                <a16:creationId xmlns:a16="http://schemas.microsoft.com/office/drawing/2014/main" id="{26DCAAC3-88A8-6865-D919-88611A7D02E0}"/>
              </a:ext>
            </a:extLst>
          </p:cNvPr>
          <p:cNvSpPr/>
          <p:nvPr/>
        </p:nvSpPr>
        <p:spPr>
          <a:xfrm>
            <a:off x="8381056" y="2213745"/>
            <a:ext cx="5951413" cy="1752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indent="-205740" algn="just">
              <a:lnSpc>
                <a:spcPct val="120000"/>
              </a:lnSpc>
              <a:buClr>
                <a:schemeClr val="lt1"/>
              </a:buClr>
              <a:buSzPts val="2200"/>
              <a:buFont typeface="Arial"/>
              <a:buChar char="•"/>
            </a:pPr>
            <a:r>
              <a:rPr lang="en-US" sz="200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6 </a:t>
            </a:r>
            <a:r>
              <a:rPr lang="en-US" sz="200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tháng</a:t>
            </a:r>
            <a:r>
              <a:rPr lang="en-US" sz="200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(02/01/2026 - 30/6/2026)</a:t>
            </a:r>
          </a:p>
          <a:p>
            <a:pPr marL="342900" indent="-342900" algn="just">
              <a:lnSpc>
                <a:spcPct val="12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02/01 – 31/05: Triển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khai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mua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và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lắp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đặt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MMTB</a:t>
            </a:r>
          </a:p>
          <a:p>
            <a:pPr marL="342900" indent="-342900" algn="just">
              <a:lnSpc>
                <a:spcPct val="12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01/06 – 15/06: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Vận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hành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thử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nghiệm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cải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tiến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342900" indent="-342900" algn="just">
              <a:lnSpc>
                <a:spcPct val="12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16/06</a:t>
            </a:r>
            <a:r>
              <a:rPr lang="vi-VN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– 18/08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: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Vận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hành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chính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thức</a:t>
            </a:r>
            <a:endParaRPr lang="vi-VN" sz="2000"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342900" indent="-342900" algn="just">
              <a:lnSpc>
                <a:spcPct val="12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189;p4">
            <a:extLst>
              <a:ext uri="{FF2B5EF4-FFF2-40B4-BE49-F238E27FC236}">
                <a16:creationId xmlns:a16="http://schemas.microsoft.com/office/drawing/2014/main" id="{B6F825A1-C90C-86C3-E5CC-E8D49715C053}"/>
              </a:ext>
            </a:extLst>
          </p:cNvPr>
          <p:cNvSpPr/>
          <p:nvPr/>
        </p:nvSpPr>
        <p:spPr>
          <a:xfrm>
            <a:off x="8557112" y="1695455"/>
            <a:ext cx="25679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US" sz="2000" b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2. </a:t>
            </a:r>
            <a:r>
              <a:rPr lang="en-US" sz="2000" b="1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Thời</a:t>
            </a:r>
            <a:r>
              <a:rPr lang="en-US" sz="2000" b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2000" b="1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gian</a:t>
            </a:r>
            <a:endParaRPr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C8DBF-ACD7-39B9-21BC-BFDF51DE9A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8</a:t>
            </a:fld>
            <a:r>
              <a:rPr lang="en-US"/>
              <a:t>/16</a:t>
            </a:r>
            <a:endParaRPr lang="vi-VN"/>
          </a:p>
        </p:txBody>
      </p:sp>
      <p:sp>
        <p:nvSpPr>
          <p:cNvPr id="7" name="Google Shape;188;p4">
            <a:extLst>
              <a:ext uri="{FF2B5EF4-FFF2-40B4-BE49-F238E27FC236}">
                <a16:creationId xmlns:a16="http://schemas.microsoft.com/office/drawing/2014/main" id="{B93D5808-B0C0-8228-E610-8BBF0806E4A6}"/>
              </a:ext>
            </a:extLst>
          </p:cNvPr>
          <p:cNvSpPr/>
          <p:nvPr/>
        </p:nvSpPr>
        <p:spPr>
          <a:xfrm>
            <a:off x="8533050" y="5430422"/>
            <a:ext cx="3570150" cy="1752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MMTB: 15,2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tỷ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VNĐ</a:t>
            </a:r>
          </a:p>
          <a:p>
            <a:pPr marL="342900" indent="-342900" algn="just">
              <a:lnSpc>
                <a:spcPct val="12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CSHT:    1,3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tỷ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VNĐ</a:t>
            </a:r>
          </a:p>
          <a:p>
            <a:pPr marL="342900" indent="-342900" algn="just">
              <a:lnSpc>
                <a:spcPct val="12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000" b="1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Tổng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:  16,5 </a:t>
            </a:r>
            <a:r>
              <a:rPr lang="en-US" sz="2000" b="1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tỷ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VNĐ</a:t>
            </a:r>
          </a:p>
        </p:txBody>
      </p:sp>
      <p:sp>
        <p:nvSpPr>
          <p:cNvPr id="8" name="Google Shape;189;p4">
            <a:extLst>
              <a:ext uri="{FF2B5EF4-FFF2-40B4-BE49-F238E27FC236}">
                <a16:creationId xmlns:a16="http://schemas.microsoft.com/office/drawing/2014/main" id="{C5E32D16-C248-26F4-DB82-3AAB67767ADB}"/>
              </a:ext>
            </a:extLst>
          </p:cNvPr>
          <p:cNvSpPr/>
          <p:nvPr/>
        </p:nvSpPr>
        <p:spPr>
          <a:xfrm>
            <a:off x="8533050" y="4976066"/>
            <a:ext cx="25679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US" sz="2000" b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3. Ngân </a:t>
            </a:r>
            <a:r>
              <a:rPr lang="en-US" sz="2000" b="1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sách</a:t>
            </a:r>
            <a:r>
              <a:rPr lang="en-US" sz="2000" b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2000" b="1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đầu</a:t>
            </a:r>
            <a:r>
              <a:rPr lang="en-US" sz="2000" b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 </a:t>
            </a:r>
            <a:r>
              <a:rPr lang="en-US" sz="2000" b="1" err="1">
                <a:latin typeface="Arial" panose="020B0604020202020204" pitchFamily="34" charset="0"/>
                <a:ea typeface="Ubuntu"/>
                <a:cs typeface="Arial" panose="020B0604020202020204" pitchFamily="34" charset="0"/>
                <a:sym typeface="Ubuntu"/>
              </a:rPr>
              <a:t>tư</a:t>
            </a:r>
            <a:endParaRPr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3" descr="Money with solid fill">
            <a:extLst>
              <a:ext uri="{FF2B5EF4-FFF2-40B4-BE49-F238E27FC236}">
                <a16:creationId xmlns:a16="http://schemas.microsoft.com/office/drawing/2014/main" id="{F4E1C6D1-4CE2-8B41-1FEC-9B7859E93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2416" y="4756418"/>
            <a:ext cx="548640" cy="548640"/>
          </a:xfrm>
          <a:prstGeom prst="rect">
            <a:avLst/>
          </a:prstGeom>
        </p:spPr>
      </p:pic>
      <p:pic>
        <p:nvPicPr>
          <p:cNvPr id="16" name="Graphic 15" descr="Bullseye with solid fill">
            <a:extLst>
              <a:ext uri="{FF2B5EF4-FFF2-40B4-BE49-F238E27FC236}">
                <a16:creationId xmlns:a16="http://schemas.microsoft.com/office/drawing/2014/main" id="{26E23AFF-4169-7553-DE05-C27459B760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861" y="1446801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19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59EB9D3-90B7-62FE-5371-77089D63A77E}"/>
              </a:ext>
            </a:extLst>
          </p:cNvPr>
          <p:cNvSpPr/>
          <p:nvPr/>
        </p:nvSpPr>
        <p:spPr>
          <a:xfrm>
            <a:off x="321734" y="3195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Mục</a:t>
            </a:r>
            <a:r>
              <a:rPr lang="en-US" sz="220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220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tiêu</a:t>
            </a:r>
            <a:r>
              <a:rPr lang="en-US" sz="220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220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cụ</a:t>
            </a:r>
            <a:r>
              <a:rPr lang="en-US" sz="220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220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thể</a:t>
            </a:r>
            <a:r>
              <a:rPr lang="en-US" sz="220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220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cho</a:t>
            </a:r>
            <a:r>
              <a:rPr lang="en-US" sz="220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220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dự</a:t>
            </a:r>
            <a:r>
              <a:rPr lang="en-US" sz="220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220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án</a:t>
            </a:r>
            <a:endParaRPr lang="en-US" sz="2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5DBF9E-1633-F0A0-0E2E-D6B1AEB14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380509"/>
              </p:ext>
            </p:extLst>
          </p:nvPr>
        </p:nvGraphicFramePr>
        <p:xfrm>
          <a:off x="40943" y="1068391"/>
          <a:ext cx="14518103" cy="671462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664319">
                  <a:extLst>
                    <a:ext uri="{9D8B030D-6E8A-4147-A177-3AD203B41FA5}">
                      <a16:colId xmlns:a16="http://schemas.microsoft.com/office/drawing/2014/main" val="3707888935"/>
                    </a:ext>
                  </a:extLst>
                </a:gridCol>
                <a:gridCol w="2963446">
                  <a:extLst>
                    <a:ext uri="{9D8B030D-6E8A-4147-A177-3AD203B41FA5}">
                      <a16:colId xmlns:a16="http://schemas.microsoft.com/office/drawing/2014/main" val="2217517500"/>
                    </a:ext>
                  </a:extLst>
                </a:gridCol>
                <a:gridCol w="2963446">
                  <a:extLst>
                    <a:ext uri="{9D8B030D-6E8A-4147-A177-3AD203B41FA5}">
                      <a16:colId xmlns:a16="http://schemas.microsoft.com/office/drawing/2014/main" val="2274540214"/>
                    </a:ext>
                  </a:extLst>
                </a:gridCol>
                <a:gridCol w="2963446">
                  <a:extLst>
                    <a:ext uri="{9D8B030D-6E8A-4147-A177-3AD203B41FA5}">
                      <a16:colId xmlns:a16="http://schemas.microsoft.com/office/drawing/2014/main" val="700489776"/>
                    </a:ext>
                  </a:extLst>
                </a:gridCol>
                <a:gridCol w="2963446">
                  <a:extLst>
                    <a:ext uri="{9D8B030D-6E8A-4147-A177-3AD203B41FA5}">
                      <a16:colId xmlns:a16="http://schemas.microsoft.com/office/drawing/2014/main" val="1495633374"/>
                    </a:ext>
                  </a:extLst>
                </a:gridCol>
              </a:tblGrid>
              <a:tr h="445936"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Mục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tiêu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02/01 - 31/05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01/06 – 30/06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01/7 – 30/9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01/10 – 31/12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203080"/>
                  </a:ext>
                </a:extLst>
              </a:tr>
              <a:tr h="445936">
                <a:tc>
                  <a:txBody>
                    <a:bodyPr/>
                    <a:lstStyle/>
                    <a:p>
                      <a:r>
                        <a:rPr lang="en-US" sz="1600" b="1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SẢN LƯỢNG (tấn/tháng)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857451"/>
                  </a:ext>
                </a:extLst>
              </a:tr>
              <a:tr h="128283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KHÁCH HÀNG VÀ ĐỘ PHỦ</a:t>
                      </a:r>
                    </a:p>
                  </a:txBody>
                  <a:tcPr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Lập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sơ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đồ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tuyến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Danh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sách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ĐTM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Tuyến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Route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tuyến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khu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vực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Hoàn thiện sơ đồ tuyến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Độ bao phủ tối thiểu 10% (số NCC)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Độ bao phủ tối thiểu 25% (số NCC)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600" kern="120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Độ bao phủ tối thiểu 50% (số NCC)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534371"/>
                  </a:ext>
                </a:extLst>
              </a:tr>
              <a:tr h="21624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QUY TRÌNH VÀ HỆ THỐNG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Hoàn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Thiết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lập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trạm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CSHT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trạm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Lắp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đặt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Vận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thử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nghiệm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máy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vận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(Mua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hàng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SX,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hàng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3Q, Nhân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kiểm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soát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Vận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thử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nghiệm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Golive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SAP, VMS, SMS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Đề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xuất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cải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tiến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Kiểm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soát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quy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trình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Theo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dõi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dịch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vụ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khách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hàng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khai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hoạt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trade (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tăng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sản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lượng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Vận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Trạm và C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huỗi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cung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trên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nền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nền tảng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vi-V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(SAP, SMS, VMS 100%)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Theo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dõi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vận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kênh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loyalty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271001"/>
                  </a:ext>
                </a:extLst>
              </a:tr>
              <a:tr h="128283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ĐÀO TẠO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Đào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tạo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cơ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vận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Ver.1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Mua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hàng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Sản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xuất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MMTB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Đào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tạo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vận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Ver.2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Chất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lượng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Sản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xuất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Bán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hàng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dịch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vụ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Cải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tiến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Đánh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hoàn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thiện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cập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nhật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Chương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trình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đào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tạo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327106"/>
                  </a:ext>
                </a:extLst>
              </a:tr>
              <a:tr h="989611">
                <a:tc>
                  <a:txBody>
                    <a:bodyPr/>
                    <a:lstStyle/>
                    <a:p>
                      <a:endParaRPr 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90% nhân sự hoàn thành đào tạo kỹ năng cơ bản</a:t>
                      </a:r>
                      <a:endParaRPr lang="en-US" sz="1600" kern="120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100%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nhân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hoàn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đào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tạo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cơ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bản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Ver.1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50%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nhân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hoàn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đào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tạo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Ver.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600" kern="120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Duy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trì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100%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nhân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hoàn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đào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tạo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vi-VN" sz="16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62022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8E4E-30F5-E35D-D9A9-130BB65D75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9</a:t>
            </a:fld>
            <a:r>
              <a:rPr lang="en-US"/>
              <a:t>/16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7375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767E-DE66-AFAF-769A-E7CE13CF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53562-8145-C686-129C-99F40EF62914}"/>
              </a:ext>
            </a:extLst>
          </p:cNvPr>
          <p:cNvSpPr txBox="1"/>
          <p:nvPr/>
        </p:nvSpPr>
        <p:spPr>
          <a:xfrm>
            <a:off x="8714993" y="909583"/>
            <a:ext cx="4861560" cy="432816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2388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poppins-bold"/>
                <a:ea typeface="poppins-bold"/>
                <a:cs typeface="poppins-bold"/>
              </a:rPr>
              <a:t> 0</a:t>
            </a:r>
            <a:r>
              <a:rPr kumimoji="1" lang="vi-VN" altLang="zh-CN" sz="2388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poppins-bold"/>
                <a:ea typeface="poppins-bold"/>
                <a:cs typeface="poppins-bold"/>
              </a:rPr>
              <a:t>4</a:t>
            </a:r>
            <a:endParaRPr kumimoji="1" lang="zh-CN" altLang="en-US" sz="2160"/>
          </a:p>
        </p:txBody>
      </p:sp>
      <p:cxnSp>
        <p:nvCxnSpPr>
          <p:cNvPr id="3" name="标题 1">
            <a:extLst>
              <a:ext uri="{FF2B5EF4-FFF2-40B4-BE49-F238E27FC236}">
                <a16:creationId xmlns:a16="http://schemas.microsoft.com/office/drawing/2014/main" id="{1E08F76F-BADF-CA30-A97D-7D6A75B69BA6}"/>
              </a:ext>
            </a:extLst>
          </p:cNvPr>
          <p:cNvCxnSpPr/>
          <p:nvPr/>
        </p:nvCxnSpPr>
        <p:spPr>
          <a:xfrm>
            <a:off x="9095993" y="5146229"/>
            <a:ext cx="448056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/>
          </a:ln>
        </p:spPr>
      </p:cxnSp>
      <p:sp>
        <p:nvSpPr>
          <p:cNvPr id="5" name="标题 1">
            <a:extLst>
              <a:ext uri="{FF2B5EF4-FFF2-40B4-BE49-F238E27FC236}">
                <a16:creationId xmlns:a16="http://schemas.microsoft.com/office/drawing/2014/main" id="{84A07200-608F-65C4-0EB7-11766EA8CD00}"/>
              </a:ext>
            </a:extLst>
          </p:cNvPr>
          <p:cNvSpPr txBox="1"/>
          <p:nvPr/>
        </p:nvSpPr>
        <p:spPr>
          <a:xfrm>
            <a:off x="1401746" y="-1"/>
            <a:ext cx="1417438" cy="513207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sq">
            <a:noFill/>
            <a:miter/>
          </a:ln>
        </p:spPr>
        <p:txBody>
          <a:bodyPr vert="horz" wrap="square" lIns="109728" tIns="54864" rIns="109728" bIns="54864"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0768D-4DFB-679C-296B-C11081BC59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10</a:t>
            </a:fld>
            <a:r>
              <a:rPr lang="en-US"/>
              <a:t>/16</a:t>
            </a:r>
            <a:endParaRPr lang="vi-VN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E54976B-45F4-EF77-3DFF-1D4E9562C01E}"/>
              </a:ext>
            </a:extLst>
          </p:cNvPr>
          <p:cNvSpPr txBox="1"/>
          <p:nvPr/>
        </p:nvSpPr>
        <p:spPr>
          <a:xfrm>
            <a:off x="3174676" y="2026919"/>
            <a:ext cx="5737311" cy="310515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4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THÀNH VIÊN DỰ ÁN</a:t>
            </a:r>
            <a:endParaRPr kumimoji="1" lang="zh-CN" altLang="en-US" sz="4000"/>
          </a:p>
        </p:txBody>
      </p:sp>
    </p:spTree>
    <p:extLst>
      <p:ext uri="{BB962C8B-B14F-4D97-AF65-F5344CB8AC3E}">
        <p14:creationId xmlns:p14="http://schemas.microsoft.com/office/powerpoint/2010/main" val="3000871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AEF56-193F-BE24-F566-E45393B2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8DB16C-66BE-4F96-A363-BF7D89EB24E8}"/>
              </a:ext>
            </a:extLst>
          </p:cNvPr>
          <p:cNvSpPr/>
          <p:nvPr/>
        </p:nvSpPr>
        <p:spPr>
          <a:xfrm>
            <a:off x="1738589" y="25812"/>
            <a:ext cx="111889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50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Thành </a:t>
            </a:r>
            <a:r>
              <a:rPr lang="en-US" sz="350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viên</a:t>
            </a:r>
            <a:r>
              <a:rPr lang="en-US" sz="350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350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dự</a:t>
            </a:r>
            <a:r>
              <a:rPr lang="en-US" sz="3500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3500" err="1">
                <a:solidFill>
                  <a:srgbClr val="3B454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án</a:t>
            </a:r>
            <a:endParaRPr lang="en-US" sz="35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47DEF3-1685-C485-FA90-18F11E8B8899}"/>
              </a:ext>
            </a:extLst>
          </p:cNvPr>
          <p:cNvSpPr/>
          <p:nvPr/>
        </p:nvSpPr>
        <p:spPr>
          <a:xfrm>
            <a:off x="4718787" y="1079857"/>
            <a:ext cx="2304000" cy="648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TRƯỞNG DỰ ÁN TỔNG</a:t>
            </a:r>
          </a:p>
          <a:p>
            <a:pPr algn="ctr"/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Trần Nhựt Hiện</a:t>
            </a:r>
          </a:p>
          <a:p>
            <a:pPr algn="ctr"/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Trần Phước 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913E3B-EF5E-7776-FF8D-D66E39A07F32}"/>
              </a:ext>
            </a:extLst>
          </p:cNvPr>
          <p:cNvSpPr/>
          <p:nvPr/>
        </p:nvSpPr>
        <p:spPr>
          <a:xfrm>
            <a:off x="4718787" y="1883132"/>
            <a:ext cx="2304000" cy="576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TRƯỞNG DỰ ÁN</a:t>
            </a:r>
          </a:p>
          <a:p>
            <a:pPr algn="ctr"/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Trần Minh Hoàng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1FE210-D622-2056-2B9B-91A053E67DDA}"/>
              </a:ext>
            </a:extLst>
          </p:cNvPr>
          <p:cNvSpPr/>
          <p:nvPr/>
        </p:nvSpPr>
        <p:spPr>
          <a:xfrm>
            <a:off x="721923" y="2874530"/>
            <a:ext cx="2160000" cy="504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ĐIỀU PHỐI DỰ ÁN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Thụy Thanh Tuyền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D138CA-B3AE-F05B-639F-CD650E83AF1C}"/>
              </a:ext>
            </a:extLst>
          </p:cNvPr>
          <p:cNvSpPr/>
          <p:nvPr/>
        </p:nvSpPr>
        <p:spPr>
          <a:xfrm>
            <a:off x="116806" y="4464353"/>
            <a:ext cx="1554480" cy="234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  HỆ THỐNG</a:t>
            </a:r>
          </a:p>
          <a:p>
            <a:pPr algn="ctr"/>
            <a:r>
              <a:rPr lang="en-US" sz="1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 ĐỔI SỐ - CNTT </a:t>
            </a:r>
          </a:p>
          <a:p>
            <a:pPr algn="ctr"/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 Thị Huế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Hồng Nhung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23DE60-8CE9-14E8-8E68-DA3F63385F29}"/>
              </a:ext>
            </a:extLst>
          </p:cNvPr>
          <p:cNvSpPr/>
          <p:nvPr/>
        </p:nvSpPr>
        <p:spPr>
          <a:xfrm>
            <a:off x="1790228" y="4487834"/>
            <a:ext cx="1554480" cy="234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 ĐÀO TẠO</a:t>
            </a:r>
          </a:p>
          <a:p>
            <a:pPr algn="ctr"/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Trần Minh Hoàng</a:t>
            </a:r>
            <a:r>
              <a:rPr lang="vi-V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vi-V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(kiêm nhiệm)</a:t>
            </a:r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DA8000-32EE-7C14-94FD-6D75467682BE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870787" y="1727857"/>
            <a:ext cx="0" cy="155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C811A43-4F23-6ED7-74FB-82AD1E39C759}"/>
              </a:ext>
            </a:extLst>
          </p:cNvPr>
          <p:cNvCxnSpPr>
            <a:cxnSpLocks/>
            <a:stCxn id="8" idx="2"/>
            <a:endCxn id="9" idx="3"/>
          </p:cNvCxnSpPr>
          <p:nvPr/>
        </p:nvCxnSpPr>
        <p:spPr>
          <a:xfrm rot="5400000">
            <a:off x="4042656" y="1298399"/>
            <a:ext cx="667398" cy="298886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20D7045-7379-427E-F475-E78DF52951F3}"/>
              </a:ext>
            </a:extLst>
          </p:cNvPr>
          <p:cNvSpPr/>
          <p:nvPr/>
        </p:nvSpPr>
        <p:spPr>
          <a:xfrm>
            <a:off x="3463650" y="4483903"/>
            <a:ext cx="1554480" cy="2340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P.CUNG ỨNG</a:t>
            </a: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Từ Thị Yến Oanh (lead)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B90818-157C-2D08-8330-EF7C13E4D044}"/>
              </a:ext>
            </a:extLst>
          </p:cNvPr>
          <p:cNvSpPr/>
          <p:nvPr/>
        </p:nvSpPr>
        <p:spPr>
          <a:xfrm>
            <a:off x="5137072" y="4483903"/>
            <a:ext cx="1463040" cy="2340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Lê Đức Thắng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624381-C927-A551-7D8E-FE833AD8D4CA}"/>
              </a:ext>
            </a:extLst>
          </p:cNvPr>
          <p:cNvSpPr/>
          <p:nvPr/>
        </p:nvSpPr>
        <p:spPr>
          <a:xfrm>
            <a:off x="6719054" y="4489797"/>
            <a:ext cx="1463040" cy="2340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000" b="1" dirty="0">
                <a:latin typeface="Times New Roman"/>
                <a:cs typeface="Times New Roman"/>
              </a:rPr>
              <a:t>P.CHẤT LƯỢNG</a:t>
            </a: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vi-VN" sz="1000" dirty="0">
                <a:latin typeface="Times New Roman"/>
                <a:cs typeface="Times New Roman"/>
              </a:rPr>
              <a:t>Võ Thị Bích Phượng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FEC1E2-F03E-D97E-D5E1-716657F6573D}"/>
              </a:ext>
            </a:extLst>
          </p:cNvPr>
          <p:cNvSpPr/>
          <p:nvPr/>
        </p:nvSpPr>
        <p:spPr>
          <a:xfrm>
            <a:off x="11465000" y="4493216"/>
            <a:ext cx="1463040" cy="2340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P.KỸ THUẬT</a:t>
            </a: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Văn Minh Nhựt</a:t>
            </a: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720FBEE-90D2-E3D7-F548-0F4424189A41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 rot="5400000">
            <a:off x="4043454" y="2656569"/>
            <a:ext cx="2024771" cy="162989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137B591-B1CD-CFF8-7ABD-F7582D52A23D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 rot="5400000">
            <a:off x="4857305" y="3470420"/>
            <a:ext cx="2024771" cy="219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1971099D-2119-DE49-86AC-8C11776F42D9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 rot="16200000" flipH="1">
            <a:off x="5645348" y="2684570"/>
            <a:ext cx="2030665" cy="157978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650C1FD-717F-D9A1-6A97-840740EE3B0B}"/>
              </a:ext>
            </a:extLst>
          </p:cNvPr>
          <p:cNvSpPr/>
          <p:nvPr/>
        </p:nvSpPr>
        <p:spPr>
          <a:xfrm>
            <a:off x="13046981" y="4484706"/>
            <a:ext cx="1463040" cy="2340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P.KTTC</a:t>
            </a: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Lê Hoành Cư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9FDFC82-2AF9-EFDF-AF22-3B4D12444DDC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 rot="16200000" flipH="1">
            <a:off x="8016611" y="313307"/>
            <a:ext cx="2034084" cy="632573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5453F95-4B42-0C70-6CE4-F368418BC615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 rot="16200000" flipH="1">
            <a:off x="8811857" y="-481938"/>
            <a:ext cx="2025574" cy="790771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ECF865E7-75DD-E2AA-9757-B7CD7FE66360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2379807" y="973372"/>
            <a:ext cx="2005221" cy="497674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D26362B4-BEBB-FDEE-E80A-29294886CC8D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5400000">
            <a:off x="3204777" y="1821824"/>
            <a:ext cx="2028702" cy="330331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05FA0-4A42-311E-57CF-591174FE79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11</a:t>
            </a:fld>
            <a:r>
              <a:rPr lang="en-US"/>
              <a:t>/16</a:t>
            </a:r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CB8C8C-4F64-636B-582F-FA1E6CE5CF01}"/>
              </a:ext>
            </a:extLst>
          </p:cNvPr>
          <p:cNvSpPr/>
          <p:nvPr/>
        </p:nvSpPr>
        <p:spPr>
          <a:xfrm>
            <a:off x="8301036" y="4493216"/>
            <a:ext cx="1463040" cy="2340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P. MUA HÀNG</a:t>
            </a: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Nguyễn Ngọc Tuyền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6F596F0-D0D5-1BD2-18F3-63F27943ADF5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 rot="16200000" flipH="1">
            <a:off x="6434629" y="1895289"/>
            <a:ext cx="2034084" cy="316176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D8EAE19-2736-9AF8-81B8-20772FA6BDCA}"/>
              </a:ext>
            </a:extLst>
          </p:cNvPr>
          <p:cNvSpPr/>
          <p:nvPr/>
        </p:nvSpPr>
        <p:spPr>
          <a:xfrm>
            <a:off x="9883018" y="4493216"/>
            <a:ext cx="1463040" cy="2340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P.HCNS-HSE</a:t>
            </a: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Bùi Công Thành</a:t>
            </a:r>
          </a:p>
          <a:p>
            <a:pPr algn="ctr"/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Võ Hoàng Nam</a:t>
            </a:r>
          </a:p>
          <a:p>
            <a:pPr algn="ctr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71DCA655-5A91-5609-F4FA-771636F2040F}"/>
              </a:ext>
            </a:extLst>
          </p:cNvPr>
          <p:cNvCxnSpPr>
            <a:cxnSpLocks/>
            <a:stCxn id="8" idx="2"/>
            <a:endCxn id="19" idx="0"/>
          </p:cNvCxnSpPr>
          <p:nvPr/>
        </p:nvCxnSpPr>
        <p:spPr>
          <a:xfrm rot="16200000" flipH="1">
            <a:off x="7225620" y="1104298"/>
            <a:ext cx="2034084" cy="474375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392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BB2E-1A5D-A558-4947-CF63F916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5659A-DFA2-8530-EB38-A775D0B35005}"/>
              </a:ext>
            </a:extLst>
          </p:cNvPr>
          <p:cNvSpPr txBox="1"/>
          <p:nvPr/>
        </p:nvSpPr>
        <p:spPr>
          <a:xfrm>
            <a:off x="8714993" y="909583"/>
            <a:ext cx="4861560" cy="432816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2388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poppins-bold"/>
                <a:ea typeface="poppins-bold"/>
                <a:cs typeface="poppins-bold"/>
              </a:rPr>
              <a:t> 0</a:t>
            </a:r>
            <a:r>
              <a:rPr kumimoji="1" lang="vi-VN" altLang="zh-CN" sz="2388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poppins-bold"/>
                <a:ea typeface="poppins-bold"/>
                <a:cs typeface="poppins-bold"/>
              </a:rPr>
              <a:t>5</a:t>
            </a:r>
            <a:endParaRPr kumimoji="1" lang="zh-CN" altLang="en-US" sz="2160"/>
          </a:p>
        </p:txBody>
      </p:sp>
      <p:cxnSp>
        <p:nvCxnSpPr>
          <p:cNvPr id="3" name="标题 1">
            <a:extLst>
              <a:ext uri="{FF2B5EF4-FFF2-40B4-BE49-F238E27FC236}">
                <a16:creationId xmlns:a16="http://schemas.microsoft.com/office/drawing/2014/main" id="{3F2162AB-3E9E-FA6A-3032-815953E462F0}"/>
              </a:ext>
            </a:extLst>
          </p:cNvPr>
          <p:cNvCxnSpPr/>
          <p:nvPr/>
        </p:nvCxnSpPr>
        <p:spPr>
          <a:xfrm>
            <a:off x="8714993" y="5132070"/>
            <a:ext cx="4867991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/>
          </a:ln>
        </p:spPr>
      </p:cxnSp>
      <p:sp>
        <p:nvSpPr>
          <p:cNvPr id="5" name="标题 1">
            <a:extLst>
              <a:ext uri="{FF2B5EF4-FFF2-40B4-BE49-F238E27FC236}">
                <a16:creationId xmlns:a16="http://schemas.microsoft.com/office/drawing/2014/main" id="{77193144-37FF-D386-650F-CC10A41060DB}"/>
              </a:ext>
            </a:extLst>
          </p:cNvPr>
          <p:cNvSpPr txBox="1"/>
          <p:nvPr/>
        </p:nvSpPr>
        <p:spPr>
          <a:xfrm>
            <a:off x="1401746" y="-1"/>
            <a:ext cx="1417438" cy="513207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sq">
            <a:noFill/>
            <a:miter/>
          </a:ln>
        </p:spPr>
        <p:txBody>
          <a:bodyPr vert="horz" wrap="square" lIns="109728" tIns="54864" rIns="109728" bIns="54864"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33354-80E0-E1F9-21B3-4B5AA53D2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12</a:t>
            </a:fld>
            <a:r>
              <a:rPr lang="en-US"/>
              <a:t>/16</a:t>
            </a:r>
            <a:endParaRPr lang="vi-VN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A703D42-A404-F7E2-8449-A814DAF7DF84}"/>
              </a:ext>
            </a:extLst>
          </p:cNvPr>
          <p:cNvSpPr txBox="1"/>
          <p:nvPr/>
        </p:nvSpPr>
        <p:spPr>
          <a:xfrm>
            <a:off x="3174676" y="2026919"/>
            <a:ext cx="5737311" cy="310515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4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KẾ HOẠCH THỰC HIỆN</a:t>
            </a:r>
            <a:endParaRPr kumimoji="1" lang="zh-CN" altLang="en-US" sz="4000"/>
          </a:p>
        </p:txBody>
      </p:sp>
    </p:spTree>
    <p:extLst>
      <p:ext uri="{BB962C8B-B14F-4D97-AF65-F5344CB8AC3E}">
        <p14:creationId xmlns:p14="http://schemas.microsoft.com/office/powerpoint/2010/main" val="4231596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241F83-9CE9-1F28-3A6C-336A9876D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3027"/>
            <a:ext cx="14630400" cy="619125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7D0F94-608C-50BC-33CC-E0FE562F2C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13</a:t>
            </a:fld>
            <a:r>
              <a:rPr lang="en-US"/>
              <a:t>/16</a:t>
            </a:r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5EB9E-783A-E30D-8116-83183130D792}"/>
              </a:ext>
            </a:extLst>
          </p:cNvPr>
          <p:cNvSpPr txBox="1"/>
          <p:nvPr/>
        </p:nvSpPr>
        <p:spPr>
          <a:xfrm>
            <a:off x="3655125" y="401578"/>
            <a:ext cx="7315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500" b="1">
                <a:latin typeface="Arial"/>
                <a:ea typeface="Arial"/>
                <a:cs typeface="Arial"/>
                <a:sym typeface="Arial"/>
              </a:rPr>
              <a:t>TỔNG QUAN CÁC GIAI ĐOẠN</a:t>
            </a:r>
            <a:r>
              <a:rPr lang="en-US" sz="2500" b="1">
                <a:latin typeface="Arial"/>
                <a:ea typeface="Arial"/>
                <a:cs typeface="Arial"/>
                <a:sym typeface="Arial"/>
              </a:rPr>
              <a:t> DỰ ÁN</a:t>
            </a:r>
          </a:p>
        </p:txBody>
      </p:sp>
    </p:spTree>
    <p:extLst>
      <p:ext uri="{BB962C8B-B14F-4D97-AF65-F5344CB8AC3E}">
        <p14:creationId xmlns:p14="http://schemas.microsoft.com/office/powerpoint/2010/main" val="2772062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499AF90-1743-2A21-6677-DE42953A0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8D804F-3056-D94F-21A1-C3D6B258C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799"/>
            <a:ext cx="14630400" cy="7300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2B38A6-3B28-02C7-6258-E59B8AE07B4B}"/>
              </a:ext>
            </a:extLst>
          </p:cNvPr>
          <p:cNvSpPr txBox="1"/>
          <p:nvPr/>
        </p:nvSpPr>
        <p:spPr>
          <a:xfrm>
            <a:off x="3655125" y="144906"/>
            <a:ext cx="7315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>
                <a:latin typeface="Arial"/>
                <a:ea typeface="Arial"/>
                <a:cs typeface="Arial"/>
                <a:sym typeface="Arial"/>
              </a:rPr>
              <a:t>DANH MỤC CÔNG VIỆC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C72F5F-F852-86BD-FDA9-5D55422E2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14</a:t>
            </a:fld>
            <a:r>
              <a:rPr lang="en-US"/>
              <a:t>/16</a:t>
            </a:r>
            <a:endParaRPr lang="vi-VN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3763B8F-47BF-77ED-336F-2C32A95DE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536606"/>
              </p:ext>
            </p:extLst>
          </p:nvPr>
        </p:nvGraphicFramePr>
        <p:xfrm>
          <a:off x="2074460" y="7432951"/>
          <a:ext cx="125559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204">
                  <a:extLst>
                    <a:ext uri="{9D8B030D-6E8A-4147-A177-3AD203B41FA5}">
                      <a16:colId xmlns:a16="http://schemas.microsoft.com/office/drawing/2014/main" val="1946602203"/>
                    </a:ext>
                  </a:extLst>
                </a:gridCol>
                <a:gridCol w="2695781">
                  <a:extLst>
                    <a:ext uri="{9D8B030D-6E8A-4147-A177-3AD203B41FA5}">
                      <a16:colId xmlns:a16="http://schemas.microsoft.com/office/drawing/2014/main" val="520836877"/>
                    </a:ext>
                  </a:extLst>
                </a:gridCol>
                <a:gridCol w="443204">
                  <a:extLst>
                    <a:ext uri="{9D8B030D-6E8A-4147-A177-3AD203B41FA5}">
                      <a16:colId xmlns:a16="http://schemas.microsoft.com/office/drawing/2014/main" val="2361863363"/>
                    </a:ext>
                  </a:extLst>
                </a:gridCol>
                <a:gridCol w="2695781">
                  <a:extLst>
                    <a:ext uri="{9D8B030D-6E8A-4147-A177-3AD203B41FA5}">
                      <a16:colId xmlns:a16="http://schemas.microsoft.com/office/drawing/2014/main" val="4192010169"/>
                    </a:ext>
                  </a:extLst>
                </a:gridCol>
                <a:gridCol w="443204">
                  <a:extLst>
                    <a:ext uri="{9D8B030D-6E8A-4147-A177-3AD203B41FA5}">
                      <a16:colId xmlns:a16="http://schemas.microsoft.com/office/drawing/2014/main" val="1297332257"/>
                    </a:ext>
                  </a:extLst>
                </a:gridCol>
                <a:gridCol w="2695781">
                  <a:extLst>
                    <a:ext uri="{9D8B030D-6E8A-4147-A177-3AD203B41FA5}">
                      <a16:colId xmlns:a16="http://schemas.microsoft.com/office/drawing/2014/main" val="4022730559"/>
                    </a:ext>
                  </a:extLst>
                </a:gridCol>
                <a:gridCol w="443204">
                  <a:extLst>
                    <a:ext uri="{9D8B030D-6E8A-4147-A177-3AD203B41FA5}">
                      <a16:colId xmlns:a16="http://schemas.microsoft.com/office/drawing/2014/main" val="363247518"/>
                    </a:ext>
                  </a:extLst>
                </a:gridCol>
                <a:gridCol w="2695781">
                  <a:extLst>
                    <a:ext uri="{9D8B030D-6E8A-4147-A177-3AD203B41FA5}">
                      <a16:colId xmlns:a16="http://schemas.microsoft.com/office/drawing/2014/main" val="3801854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8D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Trần Minh Hoàng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Võ Thế Tính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Trần Nhựt Hiện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Lê Đức Thắng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714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40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Trần Thị Kim Thanh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80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Nguyễn Văn Khánh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92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Văn Minh Nhựt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Lê Thị Huế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625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831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396D4-75DA-4D61-723A-EFF78C7B2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6CEE1-80E5-BFF5-D9FF-7BFCB171482A}"/>
              </a:ext>
            </a:extLst>
          </p:cNvPr>
          <p:cNvSpPr txBox="1"/>
          <p:nvPr/>
        </p:nvSpPr>
        <p:spPr>
          <a:xfrm>
            <a:off x="8714993" y="909583"/>
            <a:ext cx="4861560" cy="432816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2388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poppins-bold"/>
                <a:ea typeface="poppins-bold"/>
                <a:cs typeface="poppins-bold"/>
              </a:rPr>
              <a:t> 06</a:t>
            </a:r>
            <a:endParaRPr kumimoji="1" lang="zh-CN" altLang="en-US" sz="2160"/>
          </a:p>
        </p:txBody>
      </p:sp>
      <p:cxnSp>
        <p:nvCxnSpPr>
          <p:cNvPr id="3" name="标题 1">
            <a:extLst>
              <a:ext uri="{FF2B5EF4-FFF2-40B4-BE49-F238E27FC236}">
                <a16:creationId xmlns:a16="http://schemas.microsoft.com/office/drawing/2014/main" id="{249B3F2C-4C75-F2CE-3640-AC493311121F}"/>
              </a:ext>
            </a:extLst>
          </p:cNvPr>
          <p:cNvCxnSpPr/>
          <p:nvPr/>
        </p:nvCxnSpPr>
        <p:spPr>
          <a:xfrm>
            <a:off x="9095993" y="5146229"/>
            <a:ext cx="448056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/>
          </a:ln>
        </p:spPr>
      </p:cxnSp>
      <p:sp>
        <p:nvSpPr>
          <p:cNvPr id="5" name="标题 1">
            <a:extLst>
              <a:ext uri="{FF2B5EF4-FFF2-40B4-BE49-F238E27FC236}">
                <a16:creationId xmlns:a16="http://schemas.microsoft.com/office/drawing/2014/main" id="{13BC4D8D-A84D-5A37-92D4-3117E86999F0}"/>
              </a:ext>
            </a:extLst>
          </p:cNvPr>
          <p:cNvSpPr txBox="1"/>
          <p:nvPr/>
        </p:nvSpPr>
        <p:spPr>
          <a:xfrm>
            <a:off x="1401746" y="-1"/>
            <a:ext cx="1417438" cy="513207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sq">
            <a:noFill/>
            <a:miter/>
          </a:ln>
        </p:spPr>
        <p:txBody>
          <a:bodyPr vert="horz" wrap="square" lIns="109728" tIns="54864" rIns="109728" bIns="54864"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7775B-ADC6-1265-089D-CB5DDB5BE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15</a:t>
            </a:fld>
            <a:r>
              <a:rPr lang="en-US"/>
              <a:t>/16</a:t>
            </a:r>
            <a:endParaRPr lang="vi-VN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CD110AE-3260-206E-43DD-CB5B9B4B1691}"/>
              </a:ext>
            </a:extLst>
          </p:cNvPr>
          <p:cNvSpPr txBox="1"/>
          <p:nvPr/>
        </p:nvSpPr>
        <p:spPr>
          <a:xfrm>
            <a:off x="3174676" y="2026919"/>
            <a:ext cx="5737311" cy="310515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4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BÁO CÁO DỰ ÁN</a:t>
            </a:r>
            <a:endParaRPr kumimoji="1" lang="zh-CN" altLang="en-US" sz="4000"/>
          </a:p>
        </p:txBody>
      </p:sp>
    </p:spTree>
    <p:extLst>
      <p:ext uri="{BB962C8B-B14F-4D97-AF65-F5344CB8AC3E}">
        <p14:creationId xmlns:p14="http://schemas.microsoft.com/office/powerpoint/2010/main" val="1992268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8"/>
          <p:cNvSpPr/>
          <p:nvPr/>
        </p:nvSpPr>
        <p:spPr>
          <a:xfrm>
            <a:off x="532264" y="159172"/>
            <a:ext cx="135385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" tIns="22860" rIns="22860" bIns="22860" anchor="t" anchorCtr="0">
            <a:noAutofit/>
          </a:bodyPr>
          <a:lstStyle/>
          <a:p>
            <a:pPr algn="ctr"/>
            <a:r>
              <a:rPr lang="en-US" sz="4800" err="1">
                <a:latin typeface="Arial" panose="020B0604020202020204" pitchFamily="34" charset="0"/>
                <a:cs typeface="Arial" panose="020B0604020202020204" pitchFamily="34" charset="0"/>
                <a:sym typeface="Ubuntu Light"/>
              </a:rPr>
              <a:t>Họp</a:t>
            </a:r>
            <a:r>
              <a:rPr lang="en-US" sz="4800">
                <a:latin typeface="Arial" panose="020B0604020202020204" pitchFamily="34" charset="0"/>
                <a:cs typeface="Arial" panose="020B0604020202020204" pitchFamily="34" charset="0"/>
                <a:sym typeface="Ubuntu Light"/>
              </a:rPr>
              <a:t> </a:t>
            </a:r>
            <a:r>
              <a:rPr lang="en-US" sz="4800" err="1">
                <a:latin typeface="Arial" panose="020B0604020202020204" pitchFamily="34" charset="0"/>
                <a:cs typeface="Arial" panose="020B0604020202020204" pitchFamily="34" charset="0"/>
                <a:sym typeface="Ubuntu Light"/>
              </a:rPr>
              <a:t>định</a:t>
            </a:r>
            <a:r>
              <a:rPr lang="en-US" sz="4800">
                <a:latin typeface="Arial" panose="020B0604020202020204" pitchFamily="34" charset="0"/>
                <a:cs typeface="Arial" panose="020B0604020202020204" pitchFamily="34" charset="0"/>
                <a:sym typeface="Ubuntu Light"/>
              </a:rPr>
              <a:t> </a:t>
            </a:r>
            <a:r>
              <a:rPr lang="en-US" sz="4800" err="1">
                <a:latin typeface="Arial" panose="020B0604020202020204" pitchFamily="34" charset="0"/>
                <a:cs typeface="Arial" panose="020B0604020202020204" pitchFamily="34" charset="0"/>
                <a:sym typeface="Ubuntu Light"/>
              </a:rPr>
              <a:t>kỳ</a:t>
            </a:r>
            <a:r>
              <a:rPr lang="en-US" sz="4800">
                <a:latin typeface="Arial" panose="020B0604020202020204" pitchFamily="34" charset="0"/>
                <a:cs typeface="Arial" panose="020B0604020202020204" pitchFamily="34" charset="0"/>
                <a:sym typeface="Ubuntu Light"/>
              </a:rPr>
              <a:t> </a:t>
            </a:r>
            <a:r>
              <a:rPr lang="en-US" sz="4800" err="1">
                <a:latin typeface="Arial" panose="020B0604020202020204" pitchFamily="34" charset="0"/>
                <a:cs typeface="Arial" panose="020B0604020202020204" pitchFamily="34" charset="0"/>
                <a:sym typeface="Ubuntu Light"/>
              </a:rPr>
              <a:t>và</a:t>
            </a:r>
            <a:r>
              <a:rPr lang="en-US" sz="4800">
                <a:latin typeface="Arial" panose="020B0604020202020204" pitchFamily="34" charset="0"/>
                <a:cs typeface="Arial" panose="020B0604020202020204" pitchFamily="34" charset="0"/>
                <a:sym typeface="Ubuntu Light"/>
              </a:rPr>
              <a:t> </a:t>
            </a:r>
            <a:r>
              <a:rPr lang="en-US" sz="4800" err="1">
                <a:latin typeface="Arial" panose="020B0604020202020204" pitchFamily="34" charset="0"/>
                <a:cs typeface="Arial" panose="020B0604020202020204" pitchFamily="34" charset="0"/>
                <a:sym typeface="Ubuntu Light"/>
              </a:rPr>
              <a:t>báo</a:t>
            </a:r>
            <a:r>
              <a:rPr lang="en-US" sz="4800">
                <a:latin typeface="Arial" panose="020B0604020202020204" pitchFamily="34" charset="0"/>
                <a:cs typeface="Arial" panose="020B0604020202020204" pitchFamily="34" charset="0"/>
                <a:sym typeface="Ubuntu Light"/>
              </a:rPr>
              <a:t> </a:t>
            </a:r>
            <a:r>
              <a:rPr lang="en-US" sz="4800" err="1">
                <a:latin typeface="Arial" panose="020B0604020202020204" pitchFamily="34" charset="0"/>
                <a:cs typeface="Arial" panose="020B0604020202020204" pitchFamily="34" charset="0"/>
                <a:sym typeface="Ubuntu Light"/>
              </a:rPr>
              <a:t>cáo</a:t>
            </a:r>
            <a:r>
              <a:rPr lang="vi-VN" sz="4800">
                <a:latin typeface="Arial" panose="020B0604020202020204" pitchFamily="34" charset="0"/>
                <a:cs typeface="Arial" panose="020B0604020202020204" pitchFamily="34" charset="0"/>
                <a:sym typeface="Ubuntu Light"/>
              </a:rPr>
              <a:t> (tham khảo) </a:t>
            </a:r>
            <a:endParaRPr sz="10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ED13A7-7933-2D7F-EC73-BF03C5D922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16</a:t>
            </a:fld>
            <a:r>
              <a:rPr lang="en-US"/>
              <a:t>/16</a:t>
            </a:r>
            <a:endParaRPr lang="vi-V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6ACB8B-022A-93FF-A45B-C405DCB9F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407627"/>
              </p:ext>
            </p:extLst>
          </p:nvPr>
        </p:nvGraphicFramePr>
        <p:xfrm>
          <a:off x="0" y="1054468"/>
          <a:ext cx="14630403" cy="6479177"/>
        </p:xfrm>
        <a:graphic>
          <a:graphicData uri="http://schemas.openxmlformats.org/drawingml/2006/table">
            <a:tbl>
              <a:tblPr/>
              <a:tblGrid>
                <a:gridCol w="859570">
                  <a:extLst>
                    <a:ext uri="{9D8B030D-6E8A-4147-A177-3AD203B41FA5}">
                      <a16:colId xmlns:a16="http://schemas.microsoft.com/office/drawing/2014/main" val="4071599107"/>
                    </a:ext>
                  </a:extLst>
                </a:gridCol>
                <a:gridCol w="841847">
                  <a:extLst>
                    <a:ext uri="{9D8B030D-6E8A-4147-A177-3AD203B41FA5}">
                      <a16:colId xmlns:a16="http://schemas.microsoft.com/office/drawing/2014/main" val="2200514352"/>
                    </a:ext>
                  </a:extLst>
                </a:gridCol>
                <a:gridCol w="1869786">
                  <a:extLst>
                    <a:ext uri="{9D8B030D-6E8A-4147-A177-3AD203B41FA5}">
                      <a16:colId xmlns:a16="http://schemas.microsoft.com/office/drawing/2014/main" val="3984138590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1719716471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410242393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1344250379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10607231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3566266651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2640821350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1686108419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3939925924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2275853987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319970090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2328508822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534039323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920847369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93626683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2735366786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3480924514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1902384027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3501227474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265092047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2480812328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3685202330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2934042583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3479442368"/>
                    </a:ext>
                  </a:extLst>
                </a:gridCol>
                <a:gridCol w="460800">
                  <a:extLst>
                    <a:ext uri="{9D8B030D-6E8A-4147-A177-3AD203B41FA5}">
                      <a16:colId xmlns:a16="http://schemas.microsoft.com/office/drawing/2014/main" val="3930738494"/>
                    </a:ext>
                  </a:extLst>
                </a:gridCol>
              </a:tblGrid>
              <a:tr h="387271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Thành </a:t>
                      </a: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viên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Tần suất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Mục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tiêu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Nội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dung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Thời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gian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</a:t>
                      </a: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Tháng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Tuần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228469"/>
                  </a:ext>
                </a:extLst>
              </a:tr>
              <a:tr h="278486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Tháng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Tháng 2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Tháng 3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Tháng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Tháng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Tháng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602250"/>
                  </a:ext>
                </a:extLst>
              </a:tr>
              <a:tr h="243676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982877"/>
                  </a:ext>
                </a:extLst>
              </a:tr>
              <a:tr h="6962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Pháp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lý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tuần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Clr>
                          <a:schemeClr val="dk1"/>
                        </a:buClr>
                        <a:buSzPts val="2400"/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Tiến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độ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pháp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lý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giấy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phép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hoạt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động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của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Trạm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185525"/>
                  </a:ext>
                </a:extLst>
              </a:tr>
              <a:tr h="6962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Kỹ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Thuật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tuần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Clr>
                          <a:schemeClr val="dk1"/>
                        </a:buClr>
                        <a:buSzPts val="2400"/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Tiến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độ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thiết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kế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lắp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đặt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theo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các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giai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đoạn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967229"/>
                  </a:ext>
                </a:extLst>
              </a:tr>
              <a:tr h="6962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Mua Hàng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tuần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Clr>
                          <a:schemeClr val="dk1"/>
                        </a:buClr>
                        <a:buSzPts val="2400"/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Tiến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độ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mua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MMTB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412364"/>
                  </a:ext>
                </a:extLst>
              </a:tr>
              <a:tr h="6962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CNTT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tuần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Clr>
                          <a:schemeClr val="dk1"/>
                        </a:buClr>
                        <a:buSzPts val="2400"/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Tiến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độ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xây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dựng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hệ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thống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phần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mềm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và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dữ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liệu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số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108162"/>
                  </a:ext>
                </a:extLst>
              </a:tr>
              <a:tr h="6962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HCNS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tuần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Clr>
                          <a:schemeClr val="dk1"/>
                        </a:buClr>
                        <a:buSzPts val="1800"/>
                        <a:buFont typeface="Arial" panose="020B0604020202020204" pitchFamily="34" charset="0"/>
                        <a:buNone/>
                      </a:pPr>
                      <a:r>
                        <a:rPr lang="vi-V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Tiến độ xây dựng quy trình hoạt động, 3Q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Clr>
                          <a:schemeClr val="dk1"/>
                        </a:buClr>
                        <a:buSzPts val="1800"/>
                        <a:buFont typeface="Arial" panose="020B0604020202020204" pitchFamily="34" charset="0"/>
                        <a:buNone/>
                      </a:pPr>
                      <a:r>
                        <a:rPr lang="vi-V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Tiến độ tuyển dụng 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633529"/>
                  </a:ext>
                </a:extLst>
              </a:tr>
              <a:tr h="6962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Chất lượng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tuần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Clr>
                          <a:schemeClr val="dk1"/>
                        </a:buClr>
                        <a:buSzPts val="1800"/>
                        <a:buFont typeface="Arial" panose="020B0604020202020204" pitchFamily="34" charset="0"/>
                        <a:buNone/>
                      </a:pPr>
                      <a:r>
                        <a:rPr lang="vi-V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Đào tạo chất lượng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Clr>
                          <a:schemeClr val="dk1"/>
                        </a:buClr>
                        <a:buSzPts val="1800"/>
                        <a:buFont typeface="Arial" panose="020B0604020202020204" pitchFamily="34" charset="0"/>
                        <a:buNone/>
                      </a:pPr>
                      <a:r>
                        <a:rPr lang="vi-V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Chất lượng hàng hóa thu mua, sản xuất"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865695"/>
                  </a:ext>
                </a:extLst>
              </a:tr>
              <a:tr h="6962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Cung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Ứng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tuần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Clr>
                          <a:schemeClr val="dk1"/>
                        </a:buClr>
                        <a:buSzPts val="1800"/>
                        <a:buFont typeface="Arial" panose="020B0604020202020204" pitchFamily="34" charset="0"/>
                        <a:buNone/>
                      </a:pPr>
                      <a:r>
                        <a:rPr lang="vi-V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Tiến độ thu mua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0" hangingPunct="1">
                        <a:buClr>
                          <a:schemeClr val="dk1"/>
                        </a:buClr>
                        <a:buSzPts val="1800"/>
                        <a:buFont typeface="Arial" panose="020B0604020202020204" pitchFamily="34" charset="0"/>
                        <a:buNone/>
                      </a:pPr>
                      <a:r>
                        <a:rPr lang="vi-V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Các giải pháp để đạt được mục tiêu."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166" marR="3166" marT="316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307512"/>
                  </a:ext>
                </a:extLst>
              </a:tr>
              <a:tr h="696218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Trạm</a:t>
                      </a: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tuần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defTabSz="914400" rtl="0" eaLnBrk="1" fontAlgn="ctr" latinLnBrk="0" hangingPunct="1">
                        <a:buClr>
                          <a:schemeClr val="dk1"/>
                        </a:buClr>
                        <a:buSzPts val="1800"/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xuất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vấn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đề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vận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hành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3166" marR="3166" marT="31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166" marR="3166" marT="31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1884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5"/>
          <p:cNvSpPr/>
          <p:nvPr/>
        </p:nvSpPr>
        <p:spPr>
          <a:xfrm>
            <a:off x="3486759" y="875886"/>
            <a:ext cx="7335899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" tIns="22860" rIns="22860" bIns="22860" anchor="t" anchorCtr="0">
            <a:noAutofit/>
          </a:bodyPr>
          <a:lstStyle/>
          <a:p>
            <a:pPr algn="ctr"/>
            <a:r>
              <a:rPr lang="en-US" sz="3840" b="1">
                <a:latin typeface="Ubuntu"/>
                <a:ea typeface="Ubuntu"/>
                <a:cs typeface="Ubuntu"/>
                <a:sym typeface="Ubuntu"/>
              </a:rPr>
              <a:t>THANKS FOR WATCHING</a:t>
            </a:r>
            <a:endParaRPr sz="1080"/>
          </a:p>
        </p:txBody>
      </p:sp>
      <p:grpSp>
        <p:nvGrpSpPr>
          <p:cNvPr id="520" name="Google Shape;520;p15"/>
          <p:cNvGrpSpPr/>
          <p:nvPr/>
        </p:nvGrpSpPr>
        <p:grpSpPr>
          <a:xfrm>
            <a:off x="5893598" y="2769870"/>
            <a:ext cx="2689860" cy="2689860"/>
            <a:chOff x="0" y="0"/>
            <a:chExt cx="2824" cy="2824"/>
          </a:xfrm>
        </p:grpSpPr>
        <p:sp>
          <p:nvSpPr>
            <p:cNvPr id="521" name="Google Shape;521;p15"/>
            <p:cNvSpPr/>
            <p:nvPr/>
          </p:nvSpPr>
          <p:spPr>
            <a:xfrm>
              <a:off x="0" y="0"/>
              <a:ext cx="2824" cy="282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0798"/>
                  </a:moveTo>
                  <a:lnTo>
                    <a:pt x="21600" y="10798"/>
                  </a:lnTo>
                  <a:cubicBezTo>
                    <a:pt x="21600" y="16754"/>
                    <a:pt x="16754" y="21600"/>
                    <a:pt x="10802" y="21600"/>
                  </a:cubicBezTo>
                  <a:cubicBezTo>
                    <a:pt x="4850" y="21600"/>
                    <a:pt x="0" y="16754"/>
                    <a:pt x="0" y="10798"/>
                  </a:cubicBezTo>
                  <a:cubicBezTo>
                    <a:pt x="0" y="4846"/>
                    <a:pt x="4850" y="0"/>
                    <a:pt x="10802" y="0"/>
                  </a:cubicBezTo>
                  <a:cubicBezTo>
                    <a:pt x="16754" y="0"/>
                    <a:pt x="21600" y="4846"/>
                    <a:pt x="21600" y="10798"/>
                  </a:cubicBezTo>
                </a:path>
              </a:pathLst>
            </a:custGeom>
            <a:solidFill>
              <a:srgbClr val="8FB1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/>
              <a:endParaRPr sz="3480"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2" name="Google Shape;522;p15"/>
            <p:cNvGrpSpPr/>
            <p:nvPr/>
          </p:nvGrpSpPr>
          <p:grpSpPr>
            <a:xfrm>
              <a:off x="287" y="659"/>
              <a:ext cx="2248" cy="1624"/>
              <a:chOff x="0" y="0"/>
              <a:chExt cx="2248" cy="1623"/>
            </a:xfrm>
          </p:grpSpPr>
          <p:sp>
            <p:nvSpPr>
              <p:cNvPr id="523" name="Google Shape;523;p15"/>
              <p:cNvSpPr/>
              <p:nvPr/>
            </p:nvSpPr>
            <p:spPr>
              <a:xfrm>
                <a:off x="552" y="995"/>
                <a:ext cx="350" cy="349"/>
              </a:xfrm>
              <a:custGeom>
                <a:avLst/>
                <a:gdLst/>
                <a:ahLst/>
                <a:cxnLst/>
                <a:rect l="l" t="t" r="r" b="b"/>
                <a:pathLst>
                  <a:path w="20207" h="21600" extrusionOk="0">
                    <a:moveTo>
                      <a:pt x="13062" y="3438"/>
                    </a:moveTo>
                    <a:cubicBezTo>
                      <a:pt x="12012" y="3438"/>
                      <a:pt x="11025" y="3875"/>
                      <a:pt x="10282" y="4669"/>
                    </a:cubicBezTo>
                    <a:lnTo>
                      <a:pt x="4365" y="10991"/>
                    </a:lnTo>
                    <a:cubicBezTo>
                      <a:pt x="2833" y="12629"/>
                      <a:pt x="2833" y="15294"/>
                      <a:pt x="4365" y="16931"/>
                    </a:cubicBezTo>
                    <a:cubicBezTo>
                      <a:pt x="5108" y="17724"/>
                      <a:pt x="6095" y="18162"/>
                      <a:pt x="7145" y="18162"/>
                    </a:cubicBezTo>
                    <a:cubicBezTo>
                      <a:pt x="8195" y="18162"/>
                      <a:pt x="9182" y="17725"/>
                      <a:pt x="9923" y="16931"/>
                    </a:cubicBezTo>
                    <a:lnTo>
                      <a:pt x="15841" y="10608"/>
                    </a:lnTo>
                    <a:cubicBezTo>
                      <a:pt x="17373" y="8971"/>
                      <a:pt x="17373" y="6306"/>
                      <a:pt x="15841" y="4668"/>
                    </a:cubicBezTo>
                    <a:cubicBezTo>
                      <a:pt x="15099" y="3875"/>
                      <a:pt x="14112" y="3438"/>
                      <a:pt x="13062" y="3438"/>
                    </a:cubicBezTo>
                    <a:close/>
                    <a:moveTo>
                      <a:pt x="7145" y="21600"/>
                    </a:moveTo>
                    <a:cubicBezTo>
                      <a:pt x="5235" y="21600"/>
                      <a:pt x="3441" y="20806"/>
                      <a:pt x="2090" y="19362"/>
                    </a:cubicBezTo>
                    <a:cubicBezTo>
                      <a:pt x="-697" y="16384"/>
                      <a:pt x="-697" y="11538"/>
                      <a:pt x="2090" y="8560"/>
                    </a:cubicBezTo>
                    <a:lnTo>
                      <a:pt x="8007" y="2237"/>
                    </a:lnTo>
                    <a:cubicBezTo>
                      <a:pt x="9357" y="795"/>
                      <a:pt x="11152" y="0"/>
                      <a:pt x="13062" y="0"/>
                    </a:cubicBezTo>
                    <a:cubicBezTo>
                      <a:pt x="14971" y="0"/>
                      <a:pt x="16766" y="795"/>
                      <a:pt x="18116" y="2237"/>
                    </a:cubicBezTo>
                    <a:cubicBezTo>
                      <a:pt x="20903" y="5216"/>
                      <a:pt x="20903" y="10061"/>
                      <a:pt x="18116" y="13039"/>
                    </a:cubicBezTo>
                    <a:lnTo>
                      <a:pt x="12199" y="19362"/>
                    </a:lnTo>
                    <a:cubicBezTo>
                      <a:pt x="10849" y="20806"/>
                      <a:pt x="9054" y="21600"/>
                      <a:pt x="7145" y="21600"/>
                    </a:cubicBezTo>
                    <a:close/>
                    <a:moveTo>
                      <a:pt x="7145" y="21600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15"/>
              <p:cNvSpPr/>
              <p:nvPr/>
            </p:nvSpPr>
            <p:spPr>
              <a:xfrm>
                <a:off x="879" y="1309"/>
                <a:ext cx="316" cy="3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3120" y="3817"/>
                    </a:moveTo>
                    <a:cubicBezTo>
                      <a:pt x="11875" y="3817"/>
                      <a:pt x="10703" y="4303"/>
                      <a:pt x="9823" y="5183"/>
                    </a:cubicBezTo>
                    <a:lnTo>
                      <a:pt x="5184" y="9822"/>
                    </a:lnTo>
                    <a:cubicBezTo>
                      <a:pt x="4303" y="10703"/>
                      <a:pt x="3818" y="11874"/>
                      <a:pt x="3818" y="13119"/>
                    </a:cubicBezTo>
                    <a:cubicBezTo>
                      <a:pt x="3818" y="14365"/>
                      <a:pt x="4303" y="15536"/>
                      <a:pt x="5184" y="16417"/>
                    </a:cubicBezTo>
                    <a:cubicBezTo>
                      <a:pt x="6065" y="17297"/>
                      <a:pt x="7235" y="17783"/>
                      <a:pt x="8481" y="17783"/>
                    </a:cubicBezTo>
                    <a:cubicBezTo>
                      <a:pt x="9726" y="17783"/>
                      <a:pt x="10897" y="17297"/>
                      <a:pt x="11777" y="16417"/>
                    </a:cubicBezTo>
                    <a:lnTo>
                      <a:pt x="16417" y="11777"/>
                    </a:lnTo>
                    <a:cubicBezTo>
                      <a:pt x="17298" y="10897"/>
                      <a:pt x="17783" y="9726"/>
                      <a:pt x="17783" y="8480"/>
                    </a:cubicBezTo>
                    <a:cubicBezTo>
                      <a:pt x="17783" y="7234"/>
                      <a:pt x="17298" y="6063"/>
                      <a:pt x="16417" y="5183"/>
                    </a:cubicBezTo>
                    <a:cubicBezTo>
                      <a:pt x="15536" y="4303"/>
                      <a:pt x="14365" y="3817"/>
                      <a:pt x="13120" y="3817"/>
                    </a:cubicBezTo>
                    <a:close/>
                    <a:moveTo>
                      <a:pt x="8481" y="21600"/>
                    </a:moveTo>
                    <a:cubicBezTo>
                      <a:pt x="6215" y="21600"/>
                      <a:pt x="4087" y="20718"/>
                      <a:pt x="2484" y="19116"/>
                    </a:cubicBezTo>
                    <a:cubicBezTo>
                      <a:pt x="883" y="17515"/>
                      <a:pt x="0" y="15385"/>
                      <a:pt x="0" y="13120"/>
                    </a:cubicBezTo>
                    <a:cubicBezTo>
                      <a:pt x="0" y="10854"/>
                      <a:pt x="882" y="8725"/>
                      <a:pt x="2484" y="7123"/>
                    </a:cubicBezTo>
                    <a:lnTo>
                      <a:pt x="7124" y="2484"/>
                    </a:lnTo>
                    <a:cubicBezTo>
                      <a:pt x="8725" y="882"/>
                      <a:pt x="10855" y="0"/>
                      <a:pt x="13120" y="0"/>
                    </a:cubicBezTo>
                    <a:cubicBezTo>
                      <a:pt x="15385" y="0"/>
                      <a:pt x="17515" y="882"/>
                      <a:pt x="19117" y="2484"/>
                    </a:cubicBezTo>
                    <a:cubicBezTo>
                      <a:pt x="20718" y="4085"/>
                      <a:pt x="21600" y="6215"/>
                      <a:pt x="21600" y="8480"/>
                    </a:cubicBezTo>
                    <a:cubicBezTo>
                      <a:pt x="21600" y="10745"/>
                      <a:pt x="20718" y="12875"/>
                      <a:pt x="19117" y="14476"/>
                    </a:cubicBezTo>
                    <a:lnTo>
                      <a:pt x="14477" y="19115"/>
                    </a:lnTo>
                    <a:cubicBezTo>
                      <a:pt x="12875" y="20718"/>
                      <a:pt x="10746" y="21600"/>
                      <a:pt x="8481" y="21600"/>
                    </a:cubicBezTo>
                    <a:close/>
                    <a:moveTo>
                      <a:pt x="8481" y="21600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5"/>
              <p:cNvSpPr/>
              <p:nvPr/>
            </p:nvSpPr>
            <p:spPr>
              <a:xfrm>
                <a:off x="398" y="942"/>
                <a:ext cx="273" cy="273"/>
              </a:xfrm>
              <a:custGeom>
                <a:avLst/>
                <a:gdLst/>
                <a:ahLst/>
                <a:cxnLst/>
                <a:rect l="l" t="t" r="r" b="b"/>
                <a:pathLst>
                  <a:path w="21599" h="21600" extrusionOk="0">
                    <a:moveTo>
                      <a:pt x="11830" y="4398"/>
                    </a:moveTo>
                    <a:cubicBezTo>
                      <a:pt x="10395" y="4398"/>
                      <a:pt x="9046" y="4957"/>
                      <a:pt x="8031" y="5971"/>
                    </a:cubicBezTo>
                    <a:lnTo>
                      <a:pt x="5970" y="8032"/>
                    </a:lnTo>
                    <a:cubicBezTo>
                      <a:pt x="4956" y="9046"/>
                      <a:pt x="4397" y="10395"/>
                      <a:pt x="4398" y="11830"/>
                    </a:cubicBezTo>
                    <a:cubicBezTo>
                      <a:pt x="4398" y="13265"/>
                      <a:pt x="4957" y="14614"/>
                      <a:pt x="5972" y="15629"/>
                    </a:cubicBezTo>
                    <a:cubicBezTo>
                      <a:pt x="6986" y="16643"/>
                      <a:pt x="8334" y="17202"/>
                      <a:pt x="9769" y="17202"/>
                    </a:cubicBezTo>
                    <a:cubicBezTo>
                      <a:pt x="11204" y="17202"/>
                      <a:pt x="12553" y="16643"/>
                      <a:pt x="13567" y="15629"/>
                    </a:cubicBezTo>
                    <a:lnTo>
                      <a:pt x="15628" y="13568"/>
                    </a:lnTo>
                    <a:cubicBezTo>
                      <a:pt x="16643" y="12554"/>
                      <a:pt x="17201" y="11205"/>
                      <a:pt x="17201" y="9770"/>
                    </a:cubicBezTo>
                    <a:cubicBezTo>
                      <a:pt x="17201" y="8335"/>
                      <a:pt x="16643" y="6986"/>
                      <a:pt x="15628" y="5971"/>
                    </a:cubicBezTo>
                    <a:cubicBezTo>
                      <a:pt x="14614" y="4957"/>
                      <a:pt x="13265" y="4398"/>
                      <a:pt x="11830" y="4398"/>
                    </a:cubicBezTo>
                    <a:close/>
                    <a:moveTo>
                      <a:pt x="9769" y="21600"/>
                    </a:moveTo>
                    <a:cubicBezTo>
                      <a:pt x="7160" y="21600"/>
                      <a:pt x="4706" y="20584"/>
                      <a:pt x="2861" y="18739"/>
                    </a:cubicBezTo>
                    <a:cubicBezTo>
                      <a:pt x="1016" y="16894"/>
                      <a:pt x="0" y="14440"/>
                      <a:pt x="0" y="11830"/>
                    </a:cubicBezTo>
                    <a:cubicBezTo>
                      <a:pt x="-1" y="9221"/>
                      <a:pt x="1016" y="6767"/>
                      <a:pt x="2861" y="4922"/>
                    </a:cubicBezTo>
                    <a:lnTo>
                      <a:pt x="4922" y="2861"/>
                    </a:lnTo>
                    <a:cubicBezTo>
                      <a:pt x="6767" y="1016"/>
                      <a:pt x="9220" y="0"/>
                      <a:pt x="11830" y="0"/>
                    </a:cubicBezTo>
                    <a:cubicBezTo>
                      <a:pt x="14440" y="0"/>
                      <a:pt x="16893" y="1016"/>
                      <a:pt x="18738" y="2861"/>
                    </a:cubicBezTo>
                    <a:cubicBezTo>
                      <a:pt x="20583" y="4706"/>
                      <a:pt x="21599" y="7160"/>
                      <a:pt x="21599" y="9770"/>
                    </a:cubicBezTo>
                    <a:cubicBezTo>
                      <a:pt x="21599" y="12379"/>
                      <a:pt x="20583" y="14833"/>
                      <a:pt x="18738" y="16678"/>
                    </a:cubicBezTo>
                    <a:lnTo>
                      <a:pt x="16677" y="18738"/>
                    </a:lnTo>
                    <a:cubicBezTo>
                      <a:pt x="14832" y="20584"/>
                      <a:pt x="12379" y="21600"/>
                      <a:pt x="9769" y="21600"/>
                    </a:cubicBezTo>
                    <a:close/>
                    <a:moveTo>
                      <a:pt x="9769" y="21600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15"/>
              <p:cNvSpPr/>
              <p:nvPr/>
            </p:nvSpPr>
            <p:spPr>
              <a:xfrm>
                <a:off x="588" y="278"/>
                <a:ext cx="504" cy="425"/>
              </a:xfrm>
              <a:custGeom>
                <a:avLst/>
                <a:gdLst/>
                <a:ahLst/>
                <a:cxnLst/>
                <a:rect l="l" t="t" r="r" b="b"/>
                <a:pathLst>
                  <a:path w="20744" h="21404" extrusionOk="0">
                    <a:moveTo>
                      <a:pt x="5109" y="21404"/>
                    </a:moveTo>
                    <a:cubicBezTo>
                      <a:pt x="4803" y="21404"/>
                      <a:pt x="4495" y="21371"/>
                      <a:pt x="4188" y="21303"/>
                    </a:cubicBezTo>
                    <a:cubicBezTo>
                      <a:pt x="2847" y="21006"/>
                      <a:pt x="1682" y="20091"/>
                      <a:pt x="906" y="18726"/>
                    </a:cubicBezTo>
                    <a:cubicBezTo>
                      <a:pt x="-695" y="15910"/>
                      <a:pt x="-117" y="12031"/>
                      <a:pt x="2194" y="10079"/>
                    </a:cubicBezTo>
                    <a:cubicBezTo>
                      <a:pt x="2244" y="10037"/>
                      <a:pt x="2296" y="10000"/>
                      <a:pt x="2350" y="9969"/>
                    </a:cubicBezTo>
                    <a:lnTo>
                      <a:pt x="19097" y="139"/>
                    </a:lnTo>
                    <a:cubicBezTo>
                      <a:pt x="19669" y="-196"/>
                      <a:pt x="20355" y="96"/>
                      <a:pt x="20630" y="792"/>
                    </a:cubicBezTo>
                    <a:cubicBezTo>
                      <a:pt x="20905" y="1488"/>
                      <a:pt x="20665" y="2324"/>
                      <a:pt x="20094" y="2659"/>
                    </a:cubicBezTo>
                    <a:lnTo>
                      <a:pt x="3435" y="12437"/>
                    </a:lnTo>
                    <a:cubicBezTo>
                      <a:pt x="2220" y="13528"/>
                      <a:pt x="1929" y="15612"/>
                      <a:pt x="2794" y="17134"/>
                    </a:cubicBezTo>
                    <a:cubicBezTo>
                      <a:pt x="3221" y="17884"/>
                      <a:pt x="3861" y="18387"/>
                      <a:pt x="4598" y="18550"/>
                    </a:cubicBezTo>
                    <a:cubicBezTo>
                      <a:pt x="5335" y="18713"/>
                      <a:pt x="6080" y="18516"/>
                      <a:pt x="6695" y="17997"/>
                    </a:cubicBezTo>
                    <a:cubicBezTo>
                      <a:pt x="7216" y="17556"/>
                      <a:pt x="7931" y="17714"/>
                      <a:pt x="8293" y="18349"/>
                    </a:cubicBezTo>
                    <a:cubicBezTo>
                      <a:pt x="8654" y="18984"/>
                      <a:pt x="8524" y="19855"/>
                      <a:pt x="8003" y="20296"/>
                    </a:cubicBezTo>
                    <a:cubicBezTo>
                      <a:pt x="7140" y="21024"/>
                      <a:pt x="6137" y="21404"/>
                      <a:pt x="5109" y="21404"/>
                    </a:cubicBezTo>
                    <a:close/>
                    <a:moveTo>
                      <a:pt x="5109" y="21404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15"/>
              <p:cNvSpPr/>
              <p:nvPr/>
            </p:nvSpPr>
            <p:spPr>
              <a:xfrm>
                <a:off x="707" y="1102"/>
                <a:ext cx="397" cy="396"/>
              </a:xfrm>
              <a:custGeom>
                <a:avLst/>
                <a:gdLst/>
                <a:ahLst/>
                <a:cxnLst/>
                <a:rect l="l" t="t" r="r" b="b"/>
                <a:pathLst>
                  <a:path w="20963" h="21600" extrusionOk="0">
                    <a:moveTo>
                      <a:pt x="14427" y="3031"/>
                    </a:moveTo>
                    <a:cubicBezTo>
                      <a:pt x="13467" y="3031"/>
                      <a:pt x="12564" y="3416"/>
                      <a:pt x="11886" y="4116"/>
                    </a:cubicBezTo>
                    <a:lnTo>
                      <a:pt x="3992" y="12248"/>
                    </a:lnTo>
                    <a:cubicBezTo>
                      <a:pt x="2591" y="13691"/>
                      <a:pt x="2591" y="16041"/>
                      <a:pt x="3992" y="17484"/>
                    </a:cubicBezTo>
                    <a:cubicBezTo>
                      <a:pt x="4671" y="18184"/>
                      <a:pt x="5573" y="18569"/>
                      <a:pt x="6533" y="18569"/>
                    </a:cubicBezTo>
                    <a:cubicBezTo>
                      <a:pt x="7493" y="18569"/>
                      <a:pt x="8395" y="18184"/>
                      <a:pt x="9074" y="17484"/>
                    </a:cubicBezTo>
                    <a:lnTo>
                      <a:pt x="16968" y="9351"/>
                    </a:lnTo>
                    <a:cubicBezTo>
                      <a:pt x="17647" y="8652"/>
                      <a:pt x="18021" y="7722"/>
                      <a:pt x="18021" y="6734"/>
                    </a:cubicBezTo>
                    <a:cubicBezTo>
                      <a:pt x="18021" y="5745"/>
                      <a:pt x="17647" y="4815"/>
                      <a:pt x="16968" y="4116"/>
                    </a:cubicBezTo>
                    <a:cubicBezTo>
                      <a:pt x="16290" y="3416"/>
                      <a:pt x="15387" y="3031"/>
                      <a:pt x="14427" y="3031"/>
                    </a:cubicBezTo>
                    <a:close/>
                    <a:moveTo>
                      <a:pt x="6533" y="21600"/>
                    </a:moveTo>
                    <a:cubicBezTo>
                      <a:pt x="4788" y="21600"/>
                      <a:pt x="3146" y="20900"/>
                      <a:pt x="1912" y="19628"/>
                    </a:cubicBezTo>
                    <a:cubicBezTo>
                      <a:pt x="-637" y="17002"/>
                      <a:pt x="-637" y="12730"/>
                      <a:pt x="1911" y="10104"/>
                    </a:cubicBezTo>
                    <a:lnTo>
                      <a:pt x="9805" y="1972"/>
                    </a:lnTo>
                    <a:cubicBezTo>
                      <a:pt x="11039" y="701"/>
                      <a:pt x="12681" y="0"/>
                      <a:pt x="14427" y="0"/>
                    </a:cubicBezTo>
                    <a:cubicBezTo>
                      <a:pt x="16173" y="0"/>
                      <a:pt x="17814" y="701"/>
                      <a:pt x="19049" y="1973"/>
                    </a:cubicBezTo>
                    <a:cubicBezTo>
                      <a:pt x="20283" y="3244"/>
                      <a:pt x="20963" y="4935"/>
                      <a:pt x="20963" y="6734"/>
                    </a:cubicBezTo>
                    <a:cubicBezTo>
                      <a:pt x="20963" y="8532"/>
                      <a:pt x="20283" y="10223"/>
                      <a:pt x="19049" y="11495"/>
                    </a:cubicBezTo>
                    <a:lnTo>
                      <a:pt x="11155" y="19628"/>
                    </a:lnTo>
                    <a:cubicBezTo>
                      <a:pt x="9920" y="20900"/>
                      <a:pt x="8279" y="21600"/>
                      <a:pt x="6533" y="21600"/>
                    </a:cubicBezTo>
                    <a:close/>
                    <a:moveTo>
                      <a:pt x="6533" y="21600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15"/>
              <p:cNvSpPr/>
              <p:nvPr/>
            </p:nvSpPr>
            <p:spPr>
              <a:xfrm>
                <a:off x="1355" y="817"/>
                <a:ext cx="397" cy="419"/>
              </a:xfrm>
              <a:custGeom>
                <a:avLst/>
                <a:gdLst/>
                <a:ahLst/>
                <a:cxnLst/>
                <a:rect l="l" t="t" r="r" b="b"/>
                <a:pathLst>
                  <a:path w="21453" h="21461" extrusionOk="0">
                    <a:moveTo>
                      <a:pt x="14766" y="21461"/>
                    </a:moveTo>
                    <a:cubicBezTo>
                      <a:pt x="12980" y="21461"/>
                      <a:pt x="11302" y="20804"/>
                      <a:pt x="10039" y="19610"/>
                    </a:cubicBezTo>
                    <a:lnTo>
                      <a:pt x="441" y="10534"/>
                    </a:lnTo>
                    <a:cubicBezTo>
                      <a:pt x="-147" y="9978"/>
                      <a:pt x="-147" y="9077"/>
                      <a:pt x="441" y="8521"/>
                    </a:cubicBezTo>
                    <a:cubicBezTo>
                      <a:pt x="1028" y="7966"/>
                      <a:pt x="1981" y="7966"/>
                      <a:pt x="2569" y="8521"/>
                    </a:cubicBezTo>
                    <a:lnTo>
                      <a:pt x="12168" y="17598"/>
                    </a:lnTo>
                    <a:cubicBezTo>
                      <a:pt x="12862" y="18254"/>
                      <a:pt x="13784" y="18615"/>
                      <a:pt x="14766" y="18615"/>
                    </a:cubicBezTo>
                    <a:cubicBezTo>
                      <a:pt x="14766" y="18615"/>
                      <a:pt x="14766" y="18615"/>
                      <a:pt x="14766" y="18615"/>
                    </a:cubicBezTo>
                    <a:cubicBezTo>
                      <a:pt x="15749" y="18615"/>
                      <a:pt x="16672" y="18254"/>
                      <a:pt x="17366" y="17597"/>
                    </a:cubicBezTo>
                    <a:cubicBezTo>
                      <a:pt x="18061" y="16940"/>
                      <a:pt x="18443" y="16068"/>
                      <a:pt x="18443" y="15139"/>
                    </a:cubicBezTo>
                    <a:cubicBezTo>
                      <a:pt x="18443" y="14211"/>
                      <a:pt x="18061" y="13338"/>
                      <a:pt x="17366" y="12682"/>
                    </a:cubicBezTo>
                    <a:lnTo>
                      <a:pt x="6523" y="2429"/>
                    </a:lnTo>
                    <a:cubicBezTo>
                      <a:pt x="5935" y="1873"/>
                      <a:pt x="5935" y="972"/>
                      <a:pt x="6523" y="417"/>
                    </a:cubicBezTo>
                    <a:cubicBezTo>
                      <a:pt x="7111" y="-139"/>
                      <a:pt x="8064" y="-139"/>
                      <a:pt x="8651" y="417"/>
                    </a:cubicBezTo>
                    <a:lnTo>
                      <a:pt x="19494" y="10670"/>
                    </a:lnTo>
                    <a:cubicBezTo>
                      <a:pt x="20757" y="11863"/>
                      <a:pt x="21453" y="13450"/>
                      <a:pt x="21453" y="15139"/>
                    </a:cubicBezTo>
                    <a:cubicBezTo>
                      <a:pt x="21453" y="16827"/>
                      <a:pt x="20757" y="18415"/>
                      <a:pt x="19494" y="19609"/>
                    </a:cubicBezTo>
                    <a:cubicBezTo>
                      <a:pt x="18232" y="20803"/>
                      <a:pt x="16553" y="21461"/>
                      <a:pt x="14767" y="21461"/>
                    </a:cubicBezTo>
                    <a:cubicBezTo>
                      <a:pt x="14767" y="21461"/>
                      <a:pt x="14766" y="21461"/>
                      <a:pt x="14766" y="21461"/>
                    </a:cubicBezTo>
                    <a:close/>
                    <a:moveTo>
                      <a:pt x="14766" y="21461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15"/>
              <p:cNvSpPr/>
              <p:nvPr/>
            </p:nvSpPr>
            <p:spPr>
              <a:xfrm>
                <a:off x="1414" y="491"/>
                <a:ext cx="515" cy="649"/>
              </a:xfrm>
              <a:custGeom>
                <a:avLst/>
                <a:gdLst/>
                <a:ahLst/>
                <a:cxnLst/>
                <a:rect l="l" t="t" r="r" b="b"/>
                <a:pathLst>
                  <a:path w="21486" h="21510" extrusionOk="0">
                    <a:moveTo>
                      <a:pt x="16319" y="21510"/>
                    </a:moveTo>
                    <a:cubicBezTo>
                      <a:pt x="14940" y="21510"/>
                      <a:pt x="13643" y="21084"/>
                      <a:pt x="12667" y="20311"/>
                    </a:cubicBezTo>
                    <a:lnTo>
                      <a:pt x="2736" y="12442"/>
                    </a:lnTo>
                    <a:cubicBezTo>
                      <a:pt x="2282" y="12083"/>
                      <a:pt x="2282" y="11499"/>
                      <a:pt x="2736" y="11139"/>
                    </a:cubicBezTo>
                    <a:cubicBezTo>
                      <a:pt x="3190" y="10780"/>
                      <a:pt x="3927" y="10780"/>
                      <a:pt x="4380" y="11139"/>
                    </a:cubicBezTo>
                    <a:lnTo>
                      <a:pt x="14311" y="19008"/>
                    </a:lnTo>
                    <a:cubicBezTo>
                      <a:pt x="14848" y="19433"/>
                      <a:pt x="15561" y="19667"/>
                      <a:pt x="16319" y="19667"/>
                    </a:cubicBezTo>
                    <a:lnTo>
                      <a:pt x="16320" y="19667"/>
                    </a:lnTo>
                    <a:cubicBezTo>
                      <a:pt x="17079" y="19667"/>
                      <a:pt x="17792" y="19433"/>
                      <a:pt x="18328" y="19008"/>
                    </a:cubicBezTo>
                    <a:cubicBezTo>
                      <a:pt x="18865" y="18583"/>
                      <a:pt x="19161" y="18018"/>
                      <a:pt x="19161" y="17417"/>
                    </a:cubicBezTo>
                    <a:cubicBezTo>
                      <a:pt x="19161" y="16816"/>
                      <a:pt x="18865" y="16251"/>
                      <a:pt x="18328" y="15825"/>
                    </a:cubicBezTo>
                    <a:lnTo>
                      <a:pt x="340" y="1573"/>
                    </a:lnTo>
                    <a:cubicBezTo>
                      <a:pt x="-114" y="1213"/>
                      <a:pt x="-114" y="629"/>
                      <a:pt x="340" y="270"/>
                    </a:cubicBezTo>
                    <a:cubicBezTo>
                      <a:pt x="794" y="-90"/>
                      <a:pt x="1531" y="-90"/>
                      <a:pt x="1985" y="270"/>
                    </a:cubicBezTo>
                    <a:lnTo>
                      <a:pt x="19973" y="14523"/>
                    </a:lnTo>
                    <a:cubicBezTo>
                      <a:pt x="20948" y="15296"/>
                      <a:pt x="21486" y="16323"/>
                      <a:pt x="21486" y="17417"/>
                    </a:cubicBezTo>
                    <a:cubicBezTo>
                      <a:pt x="21486" y="18510"/>
                      <a:pt x="20948" y="19538"/>
                      <a:pt x="19973" y="20311"/>
                    </a:cubicBezTo>
                    <a:cubicBezTo>
                      <a:pt x="18997" y="21084"/>
                      <a:pt x="17700" y="21510"/>
                      <a:pt x="16320" y="21510"/>
                    </a:cubicBezTo>
                    <a:cubicBezTo>
                      <a:pt x="16320" y="21510"/>
                      <a:pt x="16319" y="21510"/>
                      <a:pt x="16319" y="21510"/>
                    </a:cubicBezTo>
                    <a:close/>
                    <a:moveTo>
                      <a:pt x="16319" y="21510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5"/>
              <p:cNvSpPr/>
              <p:nvPr/>
            </p:nvSpPr>
            <p:spPr>
              <a:xfrm>
                <a:off x="1355" y="977"/>
                <a:ext cx="230" cy="366"/>
              </a:xfrm>
              <a:custGeom>
                <a:avLst/>
                <a:gdLst/>
                <a:ahLst/>
                <a:cxnLst/>
                <a:rect l="l" t="t" r="r" b="b"/>
                <a:pathLst>
                  <a:path w="21348" h="21441" extrusionOk="0">
                    <a:moveTo>
                      <a:pt x="9890" y="21441"/>
                    </a:moveTo>
                    <a:cubicBezTo>
                      <a:pt x="6830" y="21441"/>
                      <a:pt x="3954" y="20687"/>
                      <a:pt x="1790" y="19319"/>
                    </a:cubicBezTo>
                    <a:cubicBezTo>
                      <a:pt x="783" y="18682"/>
                      <a:pt x="783" y="17649"/>
                      <a:pt x="1790" y="17013"/>
                    </a:cubicBezTo>
                    <a:cubicBezTo>
                      <a:pt x="2797" y="16376"/>
                      <a:pt x="4430" y="16376"/>
                      <a:pt x="5437" y="17013"/>
                    </a:cubicBezTo>
                    <a:cubicBezTo>
                      <a:pt x="6626" y="17765"/>
                      <a:pt x="8208" y="18179"/>
                      <a:pt x="9890" y="18179"/>
                    </a:cubicBezTo>
                    <a:cubicBezTo>
                      <a:pt x="9890" y="18179"/>
                      <a:pt x="9890" y="18179"/>
                      <a:pt x="9890" y="18179"/>
                    </a:cubicBezTo>
                    <a:cubicBezTo>
                      <a:pt x="11574" y="18179"/>
                      <a:pt x="13156" y="17765"/>
                      <a:pt x="14345" y="17012"/>
                    </a:cubicBezTo>
                    <a:cubicBezTo>
                      <a:pt x="15535" y="16260"/>
                      <a:pt x="16190" y="15260"/>
                      <a:pt x="16190" y="14195"/>
                    </a:cubicBezTo>
                    <a:cubicBezTo>
                      <a:pt x="16190" y="13132"/>
                      <a:pt x="15535" y="12132"/>
                      <a:pt x="14345" y="11380"/>
                    </a:cubicBezTo>
                    <a:lnTo>
                      <a:pt x="755" y="2784"/>
                    </a:lnTo>
                    <a:cubicBezTo>
                      <a:pt x="-252" y="2147"/>
                      <a:pt x="-252" y="1115"/>
                      <a:pt x="755" y="478"/>
                    </a:cubicBezTo>
                    <a:cubicBezTo>
                      <a:pt x="1762" y="-159"/>
                      <a:pt x="3395" y="-159"/>
                      <a:pt x="4402" y="478"/>
                    </a:cubicBezTo>
                    <a:lnTo>
                      <a:pt x="17992" y="9073"/>
                    </a:lnTo>
                    <a:cubicBezTo>
                      <a:pt x="20155" y="10441"/>
                      <a:pt x="21347" y="12260"/>
                      <a:pt x="21347" y="14195"/>
                    </a:cubicBezTo>
                    <a:cubicBezTo>
                      <a:pt x="21348" y="16131"/>
                      <a:pt x="20156" y="17950"/>
                      <a:pt x="17992" y="19319"/>
                    </a:cubicBezTo>
                    <a:cubicBezTo>
                      <a:pt x="15828" y="20687"/>
                      <a:pt x="12952" y="21441"/>
                      <a:pt x="9892" y="21441"/>
                    </a:cubicBezTo>
                    <a:cubicBezTo>
                      <a:pt x="9892" y="21441"/>
                      <a:pt x="9890" y="21441"/>
                      <a:pt x="9890" y="21441"/>
                    </a:cubicBezTo>
                    <a:close/>
                    <a:moveTo>
                      <a:pt x="9890" y="21441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5"/>
              <p:cNvSpPr/>
              <p:nvPr/>
            </p:nvSpPr>
            <p:spPr>
              <a:xfrm>
                <a:off x="1236" y="1155"/>
                <a:ext cx="219" cy="324"/>
              </a:xfrm>
              <a:custGeom>
                <a:avLst/>
                <a:gdLst/>
                <a:ahLst/>
                <a:cxnLst/>
                <a:rect l="l" t="t" r="r" b="b"/>
                <a:pathLst>
                  <a:path w="21335" h="21421" extrusionOk="0">
                    <a:moveTo>
                      <a:pt x="9302" y="21421"/>
                    </a:moveTo>
                    <a:cubicBezTo>
                      <a:pt x="6220" y="21421"/>
                      <a:pt x="3139" y="20627"/>
                      <a:pt x="793" y="19037"/>
                    </a:cubicBezTo>
                    <a:cubicBezTo>
                      <a:pt x="-264" y="18321"/>
                      <a:pt x="-264" y="17159"/>
                      <a:pt x="793" y="16442"/>
                    </a:cubicBezTo>
                    <a:cubicBezTo>
                      <a:pt x="1852" y="15726"/>
                      <a:pt x="3566" y="15726"/>
                      <a:pt x="4624" y="16442"/>
                    </a:cubicBezTo>
                    <a:cubicBezTo>
                      <a:pt x="7203" y="18190"/>
                      <a:pt x="11401" y="18190"/>
                      <a:pt x="13982" y="16441"/>
                    </a:cubicBezTo>
                    <a:cubicBezTo>
                      <a:pt x="15231" y="15595"/>
                      <a:pt x="15919" y="14469"/>
                      <a:pt x="15919" y="13272"/>
                    </a:cubicBezTo>
                    <a:cubicBezTo>
                      <a:pt x="15919" y="12075"/>
                      <a:pt x="15230" y="10950"/>
                      <a:pt x="13981" y="10104"/>
                    </a:cubicBezTo>
                    <a:lnTo>
                      <a:pt x="3695" y="3132"/>
                    </a:lnTo>
                    <a:cubicBezTo>
                      <a:pt x="2638" y="2416"/>
                      <a:pt x="2638" y="1254"/>
                      <a:pt x="3695" y="537"/>
                    </a:cubicBezTo>
                    <a:cubicBezTo>
                      <a:pt x="4754" y="-179"/>
                      <a:pt x="6469" y="-179"/>
                      <a:pt x="7525" y="538"/>
                    </a:cubicBezTo>
                    <a:lnTo>
                      <a:pt x="17811" y="7508"/>
                    </a:lnTo>
                    <a:cubicBezTo>
                      <a:pt x="20083" y="9047"/>
                      <a:pt x="21335" y="11094"/>
                      <a:pt x="21335" y="13271"/>
                    </a:cubicBezTo>
                    <a:cubicBezTo>
                      <a:pt x="21336" y="15449"/>
                      <a:pt x="20084" y="17497"/>
                      <a:pt x="17812" y="19037"/>
                    </a:cubicBezTo>
                    <a:cubicBezTo>
                      <a:pt x="15465" y="20626"/>
                      <a:pt x="12383" y="21421"/>
                      <a:pt x="9302" y="21421"/>
                    </a:cubicBezTo>
                    <a:close/>
                    <a:moveTo>
                      <a:pt x="9302" y="21421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15"/>
              <p:cNvSpPr/>
              <p:nvPr/>
            </p:nvSpPr>
            <p:spPr>
              <a:xfrm>
                <a:off x="0" y="705"/>
                <a:ext cx="429" cy="335"/>
              </a:xfrm>
              <a:custGeom>
                <a:avLst/>
                <a:gdLst/>
                <a:ahLst/>
                <a:cxnLst/>
                <a:rect l="l" t="t" r="r" b="b"/>
                <a:pathLst>
                  <a:path w="21239" h="21368" extrusionOk="0">
                    <a:moveTo>
                      <a:pt x="19859" y="21368"/>
                    </a:moveTo>
                    <a:cubicBezTo>
                      <a:pt x="19571" y="21368"/>
                      <a:pt x="19280" y="21252"/>
                      <a:pt x="19032" y="21013"/>
                    </a:cubicBezTo>
                    <a:lnTo>
                      <a:pt x="550" y="3183"/>
                    </a:lnTo>
                    <a:cubicBezTo>
                      <a:pt x="-58" y="2596"/>
                      <a:pt x="-181" y="1487"/>
                      <a:pt x="276" y="706"/>
                    </a:cubicBezTo>
                    <a:cubicBezTo>
                      <a:pt x="733" y="-75"/>
                      <a:pt x="1597" y="-232"/>
                      <a:pt x="2206" y="355"/>
                    </a:cubicBezTo>
                    <a:lnTo>
                      <a:pt x="20688" y="18185"/>
                    </a:lnTo>
                    <a:cubicBezTo>
                      <a:pt x="21296" y="18772"/>
                      <a:pt x="21419" y="19881"/>
                      <a:pt x="20962" y="20662"/>
                    </a:cubicBezTo>
                    <a:cubicBezTo>
                      <a:pt x="20691" y="21124"/>
                      <a:pt x="20278" y="21368"/>
                      <a:pt x="19859" y="21368"/>
                    </a:cubicBezTo>
                    <a:close/>
                    <a:moveTo>
                      <a:pt x="19859" y="21368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15"/>
              <p:cNvSpPr/>
              <p:nvPr/>
            </p:nvSpPr>
            <p:spPr>
              <a:xfrm>
                <a:off x="41" y="0"/>
                <a:ext cx="864" cy="402"/>
              </a:xfrm>
              <a:custGeom>
                <a:avLst/>
                <a:gdLst/>
                <a:ahLst/>
                <a:cxnLst/>
                <a:rect l="l" t="t" r="r" b="b"/>
                <a:pathLst>
                  <a:path w="21459" h="21397" extrusionOk="0">
                    <a:moveTo>
                      <a:pt x="20767" y="21397"/>
                    </a:moveTo>
                    <a:cubicBezTo>
                      <a:pt x="20736" y="21397"/>
                      <a:pt x="20704" y="21392"/>
                      <a:pt x="20671" y="21383"/>
                    </a:cubicBezTo>
                    <a:lnTo>
                      <a:pt x="11541" y="18682"/>
                    </a:lnTo>
                    <a:cubicBezTo>
                      <a:pt x="11436" y="18651"/>
                      <a:pt x="11336" y="18569"/>
                      <a:pt x="11248" y="18443"/>
                    </a:cubicBezTo>
                    <a:lnTo>
                      <a:pt x="306" y="2700"/>
                    </a:lnTo>
                    <a:cubicBezTo>
                      <a:pt x="-11" y="2244"/>
                      <a:pt x="-95" y="1326"/>
                      <a:pt x="119" y="651"/>
                    </a:cubicBezTo>
                    <a:cubicBezTo>
                      <a:pt x="333" y="-25"/>
                      <a:pt x="764" y="-203"/>
                      <a:pt x="1081" y="253"/>
                    </a:cubicBezTo>
                    <a:lnTo>
                      <a:pt x="11890" y="15805"/>
                    </a:lnTo>
                    <a:lnTo>
                      <a:pt x="20862" y="18458"/>
                    </a:lnTo>
                    <a:cubicBezTo>
                      <a:pt x="21241" y="18571"/>
                      <a:pt x="21505" y="19316"/>
                      <a:pt x="21452" y="20124"/>
                    </a:cubicBezTo>
                    <a:cubicBezTo>
                      <a:pt x="21404" y="20862"/>
                      <a:pt x="21108" y="21397"/>
                      <a:pt x="20767" y="21397"/>
                    </a:cubicBezTo>
                    <a:close/>
                    <a:moveTo>
                      <a:pt x="20767" y="21397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15"/>
              <p:cNvSpPr/>
              <p:nvPr/>
            </p:nvSpPr>
            <p:spPr>
              <a:xfrm>
                <a:off x="1830" y="539"/>
                <a:ext cx="418" cy="419"/>
              </a:xfrm>
              <a:custGeom>
                <a:avLst/>
                <a:gdLst/>
                <a:ahLst/>
                <a:cxnLst/>
                <a:rect l="l" t="t" r="r" b="b"/>
                <a:pathLst>
                  <a:path w="21319" h="21459" extrusionOk="0">
                    <a:moveTo>
                      <a:pt x="1423" y="21459"/>
                    </a:moveTo>
                    <a:cubicBezTo>
                      <a:pt x="1061" y="21459"/>
                      <a:pt x="699" y="21322"/>
                      <a:pt x="421" y="21047"/>
                    </a:cubicBezTo>
                    <a:cubicBezTo>
                      <a:pt x="-137" y="20493"/>
                      <a:pt x="-141" y="19592"/>
                      <a:pt x="412" y="19034"/>
                    </a:cubicBezTo>
                    <a:lnTo>
                      <a:pt x="8757" y="10621"/>
                    </a:lnTo>
                    <a:lnTo>
                      <a:pt x="18885" y="420"/>
                    </a:lnTo>
                    <a:cubicBezTo>
                      <a:pt x="19439" y="-138"/>
                      <a:pt x="20340" y="-141"/>
                      <a:pt x="20898" y="413"/>
                    </a:cubicBezTo>
                    <a:cubicBezTo>
                      <a:pt x="21456" y="966"/>
                      <a:pt x="21459" y="1867"/>
                      <a:pt x="20905" y="2425"/>
                    </a:cubicBezTo>
                    <a:lnTo>
                      <a:pt x="10777" y="12625"/>
                    </a:lnTo>
                    <a:lnTo>
                      <a:pt x="2434" y="21038"/>
                    </a:lnTo>
                    <a:cubicBezTo>
                      <a:pt x="2156" y="21319"/>
                      <a:pt x="1789" y="21459"/>
                      <a:pt x="1423" y="21459"/>
                    </a:cubicBezTo>
                    <a:close/>
                    <a:moveTo>
                      <a:pt x="1423" y="21459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15"/>
              <p:cNvSpPr/>
              <p:nvPr/>
            </p:nvSpPr>
            <p:spPr>
              <a:xfrm>
                <a:off x="1040" y="112"/>
                <a:ext cx="960" cy="267"/>
              </a:xfrm>
              <a:custGeom>
                <a:avLst/>
                <a:gdLst/>
                <a:ahLst/>
                <a:cxnLst/>
                <a:rect l="l" t="t" r="r" b="b"/>
                <a:pathLst>
                  <a:path w="21467" h="21295" extrusionOk="0">
                    <a:moveTo>
                      <a:pt x="13888" y="21295"/>
                    </a:moveTo>
                    <a:cubicBezTo>
                      <a:pt x="13793" y="21295"/>
                      <a:pt x="13698" y="21218"/>
                      <a:pt x="13611" y="21063"/>
                    </a:cubicBezTo>
                    <a:lnTo>
                      <a:pt x="9031" y="12953"/>
                    </a:lnTo>
                    <a:lnTo>
                      <a:pt x="724" y="17789"/>
                    </a:lnTo>
                    <a:cubicBezTo>
                      <a:pt x="385" y="17987"/>
                      <a:pt x="64" y="17167"/>
                      <a:pt x="9" y="15957"/>
                    </a:cubicBezTo>
                    <a:cubicBezTo>
                      <a:pt x="-47" y="14748"/>
                      <a:pt x="183" y="13607"/>
                      <a:pt x="523" y="13409"/>
                    </a:cubicBezTo>
                    <a:lnTo>
                      <a:pt x="9028" y="8458"/>
                    </a:lnTo>
                    <a:cubicBezTo>
                      <a:pt x="9157" y="8382"/>
                      <a:pt x="9290" y="8453"/>
                      <a:pt x="9407" y="8661"/>
                    </a:cubicBezTo>
                    <a:lnTo>
                      <a:pt x="13839" y="16511"/>
                    </a:lnTo>
                    <a:lnTo>
                      <a:pt x="20493" y="385"/>
                    </a:lnTo>
                    <a:cubicBezTo>
                      <a:pt x="20778" y="-305"/>
                      <a:pt x="21166" y="-43"/>
                      <a:pt x="21359" y="970"/>
                    </a:cubicBezTo>
                    <a:cubicBezTo>
                      <a:pt x="21553" y="1984"/>
                      <a:pt x="21479" y="3364"/>
                      <a:pt x="21195" y="4054"/>
                    </a:cubicBezTo>
                    <a:lnTo>
                      <a:pt x="14239" y="20911"/>
                    </a:lnTo>
                    <a:cubicBezTo>
                      <a:pt x="14134" y="21166"/>
                      <a:pt x="14011" y="21295"/>
                      <a:pt x="13888" y="21295"/>
                    </a:cubicBezTo>
                    <a:close/>
                    <a:moveTo>
                      <a:pt x="13888" y="21295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endParaRPr sz="348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6" name="Google Shape;536;p15"/>
          <p:cNvSpPr/>
          <p:nvPr/>
        </p:nvSpPr>
        <p:spPr>
          <a:xfrm>
            <a:off x="-38100" y="6759354"/>
            <a:ext cx="14668500" cy="1477866"/>
          </a:xfrm>
          <a:custGeom>
            <a:avLst/>
            <a:gdLst/>
            <a:ahLst/>
            <a:cxnLst/>
            <a:rect l="l" t="t" r="r" b="b"/>
            <a:pathLst>
              <a:path w="21600" h="20450" extrusionOk="0">
                <a:moveTo>
                  <a:pt x="10804" y="-1150"/>
                </a:moveTo>
                <a:lnTo>
                  <a:pt x="10602" y="0"/>
                </a:lnTo>
                <a:lnTo>
                  <a:pt x="0" y="0"/>
                </a:lnTo>
                <a:lnTo>
                  <a:pt x="0" y="20450"/>
                </a:lnTo>
                <a:lnTo>
                  <a:pt x="21600" y="20450"/>
                </a:lnTo>
                <a:lnTo>
                  <a:pt x="21600" y="0"/>
                </a:lnTo>
                <a:lnTo>
                  <a:pt x="11007" y="0"/>
                </a:lnTo>
                <a:lnTo>
                  <a:pt x="10804" y="-1150"/>
                </a:lnTo>
                <a:close/>
                <a:moveTo>
                  <a:pt x="10804" y="-1150"/>
                </a:moveTo>
              </a:path>
            </a:pathLst>
          </a:custGeom>
          <a:solidFill>
            <a:schemeClr val="bg2"/>
          </a:solidFill>
          <a:ln w="25400" cap="flat" cmpd="sng">
            <a:solidFill>
              <a:schemeClr val="dk1">
                <a:alpha val="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endParaRPr sz="348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7" name="Google Shape;537;p15"/>
          <p:cNvGrpSpPr/>
          <p:nvPr/>
        </p:nvGrpSpPr>
        <p:grpSpPr>
          <a:xfrm>
            <a:off x="-9525" y="8199120"/>
            <a:ext cx="14650403" cy="0"/>
            <a:chOff x="0" y="0"/>
            <a:chExt cx="15382" cy="0"/>
          </a:xfrm>
        </p:grpSpPr>
        <p:cxnSp>
          <p:nvCxnSpPr>
            <p:cNvPr id="538" name="Google Shape;538;p15"/>
            <p:cNvCxnSpPr/>
            <p:nvPr/>
          </p:nvCxnSpPr>
          <p:spPr>
            <a:xfrm>
              <a:off x="0" y="0"/>
              <a:ext cx="3221" cy="0"/>
            </a:xfrm>
            <a:prstGeom prst="straightConnector1">
              <a:avLst/>
            </a:prstGeom>
            <a:noFill/>
            <a:ln w="114300" cap="flat" cmpd="sng">
              <a:solidFill>
                <a:srgbClr val="3A564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9" name="Google Shape;539;p15"/>
            <p:cNvCxnSpPr/>
            <p:nvPr/>
          </p:nvCxnSpPr>
          <p:spPr>
            <a:xfrm>
              <a:off x="3215" y="0"/>
              <a:ext cx="2934" cy="0"/>
            </a:xfrm>
            <a:prstGeom prst="straightConnector1">
              <a:avLst/>
            </a:prstGeom>
            <a:noFill/>
            <a:ln w="114300" cap="flat" cmpd="sng">
              <a:solidFill>
                <a:srgbClr val="43674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40" name="Google Shape;540;p15"/>
            <p:cNvCxnSpPr/>
            <p:nvPr/>
          </p:nvCxnSpPr>
          <p:spPr>
            <a:xfrm>
              <a:off x="6143" y="0"/>
              <a:ext cx="2934" cy="0"/>
            </a:xfrm>
            <a:prstGeom prst="straightConnector1">
              <a:avLst/>
            </a:prstGeom>
            <a:noFill/>
            <a:ln w="114300" cap="flat" cmpd="sng">
              <a:solidFill>
                <a:srgbClr val="8FB177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41" name="Google Shape;541;p15"/>
            <p:cNvCxnSpPr/>
            <p:nvPr/>
          </p:nvCxnSpPr>
          <p:spPr>
            <a:xfrm>
              <a:off x="9071" y="0"/>
              <a:ext cx="2934" cy="0"/>
            </a:xfrm>
            <a:prstGeom prst="straightConnector1">
              <a:avLst/>
            </a:prstGeom>
            <a:noFill/>
            <a:ln w="114300" cap="flat" cmpd="sng">
              <a:solidFill>
                <a:srgbClr val="C4D7A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42" name="Google Shape;542;p15"/>
            <p:cNvCxnSpPr/>
            <p:nvPr/>
          </p:nvCxnSpPr>
          <p:spPr>
            <a:xfrm>
              <a:off x="11999" y="0"/>
              <a:ext cx="3383" cy="0"/>
            </a:xfrm>
            <a:prstGeom prst="straightConnector1">
              <a:avLst/>
            </a:prstGeom>
            <a:noFill/>
            <a:ln w="114300" cap="flat" cmpd="sng">
              <a:solidFill>
                <a:srgbClr val="E1E6B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2" name="logoNodeeb371646-a78e-40f6-bf8e-760957fea4fd">
            <a:extLst>
              <a:ext uri="{FF2B5EF4-FFF2-40B4-BE49-F238E27FC236}">
                <a16:creationId xmlns:a16="http://schemas.microsoft.com/office/drawing/2014/main" id="{6E01D367-5CEF-55C3-6440-0EEB93E186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6147917" y="7223760"/>
            <a:ext cx="2141220" cy="7239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58CFCF-E3DE-DA99-0961-ECB39D3B78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5C952-D7A8-4A3B-8A5D-A749AB93196A}" type="slidenum">
              <a:rPr lang="vi-VN" smtClean="0"/>
              <a:pPr/>
              <a:t>17</a:t>
            </a:fld>
            <a:r>
              <a:rPr lang="en-US"/>
              <a:t>/16</a:t>
            </a:r>
            <a:endParaRPr lang="vi-VN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AD1CD753196F4C8DFF1950A0CA4822" ma:contentTypeVersion="13" ma:contentTypeDescription="Create a new document." ma:contentTypeScope="" ma:versionID="45f1df0e8c0ccd56d41c9b90ff404286">
  <xsd:schema xmlns:xsd="http://www.w3.org/2001/XMLSchema" xmlns:xs="http://www.w3.org/2001/XMLSchema" xmlns:p="http://schemas.microsoft.com/office/2006/metadata/properties" xmlns:ns2="39beedf3-351d-4f1d-b5da-8cef7e54c07b" xmlns:ns3="6b2d660f-a34b-40f0-bcee-be44ec657f9b" targetNamespace="http://schemas.microsoft.com/office/2006/metadata/properties" ma:root="true" ma:fieldsID="79d1b811fd4eed4610f11bfc5c04bb03" ns2:_="" ns3:_="">
    <xsd:import namespace="39beedf3-351d-4f1d-b5da-8cef7e54c07b"/>
    <xsd:import namespace="6b2d660f-a34b-40f0-bcee-be44ec657f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g_x01b0__x1edd_iqu_x1ea3_nl_x00fd_th_x01b0_m_x1ee5_c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eedf3-351d-4f1d-b5da-8cef7e54c0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Ng_x01b0__x1edd_iqu_x1ea3_nl_x00fd_th_x01b0_m_x1ee5_c" ma:index="15" nillable="true" ma:displayName="Người quản lý thư mục" ma:format="Dropdown" ma:internalName="Ng_x01b0__x1edd_iqu_x1ea3_nl_x00fd_th_x01b0_m_x1ee5_c">
      <xsd:simpleType>
        <xsd:restriction base="dms:Text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d660f-a34b-40f0-bcee-be44ec657f9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3c6f692-9cac-40fe-b48c-743084e68e9c}" ma:internalName="TaxCatchAll" ma:showField="CatchAllData" ma:web="6b2d660f-a34b-40f0-bcee-be44ec657f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beedf3-351d-4f1d-b5da-8cef7e54c07b">
      <Terms xmlns="http://schemas.microsoft.com/office/infopath/2007/PartnerControls"/>
    </lcf76f155ced4ddcb4097134ff3c332f>
    <TaxCatchAll xmlns="6b2d660f-a34b-40f0-bcee-be44ec657f9b" xsi:nil="true"/>
    <Ng_x01b0__x1edd_iqu_x1ea3_nl_x00fd_th_x01b0_m_x1ee5_c xmlns="39beedf3-351d-4f1d-b5da-8cef7e54c07b" xsi:nil="true"/>
  </documentManagement>
</p:properties>
</file>

<file path=customXml/itemProps1.xml><?xml version="1.0" encoding="utf-8"?>
<ds:datastoreItem xmlns:ds="http://schemas.openxmlformats.org/officeDocument/2006/customXml" ds:itemID="{431598E6-A1D2-43A6-8ACC-EF8C0A9365B2}">
  <ds:schemaRefs>
    <ds:schemaRef ds:uri="39beedf3-351d-4f1d-b5da-8cef7e54c07b"/>
    <ds:schemaRef ds:uri="6b2d660f-a34b-40f0-bcee-be44ec657f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BB02F8D-264B-4CA1-9F89-D39EFA0EC2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7A7E00-0F63-49CD-B8BB-D62B7F3AA728}">
  <ds:schemaRefs>
    <ds:schemaRef ds:uri="39beedf3-351d-4f1d-b5da-8cef7e54c07b"/>
    <ds:schemaRef ds:uri="6b2d660f-a34b-40f0-bcee-be44ec657f9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17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3</cp:revision>
  <cp:lastPrinted>2025-04-26T02:24:33Z</cp:lastPrinted>
  <dcterms:created xsi:type="dcterms:W3CDTF">2025-03-04T07:32:56Z</dcterms:created>
  <dcterms:modified xsi:type="dcterms:W3CDTF">2026-01-19T07:49:21Z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0x01010042AD1CD753196F4C8DFF1950A0CA4822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