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25"/>
  </p:notesMasterIdLst>
  <p:sldIdLst>
    <p:sldId id="399" r:id="rId5"/>
    <p:sldId id="304" r:id="rId6"/>
    <p:sldId id="344" r:id="rId7"/>
    <p:sldId id="339" r:id="rId8"/>
    <p:sldId id="341" r:id="rId9"/>
    <p:sldId id="303" r:id="rId10"/>
    <p:sldId id="310" r:id="rId11"/>
    <p:sldId id="350" r:id="rId12"/>
    <p:sldId id="398" r:id="rId13"/>
    <p:sldId id="396" r:id="rId14"/>
    <p:sldId id="395" r:id="rId15"/>
    <p:sldId id="397" r:id="rId16"/>
    <p:sldId id="315" r:id="rId17"/>
    <p:sldId id="381" r:id="rId18"/>
    <p:sldId id="389" r:id="rId19"/>
    <p:sldId id="386" r:id="rId20"/>
    <p:sldId id="394" r:id="rId21"/>
    <p:sldId id="393" r:id="rId22"/>
    <p:sldId id="392" r:id="rId23"/>
    <p:sldId id="391" r:id="rId24"/>
  </p:sldIdLst>
  <p:sldSz cx="9144000" cy="5143500" type="screen16x9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66068FD-31DF-4505-96EA-B953B35EC922}">
          <p14:sldIdLst>
            <p14:sldId id="399"/>
            <p14:sldId id="304"/>
            <p14:sldId id="344"/>
            <p14:sldId id="339"/>
            <p14:sldId id="341"/>
            <p14:sldId id="303"/>
            <p14:sldId id="310"/>
            <p14:sldId id="350"/>
            <p14:sldId id="398"/>
            <p14:sldId id="396"/>
            <p14:sldId id="395"/>
            <p14:sldId id="397"/>
            <p14:sldId id="315"/>
            <p14:sldId id="381"/>
            <p14:sldId id="389"/>
            <p14:sldId id="386"/>
            <p14:sldId id="394"/>
            <p14:sldId id="393"/>
            <p14:sldId id="392"/>
            <p14:sldId id="3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AF6DF"/>
    <a:srgbClr val="74E9AD"/>
    <a:srgbClr val="119303"/>
    <a:srgbClr val="67F753"/>
    <a:srgbClr val="F5F5F5"/>
    <a:srgbClr val="E78BCB"/>
    <a:srgbClr val="424340"/>
    <a:srgbClr val="E2E7EE"/>
    <a:srgbClr val="29A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7884B9-EA00-46ED-99F8-AA5A0AC5F275}" v="76" dt="2026-05-12T15:57:20.025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73" autoAdjust="0"/>
    <p:restoredTop sz="96247" autoAdjust="0"/>
  </p:normalViewPr>
  <p:slideViewPr>
    <p:cSldViewPr snapToGrid="0">
      <p:cViewPr varScale="1">
        <p:scale>
          <a:sx n="96" d="100"/>
          <a:sy n="96" d="100"/>
        </p:scale>
        <p:origin x="54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h, Hoàng Duy" userId="3a448fcf-317f-4972-a161-06742a14d4c7" providerId="ADAL" clId="{CE1C8B88-0719-4E4A-B0E4-7DC533AE261F}"/>
    <pc:docChg chg="undo redo custSel addSld delSld modSld sldOrd modSection">
      <pc:chgData name="Danh, Hoàng Duy" userId="3a448fcf-317f-4972-a161-06742a14d4c7" providerId="ADAL" clId="{CE1C8B88-0719-4E4A-B0E4-7DC533AE261F}" dt="2026-05-12T15:57:38.002" v="2103"/>
      <pc:docMkLst>
        <pc:docMk/>
      </pc:docMkLst>
      <pc:sldChg chg="addSp delSp modSp mod ord">
        <pc:chgData name="Danh, Hoàng Duy" userId="3a448fcf-317f-4972-a161-06742a14d4c7" providerId="ADAL" clId="{CE1C8B88-0719-4E4A-B0E4-7DC533AE261F}" dt="2026-05-12T15:57:38.002" v="2103"/>
        <pc:sldMkLst>
          <pc:docMk/>
          <pc:sldMk cId="2836078639" sldId="303"/>
        </pc:sldMkLst>
        <pc:spChg chg="mod">
          <ac:chgData name="Danh, Hoàng Duy" userId="3a448fcf-317f-4972-a161-06742a14d4c7" providerId="ADAL" clId="{CE1C8B88-0719-4E4A-B0E4-7DC533AE261F}" dt="2026-05-12T13:46:10.417" v="317" actId="20577"/>
          <ac:spMkLst>
            <pc:docMk/>
            <pc:sldMk cId="2836078639" sldId="303"/>
            <ac:spMk id="2" creationId="{96887BFE-815C-615F-B644-76B304CE4911}"/>
          </ac:spMkLst>
        </pc:spChg>
        <pc:picChg chg="add mod">
          <ac:chgData name="Danh, Hoàng Duy" userId="3a448fcf-317f-4972-a161-06742a14d4c7" providerId="ADAL" clId="{CE1C8B88-0719-4E4A-B0E4-7DC533AE261F}" dt="2026-05-12T13:53:44.362" v="356" actId="1076"/>
          <ac:picMkLst>
            <pc:docMk/>
            <pc:sldMk cId="2836078639" sldId="303"/>
            <ac:picMk id="4" creationId="{6CB55033-5A11-6244-AB27-7EA3760F03A9}"/>
          </ac:picMkLst>
        </pc:picChg>
        <pc:picChg chg="del mod">
          <ac:chgData name="Danh, Hoàng Duy" userId="3a448fcf-317f-4972-a161-06742a14d4c7" providerId="ADAL" clId="{CE1C8B88-0719-4E4A-B0E4-7DC533AE261F}" dt="2026-05-12T13:46:08.192" v="316" actId="478"/>
          <ac:picMkLst>
            <pc:docMk/>
            <pc:sldMk cId="2836078639" sldId="303"/>
            <ac:picMk id="10" creationId="{EE4BF067-C833-EF8B-6785-23BD01D6255D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5-12T13:34:23.060" v="99" actId="20577"/>
        <pc:sldMkLst>
          <pc:docMk/>
          <pc:sldMk cId="3774575398" sldId="304"/>
        </pc:sldMkLst>
        <pc:spChg chg="mod">
          <ac:chgData name="Danh, Hoàng Duy" userId="3a448fcf-317f-4972-a161-06742a14d4c7" providerId="ADAL" clId="{CE1C8B88-0719-4E4A-B0E4-7DC533AE261F}" dt="2026-05-12T13:34:23.060" v="99" actId="20577"/>
          <ac:spMkLst>
            <pc:docMk/>
            <pc:sldMk cId="3774575398" sldId="304"/>
            <ac:spMk id="2" creationId="{D2170A85-2711-6FB8-2AC6-2C758E78707D}"/>
          </ac:spMkLst>
        </pc:spChg>
        <pc:picChg chg="add del">
          <ac:chgData name="Danh, Hoàng Duy" userId="3a448fcf-317f-4972-a161-06742a14d4c7" providerId="ADAL" clId="{CE1C8B88-0719-4E4A-B0E4-7DC533AE261F}" dt="2026-05-12T13:33:41.900" v="93" actId="22"/>
          <ac:picMkLst>
            <pc:docMk/>
            <pc:sldMk cId="3774575398" sldId="304"/>
            <ac:picMk id="4" creationId="{FBE10335-290D-D831-3066-AA8FCA934894}"/>
          </ac:picMkLst>
        </pc:picChg>
        <pc:picChg chg="add del">
          <ac:chgData name="Danh, Hoàng Duy" userId="3a448fcf-317f-4972-a161-06742a14d4c7" providerId="ADAL" clId="{CE1C8B88-0719-4E4A-B0E4-7DC533AE261F}" dt="2026-05-12T13:34:20.695" v="98" actId="478"/>
          <ac:picMkLst>
            <pc:docMk/>
            <pc:sldMk cId="3774575398" sldId="304"/>
            <ac:picMk id="6" creationId="{6AD6614A-94BB-315B-4BFC-0AD5AC8A81D9}"/>
          </ac:picMkLst>
        </pc:picChg>
        <pc:picChg chg="add del">
          <ac:chgData name="Danh, Hoàng Duy" userId="3a448fcf-317f-4972-a161-06742a14d4c7" providerId="ADAL" clId="{CE1C8B88-0719-4E4A-B0E4-7DC533AE261F}" dt="2026-05-12T13:34:12.233" v="95" actId="478"/>
          <ac:picMkLst>
            <pc:docMk/>
            <pc:sldMk cId="3774575398" sldId="304"/>
            <ac:picMk id="9" creationId="{41B8BC1F-8859-1F27-476B-02E0B267502D}"/>
          </ac:picMkLst>
        </pc:picChg>
      </pc:sldChg>
      <pc:sldChg chg="addSp delSp modSp mod ord">
        <pc:chgData name="Danh, Hoàng Duy" userId="3a448fcf-317f-4972-a161-06742a14d4c7" providerId="ADAL" clId="{CE1C8B88-0719-4E4A-B0E4-7DC533AE261F}" dt="2026-05-12T15:57:38.002" v="2103"/>
        <pc:sldMkLst>
          <pc:docMk/>
          <pc:sldMk cId="3780282396" sldId="310"/>
        </pc:sldMkLst>
        <pc:picChg chg="add mod">
          <ac:chgData name="Danh, Hoàng Duy" userId="3a448fcf-317f-4972-a161-06742a14d4c7" providerId="ADAL" clId="{CE1C8B88-0719-4E4A-B0E4-7DC533AE261F}" dt="2026-05-12T13:54:03.765" v="360" actId="14100"/>
          <ac:picMkLst>
            <pc:docMk/>
            <pc:sldMk cId="3780282396" sldId="310"/>
            <ac:picMk id="4" creationId="{D18DDAF9-75E0-0408-4DFD-E4DF2454067A}"/>
          </ac:picMkLst>
        </pc:picChg>
        <pc:picChg chg="del">
          <ac:chgData name="Danh, Hoàng Duy" userId="3a448fcf-317f-4972-a161-06742a14d4c7" providerId="ADAL" clId="{CE1C8B88-0719-4E4A-B0E4-7DC533AE261F}" dt="2026-05-12T13:53:46.707" v="357" actId="478"/>
          <ac:picMkLst>
            <pc:docMk/>
            <pc:sldMk cId="3780282396" sldId="310"/>
            <ac:picMk id="13" creationId="{2924FE8E-FA41-50F7-B6D9-64447AE4DAB8}"/>
          </ac:picMkLst>
        </pc:picChg>
      </pc:sldChg>
      <pc:sldChg chg="del">
        <pc:chgData name="Danh, Hoàng Duy" userId="3a448fcf-317f-4972-a161-06742a14d4c7" providerId="ADAL" clId="{CE1C8B88-0719-4E4A-B0E4-7DC533AE261F}" dt="2026-05-12T13:46:22.643" v="318" actId="47"/>
        <pc:sldMkLst>
          <pc:docMk/>
          <pc:sldMk cId="1484793906" sldId="312"/>
        </pc:sldMkLst>
      </pc:sldChg>
      <pc:sldChg chg="addSp delSp modSp mod">
        <pc:chgData name="Danh, Hoàng Duy" userId="3a448fcf-317f-4972-a161-06742a14d4c7" providerId="ADAL" clId="{CE1C8B88-0719-4E4A-B0E4-7DC533AE261F}" dt="2026-05-12T14:22:20.044" v="1640" actId="1076"/>
        <pc:sldMkLst>
          <pc:docMk/>
          <pc:sldMk cId="78206668" sldId="315"/>
        </pc:sldMkLst>
        <pc:spChg chg="mod">
          <ac:chgData name="Danh, Hoàng Duy" userId="3a448fcf-317f-4972-a161-06742a14d4c7" providerId="ADAL" clId="{CE1C8B88-0719-4E4A-B0E4-7DC533AE261F}" dt="2026-05-12T14:22:05.476" v="1639" actId="20577"/>
          <ac:spMkLst>
            <pc:docMk/>
            <pc:sldMk cId="78206668" sldId="315"/>
            <ac:spMk id="2" creationId="{4BD14D59-E52C-4AEC-E23F-A01EDF0CB9F9}"/>
          </ac:spMkLst>
        </pc:spChg>
        <pc:spChg chg="add mod">
          <ac:chgData name="Danh, Hoàng Duy" userId="3a448fcf-317f-4972-a161-06742a14d4c7" providerId="ADAL" clId="{CE1C8B88-0719-4E4A-B0E4-7DC533AE261F}" dt="2026-05-12T14:22:20.044" v="1640" actId="1076"/>
          <ac:spMkLst>
            <pc:docMk/>
            <pc:sldMk cId="78206668" sldId="315"/>
            <ac:spMk id="3" creationId="{F2979B85-8BAE-12DF-D977-6AA6B7F2DE28}"/>
          </ac:spMkLst>
        </pc:spChg>
        <pc:spChg chg="mod">
          <ac:chgData name="Danh, Hoàng Duy" userId="3a448fcf-317f-4972-a161-06742a14d4c7" providerId="ADAL" clId="{CE1C8B88-0719-4E4A-B0E4-7DC533AE261F}" dt="2026-05-12T13:39:28.426" v="214" actId="14100"/>
          <ac:spMkLst>
            <pc:docMk/>
            <pc:sldMk cId="78206668" sldId="315"/>
            <ac:spMk id="6" creationId="{5B237680-819E-EC6E-D41F-B19E93EC7702}"/>
          </ac:spMkLst>
        </pc:spChg>
        <pc:spChg chg="mod">
          <ac:chgData name="Danh, Hoàng Duy" userId="3a448fcf-317f-4972-a161-06742a14d4c7" providerId="ADAL" clId="{CE1C8B88-0719-4E4A-B0E4-7DC533AE261F}" dt="2026-05-12T13:39:39.949" v="218" actId="14100"/>
          <ac:spMkLst>
            <pc:docMk/>
            <pc:sldMk cId="78206668" sldId="315"/>
            <ac:spMk id="14" creationId="{9510EA6F-2D53-E4B7-293E-26704F295D36}"/>
          </ac:spMkLst>
        </pc:spChg>
        <pc:spChg chg="mod">
          <ac:chgData name="Danh, Hoàng Duy" userId="3a448fcf-317f-4972-a161-06742a14d4c7" providerId="ADAL" clId="{CE1C8B88-0719-4E4A-B0E4-7DC533AE261F}" dt="2026-05-12T13:39:31.049" v="215" actId="1076"/>
          <ac:spMkLst>
            <pc:docMk/>
            <pc:sldMk cId="78206668" sldId="315"/>
            <ac:spMk id="16" creationId="{795E6761-BEB0-E07D-620F-3E30380E5176}"/>
          </ac:spMkLst>
        </pc:spChg>
        <pc:spChg chg="mod">
          <ac:chgData name="Danh, Hoàng Duy" userId="3a448fcf-317f-4972-a161-06742a14d4c7" providerId="ADAL" clId="{CE1C8B88-0719-4E4A-B0E4-7DC533AE261F}" dt="2026-05-12T13:39:42.865" v="219" actId="1076"/>
          <ac:spMkLst>
            <pc:docMk/>
            <pc:sldMk cId="78206668" sldId="315"/>
            <ac:spMk id="17" creationId="{6791F701-DD65-569C-8158-7E7319F27F65}"/>
          </ac:spMkLst>
        </pc:spChg>
        <pc:graphicFrameChg chg="mod">
          <ac:chgData name="Danh, Hoàng Duy" userId="3a448fcf-317f-4972-a161-06742a14d4c7" providerId="ADAL" clId="{CE1C8B88-0719-4E4A-B0E4-7DC533AE261F}" dt="2026-05-12T13:39:34.075" v="216" actId="14100"/>
          <ac:graphicFrameMkLst>
            <pc:docMk/>
            <pc:sldMk cId="78206668" sldId="315"/>
            <ac:graphicFrameMk id="4" creationId="{E130BEDC-8830-AA2C-D6CE-032D13175089}"/>
          </ac:graphicFrameMkLst>
        </pc:graphicFrameChg>
        <pc:graphicFrameChg chg="del mod modGraphic">
          <ac:chgData name="Danh, Hoàng Duy" userId="3a448fcf-317f-4972-a161-06742a14d4c7" providerId="ADAL" clId="{CE1C8B88-0719-4E4A-B0E4-7DC533AE261F}" dt="2026-05-12T13:39:24.816" v="213" actId="478"/>
          <ac:graphicFrameMkLst>
            <pc:docMk/>
            <pc:sldMk cId="78206668" sldId="315"/>
            <ac:graphicFrameMk id="5" creationId="{B898A6A7-30C3-9951-E884-FBCDACD14A63}"/>
          </ac:graphicFrameMkLst>
        </pc:graphicFrameChg>
        <pc:graphicFrameChg chg="mod">
          <ac:chgData name="Danh, Hoàng Duy" userId="3a448fcf-317f-4972-a161-06742a14d4c7" providerId="ADAL" clId="{CE1C8B88-0719-4E4A-B0E4-7DC533AE261F}" dt="2026-05-12T13:44:11.030" v="284" actId="207"/>
          <ac:graphicFrameMkLst>
            <pc:docMk/>
            <pc:sldMk cId="78206668" sldId="315"/>
            <ac:graphicFrameMk id="15" creationId="{424E2B08-E421-0097-BABF-0E47D73A24B0}"/>
          </ac:graphicFrameMkLst>
        </pc:graphicFrameChg>
      </pc:sldChg>
      <pc:sldChg chg="del">
        <pc:chgData name="Danh, Hoàng Duy" userId="3a448fcf-317f-4972-a161-06742a14d4c7" providerId="ADAL" clId="{CE1C8B88-0719-4E4A-B0E4-7DC533AE261F}" dt="2026-05-12T13:46:22.643" v="318" actId="47"/>
        <pc:sldMkLst>
          <pc:docMk/>
          <pc:sldMk cId="762985688" sldId="323"/>
        </pc:sldMkLst>
      </pc:sldChg>
      <pc:sldChg chg="del">
        <pc:chgData name="Danh, Hoàng Duy" userId="3a448fcf-317f-4972-a161-06742a14d4c7" providerId="ADAL" clId="{CE1C8B88-0719-4E4A-B0E4-7DC533AE261F}" dt="2026-05-12T13:46:22.643" v="318" actId="47"/>
        <pc:sldMkLst>
          <pc:docMk/>
          <pc:sldMk cId="2986706331" sldId="325"/>
        </pc:sldMkLst>
      </pc:sldChg>
      <pc:sldChg chg="add del ord">
        <pc:chgData name="Danh, Hoàng Duy" userId="3a448fcf-317f-4972-a161-06742a14d4c7" providerId="ADAL" clId="{CE1C8B88-0719-4E4A-B0E4-7DC533AE261F}" dt="2026-05-12T15:57:17.182" v="2076"/>
        <pc:sldMkLst>
          <pc:docMk/>
          <pc:sldMk cId="1872328076" sldId="339"/>
        </pc:sldMkLst>
      </pc:sldChg>
      <pc:sldChg chg="add del ord">
        <pc:chgData name="Danh, Hoàng Duy" userId="3a448fcf-317f-4972-a161-06742a14d4c7" providerId="ADAL" clId="{CE1C8B88-0719-4E4A-B0E4-7DC533AE261F}" dt="2026-05-12T15:57:17.182" v="2076"/>
        <pc:sldMkLst>
          <pc:docMk/>
          <pc:sldMk cId="770909714" sldId="341"/>
        </pc:sldMkLst>
      </pc:sldChg>
      <pc:sldChg chg="addSp delSp modSp mod ord">
        <pc:chgData name="Danh, Hoàng Duy" userId="3a448fcf-317f-4972-a161-06742a14d4c7" providerId="ADAL" clId="{CE1C8B88-0719-4E4A-B0E4-7DC533AE261F}" dt="2026-05-12T13:52:03.271" v="347" actId="167"/>
        <pc:sldMkLst>
          <pc:docMk/>
          <pc:sldMk cId="2706724751" sldId="344"/>
        </pc:sldMkLst>
        <pc:spChg chg="mod">
          <ac:chgData name="Danh, Hoàng Duy" userId="3a448fcf-317f-4972-a161-06742a14d4c7" providerId="ADAL" clId="{CE1C8B88-0719-4E4A-B0E4-7DC533AE261F}" dt="2026-05-12T13:51:29.453" v="339" actId="20577"/>
          <ac:spMkLst>
            <pc:docMk/>
            <pc:sldMk cId="2706724751" sldId="344"/>
            <ac:spMk id="2" creationId="{922DE1A1-2B3E-8A44-EA21-6B32CBC49D1D}"/>
          </ac:spMkLst>
        </pc:spChg>
        <pc:picChg chg="add del mod">
          <ac:chgData name="Danh, Hoàng Duy" userId="3a448fcf-317f-4972-a161-06742a14d4c7" providerId="ADAL" clId="{CE1C8B88-0719-4E4A-B0E4-7DC533AE261F}" dt="2026-05-12T13:50:50.493" v="326" actId="478"/>
          <ac:picMkLst>
            <pc:docMk/>
            <pc:sldMk cId="2706724751" sldId="344"/>
            <ac:picMk id="5" creationId="{8D842956-3D77-85E6-2A88-098E9E72E280}"/>
          </ac:picMkLst>
        </pc:picChg>
        <pc:picChg chg="add mod ord">
          <ac:chgData name="Danh, Hoàng Duy" userId="3a448fcf-317f-4972-a161-06742a14d4c7" providerId="ADAL" clId="{CE1C8B88-0719-4E4A-B0E4-7DC533AE261F}" dt="2026-05-12T13:52:03.271" v="347" actId="167"/>
          <ac:picMkLst>
            <pc:docMk/>
            <pc:sldMk cId="2706724751" sldId="344"/>
            <ac:picMk id="7" creationId="{CD05BD93-BBA2-FCF5-42C5-776B0F85B2B7}"/>
          </ac:picMkLst>
        </pc:picChg>
        <pc:picChg chg="del mod">
          <ac:chgData name="Danh, Hoàng Duy" userId="3a448fcf-317f-4972-a161-06742a14d4c7" providerId="ADAL" clId="{CE1C8B88-0719-4E4A-B0E4-7DC533AE261F}" dt="2026-05-12T13:50:38.336" v="320" actId="478"/>
          <ac:picMkLst>
            <pc:docMk/>
            <pc:sldMk cId="2706724751" sldId="344"/>
            <ac:picMk id="23" creationId="{091B2FE0-30F2-11AF-B20A-6A9FF6AC629C}"/>
          </ac:picMkLst>
        </pc:picChg>
      </pc:sldChg>
      <pc:sldChg chg="addSp delSp modSp mod ord">
        <pc:chgData name="Danh, Hoàng Duy" userId="3a448fcf-317f-4972-a161-06742a14d4c7" providerId="ADAL" clId="{CE1C8B88-0719-4E4A-B0E4-7DC533AE261F}" dt="2026-05-12T15:57:38.002" v="2103"/>
        <pc:sldMkLst>
          <pc:docMk/>
          <pc:sldMk cId="209589310" sldId="350"/>
        </pc:sldMkLst>
        <pc:picChg chg="add del mod">
          <ac:chgData name="Danh, Hoàng Duy" userId="3a448fcf-317f-4972-a161-06742a14d4c7" providerId="ADAL" clId="{CE1C8B88-0719-4E4A-B0E4-7DC533AE261F}" dt="2026-05-12T13:55:03.136" v="364" actId="478"/>
          <ac:picMkLst>
            <pc:docMk/>
            <pc:sldMk cId="209589310" sldId="350"/>
            <ac:picMk id="4" creationId="{E51B94FB-27B7-ABDF-49F4-4D68A04D38F9}"/>
          </ac:picMkLst>
        </pc:picChg>
        <pc:picChg chg="add del">
          <ac:chgData name="Danh, Hoàng Duy" userId="3a448fcf-317f-4972-a161-06742a14d4c7" providerId="ADAL" clId="{CE1C8B88-0719-4E4A-B0E4-7DC533AE261F}" dt="2026-05-12T13:55:07.272" v="366" actId="478"/>
          <ac:picMkLst>
            <pc:docMk/>
            <pc:sldMk cId="209589310" sldId="350"/>
            <ac:picMk id="6" creationId="{2296C467-3C74-C558-2DD3-9720BC63E540}"/>
          </ac:picMkLst>
        </pc:picChg>
        <pc:picChg chg="add del">
          <ac:chgData name="Danh, Hoàng Duy" userId="3a448fcf-317f-4972-a161-06742a14d4c7" providerId="ADAL" clId="{CE1C8B88-0719-4E4A-B0E4-7DC533AE261F}" dt="2026-05-12T13:55:27.148" v="368" actId="478"/>
          <ac:picMkLst>
            <pc:docMk/>
            <pc:sldMk cId="209589310" sldId="350"/>
            <ac:picMk id="8" creationId="{D3A08663-E399-68C6-5FF4-886F19DC96FF}"/>
          </ac:picMkLst>
        </pc:picChg>
        <pc:picChg chg="add">
          <ac:chgData name="Danh, Hoàng Duy" userId="3a448fcf-317f-4972-a161-06742a14d4c7" providerId="ADAL" clId="{CE1C8B88-0719-4E4A-B0E4-7DC533AE261F}" dt="2026-05-12T13:55:46.384" v="369" actId="22"/>
          <ac:picMkLst>
            <pc:docMk/>
            <pc:sldMk cId="209589310" sldId="350"/>
            <ac:picMk id="10" creationId="{EB8D5B20-12CA-2D95-64A4-67B0CB5AD0D0}"/>
          </ac:picMkLst>
        </pc:picChg>
        <pc:picChg chg="del">
          <ac:chgData name="Danh, Hoàng Duy" userId="3a448fcf-317f-4972-a161-06742a14d4c7" providerId="ADAL" clId="{CE1C8B88-0719-4E4A-B0E4-7DC533AE261F}" dt="2026-05-12T13:54:17.311" v="361" actId="478"/>
          <ac:picMkLst>
            <pc:docMk/>
            <pc:sldMk cId="209589310" sldId="350"/>
            <ac:picMk id="20" creationId="{AEC911ED-7BFC-B135-4AE3-6343CA901FAE}"/>
          </ac:picMkLst>
        </pc:picChg>
      </pc:sldChg>
      <pc:sldChg chg="del">
        <pc:chgData name="Danh, Hoàng Duy" userId="3a448fcf-317f-4972-a161-06742a14d4c7" providerId="ADAL" clId="{CE1C8B88-0719-4E4A-B0E4-7DC533AE261F}" dt="2026-05-12T13:34:24.436" v="100" actId="47"/>
        <pc:sldMkLst>
          <pc:docMk/>
          <pc:sldMk cId="3079427638" sldId="377"/>
        </pc:sldMkLst>
      </pc:sldChg>
      <pc:sldChg chg="del">
        <pc:chgData name="Danh, Hoàng Duy" userId="3a448fcf-317f-4972-a161-06742a14d4c7" providerId="ADAL" clId="{CE1C8B88-0719-4E4A-B0E4-7DC533AE261F}" dt="2026-05-12T13:46:22.643" v="318" actId="47"/>
        <pc:sldMkLst>
          <pc:docMk/>
          <pc:sldMk cId="1010093706" sldId="380"/>
        </pc:sldMkLst>
      </pc:sldChg>
      <pc:sldChg chg="delSp modSp mod">
        <pc:chgData name="Danh, Hoàng Duy" userId="3a448fcf-317f-4972-a161-06742a14d4c7" providerId="ADAL" clId="{CE1C8B88-0719-4E4A-B0E4-7DC533AE261F}" dt="2026-05-12T14:00:21.692" v="414"/>
        <pc:sldMkLst>
          <pc:docMk/>
          <pc:sldMk cId="1719405591" sldId="381"/>
        </pc:sldMkLst>
        <pc:spChg chg="mod">
          <ac:chgData name="Danh, Hoàng Duy" userId="3a448fcf-317f-4972-a161-06742a14d4c7" providerId="ADAL" clId="{CE1C8B88-0719-4E4A-B0E4-7DC533AE261F}" dt="2026-05-12T13:44:50.149" v="303" actId="14100"/>
          <ac:spMkLst>
            <pc:docMk/>
            <pc:sldMk cId="1719405591" sldId="381"/>
            <ac:spMk id="6" creationId="{A42DD51F-2EB1-6F56-73EF-55033ABF68F5}"/>
          </ac:spMkLst>
        </pc:spChg>
        <pc:spChg chg="mod">
          <ac:chgData name="Danh, Hoàng Duy" userId="3a448fcf-317f-4972-a161-06742a14d4c7" providerId="ADAL" clId="{CE1C8B88-0719-4E4A-B0E4-7DC533AE261F}" dt="2026-05-12T13:45:00.289" v="306" actId="14100"/>
          <ac:spMkLst>
            <pc:docMk/>
            <pc:sldMk cId="1719405591" sldId="381"/>
            <ac:spMk id="14" creationId="{4897BFB3-082D-5455-8391-A06836253DCA}"/>
          </ac:spMkLst>
        </pc:spChg>
        <pc:spChg chg="mod">
          <ac:chgData name="Danh, Hoàng Duy" userId="3a448fcf-317f-4972-a161-06742a14d4c7" providerId="ADAL" clId="{CE1C8B88-0719-4E4A-B0E4-7DC533AE261F}" dt="2026-05-12T13:44:52.827" v="304" actId="1076"/>
          <ac:spMkLst>
            <pc:docMk/>
            <pc:sldMk cId="1719405591" sldId="381"/>
            <ac:spMk id="16" creationId="{7A7D6023-4704-48F0-E690-4977B6468BE1}"/>
          </ac:spMkLst>
        </pc:spChg>
        <pc:spChg chg="mod">
          <ac:chgData name="Danh, Hoàng Duy" userId="3a448fcf-317f-4972-a161-06742a14d4c7" providerId="ADAL" clId="{CE1C8B88-0719-4E4A-B0E4-7DC533AE261F}" dt="2026-05-12T13:45:02.875" v="307" actId="1076"/>
          <ac:spMkLst>
            <pc:docMk/>
            <pc:sldMk cId="1719405591" sldId="381"/>
            <ac:spMk id="17" creationId="{BDF5D8C5-F4E0-E66B-0A9A-0441E96AA25F}"/>
          </ac:spMkLst>
        </pc:spChg>
        <pc:graphicFrameChg chg="mod">
          <ac:chgData name="Danh, Hoàng Duy" userId="3a448fcf-317f-4972-a161-06742a14d4c7" providerId="ADAL" clId="{CE1C8B88-0719-4E4A-B0E4-7DC533AE261F}" dt="2026-05-12T13:59:04.534" v="391"/>
          <ac:graphicFrameMkLst>
            <pc:docMk/>
            <pc:sldMk cId="1719405591" sldId="381"/>
            <ac:graphicFrameMk id="4" creationId="{378D21C2-38BB-5517-6B04-B71DDE370E32}"/>
          </ac:graphicFrameMkLst>
        </pc:graphicFrameChg>
        <pc:graphicFrameChg chg="del mod modGraphic">
          <ac:chgData name="Danh, Hoàng Duy" userId="3a448fcf-317f-4972-a161-06742a14d4c7" providerId="ADAL" clId="{CE1C8B88-0719-4E4A-B0E4-7DC533AE261F}" dt="2026-05-12T13:43:50.692" v="277" actId="478"/>
          <ac:graphicFrameMkLst>
            <pc:docMk/>
            <pc:sldMk cId="1719405591" sldId="381"/>
            <ac:graphicFrameMk id="5" creationId="{6B82A03C-439F-533F-8D5E-F869F659F6EA}"/>
          </ac:graphicFrameMkLst>
        </pc:graphicFrameChg>
        <pc:graphicFrameChg chg="mod">
          <ac:chgData name="Danh, Hoàng Duy" userId="3a448fcf-317f-4972-a161-06742a14d4c7" providerId="ADAL" clId="{CE1C8B88-0719-4E4A-B0E4-7DC533AE261F}" dt="2026-05-12T14:00:21.692" v="414"/>
          <ac:graphicFrameMkLst>
            <pc:docMk/>
            <pc:sldMk cId="1719405591" sldId="381"/>
            <ac:graphicFrameMk id="15" creationId="{2085B7AD-86DA-B33F-93C7-F418DF64BA9A}"/>
          </ac:graphicFrameMkLst>
        </pc:graphicFrameChg>
      </pc:sldChg>
      <pc:sldChg chg="addSp delSp del mod">
        <pc:chgData name="Danh, Hoàng Duy" userId="3a448fcf-317f-4972-a161-06742a14d4c7" providerId="ADAL" clId="{CE1C8B88-0719-4E4A-B0E4-7DC533AE261F}" dt="2026-05-12T13:55:55.270" v="370" actId="47"/>
        <pc:sldMkLst>
          <pc:docMk/>
          <pc:sldMk cId="2413303284" sldId="382"/>
        </pc:sldMkLst>
      </pc:sldChg>
      <pc:sldChg chg="del">
        <pc:chgData name="Danh, Hoàng Duy" userId="3a448fcf-317f-4972-a161-06742a14d4c7" providerId="ADAL" clId="{CE1C8B88-0719-4E4A-B0E4-7DC533AE261F}" dt="2026-05-12T13:52:14.998" v="348" actId="47"/>
        <pc:sldMkLst>
          <pc:docMk/>
          <pc:sldMk cId="2585564508" sldId="385"/>
        </pc:sldMkLst>
      </pc:sldChg>
      <pc:sldChg chg="addSp delSp modSp mod">
        <pc:chgData name="Danh, Hoàng Duy" userId="3a448fcf-317f-4972-a161-06742a14d4c7" providerId="ADAL" clId="{CE1C8B88-0719-4E4A-B0E4-7DC533AE261F}" dt="2026-05-12T13:52:49.652" v="353" actId="14100"/>
        <pc:sldMkLst>
          <pc:docMk/>
          <pc:sldMk cId="2523762972" sldId="386"/>
        </pc:sldMkLst>
        <pc:picChg chg="add mod">
          <ac:chgData name="Danh, Hoàng Duy" userId="3a448fcf-317f-4972-a161-06742a14d4c7" providerId="ADAL" clId="{CE1C8B88-0719-4E4A-B0E4-7DC533AE261F}" dt="2026-05-12T13:52:49.652" v="353" actId="14100"/>
          <ac:picMkLst>
            <pc:docMk/>
            <pc:sldMk cId="2523762972" sldId="386"/>
            <ac:picMk id="5" creationId="{A7C489B7-832E-F590-C386-77E039B39499}"/>
          </ac:picMkLst>
        </pc:picChg>
        <pc:picChg chg="del mod">
          <ac:chgData name="Danh, Hoàng Duy" userId="3a448fcf-317f-4972-a161-06742a14d4c7" providerId="ADAL" clId="{CE1C8B88-0719-4E4A-B0E4-7DC533AE261F}" dt="2026-05-12T13:52:41.889" v="350" actId="478"/>
          <ac:picMkLst>
            <pc:docMk/>
            <pc:sldMk cId="2523762972" sldId="386"/>
            <ac:picMk id="8" creationId="{09D45761-32DD-5109-3CC6-7960C9CC26BB}"/>
          </ac:picMkLst>
        </pc:picChg>
      </pc:sldChg>
      <pc:sldChg chg="del">
        <pc:chgData name="Danh, Hoàng Duy" userId="3a448fcf-317f-4972-a161-06742a14d4c7" providerId="ADAL" clId="{CE1C8B88-0719-4E4A-B0E4-7DC533AE261F}" dt="2026-05-12T13:45:34.265" v="311" actId="47"/>
        <pc:sldMkLst>
          <pc:docMk/>
          <pc:sldMk cId="2313164847" sldId="387"/>
        </pc:sldMkLst>
      </pc:sldChg>
      <pc:sldChg chg="del">
        <pc:chgData name="Danh, Hoàng Duy" userId="3a448fcf-317f-4972-a161-06742a14d4c7" providerId="ADAL" clId="{CE1C8B88-0719-4E4A-B0E4-7DC533AE261F}" dt="2026-05-12T13:45:38.295" v="312" actId="47"/>
        <pc:sldMkLst>
          <pc:docMk/>
          <pc:sldMk cId="2982775577" sldId="388"/>
        </pc:sldMkLst>
      </pc:sldChg>
      <pc:sldChg chg="addSp delSp modSp del mod">
        <pc:chgData name="Danh, Hoàng Duy" userId="3a448fcf-317f-4972-a161-06742a14d4c7" providerId="ADAL" clId="{CE1C8B88-0719-4E4A-B0E4-7DC533AE261F}" dt="2026-05-12T13:30:42.253" v="72" actId="47"/>
        <pc:sldMkLst>
          <pc:docMk/>
          <pc:sldMk cId="2397922752" sldId="390"/>
        </pc:sldMkLst>
      </pc:sldChg>
      <pc:sldChg chg="addSp delSp modSp mod">
        <pc:chgData name="Danh, Hoàng Duy" userId="3a448fcf-317f-4972-a161-06742a14d4c7" providerId="ADAL" clId="{CE1C8B88-0719-4E4A-B0E4-7DC533AE261F}" dt="2026-04-15T07:28:12.469" v="47" actId="22"/>
        <pc:sldMkLst>
          <pc:docMk/>
          <pc:sldMk cId="2093787679" sldId="391"/>
        </pc:sldMkLst>
        <pc:spChg chg="add mod">
          <ac:chgData name="Danh, Hoàng Duy" userId="3a448fcf-317f-4972-a161-06742a14d4c7" providerId="ADAL" clId="{CE1C8B88-0719-4E4A-B0E4-7DC533AE261F}" dt="2026-04-15T07:23:13.543" v="29" actId="14100"/>
          <ac:spMkLst>
            <pc:docMk/>
            <pc:sldMk cId="2093787679" sldId="391"/>
            <ac:spMk id="2" creationId="{8D297BAD-A26F-2F62-4849-1CCCA129899B}"/>
          </ac:spMkLst>
        </pc:spChg>
        <pc:picChg chg="add">
          <ac:chgData name="Danh, Hoàng Duy" userId="3a448fcf-317f-4972-a161-06742a14d4c7" providerId="ADAL" clId="{CE1C8B88-0719-4E4A-B0E4-7DC533AE261F}" dt="2026-04-15T07:28:12.469" v="47" actId="22"/>
          <ac:picMkLst>
            <pc:docMk/>
            <pc:sldMk cId="2093787679" sldId="391"/>
            <ac:picMk id="8" creationId="{12175A79-A178-0454-0072-ECC30B87470F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15T07:31:15.179" v="52" actId="1076"/>
        <pc:sldMkLst>
          <pc:docMk/>
          <pc:sldMk cId="3452858722" sldId="392"/>
        </pc:sldMkLst>
        <pc:spChg chg="mod">
          <ac:chgData name="Danh, Hoàng Duy" userId="3a448fcf-317f-4972-a161-06742a14d4c7" providerId="ADAL" clId="{CE1C8B88-0719-4E4A-B0E4-7DC533AE261F}" dt="2026-04-15T07:26:12.445" v="45" actId="20577"/>
          <ac:spMkLst>
            <pc:docMk/>
            <pc:sldMk cId="3452858722" sldId="392"/>
            <ac:spMk id="2" creationId="{ED2D0594-C698-D866-70DD-75593871386C}"/>
          </ac:spMkLst>
        </pc:spChg>
        <pc:picChg chg="add mod">
          <ac:chgData name="Danh, Hoàng Duy" userId="3a448fcf-317f-4972-a161-06742a14d4c7" providerId="ADAL" clId="{CE1C8B88-0719-4E4A-B0E4-7DC533AE261F}" dt="2026-04-15T07:31:15.179" v="52" actId="1076"/>
          <ac:picMkLst>
            <pc:docMk/>
            <pc:sldMk cId="3452858722" sldId="392"/>
            <ac:picMk id="7" creationId="{6B85CBED-CF05-F8AE-5F01-C24D2B3C8C15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6-04-15T07:32:27.016" v="70" actId="1036"/>
        <pc:sldMkLst>
          <pc:docMk/>
          <pc:sldMk cId="4007419153" sldId="393"/>
        </pc:sldMkLst>
        <pc:spChg chg="mod">
          <ac:chgData name="Danh, Hoàng Duy" userId="3a448fcf-317f-4972-a161-06742a14d4c7" providerId="ADAL" clId="{CE1C8B88-0719-4E4A-B0E4-7DC533AE261F}" dt="2026-04-15T07:31:24.931" v="55" actId="20577"/>
          <ac:spMkLst>
            <pc:docMk/>
            <pc:sldMk cId="4007419153" sldId="393"/>
            <ac:spMk id="2" creationId="{78172F05-C817-A711-8146-404044942236}"/>
          </ac:spMkLst>
        </pc:spChg>
        <pc:picChg chg="add mod">
          <ac:chgData name="Danh, Hoàng Duy" userId="3a448fcf-317f-4972-a161-06742a14d4c7" providerId="ADAL" clId="{CE1C8B88-0719-4E4A-B0E4-7DC533AE261F}" dt="2026-04-15T07:32:27.016" v="70" actId="1036"/>
          <ac:picMkLst>
            <pc:docMk/>
            <pc:sldMk cId="4007419153" sldId="393"/>
            <ac:picMk id="11" creationId="{E043F2F0-B1C6-C250-D63A-0C449B1882A3}"/>
          </ac:picMkLst>
        </pc:picChg>
      </pc:sldChg>
      <pc:sldChg chg="addSp delSp modSp add del mod">
        <pc:chgData name="Danh, Hoàng Duy" userId="3a448fcf-317f-4972-a161-06742a14d4c7" providerId="ADAL" clId="{CE1C8B88-0719-4E4A-B0E4-7DC533AE261F}" dt="2026-05-12T13:32:29.330" v="88" actId="22"/>
        <pc:sldMkLst>
          <pc:docMk/>
          <pc:sldMk cId="3390662638" sldId="394"/>
        </pc:sldMkLst>
        <pc:spChg chg="mod">
          <ac:chgData name="Danh, Hoàng Duy" userId="3a448fcf-317f-4972-a161-06742a14d4c7" providerId="ADAL" clId="{CE1C8B88-0719-4E4A-B0E4-7DC533AE261F}" dt="2026-05-12T13:30:47.178" v="75" actId="20577"/>
          <ac:spMkLst>
            <pc:docMk/>
            <pc:sldMk cId="3390662638" sldId="394"/>
            <ac:spMk id="2" creationId="{B96641C4-CBAA-9832-68B0-11DD17D9A6D1}"/>
          </ac:spMkLst>
        </pc:spChg>
        <pc:picChg chg="add del mod">
          <ac:chgData name="Danh, Hoàng Duy" userId="3a448fcf-317f-4972-a161-06742a14d4c7" providerId="ADAL" clId="{CE1C8B88-0719-4E4A-B0E4-7DC533AE261F}" dt="2026-05-12T13:31:30.467" v="80" actId="478"/>
          <ac:picMkLst>
            <pc:docMk/>
            <pc:sldMk cId="3390662638" sldId="394"/>
            <ac:picMk id="3" creationId="{8670F0BC-9A33-EDEB-6258-5E7100CF3E67}"/>
          </ac:picMkLst>
        </pc:picChg>
        <pc:picChg chg="add del mod">
          <ac:chgData name="Danh, Hoàng Duy" userId="3a448fcf-317f-4972-a161-06742a14d4c7" providerId="ADAL" clId="{CE1C8B88-0719-4E4A-B0E4-7DC533AE261F}" dt="2026-05-12T13:31:33.171" v="83" actId="478"/>
          <ac:picMkLst>
            <pc:docMk/>
            <pc:sldMk cId="3390662638" sldId="394"/>
            <ac:picMk id="5" creationId="{2D49497D-D5EA-08FD-075A-03C4C199F516}"/>
          </ac:picMkLst>
        </pc:picChg>
        <pc:picChg chg="add del">
          <ac:chgData name="Danh, Hoàng Duy" userId="3a448fcf-317f-4972-a161-06742a14d4c7" providerId="ADAL" clId="{CE1C8B88-0719-4E4A-B0E4-7DC533AE261F}" dt="2026-05-12T13:32:28.034" v="87" actId="478"/>
          <ac:picMkLst>
            <pc:docMk/>
            <pc:sldMk cId="3390662638" sldId="394"/>
            <ac:picMk id="7" creationId="{DC141467-4D66-C726-5D7E-426C61061A3D}"/>
          </ac:picMkLst>
        </pc:picChg>
        <pc:picChg chg="add">
          <ac:chgData name="Danh, Hoàng Duy" userId="3a448fcf-317f-4972-a161-06742a14d4c7" providerId="ADAL" clId="{CE1C8B88-0719-4E4A-B0E4-7DC533AE261F}" dt="2026-05-12T13:32:29.330" v="88" actId="22"/>
          <ac:picMkLst>
            <pc:docMk/>
            <pc:sldMk cId="3390662638" sldId="394"/>
            <ac:picMk id="9" creationId="{FC6829F0-A5BA-EC72-1BA1-C2200D5BE3EA}"/>
          </ac:picMkLst>
        </pc:picChg>
        <pc:picChg chg="del">
          <ac:chgData name="Danh, Hoàng Duy" userId="3a448fcf-317f-4972-a161-06742a14d4c7" providerId="ADAL" clId="{CE1C8B88-0719-4E4A-B0E4-7DC533AE261F}" dt="2026-05-12T13:30:50.219" v="76" actId="478"/>
          <ac:picMkLst>
            <pc:docMk/>
            <pc:sldMk cId="3390662638" sldId="394"/>
            <ac:picMk id="11" creationId="{746A8988-5F10-B1C2-B405-DFEC0B6E03B6}"/>
          </ac:picMkLst>
        </pc:picChg>
      </pc:sldChg>
      <pc:sldChg chg="addSp delSp modSp new mod">
        <pc:chgData name="Danh, Hoàng Duy" userId="3a448fcf-317f-4972-a161-06742a14d4c7" providerId="ADAL" clId="{CE1C8B88-0719-4E4A-B0E4-7DC533AE261F}" dt="2026-05-12T13:57:06.389" v="372" actId="22"/>
        <pc:sldMkLst>
          <pc:docMk/>
          <pc:sldMk cId="3737109714" sldId="395"/>
        </pc:sldMkLst>
        <pc:spChg chg="del">
          <ac:chgData name="Danh, Hoàng Duy" userId="3a448fcf-317f-4972-a161-06742a14d4c7" providerId="ADAL" clId="{CE1C8B88-0719-4E4A-B0E4-7DC533AE261F}" dt="2026-05-12T13:34:37.167" v="102" actId="478"/>
          <ac:spMkLst>
            <pc:docMk/>
            <pc:sldMk cId="3737109714" sldId="395"/>
            <ac:spMk id="2" creationId="{F1C7B092-B4F1-02E9-F444-F1996E30EA0B}"/>
          </ac:spMkLst>
        </pc:spChg>
        <pc:spChg chg="del">
          <ac:chgData name="Danh, Hoàng Duy" userId="3a448fcf-317f-4972-a161-06742a14d4c7" providerId="ADAL" clId="{CE1C8B88-0719-4E4A-B0E4-7DC533AE261F}" dt="2026-05-12T13:34:37.167" v="102" actId="478"/>
          <ac:spMkLst>
            <pc:docMk/>
            <pc:sldMk cId="3737109714" sldId="395"/>
            <ac:spMk id="3" creationId="{9814BB2C-1779-24B9-3553-B65B14037F0C}"/>
          </ac:spMkLst>
        </pc:spChg>
        <pc:spChg chg="del">
          <ac:chgData name="Danh, Hoàng Duy" userId="3a448fcf-317f-4972-a161-06742a14d4c7" providerId="ADAL" clId="{CE1C8B88-0719-4E4A-B0E4-7DC533AE261F}" dt="2026-05-12T13:34:37.167" v="102" actId="478"/>
          <ac:spMkLst>
            <pc:docMk/>
            <pc:sldMk cId="3737109714" sldId="395"/>
            <ac:spMk id="4" creationId="{4C180051-F04E-3313-7476-54C015D0E7E3}"/>
          </ac:spMkLst>
        </pc:spChg>
        <pc:spChg chg="del">
          <ac:chgData name="Danh, Hoàng Duy" userId="3a448fcf-317f-4972-a161-06742a14d4c7" providerId="ADAL" clId="{CE1C8B88-0719-4E4A-B0E4-7DC533AE261F}" dt="2026-05-12T13:34:37.167" v="102" actId="478"/>
          <ac:spMkLst>
            <pc:docMk/>
            <pc:sldMk cId="3737109714" sldId="395"/>
            <ac:spMk id="5" creationId="{E415FC9D-7A74-3AD9-5C5E-558D41F830C6}"/>
          </ac:spMkLst>
        </pc:spChg>
        <pc:spChg chg="add mod">
          <ac:chgData name="Danh, Hoàng Duy" userId="3a448fcf-317f-4972-a161-06742a14d4c7" providerId="ADAL" clId="{CE1C8B88-0719-4E4A-B0E4-7DC533AE261F}" dt="2026-05-12T13:34:47.816" v="121" actId="20577"/>
          <ac:spMkLst>
            <pc:docMk/>
            <pc:sldMk cId="3737109714" sldId="395"/>
            <ac:spMk id="6" creationId="{942011B3-7454-A47C-47E4-2724C69D88DC}"/>
          </ac:spMkLst>
        </pc:spChg>
        <pc:picChg chg="add del">
          <ac:chgData name="Danh, Hoàng Duy" userId="3a448fcf-317f-4972-a161-06742a14d4c7" providerId="ADAL" clId="{CE1C8B88-0719-4E4A-B0E4-7DC533AE261F}" dt="2026-05-12T13:35:09.418" v="123" actId="478"/>
          <ac:picMkLst>
            <pc:docMk/>
            <pc:sldMk cId="3737109714" sldId="395"/>
            <ac:picMk id="8" creationId="{D0AEBD18-34CC-654E-D704-76FD57AA61C8}"/>
          </ac:picMkLst>
        </pc:picChg>
        <pc:picChg chg="add del">
          <ac:chgData name="Danh, Hoàng Duy" userId="3a448fcf-317f-4972-a161-06742a14d4c7" providerId="ADAL" clId="{CE1C8B88-0719-4E4A-B0E4-7DC533AE261F}" dt="2026-05-12T13:35:50.353" v="125" actId="478"/>
          <ac:picMkLst>
            <pc:docMk/>
            <pc:sldMk cId="3737109714" sldId="395"/>
            <ac:picMk id="10" creationId="{33E08B45-48C1-34C0-E36A-080D68CF4938}"/>
          </ac:picMkLst>
        </pc:picChg>
        <pc:picChg chg="add del">
          <ac:chgData name="Danh, Hoàng Duy" userId="3a448fcf-317f-4972-a161-06742a14d4c7" providerId="ADAL" clId="{CE1C8B88-0719-4E4A-B0E4-7DC533AE261F}" dt="2026-05-12T13:36:04.900" v="127" actId="478"/>
          <ac:picMkLst>
            <pc:docMk/>
            <pc:sldMk cId="3737109714" sldId="395"/>
            <ac:picMk id="12" creationId="{2B75AE6E-3F12-72CC-237B-C61E0AE52D50}"/>
          </ac:picMkLst>
        </pc:picChg>
        <pc:picChg chg="add del">
          <ac:chgData name="Danh, Hoàng Duy" userId="3a448fcf-317f-4972-a161-06742a14d4c7" providerId="ADAL" clId="{CE1C8B88-0719-4E4A-B0E4-7DC533AE261F}" dt="2026-05-12T13:57:05.024" v="371" actId="478"/>
          <ac:picMkLst>
            <pc:docMk/>
            <pc:sldMk cId="3737109714" sldId="395"/>
            <ac:picMk id="14" creationId="{4C107AFA-1FE7-8B75-3244-4090C3679B9F}"/>
          </ac:picMkLst>
        </pc:picChg>
        <pc:picChg chg="add">
          <ac:chgData name="Danh, Hoàng Duy" userId="3a448fcf-317f-4972-a161-06742a14d4c7" providerId="ADAL" clId="{CE1C8B88-0719-4E4A-B0E4-7DC533AE261F}" dt="2026-05-12T13:57:06.389" v="372" actId="22"/>
          <ac:picMkLst>
            <pc:docMk/>
            <pc:sldMk cId="3737109714" sldId="395"/>
            <ac:picMk id="16" creationId="{A124DB3B-B636-7565-46F8-48C32605203D}"/>
          </ac:picMkLst>
        </pc:picChg>
      </pc:sldChg>
      <pc:sldChg chg="addSp delSp modSp add mod ord">
        <pc:chgData name="Danh, Hoàng Duy" userId="3a448fcf-317f-4972-a161-06742a14d4c7" providerId="ADAL" clId="{CE1C8B88-0719-4E4A-B0E4-7DC533AE261F}" dt="2026-05-12T15:56:44.935" v="2072" actId="20577"/>
        <pc:sldMkLst>
          <pc:docMk/>
          <pc:sldMk cId="192457965" sldId="396"/>
        </pc:sldMkLst>
        <pc:spChg chg="add del mod">
          <ac:chgData name="Danh, Hoàng Duy" userId="3a448fcf-317f-4972-a161-06742a14d4c7" providerId="ADAL" clId="{CE1C8B88-0719-4E4A-B0E4-7DC533AE261F}" dt="2026-05-12T13:38:05.568" v="189" actId="478"/>
          <ac:spMkLst>
            <pc:docMk/>
            <pc:sldMk cId="192457965" sldId="396"/>
            <ac:spMk id="2" creationId="{5EEDCF5E-D346-12F1-FD15-DEAD007EE288}"/>
          </ac:spMkLst>
        </pc:spChg>
        <pc:spChg chg="del">
          <ac:chgData name="Danh, Hoàng Duy" userId="3a448fcf-317f-4972-a161-06742a14d4c7" providerId="ADAL" clId="{CE1C8B88-0719-4E4A-B0E4-7DC533AE261F}" dt="2026-05-12T13:37:53.047" v="146" actId="478"/>
          <ac:spMkLst>
            <pc:docMk/>
            <pc:sldMk cId="192457965" sldId="396"/>
            <ac:spMk id="6" creationId="{0EAF70AD-5877-3E9B-C495-3078C36C79D5}"/>
          </ac:spMkLst>
        </pc:spChg>
        <pc:spChg chg="add del mod">
          <ac:chgData name="Danh, Hoàng Duy" userId="3a448fcf-317f-4972-a161-06742a14d4c7" providerId="ADAL" clId="{CE1C8B88-0719-4E4A-B0E4-7DC533AE261F}" dt="2026-05-12T13:38:05.568" v="189" actId="478"/>
          <ac:spMkLst>
            <pc:docMk/>
            <pc:sldMk cId="192457965" sldId="396"/>
            <ac:spMk id="7" creationId="{B9D52F09-D0F8-770E-19FB-4AA359BCCF41}"/>
          </ac:spMkLst>
        </pc:spChg>
        <pc:spChg chg="del mod">
          <ac:chgData name="Danh, Hoàng Duy" userId="3a448fcf-317f-4972-a161-06742a14d4c7" providerId="ADAL" clId="{CE1C8B88-0719-4E4A-B0E4-7DC533AE261F}" dt="2026-05-12T13:38:15.942" v="194" actId="478"/>
          <ac:spMkLst>
            <pc:docMk/>
            <pc:sldMk cId="192457965" sldId="396"/>
            <ac:spMk id="14" creationId="{88701262-97D1-5FD4-A403-6973E74747BE}"/>
          </ac:spMkLst>
        </pc:spChg>
        <pc:spChg chg="del">
          <ac:chgData name="Danh, Hoàng Duy" userId="3a448fcf-317f-4972-a161-06742a14d4c7" providerId="ADAL" clId="{CE1C8B88-0719-4E4A-B0E4-7DC533AE261F}" dt="2026-05-12T13:38:19.392" v="196" actId="478"/>
          <ac:spMkLst>
            <pc:docMk/>
            <pc:sldMk cId="192457965" sldId="396"/>
            <ac:spMk id="16" creationId="{9FFA886B-E91F-2CC4-972C-13315705AEAB}"/>
          </ac:spMkLst>
        </pc:spChg>
        <pc:spChg chg="del">
          <ac:chgData name="Danh, Hoàng Duy" userId="3a448fcf-317f-4972-a161-06742a14d4c7" providerId="ADAL" clId="{CE1C8B88-0719-4E4A-B0E4-7DC533AE261F}" dt="2026-05-12T13:38:12.159" v="191" actId="478"/>
          <ac:spMkLst>
            <pc:docMk/>
            <pc:sldMk cId="192457965" sldId="396"/>
            <ac:spMk id="17" creationId="{FD4650BE-942D-95BB-2233-232282B11273}"/>
          </ac:spMkLst>
        </pc:spChg>
        <pc:graphicFrameChg chg="del">
          <ac:chgData name="Danh, Hoàng Duy" userId="3a448fcf-317f-4972-a161-06742a14d4c7" providerId="ADAL" clId="{CE1C8B88-0719-4E4A-B0E4-7DC533AE261F}" dt="2026-05-12T13:38:18.097" v="195" actId="478"/>
          <ac:graphicFrameMkLst>
            <pc:docMk/>
            <pc:sldMk cId="192457965" sldId="396"/>
            <ac:graphicFrameMk id="4" creationId="{CED9E25B-058C-8256-9C0D-BB31D90C04DC}"/>
          </ac:graphicFrameMkLst>
        </pc:graphicFrameChg>
        <pc:graphicFrameChg chg="del">
          <ac:chgData name="Danh, Hoàng Duy" userId="3a448fcf-317f-4972-a161-06742a14d4c7" providerId="ADAL" clId="{CE1C8B88-0719-4E4A-B0E4-7DC533AE261F}" dt="2026-05-12T13:38:08.802" v="190" actId="478"/>
          <ac:graphicFrameMkLst>
            <pc:docMk/>
            <pc:sldMk cId="192457965" sldId="396"/>
            <ac:graphicFrameMk id="5" creationId="{356633B9-F24F-9F7E-F4EC-F00BF88C6E2F}"/>
          </ac:graphicFrameMkLst>
        </pc:graphicFrameChg>
        <pc:graphicFrameChg chg="add mod modGraphic">
          <ac:chgData name="Danh, Hoàng Duy" userId="3a448fcf-317f-4972-a161-06742a14d4c7" providerId="ADAL" clId="{CE1C8B88-0719-4E4A-B0E4-7DC533AE261F}" dt="2026-05-12T15:56:44.935" v="2072" actId="20577"/>
          <ac:graphicFrameMkLst>
            <pc:docMk/>
            <pc:sldMk cId="192457965" sldId="396"/>
            <ac:graphicFrameMk id="8" creationId="{AF562E77-FD85-2367-F3F1-1038494E76B8}"/>
          </ac:graphicFrameMkLst>
        </pc:graphicFrameChg>
        <pc:graphicFrameChg chg="del">
          <ac:chgData name="Danh, Hoàng Duy" userId="3a448fcf-317f-4972-a161-06742a14d4c7" providerId="ADAL" clId="{CE1C8B88-0719-4E4A-B0E4-7DC533AE261F}" dt="2026-05-12T13:38:14.797" v="193" actId="478"/>
          <ac:graphicFrameMkLst>
            <pc:docMk/>
            <pc:sldMk cId="192457965" sldId="396"/>
            <ac:graphicFrameMk id="15" creationId="{A2CCCED0-AA99-C132-A96D-8C44ADC61140}"/>
          </ac:graphicFrameMkLst>
        </pc:graphicFrameChg>
      </pc:sldChg>
      <pc:sldChg chg="addSp delSp modSp add mod">
        <pc:chgData name="Danh, Hoàng Duy" userId="3a448fcf-317f-4972-a161-06742a14d4c7" providerId="ADAL" clId="{CE1C8B88-0719-4E4A-B0E4-7DC533AE261F}" dt="2026-05-12T13:43:36.741" v="274" actId="14100"/>
        <pc:sldMkLst>
          <pc:docMk/>
          <pc:sldMk cId="16981795" sldId="397"/>
        </pc:sldMkLst>
        <pc:spChg chg="mod">
          <ac:chgData name="Danh, Hoàng Duy" userId="3a448fcf-317f-4972-a161-06742a14d4c7" providerId="ADAL" clId="{CE1C8B88-0719-4E4A-B0E4-7DC533AE261F}" dt="2026-05-12T13:43:30.486" v="272" actId="1076"/>
          <ac:spMkLst>
            <pc:docMk/>
            <pc:sldMk cId="16981795" sldId="397"/>
            <ac:spMk id="2" creationId="{981B735A-4D37-DC3C-D812-0D02D316379C}"/>
          </ac:spMkLst>
        </pc:spChg>
        <pc:picChg chg="add del">
          <ac:chgData name="Danh, Hoàng Duy" userId="3a448fcf-317f-4972-a161-06742a14d4c7" providerId="ADAL" clId="{CE1C8B88-0719-4E4A-B0E4-7DC533AE261F}" dt="2026-05-12T13:42:04.788" v="259" actId="478"/>
          <ac:picMkLst>
            <pc:docMk/>
            <pc:sldMk cId="16981795" sldId="397"/>
            <ac:picMk id="4" creationId="{97CC811F-23FB-27B4-A706-56357549C8A0}"/>
          </ac:picMkLst>
        </pc:picChg>
        <pc:picChg chg="del">
          <ac:chgData name="Danh, Hoàng Duy" userId="3a448fcf-317f-4972-a161-06742a14d4c7" providerId="ADAL" clId="{CE1C8B88-0719-4E4A-B0E4-7DC533AE261F}" dt="2026-05-12T13:39:58.688" v="222" actId="478"/>
          <ac:picMkLst>
            <pc:docMk/>
            <pc:sldMk cId="16981795" sldId="397"/>
            <ac:picMk id="6" creationId="{3F35BE1B-AD8D-856F-CF2D-8B055C460191}"/>
          </ac:picMkLst>
        </pc:picChg>
        <pc:picChg chg="add del">
          <ac:chgData name="Danh, Hoàng Duy" userId="3a448fcf-317f-4972-a161-06742a14d4c7" providerId="ADAL" clId="{CE1C8B88-0719-4E4A-B0E4-7DC533AE261F}" dt="2026-05-12T13:42:25.828" v="261" actId="478"/>
          <ac:picMkLst>
            <pc:docMk/>
            <pc:sldMk cId="16981795" sldId="397"/>
            <ac:picMk id="7" creationId="{94665C49-15E5-B91B-5ACB-D469EC8C8425}"/>
          </ac:picMkLst>
        </pc:picChg>
        <pc:picChg chg="add del mod">
          <ac:chgData name="Danh, Hoàng Duy" userId="3a448fcf-317f-4972-a161-06742a14d4c7" providerId="ADAL" clId="{CE1C8B88-0719-4E4A-B0E4-7DC533AE261F}" dt="2026-05-12T13:42:59.303" v="268" actId="478"/>
          <ac:picMkLst>
            <pc:docMk/>
            <pc:sldMk cId="16981795" sldId="397"/>
            <ac:picMk id="9" creationId="{F124C551-B446-CDF9-6690-6156FDEBB81E}"/>
          </ac:picMkLst>
        </pc:picChg>
        <pc:picChg chg="add mod">
          <ac:chgData name="Danh, Hoàng Duy" userId="3a448fcf-317f-4972-a161-06742a14d4c7" providerId="ADAL" clId="{CE1C8B88-0719-4E4A-B0E4-7DC533AE261F}" dt="2026-05-12T13:43:36.741" v="274" actId="14100"/>
          <ac:picMkLst>
            <pc:docMk/>
            <pc:sldMk cId="16981795" sldId="397"/>
            <ac:picMk id="11" creationId="{DEBFBD31-F2BE-DEF8-BD9D-106E80B21DB6}"/>
          </ac:picMkLst>
        </pc:picChg>
      </pc:sldChg>
      <pc:sldChg chg="modSp add mod">
        <pc:chgData name="Danh, Hoàng Duy" userId="3a448fcf-317f-4972-a161-06742a14d4c7" providerId="ADAL" clId="{CE1C8B88-0719-4E4A-B0E4-7DC533AE261F}" dt="2026-05-12T15:55:16.382" v="1717" actId="14100"/>
        <pc:sldMkLst>
          <pc:docMk/>
          <pc:sldMk cId="2311230464" sldId="398"/>
        </pc:sldMkLst>
        <pc:spChg chg="mod">
          <ac:chgData name="Danh, Hoàng Duy" userId="3a448fcf-317f-4972-a161-06742a14d4c7" providerId="ADAL" clId="{CE1C8B88-0719-4E4A-B0E4-7DC533AE261F}" dt="2026-05-12T15:55:16.382" v="1717" actId="14100"/>
          <ac:spMkLst>
            <pc:docMk/>
            <pc:sldMk cId="2311230464" sldId="398"/>
            <ac:spMk id="2" creationId="{9EC26C04-812B-771B-1536-E337ACFCF5D4}"/>
          </ac:spMkLst>
        </pc:spChg>
      </pc:sldChg>
      <pc:sldChg chg="modSp add mod">
        <pc:chgData name="Danh, Hoàng Duy" userId="3a448fcf-317f-4972-a161-06742a14d4c7" providerId="ADAL" clId="{CE1C8B88-0719-4E4A-B0E4-7DC533AE261F}" dt="2026-05-12T15:57:28.784" v="2101" actId="20577"/>
        <pc:sldMkLst>
          <pc:docMk/>
          <pc:sldMk cId="697533696" sldId="399"/>
        </pc:sldMkLst>
        <pc:spChg chg="mod">
          <ac:chgData name="Danh, Hoàng Duy" userId="3a448fcf-317f-4972-a161-06742a14d4c7" providerId="ADAL" clId="{CE1C8B88-0719-4E4A-B0E4-7DC533AE261F}" dt="2026-05-12T15:57:28.784" v="2101" actId="20577"/>
          <ac:spMkLst>
            <pc:docMk/>
            <pc:sldMk cId="697533696" sldId="399"/>
            <ac:spMk id="2" creationId="{587FF459-C800-CC7F-4337-2311F534B3B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5"/>
              <c:layout>
                <c:manualLayout>
                  <c:x val="-1.9216987938390133E-3"/>
                  <c:y val="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824-47B1-BB6A-6725878C706C}"/>
                </c:ext>
              </c:extLst>
            </c:dLbl>
            <c:dLbl>
              <c:idx val="6"/>
              <c:layout>
                <c:manualLayout>
                  <c:x val="-5.7650963815168987E-3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824-47B1-BB6A-6725878C706C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dLbl>
              <c:idx val="9"/>
              <c:layout>
                <c:manualLayout>
                  <c:x val="-1.9216987938390838E-3"/>
                  <c:y val="2.66065261409119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057-42EB-BE4F-B551D3AA02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187999461059</c:v>
                </c:pt>
                <c:pt idx="2">
                  <c:v>150253332680</c:v>
                </c:pt>
                <c:pt idx="3">
                  <c:v>125429649855</c:v>
                </c:pt>
                <c:pt idx="4">
                  <c:v>152067142852</c:v>
                </c:pt>
                <c:pt idx="5">
                  <c:v>119134672797</c:v>
                </c:pt>
                <c:pt idx="6">
                  <c:v>137991406898</c:v>
                </c:pt>
                <c:pt idx="7">
                  <c:v>168442653383</c:v>
                </c:pt>
                <c:pt idx="8">
                  <c:v>84710435067</c:v>
                </c:pt>
                <c:pt idx="9">
                  <c:v>108928556660</c:v>
                </c:pt>
                <c:pt idx="10">
                  <c:v>88347880802</c:v>
                </c:pt>
                <c:pt idx="11">
                  <c:v>99758121581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3312-499F-AD5E-049707D264C7}"/>
              </c:ext>
            </c:extLst>
          </c:dPt>
          <c:dPt>
            <c:idx val="5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3.8433975876778857E-3"/>
                  <c:y val="-1.33032630704560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2.660652614091187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6"/>
              <c:layout>
                <c:manualLayout>
                  <c:x val="5.7650963815168285E-3"/>
                  <c:y val="-5.321305228182392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FFFF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96566805360</c:v>
                </c:pt>
                <c:pt idx="2">
                  <c:v>173305822529.00003</c:v>
                </c:pt>
                <c:pt idx="3">
                  <c:v>159056854829</c:v>
                </c:pt>
                <c:pt idx="4">
                  <c:v>150317682527.06699</c:v>
                </c:pt>
                <c:pt idx="5">
                  <c:v>144049572110.11639</c:v>
                </c:pt>
                <c:pt idx="6">
                  <c:v>125215639318.17566</c:v>
                </c:pt>
                <c:pt idx="7">
                  <c:v>141276361518.14462</c:v>
                </c:pt>
                <c:pt idx="8">
                  <c:v>148196499542.28259</c:v>
                </c:pt>
                <c:pt idx="9">
                  <c:v>137984481243.16364</c:v>
                </c:pt>
                <c:pt idx="10">
                  <c:v>145929060338.8269</c:v>
                </c:pt>
                <c:pt idx="11">
                  <c:v>147442013746.17145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127974441177.86678</c:v>
                </c:pt>
                <c:pt idx="2">
                  <c:v>141599491827.82724</c:v>
                </c:pt>
                <c:pt idx="3">
                  <c:v>131782266518.60179</c:v>
                </c:pt>
                <c:pt idx="4">
                  <c:v>140244307484.73703</c:v>
                </c:pt>
                <c:pt idx="5">
                  <c:v>141409300219.24362</c:v>
                </c:pt>
                <c:pt idx="6">
                  <c:v>145404057387.95999</c:v>
                </c:pt>
                <c:pt idx="7">
                  <c:v>141276361518.14462</c:v>
                </c:pt>
                <c:pt idx="8">
                  <c:v>148196499542.28259</c:v>
                </c:pt>
                <c:pt idx="9">
                  <c:v>137984481243.16364</c:v>
                </c:pt>
                <c:pt idx="10">
                  <c:v>145929060338.82693</c:v>
                </c:pt>
                <c:pt idx="11">
                  <c:v>147442013746.17145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02060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dLbls>
            <c:dLbl>
              <c:idx val="9"/>
              <c:layout>
                <c:manualLayout>
                  <c:x val="-3.8433975876778857E-3"/>
                  <c:y val="-5.32130522818238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6F3-450D-91BD-DF8362A94D19}"/>
                </c:ext>
              </c:extLst>
            </c:dLbl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3.0747180701423085E-2"/>
                  <c:y val="-5.986468381705185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302461971461</c:v>
                </c:pt>
                <c:pt idx="2">
                  <c:v>452715304141</c:v>
                </c:pt>
                <c:pt idx="3">
                  <c:v>578144953996</c:v>
                </c:pt>
                <c:pt idx="4">
                  <c:v>730212096848</c:v>
                </c:pt>
                <c:pt idx="5">
                  <c:v>849346769645</c:v>
                </c:pt>
                <c:pt idx="6">
                  <c:v>987338176543</c:v>
                </c:pt>
                <c:pt idx="7">
                  <c:v>1155780829926</c:v>
                </c:pt>
                <c:pt idx="8">
                  <c:v>1240491264993</c:v>
                </c:pt>
                <c:pt idx="9">
                  <c:v>1349419821653</c:v>
                </c:pt>
                <c:pt idx="10">
                  <c:v>1437767702455</c:v>
                </c:pt>
                <c:pt idx="11">
                  <c:v>1537525824036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A47A-4EED-AEE9-4740BF362757}"/>
              </c:ext>
            </c:extLst>
          </c:dPt>
          <c:dPt>
            <c:idx val="5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C5C4-46FB-8074-B097150E5C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0"/>
                  <c:y val="-3.3258157676139918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FFFF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222665842283</c:v>
                </c:pt>
                <c:pt idx="2">
                  <c:v>395971664812</c:v>
                </c:pt>
                <c:pt idx="3">
                  <c:v>555028519641</c:v>
                </c:pt>
                <c:pt idx="4">
                  <c:v>705346202168.06702</c:v>
                </c:pt>
                <c:pt idx="5">
                  <c:v>849395774278.18335</c:v>
                </c:pt>
                <c:pt idx="6">
                  <c:v>974611413596.35901</c:v>
                </c:pt>
                <c:pt idx="7">
                  <c:v>1115887775114.5037</c:v>
                </c:pt>
                <c:pt idx="8">
                  <c:v>1264084274656.7861</c:v>
                </c:pt>
                <c:pt idx="9">
                  <c:v>1402068755899.9497</c:v>
                </c:pt>
                <c:pt idx="10">
                  <c:v>1547997816238.7766</c:v>
                </c:pt>
                <c:pt idx="11">
                  <c:v>1695439829984.948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257479782314.72357</c:v>
                </c:pt>
                <c:pt idx="2">
                  <c:v>399079274142.55078</c:v>
                </c:pt>
                <c:pt idx="3">
                  <c:v>530861540661.15259</c:v>
                </c:pt>
                <c:pt idx="4">
                  <c:v>671105848145.88965</c:v>
                </c:pt>
                <c:pt idx="5">
                  <c:v>812515148365.1333</c:v>
                </c:pt>
                <c:pt idx="6">
                  <c:v>957919205753.09326</c:v>
                </c:pt>
                <c:pt idx="7">
                  <c:v>1099195567271.2379</c:v>
                </c:pt>
                <c:pt idx="8">
                  <c:v>1247392066813.5205</c:v>
                </c:pt>
                <c:pt idx="9">
                  <c:v>1385376548056.6841</c:v>
                </c:pt>
                <c:pt idx="10">
                  <c:v>1531305608395.511</c:v>
                </c:pt>
                <c:pt idx="11">
                  <c:v>1678747622141.6824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02060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dLbl>
              <c:idx val="11"/>
              <c:layout>
                <c:manualLayout>
                  <c:x val="-1.9216987938389428E-3"/>
                  <c:y val="0.152987525310243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1E7-4C54-B633-2BCA976D16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17400796729</c:v>
                </c:pt>
                <c:pt idx="2">
                  <c:v>7098249059</c:v>
                </c:pt>
                <c:pt idx="3">
                  <c:v>3750983485</c:v>
                </c:pt>
                <c:pt idx="4">
                  <c:v>9530204304</c:v>
                </c:pt>
                <c:pt idx="5">
                  <c:v>1072500757</c:v>
                </c:pt>
                <c:pt idx="6">
                  <c:v>1039517857</c:v>
                </c:pt>
                <c:pt idx="7">
                  <c:v>93219731</c:v>
                </c:pt>
                <c:pt idx="8">
                  <c:v>-10202154651</c:v>
                </c:pt>
                <c:pt idx="9">
                  <c:v>-4684658050</c:v>
                </c:pt>
                <c:pt idx="10">
                  <c:v>-6920497847</c:v>
                </c:pt>
                <c:pt idx="11">
                  <c:v>2661513008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3A8-4656-84F3-1B87E60153DB}"/>
              </c:ext>
            </c:extLst>
          </c:dPt>
          <c:dPt>
            <c:idx val="4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3312-499F-AD5E-049707D264C7}"/>
              </c:ext>
            </c:extLst>
          </c:dPt>
          <c:dPt>
            <c:idx val="5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-8.8076843913068113E-18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3"/>
              <c:layout>
                <c:manualLayout>
                  <c:x val="-1.9216603287027243E-3"/>
                  <c:y val="0.1662907883806995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-5.1581901223883097E-17"/>
                  <c:y val="2.66065261409118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9"/>
              <c:layout>
                <c:manualLayout>
                  <c:x val="-1.0316380244776619E-16"/>
                  <c:y val="-6.65163153522798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E0B-47D6-BAFD-C9F83DD2DA56}"/>
                </c:ext>
              </c:extLst>
            </c:dLbl>
            <c:dLbl>
              <c:idx val="10"/>
              <c:layout>
                <c:manualLayout>
                  <c:x val="4.7352510797431437E-3"/>
                  <c:y val="1.515210238693998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-6419213738</c:v>
                </c:pt>
                <c:pt idx="2">
                  <c:v>-6665406624</c:v>
                </c:pt>
                <c:pt idx="3">
                  <c:v>3703754211.9995499</c:v>
                </c:pt>
                <c:pt idx="4">
                  <c:v>4864816851.2752838</c:v>
                </c:pt>
                <c:pt idx="5">
                  <c:v>4403896181.9209518</c:v>
                </c:pt>
                <c:pt idx="6">
                  <c:v>-2823532115.8600717</c:v>
                </c:pt>
                <c:pt idx="7">
                  <c:v>7098704122.7758141</c:v>
                </c:pt>
                <c:pt idx="8">
                  <c:v>6394115889.1163025</c:v>
                </c:pt>
                <c:pt idx="9">
                  <c:v>6020501112.4577341</c:v>
                </c:pt>
                <c:pt idx="10">
                  <c:v>6445191303.8591957</c:v>
                </c:pt>
                <c:pt idx="11">
                  <c:v>6195788686.0546865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1521095499.7650833</c:v>
                </c:pt>
                <c:pt idx="1">
                  <c:v>-1325103642.6497841</c:v>
                </c:pt>
                <c:pt idx="2">
                  <c:v>5063579812.0372381</c:v>
                </c:pt>
                <c:pt idx="3">
                  <c:v>2987787736.0557938</c:v>
                </c:pt>
                <c:pt idx="4">
                  <c:v>3130291883.7845182</c:v>
                </c:pt>
                <c:pt idx="5">
                  <c:v>2831772640.584938</c:v>
                </c:pt>
                <c:pt idx="6">
                  <c:v>7350302403.1835995</c:v>
                </c:pt>
                <c:pt idx="7">
                  <c:v>6722008020.0142317</c:v>
                </c:pt>
                <c:pt idx="8">
                  <c:v>6109248285.1741095</c:v>
                </c:pt>
                <c:pt idx="9">
                  <c:v>6665662779.7506676</c:v>
                </c:pt>
                <c:pt idx="10">
                  <c:v>7122677929.815712</c:v>
                </c:pt>
                <c:pt idx="11">
                  <c:v>5291449007.4755917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02060"/>
    </a:solidFill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dLbls>
            <c:dLbl>
              <c:idx val="9"/>
              <c:layout>
                <c:manualLayout>
                  <c:x val="-4.2240938320913758E-3"/>
                  <c:y val="2.660652614091193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6C1-4937-9C1B-B22B6E30564E}"/>
                </c:ext>
              </c:extLst>
            </c:dLbl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9.6084939691948555E-3"/>
                  <c:y val="-9.3122841493191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22297877281</c:v>
                </c:pt>
                <c:pt idx="2">
                  <c:v>29396126340</c:v>
                </c:pt>
                <c:pt idx="3">
                  <c:v>33147109825</c:v>
                </c:pt>
                <c:pt idx="4">
                  <c:v>42677314129</c:v>
                </c:pt>
                <c:pt idx="5">
                  <c:v>43749814886</c:v>
                </c:pt>
                <c:pt idx="6">
                  <c:v>44789332743</c:v>
                </c:pt>
                <c:pt idx="7">
                  <c:v>44882552474</c:v>
                </c:pt>
                <c:pt idx="8">
                  <c:v>34680397823</c:v>
                </c:pt>
                <c:pt idx="9">
                  <c:v>29995739773</c:v>
                </c:pt>
                <c:pt idx="10">
                  <c:v>23075241926</c:v>
                </c:pt>
                <c:pt idx="11">
                  <c:v>25736754934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0A93-48C0-B60B-494698818C8D}"/>
              </c:ext>
            </c:extLst>
          </c:dPt>
          <c:dPt>
            <c:idx val="4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A47A-4EED-AEE9-4740BF362757}"/>
              </c:ext>
            </c:extLst>
          </c:dPt>
          <c:dPt>
            <c:idx val="5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C5C4-46FB-8074-B097150E5C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6740050595996357E-3"/>
                  <c:y val="1.99548946056838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1.4080312773636543E-3"/>
                  <c:y val="5.32130522818238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1.2750998205479736E-3"/>
                  <c:y val="6.651631535227983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8.943770326372781E-4"/>
                  <c:y val="1.3303263070455967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FFFF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-8112674474</c:v>
                </c:pt>
                <c:pt idx="2">
                  <c:v>-14778081098</c:v>
                </c:pt>
                <c:pt idx="3">
                  <c:v>-11074326886.00045</c:v>
                </c:pt>
                <c:pt idx="4">
                  <c:v>-6209510034.7251663</c:v>
                </c:pt>
                <c:pt idx="5">
                  <c:v>-1805613852.8042145</c:v>
                </c:pt>
                <c:pt idx="6">
                  <c:v>-4629145968.6642857</c:v>
                </c:pt>
                <c:pt idx="7">
                  <c:v>2469558154.1115284</c:v>
                </c:pt>
                <c:pt idx="8">
                  <c:v>8863674043.2278309</c:v>
                </c:pt>
                <c:pt idx="9">
                  <c:v>14884175155.685566</c:v>
                </c:pt>
                <c:pt idx="10">
                  <c:v>21329366459.544762</c:v>
                </c:pt>
                <c:pt idx="11">
                  <c:v>27525155145.599449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1521095499.7650833</c:v>
                </c:pt>
                <c:pt idx="1">
                  <c:v>195991857.11529922</c:v>
                </c:pt>
                <c:pt idx="2">
                  <c:v>5259571669.1525373</c:v>
                </c:pt>
                <c:pt idx="3">
                  <c:v>8247359405.2083311</c:v>
                </c:pt>
                <c:pt idx="4">
                  <c:v>11377651288.992849</c:v>
                </c:pt>
                <c:pt idx="5">
                  <c:v>14209423929.577787</c:v>
                </c:pt>
                <c:pt idx="6">
                  <c:v>21559726332.761387</c:v>
                </c:pt>
                <c:pt idx="7">
                  <c:v>28281734352.77562</c:v>
                </c:pt>
                <c:pt idx="8">
                  <c:v>34390982637.94973</c:v>
                </c:pt>
                <c:pt idx="9">
                  <c:v>41056645417.700394</c:v>
                </c:pt>
                <c:pt idx="10">
                  <c:v>48179323347.516106</c:v>
                </c:pt>
                <c:pt idx="11">
                  <c:v>53470772354.991699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solidFill>
          <a:srgbClr val="002060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1076325"/>
            <a:ext cx="9569450" cy="5383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2664" y="6818988"/>
            <a:ext cx="7941310" cy="646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28" tIns="138728" rIns="138728" bIns="138728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20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B3D1C-3925-A8DC-CDC0-F48C4763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698C8-BC2B-0B1D-F7C9-0105E1509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980AB-FD76-F002-F7AE-96FFE613F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82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59993-AA81-B221-ACAB-5558EF92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9E215-7EDD-345F-05BD-8E1966D72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2F252-C894-D94D-4DF4-73D689CF2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41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4F4E-B4E9-B27A-8B4C-C9E24A5C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CB041-3F04-B1E7-DF74-EE01F91D2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0AFD9-E449-0CCE-CC09-C4AA4DDC3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83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6FBA0-8B0E-AD00-8ED8-BAE2BAC0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0E09B-D9E4-8BF1-BA77-72B153058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9F8EC-CB5D-0E6C-9784-385A57888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Điều</a:t>
            </a:r>
            <a:r>
              <a:rPr lang="en-US"/>
              <a:t> </a:t>
            </a:r>
            <a:r>
              <a:rPr lang="en-US" err="1"/>
              <a:t>chỉnh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bày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khấu</a:t>
            </a:r>
            <a:r>
              <a:rPr lang="en-US"/>
              <a:t> hao &lt;-&gt; </a:t>
            </a:r>
            <a:r>
              <a:rPr lang="en-US" err="1"/>
              <a:t>thuê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8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C3C5D-9330-3135-9640-A4B748AB8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865A9-F1F7-D06F-B618-81E71C8C9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689B2-2A40-6728-EC8C-59A340E48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06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54F12-23E4-5693-987D-194F37BBD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DAE0D-3DAA-686F-18EE-08C38C45E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9F448-6C66-832A-EDC3-2F85510AF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68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35AF5-B230-C20C-B6F9-44410601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C77B5-DA70-7333-17C9-D4FDDB412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DB07E-FBAB-E07F-9C62-6970DC39B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543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270E5-8427-2274-B573-E56DEF89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F7B51-B971-957A-C9E5-BCDD660AB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9FDF4-A7D4-8EA5-360F-DF0F33E3D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57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userDrawn="1">
  <p:cSld name="TITLE_1">
    <p:bg>
      <p:bgPr>
        <a:noFill/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FDBB7-518F-CF9E-A68A-F9C0D8F4D028}"/>
              </a:ext>
            </a:extLst>
          </p:cNvPr>
          <p:cNvSpPr txBox="1"/>
          <p:nvPr userDrawn="1"/>
        </p:nvSpPr>
        <p:spPr>
          <a:xfrm>
            <a:off x="720914" y="4880067"/>
            <a:ext cx="8423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D57F1E4F-1CFF-5643-939E-217C01CDF565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/41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5454A-B60B-EC13-2432-38DCC0576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587FF459-C800-CC7F-4337-2311F534B3B0}"/>
              </a:ext>
            </a:extLst>
          </p:cNvPr>
          <p:cNvSpPr/>
          <p:nvPr/>
        </p:nvSpPr>
        <p:spPr>
          <a:xfrm>
            <a:off x="0" y="1682376"/>
            <a:ext cx="8342275" cy="1043796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>
                <a:latin typeface="Aptos Display" panose="020B0004020202020204" pitchFamily="34" charset="0"/>
              </a:rPr>
              <a:t>KẾT QUẢ THÁNG 04</a:t>
            </a:r>
          </a:p>
        </p:txBody>
      </p:sp>
    </p:spTree>
    <p:extLst>
      <p:ext uri="{BB962C8B-B14F-4D97-AF65-F5344CB8AC3E}">
        <p14:creationId xmlns:p14="http://schemas.microsoft.com/office/powerpoint/2010/main" val="697533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3B4F-002D-409B-2342-EED09F17D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0A85-2711-6FB8-2AC6-2C758E78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52"/>
            <a:ext cx="8738881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04 – DTR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D6614A-94BB-315B-4BFC-0AD5AC8A8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6516"/>
            <a:ext cx="9144000" cy="417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7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D05BD93-BBA2-FCF5-42C5-776B0F85B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433"/>
            <a:ext cx="9144000" cy="46514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2DE1A1-2B3E-8A44-EA21-6B32CBC4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 EXW rPET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C6F4F-DCC0-F9AC-B309-0D22409660BC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Ghi</a:t>
            </a:r>
            <a:r>
              <a:rPr lang="en-US" sz="800" i="1" u="sng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chú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lấy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hạt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rPET</a:t>
            </a:r>
            <a:endParaRPr lang="en-US" sz="8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72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B6FAC-1F56-D86C-172B-14C75A2A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65CEFF-EC41-A226-7607-B551F4DCD2E1}"/>
              </a:ext>
            </a:extLst>
          </p:cNvPr>
          <p:cNvSpPr/>
          <p:nvPr/>
        </p:nvSpPr>
        <p:spPr>
          <a:xfrm>
            <a:off x="0" y="4490571"/>
            <a:ext cx="9144000" cy="4031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chai B1 trung </a:t>
            </a:r>
            <a:r>
              <a:rPr lang="en-US" sz="1000" b="1" err="1">
                <a:solidFill>
                  <a:schemeClr val="tx1"/>
                </a:solidFill>
              </a:rPr>
              <a:t>bình</a:t>
            </a:r>
            <a:r>
              <a:rPr lang="en-US" sz="1000" b="1">
                <a:solidFill>
                  <a:schemeClr val="tx1"/>
                </a:solidFill>
              </a:rPr>
              <a:t> T04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14,967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15,000 đ/kg ~ </a:t>
            </a:r>
            <a:r>
              <a:rPr lang="en-US" sz="1000" i="1">
                <a:solidFill>
                  <a:schemeClr val="tx1"/>
                </a:solidFill>
              </a:rPr>
              <a:t>-33 đ/kg; -0.2%</a:t>
            </a:r>
            <a:r>
              <a:rPr lang="en-US" sz="1000">
                <a:solidFill>
                  <a:schemeClr val="tx1"/>
                </a:solidFill>
              </a:rPr>
              <a:t>). 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T04,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B1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15,060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15,000 đ/kg ~ </a:t>
            </a:r>
            <a:r>
              <a:rPr lang="en-US" sz="1000" i="1">
                <a:solidFill>
                  <a:schemeClr val="tx1"/>
                </a:solidFill>
              </a:rPr>
              <a:t>+60 đ/kg; +0.4%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58BC5-3373-4576-436B-0280D68C57A8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19E5DA-18D9-3147-64AD-EDD92E484021}"/>
              </a:ext>
            </a:extLst>
          </p:cNvPr>
          <p:cNvSpPr/>
          <p:nvPr/>
        </p:nvSpPr>
        <p:spPr>
          <a:xfrm>
            <a:off x="9293450" y="1571813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12/05/2026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EC3824-11A7-2123-7714-EA7C44BE6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779"/>
            <a:ext cx="9144000" cy="422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2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DAED6E-468F-A7BD-636D-B6B94CBDCE90}"/>
              </a:ext>
            </a:extLst>
          </p:cNvPr>
          <p:cNvSpPr/>
          <p:nvPr/>
        </p:nvSpPr>
        <p:spPr>
          <a:xfrm>
            <a:off x="0" y="4480790"/>
            <a:ext cx="9144000" cy="428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Vảy</a:t>
            </a:r>
            <a:r>
              <a:rPr lang="en-US" sz="1000" b="1">
                <a:solidFill>
                  <a:schemeClr val="tx1"/>
                </a:solidFill>
              </a:rPr>
              <a:t> B1 trung bình T04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16,979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16,500 đ/kg ~ </a:t>
            </a:r>
            <a:r>
              <a:rPr lang="en-US" sz="1000" i="1">
                <a:solidFill>
                  <a:schemeClr val="tx1"/>
                </a:solidFill>
              </a:rPr>
              <a:t>+479 đ/kg; +2.9%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T04,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Vảy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16,190 </a:t>
            </a:r>
            <a:r>
              <a:rPr lang="en-US" sz="1000">
                <a:solidFill>
                  <a:schemeClr val="tx1"/>
                </a:solidFill>
              </a:rPr>
              <a:t>đ/kg 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16,500 đ/kg ~ </a:t>
            </a:r>
            <a:r>
              <a:rPr lang="en-US" sz="1000" i="1">
                <a:solidFill>
                  <a:schemeClr val="tx1"/>
                </a:solidFill>
              </a:rPr>
              <a:t>-310 đ/kg; -1.9%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16480B-76E8-2CA7-FA98-9974A68CEA81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ED3F55-C554-FD72-4154-22A4412DC715}"/>
              </a:ext>
            </a:extLst>
          </p:cNvPr>
          <p:cNvSpPr/>
          <p:nvPr/>
        </p:nvSpPr>
        <p:spPr>
          <a:xfrm>
            <a:off x="9232152" y="1770439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11/04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67FB40-0DB5-4D2B-FC6E-DE36FD04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837"/>
            <a:ext cx="9144000" cy="409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09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3D81-70D2-7F9F-B75C-EA1654DF0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7BFE-815C-615F-B644-76B304CE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26329" cy="395111"/>
          </a:xfrm>
        </p:spPr>
        <p:txBody>
          <a:bodyPr/>
          <a:lstStyle/>
          <a:p>
            <a:pPr algn="ctr"/>
            <a:r>
              <a:rPr lang="en-US" sz="1800" b="1">
                <a:solidFill>
                  <a:srgbClr val="119303"/>
                </a:solidFill>
              </a:rPr>
              <a:t>3.2. CHI PHÍ – </a:t>
            </a:r>
            <a:r>
              <a:rPr lang="en-US" sz="1800" b="1">
                <a:solidFill>
                  <a:schemeClr val="accent2">
                    <a:lumMod val="75000"/>
                  </a:schemeClr>
                </a:solidFill>
              </a:rPr>
              <a:t>TỔNG CHI PHÍ TRONG THÁNG 04 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800" i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1E2252-842F-B8CD-C22C-65CAF6EF6E09}"/>
              </a:ext>
            </a:extLst>
          </p:cNvPr>
          <p:cNvSpPr txBox="1"/>
          <p:nvPr/>
        </p:nvSpPr>
        <p:spPr>
          <a:xfrm>
            <a:off x="-54593" y="4734539"/>
            <a:ext cx="6503159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55033-5A11-6244-AB27-7EA3760F0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1" y="253269"/>
            <a:ext cx="9144000" cy="463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78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4431-5FCB-FAC0-41C8-6F19602E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5962-D058-F07F-DC04-EFA665BB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4596"/>
            <a:ext cx="9143999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CHI PHÍ TRÊN TẤN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tấn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8DDAF9-75E0-0408-4DFD-E4DF24540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0"/>
            <a:ext cx="9144000" cy="470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82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A4B8-CE3A-010D-D81A-D65D79E0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6372-A22E-C300-03BE-857E8667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44000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TỶ TRỌNG CHI PHÍ TRÊN TẤN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8D5B20-12CA-2D95-64A4-67B0CB5AD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3602"/>
            <a:ext cx="9144000" cy="431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9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9F08-669F-DBD8-C8EF-6650A3C21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9EC26C04-812B-771B-1536-E337ACFCF5D4}"/>
              </a:ext>
            </a:extLst>
          </p:cNvPr>
          <p:cNvSpPr/>
          <p:nvPr/>
        </p:nvSpPr>
        <p:spPr>
          <a:xfrm>
            <a:off x="0" y="1682376"/>
            <a:ext cx="8342275" cy="1043796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>
                <a:latin typeface="Aptos Display" panose="020B0004020202020204" pitchFamily="34" charset="0"/>
              </a:rPr>
              <a:t>DỰ BÁO KẾT QUẢ HOẠT ĐỘNG KINH DOANH</a:t>
            </a:r>
          </a:p>
        </p:txBody>
      </p:sp>
    </p:spTree>
    <p:extLst>
      <p:ext uri="{BB962C8B-B14F-4D97-AF65-F5344CB8AC3E}">
        <p14:creationId xmlns:p14="http://schemas.microsoft.com/office/powerpoint/2010/main" val="2311230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9E32B-42F6-1E3E-22C2-ECEF7B482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CF5E-D346-12F1-FD15-DEAD007EE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300" b="1">
                <a:solidFill>
                  <a:schemeClr val="accent2">
                    <a:lumMod val="75000"/>
                  </a:schemeClr>
                </a:solidFill>
              </a:rPr>
              <a:t>CÁC GIẢ ĐỊNH DỰ BÁO</a:t>
            </a:r>
            <a:endParaRPr lang="en-US" sz="23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562E77-FD85-2367-F3F1-1038494E7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64825"/>
              </p:ext>
            </p:extLst>
          </p:nvPr>
        </p:nvGraphicFramePr>
        <p:xfrm>
          <a:off x="101601" y="697230"/>
          <a:ext cx="8984204" cy="3723640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830900">
                  <a:extLst>
                    <a:ext uri="{9D8B030D-6E8A-4147-A177-3AD203B41FA5}">
                      <a16:colId xmlns:a16="http://schemas.microsoft.com/office/drawing/2014/main" val="2630170540"/>
                    </a:ext>
                  </a:extLst>
                </a:gridCol>
                <a:gridCol w="2369500">
                  <a:extLst>
                    <a:ext uri="{9D8B030D-6E8A-4147-A177-3AD203B41FA5}">
                      <a16:colId xmlns:a16="http://schemas.microsoft.com/office/drawing/2014/main" val="3233529607"/>
                    </a:ext>
                  </a:extLst>
                </a:gridCol>
                <a:gridCol w="5783804">
                  <a:extLst>
                    <a:ext uri="{9D8B030D-6E8A-4147-A177-3AD203B41FA5}">
                      <a16:colId xmlns:a16="http://schemas.microsoft.com/office/drawing/2014/main" val="2142968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STT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CHỈ TIÊU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GIẢ ĐỊNH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7411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Sản lượng và doanh thu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b="1"/>
                        <a:t>Tháng 5,6,7 </a:t>
                      </a:r>
                      <a:r>
                        <a:rPr lang="en-US"/>
                        <a:t>lấy theo </a:t>
                      </a:r>
                      <a:r>
                        <a:rPr lang="en-US" b="1"/>
                        <a:t>S&amp;OP </a:t>
                      </a:r>
                      <a:r>
                        <a:rPr lang="en-US"/>
                        <a:t>ngày </a:t>
                      </a:r>
                      <a:r>
                        <a:rPr lang="en-US" b="1"/>
                        <a:t>08/05/2026</a:t>
                      </a:r>
                      <a:r>
                        <a:rPr lang="en-US"/>
                        <a:t>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endParaRPr lang="en-US"/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i="1"/>
                        <a:t>Các tháng còn lại </a:t>
                      </a:r>
                      <a:r>
                        <a:rPr lang="en-US"/>
                        <a:t>lấy theo </a:t>
                      </a:r>
                      <a:r>
                        <a:rPr lang="en-US" i="1"/>
                        <a:t>ngân sách 2026</a:t>
                      </a:r>
                      <a:r>
                        <a:rPr lang="en-US"/>
                        <a:t>.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581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Giá vốn hàng bán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b="1"/>
                        <a:t>Tháng 5,6,7 </a:t>
                      </a:r>
                      <a:r>
                        <a:rPr lang="en-US"/>
                        <a:t>lấy </a:t>
                      </a:r>
                      <a:r>
                        <a:rPr lang="en-US" b="1"/>
                        <a:t>theo đơn giá tồn kho 30/04 </a:t>
                      </a:r>
                      <a:r>
                        <a:rPr lang="en-US"/>
                        <a:t>và </a:t>
                      </a:r>
                      <a:r>
                        <a:rPr lang="en-US" b="1"/>
                        <a:t>có hiệu chỉnh </a:t>
                      </a:r>
                      <a:r>
                        <a:rPr lang="en-US"/>
                        <a:t>lại chi phí sản xuất chung do sản lượng sản xuất T05 có giảm </a:t>
                      </a:r>
                      <a:r>
                        <a:rPr lang="en-US" i="1"/>
                        <a:t>(dự kiến là khoảng 3,800 tấn; T04 thực tế là 4,370 tấn);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endParaRPr lang="en-US" i="1"/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i="1"/>
                        <a:t>Các tháng còn lại cho bằng với Ngân sách.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9131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Chi phí hoạt động Opex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/>
                        <a:t>Tháng 5 cho bằng với Tháng 4;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endParaRPr lang="en-US"/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/>
                        <a:t>Các tháng còn lại cho bằng với Ngân sách và xem xét điều chỉnh lại các chi phí có vượt ở Tháng 4.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1116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Chi phí lãi vay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/>
                        <a:t>Ước tính lại chi phí lãi vay theo tình hình thực tế. (trung bình khoảng 2.8 tỷ/tháng ~ Ngân sách là khoảng 3.2 tỷ/tháng)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0211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57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2011B3-7454-A47C-47E4-2724C69D8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52"/>
            <a:ext cx="8738881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DỰ BÁO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24DB3B-B636-7565-46F8-48C326052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670"/>
            <a:ext cx="9144000" cy="419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09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0BA17-CAFC-348F-8701-79EA9ABCF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B735A-4D37-DC3C-D812-0D02D3163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DỰ BÁO 2026 – DTR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BFBD31-F2BE-DEF8-BD9D-106E80B21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7163"/>
            <a:ext cx="9144000" cy="458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1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1069-A6E7-141D-0B07-AE4A4E1C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14D59-E52C-4AEC-E23F-A01EDF0CB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300" b="1">
                <a:solidFill>
                  <a:schemeClr val="accent2">
                    <a:lumMod val="75000"/>
                  </a:schemeClr>
                </a:solidFill>
              </a:rPr>
              <a:t>DOANH THU</a:t>
            </a:r>
            <a:endParaRPr lang="en-US" sz="23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130BEDC-8830-AA2C-D6CE-032D13175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3704245"/>
              </p:ext>
            </p:extLst>
          </p:nvPr>
        </p:nvGraphicFramePr>
        <p:xfrm>
          <a:off x="58194" y="806598"/>
          <a:ext cx="9027609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B237680-819E-EC6E-D41F-B19E93EC7702}"/>
              </a:ext>
            </a:extLst>
          </p:cNvPr>
          <p:cNvSpPr/>
          <p:nvPr/>
        </p:nvSpPr>
        <p:spPr>
          <a:xfrm>
            <a:off x="58195" y="588234"/>
            <a:ext cx="9027610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srgbClr val="0000FF"/>
                </a:solidFill>
              </a:rPr>
              <a:t>DOANH THU THUẦN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10EA6F-2D53-E4B7-293E-26704F295D36}"/>
              </a:ext>
            </a:extLst>
          </p:cNvPr>
          <p:cNvSpPr/>
          <p:nvPr/>
        </p:nvSpPr>
        <p:spPr>
          <a:xfrm>
            <a:off x="58194" y="2699975"/>
            <a:ext cx="9027609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srgbClr val="0000FF"/>
                </a:solidFill>
              </a:rPr>
              <a:t>LŨY KẾ DOANH THU THUẦN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24E2B08-E421-0097-BABF-0E47D73A24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88690"/>
              </p:ext>
            </p:extLst>
          </p:nvPr>
        </p:nvGraphicFramePr>
        <p:xfrm>
          <a:off x="58195" y="2913373"/>
          <a:ext cx="8947464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5E6761-BEB0-E07D-620F-3E30380E5176}"/>
              </a:ext>
            </a:extLst>
          </p:cNvPr>
          <p:cNvSpPr txBox="1"/>
          <p:nvPr/>
        </p:nvSpPr>
        <p:spPr>
          <a:xfrm>
            <a:off x="8340092" y="606543"/>
            <a:ext cx="7088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i="1" dirty="0" err="1">
                <a:solidFill>
                  <a:srgbClr val="0000FF"/>
                </a:solidFill>
              </a:rPr>
              <a:t>Đvt</a:t>
            </a:r>
            <a:r>
              <a:rPr lang="en-US" sz="700" b="1" i="1" dirty="0">
                <a:solidFill>
                  <a:srgbClr val="0000FF"/>
                </a:solidFill>
              </a:rPr>
              <a:t>: </a:t>
            </a:r>
            <a:r>
              <a:rPr lang="en-US" sz="700" b="1" i="1" dirty="0" err="1">
                <a:solidFill>
                  <a:srgbClr val="0000FF"/>
                </a:solidFill>
              </a:rPr>
              <a:t>tỷ</a:t>
            </a:r>
            <a:r>
              <a:rPr lang="en-US" sz="700" b="1" i="1" dirty="0">
                <a:solidFill>
                  <a:srgbClr val="0000FF"/>
                </a:solidFill>
              </a:rPr>
              <a:t> </a:t>
            </a:r>
            <a:r>
              <a:rPr lang="en-US" sz="700" b="1" i="1" dirty="0" err="1">
                <a:solidFill>
                  <a:srgbClr val="0000FF"/>
                </a:solidFill>
              </a:rPr>
              <a:t>đồng</a:t>
            </a:r>
            <a:endParaRPr lang="en-US" sz="700" b="1" i="1" dirty="0">
              <a:solidFill>
                <a:srgbClr val="0000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91F701-DD65-569C-8158-7E7319F27F65}"/>
              </a:ext>
            </a:extLst>
          </p:cNvPr>
          <p:cNvSpPr txBox="1"/>
          <p:nvPr/>
        </p:nvSpPr>
        <p:spPr>
          <a:xfrm>
            <a:off x="8420236" y="2734213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79B85-8BAE-12DF-D977-6AA6B7F2DE28}"/>
              </a:ext>
            </a:extLst>
          </p:cNvPr>
          <p:cNvSpPr txBox="1"/>
          <p:nvPr/>
        </p:nvSpPr>
        <p:spPr>
          <a:xfrm>
            <a:off x="8397799" y="2934268"/>
            <a:ext cx="5501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/>
              <a:t>+1.0%</a:t>
            </a:r>
          </a:p>
        </p:txBody>
      </p:sp>
    </p:spTree>
    <p:extLst>
      <p:ext uri="{BB962C8B-B14F-4D97-AF65-F5344CB8AC3E}">
        <p14:creationId xmlns:p14="http://schemas.microsoft.com/office/powerpoint/2010/main" val="78206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86D3C-6B53-9E20-A567-D13417F7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14226-FCD5-D76C-BE5E-85BE58C7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</a:t>
            </a:r>
            <a:r>
              <a:rPr lang="en-US" sz="2200" b="1">
                <a:solidFill>
                  <a:srgbClr val="119303"/>
                </a:solidFill>
              </a:rPr>
              <a:t>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GIẢI TRÌNH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78D21C2-38BB-5517-6B04-B71DDE370E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0479993"/>
              </p:ext>
            </p:extLst>
          </p:nvPr>
        </p:nvGraphicFramePr>
        <p:xfrm>
          <a:off x="58195" y="806598"/>
          <a:ext cx="9027610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42DD51F-2EB1-6F56-73EF-55033ABF68F5}"/>
              </a:ext>
            </a:extLst>
          </p:cNvPr>
          <p:cNvSpPr/>
          <p:nvPr/>
        </p:nvSpPr>
        <p:spPr>
          <a:xfrm>
            <a:off x="58195" y="588234"/>
            <a:ext cx="9027610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srgbClr val="0000FF"/>
                </a:solidFill>
              </a:rPr>
              <a:t>LỢI NHUẬN SAU THUẾ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97BFB3-082D-5455-8391-A06836253DCA}"/>
              </a:ext>
            </a:extLst>
          </p:cNvPr>
          <p:cNvSpPr/>
          <p:nvPr/>
        </p:nvSpPr>
        <p:spPr>
          <a:xfrm>
            <a:off x="66119" y="2710540"/>
            <a:ext cx="901968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srgbClr val="0000FF"/>
                </a:solidFill>
              </a:rPr>
              <a:t>LŨY KẾ LỢI NHUẬN SAU THUẾ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2085B7AD-86DA-B33F-93C7-F418DF64BA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7078122"/>
              </p:ext>
            </p:extLst>
          </p:nvPr>
        </p:nvGraphicFramePr>
        <p:xfrm>
          <a:off x="58195" y="2913373"/>
          <a:ext cx="901968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A7D6023-4704-48F0-E690-4977B6468BE1}"/>
              </a:ext>
            </a:extLst>
          </p:cNvPr>
          <p:cNvSpPr txBox="1"/>
          <p:nvPr/>
        </p:nvSpPr>
        <p:spPr>
          <a:xfrm>
            <a:off x="8420238" y="606543"/>
            <a:ext cx="7088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i="1" dirty="0" err="1">
                <a:solidFill>
                  <a:srgbClr val="0000FF"/>
                </a:solidFill>
              </a:rPr>
              <a:t>Đvt</a:t>
            </a:r>
            <a:r>
              <a:rPr lang="en-US" sz="700" b="1" i="1" dirty="0">
                <a:solidFill>
                  <a:srgbClr val="0000FF"/>
                </a:solidFill>
              </a:rPr>
              <a:t>: </a:t>
            </a:r>
            <a:r>
              <a:rPr lang="en-US" sz="700" b="1" i="1" dirty="0" err="1">
                <a:solidFill>
                  <a:srgbClr val="0000FF"/>
                </a:solidFill>
              </a:rPr>
              <a:t>tỷ</a:t>
            </a:r>
            <a:r>
              <a:rPr lang="en-US" sz="700" b="1" i="1" dirty="0">
                <a:solidFill>
                  <a:srgbClr val="0000FF"/>
                </a:solidFill>
              </a:rPr>
              <a:t> </a:t>
            </a:r>
            <a:r>
              <a:rPr lang="en-US" sz="700" b="1" i="1" dirty="0" err="1">
                <a:solidFill>
                  <a:srgbClr val="0000FF"/>
                </a:solidFill>
              </a:rPr>
              <a:t>đồng</a:t>
            </a:r>
            <a:endParaRPr lang="en-US" sz="700" b="1" i="1" dirty="0">
              <a:solidFill>
                <a:srgbClr val="0000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F5D8C5-F4E0-E66B-0A9A-0441E96AA25F}"/>
              </a:ext>
            </a:extLst>
          </p:cNvPr>
          <p:cNvSpPr txBox="1"/>
          <p:nvPr/>
        </p:nvSpPr>
        <p:spPr>
          <a:xfrm>
            <a:off x="8420237" y="273617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1719405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DFEC5418-8A64-3D2E-C59C-E98E780AE4D9}"/>
              </a:ext>
            </a:extLst>
          </p:cNvPr>
          <p:cNvSpPr/>
          <p:nvPr/>
        </p:nvSpPr>
        <p:spPr>
          <a:xfrm>
            <a:off x="0" y="1686710"/>
            <a:ext cx="7095227" cy="1043796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>
                <a:latin typeface="Aptos Display" panose="020B0004020202020204" pitchFamily="34" charset="0"/>
              </a:rPr>
              <a:t>PHỤ LỤC</a:t>
            </a:r>
          </a:p>
        </p:txBody>
      </p:sp>
    </p:spTree>
    <p:extLst>
      <p:ext uri="{BB962C8B-B14F-4D97-AF65-F5344CB8AC3E}">
        <p14:creationId xmlns:p14="http://schemas.microsoft.com/office/powerpoint/2010/main" val="2444977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EE89D-6626-7DCD-028D-0671FDF5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F273-8179-7316-EB88-D6B58C1B4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702"/>
            <a:ext cx="9144000" cy="333440"/>
          </a:xfrm>
        </p:spPr>
        <p:txBody>
          <a:bodyPr anchor="ctr"/>
          <a:lstStyle/>
          <a:p>
            <a:pPr algn="ctr"/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 EXW HẠT rPET SO VỚI GIÁ CHAI B0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D6F04-C599-21CC-3B31-4711C5E1FEF4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Ghi</a:t>
            </a:r>
            <a:r>
              <a:rPr lang="en-US" sz="800" i="1" u="sng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chú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lấy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hạt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rPET</a:t>
            </a:r>
            <a:endParaRPr lang="en-US" sz="800" i="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489B7-832E-F590-C386-77E039B39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142"/>
            <a:ext cx="9144000" cy="457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62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E9DB-250C-3D8C-9214-531823146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641C4-CBAA-9832-68B0-11DD17D9A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8"/>
            <a:ext cx="9144000" cy="463968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 T04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6829F0-A5BA-EC72-1BA1-C2200D5BE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217"/>
            <a:ext cx="9144000" cy="403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62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7EB06-21C4-AED2-D209-322580440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72F05-C817-A711-8146-404044942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8"/>
            <a:ext cx="9144000" cy="463968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 T03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43F2F0-B1C6-C250-D63A-0C449B188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24" y="383549"/>
            <a:ext cx="9144000" cy="451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19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2DDE-370A-B50A-8DED-91F1A4111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D0594-C698-D866-70DD-75593871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8"/>
            <a:ext cx="9144000" cy="463968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 T02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85CBED-CF05-F8AE-5F01-C24D2B3C8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868"/>
            <a:ext cx="9144000" cy="376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858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97BAD-A26F-2F62-4849-1CCCA1298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8"/>
            <a:ext cx="9144000" cy="463968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 T01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175A79-A178-0454-0072-ECC30B87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783"/>
            <a:ext cx="9144000" cy="403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8767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5" ma:contentTypeDescription="Create a new document." ma:contentTypeScope="" ma:versionID="fad36eebef4f84df4a45514b7e4630e8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505b0edaeb28467f2ddb0f2c2f553b17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162417-D525-4BB1-9667-5B16FD4D9C4E}">
  <ds:schemaRefs>
    <ds:schemaRef ds:uri="1401b2ec-7936-4f98-86ff-5ef737f58b9c"/>
    <ds:schemaRef ds:uri="c4b5fce3-9bbc-4429-8073-3ae7a9bcc6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0BF921B-5040-4D54-A3E7-8C229FB42018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  <ds:schemaRef ds:uri="c4b5fce3-9bbc-4429-8073-3ae7a9bcc677"/>
    <ds:schemaRef ds:uri="http://schemas.microsoft.com/office/2006/documentManagement/types"/>
    <ds:schemaRef ds:uri="http://purl.org/dc/terms/"/>
    <ds:schemaRef ds:uri="http://schemas.microsoft.com/office/infopath/2007/PartnerControls"/>
    <ds:schemaRef ds:uri="1401b2ec-7936-4f98-86ff-5ef737f58b9c"/>
  </ds:schemaRefs>
</ds:datastoreItem>
</file>

<file path=customXml/itemProps3.xml><?xml version="1.0" encoding="utf-8"?>
<ds:datastoreItem xmlns:ds="http://schemas.openxmlformats.org/officeDocument/2006/customXml" ds:itemID="{681F54AB-F4DD-4A82-8DE1-173467F509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6343</TotalTime>
  <Words>643</Words>
  <Application>Microsoft Office PowerPoint</Application>
  <PresentationFormat>On-screen Show (16:9)</PresentationFormat>
  <Paragraphs>166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 Display</vt:lpstr>
      <vt:lpstr>Arial</vt:lpstr>
      <vt:lpstr>Muli</vt:lpstr>
      <vt:lpstr>Times New Roman</vt:lpstr>
      <vt:lpstr>Simple Light</vt:lpstr>
      <vt:lpstr>PowerPoint Presentation</vt:lpstr>
      <vt:lpstr>3.1. KẾT QUẢ HOẠT ĐỘNG KINH DOANH – LÃI LỖ THÁNG 04 – DTR</vt:lpstr>
      <vt:lpstr>3.1. KẾT QUẢ HOẠT ĐỘNG KINH DOANH – GIÁ BÁN EXW rPET</vt:lpstr>
      <vt:lpstr>PowerPoint Presentation</vt:lpstr>
      <vt:lpstr>PowerPoint Presentation</vt:lpstr>
      <vt:lpstr>3.2. CHI PHÍ – TỔNG CHI PHÍ TRONG THÁNG 04 (triệu đồng)</vt:lpstr>
      <vt:lpstr>3.2. CHI PHÍ – CHI PHÍ TRÊN TẤN (triệu đồng/tấn)</vt:lpstr>
      <vt:lpstr>3.2. CHI PHÍ – TỶ TRỌNG CHI PHÍ TRÊN TẤN</vt:lpstr>
      <vt:lpstr>PowerPoint Presentation</vt:lpstr>
      <vt:lpstr>3.1. KẾT QUẢ HOẠT ĐỘNG KINH DOANH – CÁC GIẢ ĐỊNH DỰ BÁO</vt:lpstr>
      <vt:lpstr>3.1. KẾT QUẢ HOẠT ĐỘNG KINH DOANH – DỰ BÁO</vt:lpstr>
      <vt:lpstr>3.1. KẾT QUẢ HOẠT ĐỘNG KINH DOANH – LÃI LỖ DỰ BÁO 2026 – DTR</vt:lpstr>
      <vt:lpstr>3.1. KẾT QUẢ HOẠT ĐỘNG KINH DOANH – DOANH THU</vt:lpstr>
      <vt:lpstr>3.1. KẾT QUẢ HOẠT ĐỘNG KINH DOANH – GIẢI TRÌNH LỢI NHUẬN SAU THUẾ</vt:lpstr>
      <vt:lpstr>PowerPoint Presentation</vt:lpstr>
      <vt:lpstr>GIÁ BÁN EXW HẠT rPET SO VỚI GIÁ CHAI B0</vt:lpstr>
      <vt:lpstr>3.1. KẾT QUẢ HOẠT ĐỘNG KINH DOANH – KHÁCH HÀNG-SẢN PHẨM LỖ T04</vt:lpstr>
      <vt:lpstr>3.1. KẾT QUẢ HOẠT ĐỘNG KINH DOANH – KHÁCH HÀNG-SẢN PHẨM LỖ T03</vt:lpstr>
      <vt:lpstr>3.1. KẾT QUẢ HOẠT ĐỘNG KINH DOANH – KHÁCH HÀNG-SẢN PHẨM LỖ T02</vt:lpstr>
      <vt:lpstr>3.1. KẾT QUẢ HOẠT ĐỘNG KINH DOANH – KHÁCH HÀNG-SẢN PHẨM LỖ T01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Cư, Lê Hoành</cp:lastModifiedBy>
  <cp:revision>22</cp:revision>
  <dcterms:modified xsi:type="dcterms:W3CDTF">2026-05-13T03:02:24Z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