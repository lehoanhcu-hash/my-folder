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0" r:id="rId2"/>
    <p:sldId id="283" r:id="rId3"/>
    <p:sldId id="262" r:id="rId4"/>
    <p:sldId id="261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7" r:id="rId14"/>
    <p:sldId id="273" r:id="rId15"/>
    <p:sldId id="274" r:id="rId16"/>
    <p:sldId id="275" r:id="rId17"/>
    <p:sldId id="279" r:id="rId18"/>
    <p:sldId id="281" r:id="rId19"/>
    <p:sldId id="260" r:id="rId20"/>
    <p:sldId id="282" r:id="rId21"/>
    <p:sldId id="256" r:id="rId22"/>
    <p:sldId id="259" r:id="rId23"/>
    <p:sldId id="258" r:id="rId24"/>
    <p:sldId id="257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7B893B7-230B-4697-A0E3-65CBCCFF09B7}" v="1" dt="2026-03-30T10:17:42.3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59" d="100"/>
          <a:sy n="59" d="100"/>
        </p:scale>
        <p:origin x="56" y="3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ư, Lê Hoành" userId="8040f1d9-fc08-4340-919f-e31835b09669" providerId="ADAL" clId="{E6925CE3-7288-459F-A61A-926B9B87E3D0}"/>
    <pc:docChg chg="custSel addSld delSld modSld sldOrd">
      <pc:chgData name="Cư, Lê Hoành" userId="8040f1d9-fc08-4340-919f-e31835b09669" providerId="ADAL" clId="{E6925CE3-7288-459F-A61A-926B9B87E3D0}" dt="2026-03-30T10:17:45.428" v="428" actId="20577"/>
      <pc:docMkLst>
        <pc:docMk/>
      </pc:docMkLst>
      <pc:sldChg chg="addSp delSp modSp mod">
        <pc:chgData name="Cư, Lê Hoành" userId="8040f1d9-fc08-4340-919f-e31835b09669" providerId="ADAL" clId="{E6925CE3-7288-459F-A61A-926B9B87E3D0}" dt="2026-03-28T07:49:53.309" v="280"/>
        <pc:sldMkLst>
          <pc:docMk/>
          <pc:sldMk cId="1332158012" sldId="256"/>
        </pc:sldMkLst>
        <pc:picChg chg="add">
          <ac:chgData name="Cư, Lê Hoành" userId="8040f1d9-fc08-4340-919f-e31835b09669" providerId="ADAL" clId="{E6925CE3-7288-459F-A61A-926B9B87E3D0}" dt="2026-03-28T07:49:53.309" v="280"/>
          <ac:picMkLst>
            <pc:docMk/>
            <pc:sldMk cId="1332158012" sldId="256"/>
            <ac:picMk id="4" creationId="{D997416D-5805-1721-D254-0D4B7288CFA5}"/>
          </ac:picMkLst>
        </pc:picChg>
      </pc:sldChg>
      <pc:sldChg chg="addSp delSp modSp new mod">
        <pc:chgData name="Cư, Lê Hoành" userId="8040f1d9-fc08-4340-919f-e31835b09669" providerId="ADAL" clId="{E6925CE3-7288-459F-A61A-926B9B87E3D0}" dt="2026-03-28T07:50:02.190" v="282" actId="478"/>
        <pc:sldMkLst>
          <pc:docMk/>
          <pc:sldMk cId="2484949261" sldId="257"/>
        </pc:sldMkLst>
      </pc:sldChg>
      <pc:sldChg chg="addSp delSp modSp add mod">
        <pc:chgData name="Cư, Lê Hoành" userId="8040f1d9-fc08-4340-919f-e31835b09669" providerId="ADAL" clId="{E6925CE3-7288-459F-A61A-926B9B87E3D0}" dt="2026-03-28T07:52:57.132" v="334" actId="1076"/>
        <pc:sldMkLst>
          <pc:docMk/>
          <pc:sldMk cId="3381526983" sldId="258"/>
        </pc:sldMkLst>
        <pc:spChg chg="mod">
          <ac:chgData name="Cư, Lê Hoành" userId="8040f1d9-fc08-4340-919f-e31835b09669" providerId="ADAL" clId="{E6925CE3-7288-459F-A61A-926B9B87E3D0}" dt="2026-03-28T07:52:53.948" v="333" actId="1076"/>
          <ac:spMkLst>
            <pc:docMk/>
            <pc:sldMk cId="3381526983" sldId="258"/>
            <ac:spMk id="2" creationId="{0912553F-C469-1FAC-9CBE-5842075A4736}"/>
          </ac:spMkLst>
        </pc:spChg>
        <pc:spChg chg="mod">
          <ac:chgData name="Cư, Lê Hoành" userId="8040f1d9-fc08-4340-919f-e31835b09669" providerId="ADAL" clId="{E6925CE3-7288-459F-A61A-926B9B87E3D0}" dt="2026-03-28T07:52:57.132" v="334" actId="1076"/>
          <ac:spMkLst>
            <pc:docMk/>
            <pc:sldMk cId="3381526983" sldId="258"/>
            <ac:spMk id="3" creationId="{9647A018-D762-4857-83E3-E73DA229C369}"/>
          </ac:spMkLst>
        </pc:spChg>
      </pc:sldChg>
      <pc:sldChg chg="modSp new mod ord">
        <pc:chgData name="Cư, Lê Hoành" userId="8040f1d9-fc08-4340-919f-e31835b09669" providerId="ADAL" clId="{E6925CE3-7288-459F-A61A-926B9B87E3D0}" dt="2026-03-30T10:17:45.428" v="428" actId="20577"/>
        <pc:sldMkLst>
          <pc:docMk/>
          <pc:sldMk cId="1791855611" sldId="259"/>
        </pc:sldMkLst>
        <pc:spChg chg="mod">
          <ac:chgData name="Cư, Lê Hoành" userId="8040f1d9-fc08-4340-919f-e31835b09669" providerId="ADAL" clId="{E6925CE3-7288-459F-A61A-926B9B87E3D0}" dt="2026-03-30T10:17:45.428" v="428" actId="20577"/>
          <ac:spMkLst>
            <pc:docMk/>
            <pc:sldMk cId="1791855611" sldId="259"/>
            <ac:spMk id="2" creationId="{A43A5F6F-4497-B233-765C-D87E0A5B044C}"/>
          </ac:spMkLst>
        </pc:spChg>
        <pc:spChg chg="mod">
          <ac:chgData name="Cư, Lê Hoành" userId="8040f1d9-fc08-4340-919f-e31835b09669" providerId="ADAL" clId="{E6925CE3-7288-459F-A61A-926B9B87E3D0}" dt="2026-03-30T10:17:42.369" v="426"/>
          <ac:spMkLst>
            <pc:docMk/>
            <pc:sldMk cId="1791855611" sldId="259"/>
            <ac:spMk id="3" creationId="{0650BF74-7DFE-EB46-C548-3EDBA46DCEF4}"/>
          </ac:spMkLst>
        </pc:spChg>
      </pc:sldChg>
      <pc:sldChg chg="new ord">
        <pc:chgData name="Cư, Lê Hoành" userId="8040f1d9-fc08-4340-919f-e31835b09669" providerId="ADAL" clId="{E6925CE3-7288-459F-A61A-926B9B87E3D0}" dt="2026-03-27T15:41:59.694" v="74"/>
        <pc:sldMkLst>
          <pc:docMk/>
          <pc:sldMk cId="3785141165" sldId="260"/>
        </pc:sldMkLst>
      </pc:sldChg>
      <pc:sldChg chg="addSp delSp modSp new mod ord">
        <pc:chgData name="Cư, Lê Hoành" userId="8040f1d9-fc08-4340-919f-e31835b09669" providerId="ADAL" clId="{E6925CE3-7288-459F-A61A-926B9B87E3D0}" dt="2026-03-28T08:03:47.543" v="374" actId="14100"/>
        <pc:sldMkLst>
          <pc:docMk/>
          <pc:sldMk cId="2595667436" sldId="261"/>
        </pc:sldMkLst>
        <pc:picChg chg="add mod">
          <ac:chgData name="Cư, Lê Hoành" userId="8040f1d9-fc08-4340-919f-e31835b09669" providerId="ADAL" clId="{E6925CE3-7288-459F-A61A-926B9B87E3D0}" dt="2026-03-28T08:03:47.543" v="374" actId="14100"/>
          <ac:picMkLst>
            <pc:docMk/>
            <pc:sldMk cId="2595667436" sldId="261"/>
            <ac:picMk id="6" creationId="{FFDBFF32-4369-9A25-517D-45D3A72F48C4}"/>
          </ac:picMkLst>
        </pc:picChg>
      </pc:sldChg>
      <pc:sldChg chg="addSp delSp modSp new mod ord">
        <pc:chgData name="Cư, Lê Hoành" userId="8040f1d9-fc08-4340-919f-e31835b09669" providerId="ADAL" clId="{E6925CE3-7288-459F-A61A-926B9B87E3D0}" dt="2026-03-28T08:03:13.209" v="371" actId="14100"/>
        <pc:sldMkLst>
          <pc:docMk/>
          <pc:sldMk cId="2178069107" sldId="262"/>
        </pc:sldMkLst>
        <pc:spChg chg="mod">
          <ac:chgData name="Cư, Lê Hoành" userId="8040f1d9-fc08-4340-919f-e31835b09669" providerId="ADAL" clId="{E6925CE3-7288-459F-A61A-926B9B87E3D0}" dt="2026-03-28T08:01:27.463" v="362" actId="20577"/>
          <ac:spMkLst>
            <pc:docMk/>
            <pc:sldMk cId="2178069107" sldId="262"/>
            <ac:spMk id="2" creationId="{14B04E07-D642-EE17-9839-529FF5FB4C3B}"/>
          </ac:spMkLst>
        </pc:spChg>
        <pc:spChg chg="mod">
          <ac:chgData name="Cư, Lê Hoành" userId="8040f1d9-fc08-4340-919f-e31835b09669" providerId="ADAL" clId="{E6925CE3-7288-459F-A61A-926B9B87E3D0}" dt="2026-03-27T15:46:17.485" v="151" actId="14100"/>
          <ac:spMkLst>
            <pc:docMk/>
            <pc:sldMk cId="2178069107" sldId="262"/>
            <ac:spMk id="3" creationId="{ECE45F08-3A2E-B8DA-2EEF-CF9D005A8EAF}"/>
          </ac:spMkLst>
        </pc:spChg>
        <pc:picChg chg="add mod">
          <ac:chgData name="Cư, Lê Hoành" userId="8040f1d9-fc08-4340-919f-e31835b09669" providerId="ADAL" clId="{E6925CE3-7288-459F-A61A-926B9B87E3D0}" dt="2026-03-28T08:03:13.209" v="371" actId="14100"/>
          <ac:picMkLst>
            <pc:docMk/>
            <pc:sldMk cId="2178069107" sldId="262"/>
            <ac:picMk id="6" creationId="{673FF0D0-92C0-6547-5450-63BC665D055A}"/>
          </ac:picMkLst>
        </pc:picChg>
      </pc:sldChg>
      <pc:sldChg chg="addSp delSp modSp add mod">
        <pc:chgData name="Cư, Lê Hoành" userId="8040f1d9-fc08-4340-919f-e31835b09669" providerId="ADAL" clId="{E6925CE3-7288-459F-A61A-926B9B87E3D0}" dt="2026-03-28T08:04:20.635" v="377" actId="14100"/>
        <pc:sldMkLst>
          <pc:docMk/>
          <pc:sldMk cId="937292570" sldId="263"/>
        </pc:sldMkLst>
        <pc:picChg chg="add mod">
          <ac:chgData name="Cư, Lê Hoành" userId="8040f1d9-fc08-4340-919f-e31835b09669" providerId="ADAL" clId="{E6925CE3-7288-459F-A61A-926B9B87E3D0}" dt="2026-03-28T08:04:20.635" v="377" actId="14100"/>
          <ac:picMkLst>
            <pc:docMk/>
            <pc:sldMk cId="937292570" sldId="263"/>
            <ac:picMk id="6" creationId="{1E798951-E2ED-E90C-8EE4-92092C726DAC}"/>
          </ac:picMkLst>
        </pc:picChg>
      </pc:sldChg>
      <pc:sldChg chg="addSp delSp modSp add mod">
        <pc:chgData name="Cư, Lê Hoành" userId="8040f1d9-fc08-4340-919f-e31835b09669" providerId="ADAL" clId="{E6925CE3-7288-459F-A61A-926B9B87E3D0}" dt="2026-03-28T08:04:51.581" v="380" actId="14100"/>
        <pc:sldMkLst>
          <pc:docMk/>
          <pc:sldMk cId="705115844" sldId="264"/>
        </pc:sldMkLst>
        <pc:picChg chg="add mod">
          <ac:chgData name="Cư, Lê Hoành" userId="8040f1d9-fc08-4340-919f-e31835b09669" providerId="ADAL" clId="{E6925CE3-7288-459F-A61A-926B9B87E3D0}" dt="2026-03-28T08:04:51.581" v="380" actId="14100"/>
          <ac:picMkLst>
            <pc:docMk/>
            <pc:sldMk cId="705115844" sldId="264"/>
            <ac:picMk id="6" creationId="{F7EA3095-A0CB-A751-EFC8-67250135541B}"/>
          </ac:picMkLst>
        </pc:picChg>
      </pc:sldChg>
      <pc:sldChg chg="addSp delSp modSp add mod">
        <pc:chgData name="Cư, Lê Hoành" userId="8040f1d9-fc08-4340-919f-e31835b09669" providerId="ADAL" clId="{E6925CE3-7288-459F-A61A-926B9B87E3D0}" dt="2026-03-28T08:05:56.878" v="383" actId="14100"/>
        <pc:sldMkLst>
          <pc:docMk/>
          <pc:sldMk cId="2763597222" sldId="265"/>
        </pc:sldMkLst>
        <pc:picChg chg="add mod">
          <ac:chgData name="Cư, Lê Hoành" userId="8040f1d9-fc08-4340-919f-e31835b09669" providerId="ADAL" clId="{E6925CE3-7288-459F-A61A-926B9B87E3D0}" dt="2026-03-28T08:05:56.878" v="383" actId="14100"/>
          <ac:picMkLst>
            <pc:docMk/>
            <pc:sldMk cId="2763597222" sldId="265"/>
            <ac:picMk id="6" creationId="{0010102C-4DD9-28AA-A198-99C3EBBB75D4}"/>
          </ac:picMkLst>
        </pc:picChg>
      </pc:sldChg>
      <pc:sldChg chg="addSp delSp modSp add mod">
        <pc:chgData name="Cư, Lê Hoành" userId="8040f1d9-fc08-4340-919f-e31835b09669" providerId="ADAL" clId="{E6925CE3-7288-459F-A61A-926B9B87E3D0}" dt="2026-03-28T08:06:30.001" v="386" actId="14100"/>
        <pc:sldMkLst>
          <pc:docMk/>
          <pc:sldMk cId="1091253433" sldId="266"/>
        </pc:sldMkLst>
        <pc:picChg chg="add mod">
          <ac:chgData name="Cư, Lê Hoành" userId="8040f1d9-fc08-4340-919f-e31835b09669" providerId="ADAL" clId="{E6925CE3-7288-459F-A61A-926B9B87E3D0}" dt="2026-03-28T08:06:30.001" v="386" actId="14100"/>
          <ac:picMkLst>
            <pc:docMk/>
            <pc:sldMk cId="1091253433" sldId="266"/>
            <ac:picMk id="6" creationId="{4AA92B7A-2147-9ACD-C354-9CB1BB9B0258}"/>
          </ac:picMkLst>
        </pc:picChg>
      </pc:sldChg>
      <pc:sldChg chg="addSp delSp modSp add mod">
        <pc:chgData name="Cư, Lê Hoành" userId="8040f1d9-fc08-4340-919f-e31835b09669" providerId="ADAL" clId="{E6925CE3-7288-459F-A61A-926B9B87E3D0}" dt="2026-03-28T08:08:30.772" v="389" actId="14100"/>
        <pc:sldMkLst>
          <pc:docMk/>
          <pc:sldMk cId="440011101" sldId="267"/>
        </pc:sldMkLst>
        <pc:picChg chg="add mod">
          <ac:chgData name="Cư, Lê Hoành" userId="8040f1d9-fc08-4340-919f-e31835b09669" providerId="ADAL" clId="{E6925CE3-7288-459F-A61A-926B9B87E3D0}" dt="2026-03-28T08:08:30.772" v="389" actId="14100"/>
          <ac:picMkLst>
            <pc:docMk/>
            <pc:sldMk cId="440011101" sldId="267"/>
            <ac:picMk id="6" creationId="{A57832DC-12CB-566A-1275-AA0C91AA4293}"/>
          </ac:picMkLst>
        </pc:picChg>
      </pc:sldChg>
      <pc:sldChg chg="addSp delSp modSp add mod">
        <pc:chgData name="Cư, Lê Hoành" userId="8040f1d9-fc08-4340-919f-e31835b09669" providerId="ADAL" clId="{E6925CE3-7288-459F-A61A-926B9B87E3D0}" dt="2026-03-28T08:09:04.069" v="392" actId="14100"/>
        <pc:sldMkLst>
          <pc:docMk/>
          <pc:sldMk cId="2836577462" sldId="268"/>
        </pc:sldMkLst>
        <pc:picChg chg="add mod">
          <ac:chgData name="Cư, Lê Hoành" userId="8040f1d9-fc08-4340-919f-e31835b09669" providerId="ADAL" clId="{E6925CE3-7288-459F-A61A-926B9B87E3D0}" dt="2026-03-28T08:09:04.069" v="392" actId="14100"/>
          <ac:picMkLst>
            <pc:docMk/>
            <pc:sldMk cId="2836577462" sldId="268"/>
            <ac:picMk id="6" creationId="{D98B9D6E-B1BC-660F-CE56-0E9883404096}"/>
          </ac:picMkLst>
        </pc:picChg>
      </pc:sldChg>
      <pc:sldChg chg="addSp delSp modSp add mod">
        <pc:chgData name="Cư, Lê Hoành" userId="8040f1d9-fc08-4340-919f-e31835b09669" providerId="ADAL" clId="{E6925CE3-7288-459F-A61A-926B9B87E3D0}" dt="2026-03-28T08:09:32.235" v="395" actId="14100"/>
        <pc:sldMkLst>
          <pc:docMk/>
          <pc:sldMk cId="4259700254" sldId="269"/>
        </pc:sldMkLst>
        <pc:picChg chg="add mod">
          <ac:chgData name="Cư, Lê Hoành" userId="8040f1d9-fc08-4340-919f-e31835b09669" providerId="ADAL" clId="{E6925CE3-7288-459F-A61A-926B9B87E3D0}" dt="2026-03-28T08:09:32.235" v="395" actId="14100"/>
          <ac:picMkLst>
            <pc:docMk/>
            <pc:sldMk cId="4259700254" sldId="269"/>
            <ac:picMk id="5" creationId="{A3A1AC8A-7C3C-851B-DB02-28EECF9E85C1}"/>
          </ac:picMkLst>
        </pc:picChg>
      </pc:sldChg>
      <pc:sldChg chg="addSp delSp modSp add mod">
        <pc:chgData name="Cư, Lê Hoành" userId="8040f1d9-fc08-4340-919f-e31835b09669" providerId="ADAL" clId="{E6925CE3-7288-459F-A61A-926B9B87E3D0}" dt="2026-03-28T08:09:59.721" v="398" actId="14100"/>
        <pc:sldMkLst>
          <pc:docMk/>
          <pc:sldMk cId="4151121620" sldId="270"/>
        </pc:sldMkLst>
        <pc:picChg chg="add mod">
          <ac:chgData name="Cư, Lê Hoành" userId="8040f1d9-fc08-4340-919f-e31835b09669" providerId="ADAL" clId="{E6925CE3-7288-459F-A61A-926B9B87E3D0}" dt="2026-03-28T08:09:59.721" v="398" actId="14100"/>
          <ac:picMkLst>
            <pc:docMk/>
            <pc:sldMk cId="4151121620" sldId="270"/>
            <ac:picMk id="6" creationId="{FAFB877B-C417-EC6F-6540-3D6E1C7BFC27}"/>
          </ac:picMkLst>
        </pc:picChg>
      </pc:sldChg>
      <pc:sldChg chg="addSp delSp modSp add mod">
        <pc:chgData name="Cư, Lê Hoành" userId="8040f1d9-fc08-4340-919f-e31835b09669" providerId="ADAL" clId="{E6925CE3-7288-459F-A61A-926B9B87E3D0}" dt="2026-03-28T08:16:25.364" v="423" actId="14100"/>
        <pc:sldMkLst>
          <pc:docMk/>
          <pc:sldMk cId="3954720226" sldId="271"/>
        </pc:sldMkLst>
        <pc:picChg chg="add mod">
          <ac:chgData name="Cư, Lê Hoành" userId="8040f1d9-fc08-4340-919f-e31835b09669" providerId="ADAL" clId="{E6925CE3-7288-459F-A61A-926B9B87E3D0}" dt="2026-03-28T08:16:25.364" v="423" actId="14100"/>
          <ac:picMkLst>
            <pc:docMk/>
            <pc:sldMk cId="3954720226" sldId="271"/>
            <ac:picMk id="8" creationId="{9BE57B98-C792-EA51-6104-4A5CC1F0238B}"/>
          </ac:picMkLst>
        </pc:picChg>
      </pc:sldChg>
      <pc:sldChg chg="addSp delSp modSp add mod ord">
        <pc:chgData name="Cư, Lê Hoành" userId="8040f1d9-fc08-4340-919f-e31835b09669" providerId="ADAL" clId="{E6925CE3-7288-459F-A61A-926B9B87E3D0}" dt="2026-03-28T08:11:40.125" v="407" actId="14100"/>
        <pc:sldMkLst>
          <pc:docMk/>
          <pc:sldMk cId="1982465295" sldId="272"/>
        </pc:sldMkLst>
        <pc:picChg chg="add mod">
          <ac:chgData name="Cư, Lê Hoành" userId="8040f1d9-fc08-4340-919f-e31835b09669" providerId="ADAL" clId="{E6925CE3-7288-459F-A61A-926B9B87E3D0}" dt="2026-03-28T08:11:40.125" v="407" actId="14100"/>
          <ac:picMkLst>
            <pc:docMk/>
            <pc:sldMk cId="1982465295" sldId="272"/>
            <ac:picMk id="6" creationId="{1613F39D-1345-DCE3-EDA7-D15EDC0D697F}"/>
          </ac:picMkLst>
        </pc:picChg>
      </pc:sldChg>
      <pc:sldChg chg="addSp delSp add mod">
        <pc:chgData name="Cư, Lê Hoành" userId="8040f1d9-fc08-4340-919f-e31835b09669" providerId="ADAL" clId="{E6925CE3-7288-459F-A61A-926B9B87E3D0}" dt="2026-03-28T08:00:23.150" v="339" actId="478"/>
        <pc:sldMkLst>
          <pc:docMk/>
          <pc:sldMk cId="2072348857" sldId="273"/>
        </pc:sldMkLst>
      </pc:sldChg>
      <pc:sldChg chg="addSp delSp add mod">
        <pc:chgData name="Cư, Lê Hoành" userId="8040f1d9-fc08-4340-919f-e31835b09669" providerId="ADAL" clId="{E6925CE3-7288-459F-A61A-926B9B87E3D0}" dt="2026-03-28T08:00:20.102" v="338" actId="478"/>
        <pc:sldMkLst>
          <pc:docMk/>
          <pc:sldMk cId="2095534593" sldId="274"/>
        </pc:sldMkLst>
      </pc:sldChg>
      <pc:sldChg chg="addSp delSp modSp add mod">
        <pc:chgData name="Cư, Lê Hoành" userId="8040f1d9-fc08-4340-919f-e31835b09669" providerId="ADAL" clId="{E6925CE3-7288-459F-A61A-926B9B87E3D0}" dt="2026-03-28T08:00:17.511" v="337" actId="478"/>
        <pc:sldMkLst>
          <pc:docMk/>
          <pc:sldMk cId="3743665373" sldId="275"/>
        </pc:sldMkLst>
      </pc:sldChg>
      <pc:sldChg chg="addSp delSp modSp add mod">
        <pc:chgData name="Cư, Lê Hoành" userId="8040f1d9-fc08-4340-919f-e31835b09669" providerId="ADAL" clId="{E6925CE3-7288-459F-A61A-926B9B87E3D0}" dt="2026-03-28T08:10:30.764" v="401" actId="14100"/>
        <pc:sldMkLst>
          <pc:docMk/>
          <pc:sldMk cId="2342016393" sldId="277"/>
        </pc:sldMkLst>
        <pc:picChg chg="add mod">
          <ac:chgData name="Cư, Lê Hoành" userId="8040f1d9-fc08-4340-919f-e31835b09669" providerId="ADAL" clId="{E6925CE3-7288-459F-A61A-926B9B87E3D0}" dt="2026-03-28T08:10:30.764" v="401" actId="14100"/>
          <ac:picMkLst>
            <pc:docMk/>
            <pc:sldMk cId="2342016393" sldId="277"/>
            <ac:picMk id="6" creationId="{C0B77BF2-B37B-0307-E73E-2FF3F734ABFF}"/>
          </ac:picMkLst>
        </pc:picChg>
      </pc:sldChg>
      <pc:sldChg chg="addSp delSp modSp add mod">
        <pc:chgData name="Cư, Lê Hoành" userId="8040f1d9-fc08-4340-919f-e31835b09669" providerId="ADAL" clId="{E6925CE3-7288-459F-A61A-926B9B87E3D0}" dt="2026-03-28T08:11:07.271" v="404" actId="14100"/>
        <pc:sldMkLst>
          <pc:docMk/>
          <pc:sldMk cId="988387336" sldId="278"/>
        </pc:sldMkLst>
        <pc:picChg chg="add mod">
          <ac:chgData name="Cư, Lê Hoành" userId="8040f1d9-fc08-4340-919f-e31835b09669" providerId="ADAL" clId="{E6925CE3-7288-459F-A61A-926B9B87E3D0}" dt="2026-03-28T08:11:07.271" v="404" actId="14100"/>
          <ac:picMkLst>
            <pc:docMk/>
            <pc:sldMk cId="988387336" sldId="278"/>
            <ac:picMk id="6" creationId="{9A5373E8-4488-DF98-688B-082AD62B56F9}"/>
          </ac:picMkLst>
        </pc:picChg>
      </pc:sldChg>
      <pc:sldChg chg="addSp delSp modSp add mod">
        <pc:chgData name="Cư, Lê Hoành" userId="8040f1d9-fc08-4340-919f-e31835b09669" providerId="ADAL" clId="{E6925CE3-7288-459F-A61A-926B9B87E3D0}" dt="2026-03-28T08:00:11.604" v="335" actId="478"/>
        <pc:sldMkLst>
          <pc:docMk/>
          <pc:sldMk cId="3014262360" sldId="279"/>
        </pc:sldMkLst>
      </pc:sldChg>
      <pc:sldChg chg="addSp modSp add mod ord">
        <pc:chgData name="Cư, Lê Hoành" userId="8040f1d9-fc08-4340-919f-e31835b09669" providerId="ADAL" clId="{E6925CE3-7288-459F-A61A-926B9B87E3D0}" dt="2026-03-28T08:13:09.477" v="411" actId="113"/>
        <pc:sldMkLst>
          <pc:docMk/>
          <pc:sldMk cId="1030800159" sldId="280"/>
        </pc:sldMkLst>
        <pc:spChg chg="mod">
          <ac:chgData name="Cư, Lê Hoành" userId="8040f1d9-fc08-4340-919f-e31835b09669" providerId="ADAL" clId="{E6925CE3-7288-459F-A61A-926B9B87E3D0}" dt="2026-03-28T08:13:09.477" v="411" actId="113"/>
          <ac:spMkLst>
            <pc:docMk/>
            <pc:sldMk cId="1030800159" sldId="280"/>
            <ac:spMk id="2" creationId="{F07C064B-A81E-7204-C4B4-089C76B5891C}"/>
          </ac:spMkLst>
        </pc:spChg>
        <pc:spChg chg="mod">
          <ac:chgData name="Cư, Lê Hoành" userId="8040f1d9-fc08-4340-919f-e31835b09669" providerId="ADAL" clId="{E6925CE3-7288-459F-A61A-926B9B87E3D0}" dt="2026-03-28T07:49:23.146" v="277" actId="20577"/>
          <ac:spMkLst>
            <pc:docMk/>
            <pc:sldMk cId="1030800159" sldId="280"/>
            <ac:spMk id="3" creationId="{C0DF52DA-0B66-9314-1B6B-09FD0C9221E0}"/>
          </ac:spMkLst>
        </pc:spChg>
        <pc:picChg chg="add">
          <ac:chgData name="Cư, Lê Hoành" userId="8040f1d9-fc08-4340-919f-e31835b09669" providerId="ADAL" clId="{E6925CE3-7288-459F-A61A-926B9B87E3D0}" dt="2026-03-28T08:01:50.186" v="363" actId="22"/>
          <ac:picMkLst>
            <pc:docMk/>
            <pc:sldMk cId="1030800159" sldId="280"/>
            <ac:picMk id="5" creationId="{300586D9-0AE9-667B-44CF-267431223250}"/>
          </ac:picMkLst>
        </pc:picChg>
      </pc:sldChg>
      <pc:sldChg chg="add">
        <pc:chgData name="Cư, Lê Hoành" userId="8040f1d9-fc08-4340-919f-e31835b09669" providerId="ADAL" clId="{E6925CE3-7288-459F-A61A-926B9B87E3D0}" dt="2026-03-27T15:58:07.323" v="229"/>
        <pc:sldMkLst>
          <pc:docMk/>
          <pc:sldMk cId="3968124530" sldId="281"/>
        </pc:sldMkLst>
      </pc:sldChg>
      <pc:sldChg chg="modSp add mod ord">
        <pc:chgData name="Cư, Lê Hoành" userId="8040f1d9-fc08-4340-919f-e31835b09669" providerId="ADAL" clId="{E6925CE3-7288-459F-A61A-926B9B87E3D0}" dt="2026-03-30T10:17:15.794" v="425" actId="20577"/>
        <pc:sldMkLst>
          <pc:docMk/>
          <pc:sldMk cId="1208603177" sldId="282"/>
        </pc:sldMkLst>
        <pc:spChg chg="mod">
          <ac:chgData name="Cư, Lê Hoành" userId="8040f1d9-fc08-4340-919f-e31835b09669" providerId="ADAL" clId="{E6925CE3-7288-459F-A61A-926B9B87E3D0}" dt="2026-03-30T10:17:15.794" v="425" actId="20577"/>
          <ac:spMkLst>
            <pc:docMk/>
            <pc:sldMk cId="1208603177" sldId="282"/>
            <ac:spMk id="2" creationId="{207C68C0-F2EF-AD96-646E-430316CC1FC1}"/>
          </ac:spMkLst>
        </pc:spChg>
        <pc:spChg chg="mod">
          <ac:chgData name="Cư, Lê Hoành" userId="8040f1d9-fc08-4340-919f-e31835b09669" providerId="ADAL" clId="{E6925CE3-7288-459F-A61A-926B9B87E3D0}" dt="2026-03-28T07:50:45.639" v="286"/>
          <ac:spMkLst>
            <pc:docMk/>
            <pc:sldMk cId="1208603177" sldId="282"/>
            <ac:spMk id="3" creationId="{5198B905-8C7A-4B5E-2654-32CA2C72D622}"/>
          </ac:spMkLst>
        </pc:spChg>
      </pc:sldChg>
      <pc:sldChg chg="addSp delSp modSp new mod ord">
        <pc:chgData name="Cư, Lê Hoành" userId="8040f1d9-fc08-4340-919f-e31835b09669" providerId="ADAL" clId="{E6925CE3-7288-459F-A61A-926B9B87E3D0}" dt="2026-03-28T08:02:37.622" v="367" actId="14100"/>
        <pc:sldMkLst>
          <pc:docMk/>
          <pc:sldMk cId="3961396343" sldId="283"/>
        </pc:sldMkLst>
        <pc:picChg chg="add mod">
          <ac:chgData name="Cư, Lê Hoành" userId="8040f1d9-fc08-4340-919f-e31835b09669" providerId="ADAL" clId="{E6925CE3-7288-459F-A61A-926B9B87E3D0}" dt="2026-03-28T08:02:37.622" v="367" actId="14100"/>
          <ac:picMkLst>
            <pc:docMk/>
            <pc:sldMk cId="3961396343" sldId="283"/>
            <ac:picMk id="7" creationId="{BD319829-779D-9D98-2FC1-8FC81627AF5C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EDE25-CF42-C4C7-1746-F9F3EA9C6C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3E1E88-4AF6-CD11-2C32-62B625CC1D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CD21E8-8833-CAF6-F888-EA0844228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AC49-766B-4D84-BB87-4926D29761B2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3DD343-48C6-C085-F384-102B815DB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46F0D8-C01C-5A0D-5EB0-354C21B0F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544DE-6697-4C49-B785-5E27AE614D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7835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5822B-8533-18EB-0A25-E35339526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43D007-E1F5-D81F-4252-5F260FE4E3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5420D6-37E2-2DFC-D6EF-BB09BE522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AC49-766B-4D84-BB87-4926D29761B2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8ACFBB-11C7-7D1D-0406-2FDFF447B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7BBD56-9AD8-9B24-73FD-CCE634CC7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544DE-6697-4C49-B785-5E27AE614D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3475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7E621-6F87-6435-86D0-4D7601F72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D44087-674C-CDBA-9C44-08DF489FCE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6FCAAC-3D07-C33F-4335-352FAE9EF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AC49-766B-4D84-BB87-4926D29761B2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2A446B-E8D3-AB1A-3857-9B676680E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363FA5-518B-60E2-C7D4-1ADD56A19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544DE-6697-4C49-B785-5E27AE614D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057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9FD04-87AD-06F1-0B05-0B0C56675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915C0C-4DD2-B4C9-3248-1FC23B0813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6B4E9A-9740-06A6-CEFE-040C5D4ED1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FFA50E-9ECD-A31B-9A48-3DE3DA1AC9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AC49-766B-4D84-BB87-4926D29761B2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9148CF-4D2C-EBCF-7700-441B23F52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30CB47-9EC5-E0F5-590B-BC343C7FC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544DE-6697-4C49-B785-5E27AE614D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7153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C3B24-B20A-6DE6-1129-7F22259FE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0EAA36-EE6B-2F1B-FAD2-A1BC5D5C4B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7C54FE-8100-B266-4295-2C1F0E04C3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4DD169-8852-C47E-279D-7C29DB242E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47C493-281E-3F8C-B0C0-AF3BCDE77B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F56C55-2D64-AC36-448F-BC21B8057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AC49-766B-4D84-BB87-4926D29761B2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A15C7E-62D0-8126-AB90-E1B7BC397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A4A3343-5637-E84E-127A-12A57130A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544DE-6697-4C49-B785-5E27AE614D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035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154CD-E83A-89F0-4452-852279BF4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0DED24-5416-525A-AE99-0BD2F98A8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AC49-766B-4D84-BB87-4926D29761B2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19B8A1-1D4D-3DD3-7E54-2F8E47F9B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85AEF3-B4DC-E8D7-745F-21D900AA7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544DE-6697-4C49-B785-5E27AE614D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2569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DFD3B7-52BF-75B5-00A6-D373434F0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AC49-766B-4D84-BB87-4926D29761B2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381816-E28D-AFB6-FA2D-7B2CC6602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8D9E59-A915-A4E6-5D5D-99C8055A0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544DE-6697-4C49-B785-5E27AE614D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1233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F1B1E-4DE4-0EE2-4F04-FE534309D7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8A246F-46EA-246C-6537-9CF66FE9AC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91284A-07E3-D879-F766-3D4153876D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AFD567-B26D-29EC-5FBE-F67476626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AC49-766B-4D84-BB87-4926D29761B2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E570A0-2294-FA66-9CF5-76BFA6B62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62AAF3-9D10-FE15-511C-9AF419DEF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544DE-6697-4C49-B785-5E27AE614D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8056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CFAFB-DDF5-1898-9FDD-E687A44F1D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A290B2-EB0B-0E87-D76E-55C5E90E5D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155E52-CC56-82F6-94EC-8EF80E82E4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F34F6C-B9BF-9700-C4DD-CBCA67BDC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AC49-766B-4D84-BB87-4926D29761B2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8F201F-5F20-D542-F496-D3179A2AE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A1D5AE-7C00-B090-8F23-102B7C36C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544DE-6697-4C49-B785-5E27AE614D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4548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DED88-6970-701B-E0B0-31569C3D5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3B616A-092E-7C7E-9FD5-B349555993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20068C-8452-BB58-95A7-54C8C1FEC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AC49-766B-4D84-BB87-4926D29761B2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C531BF-924A-B223-1BDF-7F760BDE85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2E6CA6-BA4D-FDDD-0681-0A6465D4A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544DE-6697-4C49-B785-5E27AE614D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246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D08D98-3F48-382B-E56E-85FCC19DDD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FC94FE-19A0-C63A-3B8C-244A1CDDCD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E5B6B5-29FD-E9BF-12BE-EA7A17946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AC49-766B-4D84-BB87-4926D29761B2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B6FC7B-E785-D829-3A38-6BEA6F846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B3FECC-3859-CDC6-11B9-F3750D957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544DE-6697-4C49-B785-5E27AE614D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671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3E5471-4BB6-E03B-9249-15885B06F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0B2BEF-CEA7-2DEF-B2BB-EDA5F9D912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D00C4B-802A-F433-1A03-0A9EA3DB23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C9AC49-766B-4D84-BB87-4926D29761B2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BCD1A6-1166-4C36-3954-6B10149AF6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D24CE4-2030-77DE-2374-889DEAAB8F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2544DE-6697-4C49-B785-5E27AE614D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655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dtr.gitiho.com/studying/power-bi-thuc-chien-truc-quan-hoa-phan-tich-du-lieu-de-ra-quyet-dinh-hieu-qua/5318" TargetMode="Externa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dtr.gitiho.com/studying/power-bi-thuc-chien-truc-quan-hoa-phan-tich-du-lieu-de-ra-quyet-dinh-hieu-qua/5512" TargetMode="Externa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s://dtr.gitiho.com/studying/power-bi-thuc-chien-truc-quan-hoa-phan-tich-du-lieu-de-ra-quyet-dinh-hieu-qua/96778" TargetMode="Externa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1C3DAF-2EE7-B948-6C9D-6669CDDDEB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C064B-A81E-7204-C4B4-089C76B589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4286" y="434386"/>
            <a:ext cx="11255828" cy="924151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61. </a:t>
            </a:r>
            <a:r>
              <a:rPr lang="en-US" b="1" dirty="0" err="1"/>
              <a:t>Tóm</a:t>
            </a:r>
            <a:r>
              <a:rPr lang="en-US" b="1" dirty="0"/>
              <a:t> </a:t>
            </a:r>
            <a:r>
              <a:rPr lang="en-US" b="1" dirty="0" err="1"/>
              <a:t>tắt</a:t>
            </a:r>
            <a:r>
              <a:rPr lang="en-US" b="1" dirty="0"/>
              <a:t> </a:t>
            </a:r>
            <a:r>
              <a:rPr lang="en-US" b="1" dirty="0" err="1"/>
              <a:t>một</a:t>
            </a:r>
            <a:r>
              <a:rPr lang="en-US" b="1" dirty="0"/>
              <a:t> </a:t>
            </a:r>
            <a:r>
              <a:rPr lang="en-US" b="1" dirty="0" err="1"/>
              <a:t>số</a:t>
            </a:r>
            <a:r>
              <a:rPr lang="en-US" b="1" dirty="0"/>
              <a:t> </a:t>
            </a:r>
            <a:r>
              <a:rPr lang="en-US" b="1" dirty="0" err="1"/>
              <a:t>kiến</a:t>
            </a:r>
            <a:r>
              <a:rPr lang="en-US" b="1" dirty="0"/>
              <a:t> </a:t>
            </a:r>
            <a:r>
              <a:rPr lang="en-US" b="1" dirty="0" err="1"/>
              <a:t>thức</a:t>
            </a:r>
            <a:r>
              <a:rPr lang="en-US" b="1" dirty="0"/>
              <a:t> </a:t>
            </a:r>
            <a:r>
              <a:rPr lang="en-US" b="1" dirty="0" err="1"/>
              <a:t>cơ</a:t>
            </a:r>
            <a:r>
              <a:rPr lang="en-US" b="1" dirty="0"/>
              <a:t> </a:t>
            </a:r>
            <a:r>
              <a:rPr lang="en-US" b="1" dirty="0" err="1"/>
              <a:t>bản</a:t>
            </a:r>
            <a:r>
              <a:rPr lang="en-US" b="1" dirty="0"/>
              <a:t>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DF52DA-0B66-9314-1B6B-09FD0C9221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10788" y="1773238"/>
            <a:ext cx="9144000" cy="1655762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B47AAFC-F815-3150-1177-0CA809F558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7212" y="1773238"/>
            <a:ext cx="8565615" cy="3265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08001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2B25F-65C1-D45E-0439-9BE3133BC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99B91E-CE83-E808-8ABA-3D43D4DFB1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523E0F-4C8E-7297-EAB1-E9222F57F7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6203" y="1644558"/>
            <a:ext cx="6699594" cy="3568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13963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04E07-D642-EE17-9839-529FF5FB4C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1819" y="188370"/>
            <a:ext cx="10162902" cy="824002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E45F08-3A2E-B8DA-2EEF-CF9D005A8E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32114" y="1773238"/>
            <a:ext cx="9866811" cy="1655762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0EF14D-8E85-A17D-D008-911AEC87E2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014" y="283029"/>
            <a:ext cx="11160815" cy="6247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80691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6CD74-874C-35B2-7CBF-0F24F33C519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9C2453-4DA8-7710-9801-AD6C02D6C97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251B7C-52CF-70C0-76E4-E2C0563F85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743" y="464404"/>
            <a:ext cx="10559143" cy="6003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5667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B09BA2-C0CD-BCAA-A6CC-B5186EFD3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10023-E0AD-742C-39CC-97AC6A2C5B4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708FAC-3308-7787-39D0-4A6F733152D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77FD39-3BCC-6A01-F13A-A8E673E121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45" y="348344"/>
            <a:ext cx="11230383" cy="6163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2925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1C0F5E-F683-8BCF-D96D-BE2C166CE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71356-AB5A-797D-9181-6500F85D240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7BB489-946A-B52F-4B5B-0968CC797DA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1158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F73B6B-9AE5-5CE4-3F33-0B6578771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DAC89-08F5-B910-AA26-6565FEB976E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2823AB-4973-D0E9-54F5-D21945D8C1F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5972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C8F1C3-84D0-B04A-7E8D-528724EAD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66AFD-D299-BF73-C006-D307A59EEDC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559B23-D493-7966-DB23-6247C4D0B66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2534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9F7B51-F804-A372-BA29-6E3F446E7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A3D99-2138-D471-BAF5-1B4E9BA6B6D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74D63D-B7B5-817B-35DB-3CE1BF786CD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0111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182864-A10C-4175-27E9-C4F5A0C6F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80DB3-3896-2B80-3DCD-817DA98808F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8CE005-D0A5-E81F-3CE5-0B9CCB53546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5774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AE2B5-A7E2-A9A7-2FE4-DF5E05D589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AA7F2-4EBB-72EE-A3ED-59C602710BF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7EB259-758A-761D-6079-584B370A6DD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7002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5AEB66-0831-707D-5B3F-4CDAA5BF7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B3223-8886-8361-2121-1CBD0D7A2FF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6C9BC1-9649-76B3-8209-B1CA0864E56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1216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458CCA-72F4-571A-2159-2DA961514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A918A-6C65-41DC-DAF3-844EF281989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922E36-644A-623B-7909-4780485E9A6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0163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D063F1-43D4-4B03-32D0-CCE6EF728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E6F68-4891-7002-E359-1F0F7084633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3536B5-9AD2-3078-CE9B-FF41D8E1405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3488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31EED5-A1BF-AA0F-22A4-AA0786569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90FCE-A6E1-7CD2-77FF-1DB28192D7A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04D574-7816-9C0E-2F7E-5B98DB707F1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5345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D46CEB-1B38-7E50-EB38-3E12AD4A9D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832D1-DD36-EF55-8D87-93AED4DE414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C5AB33-0EB9-D75D-29EA-1083066C3F0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6653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239FAB-B8C4-7431-2759-9D2A462F6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67DEF-4FD0-EB29-216F-5F7B302DE56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DE8542-82F8-63B5-1A49-5EA5D2E595F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2623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EBC3D-7DDD-832A-43F4-3F84F1156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00828-3B73-DEE9-A960-9770284093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E163DB-24A9-2E5E-0A7C-013DE6CF380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1245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51411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F46F74-A19A-0C93-7B47-10BCAA19A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C68C0-F2EF-AD96-646E-430316CC1F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5623" y="623797"/>
            <a:ext cx="9144000" cy="976403"/>
          </a:xfrm>
        </p:spPr>
        <p:txBody>
          <a:bodyPr/>
          <a:lstStyle/>
          <a:p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tập</a:t>
            </a:r>
            <a:r>
              <a:rPr lang="en-US" dirty="0"/>
              <a:t> </a:t>
            </a:r>
            <a:r>
              <a:rPr lang="en-US" dirty="0" err="1"/>
              <a:t>chương</a:t>
            </a:r>
            <a:r>
              <a:rPr lang="en-US" dirty="0"/>
              <a:t> 6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98B905-8C7A-4B5E-2654-32CA2C72D6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5623" y="1773238"/>
            <a:ext cx="9144000" cy="1655762"/>
          </a:xfrm>
        </p:spPr>
        <p:txBody>
          <a:bodyPr/>
          <a:lstStyle/>
          <a:p>
            <a:r>
              <a:rPr lang="en-US" dirty="0">
                <a:hlinkClick r:id="rId2"/>
              </a:rPr>
              <a:t>Hệ </a:t>
            </a:r>
            <a:r>
              <a:rPr lang="en-US" dirty="0" err="1">
                <a:hlinkClick r:id="rId2"/>
              </a:rPr>
              <a:t>thống</a:t>
            </a:r>
            <a:r>
              <a:rPr lang="en-US" dirty="0">
                <a:hlinkClick r:id="rId2"/>
              </a:rPr>
              <a:t> </a:t>
            </a:r>
            <a:r>
              <a:rPr lang="en-US" dirty="0" err="1">
                <a:hlinkClick r:id="rId2"/>
              </a:rPr>
              <a:t>đào</a:t>
            </a:r>
            <a:r>
              <a:rPr lang="en-US" dirty="0">
                <a:hlinkClick r:id="rId2"/>
              </a:rPr>
              <a:t> </a:t>
            </a:r>
            <a:r>
              <a:rPr lang="en-US" dirty="0" err="1">
                <a:hlinkClick r:id="rId2"/>
              </a:rPr>
              <a:t>tạo</a:t>
            </a:r>
            <a:r>
              <a:rPr lang="en-US" dirty="0">
                <a:hlinkClick r:id="rId2"/>
              </a:rPr>
              <a:t> </a:t>
            </a:r>
            <a:r>
              <a:rPr lang="en-US" dirty="0" err="1">
                <a:hlinkClick r:id="rId2"/>
              </a:rPr>
              <a:t>nội</a:t>
            </a:r>
            <a:r>
              <a:rPr lang="en-US" dirty="0">
                <a:hlinkClick r:id="rId2"/>
              </a:rPr>
              <a:t> </a:t>
            </a:r>
            <a:r>
              <a:rPr lang="en-US" dirty="0" err="1">
                <a:hlinkClick r:id="rId2"/>
              </a:rPr>
              <a:t>bộ</a:t>
            </a:r>
            <a:r>
              <a:rPr lang="en-US" dirty="0">
                <a:hlinkClick r:id="rId2"/>
              </a:rPr>
              <a:t> CÔNG TY CỔ PHẦN NHỰA TÁI CHẾ DUY TÂN.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86031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A7313-D98D-5593-A49E-CCD0A17F270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CB00FF-84B8-CBFD-1DEA-95FAE14B9A7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56D8FEC-BDCE-B7BC-FA11-61145059B7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7182" y="1501676"/>
            <a:ext cx="4597636" cy="3854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1580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A5F6F-4497-B233-765C-D87E0A5B04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941568"/>
          </a:xfrm>
        </p:spPr>
        <p:txBody>
          <a:bodyPr/>
          <a:lstStyle/>
          <a:p>
            <a:r>
              <a:rPr lang="en-US" dirty="0" err="1"/>
              <a:t>Sữa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tập</a:t>
            </a:r>
            <a:r>
              <a:rPr lang="en-US" dirty="0"/>
              <a:t> </a:t>
            </a:r>
            <a:r>
              <a:rPr lang="en-US" dirty="0" err="1"/>
              <a:t>chương</a:t>
            </a:r>
            <a:r>
              <a:rPr lang="en-US" dirty="0"/>
              <a:t> 6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50BF74-7DFE-EB46-C548-3EDBA46DCE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02080" y="2156415"/>
            <a:ext cx="9144000" cy="1655762"/>
          </a:xfrm>
        </p:spPr>
        <p:txBody>
          <a:bodyPr/>
          <a:lstStyle/>
          <a:p>
            <a:r>
              <a:rPr lang="en-US" dirty="0">
                <a:hlinkClick r:id="rId2"/>
              </a:rPr>
              <a:t>Hệ </a:t>
            </a:r>
            <a:r>
              <a:rPr lang="en-US" dirty="0" err="1">
                <a:hlinkClick r:id="rId2"/>
              </a:rPr>
              <a:t>thống</a:t>
            </a:r>
            <a:r>
              <a:rPr lang="en-US" dirty="0">
                <a:hlinkClick r:id="rId2"/>
              </a:rPr>
              <a:t> </a:t>
            </a:r>
            <a:r>
              <a:rPr lang="en-US" dirty="0" err="1">
                <a:hlinkClick r:id="rId2"/>
              </a:rPr>
              <a:t>đào</a:t>
            </a:r>
            <a:r>
              <a:rPr lang="en-US" dirty="0">
                <a:hlinkClick r:id="rId2"/>
              </a:rPr>
              <a:t> </a:t>
            </a:r>
            <a:r>
              <a:rPr lang="en-US" dirty="0" err="1">
                <a:hlinkClick r:id="rId2"/>
              </a:rPr>
              <a:t>tạo</a:t>
            </a:r>
            <a:r>
              <a:rPr lang="en-US" dirty="0">
                <a:hlinkClick r:id="rId2"/>
              </a:rPr>
              <a:t> </a:t>
            </a:r>
            <a:r>
              <a:rPr lang="en-US" dirty="0" err="1">
                <a:hlinkClick r:id="rId2"/>
              </a:rPr>
              <a:t>nội</a:t>
            </a:r>
            <a:r>
              <a:rPr lang="en-US" dirty="0">
                <a:hlinkClick r:id="rId2"/>
              </a:rPr>
              <a:t> </a:t>
            </a:r>
            <a:r>
              <a:rPr lang="en-US" dirty="0" err="1">
                <a:hlinkClick r:id="rId2"/>
              </a:rPr>
              <a:t>bộ</a:t>
            </a:r>
            <a:r>
              <a:rPr lang="en-US" dirty="0">
                <a:hlinkClick r:id="rId2"/>
              </a:rPr>
              <a:t> CÔNG TY CỔ PHẦN NHỰA TÁI CHẾ DUY TÂN.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18556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5DA5C1-2828-6BFA-DA76-A845170B3F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2553F-C469-1FAC-9CBE-5842075A47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84960" y="530180"/>
            <a:ext cx="9144000" cy="1080906"/>
          </a:xfrm>
        </p:spPr>
        <p:txBody>
          <a:bodyPr>
            <a:normAutofit fontScale="90000"/>
          </a:bodyPr>
          <a:lstStyle/>
          <a:p>
            <a:r>
              <a:rPr lang="en-US" dirty="0"/>
              <a:t>41. Cách </a:t>
            </a:r>
            <a:r>
              <a:rPr lang="en-US" dirty="0" err="1"/>
              <a:t>tạo</a:t>
            </a:r>
            <a:r>
              <a:rPr lang="en-US" dirty="0"/>
              <a:t> Dim Table </a:t>
            </a:r>
            <a:r>
              <a:rPr lang="en-US" dirty="0" err="1"/>
              <a:t>bổ</a:t>
            </a:r>
            <a:r>
              <a:rPr lang="en-US" dirty="0"/>
              <a:t> sung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47A018-D762-4857-83E3-E73DA229C3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84960" y="2059577"/>
            <a:ext cx="9144000" cy="1655762"/>
          </a:xfrm>
        </p:spPr>
        <p:txBody>
          <a:bodyPr/>
          <a:lstStyle/>
          <a:p>
            <a:r>
              <a:rPr lang="en-US" dirty="0">
                <a:hlinkClick r:id="rId2"/>
              </a:rPr>
              <a:t>Hệ </a:t>
            </a:r>
            <a:r>
              <a:rPr lang="en-US" dirty="0" err="1">
                <a:hlinkClick r:id="rId2"/>
              </a:rPr>
              <a:t>thống</a:t>
            </a:r>
            <a:r>
              <a:rPr lang="en-US" dirty="0">
                <a:hlinkClick r:id="rId2"/>
              </a:rPr>
              <a:t> </a:t>
            </a:r>
            <a:r>
              <a:rPr lang="en-US" dirty="0" err="1">
                <a:hlinkClick r:id="rId2"/>
              </a:rPr>
              <a:t>đào</a:t>
            </a:r>
            <a:r>
              <a:rPr lang="en-US" dirty="0">
                <a:hlinkClick r:id="rId2"/>
              </a:rPr>
              <a:t> </a:t>
            </a:r>
            <a:r>
              <a:rPr lang="en-US" dirty="0" err="1">
                <a:hlinkClick r:id="rId2"/>
              </a:rPr>
              <a:t>tạo</a:t>
            </a:r>
            <a:r>
              <a:rPr lang="en-US" dirty="0">
                <a:hlinkClick r:id="rId2"/>
              </a:rPr>
              <a:t> </a:t>
            </a:r>
            <a:r>
              <a:rPr lang="en-US" dirty="0" err="1">
                <a:hlinkClick r:id="rId2"/>
              </a:rPr>
              <a:t>nội</a:t>
            </a:r>
            <a:r>
              <a:rPr lang="en-US" dirty="0">
                <a:hlinkClick r:id="rId2"/>
              </a:rPr>
              <a:t> </a:t>
            </a:r>
            <a:r>
              <a:rPr lang="en-US" dirty="0" err="1">
                <a:hlinkClick r:id="rId2"/>
              </a:rPr>
              <a:t>bộ</a:t>
            </a:r>
            <a:r>
              <a:rPr lang="en-US" dirty="0">
                <a:hlinkClick r:id="rId2"/>
              </a:rPr>
              <a:t> CÔNG TY CỔ PHẦN NHỰA TÁI CHẾ DUY TÂN.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15269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399FD-9F62-04CA-8FCA-678B402DB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1266D2-64E3-75CB-A74F-C9F5E7852D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9492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221</TotalTime>
  <Words>75</Words>
  <Application>Microsoft Office PowerPoint</Application>
  <PresentationFormat>Widescreen</PresentationFormat>
  <Paragraphs>7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Aptos</vt:lpstr>
      <vt:lpstr>Aptos Display</vt:lpstr>
      <vt:lpstr>Arial</vt:lpstr>
      <vt:lpstr>Office Theme</vt:lpstr>
      <vt:lpstr>61. Tóm tắt một số kiến thức cơ bản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bài tập chương 6</vt:lpstr>
      <vt:lpstr>PowerPoint Presentation</vt:lpstr>
      <vt:lpstr>Sữa bài tập chương 6</vt:lpstr>
      <vt:lpstr>41. Cách tạo Dim Table bổ sung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Cư, Lê Hoành</dc:creator>
  <cp:lastModifiedBy>Cư, Lê Hoành</cp:lastModifiedBy>
  <cp:revision>7</cp:revision>
  <dcterms:created xsi:type="dcterms:W3CDTF">2026-03-27T15:25:52Z</dcterms:created>
  <dcterms:modified xsi:type="dcterms:W3CDTF">2026-04-02T15:00:38Z</dcterms:modified>
</cp:coreProperties>
</file>