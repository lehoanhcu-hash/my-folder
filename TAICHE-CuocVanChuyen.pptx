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bi.duytangroup.com/#/workbooks/818/views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21325B6A-4B1F-42E4-814E-9129054AE898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TAICHE-CuocVanChuyen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9342D3D0-4E1D-431C-9E2A-2EFA52B07135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5/4/2026 7:31:55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AICHE-CuocVanChuyen1" id="2" name="slide2">
            <a:extLst>
              <a:ext uri="{FF2B5EF4-FFF2-40B4-BE49-F238E27FC236}">
                <a16:creationId xmlns:a16="http://schemas.microsoft.com/office/drawing/2014/main" id="{D59E6876-D661-4C0D-865A-8ECE100DF9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9578"/>
            <a:ext cx="12192000" cy="4798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AICHE-CuocVanChuyen2" id="3" name="slide3">
            <a:extLst>
              <a:ext uri="{FF2B5EF4-FFF2-40B4-BE49-F238E27FC236}">
                <a16:creationId xmlns:a16="http://schemas.microsoft.com/office/drawing/2014/main" id="{D2380DBC-81A7-468F-A68A-132C5C019F9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9578"/>
            <a:ext cx="12192000" cy="4798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AICHE-CuocVanChuyen3" id="4" name="slide4">
            <a:extLst>
              <a:ext uri="{FF2B5EF4-FFF2-40B4-BE49-F238E27FC236}">
                <a16:creationId xmlns:a16="http://schemas.microsoft.com/office/drawing/2014/main" id="{C3D2BECA-B2D5-42C1-AE7C-DA5EA0FA68E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9578"/>
            <a:ext cx="12192000" cy="4798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2026-05-04T12:31:59Z</dcterms:created>
  <dcterms:modified xsi:type="dcterms:W3CDTF">2026-05-04T12:31:59Z</dcterms:modified>
</cp:coreProperties>
</file>