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431" r:id="rId5"/>
    <p:sldId id="483" r:id="rId6"/>
    <p:sldId id="430" r:id="rId7"/>
    <p:sldId id="490" r:id="rId8"/>
    <p:sldId id="442" r:id="rId9"/>
    <p:sldId id="443" r:id="rId10"/>
    <p:sldId id="267" r:id="rId11"/>
  </p:sldIdLst>
  <p:sldSz cx="9144000" cy="6858000" type="screen4x3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CD4190-386E-45F3-A06F-DB2530E8905B}">
          <p14:sldIdLst/>
        </p14:section>
        <p14:section name="I. TỔNG QUAN CÔNG TY" id="{E96B3DFA-4925-4EBD-A32F-AE21288BF6A6}">
          <p14:sldIdLst>
            <p14:sldId id="431"/>
            <p14:sldId id="483"/>
            <p14:sldId id="430"/>
            <p14:sldId id="490"/>
            <p14:sldId id="442"/>
            <p14:sldId id="443"/>
            <p14:sldId id="267"/>
          </p14:sldIdLst>
        </p14:section>
        <p14:section name="II. CÁC HỖ TRỢ CẦN THIẾT" id="{99DA3029-3475-4698-8012-4ED99C280CF8}">
          <p14:sldIdLst/>
        </p14:section>
        <p14:section name="III. CHINH SÁCH/ QUY ĐỊNH NHÂN SỰ" id="{BEBD2286-36AC-4ED7-BD90-3C1187D80CD7}">
          <p14:sldIdLst/>
        </p14:section>
        <p14:section name="IV. NỘI QUY/ CHÍNH SÁCH/ QUY ĐỊNH CHUNG" id="{14390F17-443F-43F4-89D0-03782F6FA9BF}">
          <p14:sldIdLst/>
        </p14:section>
        <p14:section name="Untitled Section" id="{1DAE9E11-6FE2-4AC3-8E7E-D1A51AA5614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nh, Dang Que" initials="TDQ" lastIdx="1" clrIdx="0">
    <p:extLst>
      <p:ext uri="{19B8F6BF-5375-455C-9EA6-DF929625EA0E}">
        <p15:presenceInfo xmlns:p15="http://schemas.microsoft.com/office/powerpoint/2012/main" userId="S-1-5-21-2515561106-4265119541-1709404006-53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C51"/>
    <a:srgbClr val="0077BA"/>
    <a:srgbClr val="3E4690"/>
    <a:srgbClr val="F63CB4"/>
    <a:srgbClr val="2D5F92"/>
    <a:srgbClr val="ABDAF4"/>
    <a:srgbClr val="7030A0"/>
    <a:srgbClr val="FFDFDF"/>
    <a:srgbClr val="006CB1"/>
    <a:srgbClr val="DF5A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87" autoAdjust="0"/>
    <p:restoredTop sz="96101" autoAdjust="0"/>
  </p:normalViewPr>
  <p:slideViewPr>
    <p:cSldViewPr snapToGrid="0">
      <p:cViewPr varScale="1">
        <p:scale>
          <a:sx n="77" d="100"/>
          <a:sy n="77" d="100"/>
        </p:scale>
        <p:origin x="79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08880F-676B-464D-B378-7FABC06F650E}" type="doc">
      <dgm:prSet loTypeId="urn:microsoft.com/office/officeart/2005/8/layout/cycle4" loCatId="relationship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67BD2FAA-B96A-4010-B354-D71E9F55AEF7}">
      <dgm:prSet phldrT="[Text]" custT="1"/>
      <dgm:spPr/>
      <dgm:t>
        <a:bodyPr/>
        <a:lstStyle/>
        <a:p>
          <a:r>
            <a:rPr lang="en-US" sz="1500"/>
            <a:t>P</a:t>
          </a:r>
        </a:p>
      </dgm:t>
    </dgm:pt>
    <dgm:pt modelId="{FA5E72AC-3F84-4C9F-AD11-567DF093AEAC}" type="parTrans" cxnId="{5AA27A20-BE65-45E7-93DC-156D7BB44B1C}">
      <dgm:prSet/>
      <dgm:spPr/>
      <dgm:t>
        <a:bodyPr/>
        <a:lstStyle/>
        <a:p>
          <a:endParaRPr lang="en-US"/>
        </a:p>
      </dgm:t>
    </dgm:pt>
    <dgm:pt modelId="{EF9063D5-5803-410D-881B-4769E095A441}" type="sibTrans" cxnId="{5AA27A20-BE65-45E7-93DC-156D7BB44B1C}">
      <dgm:prSet/>
      <dgm:spPr/>
      <dgm:t>
        <a:bodyPr/>
        <a:lstStyle/>
        <a:p>
          <a:endParaRPr lang="en-US"/>
        </a:p>
      </dgm:t>
    </dgm:pt>
    <dgm:pt modelId="{DA598634-3F49-479B-B205-2C2409D32F67}">
      <dgm:prSet phldrT="[Text]" custT="1"/>
      <dgm:spPr/>
      <dgm:t>
        <a:bodyPr/>
        <a:lstStyle/>
        <a:p>
          <a:r>
            <a:rPr lang="en-US" sz="1500"/>
            <a:t>D</a:t>
          </a:r>
        </a:p>
      </dgm:t>
    </dgm:pt>
    <dgm:pt modelId="{9BC3C87D-27D8-4DE3-A27C-52BF4B6B4243}" type="parTrans" cxnId="{1CD18FFD-D32F-47AD-9394-E9B5BB3A0130}">
      <dgm:prSet/>
      <dgm:spPr/>
      <dgm:t>
        <a:bodyPr/>
        <a:lstStyle/>
        <a:p>
          <a:endParaRPr lang="en-US"/>
        </a:p>
      </dgm:t>
    </dgm:pt>
    <dgm:pt modelId="{ED8BA0A8-C2DC-455D-9B4D-4BC424AD3CC0}" type="sibTrans" cxnId="{1CD18FFD-D32F-47AD-9394-E9B5BB3A0130}">
      <dgm:prSet/>
      <dgm:spPr/>
      <dgm:t>
        <a:bodyPr/>
        <a:lstStyle/>
        <a:p>
          <a:endParaRPr lang="en-US"/>
        </a:p>
      </dgm:t>
    </dgm:pt>
    <dgm:pt modelId="{62AC87A8-641C-444F-9086-27D981B70761}">
      <dgm:prSet phldrT="[Text]" custT="1"/>
      <dgm:spPr/>
      <dgm:t>
        <a:bodyPr/>
        <a:lstStyle/>
        <a:p>
          <a:r>
            <a:rPr lang="en-US" sz="1500"/>
            <a:t>C</a:t>
          </a:r>
        </a:p>
      </dgm:t>
    </dgm:pt>
    <dgm:pt modelId="{741C7499-19D6-4DC7-A2F9-45064D5900BC}" type="parTrans" cxnId="{E589682A-10D1-4A0D-8680-5FC7FCEA4B17}">
      <dgm:prSet/>
      <dgm:spPr/>
      <dgm:t>
        <a:bodyPr/>
        <a:lstStyle/>
        <a:p>
          <a:endParaRPr lang="en-US"/>
        </a:p>
      </dgm:t>
    </dgm:pt>
    <dgm:pt modelId="{B55E5109-767C-497F-8636-8C352A269CAC}" type="sibTrans" cxnId="{E589682A-10D1-4A0D-8680-5FC7FCEA4B17}">
      <dgm:prSet/>
      <dgm:spPr/>
      <dgm:t>
        <a:bodyPr/>
        <a:lstStyle/>
        <a:p>
          <a:endParaRPr lang="en-US"/>
        </a:p>
      </dgm:t>
    </dgm:pt>
    <dgm:pt modelId="{FF8BF151-334F-45FC-936B-F00196F2672C}">
      <dgm:prSet phldrT="[Text]" custT="1"/>
      <dgm:spPr/>
      <dgm:t>
        <a:bodyPr/>
        <a:lstStyle/>
        <a:p>
          <a:r>
            <a:rPr lang="en-US" sz="1500"/>
            <a:t>A</a:t>
          </a:r>
        </a:p>
      </dgm:t>
    </dgm:pt>
    <dgm:pt modelId="{B4D27147-77BF-420C-8CBB-A457A452D768}" type="parTrans" cxnId="{7B2C70F1-4511-455A-A0DA-BA2FBC36CE25}">
      <dgm:prSet/>
      <dgm:spPr/>
      <dgm:t>
        <a:bodyPr/>
        <a:lstStyle/>
        <a:p>
          <a:endParaRPr lang="en-US"/>
        </a:p>
      </dgm:t>
    </dgm:pt>
    <dgm:pt modelId="{0114B9FC-3E4B-4278-8CA6-9E4B3D78B2F6}" type="sibTrans" cxnId="{7B2C70F1-4511-455A-A0DA-BA2FBC36CE25}">
      <dgm:prSet/>
      <dgm:spPr/>
      <dgm:t>
        <a:bodyPr/>
        <a:lstStyle/>
        <a:p>
          <a:endParaRPr lang="en-US"/>
        </a:p>
      </dgm:t>
    </dgm:pt>
    <dgm:pt modelId="{1E722461-354D-4725-9CDA-6B83524FFCEF}" type="pres">
      <dgm:prSet presAssocID="{2508880F-676B-464D-B378-7FABC06F650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FA133A50-1922-4485-85C0-808031ABAF55}" type="pres">
      <dgm:prSet presAssocID="{2508880F-676B-464D-B378-7FABC06F650E}" presName="children" presStyleCnt="0"/>
      <dgm:spPr/>
    </dgm:pt>
    <dgm:pt modelId="{48A91DE6-E485-48CF-B4D5-E349F4335119}" type="pres">
      <dgm:prSet presAssocID="{2508880F-676B-464D-B378-7FABC06F650E}" presName="childPlaceholder" presStyleCnt="0"/>
      <dgm:spPr/>
    </dgm:pt>
    <dgm:pt modelId="{A0F83FEE-98C8-4066-ACF0-38020E3349D8}" type="pres">
      <dgm:prSet presAssocID="{2508880F-676B-464D-B378-7FABC06F650E}" presName="circle" presStyleCnt="0"/>
      <dgm:spPr/>
    </dgm:pt>
    <dgm:pt modelId="{C0E6B22B-9644-446B-B9B1-3DFAB7358C11}" type="pres">
      <dgm:prSet presAssocID="{2508880F-676B-464D-B378-7FABC06F650E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ECD4AFAB-D1A8-436A-B06E-7CA8D0688BB3}" type="pres">
      <dgm:prSet presAssocID="{2508880F-676B-464D-B378-7FABC06F650E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069A6A77-5388-4BB6-AD02-4C467953A36B}" type="pres">
      <dgm:prSet presAssocID="{2508880F-676B-464D-B378-7FABC06F650E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572A1B01-7220-41BE-ACCB-57388498039B}" type="pres">
      <dgm:prSet presAssocID="{2508880F-676B-464D-B378-7FABC06F650E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0AC24A22-6259-42D1-998D-26D51C5199AA}" type="pres">
      <dgm:prSet presAssocID="{2508880F-676B-464D-B378-7FABC06F650E}" presName="quadrantPlaceholder" presStyleCnt="0"/>
      <dgm:spPr/>
    </dgm:pt>
    <dgm:pt modelId="{E4060BAF-992E-4A6D-99EE-A5FC4C6677C4}" type="pres">
      <dgm:prSet presAssocID="{2508880F-676B-464D-B378-7FABC06F650E}" presName="center1" presStyleLbl="fgShp" presStyleIdx="0" presStyleCnt="2"/>
      <dgm:spPr/>
    </dgm:pt>
    <dgm:pt modelId="{7BA3D5D2-9475-455F-9041-4C74AAD34DD2}" type="pres">
      <dgm:prSet presAssocID="{2508880F-676B-464D-B378-7FABC06F650E}" presName="center2" presStyleLbl="fgShp" presStyleIdx="1" presStyleCnt="2"/>
      <dgm:spPr/>
    </dgm:pt>
  </dgm:ptLst>
  <dgm:cxnLst>
    <dgm:cxn modelId="{5AA27A20-BE65-45E7-93DC-156D7BB44B1C}" srcId="{2508880F-676B-464D-B378-7FABC06F650E}" destId="{67BD2FAA-B96A-4010-B354-D71E9F55AEF7}" srcOrd="0" destOrd="0" parTransId="{FA5E72AC-3F84-4C9F-AD11-567DF093AEAC}" sibTransId="{EF9063D5-5803-410D-881B-4769E095A441}"/>
    <dgm:cxn modelId="{E589682A-10D1-4A0D-8680-5FC7FCEA4B17}" srcId="{2508880F-676B-464D-B378-7FABC06F650E}" destId="{62AC87A8-641C-444F-9086-27D981B70761}" srcOrd="2" destOrd="0" parTransId="{741C7499-19D6-4DC7-A2F9-45064D5900BC}" sibTransId="{B55E5109-767C-497F-8636-8C352A269CAC}"/>
    <dgm:cxn modelId="{A5E8D436-0179-4E32-B0F0-F56A786E5C60}" type="presOf" srcId="{62AC87A8-641C-444F-9086-27D981B70761}" destId="{069A6A77-5388-4BB6-AD02-4C467953A36B}" srcOrd="0" destOrd="0" presId="urn:microsoft.com/office/officeart/2005/8/layout/cycle4"/>
    <dgm:cxn modelId="{0DD56082-CAFA-4714-9EF4-207230E86AAB}" type="presOf" srcId="{DA598634-3F49-479B-B205-2C2409D32F67}" destId="{ECD4AFAB-D1A8-436A-B06E-7CA8D0688BB3}" srcOrd="0" destOrd="0" presId="urn:microsoft.com/office/officeart/2005/8/layout/cycle4"/>
    <dgm:cxn modelId="{C6E52D88-D5BE-4815-A5C4-29E3690BEF94}" type="presOf" srcId="{2508880F-676B-464D-B378-7FABC06F650E}" destId="{1E722461-354D-4725-9CDA-6B83524FFCEF}" srcOrd="0" destOrd="0" presId="urn:microsoft.com/office/officeart/2005/8/layout/cycle4"/>
    <dgm:cxn modelId="{2B3289D0-9252-4767-BCCC-D5E153FFEFB9}" type="presOf" srcId="{67BD2FAA-B96A-4010-B354-D71E9F55AEF7}" destId="{C0E6B22B-9644-446B-B9B1-3DFAB7358C11}" srcOrd="0" destOrd="0" presId="urn:microsoft.com/office/officeart/2005/8/layout/cycle4"/>
    <dgm:cxn modelId="{8DE632DE-7F21-4ADA-8AC5-92D12AB0DC26}" type="presOf" srcId="{FF8BF151-334F-45FC-936B-F00196F2672C}" destId="{572A1B01-7220-41BE-ACCB-57388498039B}" srcOrd="0" destOrd="0" presId="urn:microsoft.com/office/officeart/2005/8/layout/cycle4"/>
    <dgm:cxn modelId="{7B2C70F1-4511-455A-A0DA-BA2FBC36CE25}" srcId="{2508880F-676B-464D-B378-7FABC06F650E}" destId="{FF8BF151-334F-45FC-936B-F00196F2672C}" srcOrd="3" destOrd="0" parTransId="{B4D27147-77BF-420C-8CBB-A457A452D768}" sibTransId="{0114B9FC-3E4B-4278-8CA6-9E4B3D78B2F6}"/>
    <dgm:cxn modelId="{1CD18FFD-D32F-47AD-9394-E9B5BB3A0130}" srcId="{2508880F-676B-464D-B378-7FABC06F650E}" destId="{DA598634-3F49-479B-B205-2C2409D32F67}" srcOrd="1" destOrd="0" parTransId="{9BC3C87D-27D8-4DE3-A27C-52BF4B6B4243}" sibTransId="{ED8BA0A8-C2DC-455D-9B4D-4BC424AD3CC0}"/>
    <dgm:cxn modelId="{DA4F3339-063B-4964-8B9A-8AAF2CA3829C}" type="presParOf" srcId="{1E722461-354D-4725-9CDA-6B83524FFCEF}" destId="{FA133A50-1922-4485-85C0-808031ABAF55}" srcOrd="0" destOrd="0" presId="urn:microsoft.com/office/officeart/2005/8/layout/cycle4"/>
    <dgm:cxn modelId="{7A6C308E-F72D-4474-85C7-3304179F8371}" type="presParOf" srcId="{FA133A50-1922-4485-85C0-808031ABAF55}" destId="{48A91DE6-E485-48CF-B4D5-E349F4335119}" srcOrd="0" destOrd="0" presId="urn:microsoft.com/office/officeart/2005/8/layout/cycle4"/>
    <dgm:cxn modelId="{5C4D7396-5358-4BB5-AD5E-8A921689EAF5}" type="presParOf" srcId="{1E722461-354D-4725-9CDA-6B83524FFCEF}" destId="{A0F83FEE-98C8-4066-ACF0-38020E3349D8}" srcOrd="1" destOrd="0" presId="urn:microsoft.com/office/officeart/2005/8/layout/cycle4"/>
    <dgm:cxn modelId="{09199A7F-DDA5-4A55-A78D-AEF71312F487}" type="presParOf" srcId="{A0F83FEE-98C8-4066-ACF0-38020E3349D8}" destId="{C0E6B22B-9644-446B-B9B1-3DFAB7358C11}" srcOrd="0" destOrd="0" presId="urn:microsoft.com/office/officeart/2005/8/layout/cycle4"/>
    <dgm:cxn modelId="{213FDE3A-D5A9-4FEE-AE55-F02F363B4E89}" type="presParOf" srcId="{A0F83FEE-98C8-4066-ACF0-38020E3349D8}" destId="{ECD4AFAB-D1A8-436A-B06E-7CA8D0688BB3}" srcOrd="1" destOrd="0" presId="urn:microsoft.com/office/officeart/2005/8/layout/cycle4"/>
    <dgm:cxn modelId="{D117B029-028D-4239-974E-4A842FAEA6F3}" type="presParOf" srcId="{A0F83FEE-98C8-4066-ACF0-38020E3349D8}" destId="{069A6A77-5388-4BB6-AD02-4C467953A36B}" srcOrd="2" destOrd="0" presId="urn:microsoft.com/office/officeart/2005/8/layout/cycle4"/>
    <dgm:cxn modelId="{E7B6A047-731E-4248-84CA-9B1478514C24}" type="presParOf" srcId="{A0F83FEE-98C8-4066-ACF0-38020E3349D8}" destId="{572A1B01-7220-41BE-ACCB-57388498039B}" srcOrd="3" destOrd="0" presId="urn:microsoft.com/office/officeart/2005/8/layout/cycle4"/>
    <dgm:cxn modelId="{CBF15C78-B6C6-4DE9-AEBC-C0D5ABC30C3C}" type="presParOf" srcId="{A0F83FEE-98C8-4066-ACF0-38020E3349D8}" destId="{0AC24A22-6259-42D1-998D-26D51C5199AA}" srcOrd="4" destOrd="0" presId="urn:microsoft.com/office/officeart/2005/8/layout/cycle4"/>
    <dgm:cxn modelId="{92B01268-FCFA-4C07-B20B-5B5E8A7AB082}" type="presParOf" srcId="{1E722461-354D-4725-9CDA-6B83524FFCEF}" destId="{E4060BAF-992E-4A6D-99EE-A5FC4C6677C4}" srcOrd="2" destOrd="0" presId="urn:microsoft.com/office/officeart/2005/8/layout/cycle4"/>
    <dgm:cxn modelId="{4302D366-7716-449E-9981-EBEBFD073759}" type="presParOf" srcId="{1E722461-354D-4725-9CDA-6B83524FFCEF}" destId="{7BA3D5D2-9475-455F-9041-4C74AAD34DD2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6B22B-9644-446B-B9B1-3DFAB7358C11}">
      <dsp:nvSpPr>
        <dsp:cNvPr id="0" name=""/>
        <dsp:cNvSpPr/>
      </dsp:nvSpPr>
      <dsp:spPr>
        <a:xfrm>
          <a:off x="376045" y="46563"/>
          <a:ext cx="353718" cy="353718"/>
        </a:xfrm>
        <a:prstGeom prst="pieWedg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</a:t>
          </a:r>
        </a:p>
      </dsp:txBody>
      <dsp:txXfrm>
        <a:off x="479647" y="150165"/>
        <a:ext cx="250116" cy="250116"/>
      </dsp:txXfrm>
    </dsp:sp>
    <dsp:sp modelId="{ECD4AFAB-D1A8-436A-B06E-7CA8D0688BB3}">
      <dsp:nvSpPr>
        <dsp:cNvPr id="0" name=""/>
        <dsp:cNvSpPr/>
      </dsp:nvSpPr>
      <dsp:spPr>
        <a:xfrm rot="5400000">
          <a:off x="746102" y="46563"/>
          <a:ext cx="353718" cy="353718"/>
        </a:xfrm>
        <a:prstGeom prst="pieWedge">
          <a:avLst/>
        </a:prstGeom>
        <a:gradFill rotWithShape="0">
          <a:gsLst>
            <a:gs pos="0">
              <a:schemeClr val="accent4">
                <a:hueOff val="3266964"/>
                <a:satOff val="-13592"/>
                <a:lumOff val="32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66964"/>
                <a:satOff val="-13592"/>
                <a:lumOff val="32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66964"/>
                <a:satOff val="-13592"/>
                <a:lumOff val="32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</a:t>
          </a:r>
        </a:p>
      </dsp:txBody>
      <dsp:txXfrm rot="-5400000">
        <a:off x="746102" y="150165"/>
        <a:ext cx="250116" cy="250116"/>
      </dsp:txXfrm>
    </dsp:sp>
    <dsp:sp modelId="{069A6A77-5388-4BB6-AD02-4C467953A36B}">
      <dsp:nvSpPr>
        <dsp:cNvPr id="0" name=""/>
        <dsp:cNvSpPr/>
      </dsp:nvSpPr>
      <dsp:spPr>
        <a:xfrm rot="10800000">
          <a:off x="746102" y="416619"/>
          <a:ext cx="353718" cy="353718"/>
        </a:xfrm>
        <a:prstGeom prst="pieWedge">
          <a:avLst/>
        </a:prstGeom>
        <a:gradFill rotWithShape="0">
          <a:gsLst>
            <a:gs pos="0">
              <a:schemeClr val="accent4">
                <a:hueOff val="6533927"/>
                <a:satOff val="-27185"/>
                <a:lumOff val="64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33927"/>
                <a:satOff val="-27185"/>
                <a:lumOff val="64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33927"/>
                <a:satOff val="-27185"/>
                <a:lumOff val="64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</a:t>
          </a:r>
        </a:p>
      </dsp:txBody>
      <dsp:txXfrm rot="10800000">
        <a:off x="746102" y="416619"/>
        <a:ext cx="250116" cy="250116"/>
      </dsp:txXfrm>
    </dsp:sp>
    <dsp:sp modelId="{572A1B01-7220-41BE-ACCB-57388498039B}">
      <dsp:nvSpPr>
        <dsp:cNvPr id="0" name=""/>
        <dsp:cNvSpPr/>
      </dsp:nvSpPr>
      <dsp:spPr>
        <a:xfrm rot="16200000">
          <a:off x="376045" y="416619"/>
          <a:ext cx="353718" cy="353718"/>
        </a:xfrm>
        <a:prstGeom prst="pieWedge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</a:t>
          </a:r>
        </a:p>
      </dsp:txBody>
      <dsp:txXfrm rot="5400000">
        <a:off x="479647" y="416619"/>
        <a:ext cx="250116" cy="250116"/>
      </dsp:txXfrm>
    </dsp:sp>
    <dsp:sp modelId="{E4060BAF-992E-4A6D-99EE-A5FC4C6677C4}">
      <dsp:nvSpPr>
        <dsp:cNvPr id="0" name=""/>
        <dsp:cNvSpPr/>
      </dsp:nvSpPr>
      <dsp:spPr>
        <a:xfrm>
          <a:off x="676869" y="334929"/>
          <a:ext cx="122126" cy="106197"/>
        </a:xfrm>
        <a:prstGeom prst="circularArrow">
          <a:avLst/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7BA3D5D2-9475-455F-9041-4C74AAD34DD2}">
      <dsp:nvSpPr>
        <dsp:cNvPr id="0" name=""/>
        <dsp:cNvSpPr/>
      </dsp:nvSpPr>
      <dsp:spPr>
        <a:xfrm rot="10800000">
          <a:off x="676869" y="375774"/>
          <a:ext cx="122126" cy="106197"/>
        </a:xfrm>
        <a:prstGeom prst="circularArrow">
          <a:avLst/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6E748DCA-ED39-4BBF-93BD-0489348BBAB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1252538"/>
            <a:ext cx="450691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0F00BB87-A795-4E28-9EBD-07C6A3976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72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Thêm</a:t>
            </a:r>
            <a:r>
              <a:rPr lang="en-US" baseline="0" dirty="0"/>
              <a:t> slide cloud words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văn</a:t>
            </a:r>
            <a:r>
              <a:rPr lang="en-US" baseline="0" dirty="0"/>
              <a:t> </a:t>
            </a:r>
            <a:r>
              <a:rPr lang="en-US" baseline="0" dirty="0" err="1"/>
              <a:t>hóa</a:t>
            </a:r>
            <a:r>
              <a:rPr lang="en-US" baseline="0" dirty="0"/>
              <a:t> </a:t>
            </a:r>
            <a:r>
              <a:rPr lang="en-US" baseline="0" dirty="0" err="1"/>
              <a:t>Duy</a:t>
            </a:r>
            <a:r>
              <a:rPr lang="en-US" baseline="0" dirty="0"/>
              <a:t> </a:t>
            </a:r>
            <a:r>
              <a:rPr lang="en-US" baseline="0" dirty="0" err="1"/>
              <a:t>Tân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6739FA-4136-4C69-B21F-2AC36EDA93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46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D5CC00-6591-4FA1-834C-F9C893BFF732}"/>
              </a:ext>
            </a:extLst>
          </p:cNvPr>
          <p:cNvGrpSpPr/>
          <p:nvPr userDrawn="1"/>
        </p:nvGrpSpPr>
        <p:grpSpPr>
          <a:xfrm>
            <a:off x="1265795" y="122796"/>
            <a:ext cx="6612411" cy="6612411"/>
            <a:chOff x="2025751" y="882750"/>
            <a:chExt cx="5092498" cy="5092498"/>
          </a:xfrm>
        </p:grpSpPr>
        <p:sp>
          <p:nvSpPr>
            <p:cNvPr id="24" name="Block Arc 23">
              <a:extLst>
                <a:ext uri="{FF2B5EF4-FFF2-40B4-BE49-F238E27FC236}">
                  <a16:creationId xmlns:a16="http://schemas.microsoft.com/office/drawing/2014/main" id="{E458116A-36F9-46F0-9DAA-65AED22C5793}"/>
                </a:ext>
              </a:extLst>
            </p:cNvPr>
            <p:cNvSpPr/>
            <p:nvPr userDrawn="1"/>
          </p:nvSpPr>
          <p:spPr>
            <a:xfrm rot="18134033">
              <a:off x="2350685" y="1079904"/>
              <a:ext cx="4698190" cy="4698190"/>
            </a:xfrm>
            <a:prstGeom prst="blockArc">
              <a:avLst>
                <a:gd name="adj1" fmla="val 10800000"/>
                <a:gd name="adj2" fmla="val 124773"/>
                <a:gd name="adj3" fmla="val 2752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1CDDEC2-FAAC-469D-80F5-1523D0162FEA}"/>
                </a:ext>
              </a:extLst>
            </p:cNvPr>
            <p:cNvGrpSpPr/>
            <p:nvPr userDrawn="1"/>
          </p:nvGrpSpPr>
          <p:grpSpPr>
            <a:xfrm>
              <a:off x="2760134" y="1561472"/>
              <a:ext cx="3623732" cy="3735056"/>
              <a:chOff x="6105322" y="3773762"/>
              <a:chExt cx="2295728" cy="2366255"/>
            </a:xfrm>
          </p:grpSpPr>
          <p:sp>
            <p:nvSpPr>
              <p:cNvPr id="22" name="Block Arc 21">
                <a:extLst>
                  <a:ext uri="{FF2B5EF4-FFF2-40B4-BE49-F238E27FC236}">
                    <a16:creationId xmlns:a16="http://schemas.microsoft.com/office/drawing/2014/main" id="{6AF32FC0-AB36-4815-B272-C8575169C315}"/>
                  </a:ext>
                </a:extLst>
              </p:cNvPr>
              <p:cNvSpPr/>
              <p:nvPr userDrawn="1"/>
            </p:nvSpPr>
            <p:spPr>
              <a:xfrm>
                <a:off x="6105322" y="3815189"/>
                <a:ext cx="2295728" cy="2295728"/>
              </a:xfrm>
              <a:prstGeom prst="blockArc">
                <a:avLst>
                  <a:gd name="adj1" fmla="val 10800000"/>
                  <a:gd name="adj2" fmla="val 0"/>
                  <a:gd name="adj3" fmla="val 12288"/>
                </a:avLst>
              </a:prstGeom>
              <a:solidFill>
                <a:srgbClr val="0077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Block Arc 22">
                <a:extLst>
                  <a:ext uri="{FF2B5EF4-FFF2-40B4-BE49-F238E27FC236}">
                    <a16:creationId xmlns:a16="http://schemas.microsoft.com/office/drawing/2014/main" id="{F382899D-DBBD-445A-A9E4-F3CB7B29E2A5}"/>
                  </a:ext>
                </a:extLst>
              </p:cNvPr>
              <p:cNvSpPr/>
              <p:nvPr userDrawn="1"/>
            </p:nvSpPr>
            <p:spPr>
              <a:xfrm flipV="1">
                <a:off x="6105322" y="3773762"/>
                <a:ext cx="2295728" cy="2366255"/>
              </a:xfrm>
              <a:prstGeom prst="blockArc">
                <a:avLst>
                  <a:gd name="adj1" fmla="val 10800000"/>
                  <a:gd name="adj2" fmla="val 69081"/>
                  <a:gd name="adj3" fmla="val 12393"/>
                </a:avLst>
              </a:prstGeom>
              <a:solidFill>
                <a:srgbClr val="020D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538F9201-957E-4922-A091-B5D2C689D9B8}"/>
                </a:ext>
              </a:extLst>
            </p:cNvPr>
            <p:cNvSpPr/>
            <p:nvPr userDrawn="1"/>
          </p:nvSpPr>
          <p:spPr>
            <a:xfrm rot="5804327">
              <a:off x="2322529" y="1335172"/>
              <a:ext cx="4323843" cy="4323843"/>
            </a:xfrm>
            <a:prstGeom prst="blockArc">
              <a:avLst>
                <a:gd name="adj1" fmla="val 10800000"/>
                <a:gd name="adj2" fmla="val 185252"/>
                <a:gd name="adj3" fmla="val 2770"/>
              </a:avLst>
            </a:prstGeom>
            <a:solidFill>
              <a:srgbClr val="020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6" name="Block Arc 35">
              <a:extLst>
                <a:ext uri="{FF2B5EF4-FFF2-40B4-BE49-F238E27FC236}">
                  <a16:creationId xmlns:a16="http://schemas.microsoft.com/office/drawing/2014/main" id="{6CB24A7F-DF7A-4C9F-BC54-B150004D098B}"/>
                </a:ext>
              </a:extLst>
            </p:cNvPr>
            <p:cNvSpPr/>
            <p:nvPr userDrawn="1"/>
          </p:nvSpPr>
          <p:spPr>
            <a:xfrm rot="11196995">
              <a:off x="2025751" y="882750"/>
              <a:ext cx="5092498" cy="5092498"/>
            </a:xfrm>
            <a:prstGeom prst="blockArc">
              <a:avLst>
                <a:gd name="adj1" fmla="val 10800000"/>
                <a:gd name="adj2" fmla="val 185252"/>
                <a:gd name="adj3" fmla="val 2770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79B12D9-5B72-43E6-BEE2-16BBB87AD786}"/>
                </a:ext>
              </a:extLst>
            </p:cNvPr>
            <p:cNvSpPr/>
            <p:nvPr userDrawn="1"/>
          </p:nvSpPr>
          <p:spPr>
            <a:xfrm>
              <a:off x="3168356" y="2037885"/>
              <a:ext cx="2801683" cy="280168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/>
            </a:p>
          </p:txBody>
        </p:sp>
      </p:grpSp>
    </p:spTree>
    <p:extLst>
      <p:ext uri="{BB962C8B-B14F-4D97-AF65-F5344CB8AC3E}">
        <p14:creationId xmlns:p14="http://schemas.microsoft.com/office/powerpoint/2010/main" val="348907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F24B49B-4773-486D-A599-94995F595A72}"/>
              </a:ext>
            </a:extLst>
          </p:cNvPr>
          <p:cNvGrpSpPr/>
          <p:nvPr userDrawn="1"/>
        </p:nvGrpSpPr>
        <p:grpSpPr>
          <a:xfrm rot="8778386">
            <a:off x="16882063" y="-5906155"/>
            <a:ext cx="632972" cy="632971"/>
            <a:chOff x="4951378" y="2169268"/>
            <a:chExt cx="865762" cy="865761"/>
          </a:xfrm>
          <a:solidFill>
            <a:schemeClr val="bg1">
              <a:lumMod val="75000"/>
            </a:schemeClr>
          </a:solidFill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97554369-980A-4E1E-8F46-ADFC4B495B06}"/>
                </a:ext>
              </a:extLst>
            </p:cNvPr>
            <p:cNvSpPr/>
            <p:nvPr userDrawn="1"/>
          </p:nvSpPr>
          <p:spPr>
            <a:xfrm>
              <a:off x="4951379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BAE583DA-8824-4D34-8EB5-34429EB61AF2}"/>
                </a:ext>
              </a:extLst>
            </p:cNvPr>
            <p:cNvSpPr/>
            <p:nvPr userDrawn="1"/>
          </p:nvSpPr>
          <p:spPr>
            <a:xfrm rot="10800000">
              <a:off x="4951378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E9980C-4079-4217-A865-CB46E285CEA5}"/>
              </a:ext>
            </a:extLst>
          </p:cNvPr>
          <p:cNvGrpSpPr/>
          <p:nvPr userDrawn="1"/>
        </p:nvGrpSpPr>
        <p:grpSpPr>
          <a:xfrm rot="13131716">
            <a:off x="8053993" y="5785784"/>
            <a:ext cx="1779305" cy="1779305"/>
            <a:chOff x="3181372" y="1397175"/>
            <a:chExt cx="1779305" cy="177930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4FC20C-6019-4033-B1D1-7F71FF9401C4}"/>
                </a:ext>
              </a:extLst>
            </p:cNvPr>
            <p:cNvGrpSpPr/>
            <p:nvPr userDrawn="1"/>
          </p:nvGrpSpPr>
          <p:grpSpPr>
            <a:xfrm rot="17142616">
              <a:off x="3638145" y="1853948"/>
              <a:ext cx="865762" cy="865761"/>
              <a:chOff x="4951378" y="2169268"/>
              <a:chExt cx="865762" cy="865761"/>
            </a:xfrm>
          </p:grpSpPr>
          <p:sp>
            <p:nvSpPr>
              <p:cNvPr id="9" name="Block Arc 8">
                <a:extLst>
                  <a:ext uri="{FF2B5EF4-FFF2-40B4-BE49-F238E27FC236}">
                    <a16:creationId xmlns:a16="http://schemas.microsoft.com/office/drawing/2014/main" id="{6D34459E-393E-4597-BE0B-C7310C988103}"/>
                  </a:ext>
                </a:extLst>
              </p:cNvPr>
              <p:cNvSpPr/>
              <p:nvPr userDrawn="1"/>
            </p:nvSpPr>
            <p:spPr>
              <a:xfrm rot="6719147">
                <a:off x="4951379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20C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Block Arc 9">
                <a:extLst>
                  <a:ext uri="{FF2B5EF4-FFF2-40B4-BE49-F238E27FC236}">
                    <a16:creationId xmlns:a16="http://schemas.microsoft.com/office/drawing/2014/main" id="{11159BB6-EB51-4AE8-811A-C198EC4C30C0}"/>
                  </a:ext>
                </a:extLst>
              </p:cNvPr>
              <p:cNvSpPr/>
              <p:nvPr userDrawn="1"/>
            </p:nvSpPr>
            <p:spPr>
              <a:xfrm rot="17519147">
                <a:off x="4951378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06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Block Arc 30">
              <a:extLst>
                <a:ext uri="{FF2B5EF4-FFF2-40B4-BE49-F238E27FC236}">
                  <a16:creationId xmlns:a16="http://schemas.microsoft.com/office/drawing/2014/main" id="{9DEBD1B4-4CF8-4CCE-83D6-854DEEBE3C84}"/>
                </a:ext>
              </a:extLst>
            </p:cNvPr>
            <p:cNvSpPr/>
            <p:nvPr userDrawn="1"/>
          </p:nvSpPr>
          <p:spPr>
            <a:xfrm>
              <a:off x="3486973" y="1702776"/>
              <a:ext cx="1168104" cy="1168104"/>
            </a:xfrm>
            <a:prstGeom prst="blockArc">
              <a:avLst>
                <a:gd name="adj1" fmla="val 10800000"/>
                <a:gd name="adj2" fmla="val 3"/>
                <a:gd name="adj3" fmla="val 447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384D6009-512F-4409-A774-F5FBF0F199E9}"/>
                </a:ext>
              </a:extLst>
            </p:cNvPr>
            <p:cNvSpPr/>
            <p:nvPr userDrawn="1"/>
          </p:nvSpPr>
          <p:spPr>
            <a:xfrm rot="11663335">
              <a:off x="3325750" y="1541553"/>
              <a:ext cx="1490550" cy="1490550"/>
            </a:xfrm>
            <a:prstGeom prst="blockArc">
              <a:avLst>
                <a:gd name="adj1" fmla="val 10800000"/>
                <a:gd name="adj2" fmla="val 21492586"/>
                <a:gd name="adj3" fmla="val 3197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DE4B7359-7510-4A21-8D65-58DDCD1EFFC6}"/>
                </a:ext>
              </a:extLst>
            </p:cNvPr>
            <p:cNvSpPr/>
            <p:nvPr userDrawn="1"/>
          </p:nvSpPr>
          <p:spPr>
            <a:xfrm rot="3733646">
              <a:off x="3181372" y="1397175"/>
              <a:ext cx="1779305" cy="1779305"/>
            </a:xfrm>
            <a:prstGeom prst="blockArc">
              <a:avLst>
                <a:gd name="adj1" fmla="val 10800000"/>
                <a:gd name="adj2" fmla="val 86809"/>
                <a:gd name="adj3" fmla="val 3360"/>
              </a:avLst>
            </a:prstGeom>
            <a:solidFill>
              <a:srgbClr val="020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083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F24B49B-4773-486D-A599-94995F595A72}"/>
              </a:ext>
            </a:extLst>
          </p:cNvPr>
          <p:cNvGrpSpPr/>
          <p:nvPr userDrawn="1"/>
        </p:nvGrpSpPr>
        <p:grpSpPr>
          <a:xfrm rot="8778386">
            <a:off x="16882063" y="-5906155"/>
            <a:ext cx="632972" cy="632971"/>
            <a:chOff x="4951378" y="2169268"/>
            <a:chExt cx="865762" cy="865761"/>
          </a:xfrm>
          <a:solidFill>
            <a:schemeClr val="bg1">
              <a:lumMod val="75000"/>
            </a:schemeClr>
          </a:solidFill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97554369-980A-4E1E-8F46-ADFC4B495B06}"/>
                </a:ext>
              </a:extLst>
            </p:cNvPr>
            <p:cNvSpPr/>
            <p:nvPr userDrawn="1"/>
          </p:nvSpPr>
          <p:spPr>
            <a:xfrm>
              <a:off x="4951379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BAE583DA-8824-4D34-8EB5-34429EB61AF2}"/>
                </a:ext>
              </a:extLst>
            </p:cNvPr>
            <p:cNvSpPr/>
            <p:nvPr userDrawn="1"/>
          </p:nvSpPr>
          <p:spPr>
            <a:xfrm rot="10800000">
              <a:off x="4951378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E9980C-4079-4217-A865-CB46E285CEA5}"/>
              </a:ext>
            </a:extLst>
          </p:cNvPr>
          <p:cNvGrpSpPr/>
          <p:nvPr userDrawn="1"/>
        </p:nvGrpSpPr>
        <p:grpSpPr>
          <a:xfrm rot="13131716">
            <a:off x="8053993" y="5785784"/>
            <a:ext cx="1779305" cy="1779305"/>
            <a:chOff x="3181372" y="1397175"/>
            <a:chExt cx="1779305" cy="177930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4FC20C-6019-4033-B1D1-7F71FF9401C4}"/>
                </a:ext>
              </a:extLst>
            </p:cNvPr>
            <p:cNvGrpSpPr/>
            <p:nvPr userDrawn="1"/>
          </p:nvGrpSpPr>
          <p:grpSpPr>
            <a:xfrm rot="17142616">
              <a:off x="3638145" y="1853948"/>
              <a:ext cx="865762" cy="865761"/>
              <a:chOff x="4951378" y="2169268"/>
              <a:chExt cx="865762" cy="865761"/>
            </a:xfrm>
          </p:grpSpPr>
          <p:sp>
            <p:nvSpPr>
              <p:cNvPr id="9" name="Block Arc 8">
                <a:extLst>
                  <a:ext uri="{FF2B5EF4-FFF2-40B4-BE49-F238E27FC236}">
                    <a16:creationId xmlns:a16="http://schemas.microsoft.com/office/drawing/2014/main" id="{6D34459E-393E-4597-BE0B-C7310C988103}"/>
                  </a:ext>
                </a:extLst>
              </p:cNvPr>
              <p:cNvSpPr/>
              <p:nvPr userDrawn="1"/>
            </p:nvSpPr>
            <p:spPr>
              <a:xfrm rot="6719147">
                <a:off x="4951379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20C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Block Arc 9">
                <a:extLst>
                  <a:ext uri="{FF2B5EF4-FFF2-40B4-BE49-F238E27FC236}">
                    <a16:creationId xmlns:a16="http://schemas.microsoft.com/office/drawing/2014/main" id="{11159BB6-EB51-4AE8-811A-C198EC4C30C0}"/>
                  </a:ext>
                </a:extLst>
              </p:cNvPr>
              <p:cNvSpPr/>
              <p:nvPr userDrawn="1"/>
            </p:nvSpPr>
            <p:spPr>
              <a:xfrm rot="17519147">
                <a:off x="4951378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06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Block Arc 30">
              <a:extLst>
                <a:ext uri="{FF2B5EF4-FFF2-40B4-BE49-F238E27FC236}">
                  <a16:creationId xmlns:a16="http://schemas.microsoft.com/office/drawing/2014/main" id="{9DEBD1B4-4CF8-4CCE-83D6-854DEEBE3C84}"/>
                </a:ext>
              </a:extLst>
            </p:cNvPr>
            <p:cNvSpPr/>
            <p:nvPr userDrawn="1"/>
          </p:nvSpPr>
          <p:spPr>
            <a:xfrm>
              <a:off x="3486973" y="1702776"/>
              <a:ext cx="1168104" cy="1168104"/>
            </a:xfrm>
            <a:prstGeom prst="blockArc">
              <a:avLst>
                <a:gd name="adj1" fmla="val 10800000"/>
                <a:gd name="adj2" fmla="val 3"/>
                <a:gd name="adj3" fmla="val 447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384D6009-512F-4409-A774-F5FBF0F199E9}"/>
                </a:ext>
              </a:extLst>
            </p:cNvPr>
            <p:cNvSpPr/>
            <p:nvPr userDrawn="1"/>
          </p:nvSpPr>
          <p:spPr>
            <a:xfrm rot="11663335">
              <a:off x="3325750" y="1541553"/>
              <a:ext cx="1490550" cy="1490550"/>
            </a:xfrm>
            <a:prstGeom prst="blockArc">
              <a:avLst>
                <a:gd name="adj1" fmla="val 10800000"/>
                <a:gd name="adj2" fmla="val 21492586"/>
                <a:gd name="adj3" fmla="val 3197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DE4B7359-7510-4A21-8D65-58DDCD1EFFC6}"/>
                </a:ext>
              </a:extLst>
            </p:cNvPr>
            <p:cNvSpPr/>
            <p:nvPr userDrawn="1"/>
          </p:nvSpPr>
          <p:spPr>
            <a:xfrm rot="3733646">
              <a:off x="3181372" y="1397175"/>
              <a:ext cx="1779305" cy="1779305"/>
            </a:xfrm>
            <a:prstGeom prst="blockArc">
              <a:avLst>
                <a:gd name="adj1" fmla="val 10800000"/>
                <a:gd name="adj2" fmla="val 86809"/>
                <a:gd name="adj3" fmla="val 3360"/>
              </a:avLst>
            </a:prstGeom>
            <a:solidFill>
              <a:srgbClr val="020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769439-2F23-425D-B8C6-7AB4E8015D29}"/>
              </a:ext>
            </a:extLst>
          </p:cNvPr>
          <p:cNvSpPr/>
          <p:nvPr userDrawn="1"/>
        </p:nvSpPr>
        <p:spPr>
          <a:xfrm>
            <a:off x="2205618" y="155646"/>
            <a:ext cx="5909683" cy="466927"/>
          </a:xfrm>
          <a:prstGeom prst="roundRect">
            <a:avLst>
              <a:gd name="adj" fmla="val 50000"/>
            </a:avLst>
          </a:prstGeom>
          <a:solidFill>
            <a:srgbClr val="020C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800" dirty="0"/>
          </a:p>
        </p:txBody>
      </p:sp>
    </p:spTree>
    <p:extLst>
      <p:ext uri="{BB962C8B-B14F-4D97-AF65-F5344CB8AC3E}">
        <p14:creationId xmlns:p14="http://schemas.microsoft.com/office/powerpoint/2010/main" val="329446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F24B49B-4773-486D-A599-94995F595A72}"/>
              </a:ext>
            </a:extLst>
          </p:cNvPr>
          <p:cNvGrpSpPr/>
          <p:nvPr userDrawn="1"/>
        </p:nvGrpSpPr>
        <p:grpSpPr>
          <a:xfrm rot="8778386">
            <a:off x="16882063" y="-5906155"/>
            <a:ext cx="632972" cy="632971"/>
            <a:chOff x="4951378" y="2169268"/>
            <a:chExt cx="865762" cy="865761"/>
          </a:xfrm>
          <a:solidFill>
            <a:schemeClr val="bg1">
              <a:lumMod val="75000"/>
            </a:schemeClr>
          </a:solidFill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97554369-980A-4E1E-8F46-ADFC4B495B06}"/>
                </a:ext>
              </a:extLst>
            </p:cNvPr>
            <p:cNvSpPr/>
            <p:nvPr userDrawn="1"/>
          </p:nvSpPr>
          <p:spPr>
            <a:xfrm>
              <a:off x="4951379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BAE583DA-8824-4D34-8EB5-34429EB61AF2}"/>
                </a:ext>
              </a:extLst>
            </p:cNvPr>
            <p:cNvSpPr/>
            <p:nvPr userDrawn="1"/>
          </p:nvSpPr>
          <p:spPr>
            <a:xfrm rot="10800000">
              <a:off x="4951378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E9980C-4079-4217-A865-CB46E285CEA5}"/>
              </a:ext>
            </a:extLst>
          </p:cNvPr>
          <p:cNvGrpSpPr/>
          <p:nvPr userDrawn="1"/>
        </p:nvGrpSpPr>
        <p:grpSpPr>
          <a:xfrm rot="13131716">
            <a:off x="8053993" y="5785784"/>
            <a:ext cx="1779305" cy="1779305"/>
            <a:chOff x="3181372" y="1397175"/>
            <a:chExt cx="1779305" cy="177930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4FC20C-6019-4033-B1D1-7F71FF9401C4}"/>
                </a:ext>
              </a:extLst>
            </p:cNvPr>
            <p:cNvGrpSpPr/>
            <p:nvPr userDrawn="1"/>
          </p:nvGrpSpPr>
          <p:grpSpPr>
            <a:xfrm rot="17142616">
              <a:off x="3638145" y="1853948"/>
              <a:ext cx="865762" cy="865761"/>
              <a:chOff x="4951378" y="2169268"/>
              <a:chExt cx="865762" cy="865761"/>
            </a:xfrm>
          </p:grpSpPr>
          <p:sp>
            <p:nvSpPr>
              <p:cNvPr id="9" name="Block Arc 8">
                <a:extLst>
                  <a:ext uri="{FF2B5EF4-FFF2-40B4-BE49-F238E27FC236}">
                    <a16:creationId xmlns:a16="http://schemas.microsoft.com/office/drawing/2014/main" id="{6D34459E-393E-4597-BE0B-C7310C988103}"/>
                  </a:ext>
                </a:extLst>
              </p:cNvPr>
              <p:cNvSpPr/>
              <p:nvPr userDrawn="1"/>
            </p:nvSpPr>
            <p:spPr>
              <a:xfrm rot="6719147">
                <a:off x="4951379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20C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Block Arc 9">
                <a:extLst>
                  <a:ext uri="{FF2B5EF4-FFF2-40B4-BE49-F238E27FC236}">
                    <a16:creationId xmlns:a16="http://schemas.microsoft.com/office/drawing/2014/main" id="{11159BB6-EB51-4AE8-811A-C198EC4C30C0}"/>
                  </a:ext>
                </a:extLst>
              </p:cNvPr>
              <p:cNvSpPr/>
              <p:nvPr userDrawn="1"/>
            </p:nvSpPr>
            <p:spPr>
              <a:xfrm rot="17519147">
                <a:off x="4951378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06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Block Arc 30">
              <a:extLst>
                <a:ext uri="{FF2B5EF4-FFF2-40B4-BE49-F238E27FC236}">
                  <a16:creationId xmlns:a16="http://schemas.microsoft.com/office/drawing/2014/main" id="{9DEBD1B4-4CF8-4CCE-83D6-854DEEBE3C84}"/>
                </a:ext>
              </a:extLst>
            </p:cNvPr>
            <p:cNvSpPr/>
            <p:nvPr userDrawn="1"/>
          </p:nvSpPr>
          <p:spPr>
            <a:xfrm>
              <a:off x="3486973" y="1702776"/>
              <a:ext cx="1168104" cy="1168104"/>
            </a:xfrm>
            <a:prstGeom prst="blockArc">
              <a:avLst>
                <a:gd name="adj1" fmla="val 10800000"/>
                <a:gd name="adj2" fmla="val 3"/>
                <a:gd name="adj3" fmla="val 447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384D6009-512F-4409-A774-F5FBF0F199E9}"/>
                </a:ext>
              </a:extLst>
            </p:cNvPr>
            <p:cNvSpPr/>
            <p:nvPr userDrawn="1"/>
          </p:nvSpPr>
          <p:spPr>
            <a:xfrm rot="11663335">
              <a:off x="3325750" y="1541553"/>
              <a:ext cx="1490550" cy="1490550"/>
            </a:xfrm>
            <a:prstGeom prst="blockArc">
              <a:avLst>
                <a:gd name="adj1" fmla="val 10800000"/>
                <a:gd name="adj2" fmla="val 21492586"/>
                <a:gd name="adj3" fmla="val 3197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DE4B7359-7510-4A21-8D65-58DDCD1EFFC6}"/>
                </a:ext>
              </a:extLst>
            </p:cNvPr>
            <p:cNvSpPr/>
            <p:nvPr userDrawn="1"/>
          </p:nvSpPr>
          <p:spPr>
            <a:xfrm rot="3733646">
              <a:off x="3181372" y="1397175"/>
              <a:ext cx="1779305" cy="1779305"/>
            </a:xfrm>
            <a:prstGeom prst="blockArc">
              <a:avLst>
                <a:gd name="adj1" fmla="val 10800000"/>
                <a:gd name="adj2" fmla="val 86809"/>
                <a:gd name="adj3" fmla="val 3360"/>
              </a:avLst>
            </a:prstGeom>
            <a:solidFill>
              <a:srgbClr val="020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769439-2F23-425D-B8C6-7AB4E8015D29}"/>
              </a:ext>
            </a:extLst>
          </p:cNvPr>
          <p:cNvSpPr/>
          <p:nvPr userDrawn="1"/>
        </p:nvSpPr>
        <p:spPr>
          <a:xfrm>
            <a:off x="2205618" y="155646"/>
            <a:ext cx="5909683" cy="466927"/>
          </a:xfrm>
          <a:prstGeom prst="roundRect">
            <a:avLst>
              <a:gd name="adj" fmla="val 50000"/>
            </a:avLst>
          </a:prstGeom>
          <a:solidFill>
            <a:srgbClr val="020C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8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987F67C-E277-41C7-8A54-FBFD2A308B76}"/>
              </a:ext>
            </a:extLst>
          </p:cNvPr>
          <p:cNvSpPr/>
          <p:nvPr userDrawn="1"/>
        </p:nvSpPr>
        <p:spPr>
          <a:xfrm>
            <a:off x="2540000" y="637085"/>
            <a:ext cx="5181600" cy="466927"/>
          </a:xfrm>
          <a:prstGeom prst="roundRect">
            <a:avLst>
              <a:gd name="adj" fmla="val 50000"/>
            </a:avLst>
          </a:prstGeom>
          <a:solidFill>
            <a:srgbClr val="007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800" dirty="0"/>
          </a:p>
        </p:txBody>
      </p:sp>
    </p:spTree>
    <p:extLst>
      <p:ext uri="{BB962C8B-B14F-4D97-AF65-F5344CB8AC3E}">
        <p14:creationId xmlns:p14="http://schemas.microsoft.com/office/powerpoint/2010/main" val="169217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2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6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2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51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43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22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4B6-8F31-40F5-8EF9-80D608D50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6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8432B67F-FE26-4927-8535-92D62A3129D5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55" y="240006"/>
            <a:ext cx="1440160" cy="25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88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4" r:id="rId3"/>
    <p:sldLayoutId id="2147483687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1.xml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3.jpeg"/><Relationship Id="rId5" Type="http://schemas.openxmlformats.org/officeDocument/2006/relationships/diagramLayout" Target="../diagrams/layout1.xml"/><Relationship Id="rId10" Type="http://schemas.openxmlformats.org/officeDocument/2006/relationships/image" Target="../media/image12.png"/><Relationship Id="rId4" Type="http://schemas.openxmlformats.org/officeDocument/2006/relationships/diagramData" Target="../diagrams/data1.xml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B848A9-2F72-CC86-A708-ABD5B45D6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375" y="35367"/>
            <a:ext cx="6751081" cy="10993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AC3536-6F76-44FF-AD62-7964D43E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D01787-EF9A-4D8C-A603-4ADFDC8127F9}"/>
              </a:ext>
            </a:extLst>
          </p:cNvPr>
          <p:cNvSpPr txBox="1"/>
          <p:nvPr/>
        </p:nvSpPr>
        <p:spPr>
          <a:xfrm>
            <a:off x="2235201" y="14930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EC7D1-BC11-413D-8EE0-DC9535446635}"/>
              </a:ext>
            </a:extLst>
          </p:cNvPr>
          <p:cNvSpPr txBox="1"/>
          <p:nvPr/>
        </p:nvSpPr>
        <p:spPr>
          <a:xfrm>
            <a:off x="2235203" y="694256"/>
            <a:ext cx="564542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vi-VN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1FE184-E125-4C40-A45B-D4DA2147CFC3}"/>
              </a:ext>
            </a:extLst>
          </p:cNvPr>
          <p:cNvSpPr txBox="1"/>
          <p:nvPr/>
        </p:nvSpPr>
        <p:spPr>
          <a:xfrm>
            <a:off x="274287" y="5184684"/>
            <a:ext cx="7181932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04/07/2005</a:t>
            </a:r>
            <a:endParaRPr lang="en-US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Địa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Quốc lộ 1A, Ấp 1, xã Mỹ Yên, Huyện Bến Lức, tỉnh Long An</a:t>
            </a:r>
            <a:endParaRPr lang="vi-VN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gần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700 </a:t>
            </a:r>
            <a:r>
              <a:rPr lang="en-US" sz="16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1600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600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khuôn</a:t>
            </a:r>
            <a:endParaRPr lang="en-US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A4588-7623-439D-86E2-B490847D7A53}"/>
              </a:ext>
            </a:extLst>
          </p:cNvPr>
          <p:cNvSpPr txBox="1"/>
          <p:nvPr/>
        </p:nvSpPr>
        <p:spPr>
          <a:xfrm>
            <a:off x="948696" y="1214263"/>
            <a:ext cx="23267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 err="1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400" b="1" u="sng" dirty="0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u="sng" err="1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400" b="1" u="sng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Khuôn Nhựa</a:t>
            </a:r>
            <a:endParaRPr lang="en-US" sz="1400" b="1" u="sng" dirty="0">
              <a:solidFill>
                <a:srgbClr val="007B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46">
            <a:extLst>
              <a:ext uri="{FF2B5EF4-FFF2-40B4-BE49-F238E27FC236}">
                <a16:creationId xmlns:a16="http://schemas.microsoft.com/office/drawing/2014/main" id="{87DB048D-51D3-4C45-A737-C544566AEF64}"/>
              </a:ext>
            </a:extLst>
          </p:cNvPr>
          <p:cNvSpPr/>
          <p:nvPr/>
        </p:nvSpPr>
        <p:spPr>
          <a:xfrm>
            <a:off x="87086" y="1617230"/>
            <a:ext cx="4662335" cy="647001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Cổ phần Khuôn Chính Xác Minh Đạt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E02835-85CE-94F2-5C27-FE93202AA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87" y="2469931"/>
            <a:ext cx="7994964" cy="254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95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A5C639-1EA9-0B9F-A7A0-20B44AD7D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573" y="23332"/>
            <a:ext cx="6751081" cy="10993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AC3536-6F76-44FF-AD62-7964D43E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D01787-EF9A-4D8C-A603-4ADFDC8127F9}"/>
              </a:ext>
            </a:extLst>
          </p:cNvPr>
          <p:cNvSpPr txBox="1"/>
          <p:nvPr/>
        </p:nvSpPr>
        <p:spPr>
          <a:xfrm>
            <a:off x="2235201" y="14930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EC7D1-BC11-413D-8EE0-DC9535446635}"/>
              </a:ext>
            </a:extLst>
          </p:cNvPr>
          <p:cNvSpPr txBox="1"/>
          <p:nvPr/>
        </p:nvSpPr>
        <p:spPr>
          <a:xfrm>
            <a:off x="2235203" y="694256"/>
            <a:ext cx="564542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vi-VN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1FE184-E125-4C40-A45B-D4DA2147CFC3}"/>
              </a:ext>
            </a:extLst>
          </p:cNvPr>
          <p:cNvSpPr txBox="1"/>
          <p:nvPr/>
        </p:nvSpPr>
        <p:spPr>
          <a:xfrm>
            <a:off x="383469" y="5184684"/>
            <a:ext cx="7181932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24/03/2020</a:t>
            </a:r>
            <a:endParaRPr lang="en-US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Địa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lô 1, đường số 1, KCN Tân Tạo, Quận Bình Tân, TP.HCM</a:t>
            </a:r>
            <a:endParaRPr lang="vi-VN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45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nhân </a:t>
            </a:r>
            <a:r>
              <a:rPr lang="en-US" sz="16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 tạo máy</a:t>
            </a:r>
            <a:endParaRPr lang="en-US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A4588-7623-439D-86E2-B490847D7A53}"/>
              </a:ext>
            </a:extLst>
          </p:cNvPr>
          <p:cNvSpPr txBox="1"/>
          <p:nvPr/>
        </p:nvSpPr>
        <p:spPr>
          <a:xfrm>
            <a:off x="641445" y="1215037"/>
            <a:ext cx="2702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 err="1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400" b="1" u="sng" dirty="0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u="sng" err="1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400" b="1" u="sng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Máy tự động hóa</a:t>
            </a:r>
            <a:endParaRPr lang="en-US" sz="1400" b="1" u="sng" dirty="0">
              <a:solidFill>
                <a:srgbClr val="007B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46">
            <a:extLst>
              <a:ext uri="{FF2B5EF4-FFF2-40B4-BE49-F238E27FC236}">
                <a16:creationId xmlns:a16="http://schemas.microsoft.com/office/drawing/2014/main" id="{87DB048D-51D3-4C45-A737-C544566AEF64}"/>
              </a:ext>
            </a:extLst>
          </p:cNvPr>
          <p:cNvSpPr/>
          <p:nvPr/>
        </p:nvSpPr>
        <p:spPr>
          <a:xfrm>
            <a:off x="3510050" y="1341874"/>
            <a:ext cx="4559893" cy="647001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TNHH Plenma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4E6429-BDFB-6470-2F70-01B201381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368" y="2126877"/>
            <a:ext cx="7181932" cy="296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5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39CBA7-1D06-0DCA-3026-C56B180A7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031" y="4912"/>
            <a:ext cx="6751081" cy="10993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AC3536-6F76-44FF-AD62-7964D43E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D01787-EF9A-4D8C-A603-4ADFDC8127F9}"/>
              </a:ext>
            </a:extLst>
          </p:cNvPr>
          <p:cNvSpPr txBox="1"/>
          <p:nvPr/>
        </p:nvSpPr>
        <p:spPr>
          <a:xfrm>
            <a:off x="2235201" y="14930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EC7D1-BC11-413D-8EE0-DC9535446635}"/>
              </a:ext>
            </a:extLst>
          </p:cNvPr>
          <p:cNvSpPr txBox="1"/>
          <p:nvPr/>
        </p:nvSpPr>
        <p:spPr>
          <a:xfrm>
            <a:off x="2235203" y="694256"/>
            <a:ext cx="564542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vi-VN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945995-2883-4898-8200-EA9A6CD64F38}"/>
              </a:ext>
            </a:extLst>
          </p:cNvPr>
          <p:cNvSpPr txBox="1"/>
          <p:nvPr/>
        </p:nvSpPr>
        <p:spPr>
          <a:xfrm>
            <a:off x="4913195" y="2177347"/>
            <a:ext cx="4039736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30/06/2005</a:t>
            </a:r>
            <a:endParaRPr lang="en-US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Địa</a:t>
            </a:r>
            <a:r>
              <a:rPr lang="en-US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Lô D2, Cụm công nghiệp Nhựa Đức Hòa Hạ, xã Đức Hòa Hạ, Huyện Đức Hòa, tỉnh Long An</a:t>
            </a:r>
            <a:endParaRPr lang="en-US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 </a:t>
            </a:r>
            <a:r>
              <a:rPr lang="en-US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Hơn 500</a:t>
            </a:r>
            <a:r>
              <a:rPr lang="en-US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Hạt nhựa Tái sinh</a:t>
            </a:r>
            <a:endParaRPr lang="en-US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F95479-F5B7-47AB-993E-B1DA07B6601F}"/>
              </a:ext>
            </a:extLst>
          </p:cNvPr>
          <p:cNvSpPr txBox="1"/>
          <p:nvPr/>
        </p:nvSpPr>
        <p:spPr>
          <a:xfrm>
            <a:off x="1337848" y="1425726"/>
            <a:ext cx="2524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 err="1">
                <a:solidFill>
                  <a:srgbClr val="007BBE"/>
                </a:solidFill>
                <a:latin typeface="San Francisco"/>
              </a:rPr>
              <a:t>Lĩnh</a:t>
            </a:r>
            <a:r>
              <a:rPr lang="en-US" sz="1400" b="1" u="sng" dirty="0">
                <a:solidFill>
                  <a:srgbClr val="007BBE"/>
                </a:solidFill>
                <a:latin typeface="San Francisco"/>
              </a:rPr>
              <a:t> </a:t>
            </a:r>
            <a:r>
              <a:rPr lang="en-US" sz="1400" b="1" u="sng" err="1">
                <a:solidFill>
                  <a:srgbClr val="007BBE"/>
                </a:solidFill>
                <a:latin typeface="San Francisco"/>
              </a:rPr>
              <a:t>vực</a:t>
            </a:r>
            <a:r>
              <a:rPr lang="en-US" sz="1400" b="1" u="sng">
                <a:solidFill>
                  <a:srgbClr val="007BBE"/>
                </a:solidFill>
                <a:latin typeface="San Francisco"/>
              </a:rPr>
              <a:t> Nhựa Tái chế</a:t>
            </a:r>
            <a:endParaRPr lang="en-US" sz="1400" b="1" u="sng" dirty="0">
              <a:solidFill>
                <a:srgbClr val="007BBE"/>
              </a:solidFill>
              <a:latin typeface="San Francisco"/>
            </a:endParaRPr>
          </a:p>
        </p:txBody>
      </p:sp>
      <p:sp>
        <p:nvSpPr>
          <p:cNvPr id="11" name="Rounded Rectangle 53">
            <a:extLst>
              <a:ext uri="{FF2B5EF4-FFF2-40B4-BE49-F238E27FC236}">
                <a16:creationId xmlns:a16="http://schemas.microsoft.com/office/drawing/2014/main" id="{C7FAF3CA-4B40-4F91-B9CE-2A12E948778D}"/>
              </a:ext>
            </a:extLst>
          </p:cNvPr>
          <p:cNvSpPr/>
          <p:nvPr/>
        </p:nvSpPr>
        <p:spPr>
          <a:xfrm>
            <a:off x="393942" y="1721923"/>
            <a:ext cx="4178058" cy="455424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TNHH Nhựa Tái chế Duy Tân</a:t>
            </a:r>
            <a:endParaRPr lang="en-US" sz="1600" b="1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outdoor, sign&#10;&#10;Description automatically generated">
            <a:extLst>
              <a:ext uri="{FF2B5EF4-FFF2-40B4-BE49-F238E27FC236}">
                <a16:creationId xmlns:a16="http://schemas.microsoft.com/office/drawing/2014/main" id="{5132D906-6540-5C9E-5132-7A681B45E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15" y="2376449"/>
            <a:ext cx="4796480" cy="269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38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F5A44D-B652-58AC-A37B-7C5DB6B49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375" y="61303"/>
            <a:ext cx="6751081" cy="10993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AC3536-6F76-44FF-AD62-7964D43E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4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D01787-EF9A-4D8C-A603-4ADFDC8127F9}"/>
              </a:ext>
            </a:extLst>
          </p:cNvPr>
          <p:cNvSpPr txBox="1"/>
          <p:nvPr/>
        </p:nvSpPr>
        <p:spPr>
          <a:xfrm>
            <a:off x="2235201" y="14930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EC7D1-BC11-413D-8EE0-DC9535446635}"/>
              </a:ext>
            </a:extLst>
          </p:cNvPr>
          <p:cNvSpPr txBox="1"/>
          <p:nvPr/>
        </p:nvSpPr>
        <p:spPr>
          <a:xfrm>
            <a:off x="2235203" y="694256"/>
            <a:ext cx="564542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vi-VN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945995-2883-4898-8200-EA9A6CD64F38}"/>
              </a:ext>
            </a:extLst>
          </p:cNvPr>
          <p:cNvSpPr txBox="1"/>
          <p:nvPr/>
        </p:nvSpPr>
        <p:spPr>
          <a:xfrm>
            <a:off x="266131" y="4680914"/>
            <a:ext cx="7683326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16/04/2009</a:t>
            </a:r>
            <a:endParaRPr lang="en-US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Địa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Lô A1-8 Khu Công nghiệp Tây Bắc Củ Chi, Ấp Bàu Tre 2, Xã Tân An Hội, Huyện Củ Chi, Thành phố Hồ Chí Minh.</a:t>
            </a:r>
            <a:endParaRPr lang="en-US" sz="160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160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1600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 công cơ khí, máy móc, kim loại</a:t>
            </a:r>
            <a:endParaRPr lang="en-US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F95479-F5B7-47AB-993E-B1DA07B6601F}"/>
              </a:ext>
            </a:extLst>
          </p:cNvPr>
          <p:cNvSpPr txBox="1"/>
          <p:nvPr/>
        </p:nvSpPr>
        <p:spPr>
          <a:xfrm>
            <a:off x="386617" y="4210539"/>
            <a:ext cx="2524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err="1">
                <a:solidFill>
                  <a:srgbClr val="007BBE"/>
                </a:solidFill>
                <a:latin typeface="San Francisco"/>
              </a:rPr>
              <a:t>Lĩnh</a:t>
            </a:r>
            <a:r>
              <a:rPr lang="en-US" sz="1400" b="1" u="sng">
                <a:solidFill>
                  <a:srgbClr val="007BBE"/>
                </a:solidFill>
                <a:latin typeface="San Francisco"/>
              </a:rPr>
              <a:t> vực Cơ khí</a:t>
            </a:r>
            <a:endParaRPr lang="en-US" sz="1400" b="1" u="sng" dirty="0">
              <a:solidFill>
                <a:srgbClr val="007BBE"/>
              </a:solidFill>
              <a:latin typeface="San Francisco"/>
            </a:endParaRPr>
          </a:p>
        </p:txBody>
      </p:sp>
      <p:sp>
        <p:nvSpPr>
          <p:cNvPr id="11" name="Rounded Rectangle 53">
            <a:extLst>
              <a:ext uri="{FF2B5EF4-FFF2-40B4-BE49-F238E27FC236}">
                <a16:creationId xmlns:a16="http://schemas.microsoft.com/office/drawing/2014/main" id="{C7FAF3CA-4B40-4F91-B9CE-2A12E948778D}"/>
              </a:ext>
            </a:extLst>
          </p:cNvPr>
          <p:cNvSpPr/>
          <p:nvPr/>
        </p:nvSpPr>
        <p:spPr>
          <a:xfrm>
            <a:off x="2482969" y="4225490"/>
            <a:ext cx="4791287" cy="455424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Cổ phần Sản Xuất Cơ Khí Duy Phong</a:t>
            </a:r>
            <a:endParaRPr lang="en-US" sz="1600" b="1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201FE0-D898-6A3D-15DE-FA1407934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31" y="1368861"/>
            <a:ext cx="8611737" cy="273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09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3FD348-49FE-6B8D-CF58-1F13FA3E9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031" y="114951"/>
            <a:ext cx="6751081" cy="10993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99E1BC-32EB-441F-A481-FC4F8D26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38173-CC06-41E7-98C1-AAE3E5BE5A6C}"/>
              </a:ext>
            </a:extLst>
          </p:cNvPr>
          <p:cNvSpPr txBox="1"/>
          <p:nvPr/>
        </p:nvSpPr>
        <p:spPr>
          <a:xfrm>
            <a:off x="2235201" y="14930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1EBBE-BB58-4FF8-A189-50968BA032A6}"/>
              </a:ext>
            </a:extLst>
          </p:cNvPr>
          <p:cNvSpPr txBox="1"/>
          <p:nvPr/>
        </p:nvSpPr>
        <p:spPr>
          <a:xfrm>
            <a:off x="2235203" y="694256"/>
            <a:ext cx="564542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1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BEF0DB-EB2E-6859-1921-C34D6038F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30" y="1468146"/>
            <a:ext cx="4686642" cy="2905170"/>
          </a:xfrm>
          <a:prstGeom prst="rect">
            <a:avLst/>
          </a:prstGeom>
        </p:spPr>
      </p:pic>
      <p:pic>
        <p:nvPicPr>
          <p:cNvPr id="6" name="Picture 5" descr="A close-up of a server room&#10;&#10;Description automatically generated with low confidence">
            <a:extLst>
              <a:ext uri="{FF2B5EF4-FFF2-40B4-BE49-F238E27FC236}">
                <a16:creationId xmlns:a16="http://schemas.microsoft.com/office/drawing/2014/main" id="{57ADDE2B-4E5B-253F-E233-212E69197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30" y="4097439"/>
            <a:ext cx="4581662" cy="2760560"/>
          </a:xfrm>
          <a:prstGeom prst="rect">
            <a:avLst/>
          </a:prstGeo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01DAEE81-94C9-5784-DE77-DEB895B035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7356" y="1541838"/>
            <a:ext cx="3815329" cy="407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702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91A650-8FCB-11EE-BCEC-99EEE7FA4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301" y="61302"/>
            <a:ext cx="6751081" cy="10993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99E1BC-32EB-441F-A481-FC4F8D26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38173-CC06-41E7-98C1-AAE3E5BE5A6C}"/>
              </a:ext>
            </a:extLst>
          </p:cNvPr>
          <p:cNvSpPr txBox="1"/>
          <p:nvPr/>
        </p:nvSpPr>
        <p:spPr>
          <a:xfrm>
            <a:off x="2235201" y="14930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1EBBE-BB58-4FF8-A189-50968BA032A6}"/>
              </a:ext>
            </a:extLst>
          </p:cNvPr>
          <p:cNvSpPr txBox="1"/>
          <p:nvPr/>
        </p:nvSpPr>
        <p:spPr>
          <a:xfrm>
            <a:off x="2235203" y="694256"/>
            <a:ext cx="564542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1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7B948A-551F-5188-964D-35A977EFC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58" y="1524771"/>
            <a:ext cx="8939284" cy="405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17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3089067" y="1900398"/>
            <a:ext cx="6054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PDCAs (Plan – Do – Check – Act – Standardize)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89067" y="2292383"/>
            <a:ext cx="5489121" cy="585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2" algn="just">
              <a:lnSpc>
                <a:spcPct val="130000"/>
              </a:lnSpc>
            </a:pP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PDCAs</a:t>
            </a:r>
          </a:p>
          <a:p>
            <a:pPr marL="169862" algn="just">
              <a:lnSpc>
                <a:spcPct val="130000"/>
              </a:lnSpc>
            </a:pP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gì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luôn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tuân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thủ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vòng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tròn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 – D – C – A – S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19891" y="1687053"/>
            <a:ext cx="1865429" cy="1323285"/>
            <a:chOff x="654004" y="777568"/>
            <a:chExt cx="2113885" cy="1499533"/>
          </a:xfrm>
        </p:grpSpPr>
        <p:sp>
          <p:nvSpPr>
            <p:cNvPr id="27" name="Right Triangle 26"/>
            <p:cNvSpPr/>
            <p:nvPr/>
          </p:nvSpPr>
          <p:spPr>
            <a:xfrm flipH="1">
              <a:off x="654004" y="1398851"/>
              <a:ext cx="2113885" cy="87825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28" name="Diagram 27"/>
            <p:cNvGraphicFramePr/>
            <p:nvPr/>
          </p:nvGraphicFramePr>
          <p:xfrm>
            <a:off x="778249" y="904150"/>
            <a:ext cx="1672436" cy="92570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grpSp>
          <p:nvGrpSpPr>
            <p:cNvPr id="7" name="Group 6"/>
            <p:cNvGrpSpPr/>
            <p:nvPr/>
          </p:nvGrpSpPr>
          <p:grpSpPr>
            <a:xfrm>
              <a:off x="834209" y="1571097"/>
              <a:ext cx="864347" cy="403387"/>
              <a:chOff x="679018" y="1606651"/>
              <a:chExt cx="864347" cy="403387"/>
            </a:xfrm>
          </p:grpSpPr>
          <p:sp>
            <p:nvSpPr>
              <p:cNvPr id="29" name="Right Triangle 28"/>
              <p:cNvSpPr/>
              <p:nvPr/>
            </p:nvSpPr>
            <p:spPr>
              <a:xfrm rot="20244291">
                <a:off x="679018" y="1606651"/>
                <a:ext cx="709349" cy="401379"/>
              </a:xfrm>
              <a:prstGeom prst="rt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 rot="20233833">
                <a:off x="744461" y="1626392"/>
                <a:ext cx="798904" cy="383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p:grpSp>
        <p:sp>
          <p:nvSpPr>
            <p:cNvPr id="31" name="Circular Arrow 30"/>
            <p:cNvSpPr/>
            <p:nvPr/>
          </p:nvSpPr>
          <p:spPr>
            <a:xfrm rot="21433487">
              <a:off x="1277726" y="777568"/>
              <a:ext cx="673482" cy="450721"/>
            </a:xfrm>
            <a:prstGeom prst="circularArrow">
              <a:avLst>
                <a:gd name="adj1" fmla="val 10003"/>
                <a:gd name="adj2" fmla="val 548090"/>
                <a:gd name="adj3" fmla="val 19683129"/>
                <a:gd name="adj4" fmla="val 12581091"/>
                <a:gd name="adj5" fmla="val 12633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Left Arrow 31"/>
            <p:cNvSpPr/>
            <p:nvPr/>
          </p:nvSpPr>
          <p:spPr>
            <a:xfrm rot="20189304" flipH="1">
              <a:off x="2100400" y="1315133"/>
              <a:ext cx="543679" cy="178692"/>
            </a:xfrm>
            <a:prstGeom prst="lef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3089067" y="3163721"/>
            <a:ext cx="5489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Pareto (80 - 20)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89067" y="3554900"/>
            <a:ext cx="5429930" cy="585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2" algn="just">
              <a:lnSpc>
                <a:spcPct val="130000"/>
              </a:lnSpc>
            </a:pP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20%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nỗ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 80%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endParaRPr lang="en-US" sz="1300" dirty="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9862" algn="just">
              <a:lnSpc>
                <a:spcPct val="130000"/>
              </a:lnSpc>
            </a:pP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endParaRPr lang="en-US" sz="1300" dirty="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77" y="3039309"/>
            <a:ext cx="1729456" cy="1213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059471" y="4357438"/>
            <a:ext cx="5489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(Visual control)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59471" y="4750760"/>
            <a:ext cx="5429930" cy="585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2" algn="just">
              <a:lnSpc>
                <a:spcPct val="130000"/>
              </a:lnSpc>
            </a:pP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71119" y="3908137"/>
            <a:ext cx="1963630" cy="1410112"/>
            <a:chOff x="771381" y="3440649"/>
            <a:chExt cx="2171385" cy="1559304"/>
          </a:xfrm>
        </p:grpSpPr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381" y="3877368"/>
              <a:ext cx="2171385" cy="1122585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 rot="16014618">
              <a:off x="1226301" y="3892942"/>
              <a:ext cx="1227909" cy="323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>
                  <a:latin typeface="Arial" panose="020B0604020202020204" pitchFamily="34" charset="0"/>
                  <a:cs typeface="Arial" panose="020B0604020202020204" pitchFamily="34" charset="0"/>
                </a:rPr>
                <a:t>CHÚ Ý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3089067" y="5613366"/>
            <a:ext cx="5489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vật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59471" y="6057917"/>
            <a:ext cx="542993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2" algn="just">
              <a:lnSpc>
                <a:spcPct val="130000"/>
              </a:lnSpc>
            </a:pP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vật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sz="13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vi-VN" sz="1300" dirty="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 descr="https://pbs.twimg.com/profile_images/3091376222/92943d7bae6c7231ab4b4d76c93921c8_400x400.jpe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498" y="5458677"/>
            <a:ext cx="1258343" cy="125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2D486FF-ED1E-4DB4-9E4A-601668BE480E}"/>
              </a:ext>
            </a:extLst>
          </p:cNvPr>
          <p:cNvSpPr txBox="1"/>
          <p:nvPr/>
        </p:nvSpPr>
        <p:spPr>
          <a:xfrm>
            <a:off x="2143435" y="153352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2444E0-44A6-4212-86C6-E79CE1C20482}"/>
              </a:ext>
            </a:extLst>
          </p:cNvPr>
          <p:cNvSpPr txBox="1"/>
          <p:nvPr/>
        </p:nvSpPr>
        <p:spPr>
          <a:xfrm>
            <a:off x="1984745" y="601471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Duy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Tân</a:t>
            </a:r>
            <a:endParaRPr lang="vi-VN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74C2FD-FBDC-2D02-DF27-8D9B62C9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B68B42-63E7-6317-0D7E-CB511AC56C6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79848" y="93655"/>
            <a:ext cx="7420060" cy="12082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215E90-6887-C95C-AF14-6BDADE4495D3}"/>
              </a:ext>
            </a:extLst>
          </p:cNvPr>
          <p:cNvSpPr txBox="1"/>
          <p:nvPr/>
        </p:nvSpPr>
        <p:spPr>
          <a:xfrm>
            <a:off x="2243495" y="188771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601" y="751749"/>
            <a:ext cx="5429930" cy="414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2" algn="ctr">
              <a:lnSpc>
                <a:spcPct val="130000"/>
              </a:lnSpc>
            </a:pP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endParaRPr lang="vi-V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1344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  <p:bldP spid="48" grpId="0" uiExpand="1" build="p"/>
      <p:bldP spid="33" grpId="0"/>
      <p:bldP spid="34" grpId="0" build="p"/>
      <p:bldP spid="36" grpId="0"/>
      <p:bldP spid="38" grpId="0"/>
      <p:bldP spid="41" grpId="0"/>
      <p:bldP spid="42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08A5461D5136488EFED6F0716767A1" ma:contentTypeVersion="" ma:contentTypeDescription="Create a new document." ma:contentTypeScope="" ma:versionID="2dbc3778270c1ff7dfb6315f63e90fc2">
  <xsd:schema xmlns:xsd="http://www.w3.org/2001/XMLSchema" xmlns:xs="http://www.w3.org/2001/XMLSchema" xmlns:p="http://schemas.microsoft.com/office/2006/metadata/properties" xmlns:ns2="F04B59C5-9CBF-40FA-8244-689DA476070E" xmlns:ns3="be0067ac-558b-40e7-9138-0b9aee47b278" xmlns:ns4="f04b59c5-9cbf-40fa-8244-689da476070e" targetNamespace="http://schemas.microsoft.com/office/2006/metadata/properties" ma:root="true" ma:fieldsID="03519d00a16ec9200a6cf5151e6ff43f" ns2:_="" ns3:_="" ns4:_="">
    <xsd:import namespace="F04B59C5-9CBF-40FA-8244-689DA476070E"/>
    <xsd:import namespace="be0067ac-558b-40e7-9138-0b9aee47b278"/>
    <xsd:import namespace="f04b59c5-9cbf-40fa-8244-689da47607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4:MediaServiceObjectDetectorVersions" minOccurs="0"/>
                <xsd:element ref="ns4:MediaServiceGenerationTime" minOccurs="0"/>
                <xsd:element ref="ns4:MediaServiceEventHashCode" minOccurs="0"/>
                <xsd:element ref="ns4:lcf76f155ced4ddcb4097134ff3c332f" minOccurs="0"/>
                <xsd:element ref="ns3:TaxCatchAll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4B59C5-9CBF-40FA-8244-689DA47607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0067ac-558b-40e7-9138-0b9aee47b27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62C9A0A-5D06-4385-AAC4-8FBE5A21DD63}" ma:internalName="TaxCatchAll" ma:showField="CatchAllData" ma:web="{ac963a9c-3b1b-4dfd-b0d2-aeb8a08bf505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4b59c5-9cbf-40fa-8244-689da476070e" elementFormDefault="qualified">
    <xsd:import namespace="http://schemas.microsoft.com/office/2006/documentManagement/types"/>
    <xsd:import namespace="http://schemas.microsoft.com/office/infopath/2007/PartnerControls"/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0067ac-558b-40e7-9138-0b9aee47b278" xsi:nil="true"/>
    <lcf76f155ced4ddcb4097134ff3c332f xmlns="f04b59c5-9cbf-40fa-8244-689da476070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33AE0D6-2B8F-4D6B-8795-DEFCF66AF1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4B59C5-9CBF-40FA-8244-689DA476070E"/>
    <ds:schemaRef ds:uri="be0067ac-558b-40e7-9138-0b9aee47b278"/>
    <ds:schemaRef ds:uri="f04b59c5-9cbf-40fa-8244-689da47607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937D11-0FED-4F3F-A8F9-EB484FBAC5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B13574-E51B-4FE1-8DD8-D38DAF979A49}">
  <ds:schemaRefs>
    <ds:schemaRef ds:uri="http://schemas.microsoft.com/office/2006/metadata/properties"/>
    <ds:schemaRef ds:uri="http://purl.org/dc/elements/1.1/"/>
    <ds:schemaRef ds:uri="F04B59C5-9CBF-40FA-8244-689DA476070E"/>
    <ds:schemaRef ds:uri="http://schemas.microsoft.com/office/2006/documentManagement/types"/>
    <ds:schemaRef ds:uri="be0067ac-558b-40e7-9138-0b9aee47b278"/>
    <ds:schemaRef ds:uri="http://www.w3.org/XML/1998/namespace"/>
    <ds:schemaRef ds:uri="f04b59c5-9cbf-40fa-8244-689da476070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5029</TotalTime>
  <Words>503</Words>
  <Application>Microsoft Office PowerPoint</Application>
  <PresentationFormat>On-screen Show (4:3)</PresentationFormat>
  <Paragraphs>65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San Francisco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Thanh, Dang Que</dc:creator>
  <cp:lastModifiedBy>Cư, Lê Hoành</cp:lastModifiedBy>
  <cp:revision>350</cp:revision>
  <cp:lastPrinted>2023-05-09T04:38:55Z</cp:lastPrinted>
  <dcterms:created xsi:type="dcterms:W3CDTF">2018-11-09T03:05:11Z</dcterms:created>
  <dcterms:modified xsi:type="dcterms:W3CDTF">2026-05-18T14:20:30Z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0x0101008A08A5461D5136488EFED6F0716767A1</vt:lpwstr>
  </property>
  <property fmtid="{D5CDD505-2E9C-101B-9397-08002B2CF9AE}" pid="3" name="MediaServiceImageTags">
    <vt:lpwstr/>
  </property>
</Properties>
</file>