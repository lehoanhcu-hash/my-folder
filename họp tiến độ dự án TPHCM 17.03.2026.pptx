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6" r:id="rId3"/>
    <p:sldId id="258" r:id="rId4"/>
    <p:sldId id="259" r:id="rId5"/>
    <p:sldId id="263" r:id="rId6"/>
    <p:sldId id="267" r:id="rId7"/>
    <p:sldId id="264" r:id="rId8"/>
    <p:sldId id="265" r:id="rId9"/>
    <p:sldId id="266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56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1394AC-9FDD-4D39-9059-D40DB2CA9F88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0EDB3A-20B9-4C40-95FC-A95DC91AF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57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KCN Tân </a:t>
            </a:r>
            <a:r>
              <a:rPr lang="en-US" dirty="0" err="1"/>
              <a:t>Tạo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EDB3A-20B9-4C40-95FC-A95DC91AF14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203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Tuyển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EDB3A-20B9-4C40-95FC-A95DC91AF14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949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EDB3A-20B9-4C40-95FC-A95DC91AF1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267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05F66-E127-CF73-FCE8-A82D8E72E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D54B3E-3B5A-2510-14E8-43421BD1E6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1BB8D-C336-500C-4517-2066C205E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A2781-5EB5-4F04-932D-D6CB29E5DC48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EC718-EDE1-70D3-668D-4EA671CBE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791CC-6639-5791-4EDC-0AA1B423F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E7836-E067-4829-A0A2-7C166B842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300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5DEEA-7EAC-B1C9-C7CB-3157600E0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7F529-63CE-CB17-4CB8-531D72520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6F3B0-8FFA-4CAB-BD1A-8366D23D3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A2781-5EB5-4F04-932D-D6CB29E5DC48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97C30-770E-E121-0055-1E331B4B6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41376-C590-2E89-AFDE-748F95192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E7836-E067-4829-A0A2-7C166B842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57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EC415-0607-DC19-68C1-01E082DB3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46FFB3-5B45-E2CB-E27A-3A22D1255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2E8E4-660C-5ED9-AD38-FA356216F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A2781-5EB5-4F04-932D-D6CB29E5DC48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4CA81-0C34-CCE9-2A38-0DBF7F860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0D86F-E8F2-10A7-E65C-B55B40FDD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E7836-E067-4829-A0A2-7C166B842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918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18713-F9E6-518A-C2EE-74161BEC5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30A1D-DF7C-AE54-1855-E976C2DB71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C21F4F-8E5A-CBBC-4041-29025BE1F7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CB4E95-251B-FFED-DE27-3F4D1B3F6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A2781-5EB5-4F04-932D-D6CB29E5DC48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A1F91-6A97-537F-6B37-7D693B1EB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403976-19AA-FCB4-C3ED-95C6AE929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E7836-E067-4829-A0A2-7C166B842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82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CB605-AEAE-1348-F91A-9C90E1B10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AEF7D-FEC7-DB71-9BC8-F6E3A7173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63FD7A-1582-D54B-6AE6-409D9B19FC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A7FCFC-A59A-595A-5F45-C10E8BA99E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698A70-86AA-11FA-70AA-54536B7219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14B4E5-5D01-033A-0F66-A3F97D1CB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A2781-5EB5-4F04-932D-D6CB29E5DC48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E9EC59-1E40-DCF7-DFAB-BC4E70408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675911-92EE-0901-F93C-D93455FBB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E7836-E067-4829-A0A2-7C166B842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76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8B840-3E09-3C64-AC8B-0B8C82DF9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F50B43-0140-F851-D8AA-E11709FA6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A2781-5EB5-4F04-932D-D6CB29E5DC48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FDC027-8841-0C86-3DCB-C9FB5E617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1D8F3E-C1ED-B0C6-D21A-AA44FCD88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E7836-E067-4829-A0A2-7C166B842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783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BCF9D8-F023-B136-7F17-CC8F4CE4B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A2781-5EB5-4F04-932D-D6CB29E5DC48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839EA-EE63-D3E6-0C6E-CCA797CD8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E6055-A3E5-78B4-CED2-C1C6E73F6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E7836-E067-4829-A0A2-7C166B842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066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FF50D-4109-B136-8AE7-E3B1956ED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4B9B5-5FA5-66C0-7910-42893D78D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DA57B9-F5D7-9915-1EC9-377F8183E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54806-23F9-B584-F533-C9E7B0754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A2781-5EB5-4F04-932D-D6CB29E5DC48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0A556-42B6-5BCB-D9AE-587A79BC1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9AF02F-10F2-CA62-D5D2-C23409B44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E7836-E067-4829-A0A2-7C166B842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4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1D09E-C8AA-0474-1452-D025155F3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AB65FB-97AA-C00B-7ED0-C698D1878C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CFA32-225F-8020-09F8-8B28A85F2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23301-3C12-C300-C85D-B67E3ABF6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A2781-5EB5-4F04-932D-D6CB29E5DC48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229699-F4D8-DF3A-4B5C-A1DD86E34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4C3FB1-227C-A78C-03CD-3857EA5ED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E7836-E067-4829-A0A2-7C166B842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974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26550-DE70-6854-1D74-B8AA69FC6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52C02B-9D04-4603-31A3-1BB183D3FC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57287-440D-811C-D79B-FB3DFC059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A2781-5EB5-4F04-932D-D6CB29E5DC48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005D-F2CC-7AC7-DC37-222236FB2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469A4-5DF5-5F2E-7E1A-0E906BB8B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E7836-E067-4829-A0A2-7C166B842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911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D2E125-88B1-05C4-9301-9B60A9D2AC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D3A6E6-45CA-AE3F-CA9B-B638AE2AD3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806A7-399B-81E2-2595-692C2744D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A2781-5EB5-4F04-932D-D6CB29E5DC48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EF3E-E12B-4F8A-BFB2-64669C144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1C69F-D9A9-4B2D-8C5E-76B3F9DEC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E7836-E067-4829-A0A2-7C166B842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157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13574-9745-DEB9-EC0B-0A2AC5B82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8DC7C9-486E-A095-1D9F-D771ABCDB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A7B51-1D56-0196-3005-C6D90D0747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CA2781-5EB5-4F04-932D-D6CB29E5DC48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53979-113C-152F-D93C-B0E1DD07C6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6C8BB-EA71-9BF2-FE57-DA46A2A8DC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FE7836-E067-4829-A0A2-7C166B842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315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7E20A-4432-8AB6-AC43-344871F85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17.03.2026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BD0DB-A818-B0ED-CBA0-C933B8F87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13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73321-00B2-5C76-BB3C-26EA9ADC12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A20CEF-59FC-DCCF-7F9E-A74C3C374D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BA6CD5-A3DF-4709-4779-13A8C8755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486" y="322084"/>
            <a:ext cx="11930284" cy="6329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234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2F8B7-0DB6-0A9B-5DD7-3ED9F91DE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5FD95-3619-7483-821B-87765D48C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8B92F-5041-C331-3660-96B31FFFD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6436E4-F5A0-4395-C3E1-A1DDE07F7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36" y="365125"/>
            <a:ext cx="11740798" cy="640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779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153FD-6B8E-7F58-B1EA-5411EF916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3BF6A-B427-5350-4D23-8C91F4C8D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Tân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Phát_KHO</a:t>
            </a:r>
            <a:r>
              <a:rPr lang="en-US" dirty="0"/>
              <a:t> TÂN ĐẠI HƯNG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D1384-A015-42AE-E730-A8D65B4AA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042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8D2D8-1D9C-AB92-7BB2-0587D6E5E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AF270-9EE6-5F57-1555-9AFE964A8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A575C-E9B5-08B5-E525-1BBE99790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C94C95-B3D6-8D35-F607-41AC61A9F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077" y="1146057"/>
            <a:ext cx="8661845" cy="456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81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1FC1F-4E19-9978-EEC8-902DB4BA1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3CB2C-7176-DE9A-A663-E2B35D0E0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7F523-97B7-3B2C-B443-D783469CF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AC6F5E-E261-7482-0701-9124D6102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36" y="1714351"/>
            <a:ext cx="6096528" cy="342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477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7A432-E7FB-F683-6891-405A41C6D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3D943-2E7C-DE74-77BD-B88931F27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7E629-5237-0E70-E635-E8B71D53F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054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5FEFB-0C04-3004-17BC-D5CE5C00C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014-B106-9876-DF30-B42556605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13839-2B42-433A-27A5-B868C8E8A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825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9E9A0-35B3-F0AA-D9AF-4629F902E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6C474-9773-20FB-3CCD-FC2643CEA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D7DEC-4C84-CD0D-EB0A-C012B95E4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785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E529B-B62B-D579-F5B6-7394FB3A5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890F3-502A-7D3C-717A-F7CF6C767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B8B89-133F-8794-E373-78868F1D9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263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C93DE-FB8B-8D2E-8B3E-E77DFB000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CCC36-E058-2ECF-F79B-8FFF1B318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A53A4-2BBC-A627-8000-F5BCBCA85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688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58B45-FF91-7600-E010-FCAB7C406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39769-F068-FD91-E9A2-96BA2CA3E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3C825-EB40-F9B6-1847-3DAF387AE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192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27</Words>
  <Application>Microsoft Office PowerPoint</Application>
  <PresentationFormat>Widescreen</PresentationFormat>
  <Paragraphs>8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Cập nhập tiến độ dự án 17.03.2026</vt:lpstr>
      <vt:lpstr>PowerPoint Presentation</vt:lpstr>
      <vt:lpstr>PowerPoint Presentation</vt:lpstr>
      <vt:lpstr>Dự án Tân Đại Phát_KHO TÂN ĐẠI HƯNG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Cư, Lê Hoành</dc:creator>
  <cp:lastModifiedBy>Cư, Lê Hoành</cp:lastModifiedBy>
  <cp:revision>10</cp:revision>
  <dcterms:created xsi:type="dcterms:W3CDTF">2026-03-17T07:42:30Z</dcterms:created>
  <dcterms:modified xsi:type="dcterms:W3CDTF">2026-03-17T08:13:44Z</dcterms:modified>
</cp:coreProperties>
</file>