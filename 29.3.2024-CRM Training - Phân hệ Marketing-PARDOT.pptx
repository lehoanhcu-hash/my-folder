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51" r:id="rId5"/>
    <p:sldMasterId id="2147483670" r:id="rId6"/>
    <p:sldMasterId id="2147483673" r:id="rId7"/>
  </p:sldMasterIdLst>
  <p:notesMasterIdLst>
    <p:notesMasterId r:id="rId82"/>
  </p:notesMasterIdLst>
  <p:sldIdLst>
    <p:sldId id="256" r:id="rId8"/>
    <p:sldId id="257" r:id="rId9"/>
    <p:sldId id="332" r:id="rId10"/>
    <p:sldId id="258" r:id="rId11"/>
    <p:sldId id="259" r:id="rId12"/>
    <p:sldId id="327" r:id="rId13"/>
    <p:sldId id="329" r:id="rId14"/>
    <p:sldId id="330"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Lst>
  <p:sldSz cx="12192000" cy="6858000"/>
  <p:notesSz cx="6858000" cy="9144000"/>
  <p:embeddedFontLst>
    <p:embeddedFont>
      <p:font typeface="Roboto" panose="02000000000000000000" pitchFamily="2" charset="0"/>
      <p:regular r:id="rId83"/>
      <p:bold r:id="rId84"/>
      <p:italic r:id="rId85"/>
      <p:boldItalic r:id="rId86"/>
    </p:embeddedFont>
    <p:embeddedFont>
      <p:font typeface="Times" panose="02020603050405020304" pitchFamily="18" charset="0"/>
      <p:regular r:id="rId87"/>
      <p:bold r:id="rId88"/>
      <p:italic r:id="rId89"/>
      <p:boldItalic r:id="rId90"/>
    </p:embeddedFont>
    <p:embeddedFont>
      <p:font typeface="Verdana" panose="020B0604030504040204" pitchFamily="34" charset="0"/>
      <p:regular r:id="rId91"/>
      <p:bold r:id="rId92"/>
      <p:italic r:id="rId93"/>
      <p:boldItalic r:id="rId9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5" roundtripDataSignature="AMtx7mhqmqpux0jJi5u57pTsYoy5XYVyi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DD46BF-CC14-4A7B-A585-924263ADFFD5}" v="7" dt="2024-03-28T08:53:15.483"/>
  </p1510:revLst>
</p1510:revInfo>
</file>

<file path=ppt/tableStyles.xml><?xml version="1.0" encoding="utf-8"?>
<a:tblStyleLst xmlns:a="http://schemas.openxmlformats.org/drawingml/2006/main" def="{159DADAA-D26A-4386-AA5C-913205F9A5BB}">
  <a:tblStyle styleId="{159DADAA-D26A-4386-AA5C-913205F9A5BB}"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80BB36C3-4DBC-4C4D-80D7-940B4A4E3728}" styleName="Table_1">
    <a:wholeTbl>
      <a:tcTxStyle b="off" i="off">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2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font" Target="fonts/font2.fntdata"/><Relationship Id="rId89" Type="http://schemas.openxmlformats.org/officeDocument/2006/relationships/font" Target="fonts/font7.fntdata"/><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5" Type="http://schemas.openxmlformats.org/officeDocument/2006/relationships/slideMaster" Target="slideMasters/slideMaster2.xml"/><Relationship Id="rId90" Type="http://schemas.openxmlformats.org/officeDocument/2006/relationships/font" Target="fonts/font8.fntdata"/><Relationship Id="rId95" Type="http://customschemas.google.com/relationships/presentationmetadata" Target="metadata"/><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80" Type="http://schemas.openxmlformats.org/officeDocument/2006/relationships/slide" Target="slides/slide73.xml"/><Relationship Id="rId85" Type="http://schemas.openxmlformats.org/officeDocument/2006/relationships/font" Target="fonts/font3.fntdata"/><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font" Target="fonts/font1.fntdata"/><Relationship Id="rId88" Type="http://schemas.openxmlformats.org/officeDocument/2006/relationships/font" Target="fonts/font6.fntdata"/><Relationship Id="rId91" Type="http://schemas.openxmlformats.org/officeDocument/2006/relationships/font" Target="fonts/font9.fntdata"/><Relationship Id="rId9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font" Target="fonts/font4.fntdata"/><Relationship Id="rId94" Type="http://schemas.openxmlformats.org/officeDocument/2006/relationships/font" Target="fonts/font12.fntdata"/><Relationship Id="rId99" Type="http://schemas.openxmlformats.org/officeDocument/2006/relationships/tableStyles" Target="tableStyles.xml"/><Relationship Id="rId10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viewProps" Target="viewProps.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font" Target="fonts/font10.fntdata"/><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font" Target="fonts/font5.fntdata"/><Relationship Id="rId61" Type="http://schemas.openxmlformats.org/officeDocument/2006/relationships/slide" Target="slides/slide54.xml"/><Relationship Id="rId82" Type="http://schemas.openxmlformats.org/officeDocument/2006/relationships/notesMaster" Target="notesMasters/notesMaster1.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microsoft.com/office/2016/11/relationships/changesInfo" Target="changesInfos/changesInfo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font" Target="fonts/font11.fntdata"/><Relationship Id="rId98" Type="http://schemas.openxmlformats.org/officeDocument/2006/relationships/theme" Target="theme/theme1.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ếu, Lê Viết Đông" userId="S::levietdonghieu@duytangroup.com::377408ec-ad35-4fc0-a72a-8ff506edd36e" providerId="AD" clId="Web-{F511E778-125E-6907-EBCE-ED04256CD2E4}"/>
    <pc:docChg chg="modSld">
      <pc:chgData name="Hiếu, Lê Viết Đông" userId="S::levietdonghieu@duytangroup.com::377408ec-ad35-4fc0-a72a-8ff506edd36e" providerId="AD" clId="Web-{F511E778-125E-6907-EBCE-ED04256CD2E4}" dt="2024-03-29T08:53:46.064" v="102"/>
      <pc:docMkLst>
        <pc:docMk/>
      </pc:docMkLst>
      <pc:sldChg chg="modNotes">
        <pc:chgData name="Hiếu, Lê Viết Đông" userId="S::levietdonghieu@duytangroup.com::377408ec-ad35-4fc0-a72a-8ff506edd36e" providerId="AD" clId="Web-{F511E778-125E-6907-EBCE-ED04256CD2E4}" dt="2024-03-29T08:53:46.064" v="102"/>
        <pc:sldMkLst>
          <pc:docMk/>
          <pc:sldMk cId="0" sldId="323"/>
        </pc:sldMkLst>
      </pc:sldChg>
    </pc:docChg>
  </pc:docChgLst>
  <pc:docChgLst>
    <pc:chgData name="Huế, Lê Thị" userId="c06f4d93-e576-417d-b955-96d70b186bab" providerId="ADAL" clId="{97DD46BF-CC14-4A7B-A585-924263ADFFD5}"/>
    <pc:docChg chg="custSel addSld delSld modSld">
      <pc:chgData name="Huế, Lê Thị" userId="c06f4d93-e576-417d-b955-96d70b186bab" providerId="ADAL" clId="{97DD46BF-CC14-4A7B-A585-924263ADFFD5}" dt="2024-03-28T10:12:35.147" v="79" actId="1076"/>
      <pc:docMkLst>
        <pc:docMk/>
      </pc:docMkLst>
      <pc:sldChg chg="addSp delSp modSp mod">
        <pc:chgData name="Huế, Lê Thị" userId="c06f4d93-e576-417d-b955-96d70b186bab" providerId="ADAL" clId="{97DD46BF-CC14-4A7B-A585-924263ADFFD5}" dt="2024-03-28T10:12:17.437" v="76" actId="1076"/>
        <pc:sldMkLst>
          <pc:docMk/>
          <pc:sldMk cId="0" sldId="257"/>
        </pc:sldMkLst>
        <pc:spChg chg="add del mod">
          <ac:chgData name="Huế, Lê Thị" userId="c06f4d93-e576-417d-b955-96d70b186bab" providerId="ADAL" clId="{97DD46BF-CC14-4A7B-A585-924263ADFFD5}" dt="2024-03-28T08:46:28.138" v="5" actId="478"/>
          <ac:spMkLst>
            <pc:docMk/>
            <pc:sldMk cId="0" sldId="257"/>
            <ac:spMk id="2" creationId="{B30FF5EF-D860-C84D-4B68-95525CD7A139}"/>
          </ac:spMkLst>
        </pc:spChg>
        <pc:spChg chg="add del mod">
          <ac:chgData name="Huế, Lê Thị" userId="c06f4d93-e576-417d-b955-96d70b186bab" providerId="ADAL" clId="{97DD46BF-CC14-4A7B-A585-924263ADFFD5}" dt="2024-03-28T10:12:12.891" v="75" actId="478"/>
          <ac:spMkLst>
            <pc:docMk/>
            <pc:sldMk cId="0" sldId="257"/>
            <ac:spMk id="3" creationId="{404EF0A6-2753-5A5F-C8CC-DECD5395195E}"/>
          </ac:spMkLst>
        </pc:spChg>
        <pc:spChg chg="add del mod">
          <ac:chgData name="Huế, Lê Thị" userId="c06f4d93-e576-417d-b955-96d70b186bab" providerId="ADAL" clId="{97DD46BF-CC14-4A7B-A585-924263ADFFD5}" dt="2024-03-28T10:12:12.891" v="75" actId="478"/>
          <ac:spMkLst>
            <pc:docMk/>
            <pc:sldMk cId="0" sldId="257"/>
            <ac:spMk id="4" creationId="{4A1236D5-2F66-D431-9F81-974B4AF9BA68}"/>
          </ac:spMkLst>
        </pc:spChg>
        <pc:spChg chg="add del mod">
          <ac:chgData name="Huế, Lê Thị" userId="c06f4d93-e576-417d-b955-96d70b186bab" providerId="ADAL" clId="{97DD46BF-CC14-4A7B-A585-924263ADFFD5}" dt="2024-03-28T10:12:12.891" v="75" actId="478"/>
          <ac:spMkLst>
            <pc:docMk/>
            <pc:sldMk cId="0" sldId="257"/>
            <ac:spMk id="5" creationId="{9BA1B78B-1E6D-8959-63DC-F87DE1D2A04D}"/>
          </ac:spMkLst>
        </pc:spChg>
        <pc:spChg chg="add del mod">
          <ac:chgData name="Huế, Lê Thị" userId="c06f4d93-e576-417d-b955-96d70b186bab" providerId="ADAL" clId="{97DD46BF-CC14-4A7B-A585-924263ADFFD5}" dt="2024-03-28T10:12:12.891" v="75" actId="478"/>
          <ac:spMkLst>
            <pc:docMk/>
            <pc:sldMk cId="0" sldId="257"/>
            <ac:spMk id="6" creationId="{94D47F6B-7190-EDDF-309E-1C9B239C8C70}"/>
          </ac:spMkLst>
        </pc:spChg>
        <pc:spChg chg="add del mod">
          <ac:chgData name="Huế, Lê Thị" userId="c06f4d93-e576-417d-b955-96d70b186bab" providerId="ADAL" clId="{97DD46BF-CC14-4A7B-A585-924263ADFFD5}" dt="2024-03-28T10:12:12.891" v="75" actId="478"/>
          <ac:spMkLst>
            <pc:docMk/>
            <pc:sldMk cId="0" sldId="257"/>
            <ac:spMk id="7" creationId="{59C5E73C-DC04-5F3A-D005-4F055AB6B726}"/>
          </ac:spMkLst>
        </pc:spChg>
        <pc:spChg chg="add del mod">
          <ac:chgData name="Huế, Lê Thị" userId="c06f4d93-e576-417d-b955-96d70b186bab" providerId="ADAL" clId="{97DD46BF-CC14-4A7B-A585-924263ADFFD5}" dt="2024-03-28T10:12:12.891" v="75" actId="478"/>
          <ac:spMkLst>
            <pc:docMk/>
            <pc:sldMk cId="0" sldId="257"/>
            <ac:spMk id="8" creationId="{98A65FBB-558E-6D51-35F5-4AEFF65DA503}"/>
          </ac:spMkLst>
        </pc:spChg>
        <pc:picChg chg="mod">
          <ac:chgData name="Huế, Lê Thị" userId="c06f4d93-e576-417d-b955-96d70b186bab" providerId="ADAL" clId="{97DD46BF-CC14-4A7B-A585-924263ADFFD5}" dt="2024-03-28T10:12:17.437" v="76" actId="1076"/>
          <ac:picMkLst>
            <pc:docMk/>
            <pc:sldMk cId="0" sldId="257"/>
            <ac:picMk id="235" creationId="{00000000-0000-0000-0000-000000000000}"/>
          </ac:picMkLst>
        </pc:picChg>
      </pc:sldChg>
      <pc:sldChg chg="new del">
        <pc:chgData name="Huế, Lê Thị" userId="c06f4d93-e576-417d-b955-96d70b186bab" providerId="ADAL" clId="{97DD46BF-CC14-4A7B-A585-924263ADFFD5}" dt="2024-03-28T08:51:34.743" v="38" actId="47"/>
        <pc:sldMkLst>
          <pc:docMk/>
          <pc:sldMk cId="1400308053" sldId="331"/>
        </pc:sldMkLst>
      </pc:sldChg>
      <pc:sldChg chg="addSp delSp modSp add mod">
        <pc:chgData name="Huế, Lê Thị" userId="c06f4d93-e576-417d-b955-96d70b186bab" providerId="ADAL" clId="{97DD46BF-CC14-4A7B-A585-924263ADFFD5}" dt="2024-03-28T10:12:35.147" v="79" actId="1076"/>
        <pc:sldMkLst>
          <pc:docMk/>
          <pc:sldMk cId="1885536916" sldId="332"/>
        </pc:sldMkLst>
        <pc:spChg chg="add mod">
          <ac:chgData name="Huế, Lê Thị" userId="c06f4d93-e576-417d-b955-96d70b186bab" providerId="ADAL" clId="{97DD46BF-CC14-4A7B-A585-924263ADFFD5}" dt="2024-03-28T08:52:43.141" v="48" actId="208"/>
          <ac:spMkLst>
            <pc:docMk/>
            <pc:sldMk cId="1885536916" sldId="332"/>
            <ac:spMk id="2" creationId="{8235662A-B585-72A1-A022-47D4C075866E}"/>
          </ac:spMkLst>
        </pc:spChg>
        <pc:spChg chg="mod">
          <ac:chgData name="Huế, Lê Thị" userId="c06f4d93-e576-417d-b955-96d70b186bab" providerId="ADAL" clId="{97DD46BF-CC14-4A7B-A585-924263ADFFD5}" dt="2024-03-28T08:52:23.948" v="44" actId="14100"/>
          <ac:spMkLst>
            <pc:docMk/>
            <pc:sldMk cId="1885536916" sldId="332"/>
            <ac:spMk id="3" creationId="{404EF0A6-2753-5A5F-C8CC-DECD5395195E}"/>
          </ac:spMkLst>
        </pc:spChg>
        <pc:spChg chg="mod">
          <ac:chgData name="Huế, Lê Thị" userId="c06f4d93-e576-417d-b955-96d70b186bab" providerId="ADAL" clId="{97DD46BF-CC14-4A7B-A585-924263ADFFD5}" dt="2024-03-28T10:12:25.994" v="77" actId="1076"/>
          <ac:spMkLst>
            <pc:docMk/>
            <pc:sldMk cId="1885536916" sldId="332"/>
            <ac:spMk id="4" creationId="{4A1236D5-2F66-D431-9F81-974B4AF9BA68}"/>
          </ac:spMkLst>
        </pc:spChg>
        <pc:spChg chg="mod">
          <ac:chgData name="Huế, Lê Thị" userId="c06f4d93-e576-417d-b955-96d70b186bab" providerId="ADAL" clId="{97DD46BF-CC14-4A7B-A585-924263ADFFD5}" dt="2024-03-28T08:52:01.661" v="41" actId="13822"/>
          <ac:spMkLst>
            <pc:docMk/>
            <pc:sldMk cId="1885536916" sldId="332"/>
            <ac:spMk id="5" creationId="{9BA1B78B-1E6D-8959-63DC-F87DE1D2A04D}"/>
          </ac:spMkLst>
        </pc:spChg>
        <pc:spChg chg="mod">
          <ac:chgData name="Huế, Lê Thị" userId="c06f4d93-e576-417d-b955-96d70b186bab" providerId="ADAL" clId="{97DD46BF-CC14-4A7B-A585-924263ADFFD5}" dt="2024-03-28T10:12:31.747" v="78" actId="1076"/>
          <ac:spMkLst>
            <pc:docMk/>
            <pc:sldMk cId="1885536916" sldId="332"/>
            <ac:spMk id="6" creationId="{94D47F6B-7190-EDDF-309E-1C9B239C8C70}"/>
          </ac:spMkLst>
        </pc:spChg>
        <pc:spChg chg="mod">
          <ac:chgData name="Huế, Lê Thị" userId="c06f4d93-e576-417d-b955-96d70b186bab" providerId="ADAL" clId="{97DD46BF-CC14-4A7B-A585-924263ADFFD5}" dt="2024-03-28T08:53:07.841" v="52" actId="13822"/>
          <ac:spMkLst>
            <pc:docMk/>
            <pc:sldMk cId="1885536916" sldId="332"/>
            <ac:spMk id="7" creationId="{59C5E73C-DC04-5F3A-D005-4F055AB6B726}"/>
          </ac:spMkLst>
        </pc:spChg>
        <pc:spChg chg="mod">
          <ac:chgData name="Huế, Lê Thị" userId="c06f4d93-e576-417d-b955-96d70b186bab" providerId="ADAL" clId="{97DD46BF-CC14-4A7B-A585-924263ADFFD5}" dt="2024-03-28T10:12:35.147" v="79" actId="1076"/>
          <ac:spMkLst>
            <pc:docMk/>
            <pc:sldMk cId="1885536916" sldId="332"/>
            <ac:spMk id="8" creationId="{98A65FBB-558E-6D51-35F5-4AEFF65DA503}"/>
          </ac:spMkLst>
        </pc:spChg>
        <pc:spChg chg="add mod">
          <ac:chgData name="Huế, Lê Thị" userId="c06f4d93-e576-417d-b955-96d70b186bab" providerId="ADAL" clId="{97DD46BF-CC14-4A7B-A585-924263ADFFD5}" dt="2024-03-28T08:52:57.825" v="51" actId="207"/>
          <ac:spMkLst>
            <pc:docMk/>
            <pc:sldMk cId="1885536916" sldId="332"/>
            <ac:spMk id="9" creationId="{A7A5020A-5B29-3FB3-AE63-6DB5FD3B02FB}"/>
          </ac:spMkLst>
        </pc:spChg>
        <pc:spChg chg="add mod">
          <ac:chgData name="Huế, Lê Thị" userId="c06f4d93-e576-417d-b955-96d70b186bab" providerId="ADAL" clId="{97DD46BF-CC14-4A7B-A585-924263ADFFD5}" dt="2024-03-28T08:54:27.858" v="71" actId="1076"/>
          <ac:spMkLst>
            <pc:docMk/>
            <pc:sldMk cId="1885536916" sldId="332"/>
            <ac:spMk id="10" creationId="{8A04A747-9E4C-77D4-F089-CAED864BED54}"/>
          </ac:spMkLst>
        </pc:spChg>
        <pc:spChg chg="add mod">
          <ac:chgData name="Huế, Lê Thị" userId="c06f4d93-e576-417d-b955-96d70b186bab" providerId="ADAL" clId="{97DD46BF-CC14-4A7B-A585-924263ADFFD5}" dt="2024-03-28T08:54:27.858" v="71" actId="1076"/>
          <ac:spMkLst>
            <pc:docMk/>
            <pc:sldMk cId="1885536916" sldId="332"/>
            <ac:spMk id="11" creationId="{B4EC0C6E-E679-6F58-219E-AAFEF0040924}"/>
          </ac:spMkLst>
        </pc:spChg>
        <pc:picChg chg="del">
          <ac:chgData name="Huế, Lê Thị" userId="c06f4d93-e576-417d-b955-96d70b186bab" providerId="ADAL" clId="{97DD46BF-CC14-4A7B-A585-924263ADFFD5}" dt="2024-03-28T08:51:39.035" v="39" actId="478"/>
          <ac:picMkLst>
            <pc:docMk/>
            <pc:sldMk cId="1885536916" sldId="332"/>
            <ac:picMk id="235"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1d0ad6de515_0_6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1d0ad6de515_0_6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g1d0ad6de515_0_6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1d0ad6de515_0_6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1d0ad6de515_0_6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g1d0ad6de515_0_6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extLst>
      <p:ext uri="{BB962C8B-B14F-4D97-AF65-F5344CB8AC3E}">
        <p14:creationId xmlns:p14="http://schemas.microsoft.com/office/powerpoint/2010/main" val="2267687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1d0ad6de515_0_27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g1d0ad6de515_0_27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g1d0ad6de515_0_27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 name="Google Shape;24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2667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31159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7111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1d0ad6de515_0_1020: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260" name="Google Shape;260;g1d0ad6de515_0_1020: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1d0ad6de515_0_15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g1d0ad6de515_0_15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g1d0ad6de515_0_15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d0ad6de515_0_16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g1d0ad6de515_0_16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g1d0ad6de515_0_16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1d0ad6de515_0_16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3" name="Google Shape;283;g1d0ad6de515_0_16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g1d0ad6de515_0_16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1d0ad6de515_0_16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1d0ad6de515_0_16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1d0ad6de515_0_16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1d0ad6de515_0_16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g1d0ad6de515_0_16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0" name="Google Shape;300;g1d0ad6de515_0_16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1d0ad6de515_0_16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g1d0ad6de515_0_16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0" name="Google Shape;310;g1d0ad6de515_0_16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1d0ad6de515_0_16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7" name="Google Shape;317;g1d0ad6de515_0_16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8" name="Google Shape;318;g1d0ad6de515_0_166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1ff22d065e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7" name="Google Shape;327;g21ff22d065e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8" name="Google Shape;328;g21ff22d065e_0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1d0ad6de515_0_16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g1d0ad6de515_0_16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g1d0ad6de515_0_16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21ff22d065e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g21ff22d065e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5" name="Google Shape;345;g21ff22d065e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1d0ad6de515_0_1691: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353" name="Google Shape;353;g1d0ad6de515_0_1691: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1d0ad6de515_0_1872: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361" name="Google Shape;361;g1d0ad6de515_0_1872: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1d0ad6de515_0_1877: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367" name="Google Shape;367;g1d0ad6de515_0_1877: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1d0ad6de515_0_1883: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374" name="Google Shape;374;g1d0ad6de515_0_1883: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1d0ad6de515_0_1890: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382" name="Google Shape;382;g1d0ad6de515_0_1890: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d0ad6de515_0_1897: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390" name="Google Shape;390;g1d0ad6de515_0_1897: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1d0ad6de515_0_1904: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398" name="Google Shape;398;g1d0ad6de515_0_1904: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1d0ad6de515_0_1911: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406" name="Google Shape;406;g1d0ad6de515_0_1911: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1d0ad6de515_0_1918: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414" name="Google Shape;414;g1d0ad6de515_0_1918: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1d0ad6de515_0_1924: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421" name="Google Shape;421;g1d0ad6de515_0_1924: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1d0ad6de515_0_1932: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430" name="Google Shape;430;g1d0ad6de515_0_1932: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1d0ad6de515_0_2112: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437" name="Google Shape;437;g1d0ad6de515_0_2112: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1d0ad6de515_0_2117: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443" name="Google Shape;443;g1d0ad6de515_0_2117: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1d0ad6de515_0_2123: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450" name="Google Shape;450;g1d0ad6de515_0_2123: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1d0ad6de515_0_2130: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458" name="Google Shape;458;g1d0ad6de515_0_2130: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1d0ad6de515_0_2137: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466" name="Google Shape;466;g1d0ad6de515_0_2137: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1d0ad6de515_0_2144: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474" name="Google Shape;474;g1d0ad6de515_0_2144: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1d0ad6de515_0_1201: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481" name="Google Shape;481;g1d0ad6de515_0_1201: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1d0ad6de515_0_15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1d0ad6de515_0_15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9" name="Google Shape;489;g1d0ad6de515_0_15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1d0ad6de515_0_2324: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496" name="Google Shape;496;g1d0ad6de515_0_2324: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1d0ad6de515_0_2331: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504" name="Google Shape;504;g1d0ad6de515_0_2331: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1d0ad6de515_0_2338: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512" name="Google Shape;512;g1d0ad6de515_0_2338: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1d0ad6de515_0_2345: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520" name="Google Shape;520;g1d0ad6de515_0_2345: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1d0ad6de515_0_2353: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529" name="Google Shape;529;g1d0ad6de515_0_2353: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1d0ad6de515_0_2360: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537" name="Google Shape;537;g1d0ad6de515_0_2360: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1d0ad6de515_0_2367: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545" name="Google Shape;545;g1d0ad6de515_0_2367: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1d0ad6de515_0_2375: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554" name="Google Shape;554;g1d0ad6de515_0_2375: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1d0ad6de515_0_25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9" name="Google Shape;569;g1d0ad6de515_0_25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0" name="Google Shape;570;g1d0ad6de515_0_25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1d0ad6de515_0_1381:notes"/>
          <p:cNvSpPr>
            <a:spLocks noGrp="1" noRot="1" noChangeAspect="1"/>
          </p:cNvSpPr>
          <p:nvPr>
            <p:ph type="sldImg" idx="2"/>
          </p:nvPr>
        </p:nvSpPr>
        <p:spPr>
          <a:xfrm>
            <a:off x="382588" y="685800"/>
            <a:ext cx="6092825"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accent2"/>
            </a:solidFill>
            <a:prstDash val="solid"/>
            <a:round/>
            <a:headEnd type="none" w="sm" len="sm"/>
            <a:tailEnd type="none" w="sm" len="sm"/>
          </a:ln>
        </p:spPr>
      </p:sp>
      <p:sp>
        <p:nvSpPr>
          <p:cNvPr id="578" name="Google Shape;578;g1d0ad6de515_0_1381:notes"/>
          <p:cNvSpPr txBox="1">
            <a:spLocks noGrp="1"/>
          </p:cNvSpPr>
          <p:nvPr>
            <p:ph type="body" idx="1"/>
          </p:nvPr>
        </p:nvSpPr>
        <p:spPr>
          <a:xfrm>
            <a:off x="399118" y="4343400"/>
            <a:ext cx="6059700" cy="4114800"/>
          </a:xfrm>
          <a:prstGeom prst="rect">
            <a:avLst/>
          </a:prstGeom>
          <a:noFill/>
          <a:ln>
            <a:noFill/>
          </a:ln>
        </p:spPr>
        <p:txBody>
          <a:bodyPr spcFirstLastPara="1" wrap="square" lIns="93250" tIns="46600" rIns="93250" bIns="46600" anchor="t" anchorCtr="0">
            <a:noAutofit/>
          </a:bodyPr>
          <a:lstStyle/>
          <a:p>
            <a:pPr marL="0" lvl="0" indent="0" algn="l" rtl="0">
              <a:lnSpc>
                <a:spcPct val="100000"/>
              </a:lnSpc>
              <a:spcBef>
                <a:spcPts val="0"/>
              </a:spcBef>
              <a:spcAft>
                <a:spcPts val="0"/>
              </a:spcAft>
              <a:buSzPts val="9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1d0ad6de515_0_15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5" name="Google Shape;585;g1d0ad6de515_0_15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6" name="Google Shape;586;g1d0ad6de515_0_15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1d0ad6de515_0_25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3" name="Google Shape;593;g1d0ad6de515_0_25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4" name="Google Shape;594;g1d0ad6de515_0_25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1d0ad6de515_0_27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1" name="Google Shape;601;g1d0ad6de515_0_27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2" name="Google Shape;602;g1d0ad6de515_0_27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52</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g1d0ad6de515_0_25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1" name="Google Shape;611;g1d0ad6de515_0_25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2" name="Google Shape;612;g1d0ad6de515_0_257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1d0ad6de515_0_26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0" name="Google Shape;620;g1d0ad6de515_0_26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1" name="Google Shape;621;g1d0ad6de515_0_26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1d0ad6de515_0_26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0" name="Google Shape;630;g1d0ad6de515_0_26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1" name="Google Shape;631;g1d0ad6de515_0_26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g1d0ad6de515_0_26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0" name="Google Shape;640;g1d0ad6de515_0_26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1" name="Google Shape;641;g1d0ad6de515_0_26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d0ad6de515_0_26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9" name="Google Shape;649;g1d0ad6de515_0_26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g1d0ad6de515_0_26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1d0ad6de515_0_26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9" name="Google Shape;659;g1d0ad6de515_0_26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0" name="Google Shape;660;g1d0ad6de515_0_26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1d0ad6de515_0_26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9" name="Google Shape;669;g1d0ad6de515_0_26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0" name="Google Shape;670;g1d0ad6de515_0_26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1d0ad6de515_0_26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8" name="Google Shape;678;g1d0ad6de515_0_26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9" name="Google Shape;679;g1d0ad6de515_0_26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d0ad6de515_0_26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6" name="Google Shape;686;g1d0ad6de515_0_26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7" name="Google Shape;687;g1d0ad6de515_0_26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1d0ad6de515_0_27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1d0ad6de515_0_27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1d0ad6de515_0_27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g1d0ad6de515_0_27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4" name="Google Shape;704;g1d0ad6de515_0_27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5" name="Google Shape;705;g1d0ad6de515_0_27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1d0ad6de515_0_27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3" name="Google Shape;713;g1d0ad6de515_0_27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4" name="Google Shape;714;g1d0ad6de515_0_27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1ff22d065e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21ff22d065e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21ff22d065e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1ff22d065e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21ff22d065e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21ff22d065e_0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1d0ad6de515_0_15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8" name="Google Shape;738;g1d0ad6de515_0_15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9" name="Google Shape;739;g1d0ad6de515_0_15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1d0ad6de515_0_15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5" name="Google Shape;745;g1d0ad6de515_0_15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6" name="Google Shape;746;g1d0ad6de515_0_15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68</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9" name="Google Shape;75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indent="0"/>
            <a:r>
              <a:rPr lang="en-US" dirty="0"/>
              <a:t>Báo </a:t>
            </a:r>
            <a:r>
              <a:rPr lang="en-US" err="1"/>
              <a:t>cáo</a:t>
            </a:r>
            <a:r>
              <a:rPr lang="en-US" dirty="0"/>
              <a:t> </a:t>
            </a:r>
            <a:r>
              <a:rPr lang="en-US" err="1"/>
              <a:t>các</a:t>
            </a:r>
            <a:r>
              <a:rPr lang="en-US" dirty="0"/>
              <a:t> </a:t>
            </a:r>
            <a:r>
              <a:rPr lang="en-US" err="1"/>
              <a:t>hoạt</a:t>
            </a:r>
            <a:r>
              <a:rPr lang="en-US" dirty="0"/>
              <a:t> </a:t>
            </a:r>
            <a:r>
              <a:rPr lang="en-US" err="1"/>
              <a:t>đọng</a:t>
            </a:r>
            <a:r>
              <a:rPr lang="en-US" dirty="0"/>
              <a:t> </a:t>
            </a:r>
            <a:r>
              <a:rPr lang="en-US" err="1"/>
              <a:t>của</a:t>
            </a:r>
            <a:r>
              <a:rPr lang="en-US" dirty="0"/>
              <a:t> </a:t>
            </a:r>
            <a:r>
              <a:rPr lang="en-US" err="1"/>
              <a:t>maeeing</a:t>
            </a:r>
            <a:r>
              <a:rPr lang="en-US" dirty="0"/>
              <a:t> </a:t>
            </a:r>
            <a:r>
              <a:rPr lang="en-US" err="1"/>
              <a:t>khi</a:t>
            </a:r>
            <a:r>
              <a:rPr lang="en-US" dirty="0"/>
              <a:t> </a:t>
            </a:r>
            <a:r>
              <a:rPr lang="en-US" err="1"/>
              <a:t>tổ</a:t>
            </a:r>
            <a:r>
              <a:rPr lang="en-US" dirty="0"/>
              <a:t> </a:t>
            </a:r>
            <a:r>
              <a:rPr lang="en-US" err="1"/>
              <a:t>chức</a:t>
            </a:r>
            <a:r>
              <a:rPr lang="en-US" dirty="0"/>
              <a:t> </a:t>
            </a:r>
            <a:r>
              <a:rPr lang="en-US" err="1"/>
              <a:t>acsc</a:t>
            </a:r>
            <a:r>
              <a:rPr lang="en-US" dirty="0"/>
              <a:t> hoajtr động bên ngoài </a:t>
            </a:r>
            <a:r>
              <a:rPr lang="en-US" err="1"/>
              <a:t>liên</a:t>
            </a:r>
            <a:r>
              <a:rPr lang="en-US" dirty="0"/>
              <a:t> </a:t>
            </a:r>
            <a:r>
              <a:rPr lang="en-US" err="1"/>
              <a:t>kết</a:t>
            </a:r>
            <a:r>
              <a:rPr lang="en-US" dirty="0"/>
              <a:t> </a:t>
            </a:r>
            <a:r>
              <a:rPr lang="en-US" err="1"/>
              <a:t>cùng</a:t>
            </a:r>
            <a:r>
              <a:rPr lang="en-US"/>
              <a:t> a\</a:t>
            </a:r>
            <a:r>
              <a:rPr lang="en-US" err="1"/>
              <a:t>pardot</a:t>
            </a:r>
            <a:endParaRPr lang="en-US" dirty="0" err="1"/>
          </a:p>
          <a:p>
            <a:pPr marL="0" indent="0"/>
            <a:endParaRPr lang="en-US" dirty="0"/>
          </a:p>
        </p:txBody>
      </p:sp>
      <p:sp>
        <p:nvSpPr>
          <p:cNvPr id="771" name="Google Shape;77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6" name="Google Shape;78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0.jp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Master" Target="../slideMasters/slideMaster2.xml"/><Relationship Id="rId4" Type="http://schemas.openxmlformats.org/officeDocument/2006/relationships/image" Target="../media/image23.jp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4.jp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5.jp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jp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7.jp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8.jp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9.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3938953" y="2940147"/>
            <a:ext cx="5669281" cy="1132523"/>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3200"/>
              <a:buFont typeface="Verdana"/>
              <a:buNone/>
              <a:defRPr sz="32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9"/>
          <p:cNvSpPr txBox="1">
            <a:spLocks noGrp="1"/>
          </p:cNvSpPr>
          <p:nvPr>
            <p:ph type="body" idx="1"/>
          </p:nvPr>
        </p:nvSpPr>
        <p:spPr>
          <a:xfrm>
            <a:off x="4765943" y="4736672"/>
            <a:ext cx="4223311" cy="477838"/>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0"/>
              </a:spcBef>
              <a:spcAft>
                <a:spcPts val="0"/>
              </a:spcAft>
              <a:buClr>
                <a:srgbClr val="385623"/>
              </a:buClr>
              <a:buSzPts val="2000"/>
              <a:buNone/>
              <a:defRPr sz="2000">
                <a:solidFill>
                  <a:srgbClr val="385623"/>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8" name="Google Shape;18;p19"/>
          <p:cNvPicPr preferRelativeResize="0"/>
          <p:nvPr/>
        </p:nvPicPr>
        <p:blipFill rotWithShape="1">
          <a:blip r:embed="rId3">
            <a:alphaModFix/>
          </a:blip>
          <a:srcRect/>
          <a:stretch/>
        </p:blipFill>
        <p:spPr>
          <a:xfrm>
            <a:off x="8989254" y="6167720"/>
            <a:ext cx="3089702" cy="63559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a:alphaModFix/>
          </a:blip>
          <a:stretch>
            <a:fillRect/>
          </a:stretch>
        </a:blipFill>
        <a:effectLst/>
      </p:bgPr>
    </p:bg>
    <p:spTree>
      <p:nvGrpSpPr>
        <p:cNvPr id="1" name="Shape 19"/>
        <p:cNvGrpSpPr/>
        <p:nvPr/>
      </p:nvGrpSpPr>
      <p:grpSpPr>
        <a:xfrm>
          <a:off x="0" y="0"/>
          <a:ext cx="0" cy="0"/>
          <a:chOff x="0" y="0"/>
          <a:chExt cx="0" cy="0"/>
        </a:xfrm>
      </p:grpSpPr>
      <p:sp>
        <p:nvSpPr>
          <p:cNvPr id="20" name="Google Shape;2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3" name="Google Shape;23;p20"/>
          <p:cNvPicPr preferRelativeResize="0"/>
          <p:nvPr/>
        </p:nvPicPr>
        <p:blipFill rotWithShape="1">
          <a:blip r:embed="rId3">
            <a:alphaModFix/>
          </a:blip>
          <a:srcRect/>
          <a:stretch/>
        </p:blipFill>
        <p:spPr>
          <a:xfrm>
            <a:off x="9102298" y="-8862"/>
            <a:ext cx="3089702" cy="635596"/>
          </a:xfrm>
          <a:prstGeom prst="rect">
            <a:avLst/>
          </a:prstGeom>
          <a:noFill/>
          <a:ln>
            <a:noFill/>
          </a:ln>
        </p:spPr>
      </p:pic>
      <p:sp>
        <p:nvSpPr>
          <p:cNvPr id="24" name="Google Shape;24;p20"/>
          <p:cNvSpPr txBox="1">
            <a:spLocks noGrp="1"/>
          </p:cNvSpPr>
          <p:nvPr>
            <p:ph type="ctrTitle"/>
          </p:nvPr>
        </p:nvSpPr>
        <p:spPr>
          <a:xfrm>
            <a:off x="674688" y="181196"/>
            <a:ext cx="8581293" cy="83710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A8DB"/>
              </a:buClr>
              <a:buSzPts val="4400"/>
              <a:buFont typeface="Verdana"/>
              <a:buNone/>
              <a:defRPr sz="4400">
                <a:solidFill>
                  <a:srgbClr val="00A8DB"/>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0"/>
          <p:cNvSpPr txBox="1">
            <a:spLocks noGrp="1"/>
          </p:cNvSpPr>
          <p:nvPr>
            <p:ph type="body" idx="1"/>
          </p:nvPr>
        </p:nvSpPr>
        <p:spPr>
          <a:xfrm>
            <a:off x="674688" y="1406525"/>
            <a:ext cx="10931525" cy="500856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5F5F5F"/>
              </a:buClr>
              <a:buSzPts val="2800"/>
              <a:buChar char="•"/>
              <a:defRPr>
                <a:solidFill>
                  <a:srgbClr val="5F5F5F"/>
                </a:solidFill>
              </a:defRPr>
            </a:lvl1pPr>
            <a:lvl2pPr marL="914400" lvl="1" indent="-381000" algn="l">
              <a:lnSpc>
                <a:spcPct val="90000"/>
              </a:lnSpc>
              <a:spcBef>
                <a:spcPts val="500"/>
              </a:spcBef>
              <a:spcAft>
                <a:spcPts val="0"/>
              </a:spcAft>
              <a:buClr>
                <a:srgbClr val="5F5F5F"/>
              </a:buClr>
              <a:buSzPts val="2400"/>
              <a:buChar char="•"/>
              <a:defRPr>
                <a:solidFill>
                  <a:srgbClr val="5F5F5F"/>
                </a:solidFill>
              </a:defRPr>
            </a:lvl2pPr>
            <a:lvl3pPr marL="1371600" lvl="2" indent="-355600" algn="l">
              <a:lnSpc>
                <a:spcPct val="90000"/>
              </a:lnSpc>
              <a:spcBef>
                <a:spcPts val="500"/>
              </a:spcBef>
              <a:spcAft>
                <a:spcPts val="0"/>
              </a:spcAft>
              <a:buClr>
                <a:srgbClr val="5F5F5F"/>
              </a:buClr>
              <a:buSzPts val="2000"/>
              <a:buChar char="•"/>
              <a:defRPr>
                <a:solidFill>
                  <a:srgbClr val="5F5F5F"/>
                </a:solidFill>
              </a:defRPr>
            </a:lvl3pPr>
            <a:lvl4pPr marL="1828800" lvl="3" indent="-342900" algn="l">
              <a:lnSpc>
                <a:spcPct val="90000"/>
              </a:lnSpc>
              <a:spcBef>
                <a:spcPts val="500"/>
              </a:spcBef>
              <a:spcAft>
                <a:spcPts val="0"/>
              </a:spcAft>
              <a:buClr>
                <a:srgbClr val="5F5F5F"/>
              </a:buClr>
              <a:buSzPts val="1800"/>
              <a:buChar char="•"/>
              <a:defRPr>
                <a:solidFill>
                  <a:srgbClr val="5F5F5F"/>
                </a:solidFill>
              </a:defRPr>
            </a:lvl4pPr>
            <a:lvl5pPr marL="2286000" lvl="4" indent="-342900" algn="l">
              <a:lnSpc>
                <a:spcPct val="90000"/>
              </a:lnSpc>
              <a:spcBef>
                <a:spcPts val="500"/>
              </a:spcBef>
              <a:spcAft>
                <a:spcPts val="0"/>
              </a:spcAft>
              <a:buClr>
                <a:srgbClr val="5F5F5F"/>
              </a:buClr>
              <a:buSzPts val="1800"/>
              <a:buChar char="•"/>
              <a:defRPr>
                <a:solidFill>
                  <a:srgbClr val="5F5F5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_ C">
  <p:cSld name="Title Slide_ C">
    <p:bg>
      <p:bgPr>
        <a:solidFill>
          <a:srgbClr val="F4F4F4"/>
        </a:solidFill>
        <a:effectLst/>
      </p:bgPr>
    </p:bg>
    <p:spTree>
      <p:nvGrpSpPr>
        <p:cNvPr id="1" name="Shape 32"/>
        <p:cNvGrpSpPr/>
        <p:nvPr/>
      </p:nvGrpSpPr>
      <p:grpSpPr>
        <a:xfrm>
          <a:off x="0" y="0"/>
          <a:ext cx="0" cy="0"/>
          <a:chOff x="0" y="0"/>
          <a:chExt cx="0" cy="0"/>
        </a:xfrm>
      </p:grpSpPr>
      <p:pic>
        <p:nvPicPr>
          <p:cNvPr id="33" name="Google Shape;33;g1d0ad6de515_0_862"/>
          <p:cNvPicPr preferRelativeResize="0"/>
          <p:nvPr/>
        </p:nvPicPr>
        <p:blipFill rotWithShape="1">
          <a:blip r:embed="rId2">
            <a:alphaModFix/>
          </a:blip>
          <a:srcRect/>
          <a:stretch/>
        </p:blipFill>
        <p:spPr>
          <a:xfrm>
            <a:off x="914639" y="515243"/>
            <a:ext cx="11274419" cy="6341861"/>
          </a:xfrm>
          <a:prstGeom prst="rect">
            <a:avLst/>
          </a:prstGeom>
          <a:noFill/>
          <a:ln>
            <a:noFill/>
          </a:ln>
        </p:spPr>
      </p:pic>
      <p:pic>
        <p:nvPicPr>
          <p:cNvPr id="34" name="Google Shape;34;g1d0ad6de515_0_862"/>
          <p:cNvPicPr preferRelativeResize="0"/>
          <p:nvPr/>
        </p:nvPicPr>
        <p:blipFill rotWithShape="1">
          <a:blip r:embed="rId3">
            <a:alphaModFix/>
          </a:blip>
          <a:srcRect/>
          <a:stretch/>
        </p:blipFill>
        <p:spPr>
          <a:xfrm>
            <a:off x="914638" y="515243"/>
            <a:ext cx="11274425" cy="6341861"/>
          </a:xfrm>
          <a:prstGeom prst="rect">
            <a:avLst/>
          </a:prstGeom>
          <a:noFill/>
          <a:ln>
            <a:noFill/>
          </a:ln>
        </p:spPr>
      </p:pic>
      <p:pic>
        <p:nvPicPr>
          <p:cNvPr id="35" name="Google Shape;35;g1d0ad6de515_0_862" descr="pasted-image.pdf"/>
          <p:cNvPicPr preferRelativeResize="0"/>
          <p:nvPr/>
        </p:nvPicPr>
        <p:blipFill rotWithShape="1">
          <a:blip r:embed="rId4">
            <a:alphaModFix/>
          </a:blip>
          <a:srcRect/>
          <a:stretch/>
        </p:blipFill>
        <p:spPr>
          <a:xfrm>
            <a:off x="501221" y="437002"/>
            <a:ext cx="1349605" cy="944895"/>
          </a:xfrm>
          <a:prstGeom prst="rect">
            <a:avLst/>
          </a:prstGeom>
          <a:noFill/>
          <a:ln>
            <a:noFill/>
          </a:ln>
        </p:spPr>
      </p:pic>
      <p:sp>
        <p:nvSpPr>
          <p:cNvPr id="36" name="Google Shape;36;g1d0ad6de515_0_862"/>
          <p:cNvSpPr txBox="1">
            <a:spLocks noGrp="1"/>
          </p:cNvSpPr>
          <p:nvPr>
            <p:ph type="ctrTitle"/>
          </p:nvPr>
        </p:nvSpPr>
        <p:spPr>
          <a:xfrm>
            <a:off x="567426" y="2051985"/>
            <a:ext cx="4705800" cy="1298400"/>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SzPts val="1400"/>
              <a:buNone/>
              <a:defRPr sz="350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g1d0ad6de515_0_862"/>
          <p:cNvSpPr txBox="1">
            <a:spLocks noGrp="1"/>
          </p:cNvSpPr>
          <p:nvPr>
            <p:ph type="subTitle" idx="1"/>
          </p:nvPr>
        </p:nvSpPr>
        <p:spPr>
          <a:xfrm>
            <a:off x="578208" y="3397029"/>
            <a:ext cx="4698300" cy="477000"/>
          </a:xfrm>
          <a:prstGeom prst="rect">
            <a:avLst/>
          </a:prstGeom>
          <a:noFill/>
          <a:ln>
            <a:noFill/>
          </a:ln>
        </p:spPr>
        <p:txBody>
          <a:bodyPr spcFirstLastPara="1" wrap="square" lIns="0" tIns="0" rIns="0" bIns="0" anchor="t" anchorCtr="0">
            <a:noAutofit/>
          </a:bodyPr>
          <a:lstStyle>
            <a:lvl1pPr lvl="0" algn="l">
              <a:lnSpc>
                <a:spcPct val="95000"/>
              </a:lnSpc>
              <a:spcBef>
                <a:spcPts val="0"/>
              </a:spcBef>
              <a:spcAft>
                <a:spcPts val="0"/>
              </a:spcAft>
              <a:buSzPts val="2400"/>
              <a:buNone/>
              <a:defRPr sz="2400" b="0" i="0">
                <a:solidFill>
                  <a:schemeClr val="dk1"/>
                </a:solidFill>
                <a:latin typeface="Arial"/>
                <a:ea typeface="Arial"/>
                <a:cs typeface="Arial"/>
                <a:sym typeface="Arial"/>
              </a:defRPr>
            </a:lvl1pPr>
            <a:lvl2pPr lvl="1" algn="ctr">
              <a:lnSpc>
                <a:spcPct val="100000"/>
              </a:lnSpc>
              <a:spcBef>
                <a:spcPts val="200"/>
              </a:spcBef>
              <a:spcAft>
                <a:spcPts val="0"/>
              </a:spcAft>
              <a:buSzPts val="1800"/>
              <a:buNone/>
              <a:defRPr>
                <a:solidFill>
                  <a:srgbClr val="8A9ABD"/>
                </a:solidFill>
              </a:defRPr>
            </a:lvl2pPr>
            <a:lvl3pPr lvl="2" algn="ctr">
              <a:lnSpc>
                <a:spcPct val="100000"/>
              </a:lnSpc>
              <a:spcBef>
                <a:spcPts val="600"/>
              </a:spcBef>
              <a:spcAft>
                <a:spcPts val="0"/>
              </a:spcAft>
              <a:buSzPts val="1600"/>
              <a:buNone/>
              <a:defRPr>
                <a:solidFill>
                  <a:srgbClr val="8A9ABD"/>
                </a:solidFill>
              </a:defRPr>
            </a:lvl3pPr>
            <a:lvl4pPr lvl="3" algn="ctr">
              <a:lnSpc>
                <a:spcPct val="100000"/>
              </a:lnSpc>
              <a:spcBef>
                <a:spcPts val="600"/>
              </a:spcBef>
              <a:spcAft>
                <a:spcPts val="0"/>
              </a:spcAft>
              <a:buSzPts val="1400"/>
              <a:buNone/>
              <a:defRPr>
                <a:solidFill>
                  <a:srgbClr val="8A9ABD"/>
                </a:solidFill>
              </a:defRPr>
            </a:lvl4pPr>
            <a:lvl5pPr lvl="4" algn="ctr">
              <a:lnSpc>
                <a:spcPct val="100000"/>
              </a:lnSpc>
              <a:spcBef>
                <a:spcPts val="600"/>
              </a:spcBef>
              <a:spcAft>
                <a:spcPts val="0"/>
              </a:spcAft>
              <a:buSzPts val="2000"/>
              <a:buNone/>
              <a:defRPr>
                <a:solidFill>
                  <a:srgbClr val="8A9ABD"/>
                </a:solidFill>
              </a:defRPr>
            </a:lvl5pPr>
            <a:lvl6pPr lvl="5" algn="ctr">
              <a:lnSpc>
                <a:spcPct val="100000"/>
              </a:lnSpc>
              <a:spcBef>
                <a:spcPts val="600"/>
              </a:spcBef>
              <a:spcAft>
                <a:spcPts val="0"/>
              </a:spcAft>
              <a:buClr>
                <a:srgbClr val="8A9ABD"/>
              </a:buClr>
              <a:buSzPts val="2000"/>
              <a:buNone/>
              <a:defRPr>
                <a:solidFill>
                  <a:srgbClr val="8A9ABD"/>
                </a:solidFill>
              </a:defRPr>
            </a:lvl6pPr>
            <a:lvl7pPr lvl="6" algn="ctr">
              <a:lnSpc>
                <a:spcPct val="100000"/>
              </a:lnSpc>
              <a:spcBef>
                <a:spcPts val="400"/>
              </a:spcBef>
              <a:spcAft>
                <a:spcPts val="0"/>
              </a:spcAft>
              <a:buClr>
                <a:srgbClr val="8A9ABD"/>
              </a:buClr>
              <a:buSzPts val="2000"/>
              <a:buNone/>
              <a:defRPr>
                <a:solidFill>
                  <a:srgbClr val="8A9ABD"/>
                </a:solidFill>
              </a:defRPr>
            </a:lvl7pPr>
            <a:lvl8pPr lvl="7" algn="ctr">
              <a:lnSpc>
                <a:spcPct val="100000"/>
              </a:lnSpc>
              <a:spcBef>
                <a:spcPts val="400"/>
              </a:spcBef>
              <a:spcAft>
                <a:spcPts val="0"/>
              </a:spcAft>
              <a:buClr>
                <a:srgbClr val="8A9ABD"/>
              </a:buClr>
              <a:buSzPts val="2000"/>
              <a:buNone/>
              <a:defRPr>
                <a:solidFill>
                  <a:srgbClr val="8A9ABD"/>
                </a:solidFill>
              </a:defRPr>
            </a:lvl8pPr>
            <a:lvl9pPr lvl="8" algn="ctr">
              <a:lnSpc>
                <a:spcPct val="100000"/>
              </a:lnSpc>
              <a:spcBef>
                <a:spcPts val="400"/>
              </a:spcBef>
              <a:spcAft>
                <a:spcPts val="0"/>
              </a:spcAft>
              <a:buClr>
                <a:srgbClr val="8A9ABD"/>
              </a:buClr>
              <a:buSzPts val="2000"/>
              <a:buNone/>
              <a:defRPr>
                <a:solidFill>
                  <a:srgbClr val="8A9ABD"/>
                </a:solidFill>
              </a:defRPr>
            </a:lvl9pPr>
          </a:lstStyle>
          <a:p>
            <a:endParaRPr/>
          </a:p>
        </p:txBody>
      </p:sp>
      <p:sp>
        <p:nvSpPr>
          <p:cNvPr id="38" name="Google Shape;38;g1d0ad6de515_0_862"/>
          <p:cNvSpPr txBox="1">
            <a:spLocks noGrp="1"/>
          </p:cNvSpPr>
          <p:nvPr>
            <p:ph type="body" idx="2"/>
          </p:nvPr>
        </p:nvSpPr>
        <p:spPr>
          <a:xfrm>
            <a:off x="578207" y="5245288"/>
            <a:ext cx="4695000" cy="285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Font typeface="Arial"/>
              <a:buNone/>
              <a:defRPr sz="1800" b="0" i="0">
                <a:solidFill>
                  <a:schemeClr val="dk1"/>
                </a:solidFill>
                <a:latin typeface="Arial"/>
                <a:ea typeface="Arial"/>
                <a:cs typeface="Arial"/>
                <a:sym typeface="Arial"/>
              </a:defRPr>
            </a:lvl1pPr>
            <a:lvl2pPr marL="914400" lvl="1" indent="-228600" algn="l">
              <a:lnSpc>
                <a:spcPct val="100000"/>
              </a:lnSpc>
              <a:spcBef>
                <a:spcPts val="300"/>
              </a:spcBef>
              <a:spcAft>
                <a:spcPts val="0"/>
              </a:spcAft>
              <a:buSzPts val="1540"/>
              <a:buFont typeface="Arial"/>
              <a:buNone/>
              <a:defRPr sz="1400">
                <a:solidFill>
                  <a:schemeClr val="lt2"/>
                </a:solidFill>
                <a:latin typeface="Arial"/>
                <a:ea typeface="Arial"/>
                <a:cs typeface="Arial"/>
                <a:sym typeface="Arial"/>
              </a:defRPr>
            </a:lvl2pPr>
            <a:lvl3pPr marL="1371600" marR="0" lvl="2" indent="-228600" algn="l">
              <a:lnSpc>
                <a:spcPct val="95000"/>
              </a:lnSpc>
              <a:spcBef>
                <a:spcPts val="300"/>
              </a:spcBef>
              <a:spcAft>
                <a:spcPts val="0"/>
              </a:spcAft>
              <a:buClr>
                <a:srgbClr val="BFBFBF"/>
              </a:buClr>
              <a:buSzPts val="1400"/>
              <a:buFont typeface="Arial"/>
              <a:buNone/>
              <a:defRPr sz="1400">
                <a:solidFill>
                  <a:schemeClr val="lt2"/>
                </a:solidFill>
                <a:latin typeface="Arial"/>
                <a:ea typeface="Arial"/>
                <a:cs typeface="Arial"/>
                <a:sym typeface="Arial"/>
              </a:defRPr>
            </a:lvl3pPr>
            <a:lvl4pPr marL="1828800" lvl="3" indent="-285750" algn="l">
              <a:lnSpc>
                <a:spcPct val="100000"/>
              </a:lnSpc>
              <a:spcBef>
                <a:spcPts val="0"/>
              </a:spcBef>
              <a:spcAft>
                <a:spcPts val="0"/>
              </a:spcAft>
              <a:buSzPts val="900"/>
              <a:buChar char="•"/>
              <a:defRPr sz="900">
                <a:solidFill>
                  <a:schemeClr val="lt1"/>
                </a:solidFill>
                <a:latin typeface="Arial"/>
                <a:ea typeface="Arial"/>
                <a:cs typeface="Arial"/>
                <a:sym typeface="Arial"/>
              </a:defRPr>
            </a:lvl4pPr>
            <a:lvl5pPr marL="2286000" lvl="4" indent="-228600" algn="l">
              <a:lnSpc>
                <a:spcPct val="100000"/>
              </a:lnSpc>
              <a:spcBef>
                <a:spcPts val="200"/>
              </a:spcBef>
              <a:spcAft>
                <a:spcPts val="0"/>
              </a:spcAft>
              <a:buSzPts val="1400"/>
              <a:buNone/>
              <a:defRPr sz="90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sp>
        <p:nvSpPr>
          <p:cNvPr id="39" name="Google Shape;39;g1d0ad6de515_0_862"/>
          <p:cNvSpPr txBox="1">
            <a:spLocks noGrp="1"/>
          </p:cNvSpPr>
          <p:nvPr>
            <p:ph type="body" idx="3"/>
          </p:nvPr>
        </p:nvSpPr>
        <p:spPr>
          <a:xfrm>
            <a:off x="578207" y="4964429"/>
            <a:ext cx="4695000" cy="247500"/>
          </a:xfrm>
          <a:prstGeom prst="rect">
            <a:avLst/>
          </a:prstGeom>
          <a:noFill/>
          <a:ln>
            <a:noFill/>
          </a:ln>
        </p:spPr>
        <p:txBody>
          <a:bodyPr spcFirstLastPara="1" wrap="square" lIns="0" tIns="0" rIns="0" bIns="0" anchor="b" anchorCtr="0">
            <a:noAutofit/>
          </a:bodyPr>
          <a:lstStyle>
            <a:lvl1pPr marL="457200" lvl="0" indent="-228600" algn="l">
              <a:lnSpc>
                <a:spcPct val="95000"/>
              </a:lnSpc>
              <a:spcBef>
                <a:spcPts val="0"/>
              </a:spcBef>
              <a:spcAft>
                <a:spcPts val="0"/>
              </a:spcAft>
              <a:buSzPts val="1800"/>
              <a:buNone/>
              <a:defRPr sz="1800" b="1">
                <a:solidFill>
                  <a:schemeClr val="dk1"/>
                </a:solidFill>
                <a:latin typeface="Arial"/>
                <a:ea typeface="Arial"/>
                <a:cs typeface="Arial"/>
                <a:sym typeface="Arial"/>
              </a:defRPr>
            </a:lvl1pPr>
            <a:lvl2pPr marL="914400" lvl="1" indent="-342900" algn="l">
              <a:lnSpc>
                <a:spcPct val="100000"/>
              </a:lnSpc>
              <a:spcBef>
                <a:spcPts val="3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pic>
        <p:nvPicPr>
          <p:cNvPr id="40" name="Google Shape;40;g1d0ad6de515_0_862" descr="pasted-image.pdf"/>
          <p:cNvPicPr preferRelativeResize="0"/>
          <p:nvPr/>
        </p:nvPicPr>
        <p:blipFill rotWithShape="1">
          <a:blip r:embed="rId4">
            <a:alphaModFix/>
          </a:blip>
          <a:srcRect/>
          <a:stretch/>
        </p:blipFill>
        <p:spPr>
          <a:xfrm>
            <a:off x="501221" y="437002"/>
            <a:ext cx="1349605" cy="944895"/>
          </a:xfrm>
          <a:prstGeom prst="rect">
            <a:avLst/>
          </a:prstGeom>
          <a:noFill/>
          <a:ln>
            <a:noFill/>
          </a:ln>
        </p:spPr>
      </p:pic>
      <p:sp>
        <p:nvSpPr>
          <p:cNvPr id="41" name="Google Shape;41;g1d0ad6de515_0_862"/>
          <p:cNvSpPr>
            <a:spLocks noGrp="1"/>
          </p:cNvSpPr>
          <p:nvPr>
            <p:ph type="pic" idx="4"/>
          </p:nvPr>
        </p:nvSpPr>
        <p:spPr>
          <a:xfrm>
            <a:off x="2628067" y="436563"/>
            <a:ext cx="1907100" cy="733500"/>
          </a:xfrm>
          <a:prstGeom prst="rect">
            <a:avLst/>
          </a:prstGeom>
          <a:solidFill>
            <a:srgbClr val="E7E6E4"/>
          </a:solidFill>
          <a:ln>
            <a:noFill/>
          </a:ln>
        </p:spPr>
      </p:sp>
      <p:sp>
        <p:nvSpPr>
          <p:cNvPr id="42" name="Google Shape;42;g1d0ad6de515_0_862"/>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rge Staging Area">
  <p:cSld name="Large Staging Area">
    <p:bg>
      <p:bgPr>
        <a:solidFill>
          <a:srgbClr val="F4F4F4"/>
        </a:solidFill>
        <a:effectLst/>
      </p:bgPr>
    </p:bg>
    <p:spTree>
      <p:nvGrpSpPr>
        <p:cNvPr id="1" name="Shape 43"/>
        <p:cNvGrpSpPr/>
        <p:nvPr/>
      </p:nvGrpSpPr>
      <p:grpSpPr>
        <a:xfrm>
          <a:off x="0" y="0"/>
          <a:ext cx="0" cy="0"/>
          <a:chOff x="0" y="0"/>
          <a:chExt cx="0" cy="0"/>
        </a:xfrm>
      </p:grpSpPr>
      <p:pic>
        <p:nvPicPr>
          <p:cNvPr id="44" name="Google Shape;44;g1d0ad6de515_0_882"/>
          <p:cNvPicPr preferRelativeResize="0"/>
          <p:nvPr/>
        </p:nvPicPr>
        <p:blipFill rotWithShape="1">
          <a:blip r:embed="rId2">
            <a:alphaModFix/>
          </a:blip>
          <a:srcRect/>
          <a:stretch/>
        </p:blipFill>
        <p:spPr>
          <a:xfrm>
            <a:off x="3" y="893"/>
            <a:ext cx="12188819" cy="6856208"/>
          </a:xfrm>
          <a:prstGeom prst="rect">
            <a:avLst/>
          </a:prstGeom>
          <a:noFill/>
          <a:ln>
            <a:noFill/>
          </a:ln>
        </p:spPr>
      </p:pic>
      <p:sp>
        <p:nvSpPr>
          <p:cNvPr id="45" name="Google Shape;45;g1d0ad6de515_0_882"/>
          <p:cNvSpPr txBox="1">
            <a:spLocks noGrp="1"/>
          </p:cNvSpPr>
          <p:nvPr>
            <p:ph type="body" idx="1"/>
          </p:nvPr>
        </p:nvSpPr>
        <p:spPr>
          <a:xfrm>
            <a:off x="571649" y="1764287"/>
            <a:ext cx="4925700" cy="44412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100"/>
              </a:spcBef>
              <a:spcAft>
                <a:spcPts val="0"/>
              </a:spcAft>
              <a:buSzPts val="2000"/>
              <a:buNone/>
              <a:defRPr>
                <a:solidFill>
                  <a:schemeClr val="accent2"/>
                </a:solidFill>
              </a:defRPr>
            </a:lvl1pPr>
            <a:lvl2pPr marL="914400" lvl="1" indent="-342900" algn="l">
              <a:lnSpc>
                <a:spcPct val="100000"/>
              </a:lnSpc>
              <a:spcBef>
                <a:spcPts val="300"/>
              </a:spcBef>
              <a:spcAft>
                <a:spcPts val="0"/>
              </a:spcAft>
              <a:buSzPts val="1800"/>
              <a:buChar char="•"/>
              <a:defRPr>
                <a:solidFill>
                  <a:schemeClr val="accent2"/>
                </a:solidFill>
              </a:defRPr>
            </a:lvl2pPr>
            <a:lvl3pPr marL="1371600" lvl="2" indent="-330200" algn="l">
              <a:lnSpc>
                <a:spcPct val="100000"/>
              </a:lnSpc>
              <a:spcBef>
                <a:spcPts val="600"/>
              </a:spcBef>
              <a:spcAft>
                <a:spcPts val="0"/>
              </a:spcAft>
              <a:buSzPts val="1600"/>
              <a:buChar char="•"/>
              <a:defRPr>
                <a:solidFill>
                  <a:schemeClr val="accent2"/>
                </a:solidFill>
              </a:defRPr>
            </a:lvl3pPr>
            <a:lvl4pPr marL="1828800" lvl="3" indent="-317500" algn="l">
              <a:lnSpc>
                <a:spcPct val="100000"/>
              </a:lnSpc>
              <a:spcBef>
                <a:spcPts val="600"/>
              </a:spcBef>
              <a:spcAft>
                <a:spcPts val="0"/>
              </a:spcAft>
              <a:buSzPts val="1400"/>
              <a:buChar char="•"/>
              <a:defRPr>
                <a:solidFill>
                  <a:schemeClr val="accent2"/>
                </a:solidFill>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sp>
        <p:nvSpPr>
          <p:cNvPr id="46" name="Google Shape;46;g1d0ad6de515_0_882"/>
          <p:cNvSpPr txBox="1">
            <a:spLocks noGrp="1"/>
          </p:cNvSpPr>
          <p:nvPr>
            <p:ph type="body" idx="2"/>
          </p:nvPr>
        </p:nvSpPr>
        <p:spPr>
          <a:xfrm>
            <a:off x="571649" y="1097179"/>
            <a:ext cx="11049000" cy="338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100"/>
              </a:spcBef>
              <a:spcAft>
                <a:spcPts val="0"/>
              </a:spcAft>
              <a:buSzPts val="2200"/>
              <a:buNone/>
              <a:defRPr sz="2200" b="0" i="0">
                <a:solidFill>
                  <a:schemeClr val="dk1"/>
                </a:solidFill>
                <a:latin typeface="Arial"/>
                <a:ea typeface="Arial"/>
                <a:cs typeface="Arial"/>
                <a:sym typeface="Arial"/>
              </a:defRPr>
            </a:lvl1pPr>
            <a:lvl2pPr marL="914400" lvl="1" indent="-342900" algn="l">
              <a:lnSpc>
                <a:spcPct val="100000"/>
              </a:lnSpc>
              <a:spcBef>
                <a:spcPts val="3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pic>
        <p:nvPicPr>
          <p:cNvPr id="47" name="Google Shape;47;g1d0ad6de515_0_882" descr="pasted-image.pdf"/>
          <p:cNvPicPr preferRelativeResize="0"/>
          <p:nvPr/>
        </p:nvPicPr>
        <p:blipFill rotWithShape="1">
          <a:blip r:embed="rId3">
            <a:alphaModFix/>
          </a:blip>
          <a:srcRect/>
          <a:stretch/>
        </p:blipFill>
        <p:spPr>
          <a:xfrm>
            <a:off x="11033446" y="565460"/>
            <a:ext cx="635734" cy="445095"/>
          </a:xfrm>
          <a:prstGeom prst="rect">
            <a:avLst/>
          </a:prstGeom>
          <a:noFill/>
          <a:ln>
            <a:noFill/>
          </a:ln>
        </p:spPr>
      </p:pic>
      <p:sp>
        <p:nvSpPr>
          <p:cNvPr id="48" name="Google Shape;48;g1d0ad6de515_0_882"/>
          <p:cNvSpPr txBox="1">
            <a:spLocks noGrp="1"/>
          </p:cNvSpPr>
          <p:nvPr>
            <p:ph type="title"/>
          </p:nvPr>
        </p:nvSpPr>
        <p:spPr>
          <a:xfrm>
            <a:off x="571653" y="63500"/>
            <a:ext cx="11048700" cy="990600"/>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g1d0ad6de515_0_882"/>
          <p:cNvSpPr txBox="1">
            <a:spLocks noGrp="1"/>
          </p:cNvSpPr>
          <p:nvPr>
            <p:ph type="ftr" idx="11"/>
          </p:nvPr>
        </p:nvSpPr>
        <p:spPr>
          <a:xfrm>
            <a:off x="571649" y="6549530"/>
            <a:ext cx="5509500" cy="2139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0" name="Google Shape;50;g1d0ad6de515_0_882"/>
          <p:cNvPicPr preferRelativeResize="0"/>
          <p:nvPr/>
        </p:nvPicPr>
        <p:blipFill rotWithShape="1">
          <a:blip r:embed="rId4">
            <a:alphaModFix/>
          </a:blip>
          <a:srcRect b="14376"/>
          <a:stretch/>
        </p:blipFill>
        <p:spPr>
          <a:xfrm>
            <a:off x="10205771" y="407520"/>
            <a:ext cx="784376" cy="671442"/>
          </a:xfrm>
          <a:prstGeom prst="rect">
            <a:avLst/>
          </a:prstGeom>
          <a:noFill/>
          <a:ln>
            <a:noFill/>
          </a:ln>
        </p:spPr>
      </p:pic>
      <p:sp>
        <p:nvSpPr>
          <p:cNvPr id="51" name="Google Shape;51;g1d0ad6de515_0_882"/>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ooking Vignette">
  <p:cSld name="Looking Vignette">
    <p:bg>
      <p:bgPr>
        <a:solidFill>
          <a:srgbClr val="F4F4F4"/>
        </a:solidFill>
        <a:effectLst/>
      </p:bgPr>
    </p:bg>
    <p:spTree>
      <p:nvGrpSpPr>
        <p:cNvPr id="1" name="Shape 52"/>
        <p:cNvGrpSpPr/>
        <p:nvPr/>
      </p:nvGrpSpPr>
      <p:grpSpPr>
        <a:xfrm>
          <a:off x="0" y="0"/>
          <a:ext cx="0" cy="0"/>
          <a:chOff x="0" y="0"/>
          <a:chExt cx="0" cy="0"/>
        </a:xfrm>
      </p:grpSpPr>
      <p:pic>
        <p:nvPicPr>
          <p:cNvPr id="53" name="Google Shape;53;g1d0ad6de515_0_936"/>
          <p:cNvPicPr preferRelativeResize="0"/>
          <p:nvPr/>
        </p:nvPicPr>
        <p:blipFill rotWithShape="1">
          <a:blip r:embed="rId2">
            <a:alphaModFix/>
          </a:blip>
          <a:srcRect/>
          <a:stretch/>
        </p:blipFill>
        <p:spPr>
          <a:xfrm>
            <a:off x="4" y="896"/>
            <a:ext cx="12188819" cy="6856208"/>
          </a:xfrm>
          <a:prstGeom prst="rect">
            <a:avLst/>
          </a:prstGeom>
          <a:noFill/>
          <a:ln>
            <a:noFill/>
          </a:ln>
        </p:spPr>
      </p:pic>
      <p:pic>
        <p:nvPicPr>
          <p:cNvPr id="54" name="Google Shape;54;g1d0ad6de515_0_936"/>
          <p:cNvPicPr preferRelativeResize="0"/>
          <p:nvPr/>
        </p:nvPicPr>
        <p:blipFill rotWithShape="1">
          <a:blip r:embed="rId3">
            <a:alphaModFix/>
          </a:blip>
          <a:srcRect/>
          <a:stretch/>
        </p:blipFill>
        <p:spPr>
          <a:xfrm>
            <a:off x="3" y="893"/>
            <a:ext cx="12188819" cy="6856208"/>
          </a:xfrm>
          <a:prstGeom prst="rect">
            <a:avLst/>
          </a:prstGeom>
          <a:noFill/>
          <a:ln>
            <a:noFill/>
          </a:ln>
        </p:spPr>
      </p:pic>
      <p:sp>
        <p:nvSpPr>
          <p:cNvPr id="55" name="Google Shape;55;g1d0ad6de515_0_936"/>
          <p:cNvSpPr txBox="1">
            <a:spLocks noGrp="1"/>
          </p:cNvSpPr>
          <p:nvPr>
            <p:ph type="title"/>
          </p:nvPr>
        </p:nvSpPr>
        <p:spPr>
          <a:xfrm>
            <a:off x="571649" y="63504"/>
            <a:ext cx="11049000" cy="990000"/>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g1d0ad6de515_0_936"/>
          <p:cNvSpPr txBox="1">
            <a:spLocks noGrp="1"/>
          </p:cNvSpPr>
          <p:nvPr>
            <p:ph type="body" idx="1"/>
          </p:nvPr>
        </p:nvSpPr>
        <p:spPr>
          <a:xfrm>
            <a:off x="571649" y="1764288"/>
            <a:ext cx="11049000" cy="422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100"/>
              </a:spcBef>
              <a:spcAft>
                <a:spcPts val="0"/>
              </a:spcAft>
              <a:buSzPts val="2000"/>
              <a:buNone/>
              <a:defRPr>
                <a:solidFill>
                  <a:schemeClr val="accent2"/>
                </a:solidFill>
              </a:defRPr>
            </a:lvl1pPr>
            <a:lvl2pPr marL="914400" lvl="1" indent="-342900" algn="l">
              <a:lnSpc>
                <a:spcPct val="100000"/>
              </a:lnSpc>
              <a:spcBef>
                <a:spcPts val="300"/>
              </a:spcBef>
              <a:spcAft>
                <a:spcPts val="0"/>
              </a:spcAft>
              <a:buSzPts val="1800"/>
              <a:buChar char="•"/>
              <a:defRPr>
                <a:solidFill>
                  <a:schemeClr val="accent2"/>
                </a:solidFill>
              </a:defRPr>
            </a:lvl2pPr>
            <a:lvl3pPr marL="1371600" lvl="2" indent="-330200" algn="l">
              <a:lnSpc>
                <a:spcPct val="100000"/>
              </a:lnSpc>
              <a:spcBef>
                <a:spcPts val="600"/>
              </a:spcBef>
              <a:spcAft>
                <a:spcPts val="0"/>
              </a:spcAft>
              <a:buSzPts val="1600"/>
              <a:buChar char="•"/>
              <a:defRPr>
                <a:solidFill>
                  <a:schemeClr val="accent2"/>
                </a:solidFill>
              </a:defRPr>
            </a:lvl3pPr>
            <a:lvl4pPr marL="1828800" lvl="3" indent="-317500" algn="l">
              <a:lnSpc>
                <a:spcPct val="100000"/>
              </a:lnSpc>
              <a:spcBef>
                <a:spcPts val="600"/>
              </a:spcBef>
              <a:spcAft>
                <a:spcPts val="0"/>
              </a:spcAft>
              <a:buSzPts val="1400"/>
              <a:buChar char="•"/>
              <a:defRPr>
                <a:solidFill>
                  <a:schemeClr val="accent2"/>
                </a:solidFill>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sp>
        <p:nvSpPr>
          <p:cNvPr id="57" name="Google Shape;57;g1d0ad6de515_0_936"/>
          <p:cNvSpPr txBox="1">
            <a:spLocks noGrp="1"/>
          </p:cNvSpPr>
          <p:nvPr>
            <p:ph type="body" idx="2"/>
          </p:nvPr>
        </p:nvSpPr>
        <p:spPr>
          <a:xfrm>
            <a:off x="571649" y="1097179"/>
            <a:ext cx="11049000" cy="338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100"/>
              </a:spcBef>
              <a:spcAft>
                <a:spcPts val="0"/>
              </a:spcAft>
              <a:buSzPts val="2200"/>
              <a:buNone/>
              <a:defRPr sz="2200" b="0" i="0">
                <a:solidFill>
                  <a:schemeClr val="dk1"/>
                </a:solidFill>
                <a:latin typeface="Arial"/>
                <a:ea typeface="Arial"/>
                <a:cs typeface="Arial"/>
                <a:sym typeface="Arial"/>
              </a:defRPr>
            </a:lvl1pPr>
            <a:lvl2pPr marL="914400" lvl="1" indent="-342900" algn="l">
              <a:lnSpc>
                <a:spcPct val="100000"/>
              </a:lnSpc>
              <a:spcBef>
                <a:spcPts val="3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pic>
        <p:nvPicPr>
          <p:cNvPr id="58" name="Google Shape;58;g1d0ad6de515_0_936" descr="pasted-image.pdf"/>
          <p:cNvPicPr preferRelativeResize="0"/>
          <p:nvPr/>
        </p:nvPicPr>
        <p:blipFill rotWithShape="1">
          <a:blip r:embed="rId4">
            <a:alphaModFix/>
          </a:blip>
          <a:srcRect/>
          <a:stretch/>
        </p:blipFill>
        <p:spPr>
          <a:xfrm>
            <a:off x="11033446" y="565460"/>
            <a:ext cx="635734" cy="445095"/>
          </a:xfrm>
          <a:prstGeom prst="rect">
            <a:avLst/>
          </a:prstGeom>
          <a:noFill/>
          <a:ln>
            <a:noFill/>
          </a:ln>
        </p:spPr>
      </p:pic>
      <p:sp>
        <p:nvSpPr>
          <p:cNvPr id="59" name="Google Shape;59;g1d0ad6de515_0_936"/>
          <p:cNvSpPr txBox="1">
            <a:spLocks noGrp="1"/>
          </p:cNvSpPr>
          <p:nvPr>
            <p:ph type="ftr" idx="11"/>
          </p:nvPr>
        </p:nvSpPr>
        <p:spPr>
          <a:xfrm>
            <a:off x="571649" y="6282117"/>
            <a:ext cx="5509500" cy="2139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60" name="Google Shape;60;g1d0ad6de515_0_936"/>
          <p:cNvPicPr preferRelativeResize="0"/>
          <p:nvPr/>
        </p:nvPicPr>
        <p:blipFill rotWithShape="1">
          <a:blip r:embed="rId5">
            <a:alphaModFix/>
          </a:blip>
          <a:srcRect b="14376"/>
          <a:stretch/>
        </p:blipFill>
        <p:spPr>
          <a:xfrm>
            <a:off x="10205771" y="418278"/>
            <a:ext cx="784376" cy="671442"/>
          </a:xfrm>
          <a:prstGeom prst="rect">
            <a:avLst/>
          </a:prstGeom>
          <a:noFill/>
          <a:ln>
            <a:noFill/>
          </a:ln>
        </p:spPr>
      </p:pic>
      <p:sp>
        <p:nvSpPr>
          <p:cNvPr id="61" name="Google Shape;61;g1d0ad6de515_0_936"/>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Basic 1 Column">
  <p:cSld name="Basic 1 Column">
    <p:bg>
      <p:bgPr>
        <a:solidFill>
          <a:srgbClr val="FFFFFF"/>
        </a:solidFill>
        <a:effectLst/>
      </p:bgPr>
    </p:bg>
    <p:spTree>
      <p:nvGrpSpPr>
        <p:cNvPr id="1" name="Shape 62"/>
        <p:cNvGrpSpPr/>
        <p:nvPr/>
      </p:nvGrpSpPr>
      <p:grpSpPr>
        <a:xfrm>
          <a:off x="0" y="0"/>
          <a:ext cx="0" cy="0"/>
          <a:chOff x="0" y="0"/>
          <a:chExt cx="0" cy="0"/>
        </a:xfrm>
      </p:grpSpPr>
      <p:pic>
        <p:nvPicPr>
          <p:cNvPr id="63" name="Google Shape;63;g1d0ad6de515_0_927" descr="Picture 8"/>
          <p:cNvPicPr preferRelativeResize="0"/>
          <p:nvPr/>
        </p:nvPicPr>
        <p:blipFill rotWithShape="1">
          <a:blip r:embed="rId2">
            <a:alphaModFix/>
          </a:blip>
          <a:srcRect/>
          <a:stretch/>
        </p:blipFill>
        <p:spPr>
          <a:xfrm>
            <a:off x="1" y="1787"/>
            <a:ext cx="12185648" cy="6856213"/>
          </a:xfrm>
          <a:prstGeom prst="rect">
            <a:avLst/>
          </a:prstGeom>
          <a:noFill/>
          <a:ln>
            <a:noFill/>
          </a:ln>
        </p:spPr>
      </p:pic>
      <p:pic>
        <p:nvPicPr>
          <p:cNvPr id="64" name="Google Shape;64;g1d0ad6de515_0_927" descr="Picture 6"/>
          <p:cNvPicPr preferRelativeResize="0"/>
          <p:nvPr/>
        </p:nvPicPr>
        <p:blipFill rotWithShape="1">
          <a:blip r:embed="rId3">
            <a:alphaModFix/>
          </a:blip>
          <a:srcRect/>
          <a:stretch/>
        </p:blipFill>
        <p:spPr>
          <a:xfrm>
            <a:off x="2" y="1787"/>
            <a:ext cx="12185648" cy="6856216"/>
          </a:xfrm>
          <a:prstGeom prst="rect">
            <a:avLst/>
          </a:prstGeom>
          <a:noFill/>
          <a:ln>
            <a:noFill/>
          </a:ln>
        </p:spPr>
      </p:pic>
      <p:sp>
        <p:nvSpPr>
          <p:cNvPr id="65" name="Google Shape;65;g1d0ad6de515_0_927"/>
          <p:cNvSpPr txBox="1">
            <a:spLocks noGrp="1"/>
          </p:cNvSpPr>
          <p:nvPr>
            <p:ph type="title"/>
          </p:nvPr>
        </p:nvSpPr>
        <p:spPr>
          <a:xfrm>
            <a:off x="572097" y="63503"/>
            <a:ext cx="11057700" cy="990000"/>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rgbClr val="205CA0"/>
              </a:buClr>
              <a:buSzPts val="2300"/>
              <a:buFont typeface="Arial"/>
              <a:buNone/>
              <a:defRPr sz="3066" b="0">
                <a:solidFill>
                  <a:srgbClr val="205CA0"/>
                </a:solidFill>
              </a:defRPr>
            </a:lvl1pPr>
            <a:lvl2pPr lvl="1" algn="l">
              <a:lnSpc>
                <a:spcPct val="90000"/>
              </a:lnSpc>
              <a:spcBef>
                <a:spcPts val="0"/>
              </a:spcBef>
              <a:spcAft>
                <a:spcPts val="0"/>
              </a:spcAft>
              <a:buClr>
                <a:srgbClr val="434448"/>
              </a:buClr>
              <a:buSzPts val="1400"/>
              <a:buFont typeface="Arial"/>
              <a:buNone/>
              <a:defRPr/>
            </a:lvl2pPr>
            <a:lvl3pPr lvl="2" algn="l">
              <a:lnSpc>
                <a:spcPct val="90000"/>
              </a:lnSpc>
              <a:spcBef>
                <a:spcPts val="0"/>
              </a:spcBef>
              <a:spcAft>
                <a:spcPts val="0"/>
              </a:spcAft>
              <a:buClr>
                <a:srgbClr val="434448"/>
              </a:buClr>
              <a:buSzPts val="1400"/>
              <a:buFont typeface="Arial"/>
              <a:buNone/>
              <a:defRPr/>
            </a:lvl3pPr>
            <a:lvl4pPr lvl="3" algn="l">
              <a:lnSpc>
                <a:spcPct val="90000"/>
              </a:lnSpc>
              <a:spcBef>
                <a:spcPts val="0"/>
              </a:spcBef>
              <a:spcAft>
                <a:spcPts val="0"/>
              </a:spcAft>
              <a:buClr>
                <a:srgbClr val="434448"/>
              </a:buClr>
              <a:buSzPts val="1400"/>
              <a:buFont typeface="Arial"/>
              <a:buNone/>
              <a:defRPr/>
            </a:lvl4pPr>
            <a:lvl5pPr lvl="4" algn="l">
              <a:lnSpc>
                <a:spcPct val="90000"/>
              </a:lnSpc>
              <a:spcBef>
                <a:spcPts val="0"/>
              </a:spcBef>
              <a:spcAft>
                <a:spcPts val="0"/>
              </a:spcAft>
              <a:buClr>
                <a:srgbClr val="434448"/>
              </a:buClr>
              <a:buSzPts val="1400"/>
              <a:buFont typeface="Arial"/>
              <a:buNone/>
              <a:defRPr/>
            </a:lvl5pPr>
            <a:lvl6pPr lvl="5" algn="l">
              <a:lnSpc>
                <a:spcPct val="90000"/>
              </a:lnSpc>
              <a:spcBef>
                <a:spcPts val="0"/>
              </a:spcBef>
              <a:spcAft>
                <a:spcPts val="0"/>
              </a:spcAft>
              <a:buClr>
                <a:srgbClr val="434448"/>
              </a:buClr>
              <a:buSzPts val="1400"/>
              <a:buFont typeface="Arial"/>
              <a:buNone/>
              <a:defRPr/>
            </a:lvl6pPr>
            <a:lvl7pPr lvl="6" algn="l">
              <a:lnSpc>
                <a:spcPct val="90000"/>
              </a:lnSpc>
              <a:spcBef>
                <a:spcPts val="0"/>
              </a:spcBef>
              <a:spcAft>
                <a:spcPts val="0"/>
              </a:spcAft>
              <a:buClr>
                <a:srgbClr val="434448"/>
              </a:buClr>
              <a:buSzPts val="1400"/>
              <a:buFont typeface="Arial"/>
              <a:buNone/>
              <a:defRPr/>
            </a:lvl7pPr>
            <a:lvl8pPr lvl="7" algn="l">
              <a:lnSpc>
                <a:spcPct val="90000"/>
              </a:lnSpc>
              <a:spcBef>
                <a:spcPts val="0"/>
              </a:spcBef>
              <a:spcAft>
                <a:spcPts val="0"/>
              </a:spcAft>
              <a:buClr>
                <a:srgbClr val="434448"/>
              </a:buClr>
              <a:buSzPts val="1400"/>
              <a:buFont typeface="Arial"/>
              <a:buNone/>
              <a:defRPr/>
            </a:lvl8pPr>
            <a:lvl9pPr lvl="8" algn="l">
              <a:lnSpc>
                <a:spcPct val="90000"/>
              </a:lnSpc>
              <a:spcBef>
                <a:spcPts val="0"/>
              </a:spcBef>
              <a:spcAft>
                <a:spcPts val="0"/>
              </a:spcAft>
              <a:buClr>
                <a:srgbClr val="434448"/>
              </a:buClr>
              <a:buSzPts val="1400"/>
              <a:buFont typeface="Arial"/>
              <a:buNone/>
              <a:defRPr/>
            </a:lvl9pPr>
          </a:lstStyle>
          <a:p>
            <a:endParaRPr/>
          </a:p>
        </p:txBody>
      </p:sp>
      <p:sp>
        <p:nvSpPr>
          <p:cNvPr id="66" name="Google Shape;66;g1d0ad6de515_0_927"/>
          <p:cNvSpPr txBox="1">
            <a:spLocks noGrp="1"/>
          </p:cNvSpPr>
          <p:nvPr>
            <p:ph type="body" idx="1"/>
          </p:nvPr>
        </p:nvSpPr>
        <p:spPr>
          <a:xfrm>
            <a:off x="572096" y="1764285"/>
            <a:ext cx="11047800" cy="4223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66"/>
              </a:spcBef>
              <a:spcAft>
                <a:spcPts val="0"/>
              </a:spcAft>
              <a:buClr>
                <a:schemeClr val="accent2"/>
              </a:buClr>
              <a:buSzPts val="1500"/>
              <a:buFont typeface="Arial"/>
              <a:buNone/>
              <a:defRPr b="0">
                <a:solidFill>
                  <a:schemeClr val="accent2"/>
                </a:solidFill>
              </a:defRPr>
            </a:lvl1pPr>
            <a:lvl2pPr marL="914400" lvl="1" indent="-323850" algn="l">
              <a:lnSpc>
                <a:spcPct val="100000"/>
              </a:lnSpc>
              <a:spcBef>
                <a:spcPts val="1066"/>
              </a:spcBef>
              <a:spcAft>
                <a:spcPts val="0"/>
              </a:spcAft>
              <a:buClr>
                <a:schemeClr val="accent2"/>
              </a:buClr>
              <a:buSzPts val="1500"/>
              <a:buFont typeface="Arial"/>
              <a:buChar char="•"/>
              <a:defRPr sz="2000">
                <a:solidFill>
                  <a:schemeClr val="accent2"/>
                </a:solidFill>
              </a:defRPr>
            </a:lvl2pPr>
            <a:lvl3pPr marL="1371600" lvl="2" indent="-323850" algn="l">
              <a:lnSpc>
                <a:spcPct val="100000"/>
              </a:lnSpc>
              <a:spcBef>
                <a:spcPts val="1066"/>
              </a:spcBef>
              <a:spcAft>
                <a:spcPts val="0"/>
              </a:spcAft>
              <a:buClr>
                <a:schemeClr val="accent2"/>
              </a:buClr>
              <a:buSzPts val="1500"/>
              <a:buFont typeface="Arial"/>
              <a:buChar char="•"/>
              <a:defRPr sz="2000" b="0">
                <a:solidFill>
                  <a:schemeClr val="accent2"/>
                </a:solidFill>
              </a:defRPr>
            </a:lvl3pPr>
            <a:lvl4pPr marL="1828800" lvl="3" indent="-323850" algn="l">
              <a:lnSpc>
                <a:spcPct val="100000"/>
              </a:lnSpc>
              <a:spcBef>
                <a:spcPts val="1066"/>
              </a:spcBef>
              <a:spcAft>
                <a:spcPts val="0"/>
              </a:spcAft>
              <a:buClr>
                <a:schemeClr val="accent2"/>
              </a:buClr>
              <a:buSzPts val="1500"/>
              <a:buFont typeface="Arial"/>
              <a:buChar char="•"/>
              <a:defRPr sz="2000" b="0">
                <a:solidFill>
                  <a:schemeClr val="accent2"/>
                </a:solidFill>
              </a:defRPr>
            </a:lvl4pPr>
            <a:lvl5pPr marL="2286000" lvl="4" indent="-228600" algn="l">
              <a:lnSpc>
                <a:spcPct val="100000"/>
              </a:lnSpc>
              <a:spcBef>
                <a:spcPts val="1066"/>
              </a:spcBef>
              <a:spcAft>
                <a:spcPts val="0"/>
              </a:spcAft>
              <a:buClr>
                <a:schemeClr val="accent2"/>
              </a:buClr>
              <a:buSzPts val="1500"/>
              <a:buFont typeface="Arial"/>
              <a:buNone/>
              <a:defRPr sz="2000" b="0">
                <a:solidFill>
                  <a:schemeClr val="accent2"/>
                </a:solidFill>
              </a:defRPr>
            </a:lvl5pPr>
            <a:lvl6pPr marL="2743200" lvl="5" indent="-228600" algn="l">
              <a:lnSpc>
                <a:spcPct val="90000"/>
              </a:lnSpc>
              <a:spcBef>
                <a:spcPts val="1200"/>
              </a:spcBef>
              <a:spcAft>
                <a:spcPts val="0"/>
              </a:spcAft>
              <a:buClr>
                <a:srgbClr val="434448"/>
              </a:buClr>
              <a:buSzPts val="1400"/>
              <a:buNone/>
              <a:defRPr/>
            </a:lvl6pPr>
            <a:lvl7pPr marL="3200400" lvl="6" indent="-228600" algn="l">
              <a:lnSpc>
                <a:spcPct val="90000"/>
              </a:lnSpc>
              <a:spcBef>
                <a:spcPts val="1200"/>
              </a:spcBef>
              <a:spcAft>
                <a:spcPts val="0"/>
              </a:spcAft>
              <a:buClr>
                <a:srgbClr val="434448"/>
              </a:buClr>
              <a:buSzPts val="1400"/>
              <a:buNone/>
              <a:defRPr/>
            </a:lvl7pPr>
            <a:lvl8pPr marL="3657600" lvl="7" indent="-228600" algn="l">
              <a:lnSpc>
                <a:spcPct val="90000"/>
              </a:lnSpc>
              <a:spcBef>
                <a:spcPts val="1200"/>
              </a:spcBef>
              <a:spcAft>
                <a:spcPts val="0"/>
              </a:spcAft>
              <a:buClr>
                <a:srgbClr val="434448"/>
              </a:buClr>
              <a:buSzPts val="1400"/>
              <a:buNone/>
              <a:defRPr/>
            </a:lvl8pPr>
            <a:lvl9pPr marL="4114800" lvl="8" indent="-228600" algn="l">
              <a:lnSpc>
                <a:spcPct val="90000"/>
              </a:lnSpc>
              <a:spcBef>
                <a:spcPts val="1200"/>
              </a:spcBef>
              <a:spcAft>
                <a:spcPts val="0"/>
              </a:spcAft>
              <a:buClr>
                <a:srgbClr val="434448"/>
              </a:buClr>
              <a:buSzPts val="1400"/>
              <a:buNone/>
              <a:defRPr/>
            </a:lvl9pPr>
          </a:lstStyle>
          <a:p>
            <a:endParaRPr/>
          </a:p>
        </p:txBody>
      </p:sp>
      <p:sp>
        <p:nvSpPr>
          <p:cNvPr id="67" name="Google Shape;67;g1d0ad6de515_0_927"/>
          <p:cNvSpPr txBox="1">
            <a:spLocks noGrp="1"/>
          </p:cNvSpPr>
          <p:nvPr>
            <p:ph type="body" idx="2"/>
          </p:nvPr>
        </p:nvSpPr>
        <p:spPr>
          <a:xfrm>
            <a:off x="572100" y="1097179"/>
            <a:ext cx="11057700" cy="338700"/>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200"/>
              </a:spcBef>
              <a:spcAft>
                <a:spcPts val="0"/>
              </a:spcAft>
              <a:buClr>
                <a:srgbClr val="434448"/>
              </a:buClr>
              <a:buSzPts val="1400"/>
              <a:buNone/>
              <a:defRPr/>
            </a:lvl1pPr>
            <a:lvl2pPr marL="914400" lvl="1" indent="-228600" algn="l">
              <a:lnSpc>
                <a:spcPct val="90000"/>
              </a:lnSpc>
              <a:spcBef>
                <a:spcPts val="1200"/>
              </a:spcBef>
              <a:spcAft>
                <a:spcPts val="0"/>
              </a:spcAft>
              <a:buClr>
                <a:srgbClr val="434448"/>
              </a:buClr>
              <a:buSzPts val="1400"/>
              <a:buNone/>
              <a:defRPr/>
            </a:lvl2pPr>
            <a:lvl3pPr marL="1371600" lvl="2" indent="-228600" algn="l">
              <a:lnSpc>
                <a:spcPct val="90000"/>
              </a:lnSpc>
              <a:spcBef>
                <a:spcPts val="667"/>
              </a:spcBef>
              <a:spcAft>
                <a:spcPts val="0"/>
              </a:spcAft>
              <a:buClr>
                <a:srgbClr val="434448"/>
              </a:buClr>
              <a:buSzPts val="1400"/>
              <a:buNone/>
              <a:defRPr/>
            </a:lvl3pPr>
            <a:lvl4pPr marL="1828800" lvl="3" indent="-228600" algn="l">
              <a:lnSpc>
                <a:spcPct val="90000"/>
              </a:lnSpc>
              <a:spcBef>
                <a:spcPts val="667"/>
              </a:spcBef>
              <a:spcAft>
                <a:spcPts val="0"/>
              </a:spcAft>
              <a:buClr>
                <a:srgbClr val="434448"/>
              </a:buClr>
              <a:buSzPts val="1400"/>
              <a:buNone/>
              <a:defRPr/>
            </a:lvl4pPr>
            <a:lvl5pPr marL="2286000" lvl="4" indent="-228600" algn="l">
              <a:lnSpc>
                <a:spcPct val="90000"/>
              </a:lnSpc>
              <a:spcBef>
                <a:spcPts val="400"/>
              </a:spcBef>
              <a:spcAft>
                <a:spcPts val="0"/>
              </a:spcAft>
              <a:buClr>
                <a:srgbClr val="434448"/>
              </a:buClr>
              <a:buSzPts val="1400"/>
              <a:buNone/>
              <a:defRPr/>
            </a:lvl5pPr>
            <a:lvl6pPr marL="2743200" lvl="5" indent="-228600" algn="l">
              <a:lnSpc>
                <a:spcPct val="90000"/>
              </a:lnSpc>
              <a:spcBef>
                <a:spcPts val="1200"/>
              </a:spcBef>
              <a:spcAft>
                <a:spcPts val="0"/>
              </a:spcAft>
              <a:buClr>
                <a:srgbClr val="434448"/>
              </a:buClr>
              <a:buSzPts val="1400"/>
              <a:buNone/>
              <a:defRPr/>
            </a:lvl6pPr>
            <a:lvl7pPr marL="3200400" lvl="6" indent="-228600" algn="l">
              <a:lnSpc>
                <a:spcPct val="90000"/>
              </a:lnSpc>
              <a:spcBef>
                <a:spcPts val="1200"/>
              </a:spcBef>
              <a:spcAft>
                <a:spcPts val="0"/>
              </a:spcAft>
              <a:buClr>
                <a:srgbClr val="434448"/>
              </a:buClr>
              <a:buSzPts val="1400"/>
              <a:buNone/>
              <a:defRPr/>
            </a:lvl7pPr>
            <a:lvl8pPr marL="3657600" lvl="7" indent="-228600" algn="l">
              <a:lnSpc>
                <a:spcPct val="90000"/>
              </a:lnSpc>
              <a:spcBef>
                <a:spcPts val="1200"/>
              </a:spcBef>
              <a:spcAft>
                <a:spcPts val="0"/>
              </a:spcAft>
              <a:buClr>
                <a:srgbClr val="434448"/>
              </a:buClr>
              <a:buSzPts val="1400"/>
              <a:buNone/>
              <a:defRPr/>
            </a:lvl8pPr>
            <a:lvl9pPr marL="4114800" lvl="8" indent="-228600" algn="l">
              <a:lnSpc>
                <a:spcPct val="90000"/>
              </a:lnSpc>
              <a:spcBef>
                <a:spcPts val="1200"/>
              </a:spcBef>
              <a:spcAft>
                <a:spcPts val="0"/>
              </a:spcAft>
              <a:buClr>
                <a:srgbClr val="434448"/>
              </a:buClr>
              <a:buSzPts val="1400"/>
              <a:buNone/>
              <a:defRPr/>
            </a:lvl9pPr>
          </a:lstStyle>
          <a:p>
            <a:endParaRPr/>
          </a:p>
        </p:txBody>
      </p:sp>
      <p:sp>
        <p:nvSpPr>
          <p:cNvPr id="68" name="Google Shape;68;g1d0ad6de515_0_927"/>
          <p:cNvSpPr txBox="1">
            <a:spLocks noGrp="1"/>
          </p:cNvSpPr>
          <p:nvPr>
            <p:ph type="sldNum" idx="12"/>
          </p:nvPr>
        </p:nvSpPr>
        <p:spPr>
          <a:xfrm>
            <a:off x="5892800" y="6172200"/>
            <a:ext cx="2844600" cy="368400"/>
          </a:xfrm>
          <a:prstGeom prst="rect">
            <a:avLst/>
          </a:prstGeom>
          <a:noFill/>
          <a:ln>
            <a:noFill/>
          </a:ln>
        </p:spPr>
        <p:txBody>
          <a:bodyPr spcFirstLastPara="1" wrap="square" lIns="34275" tIns="34275" rIns="34275" bIns="34275" anchor="ctr" anchorCtr="0">
            <a:noAutofit/>
          </a:bodyPr>
          <a:lstStyle>
            <a:lvl1pPr marL="0" marR="0" lvl="0" indent="0" algn="r">
              <a:lnSpc>
                <a:spcPct val="100000"/>
              </a:lnSpc>
              <a:spcBef>
                <a:spcPts val="0"/>
              </a:spcBef>
              <a:spcAft>
                <a:spcPts val="0"/>
              </a:spcAft>
              <a:buClr>
                <a:srgbClr val="205CA0"/>
              </a:buClr>
              <a:buSzPts val="900"/>
              <a:buFont typeface="Arial"/>
              <a:buNone/>
              <a:defRPr sz="1466" b="0" i="0" u="none" strike="noStrike" cap="none">
                <a:solidFill>
                  <a:srgbClr val="205CA0"/>
                </a:solidFill>
                <a:latin typeface="Arial"/>
                <a:ea typeface="Arial"/>
                <a:cs typeface="Arial"/>
                <a:sym typeface="Arial"/>
              </a:defRPr>
            </a:lvl1pPr>
            <a:lvl2pPr marL="0" marR="0" lvl="1" indent="0" algn="r">
              <a:lnSpc>
                <a:spcPct val="100000"/>
              </a:lnSpc>
              <a:spcBef>
                <a:spcPts val="0"/>
              </a:spcBef>
              <a:spcAft>
                <a:spcPts val="0"/>
              </a:spcAft>
              <a:buClr>
                <a:srgbClr val="205CA0"/>
              </a:buClr>
              <a:buSzPts val="900"/>
              <a:buFont typeface="Arial"/>
              <a:buNone/>
              <a:defRPr sz="1466" b="0" i="0" u="none" strike="noStrike" cap="none">
                <a:solidFill>
                  <a:srgbClr val="205CA0"/>
                </a:solidFill>
                <a:latin typeface="Arial"/>
                <a:ea typeface="Arial"/>
                <a:cs typeface="Arial"/>
                <a:sym typeface="Arial"/>
              </a:defRPr>
            </a:lvl2pPr>
            <a:lvl3pPr marL="0" marR="0" lvl="2" indent="0" algn="r">
              <a:lnSpc>
                <a:spcPct val="100000"/>
              </a:lnSpc>
              <a:spcBef>
                <a:spcPts val="0"/>
              </a:spcBef>
              <a:spcAft>
                <a:spcPts val="0"/>
              </a:spcAft>
              <a:buClr>
                <a:srgbClr val="205CA0"/>
              </a:buClr>
              <a:buSzPts val="900"/>
              <a:buFont typeface="Arial"/>
              <a:buNone/>
              <a:defRPr sz="1466" b="0" i="0" u="none" strike="noStrike" cap="none">
                <a:solidFill>
                  <a:srgbClr val="205CA0"/>
                </a:solidFill>
                <a:latin typeface="Arial"/>
                <a:ea typeface="Arial"/>
                <a:cs typeface="Arial"/>
                <a:sym typeface="Arial"/>
              </a:defRPr>
            </a:lvl3pPr>
            <a:lvl4pPr marL="0" marR="0" lvl="3" indent="0" algn="r">
              <a:lnSpc>
                <a:spcPct val="100000"/>
              </a:lnSpc>
              <a:spcBef>
                <a:spcPts val="0"/>
              </a:spcBef>
              <a:spcAft>
                <a:spcPts val="0"/>
              </a:spcAft>
              <a:buClr>
                <a:srgbClr val="205CA0"/>
              </a:buClr>
              <a:buSzPts val="900"/>
              <a:buFont typeface="Arial"/>
              <a:buNone/>
              <a:defRPr sz="1466" b="0" i="0" u="none" strike="noStrike" cap="none">
                <a:solidFill>
                  <a:srgbClr val="205CA0"/>
                </a:solidFill>
                <a:latin typeface="Arial"/>
                <a:ea typeface="Arial"/>
                <a:cs typeface="Arial"/>
                <a:sym typeface="Arial"/>
              </a:defRPr>
            </a:lvl4pPr>
            <a:lvl5pPr marL="0" marR="0" lvl="4" indent="0" algn="r">
              <a:lnSpc>
                <a:spcPct val="100000"/>
              </a:lnSpc>
              <a:spcBef>
                <a:spcPts val="0"/>
              </a:spcBef>
              <a:spcAft>
                <a:spcPts val="0"/>
              </a:spcAft>
              <a:buClr>
                <a:srgbClr val="205CA0"/>
              </a:buClr>
              <a:buSzPts val="900"/>
              <a:buFont typeface="Arial"/>
              <a:buNone/>
              <a:defRPr sz="1466" b="0" i="0" u="none" strike="noStrike" cap="none">
                <a:solidFill>
                  <a:srgbClr val="205CA0"/>
                </a:solidFill>
                <a:latin typeface="Arial"/>
                <a:ea typeface="Arial"/>
                <a:cs typeface="Arial"/>
                <a:sym typeface="Arial"/>
              </a:defRPr>
            </a:lvl5pPr>
            <a:lvl6pPr marL="0" marR="0" lvl="5" indent="0" algn="r">
              <a:lnSpc>
                <a:spcPct val="100000"/>
              </a:lnSpc>
              <a:spcBef>
                <a:spcPts val="0"/>
              </a:spcBef>
              <a:spcAft>
                <a:spcPts val="0"/>
              </a:spcAft>
              <a:buClr>
                <a:srgbClr val="205CA0"/>
              </a:buClr>
              <a:buSzPts val="900"/>
              <a:buFont typeface="Arial"/>
              <a:buNone/>
              <a:defRPr sz="1466" b="0" i="0" u="none" strike="noStrike" cap="none">
                <a:solidFill>
                  <a:srgbClr val="205CA0"/>
                </a:solidFill>
                <a:latin typeface="Arial"/>
                <a:ea typeface="Arial"/>
                <a:cs typeface="Arial"/>
                <a:sym typeface="Arial"/>
              </a:defRPr>
            </a:lvl6pPr>
            <a:lvl7pPr marL="0" marR="0" lvl="6" indent="0" algn="r">
              <a:lnSpc>
                <a:spcPct val="100000"/>
              </a:lnSpc>
              <a:spcBef>
                <a:spcPts val="0"/>
              </a:spcBef>
              <a:spcAft>
                <a:spcPts val="0"/>
              </a:spcAft>
              <a:buClr>
                <a:srgbClr val="205CA0"/>
              </a:buClr>
              <a:buSzPts val="900"/>
              <a:buFont typeface="Arial"/>
              <a:buNone/>
              <a:defRPr sz="1466" b="0" i="0" u="none" strike="noStrike" cap="none">
                <a:solidFill>
                  <a:srgbClr val="205CA0"/>
                </a:solidFill>
                <a:latin typeface="Arial"/>
                <a:ea typeface="Arial"/>
                <a:cs typeface="Arial"/>
                <a:sym typeface="Arial"/>
              </a:defRPr>
            </a:lvl7pPr>
            <a:lvl8pPr marL="0" marR="0" lvl="7" indent="0" algn="r">
              <a:lnSpc>
                <a:spcPct val="100000"/>
              </a:lnSpc>
              <a:spcBef>
                <a:spcPts val="0"/>
              </a:spcBef>
              <a:spcAft>
                <a:spcPts val="0"/>
              </a:spcAft>
              <a:buClr>
                <a:srgbClr val="205CA0"/>
              </a:buClr>
              <a:buSzPts val="900"/>
              <a:buFont typeface="Arial"/>
              <a:buNone/>
              <a:defRPr sz="1466" b="0" i="0" u="none" strike="noStrike" cap="none">
                <a:solidFill>
                  <a:srgbClr val="205CA0"/>
                </a:solidFill>
                <a:latin typeface="Arial"/>
                <a:ea typeface="Arial"/>
                <a:cs typeface="Arial"/>
                <a:sym typeface="Arial"/>
              </a:defRPr>
            </a:lvl8pPr>
            <a:lvl9pPr marL="0" marR="0" lvl="8" indent="0" algn="r">
              <a:lnSpc>
                <a:spcPct val="100000"/>
              </a:lnSpc>
              <a:spcBef>
                <a:spcPts val="0"/>
              </a:spcBef>
              <a:spcAft>
                <a:spcPts val="0"/>
              </a:spcAft>
              <a:buClr>
                <a:srgbClr val="205CA0"/>
              </a:buClr>
              <a:buSzPts val="900"/>
              <a:buFont typeface="Arial"/>
              <a:buNone/>
              <a:defRPr sz="1466" b="0" i="0" u="none" strike="noStrike" cap="none">
                <a:solidFill>
                  <a:srgbClr val="205CA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FFFFFF"/>
              </a:solidFill>
            </a:endParaRPr>
          </a:p>
        </p:txBody>
      </p:sp>
      <p:pic>
        <p:nvPicPr>
          <p:cNvPr id="69" name="Google Shape;69;g1d0ad6de515_0_927" descr="pasted-image.pdf"/>
          <p:cNvPicPr preferRelativeResize="0"/>
          <p:nvPr/>
        </p:nvPicPr>
        <p:blipFill rotWithShape="1">
          <a:blip r:embed="rId4">
            <a:alphaModFix/>
          </a:blip>
          <a:srcRect/>
          <a:stretch/>
        </p:blipFill>
        <p:spPr>
          <a:xfrm>
            <a:off x="11033446" y="565460"/>
            <a:ext cx="635734" cy="445095"/>
          </a:xfrm>
          <a:prstGeom prst="rect">
            <a:avLst/>
          </a:prstGeom>
          <a:noFill/>
          <a:ln>
            <a:noFill/>
          </a:ln>
        </p:spPr>
      </p:pic>
      <p:pic>
        <p:nvPicPr>
          <p:cNvPr id="70" name="Google Shape;70;g1d0ad6de515_0_927"/>
          <p:cNvPicPr preferRelativeResize="0"/>
          <p:nvPr/>
        </p:nvPicPr>
        <p:blipFill rotWithShape="1">
          <a:blip r:embed="rId5">
            <a:alphaModFix/>
          </a:blip>
          <a:srcRect b="14376"/>
          <a:stretch/>
        </p:blipFill>
        <p:spPr>
          <a:xfrm>
            <a:off x="10205771" y="407520"/>
            <a:ext cx="784376" cy="67144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1"/>
        <p:cNvGrpSpPr/>
        <p:nvPr/>
      </p:nvGrpSpPr>
      <p:grpSpPr>
        <a:xfrm>
          <a:off x="0" y="0"/>
          <a:ext cx="0" cy="0"/>
          <a:chOff x="0" y="0"/>
          <a:chExt cx="0" cy="0"/>
        </a:xfrm>
      </p:grpSpPr>
      <p:sp>
        <p:nvSpPr>
          <p:cNvPr id="72" name="Google Shape;72;g1d0ad6de515_0_891"/>
          <p:cNvSpPr txBox="1">
            <a:spLocks noGrp="1"/>
          </p:cNvSpPr>
          <p:nvPr>
            <p:ph type="title"/>
          </p:nvPr>
        </p:nvSpPr>
        <p:spPr>
          <a:xfrm>
            <a:off x="838200" y="775731"/>
            <a:ext cx="10515600" cy="681000"/>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g1d0ad6de515_0_891"/>
          <p:cNvSpPr txBox="1">
            <a:spLocks noGrp="1"/>
          </p:cNvSpPr>
          <p:nvPr>
            <p:ph type="body" idx="1"/>
          </p:nvPr>
        </p:nvSpPr>
        <p:spPr>
          <a:xfrm>
            <a:off x="571653" y="1762125"/>
            <a:ext cx="11048700" cy="4314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100"/>
              </a:spcBef>
              <a:spcAft>
                <a:spcPts val="0"/>
              </a:spcAft>
              <a:buSzPts val="1800"/>
              <a:buNone/>
              <a:defRPr/>
            </a:lvl1pPr>
            <a:lvl2pPr marL="914400" lvl="1" indent="-342900" algn="l">
              <a:lnSpc>
                <a:spcPct val="100000"/>
              </a:lnSpc>
              <a:spcBef>
                <a:spcPts val="3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sp>
        <p:nvSpPr>
          <p:cNvPr id="74" name="Google Shape;74;g1d0ad6de515_0_891"/>
          <p:cNvSpPr txBox="1">
            <a:spLocks noGrp="1"/>
          </p:cNvSpPr>
          <p:nvPr>
            <p:ph type="dt" idx="10"/>
          </p:nvPr>
        </p:nvSpPr>
        <p:spPr>
          <a:xfrm>
            <a:off x="838200" y="6356353"/>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5" name="Google Shape;75;g1d0ad6de515_0_891"/>
          <p:cNvSpPr txBox="1">
            <a:spLocks noGrp="1"/>
          </p:cNvSpPr>
          <p:nvPr>
            <p:ph type="ftr" idx="11"/>
          </p:nvPr>
        </p:nvSpPr>
        <p:spPr>
          <a:xfrm>
            <a:off x="571653" y="6549530"/>
            <a:ext cx="5509500" cy="2139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g1d0ad6de515_0_891"/>
          <p:cNvSpPr txBox="1">
            <a:spLocks noGrp="1"/>
          </p:cNvSpPr>
          <p:nvPr>
            <p:ph type="sldNum" idx="12"/>
          </p:nvPr>
        </p:nvSpPr>
        <p:spPr>
          <a:xfrm>
            <a:off x="8610599" y="6356353"/>
            <a:ext cx="2743200" cy="3651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0" i="0" u="none" strike="noStrike" cap="none">
                <a:solidFill>
                  <a:srgbClr val="205CA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800"/>
              <a:buFont typeface="Arial"/>
              <a:buNone/>
              <a:defRPr sz="1800" b="0" i="0" u="none" strike="noStrike" cap="none">
                <a:solidFill>
                  <a:srgbClr val="205CA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800"/>
              <a:buFont typeface="Arial"/>
              <a:buNone/>
              <a:defRPr sz="1800" b="0" i="0" u="none" strike="noStrike" cap="none">
                <a:solidFill>
                  <a:srgbClr val="205CA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800"/>
              <a:buFont typeface="Arial"/>
              <a:buNone/>
              <a:defRPr sz="1800" b="0" i="0" u="none" strike="noStrike" cap="none">
                <a:solidFill>
                  <a:srgbClr val="205CA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800"/>
              <a:buFont typeface="Arial"/>
              <a:buNone/>
              <a:defRPr sz="1800" b="0" i="0" u="none" strike="noStrike" cap="none">
                <a:solidFill>
                  <a:srgbClr val="205CA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800"/>
              <a:buFont typeface="Arial"/>
              <a:buNone/>
              <a:defRPr sz="1800" b="0" i="0" u="none" strike="noStrike" cap="none">
                <a:solidFill>
                  <a:srgbClr val="205CA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800"/>
              <a:buFont typeface="Arial"/>
              <a:buNone/>
              <a:defRPr sz="1800" b="0" i="0" u="none" strike="noStrike" cap="none">
                <a:solidFill>
                  <a:srgbClr val="205CA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800"/>
              <a:buFont typeface="Arial"/>
              <a:buNone/>
              <a:defRPr sz="1800" b="0" i="0" u="none" strike="noStrike" cap="none">
                <a:solidFill>
                  <a:srgbClr val="205CA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800"/>
              <a:buFont typeface="Arial"/>
              <a:buNone/>
              <a:defRPr sz="1800" b="0" i="0" u="none" strike="noStrike" cap="none">
                <a:solidFill>
                  <a:srgbClr val="205CA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pic>
        <p:nvPicPr>
          <p:cNvPr id="77" name="Google Shape;77;g1d0ad6de515_0_891" descr="pasted-image.pdf"/>
          <p:cNvPicPr preferRelativeResize="0"/>
          <p:nvPr/>
        </p:nvPicPr>
        <p:blipFill rotWithShape="1">
          <a:blip r:embed="rId2">
            <a:alphaModFix/>
          </a:blip>
          <a:srcRect/>
          <a:stretch/>
        </p:blipFill>
        <p:spPr>
          <a:xfrm>
            <a:off x="11033446" y="565460"/>
            <a:ext cx="635734" cy="445095"/>
          </a:xfrm>
          <a:prstGeom prst="rect">
            <a:avLst/>
          </a:prstGeom>
          <a:noFill/>
          <a:ln>
            <a:noFill/>
          </a:ln>
        </p:spPr>
      </p:pic>
      <p:pic>
        <p:nvPicPr>
          <p:cNvPr id="78" name="Google Shape;78;g1d0ad6de515_0_891"/>
          <p:cNvPicPr preferRelativeResize="0"/>
          <p:nvPr/>
        </p:nvPicPr>
        <p:blipFill rotWithShape="1">
          <a:blip r:embed="rId3">
            <a:alphaModFix/>
          </a:blip>
          <a:srcRect b="14376"/>
          <a:stretch/>
        </p:blipFill>
        <p:spPr>
          <a:xfrm>
            <a:off x="10205771" y="407520"/>
            <a:ext cx="784376" cy="67144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sic">
  <p:cSld name="5_Basic">
    <p:bg>
      <p:bgPr>
        <a:solidFill>
          <a:srgbClr val="F4F4F4"/>
        </a:solidFill>
        <a:effectLst/>
      </p:bgPr>
    </p:bg>
    <p:spTree>
      <p:nvGrpSpPr>
        <p:cNvPr id="1" name="Shape 79"/>
        <p:cNvGrpSpPr/>
        <p:nvPr/>
      </p:nvGrpSpPr>
      <p:grpSpPr>
        <a:xfrm>
          <a:off x="0" y="0"/>
          <a:ext cx="0" cy="0"/>
          <a:chOff x="0" y="0"/>
          <a:chExt cx="0" cy="0"/>
        </a:xfrm>
      </p:grpSpPr>
      <p:pic>
        <p:nvPicPr>
          <p:cNvPr id="80" name="Google Shape;80;g1d0ad6de515_0_899"/>
          <p:cNvPicPr preferRelativeResize="0"/>
          <p:nvPr/>
        </p:nvPicPr>
        <p:blipFill rotWithShape="1">
          <a:blip r:embed="rId2">
            <a:alphaModFix/>
          </a:blip>
          <a:srcRect/>
          <a:stretch/>
        </p:blipFill>
        <p:spPr>
          <a:xfrm>
            <a:off x="0" y="893"/>
            <a:ext cx="12188822" cy="6856213"/>
          </a:xfrm>
          <a:prstGeom prst="rect">
            <a:avLst/>
          </a:prstGeom>
          <a:noFill/>
          <a:ln>
            <a:noFill/>
          </a:ln>
        </p:spPr>
      </p:pic>
      <p:sp>
        <p:nvSpPr>
          <p:cNvPr id="81" name="Google Shape;81;g1d0ad6de515_0_899"/>
          <p:cNvSpPr txBox="1">
            <a:spLocks noGrp="1"/>
          </p:cNvSpPr>
          <p:nvPr>
            <p:ph type="body" idx="1"/>
          </p:nvPr>
        </p:nvSpPr>
        <p:spPr>
          <a:xfrm>
            <a:off x="571649" y="1764285"/>
            <a:ext cx="11049000" cy="4223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100"/>
              </a:spcBef>
              <a:spcAft>
                <a:spcPts val="0"/>
              </a:spcAft>
              <a:buSzPts val="2000"/>
              <a:buNone/>
              <a:defRPr>
                <a:solidFill>
                  <a:schemeClr val="accent2"/>
                </a:solidFill>
              </a:defRPr>
            </a:lvl1pPr>
            <a:lvl2pPr marL="914400" lvl="1" indent="-342900" algn="l">
              <a:lnSpc>
                <a:spcPct val="100000"/>
              </a:lnSpc>
              <a:spcBef>
                <a:spcPts val="300"/>
              </a:spcBef>
              <a:spcAft>
                <a:spcPts val="0"/>
              </a:spcAft>
              <a:buSzPts val="1800"/>
              <a:buChar char="•"/>
              <a:defRPr>
                <a:solidFill>
                  <a:schemeClr val="accent2"/>
                </a:solidFill>
              </a:defRPr>
            </a:lvl2pPr>
            <a:lvl3pPr marL="1371600" lvl="2" indent="-330200" algn="l">
              <a:lnSpc>
                <a:spcPct val="100000"/>
              </a:lnSpc>
              <a:spcBef>
                <a:spcPts val="600"/>
              </a:spcBef>
              <a:spcAft>
                <a:spcPts val="0"/>
              </a:spcAft>
              <a:buSzPts val="1600"/>
              <a:buChar char="•"/>
              <a:defRPr>
                <a:solidFill>
                  <a:schemeClr val="accent2"/>
                </a:solidFill>
              </a:defRPr>
            </a:lvl3pPr>
            <a:lvl4pPr marL="1828800" lvl="3" indent="-317500" algn="l">
              <a:lnSpc>
                <a:spcPct val="100000"/>
              </a:lnSpc>
              <a:spcBef>
                <a:spcPts val="600"/>
              </a:spcBef>
              <a:spcAft>
                <a:spcPts val="0"/>
              </a:spcAft>
              <a:buSzPts val="1400"/>
              <a:buChar char="•"/>
              <a:defRPr>
                <a:solidFill>
                  <a:schemeClr val="accent2"/>
                </a:solidFill>
              </a:defRPr>
            </a:lvl4pPr>
            <a:lvl5pPr marL="2286000" lvl="4" indent="-228600" algn="l">
              <a:lnSpc>
                <a:spcPct val="100000"/>
              </a:lnSpc>
              <a:spcBef>
                <a:spcPts val="600"/>
              </a:spcBef>
              <a:spcAft>
                <a:spcPts val="0"/>
              </a:spcAft>
              <a:buSzPts val="1400"/>
              <a:buNone/>
              <a:defRPr>
                <a:solidFill>
                  <a:schemeClr val="accent2"/>
                </a:solidFill>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sp>
        <p:nvSpPr>
          <p:cNvPr id="82" name="Google Shape;82;g1d0ad6de515_0_899"/>
          <p:cNvSpPr txBox="1">
            <a:spLocks noGrp="1"/>
          </p:cNvSpPr>
          <p:nvPr>
            <p:ph type="body" idx="2"/>
          </p:nvPr>
        </p:nvSpPr>
        <p:spPr>
          <a:xfrm>
            <a:off x="571653" y="1097179"/>
            <a:ext cx="11049000" cy="338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100"/>
              </a:spcBef>
              <a:spcAft>
                <a:spcPts val="0"/>
              </a:spcAft>
              <a:buSzPts val="2200"/>
              <a:buNone/>
              <a:defRPr sz="2200" b="0" i="0">
                <a:solidFill>
                  <a:schemeClr val="dk1"/>
                </a:solidFill>
                <a:latin typeface="Arial"/>
                <a:ea typeface="Arial"/>
                <a:cs typeface="Arial"/>
                <a:sym typeface="Arial"/>
              </a:defRPr>
            </a:lvl1pPr>
            <a:lvl2pPr marL="914400" lvl="1" indent="-342900" algn="l">
              <a:lnSpc>
                <a:spcPct val="100000"/>
              </a:lnSpc>
              <a:spcBef>
                <a:spcPts val="3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pic>
        <p:nvPicPr>
          <p:cNvPr id="83" name="Google Shape;83;g1d0ad6de515_0_899" descr="pasted-image.pdf"/>
          <p:cNvPicPr preferRelativeResize="0"/>
          <p:nvPr/>
        </p:nvPicPr>
        <p:blipFill rotWithShape="1">
          <a:blip r:embed="rId3">
            <a:alphaModFix/>
          </a:blip>
          <a:srcRect/>
          <a:stretch/>
        </p:blipFill>
        <p:spPr>
          <a:xfrm>
            <a:off x="11033446" y="565460"/>
            <a:ext cx="635734" cy="445095"/>
          </a:xfrm>
          <a:prstGeom prst="rect">
            <a:avLst/>
          </a:prstGeom>
          <a:noFill/>
          <a:ln>
            <a:noFill/>
          </a:ln>
        </p:spPr>
      </p:pic>
      <p:sp>
        <p:nvSpPr>
          <p:cNvPr id="84" name="Google Shape;84;g1d0ad6de515_0_899"/>
          <p:cNvSpPr txBox="1">
            <a:spLocks noGrp="1"/>
          </p:cNvSpPr>
          <p:nvPr>
            <p:ph type="ftr" idx="11"/>
          </p:nvPr>
        </p:nvSpPr>
        <p:spPr>
          <a:xfrm>
            <a:off x="571649" y="6549530"/>
            <a:ext cx="5509500" cy="2139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6A625B"/>
              </a:buClr>
              <a:buSzPts val="1400"/>
              <a:buFont typeface="Arial"/>
              <a:buNone/>
              <a:defRPr sz="1000">
                <a:solidFill>
                  <a:srgbClr val="6A625B"/>
                </a:solidFill>
                <a:latin typeface="Arial"/>
                <a:ea typeface="Arial"/>
                <a:cs typeface="Arial"/>
                <a:sym typeface="Aria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85" name="Google Shape;85;g1d0ad6de515_0_899"/>
          <p:cNvSpPr txBox="1">
            <a:spLocks noGrp="1"/>
          </p:cNvSpPr>
          <p:nvPr>
            <p:ph type="title"/>
          </p:nvPr>
        </p:nvSpPr>
        <p:spPr>
          <a:xfrm>
            <a:off x="571653" y="63500"/>
            <a:ext cx="11048700" cy="990600"/>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dk1"/>
              </a:buClr>
              <a:buSzPts val="1400"/>
              <a:buFont typeface="Arial"/>
              <a:buNone/>
              <a:defRPr>
                <a:solidFill>
                  <a:schemeClr val="dk1"/>
                </a:solidFill>
              </a:defRPr>
            </a:lvl1pPr>
            <a:lvl2pPr lvl="1" algn="l">
              <a:lnSpc>
                <a:spcPct val="100000"/>
              </a:lnSpc>
              <a:spcBef>
                <a:spcPts val="0"/>
              </a:spcBef>
              <a:spcAft>
                <a:spcPts val="0"/>
              </a:spcAft>
              <a:buClr>
                <a:schemeClr val="accent1"/>
              </a:buClr>
              <a:buSzPts val="1400"/>
              <a:buFont typeface="Arial"/>
              <a:buNone/>
              <a:defRPr/>
            </a:lvl2pPr>
            <a:lvl3pPr lvl="2" algn="l">
              <a:lnSpc>
                <a:spcPct val="100000"/>
              </a:lnSpc>
              <a:spcBef>
                <a:spcPts val="0"/>
              </a:spcBef>
              <a:spcAft>
                <a:spcPts val="0"/>
              </a:spcAft>
              <a:buClr>
                <a:schemeClr val="accent1"/>
              </a:buClr>
              <a:buSzPts val="1400"/>
              <a:buFont typeface="Arial"/>
              <a:buNone/>
              <a:defRPr/>
            </a:lvl3pPr>
            <a:lvl4pPr lvl="3" algn="l">
              <a:lnSpc>
                <a:spcPct val="100000"/>
              </a:lnSpc>
              <a:spcBef>
                <a:spcPts val="0"/>
              </a:spcBef>
              <a:spcAft>
                <a:spcPts val="0"/>
              </a:spcAft>
              <a:buClr>
                <a:schemeClr val="accent1"/>
              </a:buClr>
              <a:buSzPts val="1400"/>
              <a:buFont typeface="Arial"/>
              <a:buNone/>
              <a:defRPr/>
            </a:lvl4pPr>
            <a:lvl5pPr lvl="4" algn="l">
              <a:lnSpc>
                <a:spcPct val="100000"/>
              </a:lnSpc>
              <a:spcBef>
                <a:spcPts val="0"/>
              </a:spcBef>
              <a:spcAft>
                <a:spcPts val="0"/>
              </a:spcAft>
              <a:buClr>
                <a:schemeClr val="accent1"/>
              </a:buClr>
              <a:buSzPts val="1400"/>
              <a:buFont typeface="Arial"/>
              <a:buNone/>
              <a:defRPr/>
            </a:lvl5pPr>
            <a:lvl6pPr lvl="5" algn="l">
              <a:lnSpc>
                <a:spcPct val="100000"/>
              </a:lnSpc>
              <a:spcBef>
                <a:spcPts val="0"/>
              </a:spcBef>
              <a:spcAft>
                <a:spcPts val="0"/>
              </a:spcAft>
              <a:buClr>
                <a:schemeClr val="accent1"/>
              </a:buClr>
              <a:buSzPts val="1400"/>
              <a:buFont typeface="Arial"/>
              <a:buNone/>
              <a:defRPr/>
            </a:lvl6pPr>
            <a:lvl7pPr lvl="6" algn="l">
              <a:lnSpc>
                <a:spcPct val="100000"/>
              </a:lnSpc>
              <a:spcBef>
                <a:spcPts val="0"/>
              </a:spcBef>
              <a:spcAft>
                <a:spcPts val="0"/>
              </a:spcAft>
              <a:buClr>
                <a:schemeClr val="accent1"/>
              </a:buClr>
              <a:buSzPts val="1400"/>
              <a:buFont typeface="Arial"/>
              <a:buNone/>
              <a:defRPr/>
            </a:lvl7pPr>
            <a:lvl8pPr lvl="7" algn="l">
              <a:lnSpc>
                <a:spcPct val="100000"/>
              </a:lnSpc>
              <a:spcBef>
                <a:spcPts val="0"/>
              </a:spcBef>
              <a:spcAft>
                <a:spcPts val="0"/>
              </a:spcAft>
              <a:buClr>
                <a:schemeClr val="accent1"/>
              </a:buClr>
              <a:buSzPts val="1400"/>
              <a:buFont typeface="Arial"/>
              <a:buNone/>
              <a:defRPr/>
            </a:lvl8pPr>
            <a:lvl9pPr lvl="8" algn="l">
              <a:lnSpc>
                <a:spcPct val="100000"/>
              </a:lnSpc>
              <a:spcBef>
                <a:spcPts val="0"/>
              </a:spcBef>
              <a:spcAft>
                <a:spcPts val="0"/>
              </a:spcAft>
              <a:buClr>
                <a:schemeClr val="accent1"/>
              </a:buClr>
              <a:buSzPts val="1400"/>
              <a:buFont typeface="Arial"/>
              <a:buNone/>
              <a:defRPr/>
            </a:lvl9pPr>
          </a:lstStyle>
          <a:p>
            <a:endParaRPr/>
          </a:p>
        </p:txBody>
      </p:sp>
      <p:pic>
        <p:nvPicPr>
          <p:cNvPr id="86" name="Google Shape;86;g1d0ad6de515_0_899" descr="pasted-image.pdf"/>
          <p:cNvPicPr preferRelativeResize="0"/>
          <p:nvPr/>
        </p:nvPicPr>
        <p:blipFill rotWithShape="1">
          <a:blip r:embed="rId3">
            <a:alphaModFix/>
          </a:blip>
          <a:srcRect/>
          <a:stretch/>
        </p:blipFill>
        <p:spPr>
          <a:xfrm>
            <a:off x="11033446" y="565460"/>
            <a:ext cx="635734" cy="445095"/>
          </a:xfrm>
          <a:prstGeom prst="rect">
            <a:avLst/>
          </a:prstGeom>
          <a:noFill/>
          <a:ln>
            <a:noFill/>
          </a:ln>
        </p:spPr>
      </p:pic>
      <p:pic>
        <p:nvPicPr>
          <p:cNvPr id="87" name="Google Shape;87;g1d0ad6de515_0_899"/>
          <p:cNvPicPr preferRelativeResize="0"/>
          <p:nvPr/>
        </p:nvPicPr>
        <p:blipFill rotWithShape="1">
          <a:blip r:embed="rId4">
            <a:alphaModFix/>
          </a:blip>
          <a:srcRect b="14376"/>
          <a:stretch/>
        </p:blipFill>
        <p:spPr>
          <a:xfrm>
            <a:off x="10205771" y="407520"/>
            <a:ext cx="784376" cy="671442"/>
          </a:xfrm>
          <a:prstGeom prst="rect">
            <a:avLst/>
          </a:prstGeom>
          <a:noFill/>
          <a:ln>
            <a:noFill/>
          </a:ln>
        </p:spPr>
      </p:pic>
      <p:sp>
        <p:nvSpPr>
          <p:cNvPr id="88" name="Google Shape;88;g1d0ad6de515_0_899"/>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1 - Basic">
  <p:cSld name="B1 - Basic">
    <p:bg>
      <p:bgPr>
        <a:solidFill>
          <a:srgbClr val="F4F4F4"/>
        </a:solidFill>
        <a:effectLst/>
      </p:bgPr>
    </p:bg>
    <p:spTree>
      <p:nvGrpSpPr>
        <p:cNvPr id="1" name="Shape 89"/>
        <p:cNvGrpSpPr/>
        <p:nvPr/>
      </p:nvGrpSpPr>
      <p:grpSpPr>
        <a:xfrm>
          <a:off x="0" y="0"/>
          <a:ext cx="0" cy="0"/>
          <a:chOff x="0" y="0"/>
          <a:chExt cx="0" cy="0"/>
        </a:xfrm>
      </p:grpSpPr>
      <p:pic>
        <p:nvPicPr>
          <p:cNvPr id="90" name="Google Shape;90;g1d0ad6de515_0_909"/>
          <p:cNvPicPr preferRelativeResize="0"/>
          <p:nvPr/>
        </p:nvPicPr>
        <p:blipFill rotWithShape="1">
          <a:blip r:embed="rId2">
            <a:alphaModFix/>
          </a:blip>
          <a:srcRect/>
          <a:stretch/>
        </p:blipFill>
        <p:spPr>
          <a:xfrm>
            <a:off x="1" y="894"/>
            <a:ext cx="12185648" cy="6856213"/>
          </a:xfrm>
          <a:prstGeom prst="rect">
            <a:avLst/>
          </a:prstGeom>
          <a:noFill/>
          <a:ln>
            <a:noFill/>
          </a:ln>
        </p:spPr>
      </p:pic>
      <p:sp>
        <p:nvSpPr>
          <p:cNvPr id="91" name="Google Shape;91;g1d0ad6de515_0_909"/>
          <p:cNvSpPr txBox="1">
            <a:spLocks noGrp="1"/>
          </p:cNvSpPr>
          <p:nvPr>
            <p:ph type="body" idx="1"/>
          </p:nvPr>
        </p:nvSpPr>
        <p:spPr>
          <a:xfrm>
            <a:off x="571649" y="1611886"/>
            <a:ext cx="11049000" cy="4223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66"/>
              </a:spcBef>
              <a:spcAft>
                <a:spcPts val="0"/>
              </a:spcAft>
              <a:buSzPts val="1500"/>
              <a:buNone/>
              <a:defRPr>
                <a:solidFill>
                  <a:schemeClr val="accent2"/>
                </a:solidFill>
              </a:defRPr>
            </a:lvl1pPr>
            <a:lvl2pPr marL="914400" lvl="1" indent="-317500" algn="l">
              <a:lnSpc>
                <a:spcPct val="100000"/>
              </a:lnSpc>
              <a:spcBef>
                <a:spcPts val="267"/>
              </a:spcBef>
              <a:spcAft>
                <a:spcPts val="0"/>
              </a:spcAft>
              <a:buSzPts val="1400"/>
              <a:buChar char="•"/>
              <a:defRPr>
                <a:solidFill>
                  <a:schemeClr val="accent2"/>
                </a:solidFill>
              </a:defRPr>
            </a:lvl2pPr>
            <a:lvl3pPr marL="1371600" lvl="2" indent="-304800" algn="l">
              <a:lnSpc>
                <a:spcPct val="100000"/>
              </a:lnSpc>
              <a:spcBef>
                <a:spcPts val="667"/>
              </a:spcBef>
              <a:spcAft>
                <a:spcPts val="0"/>
              </a:spcAft>
              <a:buSzPts val="1200"/>
              <a:buChar char="•"/>
              <a:defRPr>
                <a:solidFill>
                  <a:schemeClr val="accent2"/>
                </a:solidFill>
              </a:defRPr>
            </a:lvl3pPr>
            <a:lvl4pPr marL="1828800" lvl="3" indent="-298450" algn="l">
              <a:lnSpc>
                <a:spcPct val="100000"/>
              </a:lnSpc>
              <a:spcBef>
                <a:spcPts val="667"/>
              </a:spcBef>
              <a:spcAft>
                <a:spcPts val="0"/>
              </a:spcAft>
              <a:buSzPts val="1100"/>
              <a:buChar char="•"/>
              <a:defRPr>
                <a:solidFill>
                  <a:schemeClr val="accent2"/>
                </a:solidFill>
              </a:defRPr>
            </a:lvl4pPr>
            <a:lvl5pPr marL="2286000" lvl="4" indent="-228600" algn="l">
              <a:lnSpc>
                <a:spcPct val="100000"/>
              </a:lnSpc>
              <a:spcBef>
                <a:spcPts val="667"/>
              </a:spcBef>
              <a:spcAft>
                <a:spcPts val="0"/>
              </a:spcAft>
              <a:buSzPts val="1100"/>
              <a:buNone/>
              <a:defRPr>
                <a:solidFill>
                  <a:schemeClr val="accent2"/>
                </a:solidFill>
              </a:defRPr>
            </a:lvl5pPr>
            <a:lvl6pPr marL="2743200" lvl="5" indent="-317500" algn="l">
              <a:lnSpc>
                <a:spcPct val="100000"/>
              </a:lnSpc>
              <a:spcBef>
                <a:spcPts val="667"/>
              </a:spcBef>
              <a:spcAft>
                <a:spcPts val="0"/>
              </a:spcAft>
              <a:buClr>
                <a:schemeClr val="accent2"/>
              </a:buClr>
              <a:buSzPts val="1400"/>
              <a:buChar char="•"/>
              <a:defRPr/>
            </a:lvl6pPr>
            <a:lvl7pPr marL="3200400" lvl="6" indent="-317500" algn="l">
              <a:lnSpc>
                <a:spcPct val="100000"/>
              </a:lnSpc>
              <a:spcBef>
                <a:spcPts val="400"/>
              </a:spcBef>
              <a:spcAft>
                <a:spcPts val="0"/>
              </a:spcAft>
              <a:buClr>
                <a:schemeClr val="accent2"/>
              </a:buClr>
              <a:buSzPts val="1400"/>
              <a:buChar char="•"/>
              <a:defRPr/>
            </a:lvl7pPr>
            <a:lvl8pPr marL="3657600" lvl="7" indent="-317500" algn="l">
              <a:lnSpc>
                <a:spcPct val="100000"/>
              </a:lnSpc>
              <a:spcBef>
                <a:spcPts val="400"/>
              </a:spcBef>
              <a:spcAft>
                <a:spcPts val="0"/>
              </a:spcAft>
              <a:buClr>
                <a:schemeClr val="accent2"/>
              </a:buClr>
              <a:buSzPts val="1400"/>
              <a:buChar char="•"/>
              <a:defRPr/>
            </a:lvl8pPr>
            <a:lvl9pPr marL="4114800" lvl="8" indent="-317500" algn="l">
              <a:lnSpc>
                <a:spcPct val="100000"/>
              </a:lnSpc>
              <a:spcBef>
                <a:spcPts val="400"/>
              </a:spcBef>
              <a:spcAft>
                <a:spcPts val="0"/>
              </a:spcAft>
              <a:buClr>
                <a:schemeClr val="accent2"/>
              </a:buClr>
              <a:buSzPts val="1400"/>
              <a:buChar char="•"/>
              <a:defRPr/>
            </a:lvl9pPr>
          </a:lstStyle>
          <a:p>
            <a:endParaRPr/>
          </a:p>
        </p:txBody>
      </p:sp>
      <p:sp>
        <p:nvSpPr>
          <p:cNvPr id="92" name="Google Shape;92;g1d0ad6de515_0_909"/>
          <p:cNvSpPr txBox="1">
            <a:spLocks noGrp="1"/>
          </p:cNvSpPr>
          <p:nvPr>
            <p:ph type="body" idx="2"/>
          </p:nvPr>
        </p:nvSpPr>
        <p:spPr>
          <a:xfrm>
            <a:off x="571653" y="1097179"/>
            <a:ext cx="11049000" cy="338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700"/>
              <a:buNone/>
              <a:defRPr sz="2266" b="0" i="0">
                <a:solidFill>
                  <a:schemeClr val="dk1"/>
                </a:solidFill>
                <a:latin typeface="Arial"/>
                <a:ea typeface="Arial"/>
                <a:cs typeface="Arial"/>
                <a:sym typeface="Arial"/>
              </a:defRPr>
            </a:lvl1pPr>
            <a:lvl2pPr marL="914400" lvl="1" indent="-317500" algn="l">
              <a:lnSpc>
                <a:spcPct val="100000"/>
              </a:lnSpc>
              <a:spcBef>
                <a:spcPts val="267"/>
              </a:spcBef>
              <a:spcAft>
                <a:spcPts val="0"/>
              </a:spcAft>
              <a:buSzPts val="1400"/>
              <a:buChar char="•"/>
              <a:defRPr/>
            </a:lvl2pPr>
            <a:lvl3pPr marL="1371600" lvl="2" indent="-317500" algn="l">
              <a:lnSpc>
                <a:spcPct val="100000"/>
              </a:lnSpc>
              <a:spcBef>
                <a:spcPts val="667"/>
              </a:spcBef>
              <a:spcAft>
                <a:spcPts val="0"/>
              </a:spcAft>
              <a:buSzPts val="1400"/>
              <a:buChar char="•"/>
              <a:defRPr/>
            </a:lvl3pPr>
            <a:lvl4pPr marL="1828800" lvl="3" indent="-317500" algn="l">
              <a:lnSpc>
                <a:spcPct val="100000"/>
              </a:lnSpc>
              <a:spcBef>
                <a:spcPts val="667"/>
              </a:spcBef>
              <a:spcAft>
                <a:spcPts val="0"/>
              </a:spcAft>
              <a:buSzPts val="1400"/>
              <a:buChar char="•"/>
              <a:defRPr/>
            </a:lvl4pPr>
            <a:lvl5pPr marL="2286000" lvl="4" indent="-228600" algn="l">
              <a:lnSpc>
                <a:spcPct val="100000"/>
              </a:lnSpc>
              <a:spcBef>
                <a:spcPts val="667"/>
              </a:spcBef>
              <a:spcAft>
                <a:spcPts val="0"/>
              </a:spcAft>
              <a:buSzPts val="1100"/>
              <a:buNone/>
              <a:defRPr/>
            </a:lvl5pPr>
            <a:lvl6pPr marL="2743200" lvl="5" indent="-317500" algn="l">
              <a:lnSpc>
                <a:spcPct val="100000"/>
              </a:lnSpc>
              <a:spcBef>
                <a:spcPts val="667"/>
              </a:spcBef>
              <a:spcAft>
                <a:spcPts val="0"/>
              </a:spcAft>
              <a:buClr>
                <a:schemeClr val="accent2"/>
              </a:buClr>
              <a:buSzPts val="1400"/>
              <a:buChar char="•"/>
              <a:defRPr/>
            </a:lvl6pPr>
            <a:lvl7pPr marL="3200400" lvl="6" indent="-317500" algn="l">
              <a:lnSpc>
                <a:spcPct val="100000"/>
              </a:lnSpc>
              <a:spcBef>
                <a:spcPts val="0"/>
              </a:spcBef>
              <a:spcAft>
                <a:spcPts val="0"/>
              </a:spcAft>
              <a:buClr>
                <a:schemeClr val="accent2"/>
              </a:buClr>
              <a:buSzPts val="1400"/>
              <a:buChar char="•"/>
              <a:defRPr/>
            </a:lvl7pPr>
            <a:lvl8pPr marL="3657600" lvl="7" indent="-317500" algn="l">
              <a:lnSpc>
                <a:spcPct val="100000"/>
              </a:lnSpc>
              <a:spcBef>
                <a:spcPts val="0"/>
              </a:spcBef>
              <a:spcAft>
                <a:spcPts val="0"/>
              </a:spcAft>
              <a:buClr>
                <a:schemeClr val="accent2"/>
              </a:buClr>
              <a:buSzPts val="1400"/>
              <a:buChar char="•"/>
              <a:defRPr/>
            </a:lvl8pPr>
            <a:lvl9pPr marL="4114800" lvl="8" indent="-317500" algn="l">
              <a:lnSpc>
                <a:spcPct val="100000"/>
              </a:lnSpc>
              <a:spcBef>
                <a:spcPts val="0"/>
              </a:spcBef>
              <a:spcAft>
                <a:spcPts val="0"/>
              </a:spcAft>
              <a:buClr>
                <a:schemeClr val="accent2"/>
              </a:buClr>
              <a:buSzPts val="1400"/>
              <a:buChar char="•"/>
              <a:defRPr/>
            </a:lvl9pPr>
          </a:lstStyle>
          <a:p>
            <a:endParaRPr/>
          </a:p>
        </p:txBody>
      </p:sp>
      <p:pic>
        <p:nvPicPr>
          <p:cNvPr id="93" name="Google Shape;93;g1d0ad6de515_0_909" descr="pasted-image.pdf"/>
          <p:cNvPicPr preferRelativeResize="0"/>
          <p:nvPr/>
        </p:nvPicPr>
        <p:blipFill rotWithShape="1">
          <a:blip r:embed="rId3">
            <a:alphaModFix/>
          </a:blip>
          <a:srcRect/>
          <a:stretch/>
        </p:blipFill>
        <p:spPr>
          <a:xfrm>
            <a:off x="11033446" y="565461"/>
            <a:ext cx="635569" cy="445095"/>
          </a:xfrm>
          <a:prstGeom prst="rect">
            <a:avLst/>
          </a:prstGeom>
          <a:noFill/>
          <a:ln>
            <a:noFill/>
          </a:ln>
        </p:spPr>
      </p:pic>
      <p:sp>
        <p:nvSpPr>
          <p:cNvPr id="94" name="Google Shape;94;g1d0ad6de515_0_909"/>
          <p:cNvSpPr txBox="1">
            <a:spLocks noGrp="1"/>
          </p:cNvSpPr>
          <p:nvPr>
            <p:ph type="ftr" idx="11"/>
          </p:nvPr>
        </p:nvSpPr>
        <p:spPr>
          <a:xfrm>
            <a:off x="571649" y="6549531"/>
            <a:ext cx="5509500" cy="2139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rgbClr val="000000"/>
              </a:buClr>
              <a:buSzPts val="1100"/>
              <a:buFont typeface="Arial"/>
              <a:buNone/>
              <a:defRPr sz="1066" b="0" i="0" u="none" strike="noStrike" cap="none">
                <a:solidFill>
                  <a:srgbClr val="6A625B"/>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9pPr>
          </a:lstStyle>
          <a:p>
            <a:endParaRPr/>
          </a:p>
        </p:txBody>
      </p:sp>
      <p:sp>
        <p:nvSpPr>
          <p:cNvPr id="95" name="Google Shape;95;g1d0ad6de515_0_909"/>
          <p:cNvSpPr txBox="1">
            <a:spLocks noGrp="1"/>
          </p:cNvSpPr>
          <p:nvPr>
            <p:ph type="title"/>
          </p:nvPr>
        </p:nvSpPr>
        <p:spPr>
          <a:xfrm>
            <a:off x="571654" y="63500"/>
            <a:ext cx="11048700" cy="990600"/>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dk1"/>
              </a:buClr>
              <a:buSzPts val="1100"/>
              <a:buFont typeface="Arial"/>
              <a:buNone/>
              <a:defRPr>
                <a:solidFill>
                  <a:schemeClr val="dk1"/>
                </a:solidFill>
              </a:defRPr>
            </a:lvl1pPr>
            <a:lvl2pPr lvl="1" algn="l">
              <a:lnSpc>
                <a:spcPct val="100000"/>
              </a:lnSpc>
              <a:spcBef>
                <a:spcPts val="0"/>
              </a:spcBef>
              <a:spcAft>
                <a:spcPts val="0"/>
              </a:spcAft>
              <a:buClr>
                <a:schemeClr val="accent1"/>
              </a:buClr>
              <a:buSzPts val="1100"/>
              <a:buFont typeface="Arial"/>
              <a:buNone/>
              <a:defRPr/>
            </a:lvl2pPr>
            <a:lvl3pPr lvl="2" algn="l">
              <a:lnSpc>
                <a:spcPct val="100000"/>
              </a:lnSpc>
              <a:spcBef>
                <a:spcPts val="0"/>
              </a:spcBef>
              <a:spcAft>
                <a:spcPts val="0"/>
              </a:spcAft>
              <a:buClr>
                <a:schemeClr val="accent1"/>
              </a:buClr>
              <a:buSzPts val="1100"/>
              <a:buFont typeface="Arial"/>
              <a:buNone/>
              <a:defRPr/>
            </a:lvl3pPr>
            <a:lvl4pPr lvl="3" algn="l">
              <a:lnSpc>
                <a:spcPct val="100000"/>
              </a:lnSpc>
              <a:spcBef>
                <a:spcPts val="0"/>
              </a:spcBef>
              <a:spcAft>
                <a:spcPts val="0"/>
              </a:spcAft>
              <a:buClr>
                <a:schemeClr val="accent1"/>
              </a:buClr>
              <a:buSzPts val="1100"/>
              <a:buFont typeface="Arial"/>
              <a:buNone/>
              <a:defRPr/>
            </a:lvl4pPr>
            <a:lvl5pPr lvl="4" algn="l">
              <a:lnSpc>
                <a:spcPct val="100000"/>
              </a:lnSpc>
              <a:spcBef>
                <a:spcPts val="0"/>
              </a:spcBef>
              <a:spcAft>
                <a:spcPts val="0"/>
              </a:spcAft>
              <a:buClr>
                <a:schemeClr val="accent1"/>
              </a:buClr>
              <a:buSzPts val="1100"/>
              <a:buFont typeface="Arial"/>
              <a:buNone/>
              <a:defRPr/>
            </a:lvl5pPr>
            <a:lvl6pPr lvl="5" algn="l">
              <a:lnSpc>
                <a:spcPct val="100000"/>
              </a:lnSpc>
              <a:spcBef>
                <a:spcPts val="0"/>
              </a:spcBef>
              <a:spcAft>
                <a:spcPts val="0"/>
              </a:spcAft>
              <a:buClr>
                <a:schemeClr val="accent1"/>
              </a:buClr>
              <a:buSzPts val="1100"/>
              <a:buFont typeface="Arial"/>
              <a:buNone/>
              <a:defRPr/>
            </a:lvl6pPr>
            <a:lvl7pPr lvl="6" algn="l">
              <a:lnSpc>
                <a:spcPct val="100000"/>
              </a:lnSpc>
              <a:spcBef>
                <a:spcPts val="0"/>
              </a:spcBef>
              <a:spcAft>
                <a:spcPts val="0"/>
              </a:spcAft>
              <a:buClr>
                <a:schemeClr val="accent1"/>
              </a:buClr>
              <a:buSzPts val="1100"/>
              <a:buFont typeface="Arial"/>
              <a:buNone/>
              <a:defRPr/>
            </a:lvl7pPr>
            <a:lvl8pPr lvl="7" algn="l">
              <a:lnSpc>
                <a:spcPct val="100000"/>
              </a:lnSpc>
              <a:spcBef>
                <a:spcPts val="0"/>
              </a:spcBef>
              <a:spcAft>
                <a:spcPts val="0"/>
              </a:spcAft>
              <a:buClr>
                <a:schemeClr val="accent1"/>
              </a:buClr>
              <a:buSzPts val="1100"/>
              <a:buFont typeface="Arial"/>
              <a:buNone/>
              <a:defRPr/>
            </a:lvl8pPr>
            <a:lvl9pPr lvl="8" algn="l">
              <a:lnSpc>
                <a:spcPct val="100000"/>
              </a:lnSpc>
              <a:spcBef>
                <a:spcPts val="0"/>
              </a:spcBef>
              <a:spcAft>
                <a:spcPts val="0"/>
              </a:spcAft>
              <a:buClr>
                <a:schemeClr val="accent1"/>
              </a:buClr>
              <a:buSzPts val="1100"/>
              <a:buFont typeface="Arial"/>
              <a:buNone/>
              <a:defRPr/>
            </a:lvl9pPr>
          </a:lstStyle>
          <a:p>
            <a:endParaRPr/>
          </a:p>
        </p:txBody>
      </p:sp>
      <p:pic>
        <p:nvPicPr>
          <p:cNvPr id="96" name="Google Shape;96;g1d0ad6de515_0_909" descr="pasted-image.pdf"/>
          <p:cNvPicPr preferRelativeResize="0"/>
          <p:nvPr/>
        </p:nvPicPr>
        <p:blipFill rotWithShape="1">
          <a:blip r:embed="rId4">
            <a:alphaModFix/>
          </a:blip>
          <a:srcRect/>
          <a:stretch/>
        </p:blipFill>
        <p:spPr>
          <a:xfrm>
            <a:off x="11033446" y="565460"/>
            <a:ext cx="635734" cy="445095"/>
          </a:xfrm>
          <a:prstGeom prst="rect">
            <a:avLst/>
          </a:prstGeom>
          <a:noFill/>
          <a:ln>
            <a:noFill/>
          </a:ln>
        </p:spPr>
      </p:pic>
      <p:pic>
        <p:nvPicPr>
          <p:cNvPr id="97" name="Google Shape;97;g1d0ad6de515_0_909"/>
          <p:cNvPicPr preferRelativeResize="0"/>
          <p:nvPr/>
        </p:nvPicPr>
        <p:blipFill rotWithShape="1">
          <a:blip r:embed="rId5">
            <a:alphaModFix/>
          </a:blip>
          <a:srcRect b="14376"/>
          <a:stretch/>
        </p:blipFill>
        <p:spPr>
          <a:xfrm>
            <a:off x="10205771" y="407520"/>
            <a:ext cx="784376" cy="671442"/>
          </a:xfrm>
          <a:prstGeom prst="rect">
            <a:avLst/>
          </a:prstGeom>
          <a:noFill/>
          <a:ln>
            <a:noFill/>
          </a:ln>
        </p:spPr>
      </p:pic>
      <p:sp>
        <p:nvSpPr>
          <p:cNvPr id="98" name="Google Shape;98;g1d0ad6de515_0_909"/>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_ A">
  <p:cSld name="Title Slide_ A">
    <p:bg>
      <p:bgPr>
        <a:solidFill>
          <a:srgbClr val="F4F4F4"/>
        </a:solidFill>
        <a:effectLst/>
      </p:bgPr>
    </p:bg>
    <p:spTree>
      <p:nvGrpSpPr>
        <p:cNvPr id="1" name="Shape 99"/>
        <p:cNvGrpSpPr/>
        <p:nvPr/>
      </p:nvGrpSpPr>
      <p:grpSpPr>
        <a:xfrm>
          <a:off x="0" y="0"/>
          <a:ext cx="0" cy="0"/>
          <a:chOff x="0" y="0"/>
          <a:chExt cx="0" cy="0"/>
        </a:xfrm>
      </p:grpSpPr>
      <p:pic>
        <p:nvPicPr>
          <p:cNvPr id="100" name="Google Shape;100;g1d0ad6de515_0_843"/>
          <p:cNvPicPr preferRelativeResize="0"/>
          <p:nvPr/>
        </p:nvPicPr>
        <p:blipFill rotWithShape="1">
          <a:blip r:embed="rId2">
            <a:alphaModFix/>
          </a:blip>
          <a:srcRect/>
          <a:stretch/>
        </p:blipFill>
        <p:spPr>
          <a:xfrm>
            <a:off x="0" y="893"/>
            <a:ext cx="12188825" cy="6856211"/>
          </a:xfrm>
          <a:prstGeom prst="rect">
            <a:avLst/>
          </a:prstGeom>
          <a:noFill/>
          <a:ln>
            <a:noFill/>
          </a:ln>
        </p:spPr>
      </p:pic>
      <p:pic>
        <p:nvPicPr>
          <p:cNvPr id="101" name="Google Shape;101;g1d0ad6de515_0_843"/>
          <p:cNvPicPr preferRelativeResize="0"/>
          <p:nvPr/>
        </p:nvPicPr>
        <p:blipFill rotWithShape="1">
          <a:blip r:embed="rId3">
            <a:alphaModFix/>
          </a:blip>
          <a:srcRect/>
          <a:stretch/>
        </p:blipFill>
        <p:spPr>
          <a:xfrm>
            <a:off x="0" y="893"/>
            <a:ext cx="12188825" cy="6856215"/>
          </a:xfrm>
          <a:prstGeom prst="rect">
            <a:avLst/>
          </a:prstGeom>
          <a:noFill/>
          <a:ln>
            <a:noFill/>
          </a:ln>
        </p:spPr>
      </p:pic>
      <p:sp>
        <p:nvSpPr>
          <p:cNvPr id="102" name="Google Shape;102;g1d0ad6de515_0_843"/>
          <p:cNvSpPr txBox="1">
            <a:spLocks noGrp="1"/>
          </p:cNvSpPr>
          <p:nvPr>
            <p:ph type="ctrTitle"/>
          </p:nvPr>
        </p:nvSpPr>
        <p:spPr>
          <a:xfrm>
            <a:off x="567427" y="2063136"/>
            <a:ext cx="6749700" cy="1298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SzPts val="1400"/>
              <a:buNone/>
              <a:defRPr sz="3500" b="1">
                <a:solidFill>
                  <a:schemeClr val="accen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g1d0ad6de515_0_843"/>
          <p:cNvSpPr txBox="1">
            <a:spLocks noGrp="1"/>
          </p:cNvSpPr>
          <p:nvPr>
            <p:ph type="subTitle" idx="1"/>
          </p:nvPr>
        </p:nvSpPr>
        <p:spPr>
          <a:xfrm>
            <a:off x="578207" y="3397029"/>
            <a:ext cx="6738900" cy="477000"/>
          </a:xfrm>
          <a:prstGeom prst="rect">
            <a:avLst/>
          </a:prstGeom>
          <a:noFill/>
          <a:ln>
            <a:noFill/>
          </a:ln>
        </p:spPr>
        <p:txBody>
          <a:bodyPr spcFirstLastPara="1" wrap="square" lIns="0" tIns="0" rIns="0" bIns="0" anchor="t" anchorCtr="0">
            <a:noAutofit/>
          </a:bodyPr>
          <a:lstStyle>
            <a:lvl1pPr lvl="0" algn="l">
              <a:lnSpc>
                <a:spcPct val="95000"/>
              </a:lnSpc>
              <a:spcBef>
                <a:spcPts val="0"/>
              </a:spcBef>
              <a:spcAft>
                <a:spcPts val="0"/>
              </a:spcAft>
              <a:buSzPts val="2400"/>
              <a:buNone/>
              <a:defRPr sz="2400" b="0" i="0">
                <a:solidFill>
                  <a:schemeClr val="accent1"/>
                </a:solidFill>
                <a:latin typeface="Arial"/>
                <a:ea typeface="Arial"/>
                <a:cs typeface="Arial"/>
                <a:sym typeface="Arial"/>
              </a:defRPr>
            </a:lvl1pPr>
            <a:lvl2pPr lvl="1" algn="ctr">
              <a:lnSpc>
                <a:spcPct val="100000"/>
              </a:lnSpc>
              <a:spcBef>
                <a:spcPts val="200"/>
              </a:spcBef>
              <a:spcAft>
                <a:spcPts val="0"/>
              </a:spcAft>
              <a:buSzPts val="1800"/>
              <a:buNone/>
              <a:defRPr>
                <a:solidFill>
                  <a:srgbClr val="8A9ABD"/>
                </a:solidFill>
              </a:defRPr>
            </a:lvl2pPr>
            <a:lvl3pPr lvl="2" algn="ctr">
              <a:lnSpc>
                <a:spcPct val="100000"/>
              </a:lnSpc>
              <a:spcBef>
                <a:spcPts val="600"/>
              </a:spcBef>
              <a:spcAft>
                <a:spcPts val="0"/>
              </a:spcAft>
              <a:buSzPts val="1600"/>
              <a:buNone/>
              <a:defRPr>
                <a:solidFill>
                  <a:srgbClr val="8A9ABD"/>
                </a:solidFill>
              </a:defRPr>
            </a:lvl3pPr>
            <a:lvl4pPr lvl="3" algn="ctr">
              <a:lnSpc>
                <a:spcPct val="100000"/>
              </a:lnSpc>
              <a:spcBef>
                <a:spcPts val="600"/>
              </a:spcBef>
              <a:spcAft>
                <a:spcPts val="0"/>
              </a:spcAft>
              <a:buSzPts val="1400"/>
              <a:buNone/>
              <a:defRPr>
                <a:solidFill>
                  <a:srgbClr val="8A9ABD"/>
                </a:solidFill>
              </a:defRPr>
            </a:lvl4pPr>
            <a:lvl5pPr lvl="4" algn="ctr">
              <a:lnSpc>
                <a:spcPct val="100000"/>
              </a:lnSpc>
              <a:spcBef>
                <a:spcPts val="600"/>
              </a:spcBef>
              <a:spcAft>
                <a:spcPts val="0"/>
              </a:spcAft>
              <a:buSzPts val="2000"/>
              <a:buNone/>
              <a:defRPr>
                <a:solidFill>
                  <a:srgbClr val="8A9ABD"/>
                </a:solidFill>
              </a:defRPr>
            </a:lvl5pPr>
            <a:lvl6pPr lvl="5" algn="ctr">
              <a:lnSpc>
                <a:spcPct val="100000"/>
              </a:lnSpc>
              <a:spcBef>
                <a:spcPts val="600"/>
              </a:spcBef>
              <a:spcAft>
                <a:spcPts val="0"/>
              </a:spcAft>
              <a:buClr>
                <a:srgbClr val="8A9ABD"/>
              </a:buClr>
              <a:buSzPts val="2000"/>
              <a:buNone/>
              <a:defRPr>
                <a:solidFill>
                  <a:srgbClr val="8A9ABD"/>
                </a:solidFill>
              </a:defRPr>
            </a:lvl6pPr>
            <a:lvl7pPr lvl="6" algn="ctr">
              <a:lnSpc>
                <a:spcPct val="100000"/>
              </a:lnSpc>
              <a:spcBef>
                <a:spcPts val="400"/>
              </a:spcBef>
              <a:spcAft>
                <a:spcPts val="0"/>
              </a:spcAft>
              <a:buClr>
                <a:srgbClr val="8A9ABD"/>
              </a:buClr>
              <a:buSzPts val="2000"/>
              <a:buNone/>
              <a:defRPr>
                <a:solidFill>
                  <a:srgbClr val="8A9ABD"/>
                </a:solidFill>
              </a:defRPr>
            </a:lvl7pPr>
            <a:lvl8pPr lvl="7" algn="ctr">
              <a:lnSpc>
                <a:spcPct val="100000"/>
              </a:lnSpc>
              <a:spcBef>
                <a:spcPts val="400"/>
              </a:spcBef>
              <a:spcAft>
                <a:spcPts val="0"/>
              </a:spcAft>
              <a:buClr>
                <a:srgbClr val="8A9ABD"/>
              </a:buClr>
              <a:buSzPts val="2000"/>
              <a:buNone/>
              <a:defRPr>
                <a:solidFill>
                  <a:srgbClr val="8A9ABD"/>
                </a:solidFill>
              </a:defRPr>
            </a:lvl8pPr>
            <a:lvl9pPr lvl="8" algn="ctr">
              <a:lnSpc>
                <a:spcPct val="100000"/>
              </a:lnSpc>
              <a:spcBef>
                <a:spcPts val="400"/>
              </a:spcBef>
              <a:spcAft>
                <a:spcPts val="0"/>
              </a:spcAft>
              <a:buClr>
                <a:srgbClr val="8A9ABD"/>
              </a:buClr>
              <a:buSzPts val="2000"/>
              <a:buNone/>
              <a:defRPr>
                <a:solidFill>
                  <a:srgbClr val="8A9ABD"/>
                </a:solidFill>
              </a:defRPr>
            </a:lvl9pPr>
          </a:lstStyle>
          <a:p>
            <a:endParaRPr/>
          </a:p>
        </p:txBody>
      </p:sp>
      <p:sp>
        <p:nvSpPr>
          <p:cNvPr id="104" name="Google Shape;104;g1d0ad6de515_0_843"/>
          <p:cNvSpPr txBox="1">
            <a:spLocks noGrp="1"/>
          </p:cNvSpPr>
          <p:nvPr>
            <p:ph type="body" idx="2"/>
          </p:nvPr>
        </p:nvSpPr>
        <p:spPr>
          <a:xfrm>
            <a:off x="578207" y="5022185"/>
            <a:ext cx="6449100" cy="285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SzPts val="1800"/>
              <a:buFont typeface="Arial"/>
              <a:buNone/>
              <a:defRPr sz="1800" b="0" i="0">
                <a:solidFill>
                  <a:schemeClr val="accent1"/>
                </a:solidFill>
                <a:latin typeface="Arial"/>
                <a:ea typeface="Arial"/>
                <a:cs typeface="Arial"/>
                <a:sym typeface="Arial"/>
              </a:defRPr>
            </a:lvl1pPr>
            <a:lvl2pPr marL="914400" lvl="1" indent="-228600" algn="l">
              <a:lnSpc>
                <a:spcPct val="100000"/>
              </a:lnSpc>
              <a:spcBef>
                <a:spcPts val="300"/>
              </a:spcBef>
              <a:spcAft>
                <a:spcPts val="0"/>
              </a:spcAft>
              <a:buSzPts val="1540"/>
              <a:buFont typeface="Arial"/>
              <a:buNone/>
              <a:defRPr sz="1400">
                <a:solidFill>
                  <a:schemeClr val="lt2"/>
                </a:solidFill>
                <a:latin typeface="Arial"/>
                <a:ea typeface="Arial"/>
                <a:cs typeface="Arial"/>
                <a:sym typeface="Arial"/>
              </a:defRPr>
            </a:lvl2pPr>
            <a:lvl3pPr marL="1371600" marR="0" lvl="2" indent="-228600" algn="l">
              <a:lnSpc>
                <a:spcPct val="95000"/>
              </a:lnSpc>
              <a:spcBef>
                <a:spcPts val="300"/>
              </a:spcBef>
              <a:spcAft>
                <a:spcPts val="0"/>
              </a:spcAft>
              <a:buClr>
                <a:srgbClr val="BFBFBF"/>
              </a:buClr>
              <a:buSzPts val="1400"/>
              <a:buFont typeface="Arial"/>
              <a:buNone/>
              <a:defRPr sz="1400">
                <a:solidFill>
                  <a:schemeClr val="lt2"/>
                </a:solidFill>
                <a:latin typeface="Arial"/>
                <a:ea typeface="Arial"/>
                <a:cs typeface="Arial"/>
                <a:sym typeface="Arial"/>
              </a:defRPr>
            </a:lvl3pPr>
            <a:lvl4pPr marL="1828800" lvl="3" indent="-285750" algn="l">
              <a:lnSpc>
                <a:spcPct val="100000"/>
              </a:lnSpc>
              <a:spcBef>
                <a:spcPts val="0"/>
              </a:spcBef>
              <a:spcAft>
                <a:spcPts val="0"/>
              </a:spcAft>
              <a:buSzPts val="900"/>
              <a:buChar char="•"/>
              <a:defRPr sz="900">
                <a:solidFill>
                  <a:schemeClr val="lt1"/>
                </a:solidFill>
                <a:latin typeface="Arial"/>
                <a:ea typeface="Arial"/>
                <a:cs typeface="Arial"/>
                <a:sym typeface="Arial"/>
              </a:defRPr>
            </a:lvl4pPr>
            <a:lvl5pPr marL="2286000" lvl="4" indent="-228600" algn="l">
              <a:lnSpc>
                <a:spcPct val="100000"/>
              </a:lnSpc>
              <a:spcBef>
                <a:spcPts val="200"/>
              </a:spcBef>
              <a:spcAft>
                <a:spcPts val="0"/>
              </a:spcAft>
              <a:buSzPts val="1400"/>
              <a:buNone/>
              <a:defRPr sz="90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sp>
        <p:nvSpPr>
          <p:cNvPr id="105" name="Google Shape;105;g1d0ad6de515_0_843"/>
          <p:cNvSpPr txBox="1">
            <a:spLocks noGrp="1"/>
          </p:cNvSpPr>
          <p:nvPr>
            <p:ph type="body" idx="3"/>
          </p:nvPr>
        </p:nvSpPr>
        <p:spPr>
          <a:xfrm>
            <a:off x="578207" y="4750951"/>
            <a:ext cx="6449100" cy="247500"/>
          </a:xfrm>
          <a:prstGeom prst="rect">
            <a:avLst/>
          </a:prstGeom>
          <a:noFill/>
          <a:ln>
            <a:noFill/>
          </a:ln>
        </p:spPr>
        <p:txBody>
          <a:bodyPr spcFirstLastPara="1" wrap="square" lIns="0" tIns="0" rIns="0" bIns="0" anchor="b" anchorCtr="0">
            <a:noAutofit/>
          </a:bodyPr>
          <a:lstStyle>
            <a:lvl1pPr marL="457200" lvl="0" indent="-228600" algn="l">
              <a:lnSpc>
                <a:spcPct val="95000"/>
              </a:lnSpc>
              <a:spcBef>
                <a:spcPts val="0"/>
              </a:spcBef>
              <a:spcAft>
                <a:spcPts val="0"/>
              </a:spcAft>
              <a:buSzPts val="1800"/>
              <a:buNone/>
              <a:defRPr sz="1800" b="1">
                <a:solidFill>
                  <a:schemeClr val="accent1"/>
                </a:solidFill>
                <a:latin typeface="Arial"/>
                <a:ea typeface="Arial"/>
                <a:cs typeface="Arial"/>
                <a:sym typeface="Arial"/>
              </a:defRPr>
            </a:lvl1pPr>
            <a:lvl2pPr marL="914400" lvl="1" indent="-342900" algn="l">
              <a:lnSpc>
                <a:spcPct val="100000"/>
              </a:lnSpc>
              <a:spcBef>
                <a:spcPts val="3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pic>
        <p:nvPicPr>
          <p:cNvPr id="106" name="Google Shape;106;g1d0ad6de515_0_843" descr="pasted-image.pdf"/>
          <p:cNvPicPr preferRelativeResize="0"/>
          <p:nvPr/>
        </p:nvPicPr>
        <p:blipFill rotWithShape="1">
          <a:blip r:embed="rId4">
            <a:alphaModFix/>
          </a:blip>
          <a:srcRect/>
          <a:stretch/>
        </p:blipFill>
        <p:spPr>
          <a:xfrm>
            <a:off x="2126049" y="457849"/>
            <a:ext cx="1349605" cy="944895"/>
          </a:xfrm>
          <a:prstGeom prst="rect">
            <a:avLst/>
          </a:prstGeom>
          <a:noFill/>
          <a:ln>
            <a:noFill/>
          </a:ln>
        </p:spPr>
      </p:pic>
      <p:pic>
        <p:nvPicPr>
          <p:cNvPr id="107" name="Google Shape;107;g1d0ad6de515_0_843"/>
          <p:cNvPicPr preferRelativeResize="0"/>
          <p:nvPr/>
        </p:nvPicPr>
        <p:blipFill rotWithShape="1">
          <a:blip r:embed="rId5">
            <a:alphaModFix/>
          </a:blip>
          <a:srcRect b="14376"/>
          <a:stretch/>
        </p:blipFill>
        <p:spPr>
          <a:xfrm>
            <a:off x="578207" y="383810"/>
            <a:ext cx="1276805" cy="1092972"/>
          </a:xfrm>
          <a:prstGeom prst="rect">
            <a:avLst/>
          </a:prstGeom>
          <a:noFill/>
          <a:ln>
            <a:noFill/>
          </a:ln>
        </p:spPr>
      </p:pic>
      <p:sp>
        <p:nvSpPr>
          <p:cNvPr id="108" name="Google Shape;108;g1d0ad6de515_0_843"/>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lloon Vignette">
  <p:cSld name="1_Balloon Vignette">
    <p:bg>
      <p:bgPr>
        <a:solidFill>
          <a:srgbClr val="F4F4F4"/>
        </a:solidFill>
        <a:effectLst/>
      </p:bgPr>
    </p:bg>
    <p:spTree>
      <p:nvGrpSpPr>
        <p:cNvPr id="1" name="Shape 109"/>
        <p:cNvGrpSpPr/>
        <p:nvPr/>
      </p:nvGrpSpPr>
      <p:grpSpPr>
        <a:xfrm>
          <a:off x="0" y="0"/>
          <a:ext cx="0" cy="0"/>
          <a:chOff x="0" y="0"/>
          <a:chExt cx="0" cy="0"/>
        </a:xfrm>
      </p:grpSpPr>
      <p:pic>
        <p:nvPicPr>
          <p:cNvPr id="110" name="Google Shape;110;g1d0ad6de515_0_853"/>
          <p:cNvPicPr preferRelativeResize="0"/>
          <p:nvPr/>
        </p:nvPicPr>
        <p:blipFill rotWithShape="1">
          <a:blip r:embed="rId2">
            <a:alphaModFix/>
          </a:blip>
          <a:srcRect/>
          <a:stretch/>
        </p:blipFill>
        <p:spPr>
          <a:xfrm>
            <a:off x="4" y="896"/>
            <a:ext cx="12188819" cy="6856208"/>
          </a:xfrm>
          <a:prstGeom prst="rect">
            <a:avLst/>
          </a:prstGeom>
          <a:noFill/>
          <a:ln>
            <a:noFill/>
          </a:ln>
        </p:spPr>
      </p:pic>
      <p:pic>
        <p:nvPicPr>
          <p:cNvPr id="111" name="Google Shape;111;g1d0ad6de515_0_853"/>
          <p:cNvPicPr preferRelativeResize="0"/>
          <p:nvPr/>
        </p:nvPicPr>
        <p:blipFill rotWithShape="1">
          <a:blip r:embed="rId3">
            <a:alphaModFix/>
          </a:blip>
          <a:srcRect/>
          <a:stretch/>
        </p:blipFill>
        <p:spPr>
          <a:xfrm>
            <a:off x="3" y="893"/>
            <a:ext cx="12188819" cy="6856208"/>
          </a:xfrm>
          <a:prstGeom prst="rect">
            <a:avLst/>
          </a:prstGeom>
          <a:noFill/>
          <a:ln>
            <a:noFill/>
          </a:ln>
        </p:spPr>
      </p:pic>
      <p:sp>
        <p:nvSpPr>
          <p:cNvPr id="112" name="Google Shape;112;g1d0ad6de515_0_853"/>
          <p:cNvSpPr txBox="1">
            <a:spLocks noGrp="1"/>
          </p:cNvSpPr>
          <p:nvPr>
            <p:ph type="title"/>
          </p:nvPr>
        </p:nvSpPr>
        <p:spPr>
          <a:xfrm>
            <a:off x="571649" y="63504"/>
            <a:ext cx="7431300" cy="990000"/>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dk1"/>
              </a:buClr>
              <a:buSzPts val="1400"/>
              <a:buFont typeface="Arial"/>
              <a:buNone/>
              <a:defRPr/>
            </a:lvl1pPr>
            <a:lvl2pPr lvl="1" algn="l">
              <a:lnSpc>
                <a:spcPct val="100000"/>
              </a:lnSpc>
              <a:spcBef>
                <a:spcPts val="0"/>
              </a:spcBef>
              <a:spcAft>
                <a:spcPts val="0"/>
              </a:spcAft>
              <a:buClr>
                <a:schemeClr val="accent1"/>
              </a:buClr>
              <a:buSzPts val="1400"/>
              <a:buFont typeface="Arial"/>
              <a:buNone/>
              <a:defRPr/>
            </a:lvl2pPr>
            <a:lvl3pPr lvl="2" algn="l">
              <a:lnSpc>
                <a:spcPct val="100000"/>
              </a:lnSpc>
              <a:spcBef>
                <a:spcPts val="0"/>
              </a:spcBef>
              <a:spcAft>
                <a:spcPts val="0"/>
              </a:spcAft>
              <a:buClr>
                <a:schemeClr val="accent1"/>
              </a:buClr>
              <a:buSzPts val="1400"/>
              <a:buFont typeface="Arial"/>
              <a:buNone/>
              <a:defRPr/>
            </a:lvl3pPr>
            <a:lvl4pPr lvl="3" algn="l">
              <a:lnSpc>
                <a:spcPct val="100000"/>
              </a:lnSpc>
              <a:spcBef>
                <a:spcPts val="0"/>
              </a:spcBef>
              <a:spcAft>
                <a:spcPts val="0"/>
              </a:spcAft>
              <a:buClr>
                <a:schemeClr val="accent1"/>
              </a:buClr>
              <a:buSzPts val="1400"/>
              <a:buFont typeface="Arial"/>
              <a:buNone/>
              <a:defRPr/>
            </a:lvl4pPr>
            <a:lvl5pPr lvl="4" algn="l">
              <a:lnSpc>
                <a:spcPct val="100000"/>
              </a:lnSpc>
              <a:spcBef>
                <a:spcPts val="0"/>
              </a:spcBef>
              <a:spcAft>
                <a:spcPts val="0"/>
              </a:spcAft>
              <a:buClr>
                <a:schemeClr val="accent1"/>
              </a:buClr>
              <a:buSzPts val="1400"/>
              <a:buFont typeface="Arial"/>
              <a:buNone/>
              <a:defRPr/>
            </a:lvl5pPr>
            <a:lvl6pPr lvl="5" algn="l">
              <a:lnSpc>
                <a:spcPct val="100000"/>
              </a:lnSpc>
              <a:spcBef>
                <a:spcPts val="0"/>
              </a:spcBef>
              <a:spcAft>
                <a:spcPts val="0"/>
              </a:spcAft>
              <a:buClr>
                <a:schemeClr val="accent1"/>
              </a:buClr>
              <a:buSzPts val="1400"/>
              <a:buFont typeface="Arial"/>
              <a:buNone/>
              <a:defRPr/>
            </a:lvl6pPr>
            <a:lvl7pPr lvl="6" algn="l">
              <a:lnSpc>
                <a:spcPct val="100000"/>
              </a:lnSpc>
              <a:spcBef>
                <a:spcPts val="0"/>
              </a:spcBef>
              <a:spcAft>
                <a:spcPts val="0"/>
              </a:spcAft>
              <a:buClr>
                <a:schemeClr val="accent1"/>
              </a:buClr>
              <a:buSzPts val="1400"/>
              <a:buFont typeface="Arial"/>
              <a:buNone/>
              <a:defRPr/>
            </a:lvl7pPr>
            <a:lvl8pPr lvl="7" algn="l">
              <a:lnSpc>
                <a:spcPct val="100000"/>
              </a:lnSpc>
              <a:spcBef>
                <a:spcPts val="0"/>
              </a:spcBef>
              <a:spcAft>
                <a:spcPts val="0"/>
              </a:spcAft>
              <a:buClr>
                <a:schemeClr val="accent1"/>
              </a:buClr>
              <a:buSzPts val="1400"/>
              <a:buFont typeface="Arial"/>
              <a:buNone/>
              <a:defRPr/>
            </a:lvl8pPr>
            <a:lvl9pPr lvl="8" algn="l">
              <a:lnSpc>
                <a:spcPct val="100000"/>
              </a:lnSpc>
              <a:spcBef>
                <a:spcPts val="0"/>
              </a:spcBef>
              <a:spcAft>
                <a:spcPts val="0"/>
              </a:spcAft>
              <a:buClr>
                <a:schemeClr val="accent1"/>
              </a:buClr>
              <a:buSzPts val="1400"/>
              <a:buFont typeface="Arial"/>
              <a:buNone/>
              <a:defRPr/>
            </a:lvl9pPr>
          </a:lstStyle>
          <a:p>
            <a:endParaRPr/>
          </a:p>
        </p:txBody>
      </p:sp>
      <p:sp>
        <p:nvSpPr>
          <p:cNvPr id="113" name="Google Shape;113;g1d0ad6de515_0_853"/>
          <p:cNvSpPr txBox="1">
            <a:spLocks noGrp="1"/>
          </p:cNvSpPr>
          <p:nvPr>
            <p:ph type="body" idx="1"/>
          </p:nvPr>
        </p:nvSpPr>
        <p:spPr>
          <a:xfrm>
            <a:off x="571649" y="1764288"/>
            <a:ext cx="7283400" cy="422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100"/>
              </a:spcBef>
              <a:spcAft>
                <a:spcPts val="0"/>
              </a:spcAft>
              <a:buSzPts val="2000"/>
              <a:buNone/>
              <a:defRPr>
                <a:solidFill>
                  <a:schemeClr val="accent2"/>
                </a:solidFill>
              </a:defRPr>
            </a:lvl1pPr>
            <a:lvl2pPr marL="914400" lvl="1" indent="-342900" algn="l">
              <a:lnSpc>
                <a:spcPct val="100000"/>
              </a:lnSpc>
              <a:spcBef>
                <a:spcPts val="300"/>
              </a:spcBef>
              <a:spcAft>
                <a:spcPts val="0"/>
              </a:spcAft>
              <a:buSzPts val="1800"/>
              <a:buChar char="•"/>
              <a:defRPr>
                <a:solidFill>
                  <a:schemeClr val="accent2"/>
                </a:solidFill>
              </a:defRPr>
            </a:lvl2pPr>
            <a:lvl3pPr marL="1371600" lvl="2" indent="-330200" algn="l">
              <a:lnSpc>
                <a:spcPct val="100000"/>
              </a:lnSpc>
              <a:spcBef>
                <a:spcPts val="600"/>
              </a:spcBef>
              <a:spcAft>
                <a:spcPts val="0"/>
              </a:spcAft>
              <a:buSzPts val="1600"/>
              <a:buChar char="•"/>
              <a:defRPr>
                <a:solidFill>
                  <a:schemeClr val="accent2"/>
                </a:solidFill>
              </a:defRPr>
            </a:lvl3pPr>
            <a:lvl4pPr marL="1828800" lvl="3" indent="-317500" algn="l">
              <a:lnSpc>
                <a:spcPct val="100000"/>
              </a:lnSpc>
              <a:spcBef>
                <a:spcPts val="600"/>
              </a:spcBef>
              <a:spcAft>
                <a:spcPts val="0"/>
              </a:spcAft>
              <a:buSzPts val="1400"/>
              <a:buChar char="•"/>
              <a:defRPr>
                <a:solidFill>
                  <a:schemeClr val="accent2"/>
                </a:solidFill>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sp>
        <p:nvSpPr>
          <p:cNvPr id="114" name="Google Shape;114;g1d0ad6de515_0_853"/>
          <p:cNvSpPr txBox="1">
            <a:spLocks noGrp="1"/>
          </p:cNvSpPr>
          <p:nvPr>
            <p:ph type="body" idx="2"/>
          </p:nvPr>
        </p:nvSpPr>
        <p:spPr>
          <a:xfrm>
            <a:off x="571649" y="1097179"/>
            <a:ext cx="7431300" cy="338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100"/>
              </a:spcBef>
              <a:spcAft>
                <a:spcPts val="0"/>
              </a:spcAft>
              <a:buSzPts val="2200"/>
              <a:buNone/>
              <a:defRPr sz="2200" b="0" i="0">
                <a:solidFill>
                  <a:schemeClr val="dk1"/>
                </a:solidFill>
                <a:latin typeface="Arial"/>
                <a:ea typeface="Arial"/>
                <a:cs typeface="Arial"/>
                <a:sym typeface="Arial"/>
              </a:defRPr>
            </a:lvl1pPr>
            <a:lvl2pPr marL="914400" lvl="1" indent="-342900" algn="l">
              <a:lnSpc>
                <a:spcPct val="100000"/>
              </a:lnSpc>
              <a:spcBef>
                <a:spcPts val="3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pic>
        <p:nvPicPr>
          <p:cNvPr id="115" name="Google Shape;115;g1d0ad6de515_0_853" descr="pasted-image.pdf"/>
          <p:cNvPicPr preferRelativeResize="0"/>
          <p:nvPr/>
        </p:nvPicPr>
        <p:blipFill rotWithShape="1">
          <a:blip r:embed="rId4">
            <a:alphaModFix/>
          </a:blip>
          <a:srcRect/>
          <a:stretch/>
        </p:blipFill>
        <p:spPr>
          <a:xfrm>
            <a:off x="11033446" y="565460"/>
            <a:ext cx="635734" cy="445095"/>
          </a:xfrm>
          <a:prstGeom prst="rect">
            <a:avLst/>
          </a:prstGeom>
          <a:noFill/>
          <a:ln>
            <a:noFill/>
          </a:ln>
        </p:spPr>
      </p:pic>
      <p:sp>
        <p:nvSpPr>
          <p:cNvPr id="116" name="Google Shape;116;g1d0ad6de515_0_853"/>
          <p:cNvSpPr txBox="1">
            <a:spLocks noGrp="1"/>
          </p:cNvSpPr>
          <p:nvPr>
            <p:ph type="ftr" idx="11"/>
          </p:nvPr>
        </p:nvSpPr>
        <p:spPr>
          <a:xfrm>
            <a:off x="571649" y="6549530"/>
            <a:ext cx="5509500" cy="2139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6A625B"/>
              </a:buClr>
              <a:buSzPts val="1400"/>
              <a:buFont typeface="Arial"/>
              <a:buNone/>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117" name="Google Shape;117;g1d0ad6de515_0_853"/>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ityscape Vignette">
  <p:cSld name="Cityscape Vignette">
    <p:bg>
      <p:bgPr>
        <a:solidFill>
          <a:srgbClr val="F4F4F4"/>
        </a:solidFill>
        <a:effectLst/>
      </p:bgPr>
    </p:bg>
    <p:spTree>
      <p:nvGrpSpPr>
        <p:cNvPr id="1" name="Shape 118"/>
        <p:cNvGrpSpPr/>
        <p:nvPr/>
      </p:nvGrpSpPr>
      <p:grpSpPr>
        <a:xfrm>
          <a:off x="0" y="0"/>
          <a:ext cx="0" cy="0"/>
          <a:chOff x="0" y="0"/>
          <a:chExt cx="0" cy="0"/>
        </a:xfrm>
      </p:grpSpPr>
      <p:pic>
        <p:nvPicPr>
          <p:cNvPr id="119" name="Google Shape;119;g1d0ad6de515_0_873"/>
          <p:cNvPicPr preferRelativeResize="0"/>
          <p:nvPr/>
        </p:nvPicPr>
        <p:blipFill rotWithShape="1">
          <a:blip r:embed="rId2">
            <a:alphaModFix/>
          </a:blip>
          <a:srcRect/>
          <a:stretch/>
        </p:blipFill>
        <p:spPr>
          <a:xfrm>
            <a:off x="3" y="893"/>
            <a:ext cx="12188819" cy="6856208"/>
          </a:xfrm>
          <a:prstGeom prst="rect">
            <a:avLst/>
          </a:prstGeom>
          <a:noFill/>
          <a:ln>
            <a:noFill/>
          </a:ln>
        </p:spPr>
      </p:pic>
      <p:sp>
        <p:nvSpPr>
          <p:cNvPr id="120" name="Google Shape;120;g1d0ad6de515_0_873"/>
          <p:cNvSpPr txBox="1">
            <a:spLocks noGrp="1"/>
          </p:cNvSpPr>
          <p:nvPr>
            <p:ph type="title"/>
          </p:nvPr>
        </p:nvSpPr>
        <p:spPr>
          <a:xfrm>
            <a:off x="571649" y="63504"/>
            <a:ext cx="11049000" cy="990000"/>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g1d0ad6de515_0_873"/>
          <p:cNvSpPr txBox="1">
            <a:spLocks noGrp="1"/>
          </p:cNvSpPr>
          <p:nvPr>
            <p:ph type="body" idx="1"/>
          </p:nvPr>
        </p:nvSpPr>
        <p:spPr>
          <a:xfrm>
            <a:off x="571649" y="1764287"/>
            <a:ext cx="11049000" cy="41175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100"/>
              </a:spcBef>
              <a:spcAft>
                <a:spcPts val="0"/>
              </a:spcAft>
              <a:buSzPts val="2000"/>
              <a:buNone/>
              <a:defRPr>
                <a:solidFill>
                  <a:schemeClr val="accent2"/>
                </a:solidFill>
              </a:defRPr>
            </a:lvl1pPr>
            <a:lvl2pPr marL="914400" lvl="1" indent="-342900" algn="l">
              <a:lnSpc>
                <a:spcPct val="100000"/>
              </a:lnSpc>
              <a:spcBef>
                <a:spcPts val="300"/>
              </a:spcBef>
              <a:spcAft>
                <a:spcPts val="0"/>
              </a:spcAft>
              <a:buSzPts val="1800"/>
              <a:buChar char="•"/>
              <a:defRPr>
                <a:solidFill>
                  <a:schemeClr val="accent2"/>
                </a:solidFill>
              </a:defRPr>
            </a:lvl2pPr>
            <a:lvl3pPr marL="1371600" lvl="2" indent="-330200" algn="l">
              <a:lnSpc>
                <a:spcPct val="100000"/>
              </a:lnSpc>
              <a:spcBef>
                <a:spcPts val="600"/>
              </a:spcBef>
              <a:spcAft>
                <a:spcPts val="0"/>
              </a:spcAft>
              <a:buSzPts val="1600"/>
              <a:buChar char="•"/>
              <a:defRPr>
                <a:solidFill>
                  <a:schemeClr val="accent2"/>
                </a:solidFill>
              </a:defRPr>
            </a:lvl3pPr>
            <a:lvl4pPr marL="1828800" lvl="3" indent="-317500" algn="l">
              <a:lnSpc>
                <a:spcPct val="100000"/>
              </a:lnSpc>
              <a:spcBef>
                <a:spcPts val="600"/>
              </a:spcBef>
              <a:spcAft>
                <a:spcPts val="0"/>
              </a:spcAft>
              <a:buSzPts val="1400"/>
              <a:buChar char="•"/>
              <a:defRPr>
                <a:solidFill>
                  <a:schemeClr val="accent2"/>
                </a:solidFill>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sp>
        <p:nvSpPr>
          <p:cNvPr id="122" name="Google Shape;122;g1d0ad6de515_0_873"/>
          <p:cNvSpPr txBox="1">
            <a:spLocks noGrp="1"/>
          </p:cNvSpPr>
          <p:nvPr>
            <p:ph type="body" idx="2"/>
          </p:nvPr>
        </p:nvSpPr>
        <p:spPr>
          <a:xfrm>
            <a:off x="571649" y="1097179"/>
            <a:ext cx="11049000" cy="338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100"/>
              </a:spcBef>
              <a:spcAft>
                <a:spcPts val="0"/>
              </a:spcAft>
              <a:buSzPts val="2200"/>
              <a:buNone/>
              <a:defRPr sz="2200" b="0" i="0">
                <a:solidFill>
                  <a:schemeClr val="dk1"/>
                </a:solidFill>
                <a:latin typeface="Arial"/>
                <a:ea typeface="Arial"/>
                <a:cs typeface="Arial"/>
                <a:sym typeface="Arial"/>
              </a:defRPr>
            </a:lvl1pPr>
            <a:lvl2pPr marL="914400" lvl="1" indent="-342900" algn="l">
              <a:lnSpc>
                <a:spcPct val="100000"/>
              </a:lnSpc>
              <a:spcBef>
                <a:spcPts val="3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pic>
        <p:nvPicPr>
          <p:cNvPr id="123" name="Google Shape;123;g1d0ad6de515_0_873" descr="pasted-image.pdf"/>
          <p:cNvPicPr preferRelativeResize="0"/>
          <p:nvPr/>
        </p:nvPicPr>
        <p:blipFill rotWithShape="1">
          <a:blip r:embed="rId3">
            <a:alphaModFix/>
          </a:blip>
          <a:srcRect/>
          <a:stretch/>
        </p:blipFill>
        <p:spPr>
          <a:xfrm>
            <a:off x="11033446" y="565460"/>
            <a:ext cx="635734" cy="445095"/>
          </a:xfrm>
          <a:prstGeom prst="rect">
            <a:avLst/>
          </a:prstGeom>
          <a:noFill/>
          <a:ln>
            <a:noFill/>
          </a:ln>
        </p:spPr>
      </p:pic>
      <p:sp>
        <p:nvSpPr>
          <p:cNvPr id="124" name="Google Shape;124;g1d0ad6de515_0_873"/>
          <p:cNvSpPr txBox="1">
            <a:spLocks noGrp="1"/>
          </p:cNvSpPr>
          <p:nvPr>
            <p:ph type="ftr" idx="11"/>
          </p:nvPr>
        </p:nvSpPr>
        <p:spPr>
          <a:xfrm>
            <a:off x="571649" y="5881886"/>
            <a:ext cx="5509500" cy="2139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25" name="Google Shape;125;g1d0ad6de515_0_873"/>
          <p:cNvPicPr preferRelativeResize="0"/>
          <p:nvPr/>
        </p:nvPicPr>
        <p:blipFill rotWithShape="1">
          <a:blip r:embed="rId4">
            <a:alphaModFix/>
          </a:blip>
          <a:srcRect b="14376"/>
          <a:stretch/>
        </p:blipFill>
        <p:spPr>
          <a:xfrm>
            <a:off x="10205771" y="407520"/>
            <a:ext cx="784376" cy="671442"/>
          </a:xfrm>
          <a:prstGeom prst="rect">
            <a:avLst/>
          </a:prstGeom>
          <a:noFill/>
          <a:ln>
            <a:noFill/>
          </a:ln>
        </p:spPr>
      </p:pic>
      <p:sp>
        <p:nvSpPr>
          <p:cNvPr id="126" name="Google Shape;126;g1d0ad6de515_0_873"/>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 You_Slide 2">
  <p:cSld name="Thank You_Slide 2">
    <p:bg>
      <p:bgPr>
        <a:solidFill>
          <a:srgbClr val="F4F4F4"/>
        </a:solidFill>
        <a:effectLst/>
      </p:bgPr>
    </p:bg>
    <p:spTree>
      <p:nvGrpSpPr>
        <p:cNvPr id="1" name="Shape 127"/>
        <p:cNvGrpSpPr/>
        <p:nvPr/>
      </p:nvGrpSpPr>
      <p:grpSpPr>
        <a:xfrm>
          <a:off x="0" y="0"/>
          <a:ext cx="0" cy="0"/>
          <a:chOff x="0" y="0"/>
          <a:chExt cx="0" cy="0"/>
        </a:xfrm>
      </p:grpSpPr>
      <p:grpSp>
        <p:nvGrpSpPr>
          <p:cNvPr id="128" name="Google Shape;128;g1d0ad6de515_0_919"/>
          <p:cNvGrpSpPr/>
          <p:nvPr/>
        </p:nvGrpSpPr>
        <p:grpSpPr>
          <a:xfrm>
            <a:off x="4" y="896"/>
            <a:ext cx="12188819" cy="6856208"/>
            <a:chOff x="4" y="896"/>
            <a:chExt cx="12188819" cy="6856208"/>
          </a:xfrm>
        </p:grpSpPr>
        <p:pic>
          <p:nvPicPr>
            <p:cNvPr id="129" name="Google Shape;129;g1d0ad6de515_0_919"/>
            <p:cNvPicPr preferRelativeResize="0"/>
            <p:nvPr/>
          </p:nvPicPr>
          <p:blipFill rotWithShape="1">
            <a:blip r:embed="rId2">
              <a:alphaModFix/>
            </a:blip>
            <a:srcRect/>
            <a:stretch/>
          </p:blipFill>
          <p:spPr>
            <a:xfrm>
              <a:off x="4" y="896"/>
              <a:ext cx="12188819" cy="6856208"/>
            </a:xfrm>
            <a:prstGeom prst="rect">
              <a:avLst/>
            </a:prstGeom>
            <a:noFill/>
            <a:ln>
              <a:noFill/>
            </a:ln>
          </p:spPr>
        </p:pic>
        <p:pic>
          <p:nvPicPr>
            <p:cNvPr id="130" name="Google Shape;130;g1d0ad6de515_0_919"/>
            <p:cNvPicPr preferRelativeResize="0"/>
            <p:nvPr/>
          </p:nvPicPr>
          <p:blipFill rotWithShape="1">
            <a:blip r:embed="rId3">
              <a:alphaModFix/>
            </a:blip>
            <a:srcRect/>
            <a:stretch/>
          </p:blipFill>
          <p:spPr>
            <a:xfrm>
              <a:off x="2695878" y="2789892"/>
              <a:ext cx="2664563" cy="2223169"/>
            </a:xfrm>
            <a:prstGeom prst="rect">
              <a:avLst/>
            </a:prstGeom>
            <a:noFill/>
            <a:ln>
              <a:noFill/>
            </a:ln>
          </p:spPr>
        </p:pic>
      </p:grpSp>
      <p:grpSp>
        <p:nvGrpSpPr>
          <p:cNvPr id="131" name="Google Shape;131;g1d0ad6de515_0_919"/>
          <p:cNvGrpSpPr/>
          <p:nvPr/>
        </p:nvGrpSpPr>
        <p:grpSpPr>
          <a:xfrm>
            <a:off x="3" y="893"/>
            <a:ext cx="12188819" cy="6856208"/>
            <a:chOff x="3" y="893"/>
            <a:chExt cx="12188819" cy="6856208"/>
          </a:xfrm>
        </p:grpSpPr>
        <p:pic>
          <p:nvPicPr>
            <p:cNvPr id="132" name="Google Shape;132;g1d0ad6de515_0_919"/>
            <p:cNvPicPr preferRelativeResize="0"/>
            <p:nvPr/>
          </p:nvPicPr>
          <p:blipFill rotWithShape="1">
            <a:blip r:embed="rId4">
              <a:alphaModFix/>
            </a:blip>
            <a:srcRect/>
            <a:stretch/>
          </p:blipFill>
          <p:spPr>
            <a:xfrm>
              <a:off x="3" y="893"/>
              <a:ext cx="12188819" cy="6856208"/>
            </a:xfrm>
            <a:prstGeom prst="rect">
              <a:avLst/>
            </a:prstGeom>
            <a:noFill/>
            <a:ln>
              <a:noFill/>
            </a:ln>
          </p:spPr>
        </p:pic>
        <p:pic>
          <p:nvPicPr>
            <p:cNvPr id="133" name="Google Shape;133;g1d0ad6de515_0_919"/>
            <p:cNvPicPr preferRelativeResize="0"/>
            <p:nvPr/>
          </p:nvPicPr>
          <p:blipFill rotWithShape="1">
            <a:blip r:embed="rId3">
              <a:alphaModFix/>
            </a:blip>
            <a:srcRect/>
            <a:stretch/>
          </p:blipFill>
          <p:spPr>
            <a:xfrm>
              <a:off x="2505372" y="3083291"/>
              <a:ext cx="2664563" cy="2223169"/>
            </a:xfrm>
            <a:prstGeom prst="rect">
              <a:avLst/>
            </a:prstGeom>
            <a:noFill/>
            <a:ln>
              <a:noFill/>
            </a:ln>
          </p:spPr>
        </p:pic>
      </p:grpSp>
      <p:sp>
        <p:nvSpPr>
          <p:cNvPr id="134" name="Google Shape;134;g1d0ad6de515_0_919"/>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Hill Staging Vignette">
  <p:cSld name="Hill Staging Vignette">
    <p:bg>
      <p:bgPr>
        <a:solidFill>
          <a:srgbClr val="F4F4F4"/>
        </a:solidFill>
        <a:effectLst/>
      </p:bgPr>
    </p:bg>
    <p:spTree>
      <p:nvGrpSpPr>
        <p:cNvPr id="1" name="Shape 135"/>
        <p:cNvGrpSpPr/>
        <p:nvPr/>
      </p:nvGrpSpPr>
      <p:grpSpPr>
        <a:xfrm>
          <a:off x="0" y="0"/>
          <a:ext cx="0" cy="0"/>
          <a:chOff x="0" y="0"/>
          <a:chExt cx="0" cy="0"/>
        </a:xfrm>
      </p:grpSpPr>
      <p:pic>
        <p:nvPicPr>
          <p:cNvPr id="136" name="Google Shape;136;g1d0ad6de515_0_946"/>
          <p:cNvPicPr preferRelativeResize="0"/>
          <p:nvPr/>
        </p:nvPicPr>
        <p:blipFill rotWithShape="1">
          <a:blip r:embed="rId2">
            <a:alphaModFix/>
          </a:blip>
          <a:srcRect/>
          <a:stretch/>
        </p:blipFill>
        <p:spPr>
          <a:xfrm>
            <a:off x="3" y="893"/>
            <a:ext cx="12188819" cy="6856208"/>
          </a:xfrm>
          <a:prstGeom prst="rect">
            <a:avLst/>
          </a:prstGeom>
          <a:noFill/>
          <a:ln>
            <a:noFill/>
          </a:ln>
        </p:spPr>
      </p:pic>
      <p:sp>
        <p:nvSpPr>
          <p:cNvPr id="137" name="Google Shape;137;g1d0ad6de515_0_946"/>
          <p:cNvSpPr txBox="1">
            <a:spLocks noGrp="1"/>
          </p:cNvSpPr>
          <p:nvPr>
            <p:ph type="title"/>
          </p:nvPr>
        </p:nvSpPr>
        <p:spPr>
          <a:xfrm>
            <a:off x="571649" y="63504"/>
            <a:ext cx="11049000" cy="990000"/>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g1d0ad6de515_0_946"/>
          <p:cNvSpPr txBox="1">
            <a:spLocks noGrp="1"/>
          </p:cNvSpPr>
          <p:nvPr>
            <p:ph type="body" idx="1"/>
          </p:nvPr>
        </p:nvSpPr>
        <p:spPr>
          <a:xfrm>
            <a:off x="571649" y="1097179"/>
            <a:ext cx="11049000" cy="338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100"/>
              </a:spcBef>
              <a:spcAft>
                <a:spcPts val="0"/>
              </a:spcAft>
              <a:buSzPts val="2200"/>
              <a:buNone/>
              <a:defRPr sz="2200" b="0" i="0">
                <a:solidFill>
                  <a:schemeClr val="dk1"/>
                </a:solidFill>
                <a:latin typeface="Arial"/>
                <a:ea typeface="Arial"/>
                <a:cs typeface="Arial"/>
                <a:sym typeface="Arial"/>
              </a:defRPr>
            </a:lvl1pPr>
            <a:lvl2pPr marL="914400" lvl="1" indent="-342900" algn="l">
              <a:lnSpc>
                <a:spcPct val="100000"/>
              </a:lnSpc>
              <a:spcBef>
                <a:spcPts val="3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pic>
        <p:nvPicPr>
          <p:cNvPr id="139" name="Google Shape;139;g1d0ad6de515_0_946" descr="pasted-image.pdf"/>
          <p:cNvPicPr preferRelativeResize="0"/>
          <p:nvPr/>
        </p:nvPicPr>
        <p:blipFill rotWithShape="1">
          <a:blip r:embed="rId3">
            <a:alphaModFix/>
          </a:blip>
          <a:srcRect/>
          <a:stretch/>
        </p:blipFill>
        <p:spPr>
          <a:xfrm>
            <a:off x="11033446" y="565460"/>
            <a:ext cx="635734" cy="445095"/>
          </a:xfrm>
          <a:prstGeom prst="rect">
            <a:avLst/>
          </a:prstGeom>
          <a:noFill/>
          <a:ln>
            <a:noFill/>
          </a:ln>
        </p:spPr>
      </p:pic>
      <p:sp>
        <p:nvSpPr>
          <p:cNvPr id="140" name="Google Shape;140;g1d0ad6de515_0_946"/>
          <p:cNvSpPr txBox="1">
            <a:spLocks noGrp="1"/>
          </p:cNvSpPr>
          <p:nvPr>
            <p:ph type="ftr" idx="11"/>
          </p:nvPr>
        </p:nvSpPr>
        <p:spPr>
          <a:xfrm>
            <a:off x="872671" y="6421960"/>
            <a:ext cx="5509500" cy="2139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sz="10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g1d0ad6de515_0_946"/>
          <p:cNvSpPr txBox="1">
            <a:spLocks noGrp="1"/>
          </p:cNvSpPr>
          <p:nvPr>
            <p:ph type="body" idx="2"/>
          </p:nvPr>
        </p:nvSpPr>
        <p:spPr>
          <a:xfrm>
            <a:off x="571649" y="1761856"/>
            <a:ext cx="9816600" cy="3857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100"/>
              </a:spcBef>
              <a:spcAft>
                <a:spcPts val="0"/>
              </a:spcAft>
              <a:buSzPts val="1800"/>
              <a:buNone/>
              <a:defRPr/>
            </a:lvl1pPr>
            <a:lvl2pPr marL="914400" lvl="1" indent="-342900" algn="l">
              <a:lnSpc>
                <a:spcPct val="100000"/>
              </a:lnSpc>
              <a:spcBef>
                <a:spcPts val="3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pic>
        <p:nvPicPr>
          <p:cNvPr id="142" name="Google Shape;142;g1d0ad6de515_0_946"/>
          <p:cNvPicPr preferRelativeResize="0"/>
          <p:nvPr/>
        </p:nvPicPr>
        <p:blipFill rotWithShape="1">
          <a:blip r:embed="rId4">
            <a:alphaModFix/>
          </a:blip>
          <a:srcRect b="14376"/>
          <a:stretch/>
        </p:blipFill>
        <p:spPr>
          <a:xfrm>
            <a:off x="10205771" y="407520"/>
            <a:ext cx="784376" cy="671442"/>
          </a:xfrm>
          <a:prstGeom prst="rect">
            <a:avLst/>
          </a:prstGeom>
          <a:noFill/>
          <a:ln>
            <a:noFill/>
          </a:ln>
        </p:spPr>
      </p:pic>
      <p:sp>
        <p:nvSpPr>
          <p:cNvPr id="143" name="Google Shape;143;g1d0ad6de515_0_946"/>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sic">
  <p:cSld name="Basic">
    <p:bg>
      <p:bgPr>
        <a:solidFill>
          <a:srgbClr val="F4F4F4"/>
        </a:solidFill>
        <a:effectLst/>
      </p:bgPr>
    </p:bg>
    <p:spTree>
      <p:nvGrpSpPr>
        <p:cNvPr id="1" name="Shape 144"/>
        <p:cNvGrpSpPr/>
        <p:nvPr/>
      </p:nvGrpSpPr>
      <p:grpSpPr>
        <a:xfrm>
          <a:off x="0" y="0"/>
          <a:ext cx="0" cy="0"/>
          <a:chOff x="0" y="0"/>
          <a:chExt cx="0" cy="0"/>
        </a:xfrm>
      </p:grpSpPr>
      <p:pic>
        <p:nvPicPr>
          <p:cNvPr id="145" name="Google Shape;145;g1d0ad6de515_0_955"/>
          <p:cNvPicPr preferRelativeResize="0"/>
          <p:nvPr/>
        </p:nvPicPr>
        <p:blipFill rotWithShape="1">
          <a:blip r:embed="rId2">
            <a:alphaModFix/>
          </a:blip>
          <a:srcRect/>
          <a:stretch/>
        </p:blipFill>
        <p:spPr>
          <a:xfrm>
            <a:off x="0" y="893"/>
            <a:ext cx="12188822" cy="6856213"/>
          </a:xfrm>
          <a:prstGeom prst="rect">
            <a:avLst/>
          </a:prstGeom>
          <a:noFill/>
          <a:ln>
            <a:noFill/>
          </a:ln>
        </p:spPr>
      </p:pic>
      <p:sp>
        <p:nvSpPr>
          <p:cNvPr id="146" name="Google Shape;146;g1d0ad6de515_0_955"/>
          <p:cNvSpPr txBox="1">
            <a:spLocks noGrp="1"/>
          </p:cNvSpPr>
          <p:nvPr>
            <p:ph type="body" idx="1"/>
          </p:nvPr>
        </p:nvSpPr>
        <p:spPr>
          <a:xfrm>
            <a:off x="571649" y="1764285"/>
            <a:ext cx="11049000" cy="4223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100"/>
              </a:spcBef>
              <a:spcAft>
                <a:spcPts val="0"/>
              </a:spcAft>
              <a:buSzPts val="2000"/>
              <a:buNone/>
              <a:defRPr>
                <a:solidFill>
                  <a:schemeClr val="accent2"/>
                </a:solidFill>
              </a:defRPr>
            </a:lvl1pPr>
            <a:lvl2pPr marL="914400" lvl="1" indent="-342900" algn="l">
              <a:lnSpc>
                <a:spcPct val="100000"/>
              </a:lnSpc>
              <a:spcBef>
                <a:spcPts val="300"/>
              </a:spcBef>
              <a:spcAft>
                <a:spcPts val="0"/>
              </a:spcAft>
              <a:buSzPts val="1800"/>
              <a:buChar char="•"/>
              <a:defRPr>
                <a:solidFill>
                  <a:schemeClr val="accent2"/>
                </a:solidFill>
              </a:defRPr>
            </a:lvl2pPr>
            <a:lvl3pPr marL="1371600" lvl="2" indent="-330200" algn="l">
              <a:lnSpc>
                <a:spcPct val="100000"/>
              </a:lnSpc>
              <a:spcBef>
                <a:spcPts val="600"/>
              </a:spcBef>
              <a:spcAft>
                <a:spcPts val="0"/>
              </a:spcAft>
              <a:buSzPts val="1600"/>
              <a:buChar char="•"/>
              <a:defRPr>
                <a:solidFill>
                  <a:schemeClr val="accent2"/>
                </a:solidFill>
              </a:defRPr>
            </a:lvl3pPr>
            <a:lvl4pPr marL="1828800" lvl="3" indent="-317500" algn="l">
              <a:lnSpc>
                <a:spcPct val="100000"/>
              </a:lnSpc>
              <a:spcBef>
                <a:spcPts val="600"/>
              </a:spcBef>
              <a:spcAft>
                <a:spcPts val="0"/>
              </a:spcAft>
              <a:buSzPts val="1400"/>
              <a:buChar char="•"/>
              <a:defRPr>
                <a:solidFill>
                  <a:schemeClr val="accent2"/>
                </a:solidFill>
              </a:defRPr>
            </a:lvl4pPr>
            <a:lvl5pPr marL="2286000" lvl="4" indent="-228600" algn="l">
              <a:lnSpc>
                <a:spcPct val="100000"/>
              </a:lnSpc>
              <a:spcBef>
                <a:spcPts val="600"/>
              </a:spcBef>
              <a:spcAft>
                <a:spcPts val="0"/>
              </a:spcAft>
              <a:buSzPts val="1400"/>
              <a:buNone/>
              <a:defRPr>
                <a:solidFill>
                  <a:schemeClr val="accent2"/>
                </a:solidFill>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sp>
        <p:nvSpPr>
          <p:cNvPr id="147" name="Google Shape;147;g1d0ad6de515_0_955"/>
          <p:cNvSpPr txBox="1">
            <a:spLocks noGrp="1"/>
          </p:cNvSpPr>
          <p:nvPr>
            <p:ph type="body" idx="2"/>
          </p:nvPr>
        </p:nvSpPr>
        <p:spPr>
          <a:xfrm>
            <a:off x="571653" y="1097179"/>
            <a:ext cx="11049000" cy="338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100"/>
              </a:spcBef>
              <a:spcAft>
                <a:spcPts val="0"/>
              </a:spcAft>
              <a:buSzPts val="2200"/>
              <a:buNone/>
              <a:defRPr sz="2200" b="0" i="0">
                <a:solidFill>
                  <a:schemeClr val="dk1"/>
                </a:solidFill>
                <a:latin typeface="Arial"/>
                <a:ea typeface="Arial"/>
                <a:cs typeface="Arial"/>
                <a:sym typeface="Arial"/>
              </a:defRPr>
            </a:lvl1pPr>
            <a:lvl2pPr marL="914400" lvl="1" indent="-342900" algn="l">
              <a:lnSpc>
                <a:spcPct val="100000"/>
              </a:lnSpc>
              <a:spcBef>
                <a:spcPts val="3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pic>
        <p:nvPicPr>
          <p:cNvPr id="148" name="Google Shape;148;g1d0ad6de515_0_955" descr="pasted-image.pdf"/>
          <p:cNvPicPr preferRelativeResize="0"/>
          <p:nvPr/>
        </p:nvPicPr>
        <p:blipFill rotWithShape="1">
          <a:blip r:embed="rId3">
            <a:alphaModFix/>
          </a:blip>
          <a:srcRect/>
          <a:stretch/>
        </p:blipFill>
        <p:spPr>
          <a:xfrm>
            <a:off x="11033446" y="565460"/>
            <a:ext cx="635734" cy="445095"/>
          </a:xfrm>
          <a:prstGeom prst="rect">
            <a:avLst/>
          </a:prstGeom>
          <a:noFill/>
          <a:ln>
            <a:noFill/>
          </a:ln>
        </p:spPr>
      </p:pic>
      <p:sp>
        <p:nvSpPr>
          <p:cNvPr id="149" name="Google Shape;149;g1d0ad6de515_0_955"/>
          <p:cNvSpPr txBox="1">
            <a:spLocks noGrp="1"/>
          </p:cNvSpPr>
          <p:nvPr>
            <p:ph type="ftr" idx="11"/>
          </p:nvPr>
        </p:nvSpPr>
        <p:spPr>
          <a:xfrm>
            <a:off x="571649" y="6549530"/>
            <a:ext cx="5509500" cy="2139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sz="1000">
                <a:solidFill>
                  <a:srgbClr val="6A62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g1d0ad6de515_0_955"/>
          <p:cNvSpPr txBox="1">
            <a:spLocks noGrp="1"/>
          </p:cNvSpPr>
          <p:nvPr>
            <p:ph type="title"/>
          </p:nvPr>
        </p:nvSpPr>
        <p:spPr>
          <a:xfrm>
            <a:off x="571653" y="63500"/>
            <a:ext cx="11048700" cy="990600"/>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51" name="Google Shape;151;g1d0ad6de515_0_955"/>
          <p:cNvPicPr preferRelativeResize="0"/>
          <p:nvPr/>
        </p:nvPicPr>
        <p:blipFill rotWithShape="1">
          <a:blip r:embed="rId4">
            <a:alphaModFix/>
          </a:blip>
          <a:srcRect b="14376"/>
          <a:stretch/>
        </p:blipFill>
        <p:spPr>
          <a:xfrm>
            <a:off x="10205771" y="407520"/>
            <a:ext cx="784376" cy="671442"/>
          </a:xfrm>
          <a:prstGeom prst="rect">
            <a:avLst/>
          </a:prstGeom>
          <a:noFill/>
          <a:ln>
            <a:noFill/>
          </a:ln>
        </p:spPr>
      </p:pic>
      <p:sp>
        <p:nvSpPr>
          <p:cNvPr id="152" name="Google Shape;152;g1d0ad6de515_0_955"/>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bove Trees Vignette - Left">
  <p:cSld name="1_Above Trees Vignette - Left">
    <p:bg>
      <p:bgPr>
        <a:solidFill>
          <a:srgbClr val="F4F4F4"/>
        </a:solidFill>
        <a:effectLst/>
      </p:bgPr>
    </p:bg>
    <p:spTree>
      <p:nvGrpSpPr>
        <p:cNvPr id="1" name="Shape 153"/>
        <p:cNvGrpSpPr/>
        <p:nvPr/>
      </p:nvGrpSpPr>
      <p:grpSpPr>
        <a:xfrm>
          <a:off x="0" y="0"/>
          <a:ext cx="0" cy="0"/>
          <a:chOff x="0" y="0"/>
          <a:chExt cx="0" cy="0"/>
        </a:xfrm>
      </p:grpSpPr>
      <p:pic>
        <p:nvPicPr>
          <p:cNvPr id="154" name="Google Shape;154;g1d0ad6de515_0_964"/>
          <p:cNvPicPr preferRelativeResize="0"/>
          <p:nvPr/>
        </p:nvPicPr>
        <p:blipFill rotWithShape="1">
          <a:blip r:embed="rId2">
            <a:alphaModFix/>
          </a:blip>
          <a:srcRect/>
          <a:stretch/>
        </p:blipFill>
        <p:spPr>
          <a:xfrm>
            <a:off x="4" y="893"/>
            <a:ext cx="12185648" cy="6856207"/>
          </a:xfrm>
          <a:prstGeom prst="rect">
            <a:avLst/>
          </a:prstGeom>
          <a:noFill/>
          <a:ln>
            <a:noFill/>
          </a:ln>
        </p:spPr>
      </p:pic>
      <p:sp>
        <p:nvSpPr>
          <p:cNvPr id="155" name="Google Shape;155;g1d0ad6de515_0_964"/>
          <p:cNvSpPr txBox="1">
            <a:spLocks noGrp="1"/>
          </p:cNvSpPr>
          <p:nvPr>
            <p:ph type="title"/>
          </p:nvPr>
        </p:nvSpPr>
        <p:spPr>
          <a:xfrm>
            <a:off x="571649" y="63504"/>
            <a:ext cx="11049000" cy="990000"/>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dk1"/>
              </a:buClr>
              <a:buSzPts val="1100"/>
              <a:buFont typeface="Arial"/>
              <a:buNone/>
              <a:defRPr/>
            </a:lvl1pPr>
            <a:lvl2pPr lvl="1" algn="l">
              <a:lnSpc>
                <a:spcPct val="100000"/>
              </a:lnSpc>
              <a:spcBef>
                <a:spcPts val="0"/>
              </a:spcBef>
              <a:spcAft>
                <a:spcPts val="0"/>
              </a:spcAft>
              <a:buClr>
                <a:schemeClr val="accent1"/>
              </a:buClr>
              <a:buSzPts val="1100"/>
              <a:buFont typeface="Arial"/>
              <a:buNone/>
              <a:defRPr/>
            </a:lvl2pPr>
            <a:lvl3pPr lvl="2" algn="l">
              <a:lnSpc>
                <a:spcPct val="100000"/>
              </a:lnSpc>
              <a:spcBef>
                <a:spcPts val="0"/>
              </a:spcBef>
              <a:spcAft>
                <a:spcPts val="0"/>
              </a:spcAft>
              <a:buClr>
                <a:schemeClr val="accent1"/>
              </a:buClr>
              <a:buSzPts val="1100"/>
              <a:buFont typeface="Arial"/>
              <a:buNone/>
              <a:defRPr/>
            </a:lvl3pPr>
            <a:lvl4pPr lvl="3" algn="l">
              <a:lnSpc>
                <a:spcPct val="100000"/>
              </a:lnSpc>
              <a:spcBef>
                <a:spcPts val="0"/>
              </a:spcBef>
              <a:spcAft>
                <a:spcPts val="0"/>
              </a:spcAft>
              <a:buClr>
                <a:schemeClr val="accent1"/>
              </a:buClr>
              <a:buSzPts val="1100"/>
              <a:buFont typeface="Arial"/>
              <a:buNone/>
              <a:defRPr/>
            </a:lvl4pPr>
            <a:lvl5pPr lvl="4" algn="l">
              <a:lnSpc>
                <a:spcPct val="100000"/>
              </a:lnSpc>
              <a:spcBef>
                <a:spcPts val="0"/>
              </a:spcBef>
              <a:spcAft>
                <a:spcPts val="0"/>
              </a:spcAft>
              <a:buClr>
                <a:schemeClr val="accent1"/>
              </a:buClr>
              <a:buSzPts val="1100"/>
              <a:buFont typeface="Arial"/>
              <a:buNone/>
              <a:defRPr/>
            </a:lvl5pPr>
            <a:lvl6pPr lvl="5" algn="l">
              <a:lnSpc>
                <a:spcPct val="100000"/>
              </a:lnSpc>
              <a:spcBef>
                <a:spcPts val="0"/>
              </a:spcBef>
              <a:spcAft>
                <a:spcPts val="0"/>
              </a:spcAft>
              <a:buClr>
                <a:schemeClr val="accent1"/>
              </a:buClr>
              <a:buSzPts val="1100"/>
              <a:buFont typeface="Arial"/>
              <a:buNone/>
              <a:defRPr/>
            </a:lvl6pPr>
            <a:lvl7pPr lvl="6" algn="l">
              <a:lnSpc>
                <a:spcPct val="100000"/>
              </a:lnSpc>
              <a:spcBef>
                <a:spcPts val="0"/>
              </a:spcBef>
              <a:spcAft>
                <a:spcPts val="0"/>
              </a:spcAft>
              <a:buClr>
                <a:schemeClr val="accent1"/>
              </a:buClr>
              <a:buSzPts val="1100"/>
              <a:buFont typeface="Arial"/>
              <a:buNone/>
              <a:defRPr/>
            </a:lvl7pPr>
            <a:lvl8pPr lvl="7" algn="l">
              <a:lnSpc>
                <a:spcPct val="100000"/>
              </a:lnSpc>
              <a:spcBef>
                <a:spcPts val="0"/>
              </a:spcBef>
              <a:spcAft>
                <a:spcPts val="0"/>
              </a:spcAft>
              <a:buClr>
                <a:schemeClr val="accent1"/>
              </a:buClr>
              <a:buSzPts val="1100"/>
              <a:buFont typeface="Arial"/>
              <a:buNone/>
              <a:defRPr/>
            </a:lvl8pPr>
            <a:lvl9pPr lvl="8" algn="l">
              <a:lnSpc>
                <a:spcPct val="100000"/>
              </a:lnSpc>
              <a:spcBef>
                <a:spcPts val="0"/>
              </a:spcBef>
              <a:spcAft>
                <a:spcPts val="0"/>
              </a:spcAft>
              <a:buClr>
                <a:schemeClr val="accent1"/>
              </a:buClr>
              <a:buSzPts val="1100"/>
              <a:buFont typeface="Arial"/>
              <a:buNone/>
              <a:defRPr/>
            </a:lvl9pPr>
          </a:lstStyle>
          <a:p>
            <a:endParaRPr/>
          </a:p>
        </p:txBody>
      </p:sp>
      <p:sp>
        <p:nvSpPr>
          <p:cNvPr id="156" name="Google Shape;156;g1d0ad6de515_0_964"/>
          <p:cNvSpPr txBox="1">
            <a:spLocks noGrp="1"/>
          </p:cNvSpPr>
          <p:nvPr>
            <p:ph type="body" idx="1"/>
          </p:nvPr>
        </p:nvSpPr>
        <p:spPr>
          <a:xfrm>
            <a:off x="571649" y="1764288"/>
            <a:ext cx="11049000" cy="42246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66"/>
              </a:spcBef>
              <a:spcAft>
                <a:spcPts val="0"/>
              </a:spcAft>
              <a:buSzPts val="1500"/>
              <a:buNone/>
              <a:defRPr>
                <a:solidFill>
                  <a:schemeClr val="accent2"/>
                </a:solidFill>
              </a:defRPr>
            </a:lvl1pPr>
            <a:lvl2pPr marL="914400" lvl="1" indent="-228600" algn="l">
              <a:lnSpc>
                <a:spcPct val="100000"/>
              </a:lnSpc>
              <a:spcBef>
                <a:spcPts val="267"/>
              </a:spcBef>
              <a:spcAft>
                <a:spcPts val="0"/>
              </a:spcAft>
              <a:buSzPts val="1400"/>
              <a:buNone/>
              <a:defRPr>
                <a:solidFill>
                  <a:schemeClr val="accent2"/>
                </a:solidFill>
              </a:defRPr>
            </a:lvl2pPr>
            <a:lvl3pPr marL="1371600" lvl="2" indent="-228600" algn="l">
              <a:lnSpc>
                <a:spcPct val="100000"/>
              </a:lnSpc>
              <a:spcBef>
                <a:spcPts val="667"/>
              </a:spcBef>
              <a:spcAft>
                <a:spcPts val="0"/>
              </a:spcAft>
              <a:buSzPts val="1200"/>
              <a:buNone/>
              <a:defRPr>
                <a:solidFill>
                  <a:schemeClr val="accent2"/>
                </a:solidFill>
              </a:defRPr>
            </a:lvl3pPr>
            <a:lvl4pPr marL="1828800" lvl="3" indent="-228600" algn="l">
              <a:lnSpc>
                <a:spcPct val="100000"/>
              </a:lnSpc>
              <a:spcBef>
                <a:spcPts val="667"/>
              </a:spcBef>
              <a:spcAft>
                <a:spcPts val="0"/>
              </a:spcAft>
              <a:buSzPts val="1100"/>
              <a:buNone/>
              <a:defRPr>
                <a:solidFill>
                  <a:schemeClr val="accent2"/>
                </a:solidFill>
              </a:defRPr>
            </a:lvl4pPr>
            <a:lvl5pPr marL="2286000" lvl="4" indent="-228600" algn="l">
              <a:lnSpc>
                <a:spcPct val="100000"/>
              </a:lnSpc>
              <a:spcBef>
                <a:spcPts val="667"/>
              </a:spcBef>
              <a:spcAft>
                <a:spcPts val="0"/>
              </a:spcAft>
              <a:buSzPts val="1400"/>
              <a:buNone/>
              <a:defRPr/>
            </a:lvl5pPr>
            <a:lvl6pPr marL="2743200" lvl="5" indent="-228600" algn="l">
              <a:lnSpc>
                <a:spcPct val="100000"/>
              </a:lnSpc>
              <a:spcBef>
                <a:spcPts val="667"/>
              </a:spcBef>
              <a:spcAft>
                <a:spcPts val="0"/>
              </a:spcAft>
              <a:buClr>
                <a:schemeClr val="accent2"/>
              </a:buClr>
              <a:buSzPts val="1400"/>
              <a:buNone/>
              <a:defRPr/>
            </a:lvl6pPr>
            <a:lvl7pPr marL="3200400" lvl="6" indent="-228600" algn="l">
              <a:lnSpc>
                <a:spcPct val="100000"/>
              </a:lnSpc>
              <a:spcBef>
                <a:spcPts val="400"/>
              </a:spcBef>
              <a:spcAft>
                <a:spcPts val="0"/>
              </a:spcAft>
              <a:buClr>
                <a:schemeClr val="accent2"/>
              </a:buClr>
              <a:buSzPts val="1400"/>
              <a:buNone/>
              <a:defRPr/>
            </a:lvl7pPr>
            <a:lvl8pPr marL="3657600" lvl="7" indent="-228600" algn="l">
              <a:lnSpc>
                <a:spcPct val="100000"/>
              </a:lnSpc>
              <a:spcBef>
                <a:spcPts val="400"/>
              </a:spcBef>
              <a:spcAft>
                <a:spcPts val="0"/>
              </a:spcAft>
              <a:buClr>
                <a:schemeClr val="accent2"/>
              </a:buClr>
              <a:buSzPts val="1400"/>
              <a:buNone/>
              <a:defRPr/>
            </a:lvl8pPr>
            <a:lvl9pPr marL="4114800" lvl="8" indent="-228600" algn="l">
              <a:lnSpc>
                <a:spcPct val="100000"/>
              </a:lnSpc>
              <a:spcBef>
                <a:spcPts val="400"/>
              </a:spcBef>
              <a:spcAft>
                <a:spcPts val="0"/>
              </a:spcAft>
              <a:buClr>
                <a:schemeClr val="accent2"/>
              </a:buClr>
              <a:buSzPts val="1400"/>
              <a:buNone/>
              <a:defRPr/>
            </a:lvl9pPr>
          </a:lstStyle>
          <a:p>
            <a:endParaRPr/>
          </a:p>
        </p:txBody>
      </p:sp>
      <p:sp>
        <p:nvSpPr>
          <p:cNvPr id="157" name="Google Shape;157;g1d0ad6de515_0_964"/>
          <p:cNvSpPr txBox="1">
            <a:spLocks noGrp="1"/>
          </p:cNvSpPr>
          <p:nvPr>
            <p:ph type="body" idx="2"/>
          </p:nvPr>
        </p:nvSpPr>
        <p:spPr>
          <a:xfrm>
            <a:off x="571649" y="1097179"/>
            <a:ext cx="11049000" cy="338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66"/>
              </a:spcBef>
              <a:spcAft>
                <a:spcPts val="0"/>
              </a:spcAft>
              <a:buSzPts val="1700"/>
              <a:buNone/>
              <a:defRPr sz="2266" i="0">
                <a:solidFill>
                  <a:schemeClr val="dk1"/>
                </a:solidFill>
                <a:latin typeface="Arial"/>
                <a:ea typeface="Arial"/>
                <a:cs typeface="Arial"/>
                <a:sym typeface="Arial"/>
              </a:defRPr>
            </a:lvl1pPr>
            <a:lvl2pPr marL="914400" lvl="1" indent="-228600" algn="l">
              <a:lnSpc>
                <a:spcPct val="100000"/>
              </a:lnSpc>
              <a:spcBef>
                <a:spcPts val="267"/>
              </a:spcBef>
              <a:spcAft>
                <a:spcPts val="0"/>
              </a:spcAft>
              <a:buSzPts val="1400"/>
              <a:buNone/>
              <a:defRPr/>
            </a:lvl2pPr>
            <a:lvl3pPr marL="1371600" lvl="2" indent="-228600" algn="l">
              <a:lnSpc>
                <a:spcPct val="100000"/>
              </a:lnSpc>
              <a:spcBef>
                <a:spcPts val="667"/>
              </a:spcBef>
              <a:spcAft>
                <a:spcPts val="0"/>
              </a:spcAft>
              <a:buSzPts val="1400"/>
              <a:buNone/>
              <a:defRPr/>
            </a:lvl3pPr>
            <a:lvl4pPr marL="1828800" lvl="3" indent="-228600" algn="l">
              <a:lnSpc>
                <a:spcPct val="100000"/>
              </a:lnSpc>
              <a:spcBef>
                <a:spcPts val="667"/>
              </a:spcBef>
              <a:spcAft>
                <a:spcPts val="0"/>
              </a:spcAft>
              <a:buSzPts val="1400"/>
              <a:buNone/>
              <a:defRPr/>
            </a:lvl4pPr>
            <a:lvl5pPr marL="2286000" lvl="4" indent="-228600" algn="l">
              <a:lnSpc>
                <a:spcPct val="100000"/>
              </a:lnSpc>
              <a:spcBef>
                <a:spcPts val="667"/>
              </a:spcBef>
              <a:spcAft>
                <a:spcPts val="0"/>
              </a:spcAft>
              <a:buSzPts val="1400"/>
              <a:buNone/>
              <a:defRPr/>
            </a:lvl5pPr>
            <a:lvl6pPr marL="2743200" lvl="5" indent="-228600" algn="l">
              <a:lnSpc>
                <a:spcPct val="100000"/>
              </a:lnSpc>
              <a:spcBef>
                <a:spcPts val="667"/>
              </a:spcBef>
              <a:spcAft>
                <a:spcPts val="0"/>
              </a:spcAft>
              <a:buClr>
                <a:schemeClr val="accent2"/>
              </a:buClr>
              <a:buSzPts val="1400"/>
              <a:buNone/>
              <a:defRPr/>
            </a:lvl6pPr>
            <a:lvl7pPr marL="3200400" lvl="6" indent="-228600" algn="l">
              <a:lnSpc>
                <a:spcPct val="100000"/>
              </a:lnSpc>
              <a:spcBef>
                <a:spcPts val="400"/>
              </a:spcBef>
              <a:spcAft>
                <a:spcPts val="0"/>
              </a:spcAft>
              <a:buClr>
                <a:schemeClr val="accent2"/>
              </a:buClr>
              <a:buSzPts val="1400"/>
              <a:buNone/>
              <a:defRPr/>
            </a:lvl7pPr>
            <a:lvl8pPr marL="3657600" lvl="7" indent="-228600" algn="l">
              <a:lnSpc>
                <a:spcPct val="100000"/>
              </a:lnSpc>
              <a:spcBef>
                <a:spcPts val="400"/>
              </a:spcBef>
              <a:spcAft>
                <a:spcPts val="0"/>
              </a:spcAft>
              <a:buClr>
                <a:schemeClr val="accent2"/>
              </a:buClr>
              <a:buSzPts val="1400"/>
              <a:buNone/>
              <a:defRPr/>
            </a:lvl8pPr>
            <a:lvl9pPr marL="4114800" lvl="8" indent="-228600" algn="l">
              <a:lnSpc>
                <a:spcPct val="100000"/>
              </a:lnSpc>
              <a:spcBef>
                <a:spcPts val="400"/>
              </a:spcBef>
              <a:spcAft>
                <a:spcPts val="0"/>
              </a:spcAft>
              <a:buClr>
                <a:schemeClr val="accent2"/>
              </a:buClr>
              <a:buSzPts val="1400"/>
              <a:buNone/>
              <a:defRPr/>
            </a:lvl9pPr>
          </a:lstStyle>
          <a:p>
            <a:endParaRPr/>
          </a:p>
        </p:txBody>
      </p:sp>
      <p:sp>
        <p:nvSpPr>
          <p:cNvPr id="158" name="Google Shape;158;g1d0ad6de515_0_964"/>
          <p:cNvSpPr txBox="1">
            <a:spLocks noGrp="1"/>
          </p:cNvSpPr>
          <p:nvPr>
            <p:ph type="ftr" idx="11"/>
          </p:nvPr>
        </p:nvSpPr>
        <p:spPr>
          <a:xfrm>
            <a:off x="2194316" y="6560682"/>
            <a:ext cx="5509500" cy="213900"/>
          </a:xfrm>
          <a:prstGeom prst="rect">
            <a:avLst/>
          </a:prstGeom>
          <a:noFill/>
          <a:ln>
            <a:noFill/>
          </a:ln>
        </p:spPr>
        <p:txBody>
          <a:bodyPr spcFirstLastPara="1" wrap="square" lIns="0" tIns="0" rIns="0" bIns="0" anchor="b" anchorCtr="0">
            <a:noAutofit/>
          </a:bodyPr>
          <a:lstStyle>
            <a:lvl1pPr marR="0" lvl="0"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466" b="0" i="0" u="none" strike="noStrike" cap="none">
                <a:solidFill>
                  <a:srgbClr val="000000"/>
                </a:solidFill>
                <a:latin typeface="Arial"/>
                <a:ea typeface="Arial"/>
                <a:cs typeface="Arial"/>
                <a:sym typeface="Arial"/>
              </a:defRPr>
            </a:lvl9pPr>
          </a:lstStyle>
          <a:p>
            <a:endParaRPr/>
          </a:p>
        </p:txBody>
      </p:sp>
      <p:pic>
        <p:nvPicPr>
          <p:cNvPr id="159" name="Google Shape;159;g1d0ad6de515_0_964" descr="pasted-image.pdf"/>
          <p:cNvPicPr preferRelativeResize="0"/>
          <p:nvPr/>
        </p:nvPicPr>
        <p:blipFill rotWithShape="1">
          <a:blip r:embed="rId3">
            <a:alphaModFix/>
          </a:blip>
          <a:srcRect/>
          <a:stretch/>
        </p:blipFill>
        <p:spPr>
          <a:xfrm>
            <a:off x="11033446" y="565460"/>
            <a:ext cx="635734" cy="445095"/>
          </a:xfrm>
          <a:prstGeom prst="rect">
            <a:avLst/>
          </a:prstGeom>
          <a:noFill/>
          <a:ln>
            <a:noFill/>
          </a:ln>
        </p:spPr>
      </p:pic>
      <p:pic>
        <p:nvPicPr>
          <p:cNvPr id="160" name="Google Shape;160;g1d0ad6de515_0_964"/>
          <p:cNvPicPr preferRelativeResize="0"/>
          <p:nvPr/>
        </p:nvPicPr>
        <p:blipFill rotWithShape="1">
          <a:blip r:embed="rId4">
            <a:alphaModFix/>
          </a:blip>
          <a:srcRect b="14376"/>
          <a:stretch/>
        </p:blipFill>
        <p:spPr>
          <a:xfrm>
            <a:off x="10205771" y="407520"/>
            <a:ext cx="784376" cy="671442"/>
          </a:xfrm>
          <a:prstGeom prst="rect">
            <a:avLst/>
          </a:prstGeom>
          <a:noFill/>
          <a:ln>
            <a:noFill/>
          </a:ln>
        </p:spPr>
      </p:pic>
      <p:sp>
        <p:nvSpPr>
          <p:cNvPr id="161" name="Google Shape;161;g1d0ad6de515_0_964"/>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Wall Staging Vignette - Large">
  <p:cSld name="Wall Staging Vignette - Large">
    <p:bg>
      <p:bgPr>
        <a:solidFill>
          <a:srgbClr val="F4F4F4"/>
        </a:solidFill>
        <a:effectLst/>
      </p:bgPr>
    </p:bg>
    <p:spTree>
      <p:nvGrpSpPr>
        <p:cNvPr id="1" name="Shape 162"/>
        <p:cNvGrpSpPr/>
        <p:nvPr/>
      </p:nvGrpSpPr>
      <p:grpSpPr>
        <a:xfrm>
          <a:off x="0" y="0"/>
          <a:ext cx="0" cy="0"/>
          <a:chOff x="0" y="0"/>
          <a:chExt cx="0" cy="0"/>
        </a:xfrm>
      </p:grpSpPr>
      <p:pic>
        <p:nvPicPr>
          <p:cNvPr id="163" name="Google Shape;163;g1d0ad6de515_0_973"/>
          <p:cNvPicPr preferRelativeResize="0"/>
          <p:nvPr/>
        </p:nvPicPr>
        <p:blipFill rotWithShape="1">
          <a:blip r:embed="rId2">
            <a:alphaModFix/>
          </a:blip>
          <a:srcRect/>
          <a:stretch/>
        </p:blipFill>
        <p:spPr>
          <a:xfrm>
            <a:off x="3" y="893"/>
            <a:ext cx="12188819" cy="6856208"/>
          </a:xfrm>
          <a:prstGeom prst="rect">
            <a:avLst/>
          </a:prstGeom>
          <a:noFill/>
          <a:ln>
            <a:noFill/>
          </a:ln>
        </p:spPr>
      </p:pic>
      <p:sp>
        <p:nvSpPr>
          <p:cNvPr id="164" name="Google Shape;164;g1d0ad6de515_0_973"/>
          <p:cNvSpPr txBox="1">
            <a:spLocks noGrp="1"/>
          </p:cNvSpPr>
          <p:nvPr>
            <p:ph type="body" idx="1"/>
          </p:nvPr>
        </p:nvSpPr>
        <p:spPr>
          <a:xfrm>
            <a:off x="571649" y="1764287"/>
            <a:ext cx="11049000" cy="26628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100"/>
              </a:spcBef>
              <a:spcAft>
                <a:spcPts val="0"/>
              </a:spcAft>
              <a:buSzPts val="2000"/>
              <a:buNone/>
              <a:defRPr>
                <a:solidFill>
                  <a:schemeClr val="accent2"/>
                </a:solidFill>
              </a:defRPr>
            </a:lvl1pPr>
            <a:lvl2pPr marL="914400" lvl="1" indent="-342900" algn="l">
              <a:lnSpc>
                <a:spcPct val="100000"/>
              </a:lnSpc>
              <a:spcBef>
                <a:spcPts val="300"/>
              </a:spcBef>
              <a:spcAft>
                <a:spcPts val="0"/>
              </a:spcAft>
              <a:buSzPts val="1800"/>
              <a:buChar char="•"/>
              <a:defRPr>
                <a:solidFill>
                  <a:schemeClr val="accent2"/>
                </a:solidFill>
              </a:defRPr>
            </a:lvl2pPr>
            <a:lvl3pPr marL="1371600" lvl="2" indent="-330200" algn="l">
              <a:lnSpc>
                <a:spcPct val="100000"/>
              </a:lnSpc>
              <a:spcBef>
                <a:spcPts val="600"/>
              </a:spcBef>
              <a:spcAft>
                <a:spcPts val="0"/>
              </a:spcAft>
              <a:buSzPts val="1600"/>
              <a:buChar char="•"/>
              <a:defRPr>
                <a:solidFill>
                  <a:schemeClr val="accent2"/>
                </a:solidFill>
              </a:defRPr>
            </a:lvl3pPr>
            <a:lvl4pPr marL="1828800" lvl="3" indent="-317500" algn="l">
              <a:lnSpc>
                <a:spcPct val="100000"/>
              </a:lnSpc>
              <a:spcBef>
                <a:spcPts val="600"/>
              </a:spcBef>
              <a:spcAft>
                <a:spcPts val="0"/>
              </a:spcAft>
              <a:buSzPts val="1400"/>
              <a:buChar char="•"/>
              <a:defRPr>
                <a:solidFill>
                  <a:schemeClr val="accent2"/>
                </a:solidFill>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sp>
        <p:nvSpPr>
          <p:cNvPr id="165" name="Google Shape;165;g1d0ad6de515_0_973"/>
          <p:cNvSpPr txBox="1">
            <a:spLocks noGrp="1"/>
          </p:cNvSpPr>
          <p:nvPr>
            <p:ph type="title"/>
          </p:nvPr>
        </p:nvSpPr>
        <p:spPr>
          <a:xfrm>
            <a:off x="571649" y="63504"/>
            <a:ext cx="11049000" cy="990000"/>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g1d0ad6de515_0_973"/>
          <p:cNvSpPr txBox="1">
            <a:spLocks noGrp="1"/>
          </p:cNvSpPr>
          <p:nvPr>
            <p:ph type="body" idx="2"/>
          </p:nvPr>
        </p:nvSpPr>
        <p:spPr>
          <a:xfrm>
            <a:off x="571649" y="1097179"/>
            <a:ext cx="11049000" cy="338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100"/>
              </a:spcBef>
              <a:spcAft>
                <a:spcPts val="0"/>
              </a:spcAft>
              <a:buSzPts val="2200"/>
              <a:buNone/>
              <a:defRPr sz="2200" b="0" i="0">
                <a:solidFill>
                  <a:schemeClr val="dk1"/>
                </a:solidFill>
                <a:latin typeface="Arial"/>
                <a:ea typeface="Arial"/>
                <a:cs typeface="Arial"/>
                <a:sym typeface="Arial"/>
              </a:defRPr>
            </a:lvl1pPr>
            <a:lvl2pPr marL="914400" lvl="1" indent="-342900" algn="l">
              <a:lnSpc>
                <a:spcPct val="100000"/>
              </a:lnSpc>
              <a:spcBef>
                <a:spcPts val="3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pic>
        <p:nvPicPr>
          <p:cNvPr id="167" name="Google Shape;167;g1d0ad6de515_0_973" descr="pasted-image.pdf"/>
          <p:cNvPicPr preferRelativeResize="0"/>
          <p:nvPr/>
        </p:nvPicPr>
        <p:blipFill rotWithShape="1">
          <a:blip r:embed="rId3">
            <a:alphaModFix/>
          </a:blip>
          <a:srcRect/>
          <a:stretch/>
        </p:blipFill>
        <p:spPr>
          <a:xfrm>
            <a:off x="11033446" y="565460"/>
            <a:ext cx="635734" cy="445095"/>
          </a:xfrm>
          <a:prstGeom prst="rect">
            <a:avLst/>
          </a:prstGeom>
          <a:noFill/>
          <a:ln>
            <a:noFill/>
          </a:ln>
        </p:spPr>
      </p:pic>
      <p:sp>
        <p:nvSpPr>
          <p:cNvPr id="168" name="Google Shape;168;g1d0ad6de515_0_973"/>
          <p:cNvSpPr txBox="1">
            <a:spLocks noGrp="1"/>
          </p:cNvSpPr>
          <p:nvPr>
            <p:ph type="ftr" idx="11"/>
          </p:nvPr>
        </p:nvSpPr>
        <p:spPr>
          <a:xfrm>
            <a:off x="835816" y="5830850"/>
            <a:ext cx="5509500" cy="2139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sz="1000">
                <a:solidFill>
                  <a:srgbClr val="424145"/>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69" name="Google Shape;169;g1d0ad6de515_0_973"/>
          <p:cNvPicPr preferRelativeResize="0"/>
          <p:nvPr/>
        </p:nvPicPr>
        <p:blipFill rotWithShape="1">
          <a:blip r:embed="rId4">
            <a:alphaModFix/>
          </a:blip>
          <a:srcRect b="14376"/>
          <a:stretch/>
        </p:blipFill>
        <p:spPr>
          <a:xfrm>
            <a:off x="10205771" y="407520"/>
            <a:ext cx="784376" cy="671442"/>
          </a:xfrm>
          <a:prstGeom prst="rect">
            <a:avLst/>
          </a:prstGeom>
          <a:noFill/>
          <a:ln>
            <a:noFill/>
          </a:ln>
        </p:spPr>
      </p:pic>
      <p:sp>
        <p:nvSpPr>
          <p:cNvPr id="170" name="Google Shape;170;g1d0ad6de515_0_973"/>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Wall Staging Vignette - Large">
  <p:cSld name="1_Wall Staging Vignette - Large">
    <p:bg>
      <p:bgPr>
        <a:solidFill>
          <a:srgbClr val="F4F4F4"/>
        </a:solidFill>
        <a:effectLst/>
      </p:bgPr>
    </p:bg>
    <p:spTree>
      <p:nvGrpSpPr>
        <p:cNvPr id="1" name="Shape 171"/>
        <p:cNvGrpSpPr/>
        <p:nvPr/>
      </p:nvGrpSpPr>
      <p:grpSpPr>
        <a:xfrm>
          <a:off x="0" y="0"/>
          <a:ext cx="0" cy="0"/>
          <a:chOff x="0" y="0"/>
          <a:chExt cx="0" cy="0"/>
        </a:xfrm>
      </p:grpSpPr>
      <p:pic>
        <p:nvPicPr>
          <p:cNvPr id="172" name="Google Shape;172;g1d0ad6de515_0_982"/>
          <p:cNvPicPr preferRelativeResize="0"/>
          <p:nvPr/>
        </p:nvPicPr>
        <p:blipFill rotWithShape="1">
          <a:blip r:embed="rId2">
            <a:alphaModFix/>
          </a:blip>
          <a:srcRect/>
          <a:stretch/>
        </p:blipFill>
        <p:spPr>
          <a:xfrm>
            <a:off x="3" y="893"/>
            <a:ext cx="12188819" cy="6856208"/>
          </a:xfrm>
          <a:prstGeom prst="rect">
            <a:avLst/>
          </a:prstGeom>
          <a:noFill/>
          <a:ln>
            <a:noFill/>
          </a:ln>
        </p:spPr>
      </p:pic>
      <p:sp>
        <p:nvSpPr>
          <p:cNvPr id="173" name="Google Shape;173;g1d0ad6de515_0_982"/>
          <p:cNvSpPr txBox="1">
            <a:spLocks noGrp="1"/>
          </p:cNvSpPr>
          <p:nvPr>
            <p:ph type="body" idx="1"/>
          </p:nvPr>
        </p:nvSpPr>
        <p:spPr>
          <a:xfrm>
            <a:off x="571649" y="1764287"/>
            <a:ext cx="11049000" cy="26628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100"/>
              </a:spcBef>
              <a:spcAft>
                <a:spcPts val="0"/>
              </a:spcAft>
              <a:buSzPts val="2000"/>
              <a:buNone/>
              <a:defRPr>
                <a:solidFill>
                  <a:schemeClr val="accent2"/>
                </a:solidFill>
              </a:defRPr>
            </a:lvl1pPr>
            <a:lvl2pPr marL="914400" lvl="1" indent="-342900" algn="l">
              <a:lnSpc>
                <a:spcPct val="100000"/>
              </a:lnSpc>
              <a:spcBef>
                <a:spcPts val="300"/>
              </a:spcBef>
              <a:spcAft>
                <a:spcPts val="0"/>
              </a:spcAft>
              <a:buSzPts val="1800"/>
              <a:buChar char="•"/>
              <a:defRPr>
                <a:solidFill>
                  <a:schemeClr val="accent2"/>
                </a:solidFill>
              </a:defRPr>
            </a:lvl2pPr>
            <a:lvl3pPr marL="1371600" lvl="2" indent="-330200" algn="l">
              <a:lnSpc>
                <a:spcPct val="100000"/>
              </a:lnSpc>
              <a:spcBef>
                <a:spcPts val="600"/>
              </a:spcBef>
              <a:spcAft>
                <a:spcPts val="0"/>
              </a:spcAft>
              <a:buSzPts val="1600"/>
              <a:buChar char="•"/>
              <a:defRPr>
                <a:solidFill>
                  <a:schemeClr val="accent2"/>
                </a:solidFill>
              </a:defRPr>
            </a:lvl3pPr>
            <a:lvl4pPr marL="1828800" lvl="3" indent="-317500" algn="l">
              <a:lnSpc>
                <a:spcPct val="100000"/>
              </a:lnSpc>
              <a:spcBef>
                <a:spcPts val="600"/>
              </a:spcBef>
              <a:spcAft>
                <a:spcPts val="0"/>
              </a:spcAft>
              <a:buSzPts val="1400"/>
              <a:buChar char="•"/>
              <a:defRPr>
                <a:solidFill>
                  <a:schemeClr val="accent2"/>
                </a:solidFill>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sp>
        <p:nvSpPr>
          <p:cNvPr id="174" name="Google Shape;174;g1d0ad6de515_0_982"/>
          <p:cNvSpPr txBox="1">
            <a:spLocks noGrp="1"/>
          </p:cNvSpPr>
          <p:nvPr>
            <p:ph type="title"/>
          </p:nvPr>
        </p:nvSpPr>
        <p:spPr>
          <a:xfrm>
            <a:off x="571649" y="63504"/>
            <a:ext cx="11049000" cy="990000"/>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dk1"/>
              </a:buClr>
              <a:buSzPts val="1400"/>
              <a:buFont typeface="Arial"/>
              <a:buNone/>
              <a:defRPr/>
            </a:lvl1pPr>
            <a:lvl2pPr lvl="1" algn="l">
              <a:lnSpc>
                <a:spcPct val="100000"/>
              </a:lnSpc>
              <a:spcBef>
                <a:spcPts val="0"/>
              </a:spcBef>
              <a:spcAft>
                <a:spcPts val="0"/>
              </a:spcAft>
              <a:buClr>
                <a:schemeClr val="accent1"/>
              </a:buClr>
              <a:buSzPts val="1400"/>
              <a:buFont typeface="Arial"/>
              <a:buNone/>
              <a:defRPr/>
            </a:lvl2pPr>
            <a:lvl3pPr lvl="2" algn="l">
              <a:lnSpc>
                <a:spcPct val="100000"/>
              </a:lnSpc>
              <a:spcBef>
                <a:spcPts val="0"/>
              </a:spcBef>
              <a:spcAft>
                <a:spcPts val="0"/>
              </a:spcAft>
              <a:buClr>
                <a:schemeClr val="accent1"/>
              </a:buClr>
              <a:buSzPts val="1400"/>
              <a:buFont typeface="Arial"/>
              <a:buNone/>
              <a:defRPr/>
            </a:lvl3pPr>
            <a:lvl4pPr lvl="3" algn="l">
              <a:lnSpc>
                <a:spcPct val="100000"/>
              </a:lnSpc>
              <a:spcBef>
                <a:spcPts val="0"/>
              </a:spcBef>
              <a:spcAft>
                <a:spcPts val="0"/>
              </a:spcAft>
              <a:buClr>
                <a:schemeClr val="accent1"/>
              </a:buClr>
              <a:buSzPts val="1400"/>
              <a:buFont typeface="Arial"/>
              <a:buNone/>
              <a:defRPr/>
            </a:lvl4pPr>
            <a:lvl5pPr lvl="4" algn="l">
              <a:lnSpc>
                <a:spcPct val="100000"/>
              </a:lnSpc>
              <a:spcBef>
                <a:spcPts val="0"/>
              </a:spcBef>
              <a:spcAft>
                <a:spcPts val="0"/>
              </a:spcAft>
              <a:buClr>
                <a:schemeClr val="accent1"/>
              </a:buClr>
              <a:buSzPts val="1400"/>
              <a:buFont typeface="Arial"/>
              <a:buNone/>
              <a:defRPr/>
            </a:lvl5pPr>
            <a:lvl6pPr lvl="5" algn="l">
              <a:lnSpc>
                <a:spcPct val="100000"/>
              </a:lnSpc>
              <a:spcBef>
                <a:spcPts val="0"/>
              </a:spcBef>
              <a:spcAft>
                <a:spcPts val="0"/>
              </a:spcAft>
              <a:buClr>
                <a:schemeClr val="accent1"/>
              </a:buClr>
              <a:buSzPts val="1400"/>
              <a:buFont typeface="Arial"/>
              <a:buNone/>
              <a:defRPr/>
            </a:lvl6pPr>
            <a:lvl7pPr lvl="6" algn="l">
              <a:lnSpc>
                <a:spcPct val="100000"/>
              </a:lnSpc>
              <a:spcBef>
                <a:spcPts val="0"/>
              </a:spcBef>
              <a:spcAft>
                <a:spcPts val="0"/>
              </a:spcAft>
              <a:buClr>
                <a:schemeClr val="accent1"/>
              </a:buClr>
              <a:buSzPts val="1400"/>
              <a:buFont typeface="Arial"/>
              <a:buNone/>
              <a:defRPr/>
            </a:lvl7pPr>
            <a:lvl8pPr lvl="7" algn="l">
              <a:lnSpc>
                <a:spcPct val="100000"/>
              </a:lnSpc>
              <a:spcBef>
                <a:spcPts val="0"/>
              </a:spcBef>
              <a:spcAft>
                <a:spcPts val="0"/>
              </a:spcAft>
              <a:buClr>
                <a:schemeClr val="accent1"/>
              </a:buClr>
              <a:buSzPts val="1400"/>
              <a:buFont typeface="Arial"/>
              <a:buNone/>
              <a:defRPr/>
            </a:lvl8pPr>
            <a:lvl9pPr lvl="8" algn="l">
              <a:lnSpc>
                <a:spcPct val="100000"/>
              </a:lnSpc>
              <a:spcBef>
                <a:spcPts val="0"/>
              </a:spcBef>
              <a:spcAft>
                <a:spcPts val="0"/>
              </a:spcAft>
              <a:buClr>
                <a:schemeClr val="accent1"/>
              </a:buClr>
              <a:buSzPts val="1400"/>
              <a:buFont typeface="Arial"/>
              <a:buNone/>
              <a:defRPr/>
            </a:lvl9pPr>
          </a:lstStyle>
          <a:p>
            <a:endParaRPr/>
          </a:p>
        </p:txBody>
      </p:sp>
      <p:sp>
        <p:nvSpPr>
          <p:cNvPr id="175" name="Google Shape;175;g1d0ad6de515_0_982"/>
          <p:cNvSpPr txBox="1">
            <a:spLocks noGrp="1"/>
          </p:cNvSpPr>
          <p:nvPr>
            <p:ph type="body" idx="2"/>
          </p:nvPr>
        </p:nvSpPr>
        <p:spPr>
          <a:xfrm>
            <a:off x="571649" y="1097179"/>
            <a:ext cx="11049000" cy="338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100"/>
              </a:spcBef>
              <a:spcAft>
                <a:spcPts val="0"/>
              </a:spcAft>
              <a:buSzPts val="2200"/>
              <a:buNone/>
              <a:defRPr sz="2200" b="0" i="0">
                <a:solidFill>
                  <a:schemeClr val="dk1"/>
                </a:solidFill>
                <a:latin typeface="Arial"/>
                <a:ea typeface="Arial"/>
                <a:cs typeface="Arial"/>
                <a:sym typeface="Arial"/>
              </a:defRPr>
            </a:lvl1pPr>
            <a:lvl2pPr marL="914400" lvl="1" indent="-342900" algn="l">
              <a:lnSpc>
                <a:spcPct val="100000"/>
              </a:lnSpc>
              <a:spcBef>
                <a:spcPts val="3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pic>
        <p:nvPicPr>
          <p:cNvPr id="176" name="Google Shape;176;g1d0ad6de515_0_982" descr="pasted-image.pdf"/>
          <p:cNvPicPr preferRelativeResize="0"/>
          <p:nvPr/>
        </p:nvPicPr>
        <p:blipFill rotWithShape="1">
          <a:blip r:embed="rId3">
            <a:alphaModFix/>
          </a:blip>
          <a:srcRect/>
          <a:stretch/>
        </p:blipFill>
        <p:spPr>
          <a:xfrm>
            <a:off x="11033446" y="565460"/>
            <a:ext cx="635734" cy="445095"/>
          </a:xfrm>
          <a:prstGeom prst="rect">
            <a:avLst/>
          </a:prstGeom>
          <a:noFill/>
          <a:ln>
            <a:noFill/>
          </a:ln>
        </p:spPr>
      </p:pic>
      <p:sp>
        <p:nvSpPr>
          <p:cNvPr id="177" name="Google Shape;177;g1d0ad6de515_0_982"/>
          <p:cNvSpPr txBox="1">
            <a:spLocks noGrp="1"/>
          </p:cNvSpPr>
          <p:nvPr>
            <p:ph type="ftr" idx="11"/>
          </p:nvPr>
        </p:nvSpPr>
        <p:spPr>
          <a:xfrm>
            <a:off x="835816" y="5830850"/>
            <a:ext cx="5509500" cy="2139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rgbClr val="424145"/>
              </a:buClr>
              <a:buSzPts val="1400"/>
              <a:buFont typeface="Arial"/>
              <a:buNone/>
              <a:defRPr sz="1000">
                <a:solidFill>
                  <a:srgbClr val="424145"/>
                </a:solidFill>
                <a:latin typeface="Arial"/>
                <a:ea typeface="Arial"/>
                <a:cs typeface="Arial"/>
                <a:sym typeface="Aria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pic>
        <p:nvPicPr>
          <p:cNvPr id="178" name="Google Shape;178;g1d0ad6de515_0_982" descr="pasted-image.pdf"/>
          <p:cNvPicPr preferRelativeResize="0"/>
          <p:nvPr/>
        </p:nvPicPr>
        <p:blipFill rotWithShape="1">
          <a:blip r:embed="rId3">
            <a:alphaModFix/>
          </a:blip>
          <a:srcRect/>
          <a:stretch/>
        </p:blipFill>
        <p:spPr>
          <a:xfrm>
            <a:off x="11033446" y="565460"/>
            <a:ext cx="635734" cy="445095"/>
          </a:xfrm>
          <a:prstGeom prst="rect">
            <a:avLst/>
          </a:prstGeom>
          <a:noFill/>
          <a:ln>
            <a:noFill/>
          </a:ln>
        </p:spPr>
      </p:pic>
      <p:pic>
        <p:nvPicPr>
          <p:cNvPr id="179" name="Google Shape;179;g1d0ad6de515_0_982"/>
          <p:cNvPicPr preferRelativeResize="0"/>
          <p:nvPr/>
        </p:nvPicPr>
        <p:blipFill rotWithShape="1">
          <a:blip r:embed="rId4">
            <a:alphaModFix/>
          </a:blip>
          <a:srcRect b="14376"/>
          <a:stretch/>
        </p:blipFill>
        <p:spPr>
          <a:xfrm>
            <a:off x="10205771" y="407520"/>
            <a:ext cx="784376" cy="671442"/>
          </a:xfrm>
          <a:prstGeom prst="rect">
            <a:avLst/>
          </a:prstGeom>
          <a:noFill/>
          <a:ln>
            <a:noFill/>
          </a:ln>
        </p:spPr>
      </p:pic>
      <p:sp>
        <p:nvSpPr>
          <p:cNvPr id="180" name="Google Shape;180;g1d0ad6de515_0_982"/>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 Column">
  <p:cSld name="2 Column">
    <p:bg>
      <p:bgPr>
        <a:solidFill>
          <a:srgbClr val="F4F4F4"/>
        </a:solidFill>
        <a:effectLst/>
      </p:bgPr>
    </p:bg>
    <p:spTree>
      <p:nvGrpSpPr>
        <p:cNvPr id="1" name="Shape 181"/>
        <p:cNvGrpSpPr/>
        <p:nvPr/>
      </p:nvGrpSpPr>
      <p:grpSpPr>
        <a:xfrm>
          <a:off x="0" y="0"/>
          <a:ext cx="0" cy="0"/>
          <a:chOff x="0" y="0"/>
          <a:chExt cx="0" cy="0"/>
        </a:xfrm>
      </p:grpSpPr>
      <p:pic>
        <p:nvPicPr>
          <p:cNvPr id="182" name="Google Shape;182;g1d0ad6de515_0_992"/>
          <p:cNvPicPr preferRelativeResize="0"/>
          <p:nvPr/>
        </p:nvPicPr>
        <p:blipFill rotWithShape="1">
          <a:blip r:embed="rId2">
            <a:alphaModFix/>
          </a:blip>
          <a:srcRect/>
          <a:stretch/>
        </p:blipFill>
        <p:spPr>
          <a:xfrm>
            <a:off x="0" y="893"/>
            <a:ext cx="12188822" cy="6856213"/>
          </a:xfrm>
          <a:prstGeom prst="rect">
            <a:avLst/>
          </a:prstGeom>
          <a:noFill/>
          <a:ln>
            <a:noFill/>
          </a:ln>
        </p:spPr>
      </p:pic>
      <p:sp>
        <p:nvSpPr>
          <p:cNvPr id="183" name="Google Shape;183;g1d0ad6de515_0_992"/>
          <p:cNvSpPr txBox="1">
            <a:spLocks noGrp="1"/>
          </p:cNvSpPr>
          <p:nvPr>
            <p:ph type="title"/>
          </p:nvPr>
        </p:nvSpPr>
        <p:spPr>
          <a:xfrm>
            <a:off x="571649" y="63504"/>
            <a:ext cx="11049000" cy="990000"/>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g1d0ad6de515_0_992"/>
          <p:cNvSpPr txBox="1">
            <a:spLocks noGrp="1"/>
          </p:cNvSpPr>
          <p:nvPr>
            <p:ph type="body" idx="1"/>
          </p:nvPr>
        </p:nvSpPr>
        <p:spPr>
          <a:xfrm>
            <a:off x="571649" y="1764285"/>
            <a:ext cx="5304900" cy="4223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100"/>
              </a:spcBef>
              <a:spcAft>
                <a:spcPts val="0"/>
              </a:spcAft>
              <a:buSzPts val="2000"/>
              <a:buNone/>
              <a:defRPr>
                <a:solidFill>
                  <a:schemeClr val="accent2"/>
                </a:solidFill>
              </a:defRPr>
            </a:lvl1pPr>
            <a:lvl2pPr marL="914400" lvl="1" indent="-342900" algn="l">
              <a:lnSpc>
                <a:spcPct val="100000"/>
              </a:lnSpc>
              <a:spcBef>
                <a:spcPts val="300"/>
              </a:spcBef>
              <a:spcAft>
                <a:spcPts val="0"/>
              </a:spcAft>
              <a:buSzPts val="1800"/>
              <a:buChar char="•"/>
              <a:defRPr sz="1800">
                <a:solidFill>
                  <a:schemeClr val="accent2"/>
                </a:solidFill>
              </a:defRPr>
            </a:lvl2pPr>
            <a:lvl3pPr marL="1371600" lvl="2" indent="-330200" algn="l">
              <a:lnSpc>
                <a:spcPct val="100000"/>
              </a:lnSpc>
              <a:spcBef>
                <a:spcPts val="600"/>
              </a:spcBef>
              <a:spcAft>
                <a:spcPts val="0"/>
              </a:spcAft>
              <a:buSzPts val="1600"/>
              <a:buChar char="•"/>
              <a:defRPr>
                <a:solidFill>
                  <a:schemeClr val="accent2"/>
                </a:solidFill>
              </a:defRPr>
            </a:lvl3pPr>
            <a:lvl4pPr marL="1828800" lvl="3" indent="-317500" algn="l">
              <a:lnSpc>
                <a:spcPct val="100000"/>
              </a:lnSpc>
              <a:spcBef>
                <a:spcPts val="600"/>
              </a:spcBef>
              <a:spcAft>
                <a:spcPts val="0"/>
              </a:spcAft>
              <a:buSzPts val="1400"/>
              <a:buChar char="•"/>
              <a:defRPr>
                <a:solidFill>
                  <a:schemeClr val="accent2"/>
                </a:solidFill>
              </a:defRPr>
            </a:lvl4pPr>
            <a:lvl5pPr marL="2286000" lvl="4" indent="-228600" algn="l">
              <a:lnSpc>
                <a:spcPct val="100000"/>
              </a:lnSpc>
              <a:spcBef>
                <a:spcPts val="600"/>
              </a:spcBef>
              <a:spcAft>
                <a:spcPts val="0"/>
              </a:spcAft>
              <a:buSzPts val="1400"/>
              <a:buNone/>
              <a:defRPr>
                <a:solidFill>
                  <a:schemeClr val="accent2"/>
                </a:solidFill>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sp>
        <p:nvSpPr>
          <p:cNvPr id="185" name="Google Shape;185;g1d0ad6de515_0_992"/>
          <p:cNvSpPr txBox="1">
            <a:spLocks noGrp="1"/>
          </p:cNvSpPr>
          <p:nvPr>
            <p:ph type="body" idx="2"/>
          </p:nvPr>
        </p:nvSpPr>
        <p:spPr>
          <a:xfrm>
            <a:off x="6315577" y="1764285"/>
            <a:ext cx="5304900" cy="4223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100"/>
              </a:spcBef>
              <a:spcAft>
                <a:spcPts val="0"/>
              </a:spcAft>
              <a:buSzPts val="2000"/>
              <a:buNone/>
              <a:defRPr>
                <a:solidFill>
                  <a:schemeClr val="accent2"/>
                </a:solidFill>
              </a:defRPr>
            </a:lvl1pPr>
            <a:lvl2pPr marL="914400" lvl="1" indent="-342900" algn="l">
              <a:lnSpc>
                <a:spcPct val="100000"/>
              </a:lnSpc>
              <a:spcBef>
                <a:spcPts val="300"/>
              </a:spcBef>
              <a:spcAft>
                <a:spcPts val="0"/>
              </a:spcAft>
              <a:buSzPts val="1800"/>
              <a:buChar char="•"/>
              <a:defRPr>
                <a:solidFill>
                  <a:schemeClr val="accent2"/>
                </a:solidFill>
              </a:defRPr>
            </a:lvl2pPr>
            <a:lvl3pPr marL="1371600" lvl="2" indent="-330200" algn="l">
              <a:lnSpc>
                <a:spcPct val="100000"/>
              </a:lnSpc>
              <a:spcBef>
                <a:spcPts val="600"/>
              </a:spcBef>
              <a:spcAft>
                <a:spcPts val="0"/>
              </a:spcAft>
              <a:buSzPts val="1600"/>
              <a:buChar char="•"/>
              <a:defRPr>
                <a:solidFill>
                  <a:schemeClr val="accent2"/>
                </a:solidFill>
              </a:defRPr>
            </a:lvl3pPr>
            <a:lvl4pPr marL="1828800" lvl="3" indent="-317500" algn="l">
              <a:lnSpc>
                <a:spcPct val="100000"/>
              </a:lnSpc>
              <a:spcBef>
                <a:spcPts val="600"/>
              </a:spcBef>
              <a:spcAft>
                <a:spcPts val="0"/>
              </a:spcAft>
              <a:buSzPts val="1400"/>
              <a:buChar char="•"/>
              <a:defRPr>
                <a:solidFill>
                  <a:schemeClr val="accent2"/>
                </a:solidFill>
              </a:defRPr>
            </a:lvl4pPr>
            <a:lvl5pPr marL="2286000" lvl="4" indent="-228600" algn="l">
              <a:lnSpc>
                <a:spcPct val="100000"/>
              </a:lnSpc>
              <a:spcBef>
                <a:spcPts val="600"/>
              </a:spcBef>
              <a:spcAft>
                <a:spcPts val="0"/>
              </a:spcAft>
              <a:buSzPts val="1400"/>
              <a:buNone/>
              <a:defRPr>
                <a:solidFill>
                  <a:schemeClr val="accent2"/>
                </a:solidFill>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sp>
        <p:nvSpPr>
          <p:cNvPr id="186" name="Google Shape;186;g1d0ad6de515_0_992"/>
          <p:cNvSpPr txBox="1">
            <a:spLocks noGrp="1"/>
          </p:cNvSpPr>
          <p:nvPr>
            <p:ph type="body" idx="3"/>
          </p:nvPr>
        </p:nvSpPr>
        <p:spPr>
          <a:xfrm>
            <a:off x="571653" y="1097179"/>
            <a:ext cx="11049000" cy="338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100"/>
              </a:spcBef>
              <a:spcAft>
                <a:spcPts val="0"/>
              </a:spcAft>
              <a:buSzPts val="2200"/>
              <a:buNone/>
              <a:defRPr sz="2200" b="0" i="0">
                <a:solidFill>
                  <a:schemeClr val="dk1"/>
                </a:solidFill>
                <a:latin typeface="Arial"/>
                <a:ea typeface="Arial"/>
                <a:cs typeface="Arial"/>
                <a:sym typeface="Arial"/>
              </a:defRPr>
            </a:lvl1pPr>
            <a:lvl2pPr marL="914400" lvl="1" indent="-342900" algn="l">
              <a:lnSpc>
                <a:spcPct val="100000"/>
              </a:lnSpc>
              <a:spcBef>
                <a:spcPts val="3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sp>
        <p:nvSpPr>
          <p:cNvPr id="187" name="Google Shape;187;g1d0ad6de515_0_992"/>
          <p:cNvSpPr txBox="1">
            <a:spLocks noGrp="1"/>
          </p:cNvSpPr>
          <p:nvPr>
            <p:ph type="ftr" idx="11"/>
          </p:nvPr>
        </p:nvSpPr>
        <p:spPr>
          <a:xfrm>
            <a:off x="571653" y="6549530"/>
            <a:ext cx="5509500" cy="2139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solidFill>
                  <a:srgbClr val="6A625B"/>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88" name="Google Shape;188;g1d0ad6de515_0_992" descr="pasted-image.pdf"/>
          <p:cNvPicPr preferRelativeResize="0"/>
          <p:nvPr/>
        </p:nvPicPr>
        <p:blipFill rotWithShape="1">
          <a:blip r:embed="rId3">
            <a:alphaModFix/>
          </a:blip>
          <a:srcRect/>
          <a:stretch/>
        </p:blipFill>
        <p:spPr>
          <a:xfrm>
            <a:off x="11033446" y="565460"/>
            <a:ext cx="635734" cy="445095"/>
          </a:xfrm>
          <a:prstGeom prst="rect">
            <a:avLst/>
          </a:prstGeom>
          <a:noFill/>
          <a:ln>
            <a:noFill/>
          </a:ln>
        </p:spPr>
      </p:pic>
      <p:pic>
        <p:nvPicPr>
          <p:cNvPr id="189" name="Google Shape;189;g1d0ad6de515_0_992"/>
          <p:cNvPicPr preferRelativeResize="0"/>
          <p:nvPr/>
        </p:nvPicPr>
        <p:blipFill rotWithShape="1">
          <a:blip r:embed="rId4">
            <a:alphaModFix/>
          </a:blip>
          <a:srcRect b="14376"/>
          <a:stretch/>
        </p:blipFill>
        <p:spPr>
          <a:xfrm>
            <a:off x="10205771" y="407520"/>
            <a:ext cx="784376" cy="671442"/>
          </a:xfrm>
          <a:prstGeom prst="rect">
            <a:avLst/>
          </a:prstGeom>
          <a:noFill/>
          <a:ln>
            <a:noFill/>
          </a:ln>
        </p:spPr>
      </p:pic>
      <p:sp>
        <p:nvSpPr>
          <p:cNvPr id="190" name="Google Shape;190;g1d0ad6de515_0_992"/>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mall Staging Area - Left">
  <p:cSld name="Small Staging Area - Left">
    <p:bg>
      <p:bgPr>
        <a:solidFill>
          <a:srgbClr val="F4F4F4"/>
        </a:solidFill>
        <a:effectLst/>
      </p:bgPr>
    </p:bg>
    <p:spTree>
      <p:nvGrpSpPr>
        <p:cNvPr id="1" name="Shape 191"/>
        <p:cNvGrpSpPr/>
        <p:nvPr/>
      </p:nvGrpSpPr>
      <p:grpSpPr>
        <a:xfrm>
          <a:off x="0" y="0"/>
          <a:ext cx="0" cy="0"/>
          <a:chOff x="0" y="0"/>
          <a:chExt cx="0" cy="0"/>
        </a:xfrm>
      </p:grpSpPr>
      <p:pic>
        <p:nvPicPr>
          <p:cNvPr id="192" name="Google Shape;192;g1d0ad6de515_0_1002"/>
          <p:cNvPicPr preferRelativeResize="0"/>
          <p:nvPr/>
        </p:nvPicPr>
        <p:blipFill rotWithShape="1">
          <a:blip r:embed="rId2">
            <a:alphaModFix/>
          </a:blip>
          <a:srcRect/>
          <a:stretch/>
        </p:blipFill>
        <p:spPr>
          <a:xfrm flipH="1">
            <a:off x="3175" y="893"/>
            <a:ext cx="12188819" cy="6856208"/>
          </a:xfrm>
          <a:prstGeom prst="rect">
            <a:avLst/>
          </a:prstGeom>
          <a:noFill/>
          <a:ln>
            <a:noFill/>
          </a:ln>
        </p:spPr>
      </p:pic>
      <p:sp>
        <p:nvSpPr>
          <p:cNvPr id="193" name="Google Shape;193;g1d0ad6de515_0_1002"/>
          <p:cNvSpPr txBox="1">
            <a:spLocks noGrp="1"/>
          </p:cNvSpPr>
          <p:nvPr>
            <p:ph type="body" idx="1"/>
          </p:nvPr>
        </p:nvSpPr>
        <p:spPr>
          <a:xfrm>
            <a:off x="571649" y="1764284"/>
            <a:ext cx="11049000" cy="2517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100"/>
              </a:spcBef>
              <a:spcAft>
                <a:spcPts val="0"/>
              </a:spcAft>
              <a:buSzPts val="2000"/>
              <a:buNone/>
              <a:defRPr>
                <a:solidFill>
                  <a:schemeClr val="accent2"/>
                </a:solidFill>
              </a:defRPr>
            </a:lvl1pPr>
            <a:lvl2pPr marL="914400" lvl="1" indent="-342900" algn="l">
              <a:lnSpc>
                <a:spcPct val="100000"/>
              </a:lnSpc>
              <a:spcBef>
                <a:spcPts val="300"/>
              </a:spcBef>
              <a:spcAft>
                <a:spcPts val="0"/>
              </a:spcAft>
              <a:buSzPts val="1800"/>
              <a:buChar char="•"/>
              <a:defRPr>
                <a:solidFill>
                  <a:schemeClr val="accent2"/>
                </a:solidFill>
              </a:defRPr>
            </a:lvl2pPr>
            <a:lvl3pPr marL="1371600" lvl="2" indent="-330200" algn="l">
              <a:lnSpc>
                <a:spcPct val="100000"/>
              </a:lnSpc>
              <a:spcBef>
                <a:spcPts val="600"/>
              </a:spcBef>
              <a:spcAft>
                <a:spcPts val="0"/>
              </a:spcAft>
              <a:buSzPts val="1600"/>
              <a:buChar char="•"/>
              <a:defRPr>
                <a:solidFill>
                  <a:schemeClr val="accent2"/>
                </a:solidFill>
              </a:defRPr>
            </a:lvl3pPr>
            <a:lvl4pPr marL="1828800" lvl="3" indent="-317500" algn="l">
              <a:lnSpc>
                <a:spcPct val="100000"/>
              </a:lnSpc>
              <a:spcBef>
                <a:spcPts val="600"/>
              </a:spcBef>
              <a:spcAft>
                <a:spcPts val="0"/>
              </a:spcAft>
              <a:buSzPts val="1400"/>
              <a:buChar char="•"/>
              <a:defRPr>
                <a:solidFill>
                  <a:schemeClr val="accent2"/>
                </a:solidFill>
              </a:defRPr>
            </a:lvl4pPr>
            <a:lvl5pPr marL="2286000" lvl="4" indent="-228600" algn="l">
              <a:lnSpc>
                <a:spcPct val="100000"/>
              </a:lnSpc>
              <a:spcBef>
                <a:spcPts val="600"/>
              </a:spcBef>
              <a:spcAft>
                <a:spcPts val="0"/>
              </a:spcAft>
              <a:buSzPts val="1400"/>
              <a:buNone/>
              <a:defRPr>
                <a:solidFill>
                  <a:schemeClr val="accent2"/>
                </a:solidFill>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sp>
        <p:nvSpPr>
          <p:cNvPr id="194" name="Google Shape;194;g1d0ad6de515_0_1002"/>
          <p:cNvSpPr txBox="1">
            <a:spLocks noGrp="1"/>
          </p:cNvSpPr>
          <p:nvPr>
            <p:ph type="body" idx="2"/>
          </p:nvPr>
        </p:nvSpPr>
        <p:spPr>
          <a:xfrm>
            <a:off x="571649" y="1097179"/>
            <a:ext cx="11049900" cy="3387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100"/>
              </a:spcBef>
              <a:spcAft>
                <a:spcPts val="0"/>
              </a:spcAft>
              <a:buSzPts val="2200"/>
              <a:buNone/>
              <a:defRPr sz="2200" b="0" i="0">
                <a:solidFill>
                  <a:schemeClr val="dk1"/>
                </a:solidFill>
                <a:latin typeface="Arial"/>
                <a:ea typeface="Arial"/>
                <a:cs typeface="Arial"/>
                <a:sym typeface="Arial"/>
              </a:defRPr>
            </a:lvl1pPr>
            <a:lvl2pPr marL="914400" lvl="1" indent="-342900" algn="l">
              <a:lnSpc>
                <a:spcPct val="100000"/>
              </a:lnSpc>
              <a:spcBef>
                <a:spcPts val="3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228600" algn="l">
              <a:lnSpc>
                <a:spcPct val="100000"/>
              </a:lnSpc>
              <a:spcBef>
                <a:spcPts val="600"/>
              </a:spcBef>
              <a:spcAft>
                <a:spcPts val="0"/>
              </a:spcAft>
              <a:buSzPts val="1400"/>
              <a:buNone/>
              <a:defRPr/>
            </a:lvl5pPr>
            <a:lvl6pPr marL="2743200" lvl="5" indent="-342900" algn="l">
              <a:lnSpc>
                <a:spcPct val="100000"/>
              </a:lnSpc>
              <a:spcBef>
                <a:spcPts val="600"/>
              </a:spcBef>
              <a:spcAft>
                <a:spcPts val="0"/>
              </a:spcAft>
              <a:buClr>
                <a:schemeClr val="accent2"/>
              </a:buClr>
              <a:buSzPts val="1800"/>
              <a:buChar char="•"/>
              <a:defRPr/>
            </a:lvl6pPr>
            <a:lvl7pPr marL="3200400" lvl="6" indent="-342900" algn="l">
              <a:lnSpc>
                <a:spcPct val="100000"/>
              </a:lnSpc>
              <a:spcBef>
                <a:spcPts val="360"/>
              </a:spcBef>
              <a:spcAft>
                <a:spcPts val="0"/>
              </a:spcAft>
              <a:buClr>
                <a:schemeClr val="accent2"/>
              </a:buClr>
              <a:buSzPts val="1800"/>
              <a:buChar char="•"/>
              <a:defRPr/>
            </a:lvl7pPr>
            <a:lvl8pPr marL="3657600" lvl="7" indent="-342900" algn="l">
              <a:lnSpc>
                <a:spcPct val="100000"/>
              </a:lnSpc>
              <a:spcBef>
                <a:spcPts val="360"/>
              </a:spcBef>
              <a:spcAft>
                <a:spcPts val="0"/>
              </a:spcAft>
              <a:buClr>
                <a:schemeClr val="accent2"/>
              </a:buClr>
              <a:buSzPts val="1800"/>
              <a:buChar char="•"/>
              <a:defRPr/>
            </a:lvl8pPr>
            <a:lvl9pPr marL="4114800" lvl="8" indent="-342900" algn="l">
              <a:lnSpc>
                <a:spcPct val="100000"/>
              </a:lnSpc>
              <a:spcBef>
                <a:spcPts val="360"/>
              </a:spcBef>
              <a:spcAft>
                <a:spcPts val="0"/>
              </a:spcAft>
              <a:buClr>
                <a:schemeClr val="accent2"/>
              </a:buClr>
              <a:buSzPts val="1800"/>
              <a:buChar char="•"/>
              <a:defRPr/>
            </a:lvl9pPr>
          </a:lstStyle>
          <a:p>
            <a:endParaRPr/>
          </a:p>
        </p:txBody>
      </p:sp>
      <p:pic>
        <p:nvPicPr>
          <p:cNvPr id="195" name="Google Shape;195;g1d0ad6de515_0_1002" descr="pasted-image.pdf"/>
          <p:cNvPicPr preferRelativeResize="0"/>
          <p:nvPr/>
        </p:nvPicPr>
        <p:blipFill rotWithShape="1">
          <a:blip r:embed="rId3">
            <a:alphaModFix/>
          </a:blip>
          <a:srcRect/>
          <a:stretch/>
        </p:blipFill>
        <p:spPr>
          <a:xfrm>
            <a:off x="11033446" y="565460"/>
            <a:ext cx="635734" cy="445095"/>
          </a:xfrm>
          <a:prstGeom prst="rect">
            <a:avLst/>
          </a:prstGeom>
          <a:noFill/>
          <a:ln>
            <a:noFill/>
          </a:ln>
        </p:spPr>
      </p:pic>
      <p:sp>
        <p:nvSpPr>
          <p:cNvPr id="196" name="Google Shape;196;g1d0ad6de515_0_1002"/>
          <p:cNvSpPr txBox="1">
            <a:spLocks noGrp="1"/>
          </p:cNvSpPr>
          <p:nvPr>
            <p:ph type="ftr" idx="11"/>
          </p:nvPr>
        </p:nvSpPr>
        <p:spPr>
          <a:xfrm>
            <a:off x="3960315" y="6549530"/>
            <a:ext cx="5509500" cy="213900"/>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SzPts val="1400"/>
              <a:buNone/>
              <a:defRPr>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g1d0ad6de515_0_1002"/>
          <p:cNvSpPr txBox="1">
            <a:spLocks noGrp="1"/>
          </p:cNvSpPr>
          <p:nvPr>
            <p:ph type="title"/>
          </p:nvPr>
        </p:nvSpPr>
        <p:spPr>
          <a:xfrm>
            <a:off x="571653" y="63500"/>
            <a:ext cx="11048700" cy="990600"/>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98" name="Google Shape;198;g1d0ad6de515_0_1002"/>
          <p:cNvPicPr preferRelativeResize="0"/>
          <p:nvPr/>
        </p:nvPicPr>
        <p:blipFill rotWithShape="1">
          <a:blip r:embed="rId4">
            <a:alphaModFix/>
          </a:blip>
          <a:srcRect b="14376"/>
          <a:stretch/>
        </p:blipFill>
        <p:spPr>
          <a:xfrm>
            <a:off x="10205771" y="407520"/>
            <a:ext cx="784376" cy="671442"/>
          </a:xfrm>
          <a:prstGeom prst="rect">
            <a:avLst/>
          </a:prstGeom>
          <a:noFill/>
          <a:ln>
            <a:noFill/>
          </a:ln>
        </p:spPr>
      </p:pic>
      <p:sp>
        <p:nvSpPr>
          <p:cNvPr id="199" name="Google Shape;199;g1d0ad6de515_0_1002"/>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alphaModFix/>
          </a:blip>
          <a:stretch>
            <a:fillRect/>
          </a:stretch>
        </a:blipFill>
        <a:effectLst/>
      </p:bgPr>
    </p:bg>
    <p:spTree>
      <p:nvGrpSpPr>
        <p:cNvPr id="1" name="Shape 206"/>
        <p:cNvGrpSpPr/>
        <p:nvPr/>
      </p:nvGrpSpPr>
      <p:grpSpPr>
        <a:xfrm>
          <a:off x="0" y="0"/>
          <a:ext cx="0" cy="0"/>
          <a:chOff x="0" y="0"/>
          <a:chExt cx="0" cy="0"/>
        </a:xfrm>
      </p:grpSpPr>
      <p:sp>
        <p:nvSpPr>
          <p:cNvPr id="207" name="Google Shape;207;p24"/>
          <p:cNvSpPr txBox="1">
            <a:spLocks noGrp="1"/>
          </p:cNvSpPr>
          <p:nvPr>
            <p:ph type="ctrTitle"/>
          </p:nvPr>
        </p:nvSpPr>
        <p:spPr>
          <a:xfrm>
            <a:off x="674688" y="181196"/>
            <a:ext cx="9713912" cy="83710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400"/>
              <a:buFont typeface="Verdana"/>
              <a:buNone/>
              <a:defRPr sz="4400" b="1">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8" name="Google Shape;208;p24"/>
          <p:cNvSpPr txBox="1">
            <a:spLocks noGrp="1"/>
          </p:cNvSpPr>
          <p:nvPr>
            <p:ph type="body" idx="1"/>
          </p:nvPr>
        </p:nvSpPr>
        <p:spPr>
          <a:xfrm>
            <a:off x="674688" y="1406525"/>
            <a:ext cx="10931525" cy="500856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Verdana"/>
                <a:ea typeface="Verdana"/>
                <a:cs typeface="Verdana"/>
                <a:sym typeface="Verdana"/>
              </a:defRPr>
            </a:lvl1pPr>
            <a:lvl2pPr marL="914400" lvl="1" indent="-381000" algn="l">
              <a:lnSpc>
                <a:spcPct val="90000"/>
              </a:lnSpc>
              <a:spcBef>
                <a:spcPts val="500"/>
              </a:spcBef>
              <a:spcAft>
                <a:spcPts val="0"/>
              </a:spcAft>
              <a:buClr>
                <a:schemeClr val="dk1"/>
              </a:buClr>
              <a:buSzPts val="2400"/>
              <a:buChar char="•"/>
              <a:defRPr>
                <a:latin typeface="Verdana"/>
                <a:ea typeface="Verdana"/>
                <a:cs typeface="Verdana"/>
                <a:sym typeface="Verdana"/>
              </a:defRPr>
            </a:lvl2pPr>
            <a:lvl3pPr marL="1371600" lvl="2" indent="-355600" algn="l">
              <a:lnSpc>
                <a:spcPct val="90000"/>
              </a:lnSpc>
              <a:spcBef>
                <a:spcPts val="500"/>
              </a:spcBef>
              <a:spcAft>
                <a:spcPts val="0"/>
              </a:spcAft>
              <a:buClr>
                <a:schemeClr val="dk1"/>
              </a:buClr>
              <a:buSzPts val="2000"/>
              <a:buChar char="•"/>
              <a:defRPr>
                <a:latin typeface="Verdana"/>
                <a:ea typeface="Verdana"/>
                <a:cs typeface="Verdana"/>
                <a:sym typeface="Verdana"/>
              </a:defRPr>
            </a:lvl3pPr>
            <a:lvl4pPr marL="1828800" lvl="3" indent="-342900" algn="l">
              <a:lnSpc>
                <a:spcPct val="90000"/>
              </a:lnSpc>
              <a:spcBef>
                <a:spcPts val="500"/>
              </a:spcBef>
              <a:spcAft>
                <a:spcPts val="0"/>
              </a:spcAft>
              <a:buClr>
                <a:schemeClr val="dk1"/>
              </a:buClr>
              <a:buSzPts val="1800"/>
              <a:buChar char="•"/>
              <a:defRPr>
                <a:latin typeface="Verdana"/>
                <a:ea typeface="Verdana"/>
                <a:cs typeface="Verdana"/>
                <a:sym typeface="Verdana"/>
              </a:defRPr>
            </a:lvl4pPr>
            <a:lvl5pPr marL="2286000" lvl="4" indent="-342900" algn="l">
              <a:lnSpc>
                <a:spcPct val="90000"/>
              </a:lnSpc>
              <a:spcBef>
                <a:spcPts val="500"/>
              </a:spcBef>
              <a:spcAft>
                <a:spcPts val="0"/>
              </a:spcAft>
              <a:buClr>
                <a:schemeClr val="dk1"/>
              </a:buClr>
              <a:buSzPts val="1800"/>
              <a:buChar char="•"/>
              <a:defRPr>
                <a:latin typeface="Verdana"/>
                <a:ea typeface="Verdana"/>
                <a:cs typeface="Verdana"/>
                <a:sym typeface="Verdana"/>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09" name="Google Shape;209;p24"/>
          <p:cNvPicPr preferRelativeResize="0"/>
          <p:nvPr/>
        </p:nvPicPr>
        <p:blipFill rotWithShape="1">
          <a:blip r:embed="rId3">
            <a:alphaModFix/>
          </a:blip>
          <a:srcRect/>
          <a:stretch/>
        </p:blipFill>
        <p:spPr>
          <a:xfrm>
            <a:off x="8975298" y="0"/>
            <a:ext cx="3089702" cy="635596"/>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Slide">
  <p:cSld name="2_Title Slide">
    <p:bg>
      <p:bgPr>
        <a:blipFill>
          <a:blip r:embed="rId2">
            <a:alphaModFix/>
          </a:blip>
          <a:stretch>
            <a:fillRect/>
          </a:stretch>
        </a:blipFill>
        <a:effectLst/>
      </p:bgPr>
    </p:bg>
    <p:spTree>
      <p:nvGrpSpPr>
        <p:cNvPr id="1" name="Shape 210"/>
        <p:cNvGrpSpPr/>
        <p:nvPr/>
      </p:nvGrpSpPr>
      <p:grpSpPr>
        <a:xfrm>
          <a:off x="0" y="0"/>
          <a:ext cx="0" cy="0"/>
          <a:chOff x="0" y="0"/>
          <a:chExt cx="0" cy="0"/>
        </a:xfrm>
      </p:grpSpPr>
      <p:sp>
        <p:nvSpPr>
          <p:cNvPr id="211" name="Google Shape;211;p25"/>
          <p:cNvSpPr txBox="1">
            <a:spLocks noGrp="1"/>
          </p:cNvSpPr>
          <p:nvPr>
            <p:ph type="ctrTitle"/>
          </p:nvPr>
        </p:nvSpPr>
        <p:spPr>
          <a:xfrm>
            <a:off x="3938953" y="2940147"/>
            <a:ext cx="5669281" cy="1132523"/>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3200"/>
              <a:buFont typeface="Verdana"/>
              <a:buNone/>
              <a:defRPr sz="32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2" name="Google Shape;212;p25"/>
          <p:cNvSpPr txBox="1">
            <a:spLocks noGrp="1"/>
          </p:cNvSpPr>
          <p:nvPr>
            <p:ph type="body" idx="1"/>
          </p:nvPr>
        </p:nvSpPr>
        <p:spPr>
          <a:xfrm>
            <a:off x="4765943" y="4736672"/>
            <a:ext cx="4223311" cy="477838"/>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0"/>
              </a:spcBef>
              <a:spcAft>
                <a:spcPts val="0"/>
              </a:spcAft>
              <a:buClr>
                <a:srgbClr val="385623"/>
              </a:buClr>
              <a:buSzPts val="2000"/>
              <a:buNone/>
              <a:defRPr sz="2000">
                <a:solidFill>
                  <a:srgbClr val="385623"/>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13" name="Google Shape;213;p25"/>
          <p:cNvPicPr preferRelativeResize="0"/>
          <p:nvPr/>
        </p:nvPicPr>
        <p:blipFill rotWithShape="1">
          <a:blip r:embed="rId3">
            <a:alphaModFix/>
          </a:blip>
          <a:srcRect/>
          <a:stretch/>
        </p:blipFill>
        <p:spPr>
          <a:xfrm>
            <a:off x="8989254" y="6167720"/>
            <a:ext cx="3089702" cy="635596"/>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alphaModFix/>
          </a:blip>
          <a:stretch>
            <a:fillRect/>
          </a:stretch>
        </a:blipFill>
        <a:effectLst/>
      </p:bgPr>
    </p:bg>
    <p:spTree>
      <p:nvGrpSpPr>
        <p:cNvPr id="1" name="Shape 220"/>
        <p:cNvGrpSpPr/>
        <p:nvPr/>
      </p:nvGrpSpPr>
      <p:grpSpPr>
        <a:xfrm>
          <a:off x="0" y="0"/>
          <a:ext cx="0" cy="0"/>
          <a:chOff x="0" y="0"/>
          <a:chExt cx="0" cy="0"/>
        </a:xfrm>
      </p:grpSpPr>
      <p:pic>
        <p:nvPicPr>
          <p:cNvPr id="221" name="Google Shape;221;p29"/>
          <p:cNvPicPr preferRelativeResize="0"/>
          <p:nvPr/>
        </p:nvPicPr>
        <p:blipFill rotWithShape="1">
          <a:blip r:embed="rId3">
            <a:alphaModFix/>
          </a:blip>
          <a:srcRect/>
          <a:stretch/>
        </p:blipFill>
        <p:spPr>
          <a:xfrm>
            <a:off x="0" y="0"/>
            <a:ext cx="3089702" cy="63559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theme" Target="../theme/theme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Shape 26"/>
        <p:cNvGrpSpPr/>
        <p:nvPr/>
      </p:nvGrpSpPr>
      <p:grpSpPr>
        <a:xfrm>
          <a:off x="0" y="0"/>
          <a:ext cx="0" cy="0"/>
          <a:chOff x="0" y="0"/>
          <a:chExt cx="0" cy="0"/>
        </a:xfrm>
      </p:grpSpPr>
      <p:sp>
        <p:nvSpPr>
          <p:cNvPr id="27" name="Google Shape;27;g1d0ad6de515_0_837"/>
          <p:cNvSpPr txBox="1">
            <a:spLocks noGrp="1"/>
          </p:cNvSpPr>
          <p:nvPr>
            <p:ph type="body" idx="1"/>
          </p:nvPr>
        </p:nvSpPr>
        <p:spPr>
          <a:xfrm>
            <a:off x="571653" y="1762125"/>
            <a:ext cx="11048700" cy="43149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1100"/>
              </a:spcBef>
              <a:spcAft>
                <a:spcPts val="0"/>
              </a:spcAft>
              <a:buClr>
                <a:srgbClr val="7F7F7F"/>
              </a:buClr>
              <a:buSzPts val="2000"/>
              <a:buFont typeface="Arial"/>
              <a:buNone/>
              <a:defRPr sz="2000" b="0" i="0" u="none" strike="noStrike" cap="none">
                <a:solidFill>
                  <a:schemeClr val="accent2"/>
                </a:solidFill>
                <a:latin typeface="Arial"/>
                <a:ea typeface="Arial"/>
                <a:cs typeface="Arial"/>
                <a:sym typeface="Arial"/>
              </a:defRPr>
            </a:lvl1pPr>
            <a:lvl2pPr marL="914400" marR="0" lvl="1" indent="-342900" algn="l" rtl="0">
              <a:lnSpc>
                <a:spcPct val="100000"/>
              </a:lnSpc>
              <a:spcBef>
                <a:spcPts val="300"/>
              </a:spcBef>
              <a:spcAft>
                <a:spcPts val="0"/>
              </a:spcAft>
              <a:buClr>
                <a:schemeClr val="lt2"/>
              </a:buClr>
              <a:buSzPts val="1800"/>
              <a:buFont typeface="Arial"/>
              <a:buChar char="•"/>
              <a:defRPr sz="1800" b="0" i="0" u="none" strike="noStrike" cap="none">
                <a:solidFill>
                  <a:schemeClr val="accent2"/>
                </a:solidFill>
                <a:latin typeface="Arial"/>
                <a:ea typeface="Arial"/>
                <a:cs typeface="Arial"/>
                <a:sym typeface="Arial"/>
              </a:defRPr>
            </a:lvl2pPr>
            <a:lvl3pPr marL="1371600" marR="0" lvl="2" indent="-330200" algn="l" rtl="0">
              <a:lnSpc>
                <a:spcPct val="100000"/>
              </a:lnSpc>
              <a:spcBef>
                <a:spcPts val="600"/>
              </a:spcBef>
              <a:spcAft>
                <a:spcPts val="0"/>
              </a:spcAft>
              <a:buClr>
                <a:schemeClr val="lt2"/>
              </a:buClr>
              <a:buSzPts val="1600"/>
              <a:buFont typeface="Arial"/>
              <a:buChar char="•"/>
              <a:defRPr sz="1600" b="0" i="0" u="none" strike="noStrike" cap="none">
                <a:solidFill>
                  <a:schemeClr val="accent2"/>
                </a:solidFill>
                <a:latin typeface="Arial"/>
                <a:ea typeface="Arial"/>
                <a:cs typeface="Arial"/>
                <a:sym typeface="Arial"/>
              </a:defRPr>
            </a:lvl3pPr>
            <a:lvl4pPr marL="1828800" marR="0" lvl="3" indent="-317500" algn="l" rtl="0">
              <a:lnSpc>
                <a:spcPct val="100000"/>
              </a:lnSpc>
              <a:spcBef>
                <a:spcPts val="600"/>
              </a:spcBef>
              <a:spcAft>
                <a:spcPts val="0"/>
              </a:spcAft>
              <a:buClr>
                <a:schemeClr val="lt2"/>
              </a:buClr>
              <a:buSzPts val="1400"/>
              <a:buFont typeface="Arial"/>
              <a:buChar char="•"/>
              <a:defRPr sz="1400" b="0" i="0" u="none" strike="noStrike" cap="none">
                <a:solidFill>
                  <a:schemeClr val="accent2"/>
                </a:solidFill>
                <a:latin typeface="Arial"/>
                <a:ea typeface="Arial"/>
                <a:cs typeface="Arial"/>
                <a:sym typeface="Arial"/>
              </a:defRPr>
            </a:lvl4pPr>
            <a:lvl5pPr marL="2286000" marR="0" lvl="4" indent="-228600" algn="l" rtl="0">
              <a:lnSpc>
                <a:spcPct val="100000"/>
              </a:lnSpc>
              <a:spcBef>
                <a:spcPts val="600"/>
              </a:spcBef>
              <a:spcAft>
                <a:spcPts val="0"/>
              </a:spcAft>
              <a:buClr>
                <a:srgbClr val="000000"/>
              </a:buClr>
              <a:buSzPts val="1400"/>
              <a:buFont typeface="Arial"/>
              <a:buNone/>
              <a:defRPr sz="2000" b="0" i="0" u="none" strike="noStrike" cap="none">
                <a:solidFill>
                  <a:schemeClr val="accent2"/>
                </a:solidFill>
                <a:latin typeface="Arial"/>
                <a:ea typeface="Arial"/>
                <a:cs typeface="Arial"/>
                <a:sym typeface="Arial"/>
              </a:defRPr>
            </a:lvl5pPr>
            <a:lvl6pPr marL="2743200" marR="0" lvl="5" indent="-355600" algn="l" rtl="0">
              <a:lnSpc>
                <a:spcPct val="100000"/>
              </a:lnSpc>
              <a:spcBef>
                <a:spcPts val="600"/>
              </a:spcBef>
              <a:spcAft>
                <a:spcPts val="0"/>
              </a:spcAft>
              <a:buClr>
                <a:schemeClr val="accent2"/>
              </a:buClr>
              <a:buSzPts val="2000"/>
              <a:buFont typeface="Arial"/>
              <a:buChar char="•"/>
              <a:defRPr sz="2000" b="0" i="0" u="none" strike="noStrike" cap="none">
                <a:solidFill>
                  <a:schemeClr val="accent2"/>
                </a:solidFill>
                <a:latin typeface="Arial"/>
                <a:ea typeface="Arial"/>
                <a:cs typeface="Arial"/>
                <a:sym typeface="Arial"/>
              </a:defRPr>
            </a:lvl6pPr>
            <a:lvl7pPr marL="3200400" marR="0" lvl="6" indent="-355600" algn="l" rtl="0">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Arial"/>
                <a:ea typeface="Arial"/>
                <a:cs typeface="Arial"/>
                <a:sym typeface="Arial"/>
              </a:defRPr>
            </a:lvl7pPr>
            <a:lvl8pPr marL="3657600" marR="0" lvl="7" indent="-355600" algn="l" rtl="0">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Arial"/>
                <a:ea typeface="Arial"/>
                <a:cs typeface="Arial"/>
                <a:sym typeface="Arial"/>
              </a:defRPr>
            </a:lvl8pPr>
            <a:lvl9pPr marL="4114800" marR="0" lvl="8" indent="-355600" algn="l" rtl="0">
              <a:lnSpc>
                <a:spcPct val="100000"/>
              </a:lnSpc>
              <a:spcBef>
                <a:spcPts val="400"/>
              </a:spcBef>
              <a:spcAft>
                <a:spcPts val="0"/>
              </a:spcAft>
              <a:buClr>
                <a:schemeClr val="accent2"/>
              </a:buClr>
              <a:buSzPts val="2000"/>
              <a:buFont typeface="Arial"/>
              <a:buChar char="•"/>
              <a:defRPr sz="2000" b="0" i="0" u="none" strike="noStrike" cap="none">
                <a:solidFill>
                  <a:schemeClr val="accent2"/>
                </a:solidFill>
                <a:latin typeface="Arial"/>
                <a:ea typeface="Arial"/>
                <a:cs typeface="Arial"/>
                <a:sym typeface="Arial"/>
              </a:defRPr>
            </a:lvl9pPr>
          </a:lstStyle>
          <a:p>
            <a:endParaRPr/>
          </a:p>
        </p:txBody>
      </p:sp>
      <p:sp>
        <p:nvSpPr>
          <p:cNvPr id="28" name="Google Shape;28;g1d0ad6de515_0_837"/>
          <p:cNvSpPr txBox="1">
            <a:spLocks noGrp="1"/>
          </p:cNvSpPr>
          <p:nvPr>
            <p:ph type="title"/>
          </p:nvPr>
        </p:nvSpPr>
        <p:spPr>
          <a:xfrm>
            <a:off x="571653" y="63500"/>
            <a:ext cx="11048700" cy="990600"/>
          </a:xfrm>
          <a:prstGeom prst="rect">
            <a:avLst/>
          </a:prstGeom>
          <a:noFill/>
          <a:ln>
            <a:noFill/>
          </a:ln>
        </p:spPr>
        <p:txBody>
          <a:bodyPr spcFirstLastPara="1" wrap="square" lIns="0" tIns="0" rIns="0" bIns="0" anchor="b" anchorCtr="0">
            <a:noAutofit/>
          </a:bodyPr>
          <a:lstStyle>
            <a:lvl1pPr marR="0" lvl="0" algn="l" rtl="0">
              <a:lnSpc>
                <a:spcPct val="95000"/>
              </a:lnSpc>
              <a:spcBef>
                <a:spcPts val="0"/>
              </a:spcBef>
              <a:spcAft>
                <a:spcPts val="0"/>
              </a:spcAft>
              <a:buClr>
                <a:srgbClr val="000000"/>
              </a:buClr>
              <a:buSzPts val="1400"/>
              <a:buFont typeface="Arial"/>
              <a:buNone/>
              <a:defRPr sz="3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0" i="0" u="none" strike="noStrike" cap="none">
                <a:solidFill>
                  <a:schemeClr val="accent1"/>
                </a:solidFill>
                <a:latin typeface="Arial"/>
                <a:ea typeface="Arial"/>
                <a:cs typeface="Arial"/>
                <a:sym typeface="Arial"/>
              </a:defRPr>
            </a:lvl9pPr>
          </a:lstStyle>
          <a:p>
            <a:endParaRPr/>
          </a:p>
        </p:txBody>
      </p:sp>
      <p:sp>
        <p:nvSpPr>
          <p:cNvPr id="29" name="Google Shape;29;g1d0ad6de515_0_837"/>
          <p:cNvSpPr txBox="1">
            <a:spLocks noGrp="1"/>
          </p:cNvSpPr>
          <p:nvPr>
            <p:ph type="ftr" idx="11"/>
          </p:nvPr>
        </p:nvSpPr>
        <p:spPr>
          <a:xfrm>
            <a:off x="571653" y="6549530"/>
            <a:ext cx="5509500" cy="2139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rgbClr val="6A625B"/>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0" name="Google Shape;30;g1d0ad6de515_0_837"/>
          <p:cNvSpPr txBox="1"/>
          <p:nvPr/>
        </p:nvSpPr>
        <p:spPr>
          <a:xfrm>
            <a:off x="13805322" y="6672263"/>
            <a:ext cx="1848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424145"/>
              </a:solidFill>
              <a:latin typeface="Arial"/>
              <a:ea typeface="Arial"/>
              <a:cs typeface="Arial"/>
              <a:sym typeface="Arial"/>
            </a:endParaRPr>
          </a:p>
        </p:txBody>
      </p:sp>
      <p:sp>
        <p:nvSpPr>
          <p:cNvPr id="31" name="Google Shape;31;g1d0ad6de515_0_837"/>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Lst>
  <p:transition>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104">
          <p15:clr>
            <a:srgbClr val="F26B43"/>
          </p15:clr>
        </p15:guide>
        <p15:guide id="2" pos="364">
          <p15:clr>
            <a:srgbClr val="F26B43"/>
          </p15:clr>
        </p15:guide>
        <p15:guide id="3" orient="horz" pos="3909">
          <p15:clr>
            <a:srgbClr val="F26B43"/>
          </p15:clr>
        </p15:guide>
        <p15:guide id="4" pos="7321">
          <p15:clr>
            <a:srgbClr val="F26B43"/>
          </p15:clr>
        </p15:guide>
        <p15:guide id="5" orient="horz" pos="931">
          <p15:clr>
            <a:srgbClr val="F26B43"/>
          </p15:clr>
        </p15:guide>
        <p15:guide id="6" orient="horz" pos="4080">
          <p15:clr>
            <a:srgbClr val="F26B43"/>
          </p15:clr>
        </p15:guide>
        <p15:guide id="7" orient="horz" pos="39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0"/>
        <p:cNvGrpSpPr/>
        <p:nvPr/>
      </p:nvGrpSpPr>
      <p:grpSpPr>
        <a:xfrm>
          <a:off x="0" y="0"/>
          <a:ext cx="0" cy="0"/>
          <a:chOff x="0" y="0"/>
          <a:chExt cx="0" cy="0"/>
        </a:xfrm>
      </p:grpSpPr>
      <p:sp>
        <p:nvSpPr>
          <p:cNvPr id="201" name="Google Shape;201;p23"/>
          <p:cNvSpPr txBox="1">
            <a:spLocks noGrp="1"/>
          </p:cNvSpPr>
          <p:nvPr>
            <p:ph type="title"/>
          </p:nvPr>
        </p:nvSpPr>
        <p:spPr>
          <a:xfrm>
            <a:off x="838200" y="410368"/>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2" name="Google Shape;202;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3" name="Google Shape;20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4" name="Google Shape;20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5" name="Google Shape;20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71" r:id="rId1"/>
    <p:sldLayoutId id="214748367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4"/>
        <p:cNvGrpSpPr/>
        <p:nvPr/>
      </p:nvGrpSpPr>
      <p:grpSpPr>
        <a:xfrm>
          <a:off x="0" y="0"/>
          <a:ext cx="0" cy="0"/>
          <a:chOff x="0" y="0"/>
          <a:chExt cx="0" cy="0"/>
        </a:xfrm>
      </p:grpSpPr>
      <p:sp>
        <p:nvSpPr>
          <p:cNvPr id="215" name="Google Shape;215;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6" name="Google Shape;216;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7" name="Google Shape;217;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18" name="Google Shape;218;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19" name="Google Shape;219;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7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47.jpg"/></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69.png"/></Relationships>
</file>

<file path=ppt/slides/_rels/slide4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76.png"/></Relationships>
</file>

<file path=ppt/slides/_rels/slide4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7.xml"/><Relationship Id="rId1" Type="http://schemas.openxmlformats.org/officeDocument/2006/relationships/slideLayout" Target="../slideLayouts/slideLayout7.xml"/><Relationship Id="rId5" Type="http://schemas.openxmlformats.org/officeDocument/2006/relationships/image" Target="../media/image79.png"/><Relationship Id="rId4" Type="http://schemas.openxmlformats.org/officeDocument/2006/relationships/image" Target="../media/image78.png"/></Relationships>
</file>

<file path=ppt/slides/_rels/slide48.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48.xml"/><Relationship Id="rId1" Type="http://schemas.openxmlformats.org/officeDocument/2006/relationships/slideLayout" Target="../slideLayouts/slideLayout9.xml"/><Relationship Id="rId4" Type="http://schemas.openxmlformats.org/officeDocument/2006/relationships/image" Target="../media/image81.png"/></Relationships>
</file>

<file path=ppt/slides/_rels/slide4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83.jp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86.png"/></Relationships>
</file>

<file path=ppt/slides/_rels/slide5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89.png"/></Relationships>
</file>

<file path=ppt/slides/_rels/slide5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99.jpg"/><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
          <p:cNvSpPr txBox="1">
            <a:spLocks noGrp="1"/>
          </p:cNvSpPr>
          <p:nvPr>
            <p:ph type="ctrTitle"/>
          </p:nvPr>
        </p:nvSpPr>
        <p:spPr>
          <a:xfrm>
            <a:off x="4647050" y="2295227"/>
            <a:ext cx="4326300" cy="15879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lt1"/>
              </a:buClr>
              <a:buSzPts val="3200"/>
              <a:buFont typeface="Arial"/>
              <a:buNone/>
            </a:pPr>
            <a:br>
              <a:rPr lang="en-US">
                <a:latin typeface="Arial"/>
                <a:ea typeface="Arial"/>
                <a:cs typeface="Arial"/>
                <a:sym typeface="Arial"/>
              </a:rPr>
            </a:br>
            <a:r>
              <a:rPr lang="en-US" b="1">
                <a:latin typeface="Arial"/>
                <a:ea typeface="Arial"/>
                <a:cs typeface="Arial"/>
                <a:sym typeface="Arial"/>
              </a:rPr>
              <a:t>ĐÀO TẠO SỬ DỤNG HỆ THỐNG PARDOT</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1d0ad6de515_0_603"/>
          <p:cNvSpPr txBox="1">
            <a:spLocks noGrp="1"/>
          </p:cNvSpPr>
          <p:nvPr>
            <p:ph type="ctrTitle"/>
          </p:nvPr>
        </p:nvSpPr>
        <p:spPr>
          <a:xfrm>
            <a:off x="254400" y="0"/>
            <a:ext cx="11683200" cy="8370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400"/>
              <a:buNone/>
            </a:pPr>
            <a:r>
              <a:rPr lang="en-US" sz="3200">
                <a:solidFill>
                  <a:srgbClr val="2E75B5"/>
                </a:solidFill>
              </a:rPr>
              <a:t>Công việc của Marketer trên Pardot</a:t>
            </a:r>
            <a:endParaRPr sz="3200">
              <a:solidFill>
                <a:srgbClr val="2E75B5"/>
              </a:solidFill>
            </a:endParaRPr>
          </a:p>
        </p:txBody>
      </p:sp>
      <p:pic>
        <p:nvPicPr>
          <p:cNvPr id="235" name="Google Shape;235;g1d0ad6de515_0_603"/>
          <p:cNvPicPr preferRelativeResize="0"/>
          <p:nvPr/>
        </p:nvPicPr>
        <p:blipFill rotWithShape="1">
          <a:blip r:embed="rId3">
            <a:alphaModFix/>
          </a:blip>
          <a:srcRect/>
          <a:stretch/>
        </p:blipFill>
        <p:spPr>
          <a:xfrm>
            <a:off x="254400" y="1599000"/>
            <a:ext cx="11887200" cy="338018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1d0ad6de515_0_603"/>
          <p:cNvSpPr txBox="1">
            <a:spLocks noGrp="1"/>
          </p:cNvSpPr>
          <p:nvPr>
            <p:ph type="ctrTitle"/>
          </p:nvPr>
        </p:nvSpPr>
        <p:spPr>
          <a:xfrm>
            <a:off x="254400" y="0"/>
            <a:ext cx="11683200" cy="8370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4400"/>
              <a:buNone/>
            </a:pPr>
            <a:r>
              <a:rPr lang="en-US" sz="3200">
                <a:solidFill>
                  <a:srgbClr val="2E75B5"/>
                </a:solidFill>
              </a:rPr>
              <a:t>Công việc của Marketer trên Pardot</a:t>
            </a:r>
            <a:endParaRPr sz="3200">
              <a:solidFill>
                <a:srgbClr val="2E75B5"/>
              </a:solidFill>
            </a:endParaRPr>
          </a:p>
        </p:txBody>
      </p:sp>
      <p:sp>
        <p:nvSpPr>
          <p:cNvPr id="3" name="Rectangle: Rounded Corners 2">
            <a:extLst>
              <a:ext uri="{FF2B5EF4-FFF2-40B4-BE49-F238E27FC236}">
                <a16:creationId xmlns:a16="http://schemas.microsoft.com/office/drawing/2014/main" id="{404EF0A6-2753-5A5F-C8CC-DECD5395195E}"/>
              </a:ext>
            </a:extLst>
          </p:cNvPr>
          <p:cNvSpPr/>
          <p:nvPr/>
        </p:nvSpPr>
        <p:spPr>
          <a:xfrm>
            <a:off x="8053" y="1199790"/>
            <a:ext cx="2913344" cy="8926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nSpc>
                <a:spcPct val="115000"/>
              </a:lnSpc>
              <a:spcBef>
                <a:spcPts val="0"/>
              </a:spcBef>
              <a:spcAft>
                <a:spcPts val="800"/>
              </a:spcAft>
            </a:pPr>
            <a:r>
              <a:rPr lang="en-US" sz="1600" kern="100">
                <a:effectLst/>
                <a:latin typeface="Times New Roman" panose="02020603050405020304" pitchFamily="18" charset="0"/>
                <a:ea typeface="Aptos" panose="020B0004020202020204" pitchFamily="34" charset="0"/>
                <a:cs typeface="Times New Roman" panose="02020603050405020304" pitchFamily="18" charset="0"/>
              </a:rPr>
              <a:t>Thu thập và phân đoạn dữ liệu khách hàng</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4A1236D5-2F66-D431-9F81-974B4AF9BA68}"/>
              </a:ext>
            </a:extLst>
          </p:cNvPr>
          <p:cNvSpPr/>
          <p:nvPr/>
        </p:nvSpPr>
        <p:spPr>
          <a:xfrm>
            <a:off x="308820" y="1937964"/>
            <a:ext cx="3599143" cy="192030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342900" marR="0" lvl="0" indent="-342900">
              <a:lnSpc>
                <a:spcPct val="115000"/>
              </a:lnSpc>
              <a:spcBef>
                <a:spcPts val="0"/>
              </a:spcBef>
              <a:spcAft>
                <a:spcPts val="0"/>
              </a:spcAft>
              <a:buFont typeface="Aptos" panose="020B00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Chiến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dịch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Pardot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0"/>
              </a:spcAft>
              <a:buFont typeface="Aptos" panose="020B00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Thiết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lập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danh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sách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phân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đoạn</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0"/>
              </a:spcAft>
              <a:buFont typeface="Aptos" panose="020B0004020202020204" pitchFamily="34" charset="0"/>
              <a:buChar char="-"/>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Xây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dựng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biểu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mẫu</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800"/>
              </a:spcAft>
              <a:buFont typeface="Aptos" panose="020B0004020202020204" pitchFamily="34" charset="0"/>
              <a:buChar char="-"/>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Xây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dựng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trang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web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liên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kết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tương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tác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web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bên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ngoài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9BA1B78B-1E6D-8959-63DC-F87DE1D2A04D}"/>
              </a:ext>
            </a:extLst>
          </p:cNvPr>
          <p:cNvSpPr/>
          <p:nvPr/>
        </p:nvSpPr>
        <p:spPr>
          <a:xfrm>
            <a:off x="4282110" y="1190958"/>
            <a:ext cx="2913344" cy="89262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a:lnSpc>
                <a:spcPct val="115000"/>
              </a:lnSpc>
              <a:spcBef>
                <a:spcPts val="0"/>
              </a:spcBef>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Thiết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lập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nội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dung</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94D47F6B-7190-EDDF-309E-1C9B239C8C70}"/>
              </a:ext>
            </a:extLst>
          </p:cNvPr>
          <p:cNvSpPr/>
          <p:nvPr/>
        </p:nvSpPr>
        <p:spPr>
          <a:xfrm>
            <a:off x="4612709" y="1937964"/>
            <a:ext cx="3599143" cy="1920301"/>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marL="342900" marR="0" lvl="0" indent="-342900">
              <a:lnSpc>
                <a:spcPct val="115000"/>
              </a:lnSpc>
              <a:spcBef>
                <a:spcPts val="0"/>
              </a:spcBef>
              <a:spcAft>
                <a:spcPts val="0"/>
              </a:spcAft>
              <a:buFont typeface="Aptos" panose="020B0004020202020204" pitchFamily="34" charset="0"/>
              <a:buChar char="-"/>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0"/>
              </a:spcAft>
              <a:buFont typeface="Aptos" panose="020B00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Thiết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lập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mẫu</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email</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0"/>
              </a:spcAft>
              <a:buFont typeface="Aptos" panose="020B00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Thiết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lập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nội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dung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trang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web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tăng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cơ</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hội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tương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tác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0"/>
              </a:spcAft>
              <a:buFont typeface="Aptos" panose="020B00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Thiết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lập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mã</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theo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dõi</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800"/>
              </a:spcAft>
              <a:buFont typeface="Aptos" panose="020B00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Thiết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lập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chuyển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hướng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tùy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chỉnh</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59C5E73C-DC04-5F3A-D005-4F055AB6B726}"/>
              </a:ext>
            </a:extLst>
          </p:cNvPr>
          <p:cNvSpPr/>
          <p:nvPr/>
        </p:nvSpPr>
        <p:spPr>
          <a:xfrm>
            <a:off x="8255400" y="1036504"/>
            <a:ext cx="2913344" cy="8926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a:lnSpc>
                <a:spcPct val="115000"/>
              </a:lnSpc>
              <a:spcBef>
                <a:spcPts val="0"/>
              </a:spcBef>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Sự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tương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tác</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Rectangle: Rounded Corners 7">
            <a:extLst>
              <a:ext uri="{FF2B5EF4-FFF2-40B4-BE49-F238E27FC236}">
                <a16:creationId xmlns:a16="http://schemas.microsoft.com/office/drawing/2014/main" id="{98A65FBB-558E-6D51-35F5-4AEFF65DA503}"/>
              </a:ext>
            </a:extLst>
          </p:cNvPr>
          <p:cNvSpPr/>
          <p:nvPr/>
        </p:nvSpPr>
        <p:spPr>
          <a:xfrm>
            <a:off x="8542451" y="1852932"/>
            <a:ext cx="3599143" cy="19203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marR="0" lvl="0" indent="-342900">
              <a:lnSpc>
                <a:spcPct val="115000"/>
              </a:lnSpc>
              <a:spcBef>
                <a:spcPts val="0"/>
              </a:spcBef>
              <a:spcAft>
                <a:spcPts val="0"/>
              </a:spcAft>
              <a:buFont typeface="Aptos" panose="020B0004020202020204" pitchFamily="34" charset="0"/>
              <a:buChar char="-"/>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0"/>
              </a:spcAft>
              <a:buFont typeface="Aptos" panose="020B0004020202020204" pitchFamily="34" charset="0"/>
              <a:buChar char="-"/>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Gửi</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email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hàng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loạt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0"/>
              </a:spcAft>
              <a:buFont typeface="Aptos" panose="020B0004020202020204" pitchFamily="34" charset="0"/>
              <a:buChar char="-"/>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Xây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dựng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chương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trình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gắn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kết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hành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trình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800"/>
              </a:spcAft>
              <a:buFont typeface="Aptos" panose="020B0004020202020204" pitchFamily="34"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Thiết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lập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quy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tắc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Tự</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động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hóa</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2" name="Arrow: Right 1">
            <a:extLst>
              <a:ext uri="{FF2B5EF4-FFF2-40B4-BE49-F238E27FC236}">
                <a16:creationId xmlns:a16="http://schemas.microsoft.com/office/drawing/2014/main" id="{8235662A-B585-72A1-A022-47D4C075866E}"/>
              </a:ext>
            </a:extLst>
          </p:cNvPr>
          <p:cNvSpPr/>
          <p:nvPr/>
        </p:nvSpPr>
        <p:spPr>
          <a:xfrm>
            <a:off x="3233057" y="1293346"/>
            <a:ext cx="881743" cy="635787"/>
          </a:xfrm>
          <a:prstGeom prst="rightArrow">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A7A5020A-5B29-3FB3-AE63-6DB5FD3B02FB}"/>
              </a:ext>
            </a:extLst>
          </p:cNvPr>
          <p:cNvSpPr/>
          <p:nvPr/>
        </p:nvSpPr>
        <p:spPr>
          <a:xfrm>
            <a:off x="7362764" y="1217145"/>
            <a:ext cx="881743" cy="635787"/>
          </a:xfrm>
          <a:prstGeom prst="rightArrow">
            <a:avLst/>
          </a:prstGeom>
          <a:solidFill>
            <a:schemeClr val="accent6">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8A04A747-9E4C-77D4-F089-CAED864BED54}"/>
              </a:ext>
            </a:extLst>
          </p:cNvPr>
          <p:cNvSpPr/>
          <p:nvPr/>
        </p:nvSpPr>
        <p:spPr>
          <a:xfrm>
            <a:off x="8218710" y="4416382"/>
            <a:ext cx="2913344" cy="670806"/>
          </a:xfrm>
          <a:prstGeom prst="roundRect">
            <a:avLst/>
          </a:prstGeom>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0" marR="0">
              <a:lnSpc>
                <a:spcPct val="115000"/>
              </a:lnSpc>
              <a:spcBef>
                <a:spcPts val="0"/>
              </a:spcBef>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Báo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cáo</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B4EC0C6E-E679-6F58-219E-AAFEF0040924}"/>
              </a:ext>
            </a:extLst>
          </p:cNvPr>
          <p:cNvSpPr/>
          <p:nvPr/>
        </p:nvSpPr>
        <p:spPr>
          <a:xfrm>
            <a:off x="8556167" y="5078357"/>
            <a:ext cx="3599143" cy="1404258"/>
          </a:xfrm>
          <a:prstGeom prst="roundRect">
            <a:avLst/>
          </a:prstGeom>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342900" marR="0" lvl="0" indent="-342900">
              <a:lnSpc>
                <a:spcPct val="115000"/>
              </a:lnSpc>
              <a:spcBef>
                <a:spcPts val="0"/>
              </a:spcBef>
              <a:spcAft>
                <a:spcPts val="0"/>
              </a:spcAft>
              <a:buFont typeface="Aptos" panose="020B0004020202020204" pitchFamily="34" charset="0"/>
              <a:buChar char="-"/>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0"/>
              </a:spcAft>
              <a:buFont typeface="Aptos" panose="020B0004020202020204" pitchFamily="34" charset="0"/>
              <a:buChar char="-"/>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Xem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báo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cáo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chiến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dịch</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Bef>
                <a:spcPts val="0"/>
              </a:spcBef>
              <a:spcAft>
                <a:spcPts val="800"/>
              </a:spcAft>
              <a:buFont typeface="Aptos" panose="020B0004020202020204" pitchFamily="34" charset="0"/>
              <a:buChar char="-"/>
            </a:pP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Xem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báo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cáo</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tương</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800" kern="100" dirty="0" err="1">
                <a:effectLst/>
                <a:latin typeface="Times New Roman" panose="02020603050405020304" pitchFamily="18" charset="0"/>
                <a:ea typeface="Aptos" panose="020B0004020202020204" pitchFamily="34" charset="0"/>
                <a:cs typeface="Times New Roman" panose="02020603050405020304" pitchFamily="18" charset="0"/>
              </a:rPr>
              <a:t>tác</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80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885536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g1d0ad6de515_0_2759"/>
          <p:cNvSpPr txBox="1">
            <a:spLocks noGrp="1"/>
          </p:cNvSpPr>
          <p:nvPr>
            <p:ph type="ctrTitle"/>
          </p:nvPr>
        </p:nvSpPr>
        <p:spPr>
          <a:xfrm>
            <a:off x="567426" y="2051985"/>
            <a:ext cx="4705800" cy="12984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5500"/>
              <a:t>01</a:t>
            </a:r>
            <a:endParaRPr sz="5500"/>
          </a:p>
        </p:txBody>
      </p:sp>
      <p:sp>
        <p:nvSpPr>
          <p:cNvPr id="242" name="Google Shape;242;g1d0ad6de515_0_2759"/>
          <p:cNvSpPr txBox="1">
            <a:spLocks noGrp="1"/>
          </p:cNvSpPr>
          <p:nvPr>
            <p:ph type="subTitle" idx="1"/>
          </p:nvPr>
        </p:nvSpPr>
        <p:spPr>
          <a:xfrm>
            <a:off x="578208" y="3397029"/>
            <a:ext cx="4698300" cy="477000"/>
          </a:xfrm>
          <a:prstGeom prst="rect">
            <a:avLst/>
          </a:prstGeom>
          <a:noFill/>
          <a:ln>
            <a:noFill/>
          </a:ln>
        </p:spPr>
        <p:txBody>
          <a:bodyPr spcFirstLastPara="1" wrap="square" lIns="0" tIns="0" rIns="0" bIns="0" anchor="t" anchorCtr="0">
            <a:noAutofit/>
          </a:bodyPr>
          <a:lstStyle/>
          <a:p>
            <a:pPr marL="0" lvl="0" indent="0" algn="l" rtl="0">
              <a:lnSpc>
                <a:spcPct val="95000"/>
              </a:lnSpc>
              <a:spcBef>
                <a:spcPts val="0"/>
              </a:spcBef>
              <a:spcAft>
                <a:spcPts val="0"/>
              </a:spcAft>
              <a:buSzPts val="2400"/>
              <a:buNone/>
            </a:pPr>
            <a:r>
              <a:rPr lang="en-US" sz="2700" b="1">
                <a:solidFill>
                  <a:schemeClr val="lt2"/>
                </a:solidFill>
              </a:rPr>
              <a:t>Tổng quan Pardot</a:t>
            </a:r>
            <a:endParaRPr sz="2700" b="1">
              <a:solidFill>
                <a:schemeClr val="lt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5"/>
          <p:cNvSpPr txBox="1">
            <a:spLocks noGrp="1"/>
          </p:cNvSpPr>
          <p:nvPr>
            <p:ph type="ctrTitle"/>
          </p:nvPr>
        </p:nvSpPr>
        <p:spPr>
          <a:xfrm>
            <a:off x="244100" y="0"/>
            <a:ext cx="8581200" cy="753000"/>
          </a:xfrm>
          <a:prstGeom prst="rect">
            <a:avLst/>
          </a:prstGeom>
          <a:noFill/>
          <a:ln>
            <a:noFill/>
          </a:ln>
        </p:spPr>
        <p:txBody>
          <a:bodyPr spcFirstLastPara="1" wrap="square" lIns="91425" tIns="45700" rIns="91425" bIns="45700" anchor="b" anchorCtr="0">
            <a:noAutofit/>
          </a:bodyPr>
          <a:lstStyle/>
          <a:p>
            <a:pPr marL="12700" lvl="0" indent="0" algn="l" rtl="0">
              <a:lnSpc>
                <a:spcPct val="90000"/>
              </a:lnSpc>
              <a:spcBef>
                <a:spcPts val="0"/>
              </a:spcBef>
              <a:spcAft>
                <a:spcPts val="0"/>
              </a:spcAft>
              <a:buClr>
                <a:srgbClr val="00B0F0"/>
              </a:buClr>
              <a:buSzPts val="4000"/>
              <a:buFont typeface="Arial"/>
              <a:buNone/>
            </a:pPr>
            <a:r>
              <a:rPr lang="en-US" sz="4000" b="1">
                <a:solidFill>
                  <a:srgbClr val="0070C0"/>
                </a:solidFill>
                <a:latin typeface="Arial"/>
                <a:ea typeface="Arial"/>
                <a:cs typeface="Arial"/>
                <a:sym typeface="Arial"/>
              </a:rPr>
              <a:t>Login - Home Page</a:t>
            </a:r>
            <a:endParaRPr>
              <a:solidFill>
                <a:srgbClr val="0070C0"/>
              </a:solidFill>
            </a:endParaRPr>
          </a:p>
        </p:txBody>
      </p:sp>
      <p:cxnSp>
        <p:nvCxnSpPr>
          <p:cNvPr id="248" name="Google Shape;248;p5"/>
          <p:cNvCxnSpPr/>
          <p:nvPr/>
        </p:nvCxnSpPr>
        <p:spPr>
          <a:xfrm>
            <a:off x="7017813" y="858366"/>
            <a:ext cx="13230" cy="5493530"/>
          </a:xfrm>
          <a:prstGeom prst="straightConnector1">
            <a:avLst/>
          </a:prstGeom>
          <a:noFill/>
          <a:ln w="12700" cap="flat" cmpd="sng">
            <a:solidFill>
              <a:schemeClr val="accent3"/>
            </a:solidFill>
            <a:prstDash val="solid"/>
            <a:miter lim="800000"/>
            <a:headEnd type="none" w="sm" len="sm"/>
            <a:tailEnd type="none" w="sm" len="sm"/>
          </a:ln>
        </p:spPr>
      </p:cxnSp>
      <p:sp>
        <p:nvSpPr>
          <p:cNvPr id="249" name="Google Shape;249;p5"/>
          <p:cNvSpPr txBox="1"/>
          <p:nvPr/>
        </p:nvSpPr>
        <p:spPr>
          <a:xfrm>
            <a:off x="531395" y="998413"/>
            <a:ext cx="6486418" cy="2369839"/>
          </a:xfrm>
          <a:prstGeom prst="rect">
            <a:avLst/>
          </a:prstGeom>
          <a:no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chemeClr val="dk1"/>
              </a:buClr>
              <a:buSzPts val="1600"/>
            </a:pPr>
            <a:r>
              <a:rPr lang="en-US" sz="1600" i="1">
                <a:solidFill>
                  <a:schemeClr val="dk1"/>
                </a:solidFill>
                <a:latin typeface="+mj-lt"/>
              </a:rPr>
              <a:t>*Pardot là tên cũ của Account Engagement</a:t>
            </a:r>
          </a:p>
          <a:p>
            <a:pPr marR="0" lvl="0" algn="l" rtl="0">
              <a:lnSpc>
                <a:spcPct val="100000"/>
              </a:lnSpc>
              <a:spcBef>
                <a:spcPts val="0"/>
              </a:spcBef>
              <a:spcAft>
                <a:spcPts val="0"/>
              </a:spcAft>
              <a:buClr>
                <a:schemeClr val="dk1"/>
              </a:buClr>
              <a:buSzPts val="1600"/>
            </a:pPr>
            <a:r>
              <a:rPr lang="en-US" sz="1600" i="1">
                <a:solidFill>
                  <a:schemeClr val="dk1"/>
                </a:solidFill>
                <a:latin typeface="+mj-lt"/>
              </a:rPr>
              <a:t> </a:t>
            </a:r>
            <a:endParaRPr lang="en-US" sz="1600" i="1" strike="noStrike" cap="none">
              <a:solidFill>
                <a:schemeClr val="dk1"/>
              </a:solidFill>
              <a:latin typeface="+mj-lt"/>
              <a:ea typeface="Arial"/>
              <a:cs typeface="Arial"/>
              <a:sym typeface="Arial"/>
            </a:endParaRPr>
          </a:p>
          <a:p>
            <a:pPr marR="0" lvl="0" algn="l" rtl="0">
              <a:lnSpc>
                <a:spcPct val="100000"/>
              </a:lnSpc>
              <a:spcBef>
                <a:spcPts val="0"/>
              </a:spcBef>
              <a:spcAft>
                <a:spcPts val="0"/>
              </a:spcAft>
              <a:buClr>
                <a:schemeClr val="dk1"/>
              </a:buClr>
              <a:buSzPts val="1600"/>
            </a:pPr>
            <a:r>
              <a:rPr lang="en-US" sz="2000" b="1" i="0" u="sng" strike="noStrike" cap="none">
                <a:solidFill>
                  <a:schemeClr val="dk1"/>
                </a:solidFill>
                <a:latin typeface="+mj-lt"/>
                <a:ea typeface="Arial"/>
                <a:cs typeface="Arial"/>
                <a:sym typeface="Arial"/>
              </a:rPr>
              <a:t>Cách 1:</a:t>
            </a:r>
          </a:p>
          <a:p>
            <a:pPr marL="457200" marR="0" lvl="0" indent="-457200" algn="l" rtl="0">
              <a:lnSpc>
                <a:spcPct val="100000"/>
              </a:lnSpc>
              <a:spcBef>
                <a:spcPts val="0"/>
              </a:spcBef>
              <a:spcAft>
                <a:spcPts val="0"/>
              </a:spcAft>
              <a:buClr>
                <a:schemeClr val="dk1"/>
              </a:buClr>
              <a:buSzPts val="1600"/>
              <a:buFont typeface="Calibri"/>
              <a:buAutoNum type="arabicPeriod"/>
            </a:pPr>
            <a:endParaRPr lang="en-US" sz="1600" b="0" i="0" u="none" strike="noStrike" cap="none">
              <a:solidFill>
                <a:schemeClr val="dk1"/>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1600"/>
              <a:buFont typeface="Calibri"/>
              <a:buAutoNum type="arabicPeriod"/>
            </a:pPr>
            <a:r>
              <a:rPr lang="en-US" sz="1600" b="0" i="0" u="none" strike="noStrike" cap="none">
                <a:solidFill>
                  <a:schemeClr val="dk1"/>
                </a:solidFill>
                <a:latin typeface="Arial"/>
                <a:ea typeface="Arial"/>
                <a:cs typeface="Arial"/>
                <a:sym typeface="Arial"/>
              </a:rPr>
              <a:t>Đi tới Login Link: </a:t>
            </a:r>
            <a:r>
              <a:rPr lang="en-US" sz="1600" b="0" i="1" u="none" strike="noStrike" cap="none">
                <a:solidFill>
                  <a:srgbClr val="0070C0"/>
                </a:solidFill>
                <a:latin typeface="Arial"/>
                <a:ea typeface="Arial"/>
                <a:cs typeface="Arial"/>
                <a:sym typeface="Arial"/>
              </a:rPr>
              <a:t>https://pi.pardot.com</a:t>
            </a:r>
            <a:endParaRPr sz="1600" b="0" i="1" u="none" strike="noStrike" cap="none">
              <a:solidFill>
                <a:srgbClr val="0070C0"/>
              </a:solidFill>
              <a:latin typeface="Arial"/>
              <a:ea typeface="Arial"/>
              <a:cs typeface="Arial"/>
              <a:sym typeface="Arial"/>
            </a:endParaRPr>
          </a:p>
          <a:p>
            <a:pPr marL="800100" marR="0" lvl="0" indent="-342900" algn="l" rtl="0">
              <a:lnSpc>
                <a:spcPct val="100000"/>
              </a:lnSpc>
              <a:spcBef>
                <a:spcPts val="0"/>
              </a:spcBef>
              <a:spcAft>
                <a:spcPts val="0"/>
              </a:spcAft>
              <a:buClr>
                <a:srgbClr val="000000"/>
              </a:buClr>
              <a:buSzPts val="1600"/>
              <a:buFont typeface="+mj-lt"/>
              <a:buAutoNum type="arabicPeriod"/>
            </a:pPr>
            <a:endParaRPr sz="1600" b="0" i="0" u="none" strike="noStrike" cap="none">
              <a:solidFill>
                <a:schemeClr val="dk1"/>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1600"/>
              <a:buFont typeface="Calibri"/>
              <a:buAutoNum type="arabicPeriod"/>
            </a:pPr>
            <a:r>
              <a:rPr lang="en-US" sz="1600" b="0" i="0" u="none" strike="noStrike" cap="none">
                <a:solidFill>
                  <a:schemeClr val="dk1"/>
                </a:solidFill>
                <a:latin typeface="Arial"/>
                <a:ea typeface="Arial"/>
                <a:cs typeface="Arial"/>
                <a:sym typeface="Arial"/>
              </a:rPr>
              <a:t>Nhập </a:t>
            </a:r>
            <a:r>
              <a:rPr lang="en-US" sz="1600" b="1" i="0" u="none" strike="noStrike" cap="none">
                <a:solidFill>
                  <a:schemeClr val="dk1"/>
                </a:solidFill>
                <a:latin typeface="Arial"/>
                <a:ea typeface="Arial"/>
                <a:cs typeface="Arial"/>
                <a:sym typeface="Arial"/>
              </a:rPr>
              <a:t>“Username”</a:t>
            </a:r>
            <a:r>
              <a:rPr lang="en-US" sz="1600" b="0" i="0" u="none" strike="noStrike" cap="none">
                <a:solidFill>
                  <a:schemeClr val="dk1"/>
                </a:solidFill>
                <a:latin typeface="Arial"/>
                <a:ea typeface="Arial"/>
                <a:cs typeface="Arial"/>
                <a:sym typeface="Arial"/>
              </a:rPr>
              <a:t> và  “</a:t>
            </a:r>
            <a:r>
              <a:rPr lang="en-US" sz="1600" b="1" i="0" u="none" strike="noStrike" cap="none">
                <a:solidFill>
                  <a:schemeClr val="dk1"/>
                </a:solidFill>
                <a:latin typeface="Arial"/>
                <a:ea typeface="Arial"/>
                <a:cs typeface="Arial"/>
                <a:sym typeface="Arial"/>
              </a:rPr>
              <a:t>Password”.</a:t>
            </a:r>
            <a:endParaRPr sz="1400" b="0" i="0" u="none" strike="noStrike" cap="none">
              <a:solidFill>
                <a:srgbClr val="000000"/>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1600"/>
              <a:buFont typeface="+mj-lt"/>
              <a:buAutoNum type="arabicPeriod"/>
            </a:pPr>
            <a:endParaRPr sz="1600" b="1" i="0" u="none" strike="noStrike" cap="none">
              <a:solidFill>
                <a:schemeClr val="dk1"/>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1600"/>
              <a:buFont typeface="Calibri"/>
              <a:buAutoNum type="arabicPeriod"/>
            </a:pPr>
            <a:r>
              <a:rPr lang="en-US" sz="1600" b="0" i="0" u="none" strike="noStrike" cap="none">
                <a:solidFill>
                  <a:schemeClr val="dk1"/>
                </a:solidFill>
                <a:latin typeface="Arial"/>
                <a:ea typeface="Arial"/>
                <a:cs typeface="Arial"/>
                <a:sym typeface="Arial"/>
              </a:rPr>
              <a:t>Nhấn </a:t>
            </a:r>
            <a:r>
              <a:rPr lang="en-US" sz="1600" b="1" i="0" u="none" strike="noStrike" cap="none">
                <a:solidFill>
                  <a:schemeClr val="dk1"/>
                </a:solidFill>
                <a:latin typeface="Arial"/>
                <a:ea typeface="Arial"/>
                <a:cs typeface="Arial"/>
                <a:sym typeface="Arial"/>
              </a:rPr>
              <a:t>“Log In” </a:t>
            </a:r>
            <a:r>
              <a:rPr lang="en-US" sz="1600" b="0" i="0" u="none" strike="noStrike" cap="none">
                <a:solidFill>
                  <a:schemeClr val="dk1"/>
                </a:solidFill>
                <a:latin typeface="Arial"/>
                <a:ea typeface="Arial"/>
                <a:cs typeface="Arial"/>
                <a:sym typeface="Arial"/>
              </a:rPr>
              <a:t>để đăng nhập.</a:t>
            </a:r>
            <a:endParaRPr sz="1400" b="0" i="0" u="none" strike="noStrike" cap="none">
              <a:solidFill>
                <a:srgbClr val="000000"/>
              </a:solidFill>
              <a:latin typeface="Arial"/>
              <a:ea typeface="Arial"/>
              <a:cs typeface="Arial"/>
              <a:sym typeface="Arial"/>
            </a:endParaRPr>
          </a:p>
        </p:txBody>
      </p:sp>
      <p:pic>
        <p:nvPicPr>
          <p:cNvPr id="250" name="Google Shape;250;p5"/>
          <p:cNvPicPr preferRelativeResize="0"/>
          <p:nvPr/>
        </p:nvPicPr>
        <p:blipFill rotWithShape="1">
          <a:blip r:embed="rId3">
            <a:alphaModFix/>
          </a:blip>
          <a:srcRect/>
          <a:stretch/>
        </p:blipFill>
        <p:spPr>
          <a:xfrm>
            <a:off x="7849770" y="1221730"/>
            <a:ext cx="3555900" cy="4766801"/>
          </a:xfrm>
          <a:prstGeom prst="rect">
            <a:avLst/>
          </a:prstGeom>
          <a:noFill/>
          <a:ln>
            <a:noFill/>
          </a:ln>
        </p:spPr>
      </p:pic>
      <p:sp>
        <p:nvSpPr>
          <p:cNvPr id="2" name="Google Shape;249;p5">
            <a:extLst>
              <a:ext uri="{FF2B5EF4-FFF2-40B4-BE49-F238E27FC236}">
                <a16:creationId xmlns:a16="http://schemas.microsoft.com/office/drawing/2014/main" id="{4C76293E-BF6B-3381-A6E3-F867F842E1D3}"/>
              </a:ext>
            </a:extLst>
          </p:cNvPr>
          <p:cNvSpPr txBox="1"/>
          <p:nvPr/>
        </p:nvSpPr>
        <p:spPr>
          <a:xfrm>
            <a:off x="477823" y="3429000"/>
            <a:ext cx="6553220" cy="2369839"/>
          </a:xfrm>
          <a:prstGeom prst="rect">
            <a:avLst/>
          </a:prstGeom>
          <a:no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chemeClr val="dk1"/>
              </a:buClr>
              <a:buSzPts val="1600"/>
            </a:pPr>
            <a:r>
              <a:rPr lang="en-US" sz="2000" b="1" i="0" u="sng" strike="noStrike" cap="none">
                <a:solidFill>
                  <a:schemeClr val="dk1"/>
                </a:solidFill>
                <a:latin typeface="Arial"/>
                <a:ea typeface="Arial"/>
                <a:cs typeface="Arial"/>
                <a:sym typeface="Arial"/>
              </a:rPr>
              <a:t>Cách 2:</a:t>
            </a:r>
          </a:p>
          <a:p>
            <a:pPr marL="457200" marR="0" lvl="0" indent="-457200" algn="l" rtl="0">
              <a:lnSpc>
                <a:spcPct val="100000"/>
              </a:lnSpc>
              <a:spcBef>
                <a:spcPts val="0"/>
              </a:spcBef>
              <a:spcAft>
                <a:spcPts val="0"/>
              </a:spcAft>
              <a:buClr>
                <a:schemeClr val="dk1"/>
              </a:buClr>
              <a:buSzPts val="1600"/>
              <a:buFont typeface="Calibri"/>
              <a:buAutoNum type="arabicPeriod"/>
            </a:pPr>
            <a:endParaRPr lang="en-US" sz="1600" b="0" i="0" u="none" strike="noStrike" cap="none">
              <a:solidFill>
                <a:schemeClr val="dk1"/>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1600"/>
              <a:buFont typeface="Calibri"/>
              <a:buAutoNum type="arabicPeriod"/>
            </a:pPr>
            <a:r>
              <a:rPr lang="en-US" sz="1600" b="0" i="0" u="none" strike="noStrike" cap="none">
                <a:solidFill>
                  <a:schemeClr val="dk1"/>
                </a:solidFill>
                <a:latin typeface="Arial"/>
                <a:ea typeface="Arial"/>
                <a:cs typeface="Arial"/>
                <a:sym typeface="Arial"/>
              </a:rPr>
              <a:t>Đi tới Login CRM: </a:t>
            </a:r>
            <a:r>
              <a:rPr lang="en-US" sz="1600" b="0" i="1" u="none" strike="noStrike" cap="none">
                <a:solidFill>
                  <a:srgbClr val="0070C0"/>
                </a:solidFill>
                <a:latin typeface="Arial"/>
                <a:ea typeface="Arial"/>
                <a:cs typeface="Arial"/>
                <a:sym typeface="Arial"/>
              </a:rPr>
              <a:t>duytanplasticrecycling.lightning.force.com</a:t>
            </a:r>
          </a:p>
          <a:p>
            <a:pPr marL="457200" marR="0" lvl="0" indent="-457200" algn="l" rtl="0">
              <a:lnSpc>
                <a:spcPct val="100000"/>
              </a:lnSpc>
              <a:spcBef>
                <a:spcPts val="0"/>
              </a:spcBef>
              <a:spcAft>
                <a:spcPts val="0"/>
              </a:spcAft>
              <a:buClr>
                <a:schemeClr val="dk1"/>
              </a:buClr>
              <a:buSzPts val="1600"/>
              <a:buFont typeface="Calibri"/>
              <a:buAutoNum type="arabicPeriod"/>
            </a:pPr>
            <a:endParaRPr lang="en-US" sz="1600" b="0" i="1" u="none" strike="noStrike" cap="none">
              <a:solidFill>
                <a:srgbClr val="0070C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1600"/>
              <a:buFont typeface="Calibri"/>
              <a:buAutoNum type="arabicPeriod"/>
            </a:pPr>
            <a:r>
              <a:rPr lang="en-US" sz="1600" b="0" i="0" u="none" strike="noStrike" cap="none">
                <a:solidFill>
                  <a:schemeClr val="dk1"/>
                </a:solidFill>
                <a:latin typeface="Arial"/>
                <a:ea typeface="Arial"/>
                <a:cs typeface="Arial"/>
                <a:sym typeface="Arial"/>
              </a:rPr>
              <a:t>Nhập </a:t>
            </a:r>
            <a:r>
              <a:rPr lang="en-US" sz="1600" b="1" i="0" u="none" strike="noStrike" cap="none">
                <a:solidFill>
                  <a:schemeClr val="dk1"/>
                </a:solidFill>
                <a:latin typeface="Arial"/>
                <a:ea typeface="Arial"/>
                <a:cs typeface="Arial"/>
                <a:sym typeface="Arial"/>
              </a:rPr>
              <a:t>“Username”</a:t>
            </a:r>
            <a:r>
              <a:rPr lang="en-US" sz="1600" b="0" i="0" u="none" strike="noStrike" cap="none">
                <a:solidFill>
                  <a:schemeClr val="dk1"/>
                </a:solidFill>
                <a:latin typeface="Arial"/>
                <a:ea typeface="Arial"/>
                <a:cs typeface="Arial"/>
                <a:sym typeface="Arial"/>
              </a:rPr>
              <a:t> và  “</a:t>
            </a:r>
            <a:r>
              <a:rPr lang="en-US" sz="1600" b="1" i="0" u="none" strike="noStrike" cap="none">
                <a:solidFill>
                  <a:schemeClr val="dk1"/>
                </a:solidFill>
                <a:latin typeface="Arial"/>
                <a:ea typeface="Arial"/>
                <a:cs typeface="Arial"/>
                <a:sym typeface="Arial"/>
              </a:rPr>
              <a:t>Password”.</a:t>
            </a:r>
            <a:endParaRPr sz="1400" b="0" i="0" u="none" strike="noStrike" cap="none">
              <a:solidFill>
                <a:srgbClr val="000000"/>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1600"/>
              <a:buFont typeface="+mj-lt"/>
              <a:buAutoNum type="arabicPeriod"/>
            </a:pPr>
            <a:endParaRPr sz="1600" b="1" i="0" u="none" strike="noStrike" cap="none">
              <a:solidFill>
                <a:schemeClr val="dk1"/>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1600"/>
              <a:buFont typeface="Calibri"/>
              <a:buAutoNum type="arabicPeriod"/>
            </a:pPr>
            <a:r>
              <a:rPr lang="en-US" sz="1600" b="0" i="0" u="none" strike="noStrike" cap="none">
                <a:solidFill>
                  <a:schemeClr val="dk1"/>
                </a:solidFill>
                <a:latin typeface="Arial"/>
                <a:ea typeface="Arial"/>
                <a:cs typeface="Arial"/>
                <a:sym typeface="Arial"/>
              </a:rPr>
              <a:t>Nhấn </a:t>
            </a:r>
            <a:r>
              <a:rPr lang="en-US" sz="1600" b="1" i="0" u="none" strike="noStrike" cap="none">
                <a:solidFill>
                  <a:schemeClr val="dk1"/>
                </a:solidFill>
                <a:latin typeface="Arial"/>
                <a:ea typeface="Arial"/>
                <a:cs typeface="Arial"/>
                <a:sym typeface="Arial"/>
              </a:rPr>
              <a:t>“Log In” </a:t>
            </a:r>
            <a:r>
              <a:rPr lang="en-US" sz="1600" b="0" i="0" u="none" strike="noStrike" cap="none">
                <a:solidFill>
                  <a:schemeClr val="dk1"/>
                </a:solidFill>
                <a:latin typeface="Arial"/>
                <a:ea typeface="Arial"/>
                <a:cs typeface="Arial"/>
                <a:sym typeface="Arial"/>
              </a:rPr>
              <a:t>để đăng nhập.</a:t>
            </a:r>
          </a:p>
          <a:p>
            <a:pPr marL="457200" marR="0" lvl="0" indent="-457200" algn="l" rtl="0">
              <a:lnSpc>
                <a:spcPct val="100000"/>
              </a:lnSpc>
              <a:spcBef>
                <a:spcPts val="0"/>
              </a:spcBef>
              <a:spcAft>
                <a:spcPts val="0"/>
              </a:spcAft>
              <a:buClr>
                <a:schemeClr val="dk1"/>
              </a:buClr>
              <a:buSzPts val="1600"/>
              <a:buFont typeface="Calibri"/>
              <a:buAutoNum type="arabicPeriod"/>
            </a:pPr>
            <a:endParaRPr lang="en-US" sz="1600">
              <a:solidFill>
                <a:schemeClr val="dk1"/>
              </a:solidFill>
            </a:endParaRPr>
          </a:p>
          <a:p>
            <a:pPr marL="457200" marR="0" lvl="0" indent="-457200" algn="l" rtl="0">
              <a:lnSpc>
                <a:spcPct val="100000"/>
              </a:lnSpc>
              <a:spcBef>
                <a:spcPts val="0"/>
              </a:spcBef>
              <a:spcAft>
                <a:spcPts val="0"/>
              </a:spcAft>
              <a:buClr>
                <a:schemeClr val="dk1"/>
              </a:buClr>
              <a:buSzPts val="1600"/>
              <a:buFont typeface="Calibri"/>
              <a:buAutoNum type="arabicPeriod"/>
            </a:pPr>
            <a:r>
              <a:rPr lang="en-US" sz="1600">
                <a:solidFill>
                  <a:schemeClr val="dk1"/>
                </a:solidFill>
              </a:rPr>
              <a:t>Nhấn          tìm và t</a:t>
            </a:r>
            <a:r>
              <a:rPr lang="en-US" sz="1600" b="0" i="0" u="none" strike="noStrike" cap="none">
                <a:solidFill>
                  <a:schemeClr val="dk1"/>
                </a:solidFill>
                <a:latin typeface="Arial"/>
                <a:ea typeface="Arial"/>
                <a:cs typeface="Arial"/>
                <a:sym typeface="Arial"/>
              </a:rPr>
              <a:t>ruy cập </a:t>
            </a:r>
            <a:r>
              <a:rPr lang="en-US" sz="1600" b="1" i="0" u="none" strike="noStrike" cap="none">
                <a:solidFill>
                  <a:schemeClr val="dk1"/>
                </a:solidFill>
                <a:latin typeface="Arial"/>
                <a:ea typeface="Arial"/>
                <a:cs typeface="Arial"/>
                <a:sym typeface="Arial"/>
              </a:rPr>
              <a:t>Account Engagement </a:t>
            </a:r>
            <a:endParaRPr sz="1400" b="1" i="0" u="none" strike="noStrike" cap="none">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AEE77130-21B8-6A55-6B56-5563363DB4E3}"/>
              </a:ext>
            </a:extLst>
          </p:cNvPr>
          <p:cNvPicPr>
            <a:picLocks noChangeAspect="1"/>
          </p:cNvPicPr>
          <p:nvPr/>
        </p:nvPicPr>
        <p:blipFill>
          <a:blip r:embed="rId4"/>
          <a:stretch>
            <a:fillRect/>
          </a:stretch>
        </p:blipFill>
        <p:spPr>
          <a:xfrm>
            <a:off x="1653213" y="5487103"/>
            <a:ext cx="238221" cy="2477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
          <p:cNvSpPr txBox="1"/>
          <p:nvPr/>
        </p:nvSpPr>
        <p:spPr>
          <a:xfrm>
            <a:off x="0" y="0"/>
            <a:ext cx="7869600" cy="12000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B0F0"/>
              </a:buClr>
              <a:buSzPts val="4000"/>
              <a:buFont typeface="Arial"/>
              <a:buNone/>
            </a:pPr>
            <a:r>
              <a:rPr lang="en-US" sz="3400" b="1" i="0" u="none" strike="noStrike" cap="none">
                <a:solidFill>
                  <a:srgbClr val="0070C0"/>
                </a:solidFill>
                <a:latin typeface="Arial"/>
                <a:ea typeface="Arial"/>
                <a:cs typeface="Arial"/>
                <a:sym typeface="Arial"/>
              </a:rPr>
              <a:t>Home Page Account Engagement </a:t>
            </a:r>
            <a:endParaRPr sz="3400" b="1" i="0" u="none" strike="noStrike" cap="none">
              <a:solidFill>
                <a:srgbClr val="0070C0"/>
              </a:solidFill>
              <a:latin typeface="Arial"/>
              <a:ea typeface="Arial"/>
              <a:cs typeface="Arial"/>
              <a:sym typeface="Arial"/>
            </a:endParaRPr>
          </a:p>
        </p:txBody>
      </p:sp>
      <p:sp>
        <p:nvSpPr>
          <p:cNvPr id="256" name="Google Shape;256;p4"/>
          <p:cNvSpPr txBox="1"/>
          <p:nvPr/>
        </p:nvSpPr>
        <p:spPr>
          <a:xfrm>
            <a:off x="0" y="3555954"/>
            <a:ext cx="11403811" cy="2791888"/>
          </a:xfrm>
          <a:prstGeom prst="rect">
            <a:avLst/>
          </a:prstGeom>
          <a:noFill/>
          <a:ln>
            <a:noFill/>
          </a:ln>
        </p:spPr>
        <p:txBody>
          <a:bodyPr spcFirstLastPara="1" wrap="square" lIns="91425" tIns="91425" rIns="91425" bIns="91425" anchor="t" anchorCtr="0">
            <a:spAutoFit/>
          </a:bodyPr>
          <a:lstStyle/>
          <a:p>
            <a:pPr marL="571500" marR="0" lvl="0" indent="-342900" algn="just" rtl="0">
              <a:lnSpc>
                <a:spcPct val="107916"/>
              </a:lnSpc>
              <a:spcBef>
                <a:spcPts val="800"/>
              </a:spcBef>
              <a:spcAft>
                <a:spcPts val="0"/>
              </a:spcAft>
              <a:buClr>
                <a:srgbClr val="000000"/>
              </a:buClr>
              <a:buSzPts val="1800"/>
              <a:buFont typeface="Arial"/>
              <a:buAutoNum type="arabicPeriod"/>
            </a:pPr>
            <a:endParaRPr lang="en-US" sz="1800" b="1" i="0" u="none" strike="noStrike" cap="none">
              <a:solidFill>
                <a:schemeClr val="dk1"/>
              </a:solidFill>
              <a:latin typeface="Calibri"/>
              <a:ea typeface="Calibri"/>
              <a:cs typeface="Calibri"/>
              <a:sym typeface="Calibri"/>
            </a:endParaRPr>
          </a:p>
          <a:p>
            <a:pPr marL="571500" marR="0" lvl="0" indent="-342900" algn="just" rtl="0">
              <a:lnSpc>
                <a:spcPct val="107916"/>
              </a:lnSpc>
              <a:spcBef>
                <a:spcPts val="800"/>
              </a:spcBef>
              <a:spcAft>
                <a:spcPts val="0"/>
              </a:spcAft>
              <a:buClr>
                <a:srgbClr val="000000"/>
              </a:buClr>
              <a:buSzPts val="1800"/>
              <a:buFont typeface="Arial"/>
              <a:buAutoNum type="arabicPeriod"/>
            </a:pPr>
            <a:r>
              <a:rPr lang="en-US" sz="1800" b="1" i="0" u="none" strike="noStrike" cap="none">
                <a:solidFill>
                  <a:schemeClr val="dk1"/>
                </a:solidFill>
                <a:latin typeface="Calibri"/>
                <a:ea typeface="Calibri"/>
                <a:cs typeface="Calibri"/>
                <a:sym typeface="Calibri"/>
              </a:rPr>
              <a:t>Dashboard</a:t>
            </a:r>
            <a:r>
              <a:rPr lang="en-US" sz="1800" b="0" i="0" u="none" strike="noStrike" cap="none">
                <a:solidFill>
                  <a:schemeClr val="dk1"/>
                </a:solidFill>
                <a:latin typeface="Calibri"/>
                <a:ea typeface="Calibri"/>
                <a:cs typeface="Calibri"/>
                <a:sym typeface="Calibri"/>
              </a:rPr>
              <a:t>: </a:t>
            </a:r>
            <a:r>
              <a:rPr lang="vi-VN" sz="1800" b="0" i="0" u="none" strike="noStrike" cap="none">
                <a:solidFill>
                  <a:schemeClr val="dk1"/>
                </a:solidFill>
                <a:latin typeface="Calibri"/>
                <a:ea typeface="Calibri"/>
                <a:cs typeface="Calibri"/>
                <a:sym typeface="Calibri"/>
              </a:rPr>
              <a:t>Nơi </a:t>
            </a:r>
            <a:r>
              <a:rPr lang="en-US" sz="1800" b="0" i="0" u="none" strike="noStrike" cap="none">
                <a:solidFill>
                  <a:schemeClr val="dk1"/>
                </a:solidFill>
                <a:latin typeface="Calibri"/>
                <a:ea typeface="Calibri"/>
                <a:cs typeface="Calibri"/>
                <a:sym typeface="Calibri"/>
              </a:rPr>
              <a:t>thống kê dữ liệu </a:t>
            </a:r>
            <a:r>
              <a:rPr lang="vi-VN" sz="1800" b="0" i="0" u="none" strike="noStrike" cap="none">
                <a:solidFill>
                  <a:schemeClr val="dk1"/>
                </a:solidFill>
                <a:latin typeface="Calibri"/>
                <a:ea typeface="Calibri"/>
                <a:cs typeface="Calibri"/>
                <a:sym typeface="Calibri"/>
              </a:rPr>
              <a:t>prospects và </a:t>
            </a:r>
            <a:r>
              <a:rPr lang="en-US" sz="1800" b="0" i="0" u="none" strike="noStrike" cap="none">
                <a:solidFill>
                  <a:schemeClr val="dk1"/>
                </a:solidFill>
                <a:latin typeface="Calibri"/>
                <a:ea typeface="Calibri"/>
                <a:cs typeface="Calibri"/>
                <a:sym typeface="Calibri"/>
              </a:rPr>
              <a:t>lịch để tạo event marketing.</a:t>
            </a:r>
          </a:p>
          <a:p>
            <a:pPr marL="571500" marR="0" lvl="0" indent="-342900" algn="just" rtl="0">
              <a:lnSpc>
                <a:spcPct val="107916"/>
              </a:lnSpc>
              <a:spcBef>
                <a:spcPts val="800"/>
              </a:spcBef>
              <a:spcAft>
                <a:spcPts val="0"/>
              </a:spcAft>
              <a:buClr>
                <a:srgbClr val="000000"/>
              </a:buClr>
              <a:buSzPts val="1800"/>
              <a:buFont typeface="Arial"/>
              <a:buAutoNum type="arabicPeriod"/>
            </a:pPr>
            <a:r>
              <a:rPr lang="vi-VN" sz="1800" b="1" i="0" u="none" strike="noStrike" cap="none">
                <a:solidFill>
                  <a:schemeClr val="dk1"/>
                </a:solidFill>
                <a:latin typeface="Calibri"/>
                <a:ea typeface="Calibri"/>
                <a:cs typeface="Calibri"/>
                <a:sym typeface="Calibri"/>
              </a:rPr>
              <a:t>Prospect</a:t>
            </a:r>
            <a:r>
              <a:rPr lang="vi-VN" sz="1800" b="0" i="0" u="none" strike="noStrike" cap="none">
                <a:solidFill>
                  <a:schemeClr val="dk1"/>
                </a:solidFill>
                <a:latin typeface="Calibri"/>
                <a:ea typeface="Calibri"/>
                <a:cs typeface="Calibri"/>
                <a:sym typeface="Calibri"/>
              </a:rPr>
              <a:t>: Nơi chứa thông tin tất cả các prospects và visitors kèm lịch sử tương tác</a:t>
            </a:r>
            <a:endParaRPr lang="en-US" sz="1800" b="0" i="0" u="none" strike="noStrike" cap="none">
              <a:solidFill>
                <a:schemeClr val="dk1"/>
              </a:solidFill>
              <a:latin typeface="Calibri"/>
              <a:ea typeface="Calibri"/>
              <a:cs typeface="Calibri"/>
              <a:sym typeface="Calibri"/>
            </a:endParaRPr>
          </a:p>
          <a:p>
            <a:pPr marL="571500" marR="0" lvl="0" indent="-342900" algn="just" rtl="0">
              <a:lnSpc>
                <a:spcPct val="107916"/>
              </a:lnSpc>
              <a:spcBef>
                <a:spcPts val="800"/>
              </a:spcBef>
              <a:spcAft>
                <a:spcPts val="0"/>
              </a:spcAft>
              <a:buClr>
                <a:srgbClr val="000000"/>
              </a:buClr>
              <a:buSzPts val="1800"/>
              <a:buFont typeface="Arial"/>
              <a:buAutoNum type="arabicPeriod"/>
            </a:pPr>
            <a:r>
              <a:rPr lang="en-US" sz="1800" b="1">
                <a:solidFill>
                  <a:schemeClr val="dk1"/>
                </a:solidFill>
                <a:latin typeface="Calibri"/>
                <a:ea typeface="Calibri"/>
                <a:cs typeface="Calibri"/>
                <a:sym typeface="Calibri"/>
              </a:rPr>
              <a:t>Campaign</a:t>
            </a:r>
            <a:r>
              <a:rPr lang="en-US" sz="1800">
                <a:solidFill>
                  <a:schemeClr val="dk1"/>
                </a:solidFill>
                <a:latin typeface="Calibri"/>
                <a:ea typeface="Calibri"/>
                <a:cs typeface="Calibri"/>
                <a:sym typeface="Calibri"/>
              </a:rPr>
              <a:t>: Nơi theo dõi các chiến dịch Marketing</a:t>
            </a:r>
          </a:p>
          <a:p>
            <a:pPr marL="571500" marR="0" lvl="0" indent="-342900" algn="just" rtl="0">
              <a:lnSpc>
                <a:spcPct val="107916"/>
              </a:lnSpc>
              <a:spcBef>
                <a:spcPts val="800"/>
              </a:spcBef>
              <a:spcAft>
                <a:spcPts val="0"/>
              </a:spcAft>
              <a:buClr>
                <a:srgbClr val="000000"/>
              </a:buClr>
              <a:buSzPts val="1800"/>
              <a:buFont typeface="Arial"/>
              <a:buAutoNum type="arabicPeriod"/>
            </a:pPr>
            <a:r>
              <a:rPr lang="en-US" sz="1800" b="1">
                <a:solidFill>
                  <a:schemeClr val="dk1"/>
                </a:solidFill>
                <a:latin typeface="Calibri"/>
                <a:ea typeface="Calibri"/>
                <a:cs typeface="Calibri"/>
                <a:sym typeface="Calibri"/>
              </a:rPr>
              <a:t>Account Engagement Email: </a:t>
            </a:r>
            <a:r>
              <a:rPr lang="en-US" sz="1800">
                <a:solidFill>
                  <a:schemeClr val="dk1"/>
                </a:solidFill>
                <a:latin typeface="Calibri"/>
                <a:ea typeface="Calibri"/>
                <a:cs typeface="Calibri"/>
                <a:sym typeface="Calibri"/>
              </a:rPr>
              <a:t>Nơi chứa tất cả nội dung liên quan đến email (các email nháp, email đã lên lịch gửi và email đã gửi).</a:t>
            </a:r>
            <a:r>
              <a:rPr lang="vi-VN" sz="1800">
                <a:solidFill>
                  <a:schemeClr val="dk1"/>
                </a:solidFill>
                <a:latin typeface="Calibri"/>
                <a:ea typeface="Calibri"/>
                <a:cs typeface="Calibri"/>
                <a:sym typeface="Calibri"/>
              </a:rPr>
              <a:t> Các chương trình Engagement Studio có thể sử dụng mẫu email và danh sách phân </a:t>
            </a:r>
            <a:r>
              <a:rPr lang="en-US" sz="1800">
                <a:solidFill>
                  <a:schemeClr val="dk1"/>
                </a:solidFill>
                <a:latin typeface="Calibri"/>
                <a:ea typeface="Calibri"/>
                <a:cs typeface="Calibri"/>
                <a:sym typeface="Calibri"/>
              </a:rPr>
              <a:t>khúc</a:t>
            </a:r>
            <a:r>
              <a:rPr lang="vi-VN" sz="1800">
                <a:solidFill>
                  <a:schemeClr val="dk1"/>
                </a:solidFill>
                <a:latin typeface="Calibri"/>
                <a:ea typeface="Calibri"/>
                <a:cs typeface="Calibri"/>
                <a:sym typeface="Calibri"/>
              </a:rPr>
              <a:t> chỉ cần một cú nhấp chuột. </a:t>
            </a:r>
            <a:r>
              <a:rPr lang="en-US" sz="1800">
                <a:solidFill>
                  <a:schemeClr val="dk1"/>
                </a:solidFill>
                <a:latin typeface="Calibri"/>
                <a:ea typeface="Calibri"/>
                <a:cs typeface="Calibri"/>
                <a:sym typeface="Calibri"/>
              </a:rPr>
              <a:t> </a:t>
            </a:r>
          </a:p>
        </p:txBody>
      </p:sp>
      <p:pic>
        <p:nvPicPr>
          <p:cNvPr id="5" name="Picture 4">
            <a:extLst>
              <a:ext uri="{FF2B5EF4-FFF2-40B4-BE49-F238E27FC236}">
                <a16:creationId xmlns:a16="http://schemas.microsoft.com/office/drawing/2014/main" id="{BAF7020D-1BBA-7B61-B3A3-E0D9C2336078}"/>
              </a:ext>
            </a:extLst>
          </p:cNvPr>
          <p:cNvPicPr>
            <a:picLocks noChangeAspect="1"/>
          </p:cNvPicPr>
          <p:nvPr/>
        </p:nvPicPr>
        <p:blipFill>
          <a:blip r:embed="rId3"/>
          <a:stretch>
            <a:fillRect/>
          </a:stretch>
        </p:blipFill>
        <p:spPr>
          <a:xfrm>
            <a:off x="0" y="1198692"/>
            <a:ext cx="12192000" cy="2358571"/>
          </a:xfrm>
          <a:prstGeom prst="rect">
            <a:avLst/>
          </a:prstGeom>
        </p:spPr>
      </p:pic>
    </p:spTree>
    <p:extLst>
      <p:ext uri="{BB962C8B-B14F-4D97-AF65-F5344CB8AC3E}">
        <p14:creationId xmlns:p14="http://schemas.microsoft.com/office/powerpoint/2010/main" val="2785060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
          <p:cNvSpPr txBox="1"/>
          <p:nvPr/>
        </p:nvSpPr>
        <p:spPr>
          <a:xfrm>
            <a:off x="0" y="0"/>
            <a:ext cx="7869600" cy="12000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B0F0"/>
              </a:buClr>
              <a:buSzPts val="4000"/>
              <a:buFont typeface="Arial"/>
              <a:buNone/>
            </a:pPr>
            <a:r>
              <a:rPr lang="en-US" sz="3400" b="1" i="0" u="none" strike="noStrike" cap="none">
                <a:solidFill>
                  <a:srgbClr val="0070C0"/>
                </a:solidFill>
                <a:latin typeface="Arial"/>
                <a:ea typeface="Arial"/>
                <a:cs typeface="Arial"/>
                <a:sym typeface="Arial"/>
              </a:rPr>
              <a:t>Home Page Account Engagement </a:t>
            </a:r>
            <a:endParaRPr sz="3400" b="1" i="0" u="none" strike="noStrike" cap="none">
              <a:solidFill>
                <a:srgbClr val="0070C0"/>
              </a:solidFill>
              <a:latin typeface="Arial"/>
              <a:ea typeface="Arial"/>
              <a:cs typeface="Arial"/>
              <a:sym typeface="Arial"/>
            </a:endParaRPr>
          </a:p>
        </p:txBody>
      </p:sp>
      <p:sp>
        <p:nvSpPr>
          <p:cNvPr id="256" name="Google Shape;256;p4"/>
          <p:cNvSpPr txBox="1"/>
          <p:nvPr/>
        </p:nvSpPr>
        <p:spPr>
          <a:xfrm>
            <a:off x="0" y="3555954"/>
            <a:ext cx="11772900" cy="3185072"/>
          </a:xfrm>
          <a:prstGeom prst="rect">
            <a:avLst/>
          </a:prstGeom>
          <a:noFill/>
          <a:ln>
            <a:noFill/>
          </a:ln>
        </p:spPr>
        <p:txBody>
          <a:bodyPr spcFirstLastPara="1" wrap="square" lIns="91425" tIns="91425" rIns="91425" bIns="91425" anchor="t" anchorCtr="0">
            <a:spAutoFit/>
          </a:bodyPr>
          <a:lstStyle/>
          <a:p>
            <a:pPr marL="571500" marR="0" lvl="0" indent="-342900" algn="just" rtl="0">
              <a:lnSpc>
                <a:spcPct val="107916"/>
              </a:lnSpc>
              <a:spcBef>
                <a:spcPts val="800"/>
              </a:spcBef>
              <a:spcAft>
                <a:spcPts val="0"/>
              </a:spcAft>
              <a:buClr>
                <a:srgbClr val="000000"/>
              </a:buClr>
              <a:buSzPts val="1800"/>
              <a:buFont typeface="+mj-lt"/>
              <a:buAutoNum type="arabicPeriod" startAt="5"/>
            </a:pPr>
            <a:r>
              <a:rPr lang="vi-VN" sz="1800" b="1" i="0" u="none" strike="noStrike" cap="none">
                <a:solidFill>
                  <a:schemeClr val="dk1"/>
                </a:solidFill>
                <a:latin typeface="Calibri"/>
                <a:ea typeface="Calibri"/>
                <a:cs typeface="Calibri"/>
                <a:sym typeface="Calibri"/>
              </a:rPr>
              <a:t>Automation: </a:t>
            </a:r>
            <a:r>
              <a:rPr lang="vi-VN" sz="1800" i="0" u="none" strike="noStrike" cap="none">
                <a:solidFill>
                  <a:schemeClr val="dk1"/>
                </a:solidFill>
                <a:latin typeface="Calibri"/>
                <a:ea typeface="Calibri"/>
                <a:cs typeface="Calibri"/>
                <a:sym typeface="Calibri"/>
              </a:rPr>
              <a:t>Nơi sử dụng các công cụ tự động hóa, như quy tắc tự động (automation rules), tác vụ trên trang (page actions) và danh sách phân khúc (segmentation lists) để nhanh chóng cập nhật, chia phân khúc và gửi thông báo về đầu mối. Từ đây, bạn cũng có thể tạo và xây dựng các chương trình Engagement Studio để nuôi dưỡng các đầu mối của mình. </a:t>
            </a:r>
          </a:p>
          <a:p>
            <a:pPr marL="571500" indent="-342900" algn="just">
              <a:lnSpc>
                <a:spcPct val="107916"/>
              </a:lnSpc>
              <a:spcBef>
                <a:spcPts val="800"/>
              </a:spcBef>
              <a:buSzPts val="1800"/>
              <a:buFont typeface="+mj-lt"/>
              <a:buAutoNum type="arabicPeriod" startAt="5"/>
            </a:pPr>
            <a:r>
              <a:rPr lang="en-US" sz="1800" b="1" i="0" u="none" strike="noStrike" cap="none">
                <a:solidFill>
                  <a:schemeClr val="dk1"/>
                </a:solidFill>
                <a:latin typeface="Calibri"/>
                <a:ea typeface="Calibri"/>
                <a:cs typeface="Calibri"/>
                <a:sym typeface="Calibri"/>
              </a:rPr>
              <a:t>Content</a:t>
            </a:r>
            <a:r>
              <a:rPr lang="en-US" sz="1800" b="0" i="0" u="none" strike="noStrike" cap="none">
                <a:solidFill>
                  <a:schemeClr val="dk1"/>
                </a:solidFill>
                <a:latin typeface="Calibri"/>
                <a:ea typeface="Calibri"/>
                <a:cs typeface="Calibri"/>
                <a:sym typeface="Calibri"/>
              </a:rPr>
              <a:t>: N</a:t>
            </a:r>
            <a:r>
              <a:rPr lang="vi-VN" sz="1800" b="0" i="0" u="none" strike="noStrike" cap="none">
                <a:solidFill>
                  <a:schemeClr val="dk1"/>
                </a:solidFill>
                <a:latin typeface="Calibri"/>
                <a:ea typeface="Calibri"/>
                <a:cs typeface="Calibri"/>
                <a:sym typeface="Calibri"/>
              </a:rPr>
              <a:t>ơi tạo và quản lý nội dung khác như biểu mẫu, </a:t>
            </a:r>
            <a:r>
              <a:rPr lang="en-US" sz="1800" b="0" i="0" u="none" strike="noStrike" cap="none">
                <a:solidFill>
                  <a:schemeClr val="dk1"/>
                </a:solidFill>
                <a:latin typeface="Calibri"/>
                <a:ea typeface="Calibri"/>
                <a:cs typeface="Calibri"/>
                <a:sym typeface="Calibri"/>
              </a:rPr>
              <a:t>landing pages </a:t>
            </a:r>
            <a:r>
              <a:rPr lang="vi-VN" sz="1800" b="0" i="0" u="none" strike="noStrike" cap="none">
                <a:solidFill>
                  <a:schemeClr val="dk1"/>
                </a:solidFill>
                <a:latin typeface="Calibri"/>
                <a:ea typeface="Calibri"/>
                <a:cs typeface="Calibri"/>
                <a:sym typeface="Calibri"/>
              </a:rPr>
              <a:t>và chuyển hướng tùy chỉnh</a:t>
            </a:r>
            <a:r>
              <a:rPr lang="en-US" sz="1800" b="0" i="0" u="none" strike="noStrike" cap="none">
                <a:solidFill>
                  <a:schemeClr val="dk1"/>
                </a:solidFill>
                <a:latin typeface="Calibri"/>
                <a:ea typeface="Calibri"/>
                <a:cs typeface="Calibri"/>
                <a:sym typeface="Calibri"/>
              </a:rPr>
              <a:t> khác</a:t>
            </a:r>
            <a:r>
              <a:rPr lang="vi-VN" sz="1800" b="0" i="0" u="none" strike="noStrike" cap="none">
                <a:solidFill>
                  <a:schemeClr val="dk1"/>
                </a:solidFill>
                <a:latin typeface="Calibri"/>
                <a:ea typeface="Calibri"/>
                <a:cs typeface="Calibri"/>
                <a:sym typeface="Calibri"/>
              </a:rPr>
              <a:t>. Bạn cũng có thể sắp xếp và phân loại nội dung của mình tại đây bằng cách sử dụng các thư mục và </a:t>
            </a:r>
            <a:r>
              <a:rPr lang="en-US" sz="1800" b="0" i="0" u="none" strike="noStrike" cap="none">
                <a:solidFill>
                  <a:schemeClr val="dk1"/>
                </a:solidFill>
                <a:latin typeface="Calibri"/>
                <a:ea typeface="Calibri"/>
                <a:cs typeface="Calibri"/>
                <a:sym typeface="Calibri"/>
              </a:rPr>
              <a:t>tags</a:t>
            </a:r>
            <a:r>
              <a:rPr lang="vi-VN" sz="1800" b="0" i="0" u="none" strike="noStrike" cap="none">
                <a:solidFill>
                  <a:schemeClr val="dk1"/>
                </a:solidFill>
                <a:latin typeface="Calibri"/>
                <a:ea typeface="Calibri"/>
                <a:cs typeface="Calibri"/>
                <a:sym typeface="Calibri"/>
              </a:rPr>
              <a:t>.</a:t>
            </a:r>
            <a:endParaRPr lang="en-US" sz="1800" b="0" i="0" u="none" strike="noStrike" cap="none">
              <a:solidFill>
                <a:schemeClr val="dk1"/>
              </a:solidFill>
              <a:latin typeface="Calibri"/>
              <a:ea typeface="Calibri"/>
              <a:cs typeface="Calibri"/>
              <a:sym typeface="Calibri"/>
            </a:endParaRPr>
          </a:p>
          <a:p>
            <a:pPr marL="571500" marR="0" lvl="0" indent="-342900" algn="just" rtl="0">
              <a:lnSpc>
                <a:spcPct val="107916"/>
              </a:lnSpc>
              <a:spcBef>
                <a:spcPts val="800"/>
              </a:spcBef>
              <a:spcAft>
                <a:spcPts val="0"/>
              </a:spcAft>
              <a:buClr>
                <a:srgbClr val="000000"/>
              </a:buClr>
              <a:buSzPts val="1800"/>
              <a:buFont typeface="+mj-lt"/>
              <a:buAutoNum type="arabicPeriod" startAt="5"/>
            </a:pPr>
            <a:r>
              <a:rPr lang="en-US" sz="1800" b="1">
                <a:solidFill>
                  <a:schemeClr val="dk1"/>
                </a:solidFill>
                <a:latin typeface="Calibri"/>
                <a:ea typeface="Calibri"/>
                <a:cs typeface="Calibri"/>
                <a:sym typeface="Calibri"/>
              </a:rPr>
              <a:t>Account Engagement Report</a:t>
            </a:r>
            <a:r>
              <a:rPr lang="en-US" sz="1800">
                <a:solidFill>
                  <a:schemeClr val="dk1"/>
                </a:solidFill>
                <a:latin typeface="Calibri"/>
                <a:ea typeface="Calibri"/>
                <a:cs typeface="Calibri"/>
                <a:sym typeface="Calibri"/>
              </a:rPr>
              <a:t>: Cung cấp quyền truy cập vào tất cả các báo cáo mà Account Engagement cung cấp, bao gồm chiến dịch, tỷ lệ chuyển đổi, các ứng dụng bạn đã kết nối, vòng đời đầu mối và hiệu suất tài sản marketing. Ngoài ra còn để theo dõi tiến trình và tình trạng khách hang của bạn.</a:t>
            </a:r>
          </a:p>
        </p:txBody>
      </p:sp>
      <p:pic>
        <p:nvPicPr>
          <p:cNvPr id="5" name="Picture 4">
            <a:extLst>
              <a:ext uri="{FF2B5EF4-FFF2-40B4-BE49-F238E27FC236}">
                <a16:creationId xmlns:a16="http://schemas.microsoft.com/office/drawing/2014/main" id="{BAF7020D-1BBA-7B61-B3A3-E0D9C2336078}"/>
              </a:ext>
            </a:extLst>
          </p:cNvPr>
          <p:cNvPicPr>
            <a:picLocks noChangeAspect="1"/>
          </p:cNvPicPr>
          <p:nvPr/>
        </p:nvPicPr>
        <p:blipFill>
          <a:blip r:embed="rId3"/>
          <a:stretch>
            <a:fillRect/>
          </a:stretch>
        </p:blipFill>
        <p:spPr>
          <a:xfrm>
            <a:off x="0" y="1198692"/>
            <a:ext cx="12192000" cy="2358571"/>
          </a:xfrm>
          <a:prstGeom prst="rect">
            <a:avLst/>
          </a:prstGeom>
        </p:spPr>
      </p:pic>
    </p:spTree>
    <p:extLst>
      <p:ext uri="{BB962C8B-B14F-4D97-AF65-F5344CB8AC3E}">
        <p14:creationId xmlns:p14="http://schemas.microsoft.com/office/powerpoint/2010/main" val="130467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
          <p:cNvSpPr txBox="1"/>
          <p:nvPr/>
        </p:nvSpPr>
        <p:spPr>
          <a:xfrm>
            <a:off x="0" y="0"/>
            <a:ext cx="7869600" cy="12000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B0F0"/>
              </a:buClr>
              <a:buSzPts val="4000"/>
              <a:buFont typeface="Arial"/>
              <a:buNone/>
            </a:pPr>
            <a:r>
              <a:rPr lang="en-US" sz="3400" b="1" i="0" u="none" strike="noStrike" cap="none">
                <a:solidFill>
                  <a:srgbClr val="0070C0"/>
                </a:solidFill>
                <a:latin typeface="Arial"/>
                <a:ea typeface="Arial"/>
                <a:cs typeface="Arial"/>
                <a:sym typeface="Arial"/>
              </a:rPr>
              <a:t>Home Page Account Engagement </a:t>
            </a:r>
            <a:endParaRPr sz="3400" b="1" i="0" u="none" strike="noStrike" cap="none">
              <a:solidFill>
                <a:srgbClr val="0070C0"/>
              </a:solidFill>
              <a:latin typeface="Arial"/>
              <a:ea typeface="Arial"/>
              <a:cs typeface="Arial"/>
              <a:sym typeface="Arial"/>
            </a:endParaRPr>
          </a:p>
        </p:txBody>
      </p:sp>
      <p:sp>
        <p:nvSpPr>
          <p:cNvPr id="256" name="Google Shape;256;p4"/>
          <p:cNvSpPr txBox="1"/>
          <p:nvPr/>
        </p:nvSpPr>
        <p:spPr>
          <a:xfrm>
            <a:off x="0" y="3555954"/>
            <a:ext cx="11772900" cy="988189"/>
          </a:xfrm>
          <a:prstGeom prst="rect">
            <a:avLst/>
          </a:prstGeom>
          <a:noFill/>
          <a:ln>
            <a:noFill/>
          </a:ln>
        </p:spPr>
        <p:txBody>
          <a:bodyPr spcFirstLastPara="1" wrap="square" lIns="91425" tIns="91425" rIns="91425" bIns="91425" anchor="t" anchorCtr="0">
            <a:spAutoFit/>
          </a:bodyPr>
          <a:lstStyle/>
          <a:p>
            <a:pPr marL="571500" marR="0" lvl="0" indent="-342900" algn="just" rtl="0">
              <a:lnSpc>
                <a:spcPct val="107916"/>
              </a:lnSpc>
              <a:spcBef>
                <a:spcPts val="800"/>
              </a:spcBef>
              <a:spcAft>
                <a:spcPts val="0"/>
              </a:spcAft>
              <a:buClr>
                <a:srgbClr val="000000"/>
              </a:buClr>
              <a:buSzPts val="1800"/>
              <a:buFont typeface="+mj-lt"/>
              <a:buAutoNum type="arabicPeriod" startAt="8"/>
            </a:pPr>
            <a:r>
              <a:rPr lang="en-US" sz="1800" b="1" i="0" u="none" strike="noStrike" cap="none">
                <a:solidFill>
                  <a:schemeClr val="dk1"/>
                </a:solidFill>
                <a:latin typeface="Calibri"/>
                <a:ea typeface="Calibri"/>
                <a:cs typeface="Calibri"/>
                <a:sym typeface="Calibri"/>
              </a:rPr>
              <a:t>Report</a:t>
            </a:r>
            <a:r>
              <a:rPr lang="vi-VN" sz="1800" b="1" i="0" u="none" strike="noStrike" cap="none">
                <a:solidFill>
                  <a:schemeClr val="dk1"/>
                </a:solidFill>
                <a:latin typeface="Calibri"/>
                <a:ea typeface="Calibri"/>
                <a:cs typeface="Calibri"/>
                <a:sym typeface="Calibri"/>
              </a:rPr>
              <a:t>: </a:t>
            </a:r>
            <a:r>
              <a:rPr lang="en-US" sz="1800" i="0" u="none" strike="noStrike" cap="none">
                <a:solidFill>
                  <a:schemeClr val="dk1"/>
                </a:solidFill>
                <a:latin typeface="Calibri"/>
                <a:ea typeface="Calibri"/>
                <a:cs typeface="Calibri"/>
                <a:sym typeface="Calibri"/>
              </a:rPr>
              <a:t>Nơi chứa báo cáo trên CRM</a:t>
            </a:r>
          </a:p>
          <a:p>
            <a:pPr marL="571500" marR="0" lvl="0" indent="-342900" algn="just" rtl="0">
              <a:lnSpc>
                <a:spcPct val="107916"/>
              </a:lnSpc>
              <a:spcBef>
                <a:spcPts val="800"/>
              </a:spcBef>
              <a:spcAft>
                <a:spcPts val="0"/>
              </a:spcAft>
              <a:buClr>
                <a:srgbClr val="000000"/>
              </a:buClr>
              <a:buSzPts val="1800"/>
              <a:buFont typeface="+mj-lt"/>
              <a:buAutoNum type="arabicPeriod" startAt="8"/>
            </a:pPr>
            <a:r>
              <a:rPr lang="en-US" sz="1800" b="1">
                <a:solidFill>
                  <a:schemeClr val="dk1"/>
                </a:solidFill>
                <a:latin typeface="Calibri"/>
                <a:ea typeface="Calibri"/>
                <a:cs typeface="Calibri"/>
                <a:sym typeface="Calibri"/>
              </a:rPr>
              <a:t>More</a:t>
            </a:r>
            <a:r>
              <a:rPr lang="en-US" sz="1800">
                <a:solidFill>
                  <a:schemeClr val="dk1"/>
                </a:solidFill>
                <a:latin typeface="Calibri"/>
                <a:ea typeface="Calibri"/>
                <a:cs typeface="Calibri"/>
                <a:sym typeface="Calibri"/>
              </a:rPr>
              <a:t>: Các tab khác </a:t>
            </a:r>
          </a:p>
        </p:txBody>
      </p:sp>
      <p:pic>
        <p:nvPicPr>
          <p:cNvPr id="5" name="Picture 4">
            <a:extLst>
              <a:ext uri="{FF2B5EF4-FFF2-40B4-BE49-F238E27FC236}">
                <a16:creationId xmlns:a16="http://schemas.microsoft.com/office/drawing/2014/main" id="{BAF7020D-1BBA-7B61-B3A3-E0D9C2336078}"/>
              </a:ext>
            </a:extLst>
          </p:cNvPr>
          <p:cNvPicPr>
            <a:picLocks noChangeAspect="1"/>
          </p:cNvPicPr>
          <p:nvPr/>
        </p:nvPicPr>
        <p:blipFill>
          <a:blip r:embed="rId3"/>
          <a:stretch>
            <a:fillRect/>
          </a:stretch>
        </p:blipFill>
        <p:spPr>
          <a:xfrm>
            <a:off x="0" y="1198692"/>
            <a:ext cx="12192000" cy="2358571"/>
          </a:xfrm>
          <a:prstGeom prst="rect">
            <a:avLst/>
          </a:prstGeom>
        </p:spPr>
      </p:pic>
    </p:spTree>
    <p:extLst>
      <p:ext uri="{BB962C8B-B14F-4D97-AF65-F5344CB8AC3E}">
        <p14:creationId xmlns:p14="http://schemas.microsoft.com/office/powerpoint/2010/main" val="1865005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
          <p:cNvSpPr txBox="1"/>
          <p:nvPr/>
        </p:nvSpPr>
        <p:spPr>
          <a:xfrm>
            <a:off x="0" y="0"/>
            <a:ext cx="7869600" cy="12000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B0F0"/>
              </a:buClr>
              <a:buSzPts val="4000"/>
              <a:buFont typeface="Arial"/>
              <a:buNone/>
            </a:pPr>
            <a:r>
              <a:rPr lang="en-US" sz="3400" b="1" i="0" u="none" strike="noStrike" cap="none">
                <a:solidFill>
                  <a:srgbClr val="0070C0"/>
                </a:solidFill>
                <a:latin typeface="Arial"/>
                <a:ea typeface="Arial"/>
                <a:cs typeface="Arial"/>
                <a:sym typeface="Arial"/>
              </a:rPr>
              <a:t>Home Page Pardot</a:t>
            </a:r>
            <a:endParaRPr sz="3400" b="1" i="0" u="none" strike="noStrike" cap="none">
              <a:solidFill>
                <a:srgbClr val="0070C0"/>
              </a:solidFill>
              <a:latin typeface="Arial"/>
              <a:ea typeface="Arial"/>
              <a:cs typeface="Arial"/>
              <a:sym typeface="Arial"/>
            </a:endParaRPr>
          </a:p>
        </p:txBody>
      </p:sp>
      <p:sp>
        <p:nvSpPr>
          <p:cNvPr id="256" name="Google Shape;256;p4"/>
          <p:cNvSpPr txBox="1"/>
          <p:nvPr/>
        </p:nvSpPr>
        <p:spPr>
          <a:xfrm>
            <a:off x="6544475" y="1352400"/>
            <a:ext cx="5219100" cy="4656600"/>
          </a:xfrm>
          <a:prstGeom prst="rect">
            <a:avLst/>
          </a:prstGeom>
          <a:noFill/>
          <a:ln>
            <a:noFill/>
          </a:ln>
        </p:spPr>
        <p:txBody>
          <a:bodyPr spcFirstLastPara="1" wrap="square" lIns="91425" tIns="91425" rIns="91425" bIns="91425" anchor="t" anchorCtr="0">
            <a:spAutoFit/>
          </a:bodyPr>
          <a:lstStyle/>
          <a:p>
            <a:pPr marL="457200" marR="0" lvl="0" indent="-228600" algn="just" rtl="0">
              <a:lnSpc>
                <a:spcPct val="107916"/>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1. Marketing</a:t>
            </a:r>
            <a:r>
              <a:rPr lang="en-US" sz="1800" b="0" i="0" u="none" strike="noStrike" cap="none">
                <a:solidFill>
                  <a:schemeClr val="dk1"/>
                </a:solidFill>
                <a:latin typeface="Calibri"/>
                <a:ea typeface="Calibri"/>
                <a:cs typeface="Calibri"/>
                <a:sym typeface="Calibri"/>
              </a:rPr>
              <a:t>: Nơi giúp tạo và xây dựng các </a:t>
            </a:r>
            <a:r>
              <a:rPr lang="en-US" sz="1800" b="0" i="0" u="none" strike="noStrike" cap="none">
                <a:solidFill>
                  <a:srgbClr val="DD7E6B"/>
                </a:solidFill>
                <a:latin typeface="Calibri"/>
                <a:ea typeface="Calibri"/>
                <a:cs typeface="Calibri"/>
                <a:sym typeface="Calibri"/>
              </a:rPr>
              <a:t>thư mục campaign</a:t>
            </a:r>
            <a:r>
              <a:rPr lang="en-US" sz="1800" b="0" i="0" u="none" strike="noStrike" cap="none">
                <a:solidFill>
                  <a:schemeClr val="dk1"/>
                </a:solidFill>
                <a:latin typeface="Calibri"/>
                <a:ea typeface="Calibri"/>
                <a:cs typeface="Calibri"/>
                <a:sym typeface="Calibri"/>
              </a:rPr>
              <a:t> phục vụ campaign marketing, </a:t>
            </a:r>
            <a:r>
              <a:rPr lang="en-US" sz="1800" b="0" i="0" u="none" strike="noStrike" cap="none">
                <a:solidFill>
                  <a:srgbClr val="DD7E6B"/>
                </a:solidFill>
                <a:latin typeface="Calibri"/>
                <a:ea typeface="Calibri"/>
                <a:cs typeface="Calibri"/>
                <a:sym typeface="Calibri"/>
              </a:rPr>
              <a:t>nội dung email</a:t>
            </a:r>
            <a:r>
              <a:rPr lang="en-US" sz="1800" b="0" i="0" u="none" strike="noStrike" cap="none">
                <a:solidFill>
                  <a:schemeClr val="dk1"/>
                </a:solidFill>
                <a:latin typeface="Calibri"/>
                <a:ea typeface="Calibri"/>
                <a:cs typeface="Calibri"/>
                <a:sym typeface="Calibri"/>
              </a:rPr>
              <a:t>, </a:t>
            </a:r>
            <a:r>
              <a:rPr lang="en-US" sz="1800" b="0" i="0" u="none" strike="noStrike" cap="none">
                <a:solidFill>
                  <a:srgbClr val="DD7E6B"/>
                </a:solidFill>
                <a:latin typeface="Calibri"/>
                <a:ea typeface="Calibri"/>
                <a:cs typeface="Calibri"/>
                <a:sym typeface="Calibri"/>
              </a:rPr>
              <a:t>xây dựng biểu mẫu</a:t>
            </a:r>
            <a:r>
              <a:rPr lang="en-US" sz="1800" b="0" i="0" u="none" strike="noStrike" cap="none">
                <a:solidFill>
                  <a:schemeClr val="dk1"/>
                </a:solidFill>
                <a:latin typeface="Calibri"/>
                <a:ea typeface="Calibri"/>
                <a:cs typeface="Calibri"/>
                <a:sym typeface="Calibri"/>
              </a:rPr>
              <a:t> thu thập khách hàng mới và tiềm năng, </a:t>
            </a:r>
            <a:r>
              <a:rPr lang="en-US" sz="1800" b="0" i="0" u="none" strike="noStrike" cap="none">
                <a:solidFill>
                  <a:srgbClr val="DD7E6B"/>
                </a:solidFill>
                <a:latin typeface="Calibri"/>
                <a:ea typeface="Calibri"/>
                <a:cs typeface="Calibri"/>
                <a:sym typeface="Calibri"/>
              </a:rPr>
              <a:t>phân nhóm danh sách khách hàng</a:t>
            </a:r>
            <a:r>
              <a:rPr lang="en-US" sz="1800" b="0" i="0" u="none" strike="noStrike" cap="none">
                <a:solidFill>
                  <a:schemeClr val="dk1"/>
                </a:solidFill>
                <a:latin typeface="Calibri"/>
                <a:ea typeface="Calibri"/>
                <a:cs typeface="Calibri"/>
                <a:sym typeface="Calibri"/>
              </a:rPr>
              <a:t> và </a:t>
            </a:r>
            <a:r>
              <a:rPr lang="en-US" sz="1800" b="0" i="0" u="none" strike="noStrike" cap="none">
                <a:solidFill>
                  <a:srgbClr val="DD7E6B"/>
                </a:solidFill>
                <a:latin typeface="Calibri"/>
                <a:ea typeface="Calibri"/>
                <a:cs typeface="Calibri"/>
                <a:sym typeface="Calibri"/>
              </a:rPr>
              <a:t>thiết kế các engagement tự động</a:t>
            </a:r>
            <a:r>
              <a:rPr lang="en-US" sz="1800" b="0" i="0" u="none" strike="noStrike" cap="none">
                <a:solidFill>
                  <a:schemeClr val="dk1"/>
                </a:solidFill>
                <a:latin typeface="Calibri"/>
                <a:ea typeface="Calibri"/>
                <a:cs typeface="Calibri"/>
                <a:sym typeface="Calibri"/>
              </a:rPr>
              <a:t> tương tác với khách hàng. </a:t>
            </a:r>
            <a:endParaRPr sz="1800" b="0" i="0" u="none" strike="noStrike" cap="none">
              <a:solidFill>
                <a:schemeClr val="dk1"/>
              </a:solidFill>
              <a:latin typeface="Calibri"/>
              <a:ea typeface="Calibri"/>
              <a:cs typeface="Calibri"/>
              <a:sym typeface="Calibri"/>
            </a:endParaRPr>
          </a:p>
          <a:p>
            <a:pPr marL="457200" marR="0" lvl="0" indent="-228600" algn="just" rtl="0">
              <a:lnSpc>
                <a:spcPct val="107916"/>
              </a:lnSpc>
              <a:spcBef>
                <a:spcPts val="80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2. Prospect</a:t>
            </a:r>
            <a:r>
              <a:rPr lang="en-US" sz="1800" b="0" i="0" u="none" strike="noStrike" cap="none">
                <a:solidFill>
                  <a:schemeClr val="dk1"/>
                </a:solidFill>
                <a:latin typeface="Calibri"/>
                <a:ea typeface="Calibri"/>
                <a:cs typeface="Calibri"/>
                <a:sym typeface="Calibri"/>
              </a:rPr>
              <a:t>: Nơi chứa thông tin tất cả các prospects và visitors kèm lịch sử tương tác</a:t>
            </a:r>
            <a:endParaRPr sz="1800" b="0" i="0" u="none" strike="noStrike" cap="none">
              <a:solidFill>
                <a:schemeClr val="dk1"/>
              </a:solidFill>
              <a:latin typeface="Calibri"/>
              <a:ea typeface="Calibri"/>
              <a:cs typeface="Calibri"/>
              <a:sym typeface="Calibri"/>
            </a:endParaRPr>
          </a:p>
          <a:p>
            <a:pPr marL="457200" marR="0" lvl="0" indent="-228600" algn="just" rtl="0">
              <a:lnSpc>
                <a:spcPct val="107916"/>
              </a:lnSpc>
              <a:spcBef>
                <a:spcPts val="80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3. Report</a:t>
            </a:r>
            <a:r>
              <a:rPr lang="en-US" sz="1800" b="0" i="0" u="none" strike="noStrike" cap="none">
                <a:solidFill>
                  <a:schemeClr val="dk1"/>
                </a:solidFill>
                <a:latin typeface="Calibri"/>
                <a:ea typeface="Calibri"/>
                <a:cs typeface="Calibri"/>
                <a:sym typeface="Calibri"/>
              </a:rPr>
              <a:t>: Nơi giúp người dùng xem các báo cáo dựa trên campaign, đo lường các tương tác của khách hàng dựa trên tài nguyên đã xây dựng và gửi ra. </a:t>
            </a:r>
            <a:endParaRPr sz="1800" b="0" i="0" u="none" strike="noStrike" cap="none">
              <a:solidFill>
                <a:schemeClr val="dk1"/>
              </a:solidFill>
              <a:latin typeface="Calibri"/>
              <a:ea typeface="Calibri"/>
              <a:cs typeface="Calibri"/>
              <a:sym typeface="Calibri"/>
            </a:endParaRPr>
          </a:p>
          <a:p>
            <a:pPr marL="457200" marR="0" lvl="0" indent="-228600" algn="just" rtl="0">
              <a:lnSpc>
                <a:spcPct val="107916"/>
              </a:lnSpc>
              <a:spcBef>
                <a:spcPts val="800"/>
              </a:spcBef>
              <a:spcAft>
                <a:spcPts val="80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4. Admin</a:t>
            </a:r>
            <a:r>
              <a:rPr lang="en-US" sz="1800" b="0" i="0" u="none" strike="noStrike" cap="none">
                <a:solidFill>
                  <a:schemeClr val="dk1"/>
                </a:solidFill>
                <a:latin typeface="Calibri"/>
                <a:ea typeface="Calibri"/>
                <a:cs typeface="Calibri"/>
                <a:sym typeface="Calibri"/>
              </a:rPr>
              <a:t>: Nơi quản trị viên cấu hình và kiểm tra hệ thống như connector SF-Pardot, User, Domain…</a:t>
            </a:r>
            <a:endParaRPr sz="1800" b="0" i="0" u="none" strike="noStrike" cap="none">
              <a:solidFill>
                <a:schemeClr val="dk1"/>
              </a:solidFill>
              <a:latin typeface="Calibri"/>
              <a:ea typeface="Calibri"/>
              <a:cs typeface="Calibri"/>
              <a:sym typeface="Calibri"/>
            </a:endParaRPr>
          </a:p>
        </p:txBody>
      </p:sp>
      <p:pic>
        <p:nvPicPr>
          <p:cNvPr id="257" name="Google Shape;257;p4"/>
          <p:cNvPicPr preferRelativeResize="0"/>
          <p:nvPr/>
        </p:nvPicPr>
        <p:blipFill rotWithShape="1">
          <a:blip r:embed="rId3">
            <a:alphaModFix/>
          </a:blip>
          <a:srcRect r="9697" b="35967"/>
          <a:stretch/>
        </p:blipFill>
        <p:spPr>
          <a:xfrm>
            <a:off x="160100" y="1844350"/>
            <a:ext cx="6629775" cy="2438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g1d0ad6de515_0_1020"/>
          <p:cNvSpPr txBox="1">
            <a:spLocks noGrp="1"/>
          </p:cNvSpPr>
          <p:nvPr>
            <p:ph type="ctrTitle" idx="4294967295"/>
          </p:nvPr>
        </p:nvSpPr>
        <p:spPr>
          <a:xfrm>
            <a:off x="761526" y="2299798"/>
            <a:ext cx="4705800" cy="1298400"/>
          </a:xfrm>
          <a:prstGeom prst="rect">
            <a:avLst/>
          </a:prstGeom>
          <a:noFill/>
          <a:ln>
            <a:noFill/>
          </a:ln>
        </p:spPr>
        <p:txBody>
          <a:bodyPr spcFirstLastPara="1" wrap="square" lIns="0" tIns="0" rIns="0" bIns="0" anchor="b" anchorCtr="0">
            <a:noAutofit/>
          </a:bodyPr>
          <a:lstStyle/>
          <a:p>
            <a:pPr marL="0" marR="0" lvl="0" indent="0" algn="l" rtl="0">
              <a:lnSpc>
                <a:spcPct val="95000"/>
              </a:lnSpc>
              <a:spcBef>
                <a:spcPts val="0"/>
              </a:spcBef>
              <a:spcAft>
                <a:spcPts val="0"/>
              </a:spcAft>
              <a:buClr>
                <a:srgbClr val="000000"/>
              </a:buClr>
              <a:buSzPts val="1400"/>
              <a:buFont typeface="Arial"/>
              <a:buNone/>
            </a:pPr>
            <a:r>
              <a:rPr lang="en-US" sz="6100" b="1" i="0" u="none" strike="noStrike" cap="none">
                <a:solidFill>
                  <a:schemeClr val="dk1"/>
                </a:solidFill>
                <a:latin typeface="Arial"/>
                <a:ea typeface="Arial"/>
                <a:cs typeface="Arial"/>
                <a:sym typeface="Arial"/>
              </a:rPr>
              <a:t>02</a:t>
            </a:r>
            <a:endParaRPr sz="6100" b="1" i="0" u="none" strike="noStrike" cap="none">
              <a:solidFill>
                <a:schemeClr val="dk1"/>
              </a:solidFill>
              <a:latin typeface="Arial"/>
              <a:ea typeface="Arial"/>
              <a:cs typeface="Arial"/>
              <a:sym typeface="Arial"/>
            </a:endParaRPr>
          </a:p>
        </p:txBody>
      </p:sp>
      <p:sp>
        <p:nvSpPr>
          <p:cNvPr id="263" name="Google Shape;263;g1d0ad6de515_0_1020"/>
          <p:cNvSpPr txBox="1">
            <a:spLocks noGrp="1"/>
          </p:cNvSpPr>
          <p:nvPr>
            <p:ph type="subTitle" idx="4294967295"/>
          </p:nvPr>
        </p:nvSpPr>
        <p:spPr>
          <a:xfrm>
            <a:off x="827623" y="3707192"/>
            <a:ext cx="4698300" cy="47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1100"/>
              </a:spcBef>
              <a:spcAft>
                <a:spcPts val="0"/>
              </a:spcAft>
              <a:buClr>
                <a:srgbClr val="7F7F7F"/>
              </a:buClr>
              <a:buSzPts val="2000"/>
              <a:buFont typeface="Arial"/>
              <a:buNone/>
            </a:pPr>
            <a:r>
              <a:rPr lang="en-US" sz="2700" b="1" i="0" u="none" strike="noStrike" cap="none">
                <a:solidFill>
                  <a:schemeClr val="accent2"/>
                </a:solidFill>
                <a:latin typeface="Arial"/>
                <a:ea typeface="Arial"/>
                <a:cs typeface="Arial"/>
                <a:sym typeface="Arial"/>
              </a:rPr>
              <a:t>Collect &amp; Segment Data</a:t>
            </a:r>
            <a:endParaRPr sz="2700" b="1" i="0" u="none" strike="noStrike" cap="none">
              <a:solidFill>
                <a:schemeClr val="accent2"/>
              </a:solidFill>
              <a:latin typeface="Arial"/>
              <a:ea typeface="Arial"/>
              <a:cs typeface="Arial"/>
              <a:sym typeface="Arial"/>
            </a:endParaRPr>
          </a:p>
          <a:p>
            <a:pPr marL="0" marR="0" lvl="0" indent="0" algn="l" rtl="0">
              <a:lnSpc>
                <a:spcPct val="100000"/>
              </a:lnSpc>
              <a:spcBef>
                <a:spcPts val="1100"/>
              </a:spcBef>
              <a:spcAft>
                <a:spcPts val="0"/>
              </a:spcAft>
              <a:buClr>
                <a:srgbClr val="7F7F7F"/>
              </a:buClr>
              <a:buSzPts val="2000"/>
              <a:buFont typeface="Arial"/>
              <a:buNone/>
            </a:pPr>
            <a:endParaRPr sz="2700" b="1" i="0" u="none" strike="noStrike" cap="none">
              <a:solidFill>
                <a:schemeClr val="accent2"/>
              </a:solidFill>
              <a:latin typeface="Arial"/>
              <a:ea typeface="Arial"/>
              <a:cs typeface="Arial"/>
              <a:sym typeface="Arial"/>
            </a:endParaRPr>
          </a:p>
        </p:txBody>
      </p:sp>
      <p:pic>
        <p:nvPicPr>
          <p:cNvPr id="264" name="Google Shape;264;g1d0ad6de515_0_1020"/>
          <p:cNvPicPr preferRelativeResize="0"/>
          <p:nvPr/>
        </p:nvPicPr>
        <p:blipFill rotWithShape="1">
          <a:blip r:embed="rId3">
            <a:alphaModFix/>
          </a:blip>
          <a:srcRect/>
          <a:stretch/>
        </p:blipFill>
        <p:spPr>
          <a:xfrm>
            <a:off x="6626258" y="1898075"/>
            <a:ext cx="4876800" cy="4876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1d0ad6de515_0_1570"/>
          <p:cNvSpPr txBox="1">
            <a:spLocks noGrp="1"/>
          </p:cNvSpPr>
          <p:nvPr>
            <p:ph type="title"/>
          </p:nvPr>
        </p:nvSpPr>
        <p:spPr>
          <a:xfrm>
            <a:off x="571649" y="63504"/>
            <a:ext cx="11049000" cy="990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Collect &amp; Segment Data</a:t>
            </a:r>
            <a:endParaRPr/>
          </a:p>
        </p:txBody>
      </p:sp>
      <p:pic>
        <p:nvPicPr>
          <p:cNvPr id="271" name="Google Shape;271;g1d0ad6de515_0_1570"/>
          <p:cNvPicPr preferRelativeResize="0"/>
          <p:nvPr/>
        </p:nvPicPr>
        <p:blipFill rotWithShape="1">
          <a:blip r:embed="rId3">
            <a:alphaModFix/>
          </a:blip>
          <a:srcRect b="8998"/>
          <a:stretch/>
        </p:blipFill>
        <p:spPr>
          <a:xfrm>
            <a:off x="6359375" y="1694725"/>
            <a:ext cx="3956575" cy="3901700"/>
          </a:xfrm>
          <a:prstGeom prst="rect">
            <a:avLst/>
          </a:prstGeom>
          <a:noFill/>
          <a:ln>
            <a:noFill/>
          </a:ln>
        </p:spPr>
      </p:pic>
      <p:sp>
        <p:nvSpPr>
          <p:cNvPr id="272" name="Google Shape;272;g1d0ad6de515_0_1570"/>
          <p:cNvSpPr txBox="1"/>
          <p:nvPr/>
        </p:nvSpPr>
        <p:spPr>
          <a:xfrm>
            <a:off x="723300" y="1356950"/>
            <a:ext cx="5372700" cy="4694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Arial"/>
                <a:ea typeface="Arial"/>
                <a:cs typeface="Arial"/>
                <a:sym typeface="Arial"/>
              </a:rPr>
              <a:t>Hoạt động thu thập, phân tích khách hàng tiềm năng và phân nhóm khách hàng để tương tác phù hợp:</a:t>
            </a:r>
            <a:endParaRPr sz="1700" b="1" i="0" u="none" strike="noStrike" cap="none">
              <a:solidFill>
                <a:srgbClr val="000000"/>
              </a:solidFill>
              <a:latin typeface="Arial"/>
              <a:ea typeface="Arial"/>
              <a:cs typeface="Arial"/>
              <a:sym typeface="Arial"/>
            </a:endParaRPr>
          </a:p>
          <a:p>
            <a:pPr marL="0" marR="0" lvl="0" indent="0" algn="l" rtl="0">
              <a:lnSpc>
                <a:spcPct val="150000"/>
              </a:lnSpc>
              <a:spcBef>
                <a:spcPts val="60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Hoạt động này được thực hiện trên Pardot theo trình tự như sau:</a:t>
            </a:r>
            <a:endParaRPr sz="1600" b="1" i="0" u="none" strike="noStrike" cap="none">
              <a:solidFill>
                <a:srgbClr val="000000"/>
              </a:solidFill>
              <a:latin typeface="Arial"/>
              <a:ea typeface="Arial"/>
              <a:cs typeface="Arial"/>
              <a:sym typeface="Arial"/>
            </a:endParaRPr>
          </a:p>
          <a:p>
            <a:pPr marL="457200" marR="0" lvl="0" indent="-330200" algn="l" rtl="0">
              <a:lnSpc>
                <a:spcPct val="150000"/>
              </a:lnSpc>
              <a:spcBef>
                <a:spcPts val="60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Tạo </a:t>
            </a:r>
            <a:r>
              <a:rPr lang="en-US" sz="1600" b="1" i="0" u="none" strike="noStrike" cap="none">
                <a:solidFill>
                  <a:srgbClr val="000000"/>
                </a:solidFill>
                <a:latin typeface="Arial"/>
                <a:ea typeface="Arial"/>
                <a:cs typeface="Arial"/>
                <a:sym typeface="Arial"/>
              </a:rPr>
              <a:t>Campaign</a:t>
            </a:r>
            <a:r>
              <a:rPr lang="en-US" sz="1600" b="0" i="0" u="none" strike="noStrike" cap="none">
                <a:solidFill>
                  <a:srgbClr val="000000"/>
                </a:solidFill>
                <a:latin typeface="Arial"/>
                <a:ea typeface="Arial"/>
                <a:cs typeface="Arial"/>
                <a:sym typeface="Arial"/>
              </a:rPr>
              <a:t> cho các hoạt động marketing liên quan </a:t>
            </a:r>
            <a:endParaRPr sz="1600" b="0" i="0" u="none" strike="noStrike" cap="none">
              <a:solidFill>
                <a:srgbClr val="000000"/>
              </a:solidFill>
              <a:latin typeface="Arial"/>
              <a:ea typeface="Arial"/>
              <a:cs typeface="Arial"/>
              <a:sym typeface="Arial"/>
            </a:endParaRPr>
          </a:p>
          <a:p>
            <a:pPr marL="457200" marR="0" lvl="0" indent="-330200" algn="l" rtl="0">
              <a:lnSpc>
                <a:spcPct val="15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Thu thập thông tin khách hàng mới và tiềm năng thông qua công cụ </a:t>
            </a:r>
            <a:r>
              <a:rPr lang="en-US" sz="1600" b="1" i="0" u="none" strike="noStrike" cap="none">
                <a:solidFill>
                  <a:srgbClr val="000000"/>
                </a:solidFill>
                <a:latin typeface="Arial"/>
                <a:ea typeface="Arial"/>
                <a:cs typeface="Arial"/>
                <a:sym typeface="Arial"/>
              </a:rPr>
              <a:t>Form và Landing Page</a:t>
            </a:r>
            <a:r>
              <a:rPr lang="en-US" sz="1600" b="0" i="0" u="none" strike="noStrike" cap="none">
                <a:solidFill>
                  <a:srgbClr val="000000"/>
                </a:solidFill>
                <a:latin typeface="Arial"/>
                <a:ea typeface="Arial"/>
                <a:cs typeface="Arial"/>
                <a:sym typeface="Arial"/>
              </a:rPr>
              <a:t> của Pardot </a:t>
            </a:r>
            <a:endParaRPr sz="1600" b="0" i="0" u="none" strike="noStrike" cap="none">
              <a:solidFill>
                <a:srgbClr val="000000"/>
              </a:solidFill>
              <a:latin typeface="Arial"/>
              <a:ea typeface="Arial"/>
              <a:cs typeface="Arial"/>
              <a:sym typeface="Arial"/>
            </a:endParaRPr>
          </a:p>
          <a:p>
            <a:pPr marL="457200" marR="0" lvl="0" indent="-330200" algn="l" rtl="0">
              <a:lnSpc>
                <a:spcPct val="150000"/>
              </a:lnSpc>
              <a:spcBef>
                <a:spcPts val="0"/>
              </a:spcBef>
              <a:spcAft>
                <a:spcPts val="0"/>
              </a:spcAft>
              <a:buClr>
                <a:srgbClr val="000000"/>
              </a:buClr>
              <a:buSzPts val="1600"/>
              <a:buFont typeface="Arial"/>
              <a:buChar char="●"/>
            </a:pPr>
            <a:r>
              <a:rPr lang="en-US" sz="1600" b="0" i="0" u="none" strike="noStrike" cap="none">
                <a:solidFill>
                  <a:srgbClr val="000000"/>
                </a:solidFill>
                <a:latin typeface="Arial"/>
                <a:ea typeface="Arial"/>
                <a:cs typeface="Arial"/>
                <a:sym typeface="Arial"/>
              </a:rPr>
              <a:t>Gom các khách hàng mới và tiềm năng vừa thu thập được vào danh sách để phân nhóm vào </a:t>
            </a:r>
            <a:r>
              <a:rPr lang="en-US" sz="1600" b="1" i="0" u="none" strike="noStrike" cap="none">
                <a:solidFill>
                  <a:srgbClr val="000000"/>
                </a:solidFill>
                <a:latin typeface="Arial"/>
                <a:ea typeface="Arial"/>
                <a:cs typeface="Arial"/>
                <a:sym typeface="Arial"/>
              </a:rPr>
              <a:t>List</a:t>
            </a:r>
            <a:r>
              <a:rPr lang="en-US" sz="1600" b="0" i="0" u="none" strike="noStrike" cap="none">
                <a:solidFill>
                  <a:srgbClr val="000000"/>
                </a:solidFill>
                <a:latin typeface="Arial"/>
                <a:ea typeface="Arial"/>
                <a:cs typeface="Arial"/>
                <a:sym typeface="Arial"/>
              </a:rPr>
              <a:t> Pardot</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d0ad6de515_0_1605"/>
          <p:cNvSpPr txBox="1">
            <a:spLocks noGrp="1"/>
          </p:cNvSpPr>
          <p:nvPr>
            <p:ph type="title"/>
          </p:nvPr>
        </p:nvSpPr>
        <p:spPr>
          <a:xfrm>
            <a:off x="572097" y="63503"/>
            <a:ext cx="11057700" cy="990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2300"/>
              <a:buNone/>
            </a:pPr>
            <a:r>
              <a:rPr lang="en-US" b="1"/>
              <a:t>2.1 Tạo Pardot Campaign</a:t>
            </a:r>
            <a:endParaRPr b="1"/>
          </a:p>
        </p:txBody>
      </p:sp>
      <p:sp>
        <p:nvSpPr>
          <p:cNvPr id="279" name="Google Shape;279;g1d0ad6de515_0_1605"/>
          <p:cNvSpPr txBox="1">
            <a:spLocks noGrp="1"/>
          </p:cNvSpPr>
          <p:nvPr>
            <p:ph type="body" idx="1"/>
          </p:nvPr>
        </p:nvSpPr>
        <p:spPr>
          <a:xfrm>
            <a:off x="867375" y="1159400"/>
            <a:ext cx="10967700" cy="1444800"/>
          </a:xfrm>
          <a:prstGeom prst="rect">
            <a:avLst/>
          </a:prstGeom>
          <a:noFill/>
          <a:ln>
            <a:noFill/>
          </a:ln>
        </p:spPr>
        <p:txBody>
          <a:bodyPr spcFirstLastPara="1" wrap="square" lIns="0" tIns="0" rIns="0" bIns="0" anchor="t" anchorCtr="0">
            <a:noAutofit/>
          </a:bodyPr>
          <a:lstStyle/>
          <a:p>
            <a:pPr marL="457200" lvl="0" indent="-323850" algn="l" rtl="0">
              <a:lnSpc>
                <a:spcPct val="100000"/>
              </a:lnSpc>
              <a:spcBef>
                <a:spcPts val="1066"/>
              </a:spcBef>
              <a:spcAft>
                <a:spcPts val="0"/>
              </a:spcAft>
              <a:buSzPts val="1500"/>
              <a:buChar char="●"/>
            </a:pPr>
            <a:r>
              <a:rPr lang="en-US" b="1">
                <a:solidFill>
                  <a:schemeClr val="accent6"/>
                </a:solidFill>
              </a:rPr>
              <a:t>Campaign được cấu hình quản lý trên CRM và đồng bộ qua Pardot. </a:t>
            </a:r>
            <a:r>
              <a:rPr lang="en-US"/>
              <a:t>Chọn đối tượng Campaigns để xem và tạo campaign mới.</a:t>
            </a:r>
            <a:endParaRPr/>
          </a:p>
          <a:p>
            <a:pPr marL="457200" lvl="0" indent="-323850" algn="l" rtl="0">
              <a:lnSpc>
                <a:spcPct val="100000"/>
              </a:lnSpc>
              <a:spcBef>
                <a:spcPts val="1066"/>
              </a:spcBef>
              <a:spcAft>
                <a:spcPts val="1000"/>
              </a:spcAft>
              <a:buSzPts val="1500"/>
              <a:buChar char="●"/>
            </a:pPr>
            <a:r>
              <a:rPr lang="en-US" b="1">
                <a:solidFill>
                  <a:schemeClr val="accent6"/>
                </a:solidFill>
              </a:rPr>
              <a:t>Salesforce CRM User </a:t>
            </a:r>
            <a:r>
              <a:rPr lang="en-US"/>
              <a:t>có thể đăng nhập vào Sales Cloud và tạo campaign</a:t>
            </a:r>
            <a:endParaRPr/>
          </a:p>
        </p:txBody>
      </p:sp>
      <p:pic>
        <p:nvPicPr>
          <p:cNvPr id="280" name="Google Shape;280;g1d0ad6de515_0_1605"/>
          <p:cNvPicPr preferRelativeResize="0"/>
          <p:nvPr/>
        </p:nvPicPr>
        <p:blipFill rotWithShape="1">
          <a:blip r:embed="rId3">
            <a:alphaModFix/>
          </a:blip>
          <a:srcRect/>
          <a:stretch/>
        </p:blipFill>
        <p:spPr>
          <a:xfrm>
            <a:off x="1008262" y="2921300"/>
            <a:ext cx="10185376" cy="2742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g1d0ad6de515_0_1614"/>
          <p:cNvSpPr txBox="1">
            <a:spLocks noGrp="1"/>
          </p:cNvSpPr>
          <p:nvPr>
            <p:ph type="title"/>
          </p:nvPr>
        </p:nvSpPr>
        <p:spPr>
          <a:xfrm>
            <a:off x="572097" y="63503"/>
            <a:ext cx="11057700" cy="990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2300"/>
              <a:buNone/>
            </a:pPr>
            <a:r>
              <a:rPr lang="en-US" b="1"/>
              <a:t>2.1 Tạo Pardot Campaign</a:t>
            </a:r>
            <a:endParaRPr b="1"/>
          </a:p>
        </p:txBody>
      </p:sp>
      <p:sp>
        <p:nvSpPr>
          <p:cNvPr id="287" name="Google Shape;287;g1d0ad6de515_0_1614"/>
          <p:cNvSpPr txBox="1">
            <a:spLocks noGrp="1"/>
          </p:cNvSpPr>
          <p:nvPr>
            <p:ph type="body" idx="1"/>
          </p:nvPr>
        </p:nvSpPr>
        <p:spPr>
          <a:xfrm>
            <a:off x="867375" y="1361950"/>
            <a:ext cx="10967700" cy="990000"/>
          </a:xfrm>
          <a:prstGeom prst="rect">
            <a:avLst/>
          </a:prstGeom>
          <a:noFill/>
          <a:ln>
            <a:noFill/>
          </a:ln>
        </p:spPr>
        <p:txBody>
          <a:bodyPr spcFirstLastPara="1" wrap="square" lIns="0" tIns="0" rIns="0" bIns="0" anchor="t" anchorCtr="0">
            <a:noAutofit/>
          </a:bodyPr>
          <a:lstStyle/>
          <a:p>
            <a:pPr marL="457200" lvl="0" indent="-323850" algn="l" rtl="0">
              <a:lnSpc>
                <a:spcPct val="100000"/>
              </a:lnSpc>
              <a:spcBef>
                <a:spcPts val="1066"/>
              </a:spcBef>
              <a:spcAft>
                <a:spcPts val="1000"/>
              </a:spcAft>
              <a:buSzPts val="1500"/>
              <a:buChar char="●"/>
            </a:pPr>
            <a:r>
              <a:rPr lang="en-US"/>
              <a:t>Pardot sẽ đồng bộ Campaign đã tạo ở Sales Cloud sang Pardot. Để xem danh sách campaign đã được đồng bộ, chọn tab Marketing và chọn Campaign</a:t>
            </a:r>
            <a:endParaRPr/>
          </a:p>
        </p:txBody>
      </p:sp>
      <p:pic>
        <p:nvPicPr>
          <p:cNvPr id="288" name="Google Shape;288;g1d0ad6de515_0_1614"/>
          <p:cNvPicPr preferRelativeResize="0"/>
          <p:nvPr/>
        </p:nvPicPr>
        <p:blipFill rotWithShape="1">
          <a:blip r:embed="rId3">
            <a:alphaModFix/>
          </a:blip>
          <a:srcRect b="19767"/>
          <a:stretch/>
        </p:blipFill>
        <p:spPr>
          <a:xfrm>
            <a:off x="867375" y="2275750"/>
            <a:ext cx="9998124" cy="3685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1d0ad6de515_0_1623"/>
          <p:cNvSpPr txBox="1">
            <a:spLocks noGrp="1"/>
          </p:cNvSpPr>
          <p:nvPr>
            <p:ph type="title"/>
          </p:nvPr>
        </p:nvSpPr>
        <p:spPr>
          <a:xfrm>
            <a:off x="564247" y="138428"/>
            <a:ext cx="11057700" cy="990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2300"/>
              <a:buNone/>
            </a:pPr>
            <a:r>
              <a:rPr lang="en-US" b="1"/>
              <a:t>2.2 Tạo folder lưu trữ các tài nguyên một campaign</a:t>
            </a:r>
            <a:endParaRPr b="1"/>
          </a:p>
        </p:txBody>
      </p:sp>
      <p:sp>
        <p:nvSpPr>
          <p:cNvPr id="295" name="Google Shape;295;g1d0ad6de515_0_1623"/>
          <p:cNvSpPr txBox="1">
            <a:spLocks noGrp="1"/>
          </p:cNvSpPr>
          <p:nvPr>
            <p:ph type="body" idx="1"/>
          </p:nvPr>
        </p:nvSpPr>
        <p:spPr>
          <a:xfrm>
            <a:off x="867375" y="1257600"/>
            <a:ext cx="10967700" cy="990000"/>
          </a:xfrm>
          <a:prstGeom prst="rect">
            <a:avLst/>
          </a:prstGeom>
          <a:noFill/>
          <a:ln>
            <a:noFill/>
          </a:ln>
        </p:spPr>
        <p:txBody>
          <a:bodyPr spcFirstLastPara="1" wrap="square" lIns="0" tIns="0" rIns="0" bIns="0" anchor="t" anchorCtr="0">
            <a:noAutofit/>
          </a:bodyPr>
          <a:lstStyle/>
          <a:p>
            <a:pPr marL="457200" lvl="0" indent="-323850" algn="l" rtl="0">
              <a:lnSpc>
                <a:spcPct val="100000"/>
              </a:lnSpc>
              <a:spcBef>
                <a:spcPts val="1066"/>
              </a:spcBef>
              <a:spcAft>
                <a:spcPts val="1000"/>
              </a:spcAft>
              <a:buSzPts val="1500"/>
              <a:buChar char="●"/>
            </a:pPr>
            <a:r>
              <a:rPr lang="en-US"/>
              <a:t>Folder được tạo sẽ được sử dụng để </a:t>
            </a:r>
            <a:r>
              <a:rPr lang="en-US">
                <a:solidFill>
                  <a:schemeClr val="accent6"/>
                </a:solidFill>
              </a:rPr>
              <a:t>nhóm các tài nguyên marketing trên Pardot theo nhóm, theo campaign </a:t>
            </a:r>
            <a:r>
              <a:rPr lang="en-US"/>
              <a:t>nhằm dễ tìm kiếm và quản lý</a:t>
            </a:r>
            <a:endParaRPr/>
          </a:p>
        </p:txBody>
      </p:sp>
      <p:pic>
        <p:nvPicPr>
          <p:cNvPr id="296" name="Google Shape;296;g1d0ad6de515_0_1623"/>
          <p:cNvPicPr preferRelativeResize="0"/>
          <p:nvPr/>
        </p:nvPicPr>
        <p:blipFill rotWithShape="1">
          <a:blip r:embed="rId3">
            <a:alphaModFix/>
          </a:blip>
          <a:srcRect b="26975"/>
          <a:stretch/>
        </p:blipFill>
        <p:spPr>
          <a:xfrm>
            <a:off x="1413088" y="2050557"/>
            <a:ext cx="9360025" cy="4155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g1d0ad6de515_0_1633"/>
          <p:cNvSpPr txBox="1"/>
          <p:nvPr/>
        </p:nvSpPr>
        <p:spPr>
          <a:xfrm>
            <a:off x="0" y="0"/>
            <a:ext cx="7869600" cy="12000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B0F0"/>
              </a:buClr>
              <a:buSzPts val="4000"/>
              <a:buFont typeface="Arial"/>
              <a:buNone/>
            </a:pPr>
            <a:endParaRPr sz="4000" b="1" i="0" u="none" strike="noStrike" cap="none">
              <a:solidFill>
                <a:srgbClr val="00B0F0"/>
              </a:solidFill>
              <a:latin typeface="Arial"/>
              <a:ea typeface="Arial"/>
              <a:cs typeface="Arial"/>
              <a:sym typeface="Arial"/>
            </a:endParaRPr>
          </a:p>
        </p:txBody>
      </p:sp>
      <p:pic>
        <p:nvPicPr>
          <p:cNvPr id="303" name="Google Shape;303;g1d0ad6de515_0_1633"/>
          <p:cNvPicPr preferRelativeResize="0"/>
          <p:nvPr/>
        </p:nvPicPr>
        <p:blipFill rotWithShape="1">
          <a:blip r:embed="rId3">
            <a:alphaModFix/>
          </a:blip>
          <a:srcRect/>
          <a:stretch/>
        </p:blipFill>
        <p:spPr>
          <a:xfrm>
            <a:off x="323950" y="904499"/>
            <a:ext cx="8099149" cy="4753501"/>
          </a:xfrm>
          <a:prstGeom prst="rect">
            <a:avLst/>
          </a:prstGeom>
          <a:noFill/>
          <a:ln>
            <a:noFill/>
          </a:ln>
        </p:spPr>
      </p:pic>
      <p:sp>
        <p:nvSpPr>
          <p:cNvPr id="304" name="Google Shape;304;g1d0ad6de515_0_1633"/>
          <p:cNvSpPr txBox="1"/>
          <p:nvPr/>
        </p:nvSpPr>
        <p:spPr>
          <a:xfrm>
            <a:off x="8423099" y="1871100"/>
            <a:ext cx="3417300" cy="2820300"/>
          </a:xfrm>
          <a:prstGeom prst="rect">
            <a:avLst/>
          </a:prstGeom>
          <a:noFill/>
          <a:ln>
            <a:noFill/>
          </a:ln>
        </p:spPr>
        <p:txBody>
          <a:bodyPr spcFirstLastPara="1" wrap="square" lIns="91425" tIns="91425" rIns="91425" bIns="91425" anchor="t" anchorCtr="0">
            <a:spAutoFit/>
          </a:bodyPr>
          <a:lstStyle/>
          <a:p>
            <a:pPr marL="457200" marR="0" lvl="0" indent="-342900" algn="just" rtl="0">
              <a:lnSpc>
                <a:spcPct val="115000"/>
              </a:lnSpc>
              <a:spcBef>
                <a:spcPts val="0"/>
              </a:spcBef>
              <a:spcAft>
                <a:spcPts val="0"/>
              </a:spcAft>
              <a:buClr>
                <a:srgbClr val="1C1C1C"/>
              </a:buClr>
              <a:buSzPts val="1800"/>
              <a:buFont typeface="Calibri"/>
              <a:buChar char="-"/>
            </a:pPr>
            <a:r>
              <a:rPr lang="en-US" sz="1800" b="0" i="0" u="none" strike="noStrike" cap="none">
                <a:solidFill>
                  <a:srgbClr val="1C1C1C"/>
                </a:solidFill>
                <a:latin typeface="Calibri"/>
                <a:ea typeface="Calibri"/>
                <a:cs typeface="Calibri"/>
                <a:sym typeface="Calibri"/>
              </a:rPr>
              <a:t>Thu thập và phân nhóm khách hàng mục tiêu (prospects) thành 1 danh sách dựa trên điều kiện chỉ định.</a:t>
            </a:r>
            <a:endParaRPr sz="1800" b="0" i="0" u="none" strike="noStrike" cap="none">
              <a:solidFill>
                <a:srgbClr val="1C1C1C"/>
              </a:solidFill>
              <a:latin typeface="Calibri"/>
              <a:ea typeface="Calibri"/>
              <a:cs typeface="Calibri"/>
              <a:sym typeface="Calibri"/>
            </a:endParaRPr>
          </a:p>
          <a:p>
            <a:pPr marL="457200" marR="0" lvl="0" indent="-342900" algn="just" rtl="0">
              <a:lnSpc>
                <a:spcPct val="115000"/>
              </a:lnSpc>
              <a:spcBef>
                <a:spcPts val="1000"/>
              </a:spcBef>
              <a:spcAft>
                <a:spcPts val="1000"/>
              </a:spcAft>
              <a:buClr>
                <a:srgbClr val="1C1C1C"/>
              </a:buClr>
              <a:buSzPts val="1800"/>
              <a:buFont typeface="Calibri"/>
              <a:buChar char="-"/>
            </a:pPr>
            <a:r>
              <a:rPr lang="en-US" sz="1800" b="0" i="0" u="none" strike="noStrike" cap="none">
                <a:solidFill>
                  <a:srgbClr val="1C1C1C"/>
                </a:solidFill>
                <a:latin typeface="Calibri"/>
                <a:ea typeface="Calibri"/>
                <a:cs typeface="Calibri"/>
                <a:sym typeface="Calibri"/>
              </a:rPr>
              <a:t>Sử dụng list cho đầu vào Engagement program hoặc gửi mass Email Marketing</a:t>
            </a:r>
            <a:endParaRPr sz="1800" b="0" i="0" u="none" strike="noStrike" cap="none">
              <a:solidFill>
                <a:srgbClr val="1C1C1C"/>
              </a:solidFill>
              <a:latin typeface="Calibri"/>
              <a:ea typeface="Calibri"/>
              <a:cs typeface="Calibri"/>
              <a:sym typeface="Calibri"/>
            </a:endParaRPr>
          </a:p>
        </p:txBody>
      </p:sp>
      <p:sp>
        <p:nvSpPr>
          <p:cNvPr id="305" name="Google Shape;305;g1d0ad6de515_0_1633"/>
          <p:cNvSpPr/>
          <p:nvPr/>
        </p:nvSpPr>
        <p:spPr>
          <a:xfrm>
            <a:off x="1615260" y="5658005"/>
            <a:ext cx="4928400" cy="930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US" sz="2500" b="1" i="0" u="none" strike="noStrike" cap="none">
                <a:solidFill>
                  <a:srgbClr val="000000"/>
                </a:solidFill>
                <a:latin typeface="Calibri"/>
                <a:ea typeface="Calibri"/>
                <a:cs typeface="Calibri"/>
                <a:sym typeface="Calibri"/>
              </a:rPr>
              <a:t>Lists</a:t>
            </a:r>
            <a:endParaRPr sz="2500" b="1"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500"/>
              <a:buFont typeface="Arial"/>
              <a:buNone/>
            </a:pPr>
            <a:r>
              <a:rPr lang="en-US" sz="2500" b="1" i="0" u="none" strike="noStrike" cap="none">
                <a:solidFill>
                  <a:srgbClr val="000000"/>
                </a:solidFill>
                <a:latin typeface="Calibri"/>
                <a:ea typeface="Calibri"/>
                <a:cs typeface="Calibri"/>
                <a:sym typeface="Calibri"/>
              </a:rPr>
              <a:t>(Danh sách khách hàng mục tiêu)</a:t>
            </a:r>
            <a:endParaRPr sz="2500" b="1" i="0" u="none" strike="noStrike" cap="none">
              <a:solidFill>
                <a:srgbClr val="000000"/>
              </a:solidFill>
              <a:latin typeface="Calibri"/>
              <a:ea typeface="Calibri"/>
              <a:cs typeface="Calibri"/>
              <a:sym typeface="Calibri"/>
            </a:endParaRPr>
          </a:p>
        </p:txBody>
      </p:sp>
      <p:sp>
        <p:nvSpPr>
          <p:cNvPr id="306" name="Google Shape;306;g1d0ad6de515_0_1633"/>
          <p:cNvSpPr txBox="1"/>
          <p:nvPr/>
        </p:nvSpPr>
        <p:spPr>
          <a:xfrm>
            <a:off x="384840" y="-142548"/>
            <a:ext cx="7869600" cy="9534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2800"/>
              <a:buFont typeface="Arial"/>
              <a:buNone/>
            </a:pPr>
            <a:r>
              <a:rPr lang="en-US" sz="3066" b="1" i="0" u="none" strike="noStrike" cap="none">
                <a:solidFill>
                  <a:schemeClr val="dk1"/>
                </a:solidFill>
                <a:latin typeface="Arial"/>
                <a:ea typeface="Arial"/>
                <a:cs typeface="Arial"/>
                <a:sym typeface="Arial"/>
              </a:rPr>
              <a:t>2.3. Quản lý danh sách khách hàng (List)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g1d0ad6de515_0_1655"/>
          <p:cNvSpPr txBox="1"/>
          <p:nvPr/>
        </p:nvSpPr>
        <p:spPr>
          <a:xfrm>
            <a:off x="384840" y="-142548"/>
            <a:ext cx="7869600" cy="9534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2800"/>
              <a:buFont typeface="Arial"/>
              <a:buNone/>
            </a:pPr>
            <a:r>
              <a:rPr lang="en-US" sz="3066" b="1" i="0" u="none" strike="noStrike" cap="none">
                <a:solidFill>
                  <a:schemeClr val="dk1"/>
                </a:solidFill>
                <a:latin typeface="Arial"/>
                <a:ea typeface="Arial"/>
                <a:cs typeface="Arial"/>
                <a:sym typeface="Arial"/>
              </a:rPr>
              <a:t>2.3. Quản lý danh sách khách hàng (List)</a:t>
            </a:r>
            <a:endParaRPr sz="1400" b="0" i="0" u="none" strike="noStrike" cap="none">
              <a:solidFill>
                <a:srgbClr val="000000"/>
              </a:solidFill>
              <a:latin typeface="Arial"/>
              <a:ea typeface="Arial"/>
              <a:cs typeface="Arial"/>
              <a:sym typeface="Arial"/>
            </a:endParaRPr>
          </a:p>
        </p:txBody>
      </p:sp>
      <p:pic>
        <p:nvPicPr>
          <p:cNvPr id="313" name="Google Shape;313;g1d0ad6de515_0_1655"/>
          <p:cNvPicPr preferRelativeResize="0"/>
          <p:nvPr/>
        </p:nvPicPr>
        <p:blipFill rotWithShape="1">
          <a:blip r:embed="rId3">
            <a:alphaModFix/>
          </a:blip>
          <a:srcRect/>
          <a:stretch/>
        </p:blipFill>
        <p:spPr>
          <a:xfrm>
            <a:off x="625020" y="1076669"/>
            <a:ext cx="7010401" cy="4200600"/>
          </a:xfrm>
          <a:prstGeom prst="rect">
            <a:avLst/>
          </a:prstGeom>
          <a:noFill/>
          <a:ln>
            <a:noFill/>
          </a:ln>
        </p:spPr>
      </p:pic>
      <p:sp>
        <p:nvSpPr>
          <p:cNvPr id="314" name="Google Shape;314;g1d0ad6de515_0_1655"/>
          <p:cNvSpPr txBox="1"/>
          <p:nvPr/>
        </p:nvSpPr>
        <p:spPr>
          <a:xfrm>
            <a:off x="7681080" y="1485096"/>
            <a:ext cx="4078500" cy="32940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000000"/>
              </a:buClr>
              <a:buSzPts val="1600"/>
              <a:buFont typeface="Arial"/>
              <a:buAutoNum type="arabicPeriod"/>
            </a:pPr>
            <a:r>
              <a:rPr lang="en-US" sz="1600" b="0" i="0" u="none" strike="noStrike" cap="none">
                <a:solidFill>
                  <a:srgbClr val="000000"/>
                </a:solidFill>
                <a:latin typeface="Calibri"/>
                <a:ea typeface="Calibri"/>
                <a:cs typeface="Calibri"/>
                <a:sym typeface="Calibri"/>
              </a:rPr>
              <a:t>Tên List </a:t>
            </a:r>
            <a:endParaRPr sz="1400" b="0" i="0" u="none" strike="noStrike" cap="none">
              <a:solidFill>
                <a:srgbClr val="000000"/>
              </a:solidFill>
              <a:latin typeface="Calibri"/>
              <a:ea typeface="Calibri"/>
              <a:cs typeface="Calibri"/>
              <a:sym typeface="Calibri"/>
            </a:endParaRPr>
          </a:p>
          <a:p>
            <a:pPr marL="342900" marR="0" lvl="0" indent="-342900" algn="l" rtl="0">
              <a:lnSpc>
                <a:spcPct val="150000"/>
              </a:lnSpc>
              <a:spcBef>
                <a:spcPts val="0"/>
              </a:spcBef>
              <a:spcAft>
                <a:spcPts val="0"/>
              </a:spcAft>
              <a:buClr>
                <a:srgbClr val="000000"/>
              </a:buClr>
              <a:buSzPts val="1600"/>
              <a:buFont typeface="Arial"/>
              <a:buAutoNum type="arabicPeriod"/>
            </a:pPr>
            <a:r>
              <a:rPr lang="en-US" sz="1600" b="0" i="0" u="none" strike="noStrike" cap="none">
                <a:solidFill>
                  <a:srgbClr val="000000"/>
                </a:solidFill>
                <a:latin typeface="Calibri"/>
                <a:ea typeface="Calibri"/>
                <a:cs typeface="Calibri"/>
                <a:sym typeface="Calibri"/>
              </a:rPr>
              <a:t>Số lượng prospects ứng với mỗi list</a:t>
            </a:r>
            <a:endParaRPr sz="1400" b="0" i="0" u="none" strike="noStrike" cap="none">
              <a:solidFill>
                <a:srgbClr val="000000"/>
              </a:solidFill>
              <a:latin typeface="Calibri"/>
              <a:ea typeface="Calibri"/>
              <a:cs typeface="Calibri"/>
              <a:sym typeface="Calibri"/>
            </a:endParaRPr>
          </a:p>
          <a:p>
            <a:pPr marL="342900" marR="0" lvl="0" indent="-342900" algn="l" rtl="0">
              <a:lnSpc>
                <a:spcPct val="150000"/>
              </a:lnSpc>
              <a:spcBef>
                <a:spcPts val="0"/>
              </a:spcBef>
              <a:spcAft>
                <a:spcPts val="0"/>
              </a:spcAft>
              <a:buClr>
                <a:srgbClr val="000000"/>
              </a:buClr>
              <a:buSzPts val="1600"/>
              <a:buFont typeface="Arial"/>
              <a:buAutoNum type="arabicPeriod"/>
            </a:pPr>
            <a:r>
              <a:rPr lang="en-US" sz="1600" b="0" i="0" u="none" strike="noStrike" cap="none">
                <a:solidFill>
                  <a:srgbClr val="000000"/>
                </a:solidFill>
                <a:latin typeface="Calibri"/>
                <a:ea typeface="Calibri"/>
                <a:cs typeface="Calibri"/>
                <a:sym typeface="Calibri"/>
              </a:rPr>
              <a:t>Xác định list thông thường hoặc dynamic list.</a:t>
            </a:r>
            <a:endParaRPr sz="1400" b="0" i="0" u="none" strike="noStrike" cap="none">
              <a:solidFill>
                <a:srgbClr val="000000"/>
              </a:solidFill>
              <a:latin typeface="Calibri"/>
              <a:ea typeface="Calibri"/>
              <a:cs typeface="Calibri"/>
              <a:sym typeface="Calibri"/>
            </a:endParaRPr>
          </a:p>
          <a:p>
            <a:pPr marL="342900" marR="0" lvl="0" indent="-342900" algn="l" rtl="0">
              <a:lnSpc>
                <a:spcPct val="150000"/>
              </a:lnSpc>
              <a:spcBef>
                <a:spcPts val="0"/>
              </a:spcBef>
              <a:spcAft>
                <a:spcPts val="0"/>
              </a:spcAft>
              <a:buClr>
                <a:srgbClr val="000000"/>
              </a:buClr>
              <a:buSzPts val="1600"/>
              <a:buFont typeface="Arial"/>
              <a:buAutoNum type="arabicPeriod"/>
            </a:pPr>
            <a:r>
              <a:rPr lang="en-US" sz="1600" b="0" i="0" u="none" strike="noStrike" cap="none">
                <a:solidFill>
                  <a:srgbClr val="000000"/>
                </a:solidFill>
                <a:latin typeface="Calibri"/>
                <a:ea typeface="Calibri"/>
                <a:cs typeface="Calibri"/>
                <a:sym typeface="Calibri"/>
              </a:rPr>
              <a:t>Có thể điều chỉnh list, copy list, split (chia list thành các list nhỏ hơn) hoặc xóa list</a:t>
            </a:r>
            <a:endParaRPr sz="1400" b="0" i="0" u="none" strike="noStrike" cap="none">
              <a:solidFill>
                <a:srgbClr val="000000"/>
              </a:solidFill>
              <a:latin typeface="Calibri"/>
              <a:ea typeface="Calibri"/>
              <a:cs typeface="Calibri"/>
              <a:sym typeface="Calibri"/>
            </a:endParaRPr>
          </a:p>
          <a:p>
            <a:pPr marL="342900" marR="0" lvl="0" indent="-342900" algn="l" rtl="0">
              <a:lnSpc>
                <a:spcPct val="150000"/>
              </a:lnSpc>
              <a:spcBef>
                <a:spcPts val="0"/>
              </a:spcBef>
              <a:spcAft>
                <a:spcPts val="0"/>
              </a:spcAft>
              <a:buClr>
                <a:srgbClr val="000000"/>
              </a:buClr>
              <a:buSzPts val="1600"/>
              <a:buFont typeface="Arial"/>
              <a:buAutoNum type="arabicPeriod"/>
            </a:pPr>
            <a:r>
              <a:rPr lang="en-US" sz="1600" b="0" i="0" u="none" strike="noStrike" cap="none">
                <a:solidFill>
                  <a:srgbClr val="000000"/>
                </a:solidFill>
                <a:latin typeface="Calibri"/>
                <a:ea typeface="Calibri"/>
                <a:cs typeface="Calibri"/>
                <a:sym typeface="Calibri"/>
              </a:rPr>
              <a:t>Các dạng view của list ví dụ chỉ hiển thị dynamic list hay test list.</a:t>
            </a:r>
            <a:endParaRPr sz="1400" b="0" i="0" u="none" strike="noStrike" cap="none">
              <a:solidFill>
                <a:srgbClr val="000000"/>
              </a:solidFill>
              <a:latin typeface="Calibri"/>
              <a:ea typeface="Calibri"/>
              <a:cs typeface="Calibri"/>
              <a:sym typeface="Calibri"/>
            </a:endParaRPr>
          </a:p>
          <a:p>
            <a:pPr marL="342900" marR="0" lvl="0" indent="-342900" algn="l" rtl="0">
              <a:lnSpc>
                <a:spcPct val="150000"/>
              </a:lnSpc>
              <a:spcBef>
                <a:spcPts val="0"/>
              </a:spcBef>
              <a:spcAft>
                <a:spcPts val="0"/>
              </a:spcAft>
              <a:buClr>
                <a:srgbClr val="000000"/>
              </a:buClr>
              <a:buSzPts val="1600"/>
              <a:buFont typeface="Arial"/>
              <a:buAutoNum type="arabicPeriod"/>
            </a:pPr>
            <a:r>
              <a:rPr lang="en-US" sz="1600" b="0" i="0" u="none" strike="noStrike" cap="none">
                <a:solidFill>
                  <a:srgbClr val="000000"/>
                </a:solidFill>
                <a:latin typeface="Calibri"/>
                <a:ea typeface="Calibri"/>
                <a:cs typeface="Calibri"/>
                <a:sym typeface="Calibri"/>
              </a:rPr>
              <a:t>Hiển thị các list theo điều kiện lọc tag</a:t>
            </a: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g1d0ad6de515_0_1666"/>
          <p:cNvSpPr txBox="1"/>
          <p:nvPr/>
        </p:nvSpPr>
        <p:spPr>
          <a:xfrm>
            <a:off x="384840" y="-142548"/>
            <a:ext cx="7869600" cy="9534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2800"/>
              <a:buFont typeface="Arial"/>
              <a:buNone/>
            </a:pPr>
            <a:r>
              <a:rPr lang="en-US" sz="3066" b="1" i="0" u="none" strike="noStrike" cap="none">
                <a:solidFill>
                  <a:schemeClr val="dk1"/>
                </a:solidFill>
                <a:latin typeface="Arial"/>
                <a:ea typeface="Arial"/>
                <a:cs typeface="Arial"/>
                <a:sym typeface="Arial"/>
              </a:rPr>
              <a:t>2.</a:t>
            </a:r>
            <a:r>
              <a:rPr lang="en-US" sz="3066" b="1">
                <a:solidFill>
                  <a:schemeClr val="dk1"/>
                </a:solidFill>
              </a:rPr>
              <a:t>4</a:t>
            </a:r>
            <a:r>
              <a:rPr lang="en-US" sz="3066" b="1" i="0" u="none" strike="noStrike" cap="none">
                <a:solidFill>
                  <a:schemeClr val="dk1"/>
                </a:solidFill>
                <a:latin typeface="Arial"/>
                <a:ea typeface="Arial"/>
                <a:cs typeface="Arial"/>
                <a:sym typeface="Arial"/>
              </a:rPr>
              <a:t>. </a:t>
            </a:r>
            <a:r>
              <a:rPr lang="en-US" sz="3066" b="1">
                <a:solidFill>
                  <a:schemeClr val="dk1"/>
                </a:solidFill>
              </a:rPr>
              <a:t>Static vs. Dynamic lists</a:t>
            </a:r>
            <a:endParaRPr sz="3066" b="1" i="0" u="none" strike="noStrike" cap="none">
              <a:solidFill>
                <a:schemeClr val="dk1"/>
              </a:solidFill>
              <a:latin typeface="Arial"/>
              <a:ea typeface="Arial"/>
              <a:cs typeface="Arial"/>
              <a:sym typeface="Arial"/>
            </a:endParaRPr>
          </a:p>
        </p:txBody>
      </p:sp>
      <p:sp>
        <p:nvSpPr>
          <p:cNvPr id="321" name="Google Shape;321;g1d0ad6de515_0_1666"/>
          <p:cNvSpPr txBox="1"/>
          <p:nvPr/>
        </p:nvSpPr>
        <p:spPr>
          <a:xfrm>
            <a:off x="577850" y="1477975"/>
            <a:ext cx="5667900" cy="1139100"/>
          </a:xfrm>
          <a:prstGeom prst="rect">
            <a:avLst/>
          </a:prstGeom>
          <a:solidFill>
            <a:srgbClr val="E6F3FB"/>
          </a:solidFill>
          <a:ln>
            <a:noFill/>
          </a:ln>
        </p:spPr>
        <p:txBody>
          <a:bodyPr spcFirstLastPara="1" wrap="square" lIns="91425" tIns="45700" rIns="91425" bIns="45700" anchor="t" anchorCtr="0">
            <a:spAutoFit/>
          </a:bodyPr>
          <a:lstStyle/>
          <a:p>
            <a:pPr marL="0" marR="0" lvl="0" indent="0" algn="l" rtl="0">
              <a:lnSpc>
                <a:spcPct val="150000"/>
              </a:lnSpc>
              <a:spcBef>
                <a:spcPts val="1200"/>
              </a:spcBef>
              <a:spcAft>
                <a:spcPts val="0"/>
              </a:spcAft>
              <a:buNone/>
            </a:pPr>
            <a:r>
              <a:rPr lang="en-US" sz="1700" b="1">
                <a:solidFill>
                  <a:srgbClr val="1C4587"/>
                </a:solidFill>
                <a:latin typeface="Calibri"/>
                <a:ea typeface="Calibri"/>
                <a:cs typeface="Calibri"/>
                <a:sym typeface="Calibri"/>
              </a:rPr>
              <a:t>Static List: </a:t>
            </a:r>
            <a:r>
              <a:rPr lang="en-US" sz="1700">
                <a:solidFill>
                  <a:srgbClr val="1C4587"/>
                </a:solidFill>
                <a:latin typeface="Calibri"/>
                <a:ea typeface="Calibri"/>
                <a:cs typeface="Calibri"/>
                <a:sym typeface="Calibri"/>
              </a:rPr>
              <a:t>Danh sách tĩnh bao gồm các khách hàng tiềm năng có thể được thêm hoặc xóa khỏi danh sách theo cách thủ công hoặc thông qua Automation Rules. </a:t>
            </a:r>
            <a:endParaRPr sz="1700">
              <a:solidFill>
                <a:srgbClr val="1C4587"/>
              </a:solidFill>
              <a:latin typeface="Calibri"/>
              <a:ea typeface="Calibri"/>
              <a:cs typeface="Calibri"/>
              <a:sym typeface="Calibri"/>
            </a:endParaRPr>
          </a:p>
        </p:txBody>
      </p:sp>
      <p:sp>
        <p:nvSpPr>
          <p:cNvPr id="322" name="Google Shape;322;g1d0ad6de515_0_1666"/>
          <p:cNvSpPr txBox="1"/>
          <p:nvPr/>
        </p:nvSpPr>
        <p:spPr>
          <a:xfrm>
            <a:off x="577850" y="3352825"/>
            <a:ext cx="5667900" cy="2016300"/>
          </a:xfrm>
          <a:prstGeom prst="rect">
            <a:avLst/>
          </a:prstGeom>
          <a:solidFill>
            <a:srgbClr val="E6F3FB"/>
          </a:solidFill>
          <a:ln>
            <a:noFill/>
          </a:ln>
        </p:spPr>
        <p:txBody>
          <a:bodyPr spcFirstLastPara="1" wrap="square" lIns="91425" tIns="91425" rIns="91425" bIns="91425" anchor="t" anchorCtr="0">
            <a:spAutoFit/>
          </a:bodyPr>
          <a:lstStyle/>
          <a:p>
            <a:pPr marL="0" lvl="0" indent="0" algn="l" rtl="0">
              <a:lnSpc>
                <a:spcPct val="150000"/>
              </a:lnSpc>
              <a:spcBef>
                <a:spcPts val="1200"/>
              </a:spcBef>
              <a:spcAft>
                <a:spcPts val="0"/>
              </a:spcAft>
              <a:buNone/>
            </a:pPr>
            <a:r>
              <a:rPr lang="en-US" sz="1700" b="1">
                <a:solidFill>
                  <a:srgbClr val="1C4587"/>
                </a:solidFill>
                <a:latin typeface="Calibri"/>
                <a:ea typeface="Calibri"/>
                <a:cs typeface="Calibri"/>
                <a:sym typeface="Calibri"/>
              </a:rPr>
              <a:t>Dynamic List: </a:t>
            </a:r>
            <a:r>
              <a:rPr lang="en-US" sz="1700">
                <a:solidFill>
                  <a:srgbClr val="1C4587"/>
                </a:solidFill>
                <a:latin typeface="Calibri"/>
                <a:ea typeface="Calibri"/>
                <a:cs typeface="Calibri"/>
                <a:sym typeface="Calibri"/>
              </a:rPr>
              <a:t>Danh sách động sử dụng các quy tắc dựa trên điều kiện để tự động thêm khách hàng tiềm năng phù hợp với tiêu chí đã chỉ định của bạn và loại bỏ những người không phù hợp. Các danh sách này liên tục được làm mới và cập nhật theo thời gian thực.</a:t>
            </a:r>
            <a:endParaRPr>
              <a:solidFill>
                <a:srgbClr val="1C4587"/>
              </a:solidFill>
            </a:endParaRPr>
          </a:p>
        </p:txBody>
      </p:sp>
      <p:sp>
        <p:nvSpPr>
          <p:cNvPr id="323" name="Google Shape;323;g1d0ad6de515_0_1666"/>
          <p:cNvSpPr txBox="1"/>
          <p:nvPr/>
        </p:nvSpPr>
        <p:spPr>
          <a:xfrm>
            <a:off x="6661450" y="1477975"/>
            <a:ext cx="4082100" cy="1428300"/>
          </a:xfrm>
          <a:prstGeom prst="rect">
            <a:avLst/>
          </a:prstGeom>
          <a:solidFill>
            <a:srgbClr val="E6F3FB"/>
          </a:solidFill>
          <a:ln>
            <a:noFill/>
          </a:ln>
        </p:spPr>
        <p:txBody>
          <a:bodyPr spcFirstLastPara="1" wrap="square" lIns="91425" tIns="45700" rIns="91425" bIns="45700" anchor="t" anchorCtr="0">
            <a:spAutoFit/>
          </a:bodyPr>
          <a:lstStyle/>
          <a:p>
            <a:pPr marL="0" marR="0" lvl="0" indent="0" algn="l" rtl="0">
              <a:lnSpc>
                <a:spcPct val="115000"/>
              </a:lnSpc>
              <a:spcBef>
                <a:spcPts val="1200"/>
              </a:spcBef>
              <a:spcAft>
                <a:spcPts val="0"/>
              </a:spcAft>
              <a:buNone/>
            </a:pPr>
            <a:r>
              <a:rPr lang="en-US" sz="1800" b="1">
                <a:solidFill>
                  <a:srgbClr val="1C4587"/>
                </a:solidFill>
                <a:latin typeface="Calibri"/>
                <a:ea typeface="Calibri"/>
                <a:cs typeface="Calibri"/>
                <a:sym typeface="Calibri"/>
              </a:rPr>
              <a:t>Examples</a:t>
            </a:r>
            <a:endParaRPr sz="1800" b="1">
              <a:solidFill>
                <a:srgbClr val="1C4587"/>
              </a:solidFill>
              <a:latin typeface="Calibri"/>
              <a:ea typeface="Calibri"/>
              <a:cs typeface="Calibri"/>
              <a:sym typeface="Calibri"/>
            </a:endParaRPr>
          </a:p>
          <a:p>
            <a:pPr marL="457200" marR="0" lvl="0" indent="-336550" algn="l" rtl="0">
              <a:lnSpc>
                <a:spcPct val="115000"/>
              </a:lnSpc>
              <a:spcBef>
                <a:spcPts val="1200"/>
              </a:spcBef>
              <a:spcAft>
                <a:spcPts val="0"/>
              </a:spcAft>
              <a:buClr>
                <a:srgbClr val="1C4587"/>
              </a:buClr>
              <a:buSzPts val="1700"/>
              <a:buFont typeface="Calibri"/>
              <a:buChar char="●"/>
            </a:pPr>
            <a:r>
              <a:rPr lang="en-US" sz="1700">
                <a:solidFill>
                  <a:srgbClr val="1C4587"/>
                </a:solidFill>
                <a:latin typeface="Calibri"/>
                <a:ea typeface="Calibri"/>
                <a:cs typeface="Calibri"/>
                <a:sym typeface="Calibri"/>
              </a:rPr>
              <a:t>Trade shows</a:t>
            </a:r>
            <a:endParaRPr sz="1700">
              <a:solidFill>
                <a:srgbClr val="1C4587"/>
              </a:solidFill>
              <a:latin typeface="Calibri"/>
              <a:ea typeface="Calibri"/>
              <a:cs typeface="Calibri"/>
              <a:sym typeface="Calibri"/>
            </a:endParaRPr>
          </a:p>
          <a:p>
            <a:pPr marL="457200" marR="0" lvl="0" indent="-336550" algn="l" rtl="0">
              <a:lnSpc>
                <a:spcPct val="115000"/>
              </a:lnSpc>
              <a:spcBef>
                <a:spcPts val="0"/>
              </a:spcBef>
              <a:spcAft>
                <a:spcPts val="0"/>
              </a:spcAft>
              <a:buClr>
                <a:srgbClr val="1C4587"/>
              </a:buClr>
              <a:buSzPts val="1700"/>
              <a:buFont typeface="Calibri"/>
              <a:buChar char="●"/>
            </a:pPr>
            <a:r>
              <a:rPr lang="en-US" sz="1700">
                <a:solidFill>
                  <a:srgbClr val="1C4587"/>
                </a:solidFill>
                <a:latin typeface="Calibri"/>
                <a:ea typeface="Calibri"/>
                <a:cs typeface="Calibri"/>
                <a:sym typeface="Calibri"/>
              </a:rPr>
              <a:t>Event registrants/attendees</a:t>
            </a:r>
            <a:endParaRPr sz="1700">
              <a:solidFill>
                <a:srgbClr val="1C4587"/>
              </a:solidFill>
              <a:latin typeface="Calibri"/>
              <a:ea typeface="Calibri"/>
              <a:cs typeface="Calibri"/>
              <a:sym typeface="Calibri"/>
            </a:endParaRPr>
          </a:p>
          <a:p>
            <a:pPr marL="457200" marR="0" lvl="0" indent="-336550" algn="l" rtl="0">
              <a:lnSpc>
                <a:spcPct val="115000"/>
              </a:lnSpc>
              <a:spcBef>
                <a:spcPts val="0"/>
              </a:spcBef>
              <a:spcAft>
                <a:spcPts val="0"/>
              </a:spcAft>
              <a:buClr>
                <a:srgbClr val="1C4587"/>
              </a:buClr>
              <a:buSzPts val="1700"/>
              <a:buFont typeface="Calibri"/>
              <a:buChar char="●"/>
            </a:pPr>
            <a:r>
              <a:rPr lang="en-US" sz="1700">
                <a:solidFill>
                  <a:srgbClr val="1C4587"/>
                </a:solidFill>
                <a:latin typeface="Calibri"/>
                <a:ea typeface="Calibri"/>
                <a:cs typeface="Calibri"/>
                <a:sym typeface="Calibri"/>
              </a:rPr>
              <a:t>Monthly newsletters</a:t>
            </a:r>
            <a:endParaRPr sz="1700">
              <a:solidFill>
                <a:srgbClr val="1C4587"/>
              </a:solidFill>
              <a:latin typeface="Calibri"/>
              <a:ea typeface="Calibri"/>
              <a:cs typeface="Calibri"/>
              <a:sym typeface="Calibri"/>
            </a:endParaRPr>
          </a:p>
        </p:txBody>
      </p:sp>
      <p:sp>
        <p:nvSpPr>
          <p:cNvPr id="324" name="Google Shape;324;g1d0ad6de515_0_1666"/>
          <p:cNvSpPr txBox="1"/>
          <p:nvPr/>
        </p:nvSpPr>
        <p:spPr>
          <a:xfrm>
            <a:off x="6661450" y="3352825"/>
            <a:ext cx="4082100" cy="2030100"/>
          </a:xfrm>
          <a:prstGeom prst="rect">
            <a:avLst/>
          </a:prstGeom>
          <a:solidFill>
            <a:srgbClr val="E6F3FB"/>
          </a:solidFill>
          <a:ln>
            <a:noFill/>
          </a:ln>
        </p:spPr>
        <p:txBody>
          <a:bodyPr spcFirstLastPara="1" wrap="square" lIns="91425" tIns="45700" rIns="91425" bIns="45700" anchor="t" anchorCtr="0">
            <a:spAutoFit/>
          </a:bodyPr>
          <a:lstStyle/>
          <a:p>
            <a:pPr marL="0" marR="0" lvl="0" indent="0" algn="l" rtl="0">
              <a:lnSpc>
                <a:spcPct val="115000"/>
              </a:lnSpc>
              <a:spcBef>
                <a:spcPts val="1200"/>
              </a:spcBef>
              <a:spcAft>
                <a:spcPts val="0"/>
              </a:spcAft>
              <a:buNone/>
            </a:pPr>
            <a:r>
              <a:rPr lang="en-US" sz="1800" b="1">
                <a:solidFill>
                  <a:srgbClr val="1C4587"/>
                </a:solidFill>
                <a:latin typeface="Calibri"/>
                <a:ea typeface="Calibri"/>
                <a:cs typeface="Calibri"/>
                <a:sym typeface="Calibri"/>
              </a:rPr>
              <a:t>Examples</a:t>
            </a:r>
            <a:endParaRPr sz="1800" b="1">
              <a:solidFill>
                <a:srgbClr val="1C4587"/>
              </a:solidFill>
              <a:latin typeface="Calibri"/>
              <a:ea typeface="Calibri"/>
              <a:cs typeface="Calibri"/>
              <a:sym typeface="Calibri"/>
            </a:endParaRPr>
          </a:p>
          <a:p>
            <a:pPr marL="457200" marR="0" lvl="0" indent="-336550" algn="l" rtl="0">
              <a:lnSpc>
                <a:spcPct val="115000"/>
              </a:lnSpc>
              <a:spcBef>
                <a:spcPts val="1200"/>
              </a:spcBef>
              <a:spcAft>
                <a:spcPts val="0"/>
              </a:spcAft>
              <a:buClr>
                <a:srgbClr val="1C4587"/>
              </a:buClr>
              <a:buSzPts val="1700"/>
              <a:buFont typeface="Calibri"/>
              <a:buChar char="●"/>
            </a:pPr>
            <a:r>
              <a:rPr lang="en-US" sz="1700">
                <a:solidFill>
                  <a:srgbClr val="1C4587"/>
                </a:solidFill>
                <a:latin typeface="Calibri"/>
                <a:ea typeface="Calibri"/>
                <a:cs typeface="Calibri"/>
                <a:sym typeface="Calibri"/>
              </a:rPr>
              <a:t>Engagement email based on prospects’ interests</a:t>
            </a:r>
            <a:endParaRPr sz="1700">
              <a:solidFill>
                <a:srgbClr val="1C4587"/>
              </a:solidFill>
              <a:latin typeface="Calibri"/>
              <a:ea typeface="Calibri"/>
              <a:cs typeface="Calibri"/>
              <a:sym typeface="Calibri"/>
            </a:endParaRPr>
          </a:p>
          <a:p>
            <a:pPr marL="457200" marR="0" lvl="0" indent="-336550" algn="l" rtl="0">
              <a:lnSpc>
                <a:spcPct val="115000"/>
              </a:lnSpc>
              <a:spcBef>
                <a:spcPts val="0"/>
              </a:spcBef>
              <a:spcAft>
                <a:spcPts val="0"/>
              </a:spcAft>
              <a:buClr>
                <a:srgbClr val="1C4587"/>
              </a:buClr>
              <a:buSzPts val="1700"/>
              <a:buFont typeface="Calibri"/>
              <a:buChar char="●"/>
            </a:pPr>
            <a:r>
              <a:rPr lang="en-US" sz="1700">
                <a:solidFill>
                  <a:srgbClr val="1C4587"/>
                </a:solidFill>
                <a:latin typeface="Calibri"/>
                <a:ea typeface="Calibri"/>
                <a:cs typeface="Calibri"/>
                <a:sym typeface="Calibri"/>
              </a:rPr>
              <a:t>Current Subscription List</a:t>
            </a:r>
            <a:endParaRPr sz="1700">
              <a:solidFill>
                <a:srgbClr val="1C4587"/>
              </a:solidFill>
              <a:latin typeface="Calibri"/>
              <a:ea typeface="Calibri"/>
              <a:cs typeface="Calibri"/>
              <a:sym typeface="Calibri"/>
            </a:endParaRPr>
          </a:p>
          <a:p>
            <a:pPr marL="457200" marR="0" lvl="0" indent="-336550" algn="l" rtl="0">
              <a:lnSpc>
                <a:spcPct val="115000"/>
              </a:lnSpc>
              <a:spcBef>
                <a:spcPts val="0"/>
              </a:spcBef>
              <a:spcAft>
                <a:spcPts val="0"/>
              </a:spcAft>
              <a:buClr>
                <a:srgbClr val="1C4587"/>
              </a:buClr>
              <a:buSzPts val="1700"/>
              <a:buFont typeface="Calibri"/>
              <a:buChar char="●"/>
            </a:pPr>
            <a:r>
              <a:rPr lang="en-US" sz="1700">
                <a:solidFill>
                  <a:srgbClr val="1C4587"/>
                </a:solidFill>
                <a:latin typeface="Calibri"/>
                <a:ea typeface="Calibri"/>
                <a:cs typeface="Calibri"/>
                <a:sym typeface="Calibri"/>
              </a:rPr>
              <a:t>Learners have studied continuously for 15 days</a:t>
            </a:r>
            <a:endParaRPr sz="1700">
              <a:solidFill>
                <a:srgbClr val="1C4587"/>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g21ff22d065e_0_14"/>
          <p:cNvSpPr txBox="1"/>
          <p:nvPr/>
        </p:nvSpPr>
        <p:spPr>
          <a:xfrm>
            <a:off x="384840" y="-142548"/>
            <a:ext cx="7869600" cy="9534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2800"/>
              <a:buFont typeface="Arial"/>
              <a:buNone/>
            </a:pPr>
            <a:r>
              <a:rPr lang="en-US" sz="3066" b="1" i="0" u="none" strike="noStrike" cap="none">
                <a:solidFill>
                  <a:schemeClr val="dk1"/>
                </a:solidFill>
                <a:latin typeface="Arial"/>
                <a:ea typeface="Arial"/>
                <a:cs typeface="Arial"/>
                <a:sym typeface="Arial"/>
              </a:rPr>
              <a:t>2.</a:t>
            </a:r>
            <a:r>
              <a:rPr lang="en-US" sz="3066" b="1">
                <a:solidFill>
                  <a:schemeClr val="dk1"/>
                </a:solidFill>
              </a:rPr>
              <a:t>5</a:t>
            </a:r>
            <a:r>
              <a:rPr lang="en-US" sz="3066" b="1" i="0" u="none" strike="noStrike" cap="none">
                <a:solidFill>
                  <a:schemeClr val="dk1"/>
                </a:solidFill>
                <a:latin typeface="Arial"/>
                <a:ea typeface="Arial"/>
                <a:cs typeface="Arial"/>
                <a:sym typeface="Arial"/>
              </a:rPr>
              <a:t>. Tạo List mới</a:t>
            </a:r>
            <a:endParaRPr sz="3066" b="1" i="0" u="none" strike="noStrike" cap="none">
              <a:solidFill>
                <a:schemeClr val="dk1"/>
              </a:solidFill>
              <a:latin typeface="Arial"/>
              <a:ea typeface="Arial"/>
              <a:cs typeface="Arial"/>
              <a:sym typeface="Arial"/>
            </a:endParaRPr>
          </a:p>
        </p:txBody>
      </p:sp>
      <p:sp>
        <p:nvSpPr>
          <p:cNvPr id="331" name="Google Shape;331;g21ff22d065e_0_14"/>
          <p:cNvSpPr txBox="1"/>
          <p:nvPr/>
        </p:nvSpPr>
        <p:spPr>
          <a:xfrm>
            <a:off x="7635360" y="1200000"/>
            <a:ext cx="4078500" cy="4894800"/>
          </a:xfrm>
          <a:prstGeom prst="rect">
            <a:avLst/>
          </a:prstGeom>
          <a:noFill/>
          <a:ln>
            <a:noFill/>
          </a:ln>
        </p:spPr>
        <p:txBody>
          <a:bodyPr spcFirstLastPara="1" wrap="square" lIns="91425" tIns="45700" rIns="91425" bIns="45700" anchor="t" anchorCtr="0">
            <a:spAutoFit/>
          </a:bodyPr>
          <a:lstStyle/>
          <a:p>
            <a:pPr marL="342900" marR="0" lvl="0" indent="-349250" algn="l" rtl="0">
              <a:lnSpc>
                <a:spcPct val="150000"/>
              </a:lnSpc>
              <a:spcBef>
                <a:spcPts val="0"/>
              </a:spcBef>
              <a:spcAft>
                <a:spcPts val="0"/>
              </a:spcAft>
              <a:buClr>
                <a:srgbClr val="000000"/>
              </a:buClr>
              <a:buSzPts val="1700"/>
              <a:buFont typeface="Arial"/>
              <a:buAutoNum type="arabicPeriod"/>
            </a:pPr>
            <a:r>
              <a:rPr lang="en-US" sz="1700" b="0" i="0" u="none" strike="noStrike" cap="none">
                <a:solidFill>
                  <a:srgbClr val="000000"/>
                </a:solidFill>
                <a:latin typeface="Calibri"/>
                <a:ea typeface="Calibri"/>
                <a:cs typeface="Calibri"/>
                <a:sym typeface="Calibri"/>
              </a:rPr>
              <a:t>Đặt tên cho list ở</a:t>
            </a:r>
            <a:r>
              <a:rPr lang="en-US" sz="1700" b="1" i="0" u="none" strike="noStrike" cap="none">
                <a:solidFill>
                  <a:srgbClr val="000000"/>
                </a:solidFill>
                <a:latin typeface="Calibri"/>
                <a:ea typeface="Calibri"/>
                <a:cs typeface="Calibri"/>
                <a:sym typeface="Calibri"/>
              </a:rPr>
              <a:t> Name</a:t>
            </a:r>
            <a:endParaRPr sz="1700" b="0" i="0" u="none" strike="noStrike" cap="none">
              <a:solidFill>
                <a:srgbClr val="000000"/>
              </a:solidFill>
              <a:latin typeface="Calibri"/>
              <a:ea typeface="Calibri"/>
              <a:cs typeface="Calibri"/>
              <a:sym typeface="Calibri"/>
            </a:endParaRPr>
          </a:p>
          <a:p>
            <a:pPr marL="342900" marR="0" lvl="0" indent="-349250" algn="l" rtl="0">
              <a:lnSpc>
                <a:spcPct val="150000"/>
              </a:lnSpc>
              <a:spcBef>
                <a:spcPts val="1200"/>
              </a:spcBef>
              <a:spcAft>
                <a:spcPts val="0"/>
              </a:spcAft>
              <a:buClr>
                <a:srgbClr val="000000"/>
              </a:buClr>
              <a:buSzPts val="1700"/>
              <a:buFont typeface="Arial"/>
              <a:buAutoNum type="arabicPeriod"/>
            </a:pPr>
            <a:r>
              <a:rPr lang="en-US" sz="1700" b="0" i="0" u="none" strike="noStrike" cap="none">
                <a:solidFill>
                  <a:srgbClr val="000000"/>
                </a:solidFill>
                <a:latin typeface="Calibri"/>
                <a:ea typeface="Calibri"/>
                <a:cs typeface="Calibri"/>
                <a:sym typeface="Calibri"/>
              </a:rPr>
              <a:t>Chọn nơi lưu trữ list ở </a:t>
            </a:r>
            <a:r>
              <a:rPr lang="en-US" sz="1700" b="1" i="0" u="none" strike="noStrike" cap="none">
                <a:solidFill>
                  <a:srgbClr val="000000"/>
                </a:solidFill>
                <a:latin typeface="Calibri"/>
                <a:ea typeface="Calibri"/>
                <a:cs typeface="Calibri"/>
                <a:sym typeface="Calibri"/>
              </a:rPr>
              <a:t>Folder</a:t>
            </a:r>
            <a:endParaRPr sz="1700" b="0" i="0" u="none" strike="noStrike" cap="none">
              <a:solidFill>
                <a:srgbClr val="000000"/>
              </a:solidFill>
              <a:latin typeface="Calibri"/>
              <a:ea typeface="Calibri"/>
              <a:cs typeface="Calibri"/>
              <a:sym typeface="Calibri"/>
            </a:endParaRPr>
          </a:p>
          <a:p>
            <a:pPr marL="342900" marR="0" lvl="0" indent="-349250" algn="l" rtl="0">
              <a:lnSpc>
                <a:spcPct val="150000"/>
              </a:lnSpc>
              <a:spcBef>
                <a:spcPts val="1200"/>
              </a:spcBef>
              <a:spcAft>
                <a:spcPts val="0"/>
              </a:spcAft>
              <a:buClr>
                <a:srgbClr val="000000"/>
              </a:buClr>
              <a:buSzPts val="1700"/>
              <a:buFont typeface="Arial"/>
              <a:buAutoNum type="arabicPeriod"/>
            </a:pPr>
            <a:r>
              <a:rPr lang="en-US" sz="1700" b="0" i="0" u="none" strike="noStrike" cap="none">
                <a:solidFill>
                  <a:srgbClr val="000000"/>
                </a:solidFill>
                <a:latin typeface="Calibri"/>
                <a:ea typeface="Calibri"/>
                <a:cs typeface="Calibri"/>
                <a:sym typeface="Calibri"/>
              </a:rPr>
              <a:t>Gắn tag để dễ phân loại list nếu có</a:t>
            </a:r>
            <a:endParaRPr sz="1700" b="0" i="0" u="none" strike="noStrike" cap="none">
              <a:solidFill>
                <a:srgbClr val="000000"/>
              </a:solidFill>
              <a:latin typeface="Calibri"/>
              <a:ea typeface="Calibri"/>
              <a:cs typeface="Calibri"/>
              <a:sym typeface="Calibri"/>
            </a:endParaRPr>
          </a:p>
          <a:p>
            <a:pPr marL="342900" marR="0" lvl="0" indent="-349250" algn="l" rtl="0">
              <a:lnSpc>
                <a:spcPct val="150000"/>
              </a:lnSpc>
              <a:spcBef>
                <a:spcPts val="1200"/>
              </a:spcBef>
              <a:spcAft>
                <a:spcPts val="0"/>
              </a:spcAft>
              <a:buClr>
                <a:srgbClr val="000000"/>
              </a:buClr>
              <a:buSzPts val="1700"/>
              <a:buFont typeface="Arial"/>
              <a:buAutoNum type="arabicPeriod"/>
            </a:pPr>
            <a:r>
              <a:rPr lang="en-US" sz="1700" b="0" i="0" u="none" strike="noStrike" cap="none">
                <a:solidFill>
                  <a:srgbClr val="000000"/>
                </a:solidFill>
                <a:latin typeface="Calibri"/>
                <a:ea typeface="Calibri"/>
                <a:cs typeface="Calibri"/>
                <a:sym typeface="Calibri"/>
              </a:rPr>
              <a:t>Chọn tick ở </a:t>
            </a:r>
            <a:r>
              <a:rPr lang="en-US" sz="1700" b="1" i="0" u="none" strike="noStrike" cap="none">
                <a:solidFill>
                  <a:srgbClr val="000000"/>
                </a:solidFill>
                <a:latin typeface="Calibri"/>
                <a:ea typeface="Calibri"/>
                <a:cs typeface="Calibri"/>
                <a:sym typeface="Calibri"/>
              </a:rPr>
              <a:t>Email Test List </a:t>
            </a:r>
            <a:r>
              <a:rPr lang="en-US" sz="1700" b="0" i="0" u="none" strike="noStrike" cap="none">
                <a:solidFill>
                  <a:srgbClr val="000000"/>
                </a:solidFill>
                <a:latin typeface="Calibri"/>
                <a:ea typeface="Calibri"/>
                <a:cs typeface="Calibri"/>
                <a:sym typeface="Calibri"/>
              </a:rPr>
              <a:t>nếu xây dựng danh sách chỉ bao gồm test và phục vụ mục đích test. Nếu không bỏ qua</a:t>
            </a:r>
            <a:endParaRPr sz="1700" b="0" i="0" u="none" strike="noStrike" cap="none">
              <a:solidFill>
                <a:srgbClr val="000000"/>
              </a:solidFill>
              <a:latin typeface="Calibri"/>
              <a:ea typeface="Calibri"/>
              <a:cs typeface="Calibri"/>
              <a:sym typeface="Calibri"/>
            </a:endParaRPr>
          </a:p>
          <a:p>
            <a:pPr marL="342900" marR="0" lvl="0" indent="-349250" algn="l" rtl="0">
              <a:lnSpc>
                <a:spcPct val="150000"/>
              </a:lnSpc>
              <a:spcBef>
                <a:spcPts val="1200"/>
              </a:spcBef>
              <a:spcAft>
                <a:spcPts val="0"/>
              </a:spcAft>
              <a:buClr>
                <a:srgbClr val="000000"/>
              </a:buClr>
              <a:buSzPts val="1700"/>
              <a:buFont typeface="Arial"/>
              <a:buAutoNum type="arabicPeriod"/>
            </a:pPr>
            <a:r>
              <a:rPr lang="en-US" sz="1700" b="0" i="0" u="none" strike="noStrike" cap="none">
                <a:solidFill>
                  <a:srgbClr val="000000"/>
                </a:solidFill>
                <a:latin typeface="Calibri"/>
                <a:ea typeface="Calibri"/>
                <a:cs typeface="Calibri"/>
                <a:sym typeface="Calibri"/>
              </a:rPr>
              <a:t>Chọn tick ở </a:t>
            </a:r>
            <a:r>
              <a:rPr lang="en-US" sz="1700" b="1" i="0" u="none" strike="noStrike" cap="none">
                <a:solidFill>
                  <a:schemeClr val="accent6"/>
                </a:solidFill>
                <a:latin typeface="Calibri"/>
                <a:ea typeface="Calibri"/>
                <a:cs typeface="Calibri"/>
                <a:sym typeface="Calibri"/>
              </a:rPr>
              <a:t>Dynamic List</a:t>
            </a:r>
            <a:r>
              <a:rPr lang="en-US" sz="1700" b="1" i="0" u="none" strike="noStrike" cap="none">
                <a:solidFill>
                  <a:srgbClr val="000000"/>
                </a:solidFill>
                <a:latin typeface="Calibri"/>
                <a:ea typeface="Calibri"/>
                <a:cs typeface="Calibri"/>
                <a:sym typeface="Calibri"/>
              </a:rPr>
              <a:t> </a:t>
            </a:r>
            <a:r>
              <a:rPr lang="en-US" sz="1700" b="0" i="0" u="none" strike="noStrike" cap="none">
                <a:solidFill>
                  <a:srgbClr val="000000"/>
                </a:solidFill>
                <a:latin typeface="Calibri"/>
                <a:ea typeface="Calibri"/>
                <a:cs typeface="Calibri"/>
                <a:sym typeface="Calibri"/>
              </a:rPr>
              <a:t>nếu xây dựng danh sách nhóm khách hàng phân loại tự động. Nếu không bỏ qua để tạo list bình thường và gán automation rule cho list này nếu cần. </a:t>
            </a:r>
            <a:endParaRPr sz="1700" b="0" i="0" u="none" strike="noStrike" cap="none">
              <a:solidFill>
                <a:srgbClr val="000000"/>
              </a:solidFill>
              <a:latin typeface="Calibri"/>
              <a:ea typeface="Calibri"/>
              <a:cs typeface="Calibri"/>
              <a:sym typeface="Calibri"/>
            </a:endParaRPr>
          </a:p>
        </p:txBody>
      </p:sp>
      <p:pic>
        <p:nvPicPr>
          <p:cNvPr id="332" name="Google Shape;332;g21ff22d065e_0_14"/>
          <p:cNvPicPr preferRelativeResize="0"/>
          <p:nvPr/>
        </p:nvPicPr>
        <p:blipFill rotWithShape="1">
          <a:blip r:embed="rId3">
            <a:alphaModFix/>
          </a:blip>
          <a:srcRect/>
          <a:stretch/>
        </p:blipFill>
        <p:spPr>
          <a:xfrm>
            <a:off x="701040" y="1200000"/>
            <a:ext cx="6595200" cy="415206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g1d0ad6de515_0_1675"/>
          <p:cNvSpPr txBox="1"/>
          <p:nvPr/>
        </p:nvSpPr>
        <p:spPr>
          <a:xfrm>
            <a:off x="152400" y="152400"/>
            <a:ext cx="7869600" cy="12000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B0F0"/>
              </a:buClr>
              <a:buSzPts val="4000"/>
              <a:buFont typeface="Arial"/>
              <a:buNone/>
            </a:pPr>
            <a:endParaRPr sz="4000" b="1" i="0" u="none" strike="noStrike" cap="none">
              <a:solidFill>
                <a:srgbClr val="00B0F0"/>
              </a:solidFill>
              <a:latin typeface="Arial"/>
              <a:ea typeface="Arial"/>
              <a:cs typeface="Arial"/>
              <a:sym typeface="Arial"/>
            </a:endParaRPr>
          </a:p>
        </p:txBody>
      </p:sp>
      <p:sp>
        <p:nvSpPr>
          <p:cNvPr id="339" name="Google Shape;339;g1d0ad6de515_0_1675"/>
          <p:cNvSpPr txBox="1"/>
          <p:nvPr/>
        </p:nvSpPr>
        <p:spPr>
          <a:xfrm>
            <a:off x="7787760" y="1769205"/>
            <a:ext cx="4175700" cy="35403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000000"/>
              </a:buClr>
              <a:buSzPts val="1600"/>
              <a:buFont typeface="Arial"/>
              <a:buAutoNum type="arabicPeriod"/>
            </a:pPr>
            <a:r>
              <a:rPr lang="en-US" sz="1600" b="0" i="1" u="none" strike="noStrike" cap="none">
                <a:solidFill>
                  <a:srgbClr val="000000"/>
                </a:solidFill>
                <a:latin typeface="Calibri"/>
                <a:ea typeface="Calibri"/>
                <a:cs typeface="Calibri"/>
                <a:sym typeface="Calibri"/>
              </a:rPr>
              <a:t>Prospect CRM campaign</a:t>
            </a:r>
            <a:endParaRPr sz="1600" b="0" i="1" u="none" strike="noStrike" cap="none">
              <a:solidFill>
                <a:srgbClr val="000000"/>
              </a:solidFill>
              <a:latin typeface="Calibri"/>
              <a:ea typeface="Calibri"/>
              <a:cs typeface="Calibri"/>
              <a:sym typeface="Calibri"/>
            </a:endParaRPr>
          </a:p>
          <a:p>
            <a:pPr marL="342900" marR="0" lvl="0" indent="-342900" algn="l" rtl="0">
              <a:lnSpc>
                <a:spcPct val="150000"/>
              </a:lnSpc>
              <a:spcBef>
                <a:spcPts val="1200"/>
              </a:spcBef>
              <a:spcAft>
                <a:spcPts val="0"/>
              </a:spcAft>
              <a:buClr>
                <a:srgbClr val="000000"/>
              </a:buClr>
              <a:buSzPts val="1600"/>
              <a:buFont typeface="Arial"/>
              <a:buAutoNum type="arabicPeriod"/>
            </a:pPr>
            <a:r>
              <a:rPr lang="en-US" sz="1600" b="0" i="1" u="none" strike="noStrike" cap="none">
                <a:solidFill>
                  <a:srgbClr val="000000"/>
                </a:solidFill>
                <a:latin typeface="Calibri"/>
                <a:ea typeface="Calibri"/>
                <a:cs typeface="Calibri"/>
                <a:sym typeface="Calibri"/>
              </a:rPr>
              <a:t>Prospect custom field hoặc Prospect default field</a:t>
            </a:r>
            <a:r>
              <a:rPr lang="en-US"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a:p>
            <a:pPr marL="342900" marR="0" lvl="0" indent="-342900" algn="l" rtl="0">
              <a:lnSpc>
                <a:spcPct val="150000"/>
              </a:lnSpc>
              <a:spcBef>
                <a:spcPts val="1200"/>
              </a:spcBef>
              <a:spcAft>
                <a:spcPts val="0"/>
              </a:spcAft>
              <a:buClr>
                <a:srgbClr val="000000"/>
              </a:buClr>
              <a:buSzPts val="1600"/>
              <a:buFont typeface="Arial"/>
              <a:buAutoNum type="arabicPeriod"/>
            </a:pPr>
            <a:r>
              <a:rPr lang="en-US" sz="1600" b="0" i="1" u="none" strike="noStrike" cap="none">
                <a:solidFill>
                  <a:srgbClr val="000000"/>
                </a:solidFill>
                <a:latin typeface="Calibri"/>
                <a:ea typeface="Calibri"/>
                <a:cs typeface="Calibri"/>
                <a:sym typeface="Calibri"/>
              </a:rPr>
              <a:t>Prospect email open</a:t>
            </a:r>
            <a:endParaRPr sz="1600" b="0" i="0" u="none" strike="noStrike" cap="none">
              <a:solidFill>
                <a:srgbClr val="000000"/>
              </a:solidFill>
              <a:latin typeface="Calibri"/>
              <a:ea typeface="Calibri"/>
              <a:cs typeface="Calibri"/>
              <a:sym typeface="Calibri"/>
            </a:endParaRPr>
          </a:p>
          <a:p>
            <a:pPr marL="342900" marR="0" lvl="0" indent="-342900" algn="l" rtl="0">
              <a:lnSpc>
                <a:spcPct val="150000"/>
              </a:lnSpc>
              <a:spcBef>
                <a:spcPts val="1200"/>
              </a:spcBef>
              <a:spcAft>
                <a:spcPts val="0"/>
              </a:spcAft>
              <a:buClr>
                <a:srgbClr val="000000"/>
              </a:buClr>
              <a:buSzPts val="1600"/>
              <a:buFont typeface="Arial"/>
              <a:buAutoNum type="arabicPeriod"/>
            </a:pPr>
            <a:r>
              <a:rPr lang="en-US" sz="1600" b="0" i="1" u="none" strike="noStrike" cap="none">
                <a:solidFill>
                  <a:srgbClr val="000000"/>
                </a:solidFill>
                <a:latin typeface="Calibri"/>
                <a:ea typeface="Calibri"/>
                <a:cs typeface="Calibri"/>
                <a:sym typeface="Calibri"/>
              </a:rPr>
              <a:t>Prospect form/form handler was viewed hoặc was completed:</a:t>
            </a:r>
            <a:r>
              <a:rPr lang="en-US" sz="1600" b="0" i="0" u="none" strike="noStrike" cap="none">
                <a:solidFill>
                  <a:srgbClr val="000000"/>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342900" marR="0" lvl="0" indent="-342900" algn="l" rtl="0">
              <a:lnSpc>
                <a:spcPct val="150000"/>
              </a:lnSpc>
              <a:spcBef>
                <a:spcPts val="1200"/>
              </a:spcBef>
              <a:spcAft>
                <a:spcPts val="0"/>
              </a:spcAft>
              <a:buClr>
                <a:srgbClr val="000000"/>
              </a:buClr>
              <a:buSzPts val="1600"/>
              <a:buFont typeface="Arial"/>
              <a:buAutoNum type="arabicPeriod"/>
            </a:pPr>
            <a:r>
              <a:rPr lang="en-US" sz="1600" b="0" i="0" u="none" strike="noStrike" cap="none">
                <a:solidFill>
                  <a:srgbClr val="000000"/>
                </a:solidFill>
                <a:latin typeface="Calibri"/>
                <a:ea typeface="Calibri"/>
                <a:cs typeface="Calibri"/>
                <a:sym typeface="Calibri"/>
              </a:rPr>
              <a:t>Chọn </a:t>
            </a:r>
            <a:r>
              <a:rPr lang="en-US" sz="1600" b="1" i="0" u="none" strike="noStrike" cap="none">
                <a:solidFill>
                  <a:srgbClr val="000000"/>
                </a:solidFill>
                <a:latin typeface="Calibri"/>
                <a:ea typeface="Calibri"/>
                <a:cs typeface="Calibri"/>
                <a:sym typeface="Calibri"/>
              </a:rPr>
              <a:t>Match All </a:t>
            </a:r>
            <a:r>
              <a:rPr lang="en-US" sz="1600" b="0" i="0" u="none" strike="noStrike" cap="none">
                <a:solidFill>
                  <a:srgbClr val="000000"/>
                </a:solidFill>
                <a:latin typeface="Calibri"/>
                <a:ea typeface="Calibri"/>
                <a:cs typeface="Calibri"/>
                <a:sym typeface="Calibri"/>
              </a:rPr>
              <a:t>hoặc </a:t>
            </a:r>
            <a:r>
              <a:rPr lang="en-US" sz="1600" b="1" i="0" u="none" strike="noStrike" cap="none">
                <a:solidFill>
                  <a:srgbClr val="000000"/>
                </a:solidFill>
                <a:latin typeface="Calibri"/>
                <a:ea typeface="Calibri"/>
                <a:cs typeface="Calibri"/>
                <a:sym typeface="Calibri"/>
              </a:rPr>
              <a:t>Match Any. </a:t>
            </a:r>
            <a:r>
              <a:rPr lang="en-US" sz="1600" b="0" i="0" u="none" strike="noStrike" cap="none">
                <a:solidFill>
                  <a:srgbClr val="000000"/>
                </a:solidFill>
                <a:latin typeface="Calibri"/>
                <a:ea typeface="Calibri"/>
                <a:cs typeface="Calibri"/>
                <a:sym typeface="Calibri"/>
              </a:rPr>
              <a:t>Tương đương điều kiện</a:t>
            </a:r>
            <a:r>
              <a:rPr lang="en-US" sz="1600" b="1" i="0" u="none" strike="noStrike" cap="none">
                <a:solidFill>
                  <a:srgbClr val="000000"/>
                </a:solidFill>
                <a:latin typeface="Calibri"/>
                <a:ea typeface="Calibri"/>
                <a:cs typeface="Calibri"/>
                <a:sym typeface="Calibri"/>
              </a:rPr>
              <a:t> VÀ </a:t>
            </a:r>
            <a:r>
              <a:rPr lang="en-US" sz="1600" b="0" i="0" u="none" strike="noStrike" cap="none">
                <a:solidFill>
                  <a:srgbClr val="000000"/>
                </a:solidFill>
                <a:latin typeface="Calibri"/>
                <a:ea typeface="Calibri"/>
                <a:cs typeface="Calibri"/>
                <a:sym typeface="Calibri"/>
              </a:rPr>
              <a:t>và</a:t>
            </a:r>
            <a:r>
              <a:rPr lang="en-US" sz="1600" b="1" i="0" u="none" strike="noStrike" cap="none">
                <a:solidFill>
                  <a:srgbClr val="000000"/>
                </a:solidFill>
                <a:latin typeface="Calibri"/>
                <a:ea typeface="Calibri"/>
                <a:cs typeface="Calibri"/>
                <a:sym typeface="Calibri"/>
              </a:rPr>
              <a:t> HOẶC</a:t>
            </a:r>
            <a:endParaRPr sz="1600" b="0" i="0" u="none" strike="noStrike" cap="none">
              <a:solidFill>
                <a:srgbClr val="000000"/>
              </a:solidFill>
              <a:latin typeface="Calibri"/>
              <a:ea typeface="Calibri"/>
              <a:cs typeface="Calibri"/>
              <a:sym typeface="Calibri"/>
            </a:endParaRPr>
          </a:p>
        </p:txBody>
      </p:sp>
      <p:pic>
        <p:nvPicPr>
          <p:cNvPr id="340" name="Google Shape;340;g1d0ad6de515_0_1675"/>
          <p:cNvPicPr preferRelativeResize="0"/>
          <p:nvPr/>
        </p:nvPicPr>
        <p:blipFill rotWithShape="1">
          <a:blip r:embed="rId3">
            <a:alphaModFix/>
          </a:blip>
          <a:srcRect/>
          <a:stretch/>
        </p:blipFill>
        <p:spPr>
          <a:xfrm>
            <a:off x="822960" y="1352400"/>
            <a:ext cx="6579958" cy="4286401"/>
          </a:xfrm>
          <a:prstGeom prst="rect">
            <a:avLst/>
          </a:prstGeom>
          <a:noFill/>
          <a:ln>
            <a:noFill/>
          </a:ln>
        </p:spPr>
      </p:pic>
      <p:sp>
        <p:nvSpPr>
          <p:cNvPr id="341" name="Google Shape;341;g1d0ad6de515_0_1675"/>
          <p:cNvSpPr txBox="1"/>
          <p:nvPr/>
        </p:nvSpPr>
        <p:spPr>
          <a:xfrm>
            <a:off x="384840" y="-142548"/>
            <a:ext cx="7869600" cy="9534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2800"/>
              <a:buFont typeface="Arial"/>
              <a:buNone/>
            </a:pPr>
            <a:r>
              <a:rPr lang="en-US" sz="3066" b="1" i="0" u="none" strike="noStrike" cap="none">
                <a:solidFill>
                  <a:schemeClr val="dk1"/>
                </a:solidFill>
                <a:latin typeface="Arial"/>
                <a:ea typeface="Arial"/>
                <a:cs typeface="Arial"/>
                <a:sym typeface="Arial"/>
              </a:rPr>
              <a:t>2.</a:t>
            </a:r>
            <a:r>
              <a:rPr lang="en-US" sz="3066" b="1">
                <a:solidFill>
                  <a:schemeClr val="dk1"/>
                </a:solidFill>
              </a:rPr>
              <a:t>5</a:t>
            </a:r>
            <a:r>
              <a:rPr lang="en-US" sz="3066" b="1" i="0" u="none" strike="noStrike" cap="none">
                <a:solidFill>
                  <a:schemeClr val="dk1"/>
                </a:solidFill>
                <a:latin typeface="Arial"/>
                <a:ea typeface="Arial"/>
                <a:cs typeface="Arial"/>
                <a:sym typeface="Arial"/>
              </a:rPr>
              <a:t>. Tạo List mới (Dynamic List)</a:t>
            </a:r>
            <a:endParaRPr sz="3066" b="1" i="0" u="none" strike="noStrike" cap="non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g21ff22d065e_0_1"/>
          <p:cNvSpPr txBox="1"/>
          <p:nvPr/>
        </p:nvSpPr>
        <p:spPr>
          <a:xfrm>
            <a:off x="152400" y="152400"/>
            <a:ext cx="7869600" cy="12000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B0F0"/>
              </a:buClr>
              <a:buSzPts val="4000"/>
              <a:buFont typeface="Arial"/>
              <a:buNone/>
            </a:pPr>
            <a:endParaRPr sz="4000" b="1" i="0" u="none" strike="noStrike" cap="none">
              <a:solidFill>
                <a:srgbClr val="00B0F0"/>
              </a:solidFill>
              <a:latin typeface="Arial"/>
              <a:ea typeface="Arial"/>
              <a:cs typeface="Arial"/>
              <a:sym typeface="Arial"/>
            </a:endParaRPr>
          </a:p>
        </p:txBody>
      </p:sp>
      <p:sp>
        <p:nvSpPr>
          <p:cNvPr id="348" name="Google Shape;348;g21ff22d065e_0_1"/>
          <p:cNvSpPr txBox="1"/>
          <p:nvPr/>
        </p:nvSpPr>
        <p:spPr>
          <a:xfrm>
            <a:off x="384840" y="-142548"/>
            <a:ext cx="7869600" cy="9534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2800"/>
              <a:buFont typeface="Arial"/>
              <a:buNone/>
            </a:pPr>
            <a:r>
              <a:rPr lang="en-US" sz="3066" b="1" i="0" u="none" strike="noStrike" cap="none">
                <a:solidFill>
                  <a:schemeClr val="dk1"/>
                </a:solidFill>
                <a:latin typeface="Arial"/>
                <a:ea typeface="Arial"/>
                <a:cs typeface="Arial"/>
                <a:sym typeface="Arial"/>
              </a:rPr>
              <a:t>2.</a:t>
            </a:r>
            <a:r>
              <a:rPr lang="en-US" sz="3066" b="1">
                <a:solidFill>
                  <a:schemeClr val="dk1"/>
                </a:solidFill>
              </a:rPr>
              <a:t>5</a:t>
            </a:r>
            <a:r>
              <a:rPr lang="en-US" sz="3066" b="1" i="0" u="none" strike="noStrike" cap="none">
                <a:solidFill>
                  <a:schemeClr val="dk1"/>
                </a:solidFill>
                <a:latin typeface="Arial"/>
                <a:ea typeface="Arial"/>
                <a:cs typeface="Arial"/>
                <a:sym typeface="Arial"/>
              </a:rPr>
              <a:t>. Tạo List mới (Dynamic List)</a:t>
            </a:r>
            <a:endParaRPr sz="3066" b="1" i="0" u="none" strike="noStrike" cap="none">
              <a:solidFill>
                <a:schemeClr val="dk1"/>
              </a:solidFill>
              <a:latin typeface="Arial"/>
              <a:ea typeface="Arial"/>
              <a:cs typeface="Arial"/>
              <a:sym typeface="Arial"/>
            </a:endParaRPr>
          </a:p>
        </p:txBody>
      </p:sp>
      <p:pic>
        <p:nvPicPr>
          <p:cNvPr id="349" name="Google Shape;349;g21ff22d065e_0_1"/>
          <p:cNvPicPr preferRelativeResize="0"/>
          <p:nvPr/>
        </p:nvPicPr>
        <p:blipFill>
          <a:blip r:embed="rId3">
            <a:alphaModFix/>
          </a:blip>
          <a:stretch>
            <a:fillRect/>
          </a:stretch>
        </p:blipFill>
        <p:spPr>
          <a:xfrm>
            <a:off x="6170150" y="1454975"/>
            <a:ext cx="5783749" cy="4774049"/>
          </a:xfrm>
          <a:prstGeom prst="rect">
            <a:avLst/>
          </a:prstGeom>
          <a:noFill/>
          <a:ln>
            <a:noFill/>
          </a:ln>
        </p:spPr>
      </p:pic>
      <p:pic>
        <p:nvPicPr>
          <p:cNvPr id="350" name="Google Shape;350;g21ff22d065e_0_1"/>
          <p:cNvPicPr preferRelativeResize="0"/>
          <p:nvPr/>
        </p:nvPicPr>
        <p:blipFill>
          <a:blip r:embed="rId4">
            <a:alphaModFix/>
          </a:blip>
          <a:stretch>
            <a:fillRect/>
          </a:stretch>
        </p:blipFill>
        <p:spPr>
          <a:xfrm>
            <a:off x="211875" y="1478450"/>
            <a:ext cx="6034795" cy="4727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g1d0ad6de515_0_1691"/>
          <p:cNvSpPr txBox="1">
            <a:spLocks noGrp="1"/>
          </p:cNvSpPr>
          <p:nvPr>
            <p:ph type="title"/>
          </p:nvPr>
        </p:nvSpPr>
        <p:spPr>
          <a:xfrm>
            <a:off x="578008" y="454256"/>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2.6. Form và Form Handler</a:t>
            </a:r>
            <a:endParaRPr/>
          </a:p>
        </p:txBody>
      </p:sp>
      <p:pic>
        <p:nvPicPr>
          <p:cNvPr id="356" name="Google Shape;356;g1d0ad6de515_0_1691"/>
          <p:cNvPicPr preferRelativeResize="0"/>
          <p:nvPr/>
        </p:nvPicPr>
        <p:blipFill rotWithShape="1">
          <a:blip r:embed="rId3">
            <a:alphaModFix/>
          </a:blip>
          <a:srcRect/>
          <a:stretch/>
        </p:blipFill>
        <p:spPr>
          <a:xfrm>
            <a:off x="345915" y="1762120"/>
            <a:ext cx="5611324" cy="3498074"/>
          </a:xfrm>
          <a:prstGeom prst="rect">
            <a:avLst/>
          </a:prstGeom>
          <a:noFill/>
          <a:ln>
            <a:noFill/>
          </a:ln>
        </p:spPr>
      </p:pic>
      <p:sp>
        <p:nvSpPr>
          <p:cNvPr id="357" name="Google Shape;357;g1d0ad6de515_0_1691"/>
          <p:cNvSpPr txBox="1"/>
          <p:nvPr/>
        </p:nvSpPr>
        <p:spPr>
          <a:xfrm>
            <a:off x="5958702" y="2511901"/>
            <a:ext cx="6166200" cy="19701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000000"/>
              </a:buClr>
              <a:buSzPts val="1600"/>
              <a:buFont typeface="Noto Sans Symbols"/>
              <a:buChar char="−"/>
            </a:pPr>
            <a:r>
              <a:rPr lang="en-US" sz="1600" b="1" i="0" u="none" strike="noStrike" cap="none">
                <a:solidFill>
                  <a:srgbClr val="000000"/>
                </a:solidFill>
                <a:latin typeface="Calibri"/>
                <a:ea typeface="Calibri"/>
                <a:cs typeface="Calibri"/>
                <a:sym typeface="Calibri"/>
              </a:rPr>
              <a:t>Form</a:t>
            </a:r>
            <a:r>
              <a:rPr lang="en-US" sz="1600" b="0" i="0" u="none" strike="noStrike" cap="none">
                <a:solidFill>
                  <a:srgbClr val="000000"/>
                </a:solidFill>
                <a:latin typeface="Calibri"/>
                <a:ea typeface="Calibri"/>
                <a:cs typeface="Calibri"/>
                <a:sym typeface="Calibri"/>
              </a:rPr>
              <a:t>: được thiết kế và quản lý hoàn toàn trên Pardot. Sử dung code Pardot cung cấp ở mỗi form để nhúng vào website hoặc landing page</a:t>
            </a:r>
            <a:endParaRPr sz="1400" b="0" i="0" u="none" strike="noStrike" cap="none">
              <a:solidFill>
                <a:srgbClr val="000000"/>
              </a:solidFill>
              <a:latin typeface="Calibri"/>
              <a:ea typeface="Calibri"/>
              <a:cs typeface="Calibri"/>
              <a:sym typeface="Calibri"/>
            </a:endParaRPr>
          </a:p>
          <a:p>
            <a:pPr marL="342900" marR="0" lvl="0" indent="-342900" algn="l" rtl="0">
              <a:lnSpc>
                <a:spcPct val="150000"/>
              </a:lnSpc>
              <a:spcBef>
                <a:spcPts val="1200"/>
              </a:spcBef>
              <a:spcAft>
                <a:spcPts val="0"/>
              </a:spcAft>
              <a:buClr>
                <a:srgbClr val="000000"/>
              </a:buClr>
              <a:buSzPts val="1600"/>
              <a:buFont typeface="Noto Sans Symbols"/>
              <a:buChar char="−"/>
            </a:pPr>
            <a:r>
              <a:rPr lang="en-US" sz="1600" b="1" i="0" u="none" strike="noStrike" cap="none">
                <a:solidFill>
                  <a:srgbClr val="000000"/>
                </a:solidFill>
                <a:latin typeface="Calibri"/>
                <a:ea typeface="Calibri"/>
                <a:cs typeface="Calibri"/>
                <a:sym typeface="Calibri"/>
              </a:rPr>
              <a:t>Form Handler</a:t>
            </a:r>
            <a:r>
              <a:rPr lang="en-US" sz="1600" b="0" i="0" u="none" strike="noStrike" cap="none">
                <a:solidFill>
                  <a:srgbClr val="000000"/>
                </a:solidFill>
                <a:latin typeface="Calibri"/>
                <a:ea typeface="Calibri"/>
                <a:cs typeface="Calibri"/>
                <a:sym typeface="Calibri"/>
              </a:rPr>
              <a:t>: kết nối Pardot với các form bên ngoài của bạn để bạn có thể thu thập Prospect vào Pardot.</a:t>
            </a:r>
            <a:endParaRPr sz="1400" b="0" i="0" u="none" strike="noStrike" cap="none">
              <a:solidFill>
                <a:srgbClr val="000000"/>
              </a:solidFill>
              <a:latin typeface="Calibri"/>
              <a:ea typeface="Calibri"/>
              <a:cs typeface="Calibri"/>
              <a:sym typeface="Calibri"/>
            </a:endParaRPr>
          </a:p>
        </p:txBody>
      </p:sp>
      <p:sp>
        <p:nvSpPr>
          <p:cNvPr id="358" name="Google Shape;358;g1d0ad6de515_0_1691"/>
          <p:cNvSpPr txBox="1"/>
          <p:nvPr/>
        </p:nvSpPr>
        <p:spPr>
          <a:xfrm>
            <a:off x="6941447" y="5139067"/>
            <a:ext cx="4200900" cy="338700"/>
          </a:xfrm>
          <a:prstGeom prst="rect">
            <a:avLst/>
          </a:prstGeom>
          <a:solidFill>
            <a:srgbClr val="D8E2F3"/>
          </a:solidFill>
          <a:ln w="25400" cap="flat" cmpd="sng">
            <a:solidFill>
              <a:srgbClr val="5B9BD5"/>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HƯỚNG DẪN TẠO FORM TRÊN PARDOT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g1d0ad6de515_0_1872"/>
          <p:cNvSpPr txBox="1">
            <a:spLocks noGrp="1"/>
          </p:cNvSpPr>
          <p:nvPr>
            <p:ph type="title"/>
          </p:nvPr>
        </p:nvSpPr>
        <p:spPr>
          <a:xfrm>
            <a:off x="570080" y="467656"/>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FORM LAYOUT</a:t>
            </a:r>
            <a:endParaRPr/>
          </a:p>
        </p:txBody>
      </p:sp>
      <p:pic>
        <p:nvPicPr>
          <p:cNvPr id="364" name="Google Shape;364;g1d0ad6de515_0_1872"/>
          <p:cNvPicPr preferRelativeResize="0"/>
          <p:nvPr/>
        </p:nvPicPr>
        <p:blipFill rotWithShape="1">
          <a:blip r:embed="rId3">
            <a:alphaModFix/>
          </a:blip>
          <a:srcRect/>
          <a:stretch/>
        </p:blipFill>
        <p:spPr>
          <a:xfrm>
            <a:off x="1083095" y="1477976"/>
            <a:ext cx="10023199" cy="4536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g1d0ad6de515_0_1877"/>
          <p:cNvSpPr txBox="1">
            <a:spLocks noGrp="1"/>
          </p:cNvSpPr>
          <p:nvPr>
            <p:ph type="title"/>
          </p:nvPr>
        </p:nvSpPr>
        <p:spPr>
          <a:xfrm>
            <a:off x="570080" y="467656"/>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FORM LAYOUT</a:t>
            </a:r>
            <a:endParaRPr/>
          </a:p>
        </p:txBody>
      </p:sp>
      <p:sp>
        <p:nvSpPr>
          <p:cNvPr id="370" name="Google Shape;370;g1d0ad6de515_0_1877"/>
          <p:cNvSpPr txBox="1"/>
          <p:nvPr/>
        </p:nvSpPr>
        <p:spPr>
          <a:xfrm>
            <a:off x="7913236" y="1836125"/>
            <a:ext cx="4002000" cy="26301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rgbClr val="252525"/>
              </a:buClr>
              <a:buSzPts val="1800"/>
              <a:buFont typeface="Times New Roman"/>
              <a:buChar char="●"/>
            </a:pPr>
            <a:r>
              <a:rPr lang="en-US" sz="1800" b="0" i="0" u="none" strike="noStrike" cap="none">
                <a:solidFill>
                  <a:srgbClr val="252525"/>
                </a:solidFill>
                <a:latin typeface="Times New Roman"/>
                <a:ea typeface="Times New Roman"/>
                <a:cs typeface="Times New Roman"/>
                <a:sym typeface="Times New Roman"/>
              </a:rPr>
              <a:t>Trên tab Layout, thêm HTML và CSS. </a:t>
            </a:r>
            <a:endParaRPr sz="1800" b="0" i="0" u="none" strike="noStrike" cap="none">
              <a:solidFill>
                <a:srgbClr val="252525"/>
              </a:solidFill>
              <a:latin typeface="Times New Roman"/>
              <a:ea typeface="Times New Roman"/>
              <a:cs typeface="Times New Roman"/>
              <a:sym typeface="Times New Roman"/>
            </a:endParaRPr>
          </a:p>
          <a:p>
            <a:pPr marL="457200" marR="0" lvl="0" indent="-342900" algn="l" rtl="0">
              <a:lnSpc>
                <a:spcPct val="115000"/>
              </a:lnSpc>
              <a:spcBef>
                <a:spcPts val="1000"/>
              </a:spcBef>
              <a:spcAft>
                <a:spcPts val="0"/>
              </a:spcAft>
              <a:buClr>
                <a:srgbClr val="252525"/>
              </a:buClr>
              <a:buSzPts val="1800"/>
              <a:buFont typeface="Times New Roman"/>
              <a:buChar char="●"/>
            </a:pPr>
            <a:r>
              <a:rPr lang="en-US" sz="1800" b="0" i="0" u="none" strike="noStrike" cap="none">
                <a:solidFill>
                  <a:srgbClr val="252525"/>
                </a:solidFill>
                <a:latin typeface="Times New Roman"/>
                <a:ea typeface="Times New Roman"/>
                <a:cs typeface="Times New Roman"/>
                <a:sym typeface="Times New Roman"/>
              </a:rPr>
              <a:t>Không xóa các thẻ biến </a:t>
            </a:r>
            <a:r>
              <a:rPr lang="en-US" sz="1800" b="1" i="0" u="none" strike="noStrike" cap="none">
                <a:solidFill>
                  <a:srgbClr val="252525"/>
                </a:solidFill>
                <a:latin typeface="Times New Roman"/>
                <a:ea typeface="Times New Roman"/>
                <a:cs typeface="Times New Roman"/>
                <a:sym typeface="Times New Roman"/>
              </a:rPr>
              <a:t>%%title%%, %%content%% hoặc %%description%% </a:t>
            </a:r>
            <a:endParaRPr sz="1800" b="1" i="0" u="none" strike="noStrike" cap="none">
              <a:solidFill>
                <a:srgbClr val="252525"/>
              </a:solidFill>
              <a:latin typeface="Times New Roman"/>
              <a:ea typeface="Times New Roman"/>
              <a:cs typeface="Times New Roman"/>
              <a:sym typeface="Times New Roman"/>
            </a:endParaRPr>
          </a:p>
          <a:p>
            <a:pPr marL="457200" marR="0" lvl="0" indent="-342900" algn="l" rtl="0">
              <a:lnSpc>
                <a:spcPct val="115000"/>
              </a:lnSpc>
              <a:spcBef>
                <a:spcPts val="1000"/>
              </a:spcBef>
              <a:spcAft>
                <a:spcPts val="1000"/>
              </a:spcAft>
              <a:buClr>
                <a:srgbClr val="252525"/>
              </a:buClr>
              <a:buSzPts val="1800"/>
              <a:buFont typeface="Times New Roman"/>
              <a:buChar char="●"/>
            </a:pPr>
            <a:r>
              <a:rPr lang="en-US" sz="1800" b="0" i="0" u="none" strike="noStrike" cap="none">
                <a:solidFill>
                  <a:srgbClr val="252525"/>
                </a:solidFill>
                <a:latin typeface="Times New Roman"/>
                <a:ea typeface="Times New Roman"/>
                <a:cs typeface="Times New Roman"/>
                <a:sym typeface="Times New Roman"/>
              </a:rPr>
              <a:t>OMN1 đã tạo sẵn một số layout trên Pardot</a:t>
            </a:r>
            <a:endParaRPr sz="1800" b="0" i="0" u="none" strike="noStrike" cap="none">
              <a:solidFill>
                <a:srgbClr val="252525"/>
              </a:solidFill>
              <a:latin typeface="Times New Roman"/>
              <a:ea typeface="Times New Roman"/>
              <a:cs typeface="Times New Roman"/>
              <a:sym typeface="Times New Roman"/>
            </a:endParaRPr>
          </a:p>
        </p:txBody>
      </p:sp>
      <p:pic>
        <p:nvPicPr>
          <p:cNvPr id="371" name="Google Shape;371;g1d0ad6de515_0_1877"/>
          <p:cNvPicPr preferRelativeResize="0"/>
          <p:nvPr/>
        </p:nvPicPr>
        <p:blipFill>
          <a:blip r:embed="rId3">
            <a:alphaModFix/>
          </a:blip>
          <a:stretch>
            <a:fillRect/>
          </a:stretch>
        </p:blipFill>
        <p:spPr>
          <a:xfrm>
            <a:off x="304775" y="1613706"/>
            <a:ext cx="7608438" cy="40242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g1d0ad6de515_0_1883"/>
          <p:cNvSpPr txBox="1">
            <a:spLocks noGrp="1"/>
          </p:cNvSpPr>
          <p:nvPr>
            <p:ph type="title"/>
          </p:nvPr>
        </p:nvSpPr>
        <p:spPr>
          <a:xfrm>
            <a:off x="503260" y="467650"/>
            <a:ext cx="46014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FORM</a:t>
            </a:r>
            <a:endParaRPr/>
          </a:p>
        </p:txBody>
      </p:sp>
      <p:pic>
        <p:nvPicPr>
          <p:cNvPr id="377" name="Google Shape;377;g1d0ad6de515_0_1883"/>
          <p:cNvPicPr preferRelativeResize="0"/>
          <p:nvPr/>
        </p:nvPicPr>
        <p:blipFill rotWithShape="1">
          <a:blip r:embed="rId3">
            <a:alphaModFix/>
          </a:blip>
          <a:srcRect/>
          <a:stretch/>
        </p:blipFill>
        <p:spPr>
          <a:xfrm>
            <a:off x="325260" y="2008763"/>
            <a:ext cx="6646325" cy="3397725"/>
          </a:xfrm>
          <a:prstGeom prst="rect">
            <a:avLst/>
          </a:prstGeom>
          <a:noFill/>
          <a:ln>
            <a:noFill/>
          </a:ln>
        </p:spPr>
      </p:pic>
      <p:sp>
        <p:nvSpPr>
          <p:cNvPr id="378" name="Google Shape;378;g1d0ad6de515_0_1883"/>
          <p:cNvSpPr txBox="1"/>
          <p:nvPr/>
        </p:nvSpPr>
        <p:spPr>
          <a:xfrm>
            <a:off x="6337400" y="2283813"/>
            <a:ext cx="5217900" cy="2847600"/>
          </a:xfrm>
          <a:prstGeom prst="rect">
            <a:avLst/>
          </a:prstGeom>
          <a:noFill/>
          <a:ln>
            <a:noFill/>
          </a:ln>
        </p:spPr>
        <p:txBody>
          <a:bodyPr spcFirstLastPara="1" wrap="square" lIns="91425" tIns="91425" rIns="91425" bIns="91425" anchor="t" anchorCtr="0">
            <a:spAutoFit/>
          </a:bodyPr>
          <a:lstStyle/>
          <a:p>
            <a:pPr marL="1143000" marR="0" lvl="0" indent="-342900" algn="l" rtl="0">
              <a:lnSpc>
                <a:spcPct val="150000"/>
              </a:lnSpc>
              <a:spcBef>
                <a:spcPts val="600"/>
              </a:spcBef>
              <a:spcAft>
                <a:spcPts val="0"/>
              </a:spcAft>
              <a:buClr>
                <a:srgbClr val="000000"/>
              </a:buClr>
              <a:buSzPts val="1800"/>
              <a:buFont typeface="Times"/>
              <a:buChar char="●"/>
            </a:pPr>
            <a:r>
              <a:rPr lang="en-US" sz="1800" b="1" i="0" u="none" strike="noStrike" cap="none">
                <a:solidFill>
                  <a:srgbClr val="000000"/>
                </a:solidFill>
                <a:latin typeface="Times"/>
                <a:ea typeface="Times"/>
                <a:cs typeface="Times"/>
                <a:sym typeface="Times"/>
              </a:rPr>
              <a:t>Name</a:t>
            </a:r>
            <a:r>
              <a:rPr lang="en-US" sz="1800" b="0" i="0" u="none" strike="noStrike" cap="none">
                <a:solidFill>
                  <a:srgbClr val="000000"/>
                </a:solidFill>
                <a:latin typeface="Times"/>
                <a:ea typeface="Times"/>
                <a:cs typeface="Times"/>
                <a:sym typeface="Times"/>
              </a:rPr>
              <a:t>: tên form</a:t>
            </a:r>
            <a:endParaRPr sz="1800" b="0" i="0" u="none" strike="noStrike" cap="none">
              <a:solidFill>
                <a:srgbClr val="000000"/>
              </a:solidFill>
              <a:latin typeface="Times"/>
              <a:ea typeface="Times"/>
              <a:cs typeface="Times"/>
              <a:sym typeface="Times"/>
            </a:endParaRPr>
          </a:p>
          <a:p>
            <a:pPr marL="1143000" marR="0" lvl="0" indent="-342900" algn="l" rtl="0">
              <a:lnSpc>
                <a:spcPct val="150000"/>
              </a:lnSpc>
              <a:spcBef>
                <a:spcPts val="600"/>
              </a:spcBef>
              <a:spcAft>
                <a:spcPts val="0"/>
              </a:spcAft>
              <a:buClr>
                <a:srgbClr val="000000"/>
              </a:buClr>
              <a:buSzPts val="1800"/>
              <a:buFont typeface="Times"/>
              <a:buChar char="●"/>
            </a:pPr>
            <a:r>
              <a:rPr lang="en-US" sz="1800" b="1" i="0" u="none" strike="noStrike" cap="none">
                <a:solidFill>
                  <a:srgbClr val="000000"/>
                </a:solidFill>
                <a:latin typeface="Times"/>
                <a:ea typeface="Times"/>
                <a:cs typeface="Times"/>
                <a:sym typeface="Times"/>
              </a:rPr>
              <a:t>Tags</a:t>
            </a:r>
            <a:r>
              <a:rPr lang="en-US" sz="1800" b="0" i="0" u="none" strike="noStrike" cap="none">
                <a:solidFill>
                  <a:srgbClr val="000000"/>
                </a:solidFill>
                <a:latin typeface="Times"/>
                <a:ea typeface="Times"/>
                <a:cs typeface="Times"/>
                <a:sym typeface="Times"/>
              </a:rPr>
              <a:t>: gắn tag cho form</a:t>
            </a:r>
            <a:endParaRPr sz="1800" b="0" i="0" u="none" strike="noStrike" cap="none">
              <a:solidFill>
                <a:srgbClr val="000000"/>
              </a:solidFill>
              <a:latin typeface="Times"/>
              <a:ea typeface="Times"/>
              <a:cs typeface="Times"/>
              <a:sym typeface="Times"/>
            </a:endParaRPr>
          </a:p>
          <a:p>
            <a:pPr marL="1143000" marR="0" lvl="0" indent="-342900" algn="l" rtl="0">
              <a:lnSpc>
                <a:spcPct val="150000"/>
              </a:lnSpc>
              <a:spcBef>
                <a:spcPts val="600"/>
              </a:spcBef>
              <a:spcAft>
                <a:spcPts val="0"/>
              </a:spcAft>
              <a:buClr>
                <a:srgbClr val="000000"/>
              </a:buClr>
              <a:buSzPts val="1800"/>
              <a:buFont typeface="Times"/>
              <a:buChar char="●"/>
            </a:pPr>
            <a:r>
              <a:rPr lang="en-US" sz="1800" b="1" i="0" u="none" strike="noStrike" cap="none">
                <a:solidFill>
                  <a:srgbClr val="000000"/>
                </a:solidFill>
                <a:latin typeface="Times"/>
                <a:ea typeface="Times"/>
                <a:cs typeface="Times"/>
                <a:sym typeface="Times"/>
              </a:rPr>
              <a:t>Folder</a:t>
            </a:r>
            <a:r>
              <a:rPr lang="en-US" sz="1800" b="0" i="0" u="none" strike="noStrike" cap="none">
                <a:solidFill>
                  <a:srgbClr val="000000"/>
                </a:solidFill>
                <a:latin typeface="Times"/>
                <a:ea typeface="Times"/>
                <a:cs typeface="Times"/>
                <a:sym typeface="Times"/>
              </a:rPr>
              <a:t>: chọn thư mục lưu trữ</a:t>
            </a:r>
            <a:endParaRPr sz="1800" b="0" i="0" u="none" strike="noStrike" cap="none">
              <a:solidFill>
                <a:srgbClr val="000000"/>
              </a:solidFill>
              <a:latin typeface="Times"/>
              <a:ea typeface="Times"/>
              <a:cs typeface="Times"/>
              <a:sym typeface="Times"/>
            </a:endParaRPr>
          </a:p>
          <a:p>
            <a:pPr marL="1143000" marR="0" lvl="0" indent="-342900" algn="l" rtl="0">
              <a:lnSpc>
                <a:spcPct val="150000"/>
              </a:lnSpc>
              <a:spcBef>
                <a:spcPts val="600"/>
              </a:spcBef>
              <a:spcAft>
                <a:spcPts val="0"/>
              </a:spcAft>
              <a:buClr>
                <a:srgbClr val="000000"/>
              </a:buClr>
              <a:buSzPts val="1800"/>
              <a:buFont typeface="Times"/>
              <a:buChar char="●"/>
            </a:pPr>
            <a:r>
              <a:rPr lang="en-US" sz="1800" b="1" i="0" u="none" strike="noStrike" cap="none">
                <a:solidFill>
                  <a:srgbClr val="000000"/>
                </a:solidFill>
                <a:latin typeface="Times"/>
                <a:ea typeface="Times"/>
                <a:cs typeface="Times"/>
                <a:sym typeface="Times"/>
              </a:rPr>
              <a:t>Tracker Domain</a:t>
            </a:r>
            <a:r>
              <a:rPr lang="en-US" sz="1800" b="0" i="0" u="none" strike="noStrike" cap="none">
                <a:solidFill>
                  <a:srgbClr val="000000"/>
                </a:solidFill>
                <a:latin typeface="Times"/>
                <a:ea typeface="Times"/>
                <a:cs typeface="Times"/>
                <a:sym typeface="Times"/>
              </a:rPr>
              <a:t>: chọn tên miền để tạo link cho form và tracking được form.</a:t>
            </a:r>
            <a:endParaRPr sz="1800" b="0" i="0" u="none" strike="noStrike" cap="none">
              <a:solidFill>
                <a:srgbClr val="000000"/>
              </a:solidFill>
              <a:latin typeface="Times"/>
              <a:ea typeface="Times"/>
              <a:cs typeface="Times"/>
              <a:sym typeface="Times"/>
            </a:endParaRPr>
          </a:p>
          <a:p>
            <a:pPr marL="1143000" marR="0" lvl="0" indent="-342900" algn="l" rtl="0">
              <a:lnSpc>
                <a:spcPct val="150000"/>
              </a:lnSpc>
              <a:spcBef>
                <a:spcPts val="600"/>
              </a:spcBef>
              <a:spcAft>
                <a:spcPts val="600"/>
              </a:spcAft>
              <a:buClr>
                <a:srgbClr val="000000"/>
              </a:buClr>
              <a:buSzPts val="1800"/>
              <a:buFont typeface="Times"/>
              <a:buChar char="●"/>
            </a:pPr>
            <a:r>
              <a:rPr lang="en-US" sz="1800" b="1" i="0" u="none" strike="noStrike" cap="none">
                <a:solidFill>
                  <a:srgbClr val="000000"/>
                </a:solidFill>
                <a:latin typeface="Times"/>
                <a:ea typeface="Times"/>
                <a:cs typeface="Times"/>
                <a:sym typeface="Times"/>
              </a:rPr>
              <a:t>Campaign</a:t>
            </a:r>
            <a:r>
              <a:rPr lang="en-US" sz="1800" b="0" i="0" u="none" strike="noStrike" cap="none">
                <a:solidFill>
                  <a:srgbClr val="000000"/>
                </a:solidFill>
                <a:latin typeface="Times"/>
                <a:ea typeface="Times"/>
                <a:cs typeface="Times"/>
                <a:sym typeface="Times"/>
              </a:rPr>
              <a:t>: chọn chiến dịch cho form.</a:t>
            </a:r>
            <a:endParaRPr sz="2000" b="0" i="0" u="none" strike="noStrike" cap="none">
              <a:solidFill>
                <a:srgbClr val="000000"/>
              </a:solidFill>
              <a:latin typeface="Arial"/>
              <a:ea typeface="Arial"/>
              <a:cs typeface="Arial"/>
              <a:sym typeface="Arial"/>
            </a:endParaRPr>
          </a:p>
        </p:txBody>
      </p:sp>
      <p:sp>
        <p:nvSpPr>
          <p:cNvPr id="379" name="Google Shape;379;g1d0ad6de515_0_1883"/>
          <p:cNvSpPr txBox="1">
            <a:spLocks noGrp="1"/>
          </p:cNvSpPr>
          <p:nvPr>
            <p:ph type="title"/>
          </p:nvPr>
        </p:nvSpPr>
        <p:spPr>
          <a:xfrm>
            <a:off x="503256" y="1269475"/>
            <a:ext cx="42534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700">
                <a:solidFill>
                  <a:srgbClr val="6A625B"/>
                </a:solidFill>
              </a:rPr>
              <a:t>Step 1: Name</a:t>
            </a:r>
            <a:endParaRPr sz="2700">
              <a:solidFill>
                <a:srgbClr val="6A625B"/>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g1d0ad6de515_0_1890"/>
          <p:cNvSpPr txBox="1">
            <a:spLocks noGrp="1"/>
          </p:cNvSpPr>
          <p:nvPr>
            <p:ph type="title"/>
          </p:nvPr>
        </p:nvSpPr>
        <p:spPr>
          <a:xfrm>
            <a:off x="503263" y="467656"/>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FORM</a:t>
            </a:r>
            <a:endParaRPr/>
          </a:p>
        </p:txBody>
      </p:sp>
      <p:pic>
        <p:nvPicPr>
          <p:cNvPr id="385" name="Google Shape;385;g1d0ad6de515_0_1890"/>
          <p:cNvPicPr preferRelativeResize="0"/>
          <p:nvPr/>
        </p:nvPicPr>
        <p:blipFill rotWithShape="1">
          <a:blip r:embed="rId3">
            <a:alphaModFix/>
          </a:blip>
          <a:srcRect/>
          <a:stretch/>
        </p:blipFill>
        <p:spPr>
          <a:xfrm>
            <a:off x="119656" y="1939225"/>
            <a:ext cx="7729726" cy="3877250"/>
          </a:xfrm>
          <a:prstGeom prst="rect">
            <a:avLst/>
          </a:prstGeom>
          <a:noFill/>
          <a:ln>
            <a:noFill/>
          </a:ln>
        </p:spPr>
      </p:pic>
      <p:sp>
        <p:nvSpPr>
          <p:cNvPr id="386" name="Google Shape;386;g1d0ad6de515_0_1890"/>
          <p:cNvSpPr txBox="1"/>
          <p:nvPr/>
        </p:nvSpPr>
        <p:spPr>
          <a:xfrm>
            <a:off x="7851395" y="2542000"/>
            <a:ext cx="4086600" cy="2119800"/>
          </a:xfrm>
          <a:prstGeom prst="rect">
            <a:avLst/>
          </a:prstGeom>
          <a:noFill/>
          <a:ln>
            <a:noFill/>
          </a:ln>
        </p:spPr>
        <p:txBody>
          <a:bodyPr spcFirstLastPara="1" wrap="square" lIns="91425" tIns="91425" rIns="91425" bIns="91425" anchor="ctr" anchorCtr="0">
            <a:noAutofit/>
          </a:bodyPr>
          <a:lstStyle/>
          <a:p>
            <a:pPr marL="457200" marR="0" lvl="0" indent="-342900" algn="l" rtl="0">
              <a:lnSpc>
                <a:spcPct val="150000"/>
              </a:lnSpc>
              <a:spcBef>
                <a:spcPts val="600"/>
              </a:spcBef>
              <a:spcAft>
                <a:spcPts val="0"/>
              </a:spcAft>
              <a:buClr>
                <a:srgbClr val="000000"/>
              </a:buClr>
              <a:buSzPts val="1800"/>
              <a:buFont typeface="Times"/>
              <a:buChar char="●"/>
            </a:pPr>
            <a:r>
              <a:rPr lang="en-US" sz="1800" b="0" i="0" u="none" strike="noStrike" cap="none">
                <a:solidFill>
                  <a:srgbClr val="000000"/>
                </a:solidFill>
                <a:latin typeface="Times"/>
                <a:ea typeface="Times"/>
                <a:cs typeface="Times"/>
                <a:sym typeface="Times"/>
              </a:rPr>
              <a:t>Nhấn </a:t>
            </a:r>
            <a:r>
              <a:rPr lang="en-US" sz="1800" b="1" i="0" u="none" strike="noStrike" cap="none">
                <a:solidFill>
                  <a:srgbClr val="000000"/>
                </a:solidFill>
                <a:latin typeface="Times"/>
                <a:ea typeface="Times"/>
                <a:cs typeface="Times"/>
                <a:sym typeface="Times"/>
              </a:rPr>
              <a:t>+Add New Field</a:t>
            </a:r>
            <a:r>
              <a:rPr lang="en-US" sz="1800" b="0" i="0" u="none" strike="noStrike" cap="none">
                <a:solidFill>
                  <a:srgbClr val="000000"/>
                </a:solidFill>
                <a:latin typeface="Times"/>
                <a:ea typeface="Times"/>
                <a:cs typeface="Times"/>
                <a:sym typeface="Times"/>
              </a:rPr>
              <a:t> để thêm trường dữ liệu cho form. </a:t>
            </a:r>
            <a:endParaRPr sz="1800" b="0" i="0" u="none" strike="noStrike" cap="none">
              <a:solidFill>
                <a:srgbClr val="000000"/>
              </a:solidFill>
              <a:latin typeface="Times"/>
              <a:ea typeface="Times"/>
              <a:cs typeface="Times"/>
              <a:sym typeface="Times"/>
            </a:endParaRPr>
          </a:p>
          <a:p>
            <a:pPr marL="457200" marR="0" lvl="0" indent="-342900" algn="l" rtl="0">
              <a:lnSpc>
                <a:spcPct val="150000"/>
              </a:lnSpc>
              <a:spcBef>
                <a:spcPts val="0"/>
              </a:spcBef>
              <a:spcAft>
                <a:spcPts val="0"/>
              </a:spcAft>
              <a:buClr>
                <a:srgbClr val="000000"/>
              </a:buClr>
              <a:buSzPts val="1800"/>
              <a:buFont typeface="Times"/>
              <a:buChar char="●"/>
            </a:pPr>
            <a:r>
              <a:rPr lang="en-US" sz="1800" b="0" i="0" u="none" strike="noStrike" cap="none">
                <a:solidFill>
                  <a:srgbClr val="000000"/>
                </a:solidFill>
                <a:latin typeface="Times"/>
                <a:ea typeface="Times"/>
                <a:cs typeface="Times"/>
                <a:sym typeface="Times"/>
              </a:rPr>
              <a:t>Email là trường dữ liệu bắt buộc của tất cả các form xây dựng ở Pardot.</a:t>
            </a:r>
            <a:endParaRPr sz="1800" b="0" i="0" u="none" strike="noStrike" cap="none">
              <a:solidFill>
                <a:srgbClr val="000000"/>
              </a:solidFill>
              <a:latin typeface="Times"/>
              <a:ea typeface="Times"/>
              <a:cs typeface="Times"/>
              <a:sym typeface="Times"/>
            </a:endParaRPr>
          </a:p>
        </p:txBody>
      </p:sp>
      <p:sp>
        <p:nvSpPr>
          <p:cNvPr id="387" name="Google Shape;387;g1d0ad6de515_0_1890"/>
          <p:cNvSpPr txBox="1">
            <a:spLocks noGrp="1"/>
          </p:cNvSpPr>
          <p:nvPr>
            <p:ph type="title"/>
          </p:nvPr>
        </p:nvSpPr>
        <p:spPr>
          <a:xfrm>
            <a:off x="503256" y="1269475"/>
            <a:ext cx="42534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700">
                <a:solidFill>
                  <a:srgbClr val="6A625B"/>
                </a:solidFill>
              </a:rPr>
              <a:t>Step 2: Fields</a:t>
            </a:r>
            <a:endParaRPr sz="2700">
              <a:solidFill>
                <a:srgbClr val="6A625B"/>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g1d0ad6de515_0_1897"/>
          <p:cNvSpPr txBox="1">
            <a:spLocks noGrp="1"/>
          </p:cNvSpPr>
          <p:nvPr>
            <p:ph type="title"/>
          </p:nvPr>
        </p:nvSpPr>
        <p:spPr>
          <a:xfrm>
            <a:off x="503263" y="467656"/>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FORM</a:t>
            </a:r>
            <a:endParaRPr/>
          </a:p>
        </p:txBody>
      </p:sp>
      <p:sp>
        <p:nvSpPr>
          <p:cNvPr id="393" name="Google Shape;393;g1d0ad6de515_0_1897"/>
          <p:cNvSpPr txBox="1"/>
          <p:nvPr/>
        </p:nvSpPr>
        <p:spPr>
          <a:xfrm>
            <a:off x="7315455" y="978375"/>
            <a:ext cx="4702800" cy="5772900"/>
          </a:xfrm>
          <a:prstGeom prst="rect">
            <a:avLst/>
          </a:prstGeom>
          <a:noFill/>
          <a:ln>
            <a:noFill/>
          </a:ln>
        </p:spPr>
        <p:txBody>
          <a:bodyPr spcFirstLastPara="1" wrap="square" lIns="91425" tIns="91425" rIns="91425" bIns="91425" anchor="ctr" anchorCtr="0">
            <a:noAutofit/>
          </a:bodyPr>
          <a:lstStyle/>
          <a:p>
            <a:pPr marL="0" marR="0" lvl="0" indent="0" algn="l" rtl="0">
              <a:lnSpc>
                <a:spcPct val="150000"/>
              </a:lnSpc>
              <a:spcBef>
                <a:spcPts val="600"/>
              </a:spcBef>
              <a:spcAft>
                <a:spcPts val="0"/>
              </a:spcAft>
              <a:buClr>
                <a:srgbClr val="000000"/>
              </a:buClr>
              <a:buSzPts val="1900"/>
              <a:buFont typeface="Arial"/>
              <a:buNone/>
            </a:pPr>
            <a:r>
              <a:rPr lang="en-US" sz="1900" b="0" i="0" u="none" strike="noStrike" cap="none">
                <a:solidFill>
                  <a:srgbClr val="000000"/>
                </a:solidFill>
                <a:latin typeface="Times"/>
                <a:ea typeface="Times"/>
                <a:cs typeface="Times"/>
                <a:sym typeface="Times"/>
              </a:rPr>
              <a:t>Chọn template cho form</a:t>
            </a:r>
            <a:endParaRPr sz="1900" b="0" i="0" u="none" strike="noStrike" cap="none">
              <a:solidFill>
                <a:srgbClr val="000000"/>
              </a:solidFill>
              <a:latin typeface="Times"/>
              <a:ea typeface="Times"/>
              <a:cs typeface="Times"/>
              <a:sym typeface="Times"/>
            </a:endParaRPr>
          </a:p>
          <a:p>
            <a:pPr marL="457200" marR="0" lvl="0" indent="-336550" algn="l" rtl="0">
              <a:lnSpc>
                <a:spcPct val="150000"/>
              </a:lnSpc>
              <a:spcBef>
                <a:spcPts val="600"/>
              </a:spcBef>
              <a:spcAft>
                <a:spcPts val="0"/>
              </a:spcAft>
              <a:buClr>
                <a:srgbClr val="000000"/>
              </a:buClr>
              <a:buSzPts val="1700"/>
              <a:buFont typeface="Times"/>
              <a:buChar char="●"/>
            </a:pPr>
            <a:r>
              <a:rPr lang="en-US" sz="1700" b="1" i="0" u="none" strike="noStrike" cap="none">
                <a:solidFill>
                  <a:srgbClr val="000000"/>
                </a:solidFill>
                <a:latin typeface="Times"/>
                <a:ea typeface="Times"/>
                <a:cs typeface="Times"/>
                <a:sym typeface="Times"/>
              </a:rPr>
              <a:t>Layout Template: </a:t>
            </a:r>
            <a:r>
              <a:rPr lang="en-US" sz="1700" b="0" i="0" u="none" strike="noStrike" cap="none">
                <a:solidFill>
                  <a:srgbClr val="000000"/>
                </a:solidFill>
                <a:latin typeface="Times"/>
                <a:ea typeface="Times"/>
                <a:cs typeface="Times"/>
                <a:sym typeface="Times"/>
              </a:rPr>
              <a:t>chọn layout template đã tạo trên Pardot </a:t>
            </a:r>
            <a:endParaRPr sz="1700" b="0" i="0" u="none" strike="noStrike" cap="none">
              <a:solidFill>
                <a:srgbClr val="000000"/>
              </a:solidFill>
              <a:latin typeface="Times"/>
              <a:ea typeface="Times"/>
              <a:cs typeface="Times"/>
              <a:sym typeface="Times"/>
            </a:endParaRPr>
          </a:p>
          <a:p>
            <a:pPr marL="457200" marR="0" lvl="0" indent="-336550" algn="l" rtl="0">
              <a:lnSpc>
                <a:spcPct val="150000"/>
              </a:lnSpc>
              <a:spcBef>
                <a:spcPts val="0"/>
              </a:spcBef>
              <a:spcAft>
                <a:spcPts val="0"/>
              </a:spcAft>
              <a:buClr>
                <a:srgbClr val="000000"/>
              </a:buClr>
              <a:buSzPts val="1700"/>
              <a:buFont typeface="Times"/>
              <a:buChar char="●"/>
            </a:pPr>
            <a:r>
              <a:rPr lang="en-US" sz="1700" b="1" i="0" u="none" strike="noStrike" cap="none">
                <a:solidFill>
                  <a:srgbClr val="000000"/>
                </a:solidFill>
                <a:latin typeface="Times"/>
                <a:ea typeface="Times"/>
                <a:cs typeface="Times"/>
                <a:sym typeface="Times"/>
              </a:rPr>
              <a:t>Submit Button Text:</a:t>
            </a:r>
            <a:r>
              <a:rPr lang="en-US" sz="1700" b="0" i="0" u="none" strike="noStrike" cap="none">
                <a:solidFill>
                  <a:srgbClr val="000000"/>
                </a:solidFill>
                <a:latin typeface="Times"/>
                <a:ea typeface="Times"/>
                <a:cs typeface="Times"/>
                <a:sym typeface="Times"/>
              </a:rPr>
              <a:t> đặt tên cho button Submit của form</a:t>
            </a:r>
            <a:endParaRPr sz="1700" b="0" i="0" u="none" strike="noStrike" cap="none">
              <a:solidFill>
                <a:srgbClr val="000000"/>
              </a:solidFill>
              <a:latin typeface="Times"/>
              <a:ea typeface="Times"/>
              <a:cs typeface="Times"/>
              <a:sym typeface="Times"/>
            </a:endParaRPr>
          </a:p>
          <a:p>
            <a:pPr marL="457200" marR="0" lvl="0" indent="-336550" algn="l" rtl="0">
              <a:lnSpc>
                <a:spcPct val="150000"/>
              </a:lnSpc>
              <a:spcBef>
                <a:spcPts val="0"/>
              </a:spcBef>
              <a:spcAft>
                <a:spcPts val="0"/>
              </a:spcAft>
              <a:buClr>
                <a:srgbClr val="000000"/>
              </a:buClr>
              <a:buSzPts val="1700"/>
              <a:buFont typeface="Times"/>
              <a:buChar char="●"/>
            </a:pPr>
            <a:r>
              <a:rPr lang="en-US" sz="1700" b="1" i="0" u="none" strike="noStrike" cap="none">
                <a:solidFill>
                  <a:srgbClr val="000000"/>
                </a:solidFill>
                <a:latin typeface="Times"/>
                <a:ea typeface="Times"/>
                <a:cs typeface="Times"/>
                <a:sym typeface="Times"/>
              </a:rPr>
              <a:t>Above Form</a:t>
            </a:r>
            <a:r>
              <a:rPr lang="en-US" sz="1700" b="0" i="0" u="none" strike="noStrike" cap="none">
                <a:solidFill>
                  <a:srgbClr val="000000"/>
                </a:solidFill>
                <a:latin typeface="Times"/>
                <a:ea typeface="Times"/>
                <a:cs typeface="Times"/>
                <a:sym typeface="Times"/>
              </a:rPr>
              <a:t>: thêm nội dung hiển thị nằm phía trên các trường dữ liệu của form.</a:t>
            </a:r>
            <a:endParaRPr sz="1700" b="0" i="0" u="none" strike="noStrike" cap="none">
              <a:solidFill>
                <a:srgbClr val="000000"/>
              </a:solidFill>
              <a:latin typeface="Times"/>
              <a:ea typeface="Times"/>
              <a:cs typeface="Times"/>
              <a:sym typeface="Times"/>
            </a:endParaRPr>
          </a:p>
          <a:p>
            <a:pPr marL="457200" marR="0" lvl="0" indent="-336550" algn="l" rtl="0">
              <a:lnSpc>
                <a:spcPct val="150000"/>
              </a:lnSpc>
              <a:spcBef>
                <a:spcPts val="0"/>
              </a:spcBef>
              <a:spcAft>
                <a:spcPts val="0"/>
              </a:spcAft>
              <a:buClr>
                <a:srgbClr val="000000"/>
              </a:buClr>
              <a:buSzPts val="1700"/>
              <a:buFont typeface="Times"/>
              <a:buChar char="●"/>
            </a:pPr>
            <a:r>
              <a:rPr lang="en-US" sz="1700" b="1" i="0" u="none" strike="noStrike" cap="none">
                <a:solidFill>
                  <a:srgbClr val="000000"/>
                </a:solidFill>
                <a:latin typeface="Times"/>
                <a:ea typeface="Times"/>
                <a:cs typeface="Times"/>
                <a:sym typeface="Times"/>
              </a:rPr>
              <a:t>Below Form:</a:t>
            </a:r>
            <a:r>
              <a:rPr lang="en-US" sz="1700" b="0" i="0" u="none" strike="noStrike" cap="none">
                <a:solidFill>
                  <a:srgbClr val="000000"/>
                </a:solidFill>
                <a:latin typeface="Times"/>
                <a:ea typeface="Times"/>
                <a:cs typeface="Times"/>
                <a:sym typeface="Times"/>
              </a:rPr>
              <a:t> thêm nội dung hiển thị nằm phía dưới trường dữ liệu và nút Submit.</a:t>
            </a:r>
            <a:endParaRPr sz="1700" b="0" i="0" u="none" strike="noStrike" cap="none">
              <a:solidFill>
                <a:srgbClr val="000000"/>
              </a:solidFill>
              <a:latin typeface="Times"/>
              <a:ea typeface="Times"/>
              <a:cs typeface="Times"/>
              <a:sym typeface="Times"/>
            </a:endParaRPr>
          </a:p>
          <a:p>
            <a:pPr marL="457200" marR="0" lvl="0" indent="-336550" algn="l" rtl="0">
              <a:lnSpc>
                <a:spcPct val="150000"/>
              </a:lnSpc>
              <a:spcBef>
                <a:spcPts val="0"/>
              </a:spcBef>
              <a:spcAft>
                <a:spcPts val="0"/>
              </a:spcAft>
              <a:buClr>
                <a:srgbClr val="000000"/>
              </a:buClr>
              <a:buSzPts val="1700"/>
              <a:buFont typeface="Times"/>
              <a:buChar char="●"/>
            </a:pPr>
            <a:r>
              <a:rPr lang="en-US" sz="1700" b="1" i="0" u="none" strike="noStrike" cap="none">
                <a:solidFill>
                  <a:srgbClr val="000000"/>
                </a:solidFill>
                <a:latin typeface="Times"/>
                <a:ea typeface="Times"/>
                <a:cs typeface="Times"/>
                <a:sym typeface="Times"/>
              </a:rPr>
              <a:t>Styles</a:t>
            </a:r>
            <a:r>
              <a:rPr lang="en-US" sz="1700" b="0" i="0" u="none" strike="noStrike" cap="none">
                <a:solidFill>
                  <a:srgbClr val="000000"/>
                </a:solidFill>
                <a:latin typeface="Times"/>
                <a:ea typeface="Times"/>
                <a:cs typeface="Times"/>
                <a:sym typeface="Times"/>
              </a:rPr>
              <a:t>: chỉnh sửa giao diện cơ bản cho form như cỡ chữ, định dạng chữ, màu chữ, căn chỉnh cho nhãn field, checkbox,...</a:t>
            </a:r>
            <a:endParaRPr sz="1700" b="0" i="0" u="none" strike="noStrike" cap="none">
              <a:solidFill>
                <a:srgbClr val="000000"/>
              </a:solidFill>
              <a:latin typeface="Times"/>
              <a:ea typeface="Times"/>
              <a:cs typeface="Times"/>
              <a:sym typeface="Times"/>
            </a:endParaRPr>
          </a:p>
          <a:p>
            <a:pPr marL="457200" marR="0" lvl="0" indent="-336550" algn="l" rtl="0">
              <a:lnSpc>
                <a:spcPct val="150000"/>
              </a:lnSpc>
              <a:spcBef>
                <a:spcPts val="0"/>
              </a:spcBef>
              <a:spcAft>
                <a:spcPts val="0"/>
              </a:spcAft>
              <a:buClr>
                <a:srgbClr val="000000"/>
              </a:buClr>
              <a:buSzPts val="1700"/>
              <a:buFont typeface="Times"/>
              <a:buChar char="●"/>
            </a:pPr>
            <a:r>
              <a:rPr lang="en-US" sz="1700" b="1" i="0" u="none" strike="noStrike" cap="none">
                <a:solidFill>
                  <a:srgbClr val="000000"/>
                </a:solidFill>
                <a:latin typeface="Times"/>
                <a:ea typeface="Times"/>
                <a:cs typeface="Times"/>
                <a:sym typeface="Times"/>
              </a:rPr>
              <a:t>Advanced: </a:t>
            </a:r>
            <a:r>
              <a:rPr lang="en-US" sz="1700" b="0" i="0" u="none" strike="noStrike" cap="none">
                <a:solidFill>
                  <a:srgbClr val="000000"/>
                </a:solidFill>
                <a:latin typeface="Times"/>
                <a:ea typeface="Times"/>
                <a:cs typeface="Times"/>
                <a:sym typeface="Times"/>
              </a:rPr>
              <a:t>lựa chọn nâng cao cho form như bổ sung xác thực CAPTCHA trước khi submit, cho phép người xem reset lại form,...</a:t>
            </a:r>
            <a:endParaRPr sz="1700" b="0" i="0" u="none" strike="noStrike" cap="none">
              <a:solidFill>
                <a:srgbClr val="000000"/>
              </a:solidFill>
              <a:latin typeface="Times"/>
              <a:ea typeface="Times"/>
              <a:cs typeface="Times"/>
              <a:sym typeface="Times"/>
            </a:endParaRPr>
          </a:p>
        </p:txBody>
      </p:sp>
      <p:pic>
        <p:nvPicPr>
          <p:cNvPr id="394" name="Google Shape;394;g1d0ad6de515_0_1897"/>
          <p:cNvPicPr preferRelativeResize="0"/>
          <p:nvPr/>
        </p:nvPicPr>
        <p:blipFill rotWithShape="1">
          <a:blip r:embed="rId3">
            <a:alphaModFix/>
          </a:blip>
          <a:srcRect r="22450"/>
          <a:stretch/>
        </p:blipFill>
        <p:spPr>
          <a:xfrm>
            <a:off x="334937" y="1807300"/>
            <a:ext cx="6924902" cy="4578050"/>
          </a:xfrm>
          <a:prstGeom prst="rect">
            <a:avLst/>
          </a:prstGeom>
          <a:noFill/>
          <a:ln>
            <a:noFill/>
          </a:ln>
        </p:spPr>
      </p:pic>
      <p:sp>
        <p:nvSpPr>
          <p:cNvPr id="395" name="Google Shape;395;g1d0ad6de515_0_1897"/>
          <p:cNvSpPr txBox="1">
            <a:spLocks noGrp="1"/>
          </p:cNvSpPr>
          <p:nvPr>
            <p:ph type="title"/>
          </p:nvPr>
        </p:nvSpPr>
        <p:spPr>
          <a:xfrm>
            <a:off x="503256" y="1269475"/>
            <a:ext cx="42534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700">
                <a:solidFill>
                  <a:srgbClr val="6A625B"/>
                </a:solidFill>
              </a:rPr>
              <a:t>Step 3: Look and Feel</a:t>
            </a:r>
            <a:endParaRPr sz="2700">
              <a:solidFill>
                <a:srgbClr val="6A625B"/>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g1d0ad6de515_0_1904"/>
          <p:cNvSpPr txBox="1">
            <a:spLocks noGrp="1"/>
          </p:cNvSpPr>
          <p:nvPr>
            <p:ph type="title"/>
          </p:nvPr>
        </p:nvSpPr>
        <p:spPr>
          <a:xfrm>
            <a:off x="503263" y="467656"/>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FORM</a:t>
            </a:r>
            <a:endParaRPr/>
          </a:p>
        </p:txBody>
      </p:sp>
      <p:sp>
        <p:nvSpPr>
          <p:cNvPr id="401" name="Google Shape;401;g1d0ad6de515_0_1904"/>
          <p:cNvSpPr txBox="1">
            <a:spLocks noGrp="1"/>
          </p:cNvSpPr>
          <p:nvPr>
            <p:ph type="title"/>
          </p:nvPr>
        </p:nvSpPr>
        <p:spPr>
          <a:xfrm>
            <a:off x="503256" y="1269475"/>
            <a:ext cx="53652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700">
                <a:solidFill>
                  <a:srgbClr val="6A625B"/>
                </a:solidFill>
              </a:rPr>
              <a:t>Step 4: Completion Action</a:t>
            </a:r>
            <a:endParaRPr sz="2700">
              <a:solidFill>
                <a:srgbClr val="6A625B"/>
              </a:solidFill>
            </a:endParaRPr>
          </a:p>
        </p:txBody>
      </p:sp>
      <p:sp>
        <p:nvSpPr>
          <p:cNvPr id="402" name="Google Shape;402;g1d0ad6de515_0_1904"/>
          <p:cNvSpPr txBox="1"/>
          <p:nvPr/>
        </p:nvSpPr>
        <p:spPr>
          <a:xfrm>
            <a:off x="5316885" y="1807300"/>
            <a:ext cx="6563100" cy="4679400"/>
          </a:xfrm>
          <a:prstGeom prst="rect">
            <a:avLst/>
          </a:prstGeom>
          <a:noFill/>
          <a:ln>
            <a:noFill/>
          </a:ln>
        </p:spPr>
        <p:txBody>
          <a:bodyPr spcFirstLastPara="1" wrap="square" lIns="91425" tIns="91425" rIns="91425" bIns="91425" anchor="t" anchorCtr="0">
            <a:spAutoFit/>
          </a:bodyPr>
          <a:lstStyle/>
          <a:p>
            <a:pPr marL="685800" marR="0" lvl="0" indent="0" algn="l" rtl="0">
              <a:lnSpc>
                <a:spcPct val="150000"/>
              </a:lnSpc>
              <a:spcBef>
                <a:spcPts val="600"/>
              </a:spcBef>
              <a:spcAft>
                <a:spcPts val="0"/>
              </a:spcAft>
              <a:buClr>
                <a:srgbClr val="000000"/>
              </a:buClr>
              <a:buSzPts val="1700"/>
              <a:buFont typeface="Arial"/>
              <a:buNone/>
            </a:pPr>
            <a:r>
              <a:rPr lang="en-US" sz="1700" b="0" i="0" u="none" strike="noStrike" cap="none">
                <a:solidFill>
                  <a:srgbClr val="000000"/>
                </a:solidFill>
                <a:latin typeface="Times"/>
                <a:ea typeface="Times"/>
                <a:cs typeface="Times"/>
                <a:sym typeface="Times"/>
              </a:rPr>
              <a:t>Xây dựng những hiển thị, hành động sau khi form được submit.</a:t>
            </a:r>
            <a:endParaRPr sz="1700" b="0" i="0" u="none" strike="noStrike" cap="none">
              <a:solidFill>
                <a:srgbClr val="000000"/>
              </a:solidFill>
              <a:latin typeface="Times"/>
              <a:ea typeface="Times"/>
              <a:cs typeface="Times"/>
              <a:sym typeface="Times"/>
            </a:endParaRPr>
          </a:p>
          <a:p>
            <a:pPr marL="1191260" marR="0" lvl="0" indent="-336550" algn="l" rtl="0">
              <a:lnSpc>
                <a:spcPct val="150000"/>
              </a:lnSpc>
              <a:spcBef>
                <a:spcPts val="600"/>
              </a:spcBef>
              <a:spcAft>
                <a:spcPts val="0"/>
              </a:spcAft>
              <a:buClr>
                <a:srgbClr val="000000"/>
              </a:buClr>
              <a:buSzPts val="1700"/>
              <a:buFont typeface="Times"/>
              <a:buChar char="●"/>
            </a:pPr>
            <a:r>
              <a:rPr lang="en-US" sz="1700" b="1" i="0" u="none" strike="noStrike" cap="none">
                <a:solidFill>
                  <a:srgbClr val="000000"/>
                </a:solidFill>
                <a:latin typeface="Times"/>
                <a:ea typeface="Times"/>
                <a:cs typeface="Times"/>
                <a:sym typeface="Times"/>
              </a:rPr>
              <a:t>Thank You Content, Thank you Code</a:t>
            </a:r>
            <a:r>
              <a:rPr lang="en-US" sz="1700" b="0" i="0" u="none" strike="noStrike" cap="none">
                <a:solidFill>
                  <a:srgbClr val="000000"/>
                </a:solidFill>
                <a:latin typeface="Times"/>
                <a:ea typeface="Times"/>
                <a:cs typeface="Times"/>
                <a:sym typeface="Times"/>
              </a:rPr>
              <a:t>: nội dung hiển thị trên màn hình sau khi submit.</a:t>
            </a:r>
            <a:endParaRPr sz="1700" b="0" i="0" u="none" strike="noStrike" cap="none">
              <a:solidFill>
                <a:srgbClr val="000000"/>
              </a:solidFill>
              <a:latin typeface="Times"/>
              <a:ea typeface="Times"/>
              <a:cs typeface="Times"/>
              <a:sym typeface="Times"/>
            </a:endParaRPr>
          </a:p>
          <a:p>
            <a:pPr marL="1191260" marR="0" lvl="0" indent="-336550" algn="l" rtl="0">
              <a:lnSpc>
                <a:spcPct val="150000"/>
              </a:lnSpc>
              <a:spcBef>
                <a:spcPts val="600"/>
              </a:spcBef>
              <a:spcAft>
                <a:spcPts val="0"/>
              </a:spcAft>
              <a:buClr>
                <a:srgbClr val="000000"/>
              </a:buClr>
              <a:buSzPts val="1700"/>
              <a:buFont typeface="Times"/>
              <a:buChar char="●"/>
            </a:pPr>
            <a:r>
              <a:rPr lang="en-US" sz="1700" b="1" i="0" u="none" strike="noStrike" cap="none">
                <a:solidFill>
                  <a:srgbClr val="000000"/>
                </a:solidFill>
                <a:latin typeface="Times"/>
                <a:ea typeface="Times"/>
                <a:cs typeface="Times"/>
                <a:sym typeface="Times"/>
              </a:rPr>
              <a:t>Always display form after submission</a:t>
            </a:r>
            <a:r>
              <a:rPr lang="en-US" sz="1700" b="0" i="0" u="none" strike="noStrike" cap="none">
                <a:solidFill>
                  <a:srgbClr val="000000"/>
                </a:solidFill>
                <a:latin typeface="Times"/>
                <a:ea typeface="Times"/>
                <a:cs typeface="Times"/>
                <a:sym typeface="Times"/>
              </a:rPr>
              <a:t>: hiển thị form hoàn thành sau khi submit</a:t>
            </a:r>
            <a:endParaRPr sz="1700" b="0" i="0" u="none" strike="noStrike" cap="none">
              <a:solidFill>
                <a:srgbClr val="000000"/>
              </a:solidFill>
              <a:latin typeface="Times"/>
              <a:ea typeface="Times"/>
              <a:cs typeface="Times"/>
              <a:sym typeface="Times"/>
            </a:endParaRPr>
          </a:p>
          <a:p>
            <a:pPr marL="1191260" marR="0" lvl="0" indent="-336550" algn="l" rtl="0">
              <a:lnSpc>
                <a:spcPct val="150000"/>
              </a:lnSpc>
              <a:spcBef>
                <a:spcPts val="600"/>
              </a:spcBef>
              <a:spcAft>
                <a:spcPts val="0"/>
              </a:spcAft>
              <a:buClr>
                <a:srgbClr val="000000"/>
              </a:buClr>
              <a:buSzPts val="1700"/>
              <a:buFont typeface="Times"/>
              <a:buChar char="●"/>
            </a:pPr>
            <a:r>
              <a:rPr lang="en-US" sz="1700" b="1" i="0" u="none" strike="noStrike" cap="none">
                <a:solidFill>
                  <a:srgbClr val="000000"/>
                </a:solidFill>
                <a:latin typeface="Times"/>
                <a:ea typeface="Times"/>
                <a:cs typeface="Times"/>
                <a:sym typeface="Times"/>
              </a:rPr>
              <a:t>Redirect to the following URL instead of showing the form's Thank You Content:</a:t>
            </a:r>
            <a:r>
              <a:rPr lang="en-US" sz="1700" b="0" i="0" u="none" strike="noStrike" cap="none">
                <a:solidFill>
                  <a:srgbClr val="000000"/>
                </a:solidFill>
                <a:latin typeface="Times"/>
                <a:ea typeface="Times"/>
                <a:cs typeface="Times"/>
                <a:sym typeface="Times"/>
              </a:rPr>
              <a:t> chuyển hướng đến một trang nào đó sau khi submit form.</a:t>
            </a:r>
            <a:endParaRPr sz="1700" b="0" i="0" u="none" strike="noStrike" cap="none">
              <a:solidFill>
                <a:srgbClr val="000000"/>
              </a:solidFill>
              <a:latin typeface="Times"/>
              <a:ea typeface="Times"/>
              <a:cs typeface="Times"/>
              <a:sym typeface="Times"/>
            </a:endParaRPr>
          </a:p>
          <a:p>
            <a:pPr marL="1191260" marR="0" lvl="0" indent="-336550" algn="l" rtl="0">
              <a:lnSpc>
                <a:spcPct val="150000"/>
              </a:lnSpc>
              <a:spcBef>
                <a:spcPts val="600"/>
              </a:spcBef>
              <a:spcAft>
                <a:spcPts val="600"/>
              </a:spcAft>
              <a:buClr>
                <a:srgbClr val="080707"/>
              </a:buClr>
              <a:buSzPts val="1700"/>
              <a:buFont typeface="Times"/>
              <a:buChar char="●"/>
            </a:pPr>
            <a:r>
              <a:rPr lang="en-US" sz="1700" b="1" i="0" u="none" strike="noStrike" cap="none">
                <a:solidFill>
                  <a:srgbClr val="000000"/>
                </a:solidFill>
                <a:latin typeface="Times"/>
                <a:ea typeface="Times"/>
                <a:cs typeface="Times"/>
                <a:sym typeface="Times"/>
              </a:rPr>
              <a:t>Completion Actions</a:t>
            </a:r>
            <a:r>
              <a:rPr lang="en-US" sz="1700" b="0" i="0" u="none" strike="noStrike" cap="none">
                <a:solidFill>
                  <a:srgbClr val="000000"/>
                </a:solidFill>
                <a:latin typeface="Times"/>
                <a:ea typeface="Times"/>
                <a:cs typeface="Times"/>
                <a:sym typeface="Times"/>
              </a:rPr>
              <a:t>: tạo các hành động thực hiện khi form được submit như gắn tag cho prospect, thêm vào List, cộng/trừ điểm, assign cho user,...</a:t>
            </a:r>
            <a:r>
              <a:rPr lang="en-US" sz="1700" b="0" i="0" u="none" strike="noStrike" cap="none">
                <a:solidFill>
                  <a:srgbClr val="080707"/>
                </a:solidFill>
                <a:latin typeface="Times"/>
                <a:ea typeface="Times"/>
                <a:cs typeface="Times"/>
                <a:sym typeface="Times"/>
              </a:rPr>
              <a:t> </a:t>
            </a:r>
            <a:endParaRPr sz="1700" b="0" i="0" u="none" strike="noStrike" cap="none">
              <a:solidFill>
                <a:srgbClr val="000000"/>
              </a:solidFill>
              <a:latin typeface="Arial"/>
              <a:ea typeface="Arial"/>
              <a:cs typeface="Arial"/>
              <a:sym typeface="Arial"/>
            </a:endParaRPr>
          </a:p>
        </p:txBody>
      </p:sp>
      <p:pic>
        <p:nvPicPr>
          <p:cNvPr id="403" name="Google Shape;403;g1d0ad6de515_0_1904"/>
          <p:cNvPicPr preferRelativeResize="0"/>
          <p:nvPr/>
        </p:nvPicPr>
        <p:blipFill rotWithShape="1">
          <a:blip r:embed="rId3">
            <a:alphaModFix/>
          </a:blip>
          <a:srcRect r="20759"/>
          <a:stretch/>
        </p:blipFill>
        <p:spPr>
          <a:xfrm>
            <a:off x="230935" y="2011300"/>
            <a:ext cx="5715917" cy="382067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g1d0ad6de515_0_1911"/>
          <p:cNvSpPr txBox="1">
            <a:spLocks noGrp="1"/>
          </p:cNvSpPr>
          <p:nvPr>
            <p:ph type="title"/>
          </p:nvPr>
        </p:nvSpPr>
        <p:spPr>
          <a:xfrm>
            <a:off x="503263" y="467656"/>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FORM</a:t>
            </a:r>
            <a:endParaRPr/>
          </a:p>
        </p:txBody>
      </p:sp>
      <p:sp>
        <p:nvSpPr>
          <p:cNvPr id="409" name="Google Shape;409;g1d0ad6de515_0_1911"/>
          <p:cNvSpPr txBox="1">
            <a:spLocks noGrp="1"/>
          </p:cNvSpPr>
          <p:nvPr>
            <p:ph type="title"/>
          </p:nvPr>
        </p:nvSpPr>
        <p:spPr>
          <a:xfrm>
            <a:off x="503256" y="1269475"/>
            <a:ext cx="53652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700">
                <a:solidFill>
                  <a:srgbClr val="6A625B"/>
                </a:solidFill>
              </a:rPr>
              <a:t>Step 4: Completion Action</a:t>
            </a:r>
            <a:endParaRPr sz="2700">
              <a:solidFill>
                <a:srgbClr val="6A625B"/>
              </a:solidFill>
            </a:endParaRPr>
          </a:p>
        </p:txBody>
      </p:sp>
      <p:pic>
        <p:nvPicPr>
          <p:cNvPr id="410" name="Google Shape;410;g1d0ad6de515_0_1911"/>
          <p:cNvPicPr preferRelativeResize="0"/>
          <p:nvPr/>
        </p:nvPicPr>
        <p:blipFill rotWithShape="1">
          <a:blip r:embed="rId3">
            <a:alphaModFix/>
          </a:blip>
          <a:srcRect/>
          <a:stretch/>
        </p:blipFill>
        <p:spPr>
          <a:xfrm>
            <a:off x="362594" y="1995800"/>
            <a:ext cx="4953000" cy="3695700"/>
          </a:xfrm>
          <a:prstGeom prst="rect">
            <a:avLst/>
          </a:prstGeom>
          <a:noFill/>
          <a:ln>
            <a:noFill/>
          </a:ln>
        </p:spPr>
      </p:pic>
      <p:graphicFrame>
        <p:nvGraphicFramePr>
          <p:cNvPr id="411" name="Google Shape;411;g1d0ad6de515_0_1911"/>
          <p:cNvGraphicFramePr/>
          <p:nvPr/>
        </p:nvGraphicFramePr>
        <p:xfrm>
          <a:off x="5676803" y="1807288"/>
          <a:ext cx="5945150" cy="4270315"/>
        </p:xfrm>
        <a:graphic>
          <a:graphicData uri="http://schemas.openxmlformats.org/drawingml/2006/table">
            <a:tbl>
              <a:tblPr>
                <a:noFill/>
                <a:tableStyleId>{159DADAA-D26A-4386-AA5C-913205F9A5BB}</a:tableStyleId>
              </a:tblPr>
              <a:tblGrid>
                <a:gridCol w="2514625">
                  <a:extLst>
                    <a:ext uri="{9D8B030D-6E8A-4147-A177-3AD203B41FA5}">
                      <a16:colId xmlns:a16="http://schemas.microsoft.com/office/drawing/2014/main" val="20000"/>
                    </a:ext>
                  </a:extLst>
                </a:gridCol>
                <a:gridCol w="3430525">
                  <a:extLst>
                    <a:ext uri="{9D8B030D-6E8A-4147-A177-3AD203B41FA5}">
                      <a16:colId xmlns:a16="http://schemas.microsoft.com/office/drawing/2014/main" val="20001"/>
                    </a:ext>
                  </a:extLst>
                </a:gridCol>
              </a:tblGrid>
              <a:tr h="0">
                <a:tc>
                  <a:txBody>
                    <a:bodyPr/>
                    <a:lstStyle/>
                    <a:p>
                      <a:pPr marL="180340" marR="0" lvl="0" indent="0" algn="l" rtl="0">
                        <a:lnSpc>
                          <a:spcPct val="150000"/>
                        </a:lnSpc>
                        <a:spcBef>
                          <a:spcPts val="0"/>
                        </a:spcBef>
                        <a:spcAft>
                          <a:spcPts val="0"/>
                        </a:spcAft>
                        <a:buClr>
                          <a:srgbClr val="000000"/>
                        </a:buClr>
                        <a:buSzPts val="1600"/>
                        <a:buFont typeface="Arial"/>
                        <a:buNone/>
                      </a:pPr>
                      <a:r>
                        <a:rPr lang="en-US" sz="1600" b="1" u="none" strike="noStrike" cap="none">
                          <a:latin typeface="Times New Roman"/>
                          <a:ea typeface="Times New Roman"/>
                          <a:cs typeface="Times New Roman"/>
                          <a:sym typeface="Times New Roman"/>
                        </a:rPr>
                        <a:t>Action</a:t>
                      </a:r>
                      <a:endParaRPr sz="1600" b="1" u="none" strike="noStrike" cap="none">
                        <a:latin typeface="Times New Roman"/>
                        <a:ea typeface="Times New Roman"/>
                        <a:cs typeface="Times New Roman"/>
                        <a:sym typeface="Times New Roman"/>
                      </a:endParaRPr>
                    </a:p>
                  </a:txBody>
                  <a:tcPr marL="63500" marR="63500" marT="63500" marB="63500">
                    <a:solidFill>
                      <a:srgbClr val="B4C6E7"/>
                    </a:solidFill>
                  </a:tcPr>
                </a:tc>
                <a:tc>
                  <a:txBody>
                    <a:bodyPr/>
                    <a:lstStyle/>
                    <a:p>
                      <a:pPr marL="180340" marR="0" lvl="0" indent="0" algn="l" rtl="0">
                        <a:lnSpc>
                          <a:spcPct val="150000"/>
                        </a:lnSpc>
                        <a:spcBef>
                          <a:spcPts val="0"/>
                        </a:spcBef>
                        <a:spcAft>
                          <a:spcPts val="0"/>
                        </a:spcAft>
                        <a:buClr>
                          <a:srgbClr val="000000"/>
                        </a:buClr>
                        <a:buSzPts val="1600"/>
                        <a:buFont typeface="Arial"/>
                        <a:buNone/>
                      </a:pPr>
                      <a:r>
                        <a:rPr lang="en-US" sz="1600" b="1" u="none" strike="noStrike" cap="none">
                          <a:latin typeface="Times New Roman"/>
                          <a:ea typeface="Times New Roman"/>
                          <a:cs typeface="Times New Roman"/>
                          <a:sym typeface="Times New Roman"/>
                        </a:rPr>
                        <a:t>Mô tả</a:t>
                      </a:r>
                      <a:endParaRPr sz="1600" b="1" u="none" strike="noStrike" cap="none">
                        <a:latin typeface="Times New Roman"/>
                        <a:ea typeface="Times New Roman"/>
                        <a:cs typeface="Times New Roman"/>
                        <a:sym typeface="Times New Roman"/>
                      </a:endParaRPr>
                    </a:p>
                  </a:txBody>
                  <a:tcPr marL="63500" marR="63500" marT="63500" marB="63500">
                    <a:solidFill>
                      <a:srgbClr val="B4C6E7"/>
                    </a:solidFill>
                  </a:tcPr>
                </a:tc>
                <a:extLst>
                  <a:ext uri="{0D108BD9-81ED-4DB2-BD59-A6C34878D82A}">
                    <a16:rowId xmlns:a16="http://schemas.microsoft.com/office/drawing/2014/main" val="10000"/>
                  </a:ext>
                </a:extLst>
              </a:tr>
              <a:tr h="0">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Add to list</a:t>
                      </a:r>
                      <a:endParaRPr sz="1400" u="none" strike="noStrike" cap="none">
                        <a:latin typeface="Times New Roman"/>
                        <a:ea typeface="Times New Roman"/>
                        <a:cs typeface="Times New Roman"/>
                        <a:sym typeface="Times New Roman"/>
                      </a:endParaRPr>
                    </a:p>
                  </a:txBody>
                  <a:tcPr marL="63500" marR="63500" marT="63500" marB="63500"/>
                </a:tc>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Thêm Prospect vào trong một List</a:t>
                      </a:r>
                      <a:endParaRPr sz="1400"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1"/>
                  </a:ext>
                </a:extLst>
              </a:tr>
              <a:tr h="0">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Assign to user</a:t>
                      </a:r>
                      <a:endParaRPr sz="1400" u="none" strike="noStrike" cap="none">
                        <a:latin typeface="Times New Roman"/>
                        <a:ea typeface="Times New Roman"/>
                        <a:cs typeface="Times New Roman"/>
                        <a:sym typeface="Times New Roman"/>
                      </a:endParaRPr>
                    </a:p>
                  </a:txBody>
                  <a:tcPr marL="63500" marR="63500" marT="63500" marB="63500"/>
                </a:tc>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Assign Prospect cho một user trên Pardot</a:t>
                      </a:r>
                      <a:endParaRPr sz="1400"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2"/>
                  </a:ext>
                </a:extLst>
              </a:tr>
              <a:tr h="0">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Create Salesforce Task</a:t>
                      </a:r>
                      <a:endParaRPr sz="1400" u="none" strike="noStrike" cap="none">
                        <a:latin typeface="Times New Roman"/>
                        <a:ea typeface="Times New Roman"/>
                        <a:cs typeface="Times New Roman"/>
                        <a:sym typeface="Times New Roman"/>
                      </a:endParaRPr>
                    </a:p>
                  </a:txBody>
                  <a:tcPr marL="63500" marR="63500" marT="63500" marB="63500"/>
                </a:tc>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Tạo một Task Call hoặc SMS gửi về CRM và assign Task cho Owner của Lead hoặc một user trên Pardot</a:t>
                      </a:r>
                      <a:endParaRPr sz="1400"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3"/>
                  </a:ext>
                </a:extLst>
              </a:tr>
              <a:tr h="0">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Notify user</a:t>
                      </a:r>
                      <a:endParaRPr sz="1400" u="none" strike="noStrike" cap="none">
                        <a:latin typeface="Times New Roman"/>
                        <a:ea typeface="Times New Roman"/>
                        <a:cs typeface="Times New Roman"/>
                        <a:sym typeface="Times New Roman"/>
                      </a:endParaRPr>
                    </a:p>
                  </a:txBody>
                  <a:tcPr marL="63500" marR="63500" marT="63500" marB="63500"/>
                </a:tc>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Thông báo cho một user trên Pardot</a:t>
                      </a:r>
                      <a:endParaRPr sz="1400"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4"/>
                  </a:ext>
                </a:extLst>
              </a:tr>
              <a:tr h="0">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Notify Assigned User</a:t>
                      </a:r>
                      <a:endParaRPr sz="1400" u="none" strike="noStrike" cap="none">
                        <a:latin typeface="Times New Roman"/>
                        <a:ea typeface="Times New Roman"/>
                        <a:cs typeface="Times New Roman"/>
                        <a:sym typeface="Times New Roman"/>
                      </a:endParaRPr>
                    </a:p>
                  </a:txBody>
                  <a:tcPr marL="63500" marR="63500" marT="63500" marB="63500"/>
                </a:tc>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Thông báo owner của Prospect</a:t>
                      </a:r>
                      <a:endParaRPr sz="1400"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5"/>
                  </a:ext>
                </a:extLst>
              </a:tr>
              <a:tr h="0">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Change prospect custom field value</a:t>
                      </a:r>
                      <a:endParaRPr sz="1400" u="none" strike="noStrike" cap="none">
                        <a:latin typeface="Times New Roman"/>
                        <a:ea typeface="Times New Roman"/>
                        <a:cs typeface="Times New Roman"/>
                        <a:sym typeface="Times New Roman"/>
                      </a:endParaRPr>
                    </a:p>
                  </a:txBody>
                  <a:tcPr marL="63500" marR="63500" marT="63500" marB="63500"/>
                </a:tc>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Thay đổi giá trị của một field tùy chỉnh</a:t>
                      </a:r>
                      <a:endParaRPr sz="1400"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6"/>
                  </a:ext>
                </a:extLst>
              </a:tr>
              <a:tr h="0">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Change prospect default field</a:t>
                      </a:r>
                      <a:endParaRPr sz="1400" u="none" strike="noStrike" cap="none">
                        <a:latin typeface="Times New Roman"/>
                        <a:ea typeface="Times New Roman"/>
                        <a:cs typeface="Times New Roman"/>
                        <a:sym typeface="Times New Roman"/>
                      </a:endParaRPr>
                    </a:p>
                  </a:txBody>
                  <a:tcPr marL="63500" marR="63500" marT="63500" marB="63500"/>
                </a:tc>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Thay đổi giá trị của một field mặc định</a:t>
                      </a:r>
                      <a:endParaRPr sz="1400"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7"/>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g1d0ad6de515_0_1918"/>
          <p:cNvSpPr txBox="1">
            <a:spLocks noGrp="1"/>
          </p:cNvSpPr>
          <p:nvPr>
            <p:ph type="title"/>
          </p:nvPr>
        </p:nvSpPr>
        <p:spPr>
          <a:xfrm>
            <a:off x="503260" y="467650"/>
            <a:ext cx="46014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FORM HANDLER</a:t>
            </a:r>
            <a:endParaRPr/>
          </a:p>
        </p:txBody>
      </p:sp>
      <p:sp>
        <p:nvSpPr>
          <p:cNvPr id="417" name="Google Shape;417;g1d0ad6de515_0_1918"/>
          <p:cNvSpPr txBox="1"/>
          <p:nvPr/>
        </p:nvSpPr>
        <p:spPr>
          <a:xfrm>
            <a:off x="7236535" y="2452650"/>
            <a:ext cx="4787700" cy="2423100"/>
          </a:xfrm>
          <a:prstGeom prst="rect">
            <a:avLst/>
          </a:prstGeom>
          <a:noFill/>
          <a:ln>
            <a:noFill/>
          </a:ln>
        </p:spPr>
        <p:txBody>
          <a:bodyPr spcFirstLastPara="1" wrap="square" lIns="91425" tIns="91425" rIns="91425" bIns="91425" anchor="t" anchorCtr="0">
            <a:spAutoFit/>
          </a:bodyPr>
          <a:lstStyle/>
          <a:p>
            <a:pPr marL="1094740" marR="0" lvl="0" indent="-336550" algn="l" rtl="0">
              <a:lnSpc>
                <a:spcPct val="107916"/>
              </a:lnSpc>
              <a:spcBef>
                <a:spcPts val="0"/>
              </a:spcBef>
              <a:spcAft>
                <a:spcPts val="0"/>
              </a:spcAft>
              <a:buClr>
                <a:srgbClr val="000000"/>
              </a:buClr>
              <a:buSzPts val="1700"/>
              <a:buFont typeface="Times"/>
              <a:buChar char="-"/>
            </a:pPr>
            <a:r>
              <a:rPr lang="en-US" sz="1700" b="1" i="0" u="none" strike="noStrike" cap="none">
                <a:solidFill>
                  <a:srgbClr val="000000"/>
                </a:solidFill>
                <a:latin typeface="Times"/>
                <a:ea typeface="Times"/>
                <a:cs typeface="Times"/>
                <a:sym typeface="Times"/>
              </a:rPr>
              <a:t>Success Location</a:t>
            </a:r>
            <a:r>
              <a:rPr lang="en-US" sz="1700" b="0" i="0" u="none" strike="noStrike" cap="none">
                <a:solidFill>
                  <a:srgbClr val="000000"/>
                </a:solidFill>
                <a:latin typeface="Times"/>
                <a:ea typeface="Times"/>
                <a:cs typeface="Times"/>
                <a:sym typeface="Times"/>
              </a:rPr>
              <a:t>: trang chuyển đến khi submit form thành công:</a:t>
            </a:r>
            <a:endParaRPr sz="1700" b="0" i="0" u="none" strike="noStrike" cap="none">
              <a:solidFill>
                <a:srgbClr val="000000"/>
              </a:solidFill>
              <a:latin typeface="Times"/>
              <a:ea typeface="Times"/>
              <a:cs typeface="Times"/>
              <a:sym typeface="Times"/>
            </a:endParaRPr>
          </a:p>
          <a:p>
            <a:pPr marL="1551940" marR="0" lvl="1" indent="-336550" algn="l" rtl="0">
              <a:lnSpc>
                <a:spcPct val="107916"/>
              </a:lnSpc>
              <a:spcBef>
                <a:spcPts val="0"/>
              </a:spcBef>
              <a:spcAft>
                <a:spcPts val="0"/>
              </a:spcAft>
              <a:buClr>
                <a:srgbClr val="000000"/>
              </a:buClr>
              <a:buSzPts val="1700"/>
              <a:buFont typeface="Times"/>
              <a:buChar char="o"/>
            </a:pPr>
            <a:r>
              <a:rPr lang="en-US" sz="1700" b="1" i="0" u="none" strike="noStrike" cap="none">
                <a:solidFill>
                  <a:srgbClr val="000000"/>
                </a:solidFill>
                <a:latin typeface="Times"/>
                <a:ea typeface="Times"/>
                <a:cs typeface="Times"/>
                <a:sym typeface="Times"/>
              </a:rPr>
              <a:t>Referring URL:</a:t>
            </a:r>
            <a:r>
              <a:rPr lang="en-US" sz="1700" b="0" i="0" u="none" strike="noStrike" cap="none">
                <a:solidFill>
                  <a:srgbClr val="000000"/>
                </a:solidFill>
                <a:latin typeface="Times"/>
                <a:ea typeface="Times"/>
                <a:cs typeface="Times"/>
                <a:sym typeface="Times"/>
              </a:rPr>
              <a:t> ở nguyên vị trí hiện tại</a:t>
            </a:r>
            <a:endParaRPr sz="1700" b="0" i="0" u="none" strike="noStrike" cap="none">
              <a:solidFill>
                <a:srgbClr val="000000"/>
              </a:solidFill>
              <a:latin typeface="Times"/>
              <a:ea typeface="Times"/>
              <a:cs typeface="Times"/>
              <a:sym typeface="Times"/>
            </a:endParaRPr>
          </a:p>
          <a:p>
            <a:pPr marL="1551940" marR="0" lvl="1" indent="-336550" algn="l" rtl="0">
              <a:lnSpc>
                <a:spcPct val="107916"/>
              </a:lnSpc>
              <a:spcBef>
                <a:spcPts val="0"/>
              </a:spcBef>
              <a:spcAft>
                <a:spcPts val="0"/>
              </a:spcAft>
              <a:buClr>
                <a:srgbClr val="000000"/>
              </a:buClr>
              <a:buSzPts val="1700"/>
              <a:buFont typeface="Times"/>
              <a:buChar char="o"/>
            </a:pPr>
            <a:r>
              <a:rPr lang="en-US" sz="1700" b="1" i="0" u="none" strike="noStrike" cap="none">
                <a:solidFill>
                  <a:srgbClr val="000000"/>
                </a:solidFill>
                <a:latin typeface="Times"/>
                <a:ea typeface="Times"/>
                <a:cs typeface="Times"/>
                <a:sym typeface="Times"/>
              </a:rPr>
              <a:t>Specific URL</a:t>
            </a:r>
            <a:r>
              <a:rPr lang="en-US" sz="1700" b="0" i="0" u="none" strike="noStrike" cap="none">
                <a:solidFill>
                  <a:srgbClr val="000000"/>
                </a:solidFill>
                <a:latin typeface="Times"/>
                <a:ea typeface="Times"/>
                <a:cs typeface="Times"/>
                <a:sym typeface="Times"/>
              </a:rPr>
              <a:t>: dẫn tới một page nào đó</a:t>
            </a:r>
            <a:endParaRPr sz="1700" b="0" i="0" u="none" strike="noStrike" cap="none">
              <a:solidFill>
                <a:srgbClr val="000000"/>
              </a:solidFill>
              <a:latin typeface="Times"/>
              <a:ea typeface="Times"/>
              <a:cs typeface="Times"/>
              <a:sym typeface="Times"/>
            </a:endParaRPr>
          </a:p>
          <a:p>
            <a:pPr marL="1094740" marR="0" lvl="0" indent="-336550" algn="l" rtl="0">
              <a:lnSpc>
                <a:spcPct val="107916"/>
              </a:lnSpc>
              <a:spcBef>
                <a:spcPts val="0"/>
              </a:spcBef>
              <a:spcAft>
                <a:spcPts val="800"/>
              </a:spcAft>
              <a:buClr>
                <a:srgbClr val="000000"/>
              </a:buClr>
              <a:buSzPts val="1700"/>
              <a:buFont typeface="Times"/>
              <a:buChar char="-"/>
            </a:pPr>
            <a:r>
              <a:rPr lang="en-US" sz="1700" b="1" i="0" u="none" strike="noStrike" cap="none">
                <a:solidFill>
                  <a:srgbClr val="000000"/>
                </a:solidFill>
                <a:latin typeface="Times"/>
                <a:ea typeface="Times"/>
                <a:cs typeface="Times"/>
                <a:sym typeface="Times"/>
              </a:rPr>
              <a:t>Error Location</a:t>
            </a:r>
            <a:r>
              <a:rPr lang="en-US" sz="1700" b="0" i="0" u="none" strike="noStrike" cap="none">
                <a:solidFill>
                  <a:srgbClr val="000000"/>
                </a:solidFill>
                <a:latin typeface="Times"/>
                <a:ea typeface="Times"/>
                <a:cs typeface="Times"/>
                <a:sym typeface="Times"/>
              </a:rPr>
              <a:t>: trang chuyển đến khi submit form không thành công</a:t>
            </a:r>
            <a:endParaRPr sz="1700" b="0" i="0" u="none" strike="noStrike" cap="none">
              <a:solidFill>
                <a:srgbClr val="000000"/>
              </a:solidFill>
              <a:latin typeface="Times"/>
              <a:ea typeface="Times"/>
              <a:cs typeface="Times"/>
              <a:sym typeface="Times"/>
            </a:endParaRPr>
          </a:p>
        </p:txBody>
      </p:sp>
      <p:pic>
        <p:nvPicPr>
          <p:cNvPr id="418" name="Google Shape;418;g1d0ad6de515_0_1918"/>
          <p:cNvPicPr preferRelativeResize="0"/>
          <p:nvPr/>
        </p:nvPicPr>
        <p:blipFill rotWithShape="1">
          <a:blip r:embed="rId3">
            <a:alphaModFix/>
          </a:blip>
          <a:srcRect/>
          <a:stretch/>
        </p:blipFill>
        <p:spPr>
          <a:xfrm>
            <a:off x="372197" y="1752600"/>
            <a:ext cx="7347201" cy="40974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g1d0ad6de515_0_1924"/>
          <p:cNvSpPr txBox="1">
            <a:spLocks noGrp="1"/>
          </p:cNvSpPr>
          <p:nvPr>
            <p:ph type="title"/>
          </p:nvPr>
        </p:nvSpPr>
        <p:spPr>
          <a:xfrm>
            <a:off x="503263" y="467656"/>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FORM HANDLER</a:t>
            </a:r>
            <a:endParaRPr/>
          </a:p>
        </p:txBody>
      </p:sp>
      <p:pic>
        <p:nvPicPr>
          <p:cNvPr id="424" name="Google Shape;424;g1d0ad6de515_0_1924"/>
          <p:cNvPicPr preferRelativeResize="0"/>
          <p:nvPr/>
        </p:nvPicPr>
        <p:blipFill rotWithShape="1">
          <a:blip r:embed="rId3">
            <a:alphaModFix/>
          </a:blip>
          <a:srcRect/>
          <a:stretch/>
        </p:blipFill>
        <p:spPr>
          <a:xfrm>
            <a:off x="340789" y="1335999"/>
            <a:ext cx="6532126" cy="2606575"/>
          </a:xfrm>
          <a:prstGeom prst="rect">
            <a:avLst/>
          </a:prstGeom>
          <a:noFill/>
          <a:ln>
            <a:noFill/>
          </a:ln>
        </p:spPr>
      </p:pic>
      <p:sp>
        <p:nvSpPr>
          <p:cNvPr id="425" name="Google Shape;425;g1d0ad6de515_0_1924"/>
          <p:cNvSpPr txBox="1"/>
          <p:nvPr/>
        </p:nvSpPr>
        <p:spPr>
          <a:xfrm>
            <a:off x="6996447" y="1479538"/>
            <a:ext cx="4860900" cy="20163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50000"/>
              </a:lnSpc>
              <a:spcBef>
                <a:spcPts val="0"/>
              </a:spcBef>
              <a:spcAft>
                <a:spcPts val="0"/>
              </a:spcAft>
              <a:buClr>
                <a:srgbClr val="000000"/>
              </a:buClr>
              <a:buSzPts val="1700"/>
              <a:buFont typeface="Times"/>
              <a:buChar char="●"/>
            </a:pPr>
            <a:r>
              <a:rPr lang="en-US" sz="1700" b="1" i="0" u="none" strike="noStrike" cap="none">
                <a:solidFill>
                  <a:srgbClr val="000000"/>
                </a:solidFill>
                <a:latin typeface="Times"/>
                <a:ea typeface="Times"/>
                <a:cs typeface="Times"/>
                <a:sym typeface="Times"/>
              </a:rPr>
              <a:t>Completion Action</a:t>
            </a:r>
            <a:r>
              <a:rPr lang="en-US" sz="1700" b="0" i="0" u="none" strike="noStrike" cap="none">
                <a:solidFill>
                  <a:srgbClr val="000000"/>
                </a:solidFill>
                <a:latin typeface="Times"/>
                <a:ea typeface="Times"/>
                <a:cs typeface="Times"/>
                <a:sym typeface="Times"/>
              </a:rPr>
              <a:t> tương tự như thiết kế Form (xem lại hướng dẫn ở mục</a:t>
            </a:r>
            <a:r>
              <a:rPr lang="en-US" sz="1700" b="1" i="0" u="none" strike="noStrike" cap="none">
                <a:solidFill>
                  <a:srgbClr val="000000"/>
                </a:solidFill>
                <a:latin typeface="Times"/>
                <a:ea typeface="Times"/>
                <a:cs typeface="Times"/>
                <a:sym typeface="Times"/>
              </a:rPr>
              <a:t> II.5.1.1 Tạo Form</a:t>
            </a:r>
            <a:r>
              <a:rPr lang="en-US" sz="1700" b="0" i="0" u="none" strike="noStrike" cap="none">
                <a:solidFill>
                  <a:srgbClr val="000000"/>
                </a:solidFill>
                <a:latin typeface="Times"/>
                <a:ea typeface="Times"/>
                <a:cs typeface="Times"/>
                <a:sym typeface="Times"/>
              </a:rPr>
              <a:t>)</a:t>
            </a:r>
            <a:endParaRPr sz="1700" b="0" i="0" u="none" strike="noStrike" cap="none">
              <a:solidFill>
                <a:srgbClr val="000000"/>
              </a:solidFill>
              <a:latin typeface="Times"/>
              <a:ea typeface="Times"/>
              <a:cs typeface="Times"/>
              <a:sym typeface="Times"/>
            </a:endParaRPr>
          </a:p>
          <a:p>
            <a:pPr marL="457200" marR="0" lvl="0" indent="-336550" algn="l" rtl="0">
              <a:lnSpc>
                <a:spcPct val="150000"/>
              </a:lnSpc>
              <a:spcBef>
                <a:spcPts val="0"/>
              </a:spcBef>
              <a:spcAft>
                <a:spcPts val="0"/>
              </a:spcAft>
              <a:buClr>
                <a:srgbClr val="000000"/>
              </a:buClr>
              <a:buSzPts val="1700"/>
              <a:buFont typeface="Times"/>
              <a:buChar char="●"/>
            </a:pPr>
            <a:r>
              <a:rPr lang="en-US" sz="1700" b="0" i="0" u="none" strike="noStrike" cap="none">
                <a:solidFill>
                  <a:srgbClr val="000000"/>
                </a:solidFill>
                <a:latin typeface="Times"/>
                <a:ea typeface="Times"/>
                <a:cs typeface="Times"/>
                <a:sym typeface="Times"/>
              </a:rPr>
              <a:t>Đối với </a:t>
            </a:r>
            <a:r>
              <a:rPr lang="en-US" sz="1700" b="1" i="0" u="none" strike="noStrike" cap="none">
                <a:solidFill>
                  <a:srgbClr val="000000"/>
                </a:solidFill>
                <a:latin typeface="Times"/>
                <a:ea typeface="Times"/>
                <a:cs typeface="Times"/>
                <a:sym typeface="Times"/>
              </a:rPr>
              <a:t>Form Fields</a:t>
            </a:r>
            <a:r>
              <a:rPr lang="en-US" sz="1700" b="0" i="0" u="none" strike="noStrike" cap="none">
                <a:solidFill>
                  <a:srgbClr val="000000"/>
                </a:solidFill>
                <a:latin typeface="Times"/>
                <a:ea typeface="Times"/>
                <a:cs typeface="Times"/>
                <a:sym typeface="Times"/>
              </a:rPr>
              <a:t>, email cũng là field bắt buộc trong form và nhấn </a:t>
            </a:r>
            <a:r>
              <a:rPr lang="en-US" sz="1700" b="1" i="0" u="none" strike="noStrike" cap="none">
                <a:solidFill>
                  <a:srgbClr val="000000"/>
                </a:solidFill>
                <a:latin typeface="Times"/>
                <a:ea typeface="Times"/>
                <a:cs typeface="Times"/>
                <a:sym typeface="Times"/>
              </a:rPr>
              <a:t>+Add New Field</a:t>
            </a:r>
            <a:r>
              <a:rPr lang="en-US" sz="1700" b="0" i="0" u="none" strike="noStrike" cap="none">
                <a:solidFill>
                  <a:srgbClr val="000000"/>
                </a:solidFill>
                <a:latin typeface="Times"/>
                <a:ea typeface="Times"/>
                <a:cs typeface="Times"/>
                <a:sym typeface="Times"/>
              </a:rPr>
              <a:t> để thêm field mới</a:t>
            </a:r>
            <a:endParaRPr sz="1700" b="0" i="0" u="none" strike="noStrike" cap="none">
              <a:solidFill>
                <a:srgbClr val="000000"/>
              </a:solidFill>
              <a:latin typeface="Times"/>
              <a:ea typeface="Times"/>
              <a:cs typeface="Times"/>
              <a:sym typeface="Times"/>
            </a:endParaRPr>
          </a:p>
        </p:txBody>
      </p:sp>
      <p:pic>
        <p:nvPicPr>
          <p:cNvPr id="426" name="Google Shape;426;g1d0ad6de515_0_1924"/>
          <p:cNvPicPr preferRelativeResize="0"/>
          <p:nvPr/>
        </p:nvPicPr>
        <p:blipFill rotWithShape="1">
          <a:blip r:embed="rId4">
            <a:alphaModFix/>
          </a:blip>
          <a:srcRect/>
          <a:stretch/>
        </p:blipFill>
        <p:spPr>
          <a:xfrm>
            <a:off x="1169756" y="3752713"/>
            <a:ext cx="4341071" cy="2905788"/>
          </a:xfrm>
          <a:prstGeom prst="rect">
            <a:avLst/>
          </a:prstGeom>
          <a:noFill/>
          <a:ln>
            <a:noFill/>
          </a:ln>
        </p:spPr>
      </p:pic>
      <p:sp>
        <p:nvSpPr>
          <p:cNvPr id="427" name="Google Shape;427;g1d0ad6de515_0_1924"/>
          <p:cNvSpPr txBox="1"/>
          <p:nvPr/>
        </p:nvSpPr>
        <p:spPr>
          <a:xfrm>
            <a:off x="6294014" y="4224500"/>
            <a:ext cx="5714700" cy="24090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50000"/>
              </a:lnSpc>
              <a:spcBef>
                <a:spcPts val="0"/>
              </a:spcBef>
              <a:spcAft>
                <a:spcPts val="0"/>
              </a:spcAft>
              <a:buClr>
                <a:srgbClr val="000000"/>
              </a:buClr>
              <a:buSzPts val="1700"/>
              <a:buFont typeface="Times"/>
              <a:buChar char="●"/>
            </a:pPr>
            <a:r>
              <a:rPr lang="en-US" sz="1700" b="1" i="0" u="none" strike="noStrike" cap="none">
                <a:solidFill>
                  <a:srgbClr val="000000"/>
                </a:solidFill>
                <a:latin typeface="Times"/>
                <a:ea typeface="Times"/>
                <a:cs typeface="Times"/>
                <a:sym typeface="Times"/>
              </a:rPr>
              <a:t>External Field Name</a:t>
            </a:r>
            <a:r>
              <a:rPr lang="en-US" sz="1700" b="0" i="0" u="none" strike="noStrike" cap="none">
                <a:solidFill>
                  <a:srgbClr val="000000"/>
                </a:solidFill>
                <a:latin typeface="Times"/>
                <a:ea typeface="Times"/>
                <a:cs typeface="Times"/>
                <a:sym typeface="Times"/>
              </a:rPr>
              <a:t>: điền tên (định nghĩa “name” của field) được gán trong mã HTML cho field đó trên website/landing page</a:t>
            </a:r>
            <a:endParaRPr sz="1700" b="0" i="0" u="none" strike="noStrike" cap="none">
              <a:solidFill>
                <a:srgbClr val="000000"/>
              </a:solidFill>
              <a:latin typeface="Times"/>
              <a:ea typeface="Times"/>
              <a:cs typeface="Times"/>
              <a:sym typeface="Times"/>
            </a:endParaRPr>
          </a:p>
          <a:p>
            <a:pPr marL="457200" marR="0" lvl="0" indent="-336550" algn="l" rtl="0">
              <a:lnSpc>
                <a:spcPct val="150000"/>
              </a:lnSpc>
              <a:spcBef>
                <a:spcPts val="0"/>
              </a:spcBef>
              <a:spcAft>
                <a:spcPts val="0"/>
              </a:spcAft>
              <a:buClr>
                <a:srgbClr val="000000"/>
              </a:buClr>
              <a:buSzPts val="1700"/>
              <a:buFont typeface="Times"/>
              <a:buChar char="●"/>
            </a:pPr>
            <a:r>
              <a:rPr lang="en-US" sz="1700" b="1" i="0" u="none" strike="noStrike" cap="none">
                <a:solidFill>
                  <a:srgbClr val="000000"/>
                </a:solidFill>
                <a:latin typeface="Times"/>
                <a:ea typeface="Times"/>
                <a:cs typeface="Times"/>
                <a:sym typeface="Times"/>
              </a:rPr>
              <a:t>Prospect Field:</a:t>
            </a:r>
            <a:r>
              <a:rPr lang="en-US" sz="1700" b="0" i="0" u="none" strike="noStrike" cap="none">
                <a:solidFill>
                  <a:srgbClr val="000000"/>
                </a:solidFill>
                <a:latin typeface="Times"/>
                <a:ea typeface="Times"/>
                <a:cs typeface="Times"/>
                <a:sym typeface="Times"/>
              </a:rPr>
              <a:t> Chọn field của Pardot bạn muốn chứa giá trị đổ về từ field trên form.</a:t>
            </a:r>
            <a:endParaRPr sz="1700" b="0" i="0" u="none" strike="noStrike" cap="none">
              <a:solidFill>
                <a:srgbClr val="000000"/>
              </a:solidFill>
              <a:latin typeface="Times"/>
              <a:ea typeface="Times"/>
              <a:cs typeface="Times"/>
              <a:sym typeface="Times"/>
            </a:endParaRPr>
          </a:p>
          <a:p>
            <a:pPr marL="457200" marR="0" lvl="0" indent="-336550" algn="l" rtl="0">
              <a:lnSpc>
                <a:spcPct val="150000"/>
              </a:lnSpc>
              <a:spcBef>
                <a:spcPts val="0"/>
              </a:spcBef>
              <a:spcAft>
                <a:spcPts val="0"/>
              </a:spcAft>
              <a:buClr>
                <a:srgbClr val="000000"/>
              </a:buClr>
              <a:buSzPts val="1700"/>
              <a:buFont typeface="Times"/>
              <a:buChar char="●"/>
            </a:pPr>
            <a:r>
              <a:rPr lang="en-US" sz="1700" b="1" i="0" u="none" strike="noStrike" cap="none">
                <a:solidFill>
                  <a:srgbClr val="000000"/>
                </a:solidFill>
                <a:latin typeface="Times"/>
                <a:ea typeface="Times"/>
                <a:cs typeface="Times"/>
                <a:sym typeface="Times"/>
              </a:rPr>
              <a:t>Data Format:</a:t>
            </a:r>
            <a:r>
              <a:rPr lang="en-US" sz="1700" b="0" i="0" u="none" strike="noStrike" cap="none">
                <a:solidFill>
                  <a:srgbClr val="000000"/>
                </a:solidFill>
                <a:latin typeface="Times"/>
                <a:ea typeface="Times"/>
                <a:cs typeface="Times"/>
                <a:sym typeface="Times"/>
              </a:rPr>
              <a:t> định dạng nhập cho field đó</a:t>
            </a:r>
            <a:endParaRPr sz="1700" b="0" i="0" u="none" strike="noStrike" cap="non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g1d0ad6de515_0_1932"/>
          <p:cNvSpPr txBox="1">
            <a:spLocks noGrp="1"/>
          </p:cNvSpPr>
          <p:nvPr>
            <p:ph type="title"/>
          </p:nvPr>
        </p:nvSpPr>
        <p:spPr>
          <a:xfrm>
            <a:off x="503263" y="467656"/>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FORM HANDLER</a:t>
            </a:r>
            <a:endParaRPr/>
          </a:p>
        </p:txBody>
      </p:sp>
      <p:pic>
        <p:nvPicPr>
          <p:cNvPr id="433" name="Google Shape;433;g1d0ad6de515_0_1932"/>
          <p:cNvPicPr preferRelativeResize="0"/>
          <p:nvPr/>
        </p:nvPicPr>
        <p:blipFill rotWithShape="1">
          <a:blip r:embed="rId3">
            <a:alphaModFix/>
          </a:blip>
          <a:srcRect/>
          <a:stretch/>
        </p:blipFill>
        <p:spPr>
          <a:xfrm>
            <a:off x="356543" y="1711800"/>
            <a:ext cx="7223223" cy="3576875"/>
          </a:xfrm>
          <a:prstGeom prst="rect">
            <a:avLst/>
          </a:prstGeom>
          <a:noFill/>
          <a:ln>
            <a:noFill/>
          </a:ln>
        </p:spPr>
      </p:pic>
      <p:sp>
        <p:nvSpPr>
          <p:cNvPr id="434" name="Google Shape;434;g1d0ad6de515_0_1932"/>
          <p:cNvSpPr txBox="1"/>
          <p:nvPr/>
        </p:nvSpPr>
        <p:spPr>
          <a:xfrm>
            <a:off x="7116678" y="3244025"/>
            <a:ext cx="4844700" cy="728700"/>
          </a:xfrm>
          <a:prstGeom prst="rect">
            <a:avLst/>
          </a:prstGeom>
          <a:noFill/>
          <a:ln>
            <a:noFill/>
          </a:ln>
        </p:spPr>
        <p:txBody>
          <a:bodyPr spcFirstLastPara="1" wrap="square" lIns="91425" tIns="91425" rIns="91425" bIns="91425" anchor="t" anchorCtr="0">
            <a:spAutoFit/>
          </a:bodyPr>
          <a:lstStyle/>
          <a:p>
            <a:pPr marL="457200" marR="0" lvl="0" indent="0" algn="l" rtl="0">
              <a:lnSpc>
                <a:spcPct val="107916"/>
              </a:lnSpc>
              <a:spcBef>
                <a:spcPts val="0"/>
              </a:spcBef>
              <a:spcAft>
                <a:spcPts val="800"/>
              </a:spcAft>
              <a:buClr>
                <a:srgbClr val="000000"/>
              </a:buClr>
              <a:buSzPts val="1700"/>
              <a:buFont typeface="Arial"/>
              <a:buNone/>
            </a:pPr>
            <a:r>
              <a:rPr lang="en-US" sz="1700" b="0" i="0" u="none" strike="noStrike" cap="none">
                <a:solidFill>
                  <a:srgbClr val="000000"/>
                </a:solidFill>
                <a:latin typeface="Times"/>
                <a:ea typeface="Times"/>
                <a:cs typeface="Times"/>
                <a:sym typeface="Times"/>
              </a:rPr>
              <a:t>Sao chép </a:t>
            </a:r>
            <a:r>
              <a:rPr lang="en-US" sz="1700" b="1" i="0" u="none" strike="noStrike" cap="none">
                <a:solidFill>
                  <a:srgbClr val="000000"/>
                </a:solidFill>
                <a:latin typeface="Times"/>
                <a:ea typeface="Times"/>
                <a:cs typeface="Times"/>
                <a:sym typeface="Times"/>
              </a:rPr>
              <a:t>Endpoint URL </a:t>
            </a:r>
            <a:r>
              <a:rPr lang="en-US" sz="1700" b="0" i="0" u="none" strike="noStrike" cap="none">
                <a:solidFill>
                  <a:srgbClr val="000000"/>
                </a:solidFill>
                <a:latin typeface="Times"/>
                <a:ea typeface="Times"/>
                <a:cs typeface="Times"/>
                <a:sym typeface="Times"/>
              </a:rPr>
              <a:t>gắn vào action của thẻ form trên mã HTML của website</a:t>
            </a:r>
            <a:endParaRPr sz="1700" b="1" i="0" u="none" strike="noStrike" cap="none">
              <a:solidFill>
                <a:srgbClr val="000000"/>
              </a:solidFill>
              <a:latin typeface="Times"/>
              <a:ea typeface="Times"/>
              <a:cs typeface="Times"/>
              <a:sym typeface="Time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g1d0ad6de515_0_2112"/>
          <p:cNvSpPr txBox="1">
            <a:spLocks noGrp="1"/>
          </p:cNvSpPr>
          <p:nvPr>
            <p:ph type="title"/>
          </p:nvPr>
        </p:nvSpPr>
        <p:spPr>
          <a:xfrm>
            <a:off x="570080" y="467656"/>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2.6. Landing Page </a:t>
            </a:r>
            <a:endParaRPr/>
          </a:p>
        </p:txBody>
      </p:sp>
      <p:pic>
        <p:nvPicPr>
          <p:cNvPr id="440" name="Google Shape;440;g1d0ad6de515_0_2112"/>
          <p:cNvPicPr preferRelativeResize="0"/>
          <p:nvPr/>
        </p:nvPicPr>
        <p:blipFill rotWithShape="1">
          <a:blip r:embed="rId3">
            <a:alphaModFix/>
          </a:blip>
          <a:srcRect/>
          <a:stretch/>
        </p:blipFill>
        <p:spPr>
          <a:xfrm>
            <a:off x="805535" y="1572400"/>
            <a:ext cx="9896248" cy="42184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g1d0ad6de515_0_2117"/>
          <p:cNvSpPr txBox="1">
            <a:spLocks noGrp="1"/>
          </p:cNvSpPr>
          <p:nvPr>
            <p:ph type="title"/>
          </p:nvPr>
        </p:nvSpPr>
        <p:spPr>
          <a:xfrm>
            <a:off x="570080" y="467656"/>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LANDING PAGE LAYOUT</a:t>
            </a:r>
            <a:endParaRPr/>
          </a:p>
        </p:txBody>
      </p:sp>
      <p:pic>
        <p:nvPicPr>
          <p:cNvPr id="446" name="Google Shape;446;g1d0ad6de515_0_2117"/>
          <p:cNvPicPr preferRelativeResize="0"/>
          <p:nvPr/>
        </p:nvPicPr>
        <p:blipFill rotWithShape="1">
          <a:blip r:embed="rId3">
            <a:alphaModFix/>
          </a:blip>
          <a:srcRect/>
          <a:stretch/>
        </p:blipFill>
        <p:spPr>
          <a:xfrm>
            <a:off x="578001" y="1301051"/>
            <a:ext cx="7333323" cy="4687051"/>
          </a:xfrm>
          <a:prstGeom prst="rect">
            <a:avLst/>
          </a:prstGeom>
          <a:noFill/>
          <a:ln>
            <a:noFill/>
          </a:ln>
        </p:spPr>
      </p:pic>
      <p:sp>
        <p:nvSpPr>
          <p:cNvPr id="447" name="Google Shape;447;g1d0ad6de515_0_2117"/>
          <p:cNvSpPr txBox="1"/>
          <p:nvPr/>
        </p:nvSpPr>
        <p:spPr>
          <a:xfrm>
            <a:off x="7913236" y="1836125"/>
            <a:ext cx="4002000" cy="26301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rgbClr val="252525"/>
              </a:buClr>
              <a:buSzPts val="1800"/>
              <a:buFont typeface="Times New Roman"/>
              <a:buChar char="●"/>
            </a:pPr>
            <a:r>
              <a:rPr lang="en-US" sz="1800" b="0" i="0" u="none" strike="noStrike" cap="none">
                <a:solidFill>
                  <a:srgbClr val="252525"/>
                </a:solidFill>
                <a:latin typeface="Times New Roman"/>
                <a:ea typeface="Times New Roman"/>
                <a:cs typeface="Times New Roman"/>
                <a:sym typeface="Times New Roman"/>
              </a:rPr>
              <a:t>Trên tab Layout, thêm HTML và CSS. </a:t>
            </a:r>
            <a:endParaRPr sz="1800" b="0" i="0" u="none" strike="noStrike" cap="none">
              <a:solidFill>
                <a:srgbClr val="252525"/>
              </a:solidFill>
              <a:latin typeface="Times New Roman"/>
              <a:ea typeface="Times New Roman"/>
              <a:cs typeface="Times New Roman"/>
              <a:sym typeface="Times New Roman"/>
            </a:endParaRPr>
          </a:p>
          <a:p>
            <a:pPr marL="457200" marR="0" lvl="0" indent="-342900" algn="l" rtl="0">
              <a:lnSpc>
                <a:spcPct val="115000"/>
              </a:lnSpc>
              <a:spcBef>
                <a:spcPts val="1000"/>
              </a:spcBef>
              <a:spcAft>
                <a:spcPts val="0"/>
              </a:spcAft>
              <a:buClr>
                <a:srgbClr val="252525"/>
              </a:buClr>
              <a:buSzPts val="1800"/>
              <a:buFont typeface="Times New Roman"/>
              <a:buChar char="●"/>
            </a:pPr>
            <a:r>
              <a:rPr lang="en-US" sz="1800" b="0" i="0" u="none" strike="noStrike" cap="none">
                <a:solidFill>
                  <a:srgbClr val="252525"/>
                </a:solidFill>
                <a:latin typeface="Times New Roman"/>
                <a:ea typeface="Times New Roman"/>
                <a:cs typeface="Times New Roman"/>
                <a:sym typeface="Times New Roman"/>
              </a:rPr>
              <a:t>Không xóa các thẻ biến </a:t>
            </a:r>
            <a:r>
              <a:rPr lang="en-US" sz="1800" b="1" i="0" u="none" strike="noStrike" cap="none">
                <a:solidFill>
                  <a:srgbClr val="252525"/>
                </a:solidFill>
                <a:latin typeface="Times New Roman"/>
                <a:ea typeface="Times New Roman"/>
                <a:cs typeface="Times New Roman"/>
                <a:sym typeface="Times New Roman"/>
              </a:rPr>
              <a:t>%%title%%, %%content%% hoặc %%description%% </a:t>
            </a:r>
            <a:endParaRPr sz="1800" b="1" i="0" u="none" strike="noStrike" cap="none">
              <a:solidFill>
                <a:srgbClr val="252525"/>
              </a:solidFill>
              <a:latin typeface="Times New Roman"/>
              <a:ea typeface="Times New Roman"/>
              <a:cs typeface="Times New Roman"/>
              <a:sym typeface="Times New Roman"/>
            </a:endParaRPr>
          </a:p>
          <a:p>
            <a:pPr marL="457200" marR="0" lvl="0" indent="-342900" algn="l" rtl="0">
              <a:lnSpc>
                <a:spcPct val="115000"/>
              </a:lnSpc>
              <a:spcBef>
                <a:spcPts val="1000"/>
              </a:spcBef>
              <a:spcAft>
                <a:spcPts val="1000"/>
              </a:spcAft>
              <a:buClr>
                <a:srgbClr val="252525"/>
              </a:buClr>
              <a:buSzPts val="1800"/>
              <a:buFont typeface="Times New Roman"/>
              <a:buChar char="●"/>
            </a:pPr>
            <a:r>
              <a:rPr lang="en-US" sz="1800" b="0" i="0" u="none" strike="noStrike" cap="none">
                <a:solidFill>
                  <a:srgbClr val="252525"/>
                </a:solidFill>
                <a:latin typeface="Times New Roman"/>
                <a:ea typeface="Times New Roman"/>
                <a:cs typeface="Times New Roman"/>
                <a:sym typeface="Times New Roman"/>
              </a:rPr>
              <a:t>OMN1 đã tạo sẵn một số layout trên Pardot</a:t>
            </a:r>
            <a:endParaRPr sz="1800" b="0" i="0" u="none" strike="noStrike" cap="none">
              <a:solidFill>
                <a:srgbClr val="252525"/>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g1d0ad6de515_0_2123"/>
          <p:cNvSpPr txBox="1">
            <a:spLocks noGrp="1"/>
          </p:cNvSpPr>
          <p:nvPr>
            <p:ph type="title"/>
          </p:nvPr>
        </p:nvSpPr>
        <p:spPr>
          <a:xfrm>
            <a:off x="503260" y="467650"/>
            <a:ext cx="46014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LANDING PAGE</a:t>
            </a:r>
            <a:endParaRPr/>
          </a:p>
        </p:txBody>
      </p:sp>
      <p:sp>
        <p:nvSpPr>
          <p:cNvPr id="453" name="Google Shape;453;g1d0ad6de515_0_2123"/>
          <p:cNvSpPr txBox="1"/>
          <p:nvPr/>
        </p:nvSpPr>
        <p:spPr>
          <a:xfrm>
            <a:off x="6258905" y="1269475"/>
            <a:ext cx="5733900" cy="5571900"/>
          </a:xfrm>
          <a:prstGeom prst="rect">
            <a:avLst/>
          </a:prstGeom>
          <a:noFill/>
          <a:ln>
            <a:noFill/>
          </a:ln>
        </p:spPr>
        <p:txBody>
          <a:bodyPr spcFirstLastPara="1" wrap="square" lIns="91425" tIns="91425" rIns="91425" bIns="91425" anchor="t" anchorCtr="0">
            <a:spAutoFit/>
          </a:bodyPr>
          <a:lstStyle/>
          <a:p>
            <a:pPr marL="1143000" marR="0" lvl="0" indent="-342900" algn="l" rtl="0">
              <a:lnSpc>
                <a:spcPct val="150000"/>
              </a:lnSpc>
              <a:spcBef>
                <a:spcPts val="600"/>
              </a:spcBef>
              <a:spcAft>
                <a:spcPts val="0"/>
              </a:spcAft>
              <a:buClr>
                <a:srgbClr val="000000"/>
              </a:buClr>
              <a:buSzPts val="1800"/>
              <a:buFont typeface="Times"/>
              <a:buChar char="●"/>
            </a:pPr>
            <a:r>
              <a:rPr lang="en-US" sz="1800" b="1" i="0" u="none" strike="noStrike" cap="none">
                <a:solidFill>
                  <a:srgbClr val="000000"/>
                </a:solidFill>
                <a:latin typeface="Times"/>
                <a:ea typeface="Times"/>
                <a:cs typeface="Times"/>
                <a:sym typeface="Times"/>
              </a:rPr>
              <a:t>Name</a:t>
            </a:r>
            <a:r>
              <a:rPr lang="en-US" sz="1800" b="0" i="0" u="none" strike="noStrike" cap="none">
                <a:solidFill>
                  <a:srgbClr val="000000"/>
                </a:solidFill>
                <a:latin typeface="Times"/>
                <a:ea typeface="Times"/>
                <a:cs typeface="Times"/>
                <a:sym typeface="Times"/>
              </a:rPr>
              <a:t>: tên landing page (LP)</a:t>
            </a:r>
            <a:endParaRPr sz="1800" b="0" i="0" u="none" strike="noStrike" cap="none">
              <a:solidFill>
                <a:srgbClr val="000000"/>
              </a:solidFill>
              <a:latin typeface="Times"/>
              <a:ea typeface="Times"/>
              <a:cs typeface="Times"/>
              <a:sym typeface="Times"/>
            </a:endParaRPr>
          </a:p>
          <a:p>
            <a:pPr marL="1143000" marR="0" lvl="0" indent="-342900" algn="l" rtl="0">
              <a:lnSpc>
                <a:spcPct val="150000"/>
              </a:lnSpc>
              <a:spcBef>
                <a:spcPts val="600"/>
              </a:spcBef>
              <a:spcAft>
                <a:spcPts val="0"/>
              </a:spcAft>
              <a:buClr>
                <a:srgbClr val="000000"/>
              </a:buClr>
              <a:buSzPts val="1800"/>
              <a:buFont typeface="Times"/>
              <a:buChar char="●"/>
            </a:pPr>
            <a:r>
              <a:rPr lang="en-US" sz="1800" b="1" i="0" u="none" strike="noStrike" cap="none">
                <a:solidFill>
                  <a:srgbClr val="000000"/>
                </a:solidFill>
                <a:latin typeface="Times"/>
                <a:ea typeface="Times"/>
                <a:cs typeface="Times"/>
                <a:sym typeface="Times"/>
              </a:rPr>
              <a:t>Tags</a:t>
            </a:r>
            <a:r>
              <a:rPr lang="en-US" sz="1800" b="0" i="0" u="none" strike="noStrike" cap="none">
                <a:solidFill>
                  <a:srgbClr val="000000"/>
                </a:solidFill>
                <a:latin typeface="Times"/>
                <a:ea typeface="Times"/>
                <a:cs typeface="Times"/>
                <a:sym typeface="Times"/>
              </a:rPr>
              <a:t>: gắn tag cho LP</a:t>
            </a:r>
            <a:endParaRPr sz="1800" b="0" i="0" u="none" strike="noStrike" cap="none">
              <a:solidFill>
                <a:srgbClr val="000000"/>
              </a:solidFill>
              <a:latin typeface="Times"/>
              <a:ea typeface="Times"/>
              <a:cs typeface="Times"/>
              <a:sym typeface="Times"/>
            </a:endParaRPr>
          </a:p>
          <a:p>
            <a:pPr marL="1143000" marR="0" lvl="0" indent="-342900" algn="l" rtl="0">
              <a:lnSpc>
                <a:spcPct val="150000"/>
              </a:lnSpc>
              <a:spcBef>
                <a:spcPts val="600"/>
              </a:spcBef>
              <a:spcAft>
                <a:spcPts val="0"/>
              </a:spcAft>
              <a:buClr>
                <a:srgbClr val="000000"/>
              </a:buClr>
              <a:buSzPts val="1800"/>
              <a:buFont typeface="Times"/>
              <a:buChar char="●"/>
            </a:pPr>
            <a:r>
              <a:rPr lang="en-US" sz="1800" b="1" i="0" u="none" strike="noStrike" cap="none">
                <a:solidFill>
                  <a:srgbClr val="000000"/>
                </a:solidFill>
                <a:latin typeface="Times"/>
                <a:ea typeface="Times"/>
                <a:cs typeface="Times"/>
                <a:sym typeface="Times"/>
              </a:rPr>
              <a:t>Folder</a:t>
            </a:r>
            <a:r>
              <a:rPr lang="en-US" sz="1800" b="0" i="0" u="none" strike="noStrike" cap="none">
                <a:solidFill>
                  <a:srgbClr val="000000"/>
                </a:solidFill>
                <a:latin typeface="Times"/>
                <a:ea typeface="Times"/>
                <a:cs typeface="Times"/>
                <a:sym typeface="Times"/>
              </a:rPr>
              <a:t>: chọn thư mục lưu trữ</a:t>
            </a:r>
            <a:endParaRPr sz="1800" b="0" i="0" u="none" strike="noStrike" cap="none">
              <a:solidFill>
                <a:srgbClr val="000000"/>
              </a:solidFill>
              <a:latin typeface="Times"/>
              <a:ea typeface="Times"/>
              <a:cs typeface="Times"/>
              <a:sym typeface="Times"/>
            </a:endParaRPr>
          </a:p>
          <a:p>
            <a:pPr marL="1143000" marR="0" lvl="0" indent="-342900" algn="l" rtl="0">
              <a:lnSpc>
                <a:spcPct val="150000"/>
              </a:lnSpc>
              <a:spcBef>
                <a:spcPts val="600"/>
              </a:spcBef>
              <a:spcAft>
                <a:spcPts val="0"/>
              </a:spcAft>
              <a:buClr>
                <a:srgbClr val="000000"/>
              </a:buClr>
              <a:buSzPts val="1800"/>
              <a:buFont typeface="Times"/>
              <a:buChar char="●"/>
            </a:pPr>
            <a:r>
              <a:rPr lang="en-US" sz="1800" b="1" i="0" u="none" strike="noStrike" cap="none">
                <a:solidFill>
                  <a:srgbClr val="000000"/>
                </a:solidFill>
                <a:latin typeface="Times"/>
                <a:ea typeface="Times"/>
                <a:cs typeface="Times"/>
                <a:sym typeface="Times"/>
              </a:rPr>
              <a:t>Title</a:t>
            </a:r>
            <a:r>
              <a:rPr lang="en-US" sz="1800" b="0" i="0" u="none" strike="noStrike" cap="none">
                <a:solidFill>
                  <a:srgbClr val="000000"/>
                </a:solidFill>
                <a:latin typeface="Times"/>
                <a:ea typeface="Times"/>
                <a:cs typeface="Times"/>
                <a:sym typeface="Times"/>
              </a:rPr>
              <a:t>: tên hiển thị trên thanh tiêu đề của trình duyệt.</a:t>
            </a:r>
            <a:endParaRPr sz="1800" b="0" i="0" u="none" strike="noStrike" cap="none">
              <a:solidFill>
                <a:srgbClr val="000000"/>
              </a:solidFill>
              <a:latin typeface="Times"/>
              <a:ea typeface="Times"/>
              <a:cs typeface="Times"/>
              <a:sym typeface="Times"/>
            </a:endParaRPr>
          </a:p>
          <a:p>
            <a:pPr marL="1143000" marR="0" lvl="0" indent="-342900" algn="l" rtl="0">
              <a:lnSpc>
                <a:spcPct val="150000"/>
              </a:lnSpc>
              <a:spcBef>
                <a:spcPts val="600"/>
              </a:spcBef>
              <a:spcAft>
                <a:spcPts val="0"/>
              </a:spcAft>
              <a:buClr>
                <a:srgbClr val="000000"/>
              </a:buClr>
              <a:buSzPts val="1800"/>
              <a:buFont typeface="Times"/>
              <a:buChar char="●"/>
            </a:pPr>
            <a:r>
              <a:rPr lang="en-US" sz="1800" b="1" i="0" u="none" strike="noStrike" cap="none">
                <a:solidFill>
                  <a:srgbClr val="000000"/>
                </a:solidFill>
                <a:latin typeface="Times"/>
                <a:ea typeface="Times"/>
                <a:cs typeface="Times"/>
                <a:sym typeface="Times"/>
              </a:rPr>
              <a:t>Campaign</a:t>
            </a:r>
            <a:r>
              <a:rPr lang="en-US" sz="1800" b="0" i="0" u="none" strike="noStrike" cap="none">
                <a:solidFill>
                  <a:srgbClr val="000000"/>
                </a:solidFill>
                <a:latin typeface="Times"/>
                <a:ea typeface="Times"/>
                <a:cs typeface="Times"/>
                <a:sym typeface="Times"/>
              </a:rPr>
              <a:t>: chọn chiến dịch cho form.</a:t>
            </a:r>
            <a:endParaRPr sz="1800" b="0" i="0" u="none" strike="noStrike" cap="none">
              <a:solidFill>
                <a:srgbClr val="000000"/>
              </a:solidFill>
              <a:latin typeface="Times"/>
              <a:ea typeface="Times"/>
              <a:cs typeface="Times"/>
              <a:sym typeface="Times"/>
            </a:endParaRPr>
          </a:p>
          <a:p>
            <a:pPr marL="1143000" marR="0" lvl="0" indent="-342900" algn="l" rtl="0">
              <a:lnSpc>
                <a:spcPct val="150000"/>
              </a:lnSpc>
              <a:spcBef>
                <a:spcPts val="600"/>
              </a:spcBef>
              <a:spcAft>
                <a:spcPts val="0"/>
              </a:spcAft>
              <a:buClr>
                <a:srgbClr val="000000"/>
              </a:buClr>
              <a:buSzPts val="1800"/>
              <a:buFont typeface="Times"/>
              <a:buChar char="●"/>
            </a:pPr>
            <a:r>
              <a:rPr lang="en-US" sz="1800" b="1" i="0" u="none" strike="noStrike" cap="none">
                <a:solidFill>
                  <a:srgbClr val="000000"/>
                </a:solidFill>
                <a:latin typeface="Times"/>
                <a:ea typeface="Times"/>
                <a:cs typeface="Times"/>
                <a:sym typeface="Times"/>
              </a:rPr>
              <a:t>Tracker Domain</a:t>
            </a:r>
            <a:r>
              <a:rPr lang="en-US" sz="1800" b="0" i="0" u="none" strike="noStrike" cap="none">
                <a:solidFill>
                  <a:srgbClr val="000000"/>
                </a:solidFill>
                <a:latin typeface="Times"/>
                <a:ea typeface="Times"/>
                <a:cs typeface="Times"/>
                <a:sym typeface="Times"/>
              </a:rPr>
              <a:t>: chọn tên miền để tạo link cho form và tracking được form.</a:t>
            </a:r>
            <a:endParaRPr sz="1800" b="0" i="0" u="none" strike="noStrike" cap="none">
              <a:solidFill>
                <a:srgbClr val="000000"/>
              </a:solidFill>
              <a:latin typeface="Times"/>
              <a:ea typeface="Times"/>
              <a:cs typeface="Times"/>
              <a:sym typeface="Times"/>
            </a:endParaRPr>
          </a:p>
          <a:p>
            <a:pPr marL="1143000" marR="0" lvl="0" indent="-342900" algn="l" rtl="0">
              <a:lnSpc>
                <a:spcPct val="150000"/>
              </a:lnSpc>
              <a:spcBef>
                <a:spcPts val="600"/>
              </a:spcBef>
              <a:spcAft>
                <a:spcPts val="0"/>
              </a:spcAft>
              <a:buClr>
                <a:srgbClr val="000000"/>
              </a:buClr>
              <a:buSzPts val="1800"/>
              <a:buFont typeface="Times"/>
              <a:buChar char="●"/>
            </a:pPr>
            <a:r>
              <a:rPr lang="en-US" sz="1800" b="1" i="0" u="none" strike="noStrike" cap="none">
                <a:solidFill>
                  <a:srgbClr val="000000"/>
                </a:solidFill>
                <a:latin typeface="Times"/>
                <a:ea typeface="Times"/>
                <a:cs typeface="Times"/>
                <a:sym typeface="Times"/>
              </a:rPr>
              <a:t>Archive Date</a:t>
            </a:r>
            <a:r>
              <a:rPr lang="en-US" sz="1800" b="0" i="0" u="none" strike="noStrike" cap="none">
                <a:solidFill>
                  <a:srgbClr val="000000"/>
                </a:solidFill>
                <a:latin typeface="Times"/>
                <a:ea typeface="Times"/>
                <a:cs typeface="Times"/>
                <a:sym typeface="Times"/>
              </a:rPr>
              <a:t>: chọn ngày inactive LP</a:t>
            </a:r>
            <a:endParaRPr sz="1800" b="0" i="0" u="none" strike="noStrike" cap="none">
              <a:solidFill>
                <a:srgbClr val="000000"/>
              </a:solidFill>
              <a:latin typeface="Times"/>
              <a:ea typeface="Times"/>
              <a:cs typeface="Times"/>
              <a:sym typeface="Times"/>
            </a:endParaRPr>
          </a:p>
          <a:p>
            <a:pPr marL="1143000" marR="0" lvl="0" indent="-342900" algn="l" rtl="0">
              <a:lnSpc>
                <a:spcPct val="150000"/>
              </a:lnSpc>
              <a:spcBef>
                <a:spcPts val="600"/>
              </a:spcBef>
              <a:spcAft>
                <a:spcPts val="600"/>
              </a:spcAft>
              <a:buClr>
                <a:srgbClr val="000000"/>
              </a:buClr>
              <a:buSzPts val="1800"/>
              <a:buFont typeface="Times"/>
              <a:buChar char="●"/>
            </a:pPr>
            <a:r>
              <a:rPr lang="en-US" sz="1800" b="1" i="0" u="none" strike="noStrike" cap="none">
                <a:solidFill>
                  <a:srgbClr val="000000"/>
                </a:solidFill>
                <a:latin typeface="Times"/>
                <a:ea typeface="Times"/>
                <a:cs typeface="Times"/>
                <a:sym typeface="Times"/>
              </a:rPr>
              <a:t>Hide from search engine indexing</a:t>
            </a:r>
            <a:r>
              <a:rPr lang="en-US" sz="1800" b="0" i="0" u="none" strike="noStrike" cap="none">
                <a:solidFill>
                  <a:srgbClr val="000000"/>
                </a:solidFill>
                <a:latin typeface="Times"/>
                <a:ea typeface="Times"/>
                <a:cs typeface="Times"/>
                <a:sym typeface="Times"/>
              </a:rPr>
              <a:t>: ngăn LP xuất hiện trong kết quả của công cụ tìm kiếm (như Google và DuckDuckGo)</a:t>
            </a:r>
            <a:endParaRPr sz="1800" b="0" i="0" u="none" strike="noStrike" cap="none">
              <a:solidFill>
                <a:srgbClr val="000000"/>
              </a:solidFill>
              <a:latin typeface="Times"/>
              <a:ea typeface="Times"/>
              <a:cs typeface="Times"/>
              <a:sym typeface="Times"/>
            </a:endParaRPr>
          </a:p>
        </p:txBody>
      </p:sp>
      <p:sp>
        <p:nvSpPr>
          <p:cNvPr id="454" name="Google Shape;454;g1d0ad6de515_0_2123"/>
          <p:cNvSpPr txBox="1">
            <a:spLocks noGrp="1"/>
          </p:cNvSpPr>
          <p:nvPr>
            <p:ph type="title"/>
          </p:nvPr>
        </p:nvSpPr>
        <p:spPr>
          <a:xfrm>
            <a:off x="503256" y="1269475"/>
            <a:ext cx="42534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700">
                <a:solidFill>
                  <a:srgbClr val="6A625B"/>
                </a:solidFill>
              </a:rPr>
              <a:t>Step 1: Name</a:t>
            </a:r>
            <a:endParaRPr sz="2700">
              <a:solidFill>
                <a:srgbClr val="6A625B"/>
              </a:solidFill>
            </a:endParaRPr>
          </a:p>
        </p:txBody>
      </p:sp>
      <p:pic>
        <p:nvPicPr>
          <p:cNvPr id="455" name="Google Shape;455;g1d0ad6de515_0_2123"/>
          <p:cNvPicPr preferRelativeResize="0"/>
          <p:nvPr/>
        </p:nvPicPr>
        <p:blipFill rotWithShape="1">
          <a:blip r:embed="rId3">
            <a:alphaModFix/>
          </a:blip>
          <a:srcRect/>
          <a:stretch/>
        </p:blipFill>
        <p:spPr>
          <a:xfrm>
            <a:off x="152440" y="1807300"/>
            <a:ext cx="6784074" cy="481744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g1d0ad6de515_0_2130"/>
          <p:cNvSpPr txBox="1">
            <a:spLocks noGrp="1"/>
          </p:cNvSpPr>
          <p:nvPr>
            <p:ph type="title"/>
          </p:nvPr>
        </p:nvSpPr>
        <p:spPr>
          <a:xfrm>
            <a:off x="503263" y="467656"/>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LANDING PAGE</a:t>
            </a:r>
            <a:endParaRPr/>
          </a:p>
        </p:txBody>
      </p:sp>
      <p:sp>
        <p:nvSpPr>
          <p:cNvPr id="461" name="Google Shape;461;g1d0ad6de515_0_2130"/>
          <p:cNvSpPr txBox="1">
            <a:spLocks noGrp="1"/>
          </p:cNvSpPr>
          <p:nvPr>
            <p:ph type="title"/>
          </p:nvPr>
        </p:nvSpPr>
        <p:spPr>
          <a:xfrm>
            <a:off x="503256" y="1269475"/>
            <a:ext cx="42534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700">
                <a:solidFill>
                  <a:srgbClr val="6A625B"/>
                </a:solidFill>
              </a:rPr>
              <a:t>Step 2: Fields</a:t>
            </a:r>
            <a:endParaRPr sz="2700">
              <a:solidFill>
                <a:srgbClr val="6A625B"/>
              </a:solidFill>
            </a:endParaRPr>
          </a:p>
        </p:txBody>
      </p:sp>
      <p:pic>
        <p:nvPicPr>
          <p:cNvPr id="462" name="Google Shape;462;g1d0ad6de515_0_2130"/>
          <p:cNvPicPr preferRelativeResize="0"/>
          <p:nvPr/>
        </p:nvPicPr>
        <p:blipFill rotWithShape="1">
          <a:blip r:embed="rId3">
            <a:alphaModFix/>
          </a:blip>
          <a:srcRect r="23395"/>
          <a:stretch/>
        </p:blipFill>
        <p:spPr>
          <a:xfrm>
            <a:off x="168119" y="2086254"/>
            <a:ext cx="7535862" cy="3500600"/>
          </a:xfrm>
          <a:prstGeom prst="rect">
            <a:avLst/>
          </a:prstGeom>
          <a:noFill/>
          <a:ln>
            <a:noFill/>
          </a:ln>
        </p:spPr>
      </p:pic>
      <p:sp>
        <p:nvSpPr>
          <p:cNvPr id="463" name="Google Shape;463;g1d0ad6de515_0_2130"/>
          <p:cNvSpPr txBox="1"/>
          <p:nvPr/>
        </p:nvSpPr>
        <p:spPr>
          <a:xfrm>
            <a:off x="7796455" y="2386800"/>
            <a:ext cx="4395600" cy="28995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87500"/>
              </a:lnSpc>
              <a:spcBef>
                <a:spcPts val="0"/>
              </a:spcBef>
              <a:spcAft>
                <a:spcPts val="0"/>
              </a:spcAft>
              <a:buClr>
                <a:srgbClr val="1C1C1C"/>
              </a:buClr>
              <a:buSzPts val="1700"/>
              <a:buFont typeface="Times New Roman"/>
              <a:buChar char="●"/>
            </a:pPr>
            <a:r>
              <a:rPr lang="en-US" sz="1700" b="0" i="0" u="none" strike="noStrike" cap="none">
                <a:solidFill>
                  <a:srgbClr val="1C1C1C"/>
                </a:solidFill>
                <a:latin typeface="Times New Roman"/>
                <a:ea typeface="Times New Roman"/>
                <a:cs typeface="Times New Roman"/>
                <a:sym typeface="Times New Roman"/>
              </a:rPr>
              <a:t>Chọn form hiển thị trên LP:</a:t>
            </a:r>
            <a:endParaRPr sz="1700" b="0" i="0" u="none" strike="noStrike" cap="none">
              <a:solidFill>
                <a:srgbClr val="1C1C1C"/>
              </a:solidFill>
              <a:latin typeface="Times New Roman"/>
              <a:ea typeface="Times New Roman"/>
              <a:cs typeface="Times New Roman"/>
              <a:sym typeface="Times New Roman"/>
            </a:endParaRPr>
          </a:p>
          <a:p>
            <a:pPr marL="457200" marR="0" lvl="0" indent="-336550" algn="l" rtl="0">
              <a:lnSpc>
                <a:spcPct val="187500"/>
              </a:lnSpc>
              <a:spcBef>
                <a:spcPts val="0"/>
              </a:spcBef>
              <a:spcAft>
                <a:spcPts val="0"/>
              </a:spcAft>
              <a:buClr>
                <a:srgbClr val="1C1C1C"/>
              </a:buClr>
              <a:buSzPts val="1700"/>
              <a:buFont typeface="Times New Roman"/>
              <a:buChar char="●"/>
            </a:pPr>
            <a:r>
              <a:rPr lang="en-US" sz="1700" b="1" i="0" u="none" strike="noStrike" cap="none">
                <a:solidFill>
                  <a:srgbClr val="1C1C1C"/>
                </a:solidFill>
                <a:latin typeface="Times New Roman"/>
                <a:ea typeface="Times New Roman"/>
                <a:cs typeface="Times New Roman"/>
                <a:sym typeface="Times New Roman"/>
              </a:rPr>
              <a:t>Redirect the prospect instead of showing the form’s Thank You Content: </a:t>
            </a:r>
            <a:r>
              <a:rPr lang="en-US" sz="1700" b="0" i="0" u="none" strike="noStrike" cap="none">
                <a:solidFill>
                  <a:srgbClr val="1C1C1C"/>
                </a:solidFill>
                <a:latin typeface="Times New Roman"/>
                <a:ea typeface="Times New Roman"/>
                <a:cs typeface="Times New Roman"/>
                <a:sym typeface="Times New Roman"/>
              </a:rPr>
              <a:t>chọn nếu  muốn chuyển hướng prospect sau khi họ hoàn thành biểu mẫu, nhập URL chuyển hướng của riêng LP.</a:t>
            </a:r>
            <a:endParaRPr sz="1700" b="0" i="0" u="none" strike="noStrike" cap="none">
              <a:solidFill>
                <a:srgbClr val="1C1C1C"/>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g1d0ad6de515_0_2137"/>
          <p:cNvSpPr txBox="1">
            <a:spLocks noGrp="1"/>
          </p:cNvSpPr>
          <p:nvPr>
            <p:ph type="title"/>
          </p:nvPr>
        </p:nvSpPr>
        <p:spPr>
          <a:xfrm>
            <a:off x="503263" y="467656"/>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LANDING PAGE</a:t>
            </a:r>
            <a:endParaRPr/>
          </a:p>
        </p:txBody>
      </p:sp>
      <p:sp>
        <p:nvSpPr>
          <p:cNvPr id="469" name="Google Shape;469;g1d0ad6de515_0_2137"/>
          <p:cNvSpPr txBox="1">
            <a:spLocks noGrp="1"/>
          </p:cNvSpPr>
          <p:nvPr>
            <p:ph type="title"/>
          </p:nvPr>
        </p:nvSpPr>
        <p:spPr>
          <a:xfrm>
            <a:off x="503256" y="1269475"/>
            <a:ext cx="42534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700">
                <a:solidFill>
                  <a:srgbClr val="6A625B"/>
                </a:solidFill>
              </a:rPr>
              <a:t>Step 3: Content Layout</a:t>
            </a:r>
            <a:endParaRPr sz="2700">
              <a:solidFill>
                <a:srgbClr val="6A625B"/>
              </a:solidFill>
            </a:endParaRPr>
          </a:p>
        </p:txBody>
      </p:sp>
      <p:pic>
        <p:nvPicPr>
          <p:cNvPr id="470" name="Google Shape;470;g1d0ad6de515_0_2137"/>
          <p:cNvPicPr preferRelativeResize="0"/>
          <p:nvPr/>
        </p:nvPicPr>
        <p:blipFill rotWithShape="1">
          <a:blip r:embed="rId3">
            <a:alphaModFix/>
          </a:blip>
          <a:srcRect/>
          <a:stretch/>
        </p:blipFill>
        <p:spPr>
          <a:xfrm>
            <a:off x="503256" y="1870250"/>
            <a:ext cx="7762150" cy="3873500"/>
          </a:xfrm>
          <a:prstGeom prst="rect">
            <a:avLst/>
          </a:prstGeom>
          <a:noFill/>
          <a:ln>
            <a:noFill/>
          </a:ln>
        </p:spPr>
      </p:pic>
      <p:sp>
        <p:nvSpPr>
          <p:cNvPr id="471" name="Google Shape;471;g1d0ad6de515_0_2137"/>
          <p:cNvSpPr txBox="1"/>
          <p:nvPr/>
        </p:nvSpPr>
        <p:spPr>
          <a:xfrm>
            <a:off x="8445249" y="3107275"/>
            <a:ext cx="3531900" cy="969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0" i="0" u="none" strike="noStrike" cap="none">
                <a:solidFill>
                  <a:srgbClr val="252525"/>
                </a:solidFill>
                <a:latin typeface="Times New Roman"/>
                <a:ea typeface="Times New Roman"/>
                <a:cs typeface="Times New Roman"/>
                <a:sym typeface="Times New Roman"/>
              </a:rPr>
              <a:t>Chọn bố cục cho LP bằng cách chọn Layout Template đã tạo hoặc Layout Template của Pardot</a:t>
            </a:r>
            <a:endParaRPr sz="17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g1d0ad6de515_0_2144"/>
          <p:cNvSpPr txBox="1">
            <a:spLocks noGrp="1"/>
          </p:cNvSpPr>
          <p:nvPr>
            <p:ph type="title"/>
          </p:nvPr>
        </p:nvSpPr>
        <p:spPr>
          <a:xfrm>
            <a:off x="503263" y="467656"/>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LANDING PAGE</a:t>
            </a:r>
            <a:endParaRPr/>
          </a:p>
        </p:txBody>
      </p:sp>
      <p:sp>
        <p:nvSpPr>
          <p:cNvPr id="477" name="Google Shape;477;g1d0ad6de515_0_2144"/>
          <p:cNvSpPr txBox="1">
            <a:spLocks noGrp="1"/>
          </p:cNvSpPr>
          <p:nvPr>
            <p:ph type="title"/>
          </p:nvPr>
        </p:nvSpPr>
        <p:spPr>
          <a:xfrm>
            <a:off x="503256" y="1269475"/>
            <a:ext cx="53652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700">
                <a:solidFill>
                  <a:srgbClr val="6A625B"/>
                </a:solidFill>
              </a:rPr>
              <a:t>Step 4: Landing Page Content</a:t>
            </a:r>
            <a:endParaRPr sz="2700">
              <a:solidFill>
                <a:srgbClr val="6A625B"/>
              </a:solidFill>
            </a:endParaRPr>
          </a:p>
        </p:txBody>
      </p:sp>
      <p:pic>
        <p:nvPicPr>
          <p:cNvPr id="478" name="Google Shape;478;g1d0ad6de515_0_2144"/>
          <p:cNvPicPr preferRelativeResize="0"/>
          <p:nvPr/>
        </p:nvPicPr>
        <p:blipFill rotWithShape="1">
          <a:blip r:embed="rId3">
            <a:alphaModFix/>
          </a:blip>
          <a:srcRect/>
          <a:stretch/>
        </p:blipFill>
        <p:spPr>
          <a:xfrm>
            <a:off x="1565233" y="1807300"/>
            <a:ext cx="8918349" cy="480762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pic>
        <p:nvPicPr>
          <p:cNvPr id="483" name="Google Shape;483;g1d0ad6de515_0_1201"/>
          <p:cNvPicPr preferRelativeResize="0"/>
          <p:nvPr/>
        </p:nvPicPr>
        <p:blipFill rotWithShape="1">
          <a:blip r:embed="rId3">
            <a:alphaModFix/>
          </a:blip>
          <a:srcRect/>
          <a:stretch/>
        </p:blipFill>
        <p:spPr>
          <a:xfrm>
            <a:off x="7834595" y="1879350"/>
            <a:ext cx="4356275" cy="4667450"/>
          </a:xfrm>
          <a:prstGeom prst="rect">
            <a:avLst/>
          </a:prstGeom>
          <a:noFill/>
          <a:ln>
            <a:noFill/>
          </a:ln>
        </p:spPr>
      </p:pic>
      <p:sp>
        <p:nvSpPr>
          <p:cNvPr id="484" name="Google Shape;484;g1d0ad6de515_0_1201"/>
          <p:cNvSpPr txBox="1">
            <a:spLocks noGrp="1"/>
          </p:cNvSpPr>
          <p:nvPr>
            <p:ph type="ctrTitle" idx="4294967295"/>
          </p:nvPr>
        </p:nvSpPr>
        <p:spPr>
          <a:xfrm>
            <a:off x="761526" y="2299798"/>
            <a:ext cx="4705800" cy="1298400"/>
          </a:xfrm>
          <a:prstGeom prst="rect">
            <a:avLst/>
          </a:prstGeom>
          <a:noFill/>
          <a:ln>
            <a:noFill/>
          </a:ln>
        </p:spPr>
        <p:txBody>
          <a:bodyPr spcFirstLastPara="1" wrap="square" lIns="0" tIns="0" rIns="0" bIns="0" anchor="b" anchorCtr="0">
            <a:noAutofit/>
          </a:bodyPr>
          <a:lstStyle/>
          <a:p>
            <a:pPr marL="0" marR="0" lvl="0" indent="0" algn="l" rtl="0">
              <a:lnSpc>
                <a:spcPct val="95000"/>
              </a:lnSpc>
              <a:spcBef>
                <a:spcPts val="0"/>
              </a:spcBef>
              <a:spcAft>
                <a:spcPts val="0"/>
              </a:spcAft>
              <a:buClr>
                <a:srgbClr val="000000"/>
              </a:buClr>
              <a:buSzPts val="1400"/>
              <a:buFont typeface="Arial"/>
              <a:buNone/>
            </a:pPr>
            <a:r>
              <a:rPr lang="en-US" sz="6100" b="1" i="0" u="none" strike="noStrike" cap="none">
                <a:solidFill>
                  <a:schemeClr val="dk1"/>
                </a:solidFill>
                <a:latin typeface="Arial"/>
                <a:ea typeface="Arial"/>
                <a:cs typeface="Arial"/>
                <a:sym typeface="Arial"/>
              </a:rPr>
              <a:t>03</a:t>
            </a:r>
            <a:endParaRPr sz="6100" b="1" i="0" u="none" strike="noStrike" cap="none">
              <a:solidFill>
                <a:schemeClr val="dk1"/>
              </a:solidFill>
              <a:latin typeface="Arial"/>
              <a:ea typeface="Arial"/>
              <a:cs typeface="Arial"/>
              <a:sym typeface="Arial"/>
            </a:endParaRPr>
          </a:p>
        </p:txBody>
      </p:sp>
      <p:sp>
        <p:nvSpPr>
          <p:cNvPr id="485" name="Google Shape;485;g1d0ad6de515_0_1201"/>
          <p:cNvSpPr txBox="1">
            <a:spLocks noGrp="1"/>
          </p:cNvSpPr>
          <p:nvPr>
            <p:ph type="subTitle" idx="4294967295"/>
          </p:nvPr>
        </p:nvSpPr>
        <p:spPr>
          <a:xfrm>
            <a:off x="827623" y="3707192"/>
            <a:ext cx="4698300" cy="47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1100"/>
              </a:spcBef>
              <a:spcAft>
                <a:spcPts val="0"/>
              </a:spcAft>
              <a:buClr>
                <a:srgbClr val="7F7F7F"/>
              </a:buClr>
              <a:buSzPts val="2000"/>
              <a:buFont typeface="Arial"/>
              <a:buNone/>
            </a:pPr>
            <a:r>
              <a:rPr lang="en-US" sz="2700" b="1" i="0" u="none" strike="noStrike" cap="none">
                <a:solidFill>
                  <a:schemeClr val="accent2"/>
                </a:solidFill>
                <a:latin typeface="Arial"/>
                <a:ea typeface="Arial"/>
                <a:cs typeface="Arial"/>
                <a:sym typeface="Arial"/>
              </a:rPr>
              <a:t>Setup Content &amp; Tracking</a:t>
            </a:r>
            <a:endParaRPr sz="2700" b="1" i="0" u="none" strike="noStrike" cap="none">
              <a:solidFill>
                <a:schemeClr val="accent2"/>
              </a:solidFill>
              <a:latin typeface="Arial"/>
              <a:ea typeface="Arial"/>
              <a:cs typeface="Arial"/>
              <a:sym typeface="Arial"/>
            </a:endParaRPr>
          </a:p>
          <a:p>
            <a:pPr marL="0" marR="0" lvl="0" indent="0" algn="l" rtl="0">
              <a:lnSpc>
                <a:spcPct val="100000"/>
              </a:lnSpc>
              <a:spcBef>
                <a:spcPts val="1100"/>
              </a:spcBef>
              <a:spcAft>
                <a:spcPts val="0"/>
              </a:spcAft>
              <a:buClr>
                <a:srgbClr val="7F7F7F"/>
              </a:buClr>
              <a:buSzPts val="2000"/>
              <a:buFont typeface="Arial"/>
              <a:buNone/>
            </a:pPr>
            <a:endParaRPr sz="2700" b="1" i="0" u="none" strike="noStrike" cap="none">
              <a:solidFill>
                <a:schemeClr val="accent2"/>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g1d0ad6de515_0_1581"/>
          <p:cNvSpPr txBox="1">
            <a:spLocks noGrp="1"/>
          </p:cNvSpPr>
          <p:nvPr>
            <p:ph type="title"/>
          </p:nvPr>
        </p:nvSpPr>
        <p:spPr>
          <a:xfrm>
            <a:off x="571649" y="63504"/>
            <a:ext cx="11049000" cy="990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Setup Content &amp; Tracking</a:t>
            </a:r>
            <a:endParaRPr/>
          </a:p>
        </p:txBody>
      </p:sp>
      <p:sp>
        <p:nvSpPr>
          <p:cNvPr id="492" name="Google Shape;492;g1d0ad6de515_0_1581"/>
          <p:cNvSpPr txBox="1"/>
          <p:nvPr/>
        </p:nvSpPr>
        <p:spPr>
          <a:xfrm>
            <a:off x="650950" y="1203400"/>
            <a:ext cx="5859900" cy="56451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600"/>
              </a:spcBef>
              <a:spcAft>
                <a:spcPts val="0"/>
              </a:spcAft>
              <a:buClr>
                <a:srgbClr val="000000"/>
              </a:buClr>
              <a:buSzPts val="1500"/>
              <a:buFont typeface="Arial"/>
              <a:buNone/>
            </a:pPr>
            <a:r>
              <a:rPr lang="en-US" sz="1500" b="1" i="0" u="none" strike="noStrike" cap="none">
                <a:solidFill>
                  <a:srgbClr val="000000"/>
                </a:solidFill>
                <a:latin typeface="Arial"/>
                <a:ea typeface="Arial"/>
                <a:cs typeface="Arial"/>
                <a:sym typeface="Arial"/>
              </a:rPr>
              <a:t>Hoạt động xây dựng thiết kế content để truyền thông điệp tới khách hàng mang tính cá nhân hóa, linh động nội dung, test thử nội dung trước khi chính thức gửi </a:t>
            </a:r>
            <a:endParaRPr sz="1500" b="1" i="0" u="none" strike="noStrike" cap="none">
              <a:solidFill>
                <a:srgbClr val="000000"/>
              </a:solidFill>
              <a:latin typeface="Arial"/>
              <a:ea typeface="Arial"/>
              <a:cs typeface="Arial"/>
              <a:sym typeface="Arial"/>
            </a:endParaRPr>
          </a:p>
          <a:p>
            <a:pPr marL="0" marR="0" lvl="0" indent="0" algn="l" rtl="0">
              <a:lnSpc>
                <a:spcPct val="150000"/>
              </a:lnSpc>
              <a:spcBef>
                <a:spcPts val="600"/>
              </a:spcBef>
              <a:spcAft>
                <a:spcPts val="0"/>
              </a:spcAft>
              <a:buClr>
                <a:srgbClr val="000000"/>
              </a:buClr>
              <a:buSzPts val="1500"/>
              <a:buFont typeface="Arial"/>
              <a:buNone/>
            </a:pPr>
            <a:r>
              <a:rPr lang="en-US" sz="1500" b="0" i="0" u="none" strike="noStrike" cap="none">
                <a:solidFill>
                  <a:srgbClr val="000000"/>
                </a:solidFill>
                <a:latin typeface="Arial"/>
                <a:ea typeface="Arial"/>
                <a:cs typeface="Arial"/>
                <a:sym typeface="Arial"/>
              </a:rPr>
              <a:t>Hoạt động này được thực hiện trên Pardot theo trình tự như sau:</a:t>
            </a:r>
            <a:endParaRPr sz="1500" b="0" i="0" u="none" strike="noStrike" cap="none">
              <a:solidFill>
                <a:srgbClr val="000000"/>
              </a:solidFill>
              <a:latin typeface="Arial"/>
              <a:ea typeface="Arial"/>
              <a:cs typeface="Arial"/>
              <a:sym typeface="Arial"/>
            </a:endParaRPr>
          </a:p>
          <a:p>
            <a:pPr marL="457200" marR="0" lvl="0" indent="-323850" algn="l" rtl="0">
              <a:lnSpc>
                <a:spcPct val="150000"/>
              </a:lnSpc>
              <a:spcBef>
                <a:spcPts val="600"/>
              </a:spcBef>
              <a:spcAft>
                <a:spcPts val="0"/>
              </a:spcAft>
              <a:buClr>
                <a:srgbClr val="000000"/>
              </a:buClr>
              <a:buSzPts val="1500"/>
              <a:buFont typeface="Arial"/>
              <a:buChar char="●"/>
            </a:pPr>
            <a:r>
              <a:rPr lang="en-US" sz="1500" b="0" i="0" u="none" strike="noStrike" cap="none">
                <a:solidFill>
                  <a:srgbClr val="000000"/>
                </a:solidFill>
                <a:latin typeface="Arial"/>
                <a:ea typeface="Arial"/>
                <a:cs typeface="Arial"/>
                <a:sym typeface="Arial"/>
              </a:rPr>
              <a:t>Thiết kế nội dung email, hình ảnh bằng tính năng </a:t>
            </a:r>
            <a:r>
              <a:rPr lang="en-US" sz="1500" b="1" i="0" u="none" strike="noStrike" cap="none">
                <a:solidFill>
                  <a:srgbClr val="000000"/>
                </a:solidFill>
                <a:latin typeface="Arial"/>
                <a:ea typeface="Arial"/>
                <a:cs typeface="Arial"/>
                <a:sym typeface="Arial"/>
              </a:rPr>
              <a:t>Content</a:t>
            </a:r>
            <a:r>
              <a:rPr lang="en-US" sz="1500" b="0" i="0" u="none" strike="noStrike" cap="none">
                <a:solidFill>
                  <a:srgbClr val="000000"/>
                </a:solidFill>
                <a:latin typeface="Arial"/>
                <a:ea typeface="Arial"/>
                <a:cs typeface="Arial"/>
                <a:sym typeface="Arial"/>
              </a:rPr>
              <a:t> và </a:t>
            </a:r>
            <a:r>
              <a:rPr lang="en-US" sz="1500" b="1" i="0" u="none" strike="noStrike" cap="none">
                <a:solidFill>
                  <a:srgbClr val="000000"/>
                </a:solidFill>
                <a:latin typeface="Arial"/>
                <a:ea typeface="Arial"/>
                <a:cs typeface="Arial"/>
                <a:sym typeface="Arial"/>
              </a:rPr>
              <a:t>Emails</a:t>
            </a:r>
            <a:r>
              <a:rPr lang="en-US" sz="1500" b="0" i="0" u="none" strike="noStrike" cap="none">
                <a:solidFill>
                  <a:srgbClr val="000000"/>
                </a:solidFill>
                <a:latin typeface="Arial"/>
                <a:ea typeface="Arial"/>
                <a:cs typeface="Arial"/>
                <a:sym typeface="Arial"/>
              </a:rPr>
              <a:t> ở Pardot</a:t>
            </a:r>
            <a:endParaRPr sz="1500" b="0" i="0" u="none" strike="noStrike" cap="none">
              <a:solidFill>
                <a:srgbClr val="000000"/>
              </a:solidFill>
              <a:latin typeface="Arial"/>
              <a:ea typeface="Arial"/>
              <a:cs typeface="Arial"/>
              <a:sym typeface="Arial"/>
            </a:endParaRPr>
          </a:p>
          <a:p>
            <a:pPr marL="457200" marR="0" lvl="0" indent="-323850" algn="l" rtl="0">
              <a:lnSpc>
                <a:spcPct val="150000"/>
              </a:lnSpc>
              <a:spcBef>
                <a:spcPts val="0"/>
              </a:spcBef>
              <a:spcAft>
                <a:spcPts val="0"/>
              </a:spcAft>
              <a:buClr>
                <a:srgbClr val="000000"/>
              </a:buClr>
              <a:buSzPts val="1500"/>
              <a:buFont typeface="Arial"/>
              <a:buChar char="●"/>
            </a:pPr>
            <a:r>
              <a:rPr lang="en-US" sz="1500" b="0" i="0" u="none" strike="noStrike" cap="none">
                <a:solidFill>
                  <a:srgbClr val="000000"/>
                </a:solidFill>
                <a:latin typeface="Arial"/>
                <a:ea typeface="Arial"/>
                <a:cs typeface="Arial"/>
                <a:sym typeface="Arial"/>
              </a:rPr>
              <a:t>Xây dựng rule để linh động nội dung bằng tính năng </a:t>
            </a:r>
            <a:r>
              <a:rPr lang="en-US" sz="1500" b="1" i="0" u="none" strike="noStrike" cap="none">
                <a:solidFill>
                  <a:srgbClr val="000000"/>
                </a:solidFill>
                <a:latin typeface="Arial"/>
                <a:ea typeface="Arial"/>
                <a:cs typeface="Arial"/>
                <a:sym typeface="Arial"/>
              </a:rPr>
              <a:t>Dynamic Content </a:t>
            </a:r>
            <a:endParaRPr sz="1500" b="1" i="0" u="none" strike="noStrike" cap="none">
              <a:solidFill>
                <a:srgbClr val="000000"/>
              </a:solidFill>
              <a:latin typeface="Arial"/>
              <a:ea typeface="Arial"/>
              <a:cs typeface="Arial"/>
              <a:sym typeface="Arial"/>
            </a:endParaRPr>
          </a:p>
          <a:p>
            <a:pPr marL="0" marR="0" lvl="0" indent="0" algn="l" rtl="0">
              <a:lnSpc>
                <a:spcPct val="115000"/>
              </a:lnSpc>
              <a:spcBef>
                <a:spcPts val="600"/>
              </a:spcBef>
              <a:spcAft>
                <a:spcPts val="0"/>
              </a:spcAft>
              <a:buClr>
                <a:srgbClr val="000000"/>
              </a:buClr>
              <a:buSzPts val="1500"/>
              <a:buFont typeface="Arial"/>
              <a:buNone/>
            </a:pPr>
            <a:r>
              <a:rPr lang="en-US" sz="1500" b="1" i="0" u="none" strike="noStrike" cap="none">
                <a:solidFill>
                  <a:srgbClr val="000000"/>
                </a:solidFill>
                <a:latin typeface="Arial"/>
                <a:ea typeface="Arial"/>
                <a:cs typeface="Arial"/>
                <a:sym typeface="Arial"/>
              </a:rPr>
              <a:t>Theo dõi và đo lường các hoạt động digital marketing</a:t>
            </a:r>
            <a:endParaRPr sz="1500" b="1" i="0" u="none" strike="noStrike" cap="none">
              <a:solidFill>
                <a:srgbClr val="000000"/>
              </a:solidFill>
              <a:latin typeface="Arial"/>
              <a:ea typeface="Arial"/>
              <a:cs typeface="Arial"/>
              <a:sym typeface="Arial"/>
            </a:endParaRPr>
          </a:p>
          <a:p>
            <a:pPr marL="0" marR="0" lvl="0" indent="0" algn="l" rtl="0">
              <a:lnSpc>
                <a:spcPct val="150000"/>
              </a:lnSpc>
              <a:spcBef>
                <a:spcPts val="600"/>
              </a:spcBef>
              <a:spcAft>
                <a:spcPts val="0"/>
              </a:spcAft>
              <a:buClr>
                <a:srgbClr val="000000"/>
              </a:buClr>
              <a:buSzPts val="1500"/>
              <a:buFont typeface="Arial"/>
              <a:buNone/>
            </a:pPr>
            <a:r>
              <a:rPr lang="en-US" sz="1500" b="0" i="0" u="none" strike="noStrike" cap="none">
                <a:solidFill>
                  <a:srgbClr val="000000"/>
                </a:solidFill>
                <a:latin typeface="Arial"/>
                <a:ea typeface="Arial"/>
                <a:cs typeface="Arial"/>
                <a:sym typeface="Arial"/>
              </a:rPr>
              <a:t>Hoạt động này được thực hiện trên Pardot như sau:</a:t>
            </a:r>
            <a:endParaRPr sz="1500" b="0" i="0" u="none" strike="noStrike" cap="none">
              <a:solidFill>
                <a:srgbClr val="000000"/>
              </a:solidFill>
              <a:latin typeface="Arial"/>
              <a:ea typeface="Arial"/>
              <a:cs typeface="Arial"/>
              <a:sym typeface="Arial"/>
            </a:endParaRPr>
          </a:p>
          <a:p>
            <a:pPr marL="457200" marR="0" lvl="0" indent="-323850" algn="l" rtl="0">
              <a:lnSpc>
                <a:spcPct val="150000"/>
              </a:lnSpc>
              <a:spcBef>
                <a:spcPts val="600"/>
              </a:spcBef>
              <a:spcAft>
                <a:spcPts val="0"/>
              </a:spcAft>
              <a:buClr>
                <a:srgbClr val="000000"/>
              </a:buClr>
              <a:buSzPts val="1500"/>
              <a:buFont typeface="Arial"/>
              <a:buChar char="●"/>
            </a:pPr>
            <a:r>
              <a:rPr lang="en-US" sz="1500" b="0" i="0" u="none" strike="noStrike" cap="none">
                <a:solidFill>
                  <a:srgbClr val="000000"/>
                </a:solidFill>
                <a:latin typeface="Arial"/>
                <a:ea typeface="Arial"/>
                <a:cs typeface="Arial"/>
                <a:sym typeface="Arial"/>
              </a:rPr>
              <a:t>Tracking hoạt động của campaign bằng tracking code của Pardot Campaign</a:t>
            </a:r>
            <a:endParaRPr sz="1500" b="0" i="0" u="none" strike="noStrike" cap="none">
              <a:solidFill>
                <a:srgbClr val="000000"/>
              </a:solidFill>
              <a:latin typeface="Arial"/>
              <a:ea typeface="Arial"/>
              <a:cs typeface="Arial"/>
              <a:sym typeface="Arial"/>
            </a:endParaRPr>
          </a:p>
          <a:p>
            <a:pPr marL="457200" marR="0" lvl="0" indent="-323850" algn="l" rtl="0">
              <a:lnSpc>
                <a:spcPct val="150000"/>
              </a:lnSpc>
              <a:spcBef>
                <a:spcPts val="0"/>
              </a:spcBef>
              <a:spcAft>
                <a:spcPts val="0"/>
              </a:spcAft>
              <a:buClr>
                <a:srgbClr val="000000"/>
              </a:buClr>
              <a:buSzPts val="1500"/>
              <a:buFont typeface="Arial"/>
              <a:buChar char="●"/>
            </a:pPr>
            <a:r>
              <a:rPr lang="en-US" sz="1500" b="0" i="0" u="none" strike="noStrike" cap="none">
                <a:solidFill>
                  <a:srgbClr val="000000"/>
                </a:solidFill>
                <a:latin typeface="Arial"/>
                <a:ea typeface="Arial"/>
                <a:cs typeface="Arial"/>
                <a:sym typeface="Arial"/>
              </a:rPr>
              <a:t>Tracking thao tác của khách hàng trên webpage bằng Custom Redirect</a:t>
            </a:r>
            <a:endParaRPr sz="1500" b="0" i="0" u="none" strike="noStrike" cap="none">
              <a:solidFill>
                <a:srgbClr val="000000"/>
              </a:solidFill>
              <a:latin typeface="Arial"/>
              <a:ea typeface="Arial"/>
              <a:cs typeface="Arial"/>
              <a:sym typeface="Arial"/>
            </a:endParaRPr>
          </a:p>
          <a:p>
            <a:pPr marL="0" marR="0" lvl="0" indent="0" algn="l" rtl="0">
              <a:lnSpc>
                <a:spcPct val="150000"/>
              </a:lnSpc>
              <a:spcBef>
                <a:spcPts val="600"/>
              </a:spcBef>
              <a:spcAft>
                <a:spcPts val="600"/>
              </a:spcAft>
              <a:buClr>
                <a:srgbClr val="000000"/>
              </a:buClr>
              <a:buSzPts val="1500"/>
              <a:buFont typeface="Arial"/>
              <a:buNone/>
            </a:pPr>
            <a:endParaRPr sz="1500" b="1" i="0" u="none" strike="noStrike" cap="none">
              <a:solidFill>
                <a:srgbClr val="000000"/>
              </a:solidFill>
              <a:latin typeface="Arial"/>
              <a:ea typeface="Arial"/>
              <a:cs typeface="Arial"/>
              <a:sym typeface="Arial"/>
            </a:endParaRPr>
          </a:p>
        </p:txBody>
      </p:sp>
      <p:pic>
        <p:nvPicPr>
          <p:cNvPr id="493" name="Google Shape;493;g1d0ad6de515_0_1581"/>
          <p:cNvPicPr preferRelativeResize="0"/>
          <p:nvPr/>
        </p:nvPicPr>
        <p:blipFill rotWithShape="1">
          <a:blip r:embed="rId3">
            <a:alphaModFix/>
          </a:blip>
          <a:srcRect/>
          <a:stretch/>
        </p:blipFill>
        <p:spPr>
          <a:xfrm>
            <a:off x="6682450" y="1203388"/>
            <a:ext cx="3795050" cy="44512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g1d0ad6de515_0_2324"/>
          <p:cNvSpPr txBox="1">
            <a:spLocks noGrp="1"/>
          </p:cNvSpPr>
          <p:nvPr>
            <p:ph type="title"/>
          </p:nvPr>
        </p:nvSpPr>
        <p:spPr>
          <a:xfrm>
            <a:off x="578001" y="269673"/>
            <a:ext cx="10228500" cy="7275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SzPts val="1400"/>
              <a:buNone/>
            </a:pPr>
            <a:r>
              <a:rPr lang="en-US" sz="3400">
                <a:solidFill>
                  <a:srgbClr val="0070C0"/>
                </a:solidFill>
                <a:latin typeface="Calibri"/>
                <a:ea typeface="Calibri"/>
                <a:cs typeface="Calibri"/>
                <a:sym typeface="Calibri"/>
              </a:rPr>
              <a:t>3.1 Upload file/Host file trên Pardot</a:t>
            </a:r>
            <a:endParaRPr/>
          </a:p>
        </p:txBody>
      </p:sp>
      <p:pic>
        <p:nvPicPr>
          <p:cNvPr id="499" name="Google Shape;499;g1d0ad6de515_0_2324"/>
          <p:cNvPicPr preferRelativeResize="0"/>
          <p:nvPr/>
        </p:nvPicPr>
        <p:blipFill rotWithShape="1">
          <a:blip r:embed="rId3">
            <a:alphaModFix/>
          </a:blip>
          <a:srcRect/>
          <a:stretch/>
        </p:blipFill>
        <p:spPr>
          <a:xfrm>
            <a:off x="738592" y="1477975"/>
            <a:ext cx="3904599" cy="4811100"/>
          </a:xfrm>
          <a:prstGeom prst="rect">
            <a:avLst/>
          </a:prstGeom>
          <a:noFill/>
          <a:ln>
            <a:noFill/>
          </a:ln>
        </p:spPr>
      </p:pic>
      <p:sp>
        <p:nvSpPr>
          <p:cNvPr id="500" name="Google Shape;500;g1d0ad6de515_0_2324"/>
          <p:cNvSpPr txBox="1"/>
          <p:nvPr/>
        </p:nvSpPr>
        <p:spPr>
          <a:xfrm>
            <a:off x="6096013" y="3470225"/>
            <a:ext cx="5067000" cy="3060900"/>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0"/>
              </a:spcAft>
              <a:buClr>
                <a:srgbClr val="000000"/>
              </a:buClr>
              <a:buSzPts val="1400"/>
              <a:buFont typeface="Arial"/>
              <a:buNone/>
            </a:pPr>
            <a:r>
              <a:rPr lang="en-US" sz="1400" b="0" i="0" u="none" strike="noStrike" cap="none">
                <a:solidFill>
                  <a:srgbClr val="000000"/>
                </a:solidFill>
                <a:latin typeface="Calibri"/>
                <a:ea typeface="Calibri"/>
                <a:cs typeface="Calibri"/>
                <a:sym typeface="Calibri"/>
              </a:rPr>
              <a:t>Lưu ý khi upload file: </a:t>
            </a:r>
            <a:endParaRPr sz="1400" b="0" i="0" u="none" strike="noStrike" cap="none">
              <a:solidFill>
                <a:srgbClr val="000000"/>
              </a:solidFill>
              <a:latin typeface="Calibri"/>
              <a:ea typeface="Calibri"/>
              <a:cs typeface="Calibri"/>
              <a:sym typeface="Calibri"/>
            </a:endParaRPr>
          </a:p>
          <a:p>
            <a:pPr marL="457200" marR="0" lvl="0" indent="-317500" algn="l" rtl="0">
              <a:lnSpc>
                <a:spcPct val="107916"/>
              </a:lnSpc>
              <a:spcBef>
                <a:spcPts val="800"/>
              </a:spcBef>
              <a:spcAft>
                <a:spcPts val="0"/>
              </a:spcAft>
              <a:buClr>
                <a:srgbClr val="000000"/>
              </a:buClr>
              <a:buSzPts val="1400"/>
              <a:buFont typeface="Calibri"/>
              <a:buChar char="●"/>
            </a:pPr>
            <a:r>
              <a:rPr lang="en-US" sz="1400" b="0" i="0" u="none" strike="noStrike" cap="none">
                <a:solidFill>
                  <a:srgbClr val="000000"/>
                </a:solidFill>
                <a:latin typeface="Calibri"/>
                <a:ea typeface="Calibri"/>
                <a:cs typeface="Calibri"/>
                <a:sym typeface="Calibri"/>
              </a:rPr>
              <a:t>Dung lượng file tối đa 50MB</a:t>
            </a:r>
            <a:endParaRPr sz="1400" b="0" i="0" u="sng" strike="noStrike" cap="none">
              <a:solidFill>
                <a:srgbClr val="000000"/>
              </a:solidFill>
              <a:latin typeface="Calibri"/>
              <a:ea typeface="Calibri"/>
              <a:cs typeface="Calibri"/>
              <a:sym typeface="Calibri"/>
            </a:endParaRPr>
          </a:p>
          <a:p>
            <a:pPr marL="457200" marR="0" lvl="0" indent="-317500" algn="l" rtl="0">
              <a:lnSpc>
                <a:spcPct val="107916"/>
              </a:lnSpc>
              <a:spcBef>
                <a:spcPts val="0"/>
              </a:spcBef>
              <a:spcAft>
                <a:spcPts val="0"/>
              </a:spcAft>
              <a:buClr>
                <a:srgbClr val="000000"/>
              </a:buClr>
              <a:buSzPts val="1400"/>
              <a:buFont typeface="Calibri"/>
              <a:buChar char="●"/>
            </a:pPr>
            <a:r>
              <a:rPr lang="en-US" sz="1400" b="0" i="0" u="none" strike="noStrike" cap="none">
                <a:solidFill>
                  <a:srgbClr val="000000"/>
                </a:solidFill>
                <a:latin typeface="Calibri"/>
                <a:ea typeface="Calibri"/>
                <a:cs typeface="Calibri"/>
                <a:sym typeface="Calibri"/>
              </a:rPr>
              <a:t>Tất cả các định dạng hình ảnh (ví dụ: .jpg, .jpeg, .png, .gif, .svg)</a:t>
            </a:r>
            <a:endParaRPr sz="1400" b="0" i="0" u="none" strike="noStrike" cap="none">
              <a:solidFill>
                <a:srgbClr val="000000"/>
              </a:solidFill>
              <a:latin typeface="Calibri"/>
              <a:ea typeface="Calibri"/>
              <a:cs typeface="Calibri"/>
              <a:sym typeface="Calibri"/>
            </a:endParaRPr>
          </a:p>
          <a:p>
            <a:pPr marL="457200" marR="0" lvl="0" indent="-317500" algn="l" rtl="0">
              <a:lnSpc>
                <a:spcPct val="107916"/>
              </a:lnSpc>
              <a:spcBef>
                <a:spcPts val="0"/>
              </a:spcBef>
              <a:spcAft>
                <a:spcPts val="0"/>
              </a:spcAft>
              <a:buClr>
                <a:srgbClr val="000000"/>
              </a:buClr>
              <a:buSzPts val="1400"/>
              <a:buFont typeface="Calibri"/>
              <a:buChar char="●"/>
            </a:pPr>
            <a:r>
              <a:rPr lang="en-US" sz="1400" b="0" i="0" u="none" strike="noStrike" cap="none">
                <a:solidFill>
                  <a:srgbClr val="000000"/>
                </a:solidFill>
                <a:latin typeface="Calibri"/>
                <a:ea typeface="Calibri"/>
                <a:cs typeface="Calibri"/>
                <a:sym typeface="Calibri"/>
              </a:rPr>
              <a:t>Tất cả các định dạng audio (ví dụ: .mp3, .wav)</a:t>
            </a:r>
            <a:endParaRPr sz="1400" b="0" i="0" u="none" strike="noStrike" cap="none">
              <a:solidFill>
                <a:srgbClr val="000000"/>
              </a:solidFill>
              <a:latin typeface="Calibri"/>
              <a:ea typeface="Calibri"/>
              <a:cs typeface="Calibri"/>
              <a:sym typeface="Calibri"/>
            </a:endParaRPr>
          </a:p>
          <a:p>
            <a:pPr marL="457200" marR="0" lvl="0" indent="-317500" algn="l" rtl="0">
              <a:lnSpc>
                <a:spcPct val="107916"/>
              </a:lnSpc>
              <a:spcBef>
                <a:spcPts val="0"/>
              </a:spcBef>
              <a:spcAft>
                <a:spcPts val="0"/>
              </a:spcAft>
              <a:buClr>
                <a:srgbClr val="000000"/>
              </a:buClr>
              <a:buSzPts val="1400"/>
              <a:buFont typeface="Calibri"/>
              <a:buChar char="●"/>
            </a:pPr>
            <a:r>
              <a:rPr lang="en-US" sz="1400" b="0" i="0" u="none" strike="noStrike" cap="none">
                <a:solidFill>
                  <a:srgbClr val="000000"/>
                </a:solidFill>
                <a:latin typeface="Calibri"/>
                <a:ea typeface="Calibri"/>
                <a:cs typeface="Calibri"/>
                <a:sym typeface="Calibri"/>
              </a:rPr>
              <a:t>Tất cả các định dạng video (ví dụ: .mp4, .mov, .avi)</a:t>
            </a:r>
            <a:endParaRPr sz="1400" b="0" i="0" u="none" strike="noStrike" cap="none">
              <a:solidFill>
                <a:srgbClr val="000000"/>
              </a:solidFill>
              <a:latin typeface="Calibri"/>
              <a:ea typeface="Calibri"/>
              <a:cs typeface="Calibri"/>
              <a:sym typeface="Calibri"/>
            </a:endParaRPr>
          </a:p>
          <a:p>
            <a:pPr marL="457200" marR="0" lvl="0" indent="-317500" algn="l" rtl="0">
              <a:lnSpc>
                <a:spcPct val="107916"/>
              </a:lnSpc>
              <a:spcBef>
                <a:spcPts val="0"/>
              </a:spcBef>
              <a:spcAft>
                <a:spcPts val="0"/>
              </a:spcAft>
              <a:buClr>
                <a:srgbClr val="000000"/>
              </a:buClr>
              <a:buSzPts val="1400"/>
              <a:buFont typeface="Calibri"/>
              <a:buChar char="●"/>
            </a:pPr>
            <a:r>
              <a:rPr lang="en-US" sz="1400" b="0" i="0" u="none" strike="noStrike" cap="none">
                <a:solidFill>
                  <a:srgbClr val="000000"/>
                </a:solidFill>
                <a:latin typeface="Calibri"/>
                <a:ea typeface="Calibri"/>
                <a:cs typeface="Calibri"/>
                <a:sym typeface="Calibri"/>
              </a:rPr>
              <a:t>JavaScript và CSS (ví dụ.js, .css)</a:t>
            </a:r>
            <a:endParaRPr sz="1400" b="0" i="0" u="none" strike="noStrike" cap="none">
              <a:solidFill>
                <a:srgbClr val="000000"/>
              </a:solidFill>
              <a:latin typeface="Calibri"/>
              <a:ea typeface="Calibri"/>
              <a:cs typeface="Calibri"/>
              <a:sym typeface="Calibri"/>
            </a:endParaRPr>
          </a:p>
          <a:p>
            <a:pPr marL="457200" marR="0" lvl="0" indent="-317500" algn="l" rtl="0">
              <a:lnSpc>
                <a:spcPct val="107916"/>
              </a:lnSpc>
              <a:spcBef>
                <a:spcPts val="0"/>
              </a:spcBef>
              <a:spcAft>
                <a:spcPts val="0"/>
              </a:spcAft>
              <a:buClr>
                <a:srgbClr val="000000"/>
              </a:buClr>
              <a:buSzPts val="1400"/>
              <a:buFont typeface="Calibri"/>
              <a:buChar char="●"/>
            </a:pPr>
            <a:r>
              <a:rPr lang="en-US" sz="1400" b="0" i="0" u="none" strike="noStrike" cap="none">
                <a:solidFill>
                  <a:srgbClr val="000000"/>
                </a:solidFill>
                <a:latin typeface="Calibri"/>
                <a:ea typeface="Calibri"/>
                <a:cs typeface="Calibri"/>
                <a:sym typeface="Calibri"/>
              </a:rPr>
              <a:t>Zip files (.zip)</a:t>
            </a:r>
            <a:endParaRPr sz="1400" b="0" i="0" u="none" strike="noStrike" cap="none">
              <a:solidFill>
                <a:srgbClr val="000000"/>
              </a:solidFill>
              <a:latin typeface="Calibri"/>
              <a:ea typeface="Calibri"/>
              <a:cs typeface="Calibri"/>
              <a:sym typeface="Calibri"/>
            </a:endParaRPr>
          </a:p>
          <a:p>
            <a:pPr marL="457200" marR="0" lvl="0" indent="-317500" algn="l" rtl="0">
              <a:lnSpc>
                <a:spcPct val="107916"/>
              </a:lnSpc>
              <a:spcBef>
                <a:spcPts val="0"/>
              </a:spcBef>
              <a:spcAft>
                <a:spcPts val="0"/>
              </a:spcAft>
              <a:buClr>
                <a:srgbClr val="000000"/>
              </a:buClr>
              <a:buSzPts val="1400"/>
              <a:buFont typeface="Calibri"/>
              <a:buChar char="●"/>
            </a:pPr>
            <a:r>
              <a:rPr lang="en-US" sz="1400" b="0" i="0" u="none" strike="noStrike" cap="none">
                <a:solidFill>
                  <a:srgbClr val="000000"/>
                </a:solidFill>
                <a:latin typeface="Calibri"/>
                <a:ea typeface="Calibri"/>
                <a:cs typeface="Calibri"/>
                <a:sym typeface="Calibri"/>
              </a:rPr>
              <a:t>Microsoft Office (.doc, .docx, .xls, .xlsx, .ppt, .pptx)</a:t>
            </a:r>
            <a:endParaRPr sz="1400" b="0" i="0" u="none" strike="noStrike" cap="none">
              <a:solidFill>
                <a:srgbClr val="000000"/>
              </a:solidFill>
              <a:latin typeface="Calibri"/>
              <a:ea typeface="Calibri"/>
              <a:cs typeface="Calibri"/>
              <a:sym typeface="Calibri"/>
            </a:endParaRPr>
          </a:p>
          <a:p>
            <a:pPr marL="457200" marR="0" lvl="0" indent="-317500" algn="l" rtl="0">
              <a:lnSpc>
                <a:spcPct val="107916"/>
              </a:lnSpc>
              <a:spcBef>
                <a:spcPts val="0"/>
              </a:spcBef>
              <a:spcAft>
                <a:spcPts val="0"/>
              </a:spcAft>
              <a:buClr>
                <a:srgbClr val="000000"/>
              </a:buClr>
              <a:buSzPts val="1400"/>
              <a:buFont typeface="Calibri"/>
              <a:buChar char="●"/>
            </a:pPr>
            <a:r>
              <a:rPr lang="en-US" sz="1400" b="0" i="0" u="none" strike="noStrike" cap="none">
                <a:solidFill>
                  <a:srgbClr val="000000"/>
                </a:solidFill>
                <a:latin typeface="Calibri"/>
                <a:ea typeface="Calibri"/>
                <a:cs typeface="Calibri"/>
                <a:sym typeface="Calibri"/>
              </a:rPr>
              <a:t>Calendar invite (.ics)</a:t>
            </a:r>
            <a:endParaRPr sz="1400" b="0" i="0" u="none" strike="noStrike" cap="none">
              <a:solidFill>
                <a:srgbClr val="000000"/>
              </a:solidFill>
              <a:latin typeface="Calibri"/>
              <a:ea typeface="Calibri"/>
              <a:cs typeface="Calibri"/>
              <a:sym typeface="Calibri"/>
            </a:endParaRPr>
          </a:p>
          <a:p>
            <a:pPr marL="457200" marR="0" lvl="0" indent="-317500" algn="l" rtl="0">
              <a:lnSpc>
                <a:spcPct val="107916"/>
              </a:lnSpc>
              <a:spcBef>
                <a:spcPts val="0"/>
              </a:spcBef>
              <a:spcAft>
                <a:spcPts val="0"/>
              </a:spcAft>
              <a:buClr>
                <a:srgbClr val="000000"/>
              </a:buClr>
              <a:buSzPts val="1400"/>
              <a:buFont typeface="Calibri"/>
              <a:buChar char="●"/>
            </a:pPr>
            <a:r>
              <a:rPr lang="en-US" sz="1400" b="0" i="0" u="none" strike="noStrike" cap="none">
                <a:solidFill>
                  <a:srgbClr val="000000"/>
                </a:solidFill>
                <a:latin typeface="Calibri"/>
                <a:ea typeface="Calibri"/>
                <a:cs typeface="Calibri"/>
                <a:sym typeface="Calibri"/>
              </a:rPr>
              <a:t>PDF (.pdf)</a:t>
            </a:r>
            <a:endParaRPr sz="1400" b="0" i="0" u="none" strike="noStrike" cap="none">
              <a:solidFill>
                <a:srgbClr val="000000"/>
              </a:solidFill>
              <a:latin typeface="Calibri"/>
              <a:ea typeface="Calibri"/>
              <a:cs typeface="Calibri"/>
              <a:sym typeface="Calibri"/>
            </a:endParaRPr>
          </a:p>
          <a:p>
            <a:pPr marL="457200" marR="0" lvl="0" indent="-317500" algn="l" rtl="0">
              <a:lnSpc>
                <a:spcPct val="107916"/>
              </a:lnSpc>
              <a:spcBef>
                <a:spcPts val="0"/>
              </a:spcBef>
              <a:spcAft>
                <a:spcPts val="0"/>
              </a:spcAft>
              <a:buClr>
                <a:srgbClr val="000000"/>
              </a:buClr>
              <a:buSzPts val="1400"/>
              <a:buFont typeface="Calibri"/>
              <a:buChar char="●"/>
            </a:pPr>
            <a:r>
              <a:rPr lang="en-US" sz="1400" b="0" i="0" u="none" strike="noStrike" cap="none">
                <a:solidFill>
                  <a:srgbClr val="000000"/>
                </a:solidFill>
                <a:latin typeface="Calibri"/>
                <a:ea typeface="Calibri"/>
                <a:cs typeface="Calibri"/>
                <a:sym typeface="Calibri"/>
              </a:rPr>
              <a:t>Font files (ví dụ .woff, .ttf)</a:t>
            </a:r>
            <a:endParaRPr sz="1400" b="0" i="0" u="none" strike="noStrike" cap="none">
              <a:solidFill>
                <a:srgbClr val="000000"/>
              </a:solidFill>
              <a:latin typeface="Calibri"/>
              <a:ea typeface="Calibri"/>
              <a:cs typeface="Calibri"/>
              <a:sym typeface="Calibri"/>
            </a:endParaRPr>
          </a:p>
        </p:txBody>
      </p:sp>
      <p:pic>
        <p:nvPicPr>
          <p:cNvPr id="501" name="Google Shape;501;g1d0ad6de515_0_2324"/>
          <p:cNvPicPr preferRelativeResize="0"/>
          <p:nvPr/>
        </p:nvPicPr>
        <p:blipFill rotWithShape="1">
          <a:blip r:embed="rId4">
            <a:alphaModFix/>
          </a:blip>
          <a:srcRect/>
          <a:stretch/>
        </p:blipFill>
        <p:spPr>
          <a:xfrm>
            <a:off x="5217984" y="1603322"/>
            <a:ext cx="5943600" cy="18669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g1d0ad6de515_0_2331"/>
          <p:cNvSpPr txBox="1">
            <a:spLocks noGrp="1"/>
          </p:cNvSpPr>
          <p:nvPr>
            <p:ph type="title"/>
          </p:nvPr>
        </p:nvSpPr>
        <p:spPr>
          <a:xfrm>
            <a:off x="503260" y="467650"/>
            <a:ext cx="46014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3.2 Email Template</a:t>
            </a:r>
            <a:endParaRPr/>
          </a:p>
        </p:txBody>
      </p:sp>
      <p:pic>
        <p:nvPicPr>
          <p:cNvPr id="507" name="Google Shape;507;g1d0ad6de515_0_2331"/>
          <p:cNvPicPr preferRelativeResize="0"/>
          <p:nvPr/>
        </p:nvPicPr>
        <p:blipFill rotWithShape="1">
          <a:blip r:embed="rId3">
            <a:alphaModFix/>
          </a:blip>
          <a:srcRect/>
          <a:stretch/>
        </p:blipFill>
        <p:spPr>
          <a:xfrm>
            <a:off x="392302" y="1917150"/>
            <a:ext cx="6737201" cy="3195850"/>
          </a:xfrm>
          <a:prstGeom prst="rect">
            <a:avLst/>
          </a:prstGeom>
          <a:noFill/>
          <a:ln>
            <a:noFill/>
          </a:ln>
        </p:spPr>
      </p:pic>
      <p:sp>
        <p:nvSpPr>
          <p:cNvPr id="508" name="Google Shape;508;g1d0ad6de515_0_2331"/>
          <p:cNvSpPr txBox="1"/>
          <p:nvPr/>
        </p:nvSpPr>
        <p:spPr>
          <a:xfrm>
            <a:off x="7245567" y="1746657"/>
            <a:ext cx="4707900" cy="3296400"/>
          </a:xfrm>
          <a:prstGeom prst="rect">
            <a:avLst/>
          </a:prstGeom>
          <a:noFill/>
          <a:ln>
            <a:noFill/>
          </a:ln>
        </p:spPr>
        <p:txBody>
          <a:bodyPr spcFirstLastPara="1" wrap="square" lIns="91425" tIns="91425" rIns="91425" bIns="91425" anchor="t" anchorCtr="0">
            <a:spAutoFit/>
          </a:bodyPr>
          <a:lstStyle/>
          <a:p>
            <a:pPr marL="285750" marR="0" lvl="0" indent="-285750" algn="l" rtl="0">
              <a:lnSpc>
                <a:spcPct val="150000"/>
              </a:lnSpc>
              <a:spcBef>
                <a:spcPts val="0"/>
              </a:spcBef>
              <a:spcAft>
                <a:spcPts val="0"/>
              </a:spcAft>
              <a:buClr>
                <a:srgbClr val="000000"/>
              </a:buClr>
              <a:buSzPts val="1500"/>
              <a:buFont typeface="Arial"/>
              <a:buChar char="•"/>
            </a:pPr>
            <a:r>
              <a:rPr lang="en-US" sz="1500" b="0" i="0" u="none" strike="noStrike" cap="none">
                <a:solidFill>
                  <a:srgbClr val="000000"/>
                </a:solidFill>
                <a:latin typeface="Calibri"/>
                <a:ea typeface="Calibri"/>
                <a:cs typeface="Calibri"/>
                <a:sym typeface="Calibri"/>
              </a:rPr>
              <a:t>Cho phép thiết kế các mẫu email (email templates) khác nhau để sử dụng gửi ra từ Pardot hoặc tái sử dụng.</a:t>
            </a:r>
            <a:endParaRPr sz="1500" b="0" i="0" u="none" strike="noStrike" cap="none">
              <a:solidFill>
                <a:srgbClr val="000000"/>
              </a:solidFill>
              <a:latin typeface="Calibri"/>
              <a:ea typeface="Calibri"/>
              <a:cs typeface="Calibri"/>
              <a:sym typeface="Calibri"/>
            </a:endParaRPr>
          </a:p>
          <a:p>
            <a:pPr marL="285750" marR="0" lvl="0" indent="-285750" algn="l" rtl="0">
              <a:lnSpc>
                <a:spcPct val="150000"/>
              </a:lnSpc>
              <a:spcBef>
                <a:spcPts val="800"/>
              </a:spcBef>
              <a:spcAft>
                <a:spcPts val="0"/>
              </a:spcAft>
              <a:buClr>
                <a:srgbClr val="000000"/>
              </a:buClr>
              <a:buSzPts val="1500"/>
              <a:buFont typeface="Arial"/>
              <a:buChar char="•"/>
            </a:pPr>
            <a:r>
              <a:rPr lang="en-US" sz="1500" b="0" i="0" u="none" strike="noStrike" cap="none">
                <a:solidFill>
                  <a:srgbClr val="000000"/>
                </a:solidFill>
                <a:latin typeface="Calibri"/>
                <a:ea typeface="Calibri"/>
                <a:cs typeface="Calibri"/>
                <a:sym typeface="Calibri"/>
              </a:rPr>
              <a:t>Cho phép cá nhân hóa nội dung email để gửi cho mỗi đối tượng nhận khác nhau. </a:t>
            </a:r>
            <a:endParaRPr sz="1500" b="0" i="0" u="none" strike="noStrike" cap="none">
              <a:solidFill>
                <a:srgbClr val="000000"/>
              </a:solidFill>
              <a:latin typeface="Calibri"/>
              <a:ea typeface="Calibri"/>
              <a:cs typeface="Calibri"/>
              <a:sym typeface="Calibri"/>
            </a:endParaRPr>
          </a:p>
          <a:p>
            <a:pPr marL="285750" marR="0" lvl="0" indent="-285750" algn="l" rtl="0">
              <a:lnSpc>
                <a:spcPct val="150000"/>
              </a:lnSpc>
              <a:spcBef>
                <a:spcPts val="800"/>
              </a:spcBef>
              <a:spcAft>
                <a:spcPts val="0"/>
              </a:spcAft>
              <a:buClr>
                <a:srgbClr val="000000"/>
              </a:buClr>
              <a:buSzPts val="1500"/>
              <a:buFont typeface="Arial"/>
              <a:buChar char="•"/>
            </a:pPr>
            <a:r>
              <a:rPr lang="en-US" sz="1500" b="0" i="0" u="none" strike="noStrike" cap="none">
                <a:solidFill>
                  <a:srgbClr val="000000"/>
                </a:solidFill>
                <a:latin typeface="Calibri"/>
                <a:ea typeface="Calibri"/>
                <a:cs typeface="Calibri"/>
                <a:sym typeface="Calibri"/>
              </a:rPr>
              <a:t>Cho phép sửa đổi template có sẵn hoặc tự điều chỉnh HTML code.</a:t>
            </a:r>
            <a:endParaRPr sz="1400" b="0" i="0" u="none" strike="noStrike" cap="none">
              <a:solidFill>
                <a:srgbClr val="000000"/>
              </a:solidFill>
              <a:latin typeface="Arial"/>
              <a:ea typeface="Arial"/>
              <a:cs typeface="Arial"/>
              <a:sym typeface="Arial"/>
            </a:endParaRPr>
          </a:p>
          <a:p>
            <a:pPr marL="285750" marR="0" lvl="0" indent="-285750" algn="l" rtl="0">
              <a:lnSpc>
                <a:spcPct val="150000"/>
              </a:lnSpc>
              <a:spcBef>
                <a:spcPts val="1600"/>
              </a:spcBef>
              <a:spcAft>
                <a:spcPts val="800"/>
              </a:spcAft>
              <a:buClr>
                <a:srgbClr val="000000"/>
              </a:buClr>
              <a:buSzPts val="1800"/>
              <a:buFont typeface="Arial"/>
              <a:buChar char="•"/>
            </a:pPr>
            <a:r>
              <a:rPr lang="en-US" sz="1800" b="1" i="1" u="none" strike="noStrike" cap="none">
                <a:solidFill>
                  <a:srgbClr val="2E75B5"/>
                </a:solidFill>
                <a:latin typeface="Times New Roman"/>
                <a:ea typeface="Times New Roman"/>
                <a:cs typeface="Times New Roman"/>
                <a:sym typeface="Times New Roman"/>
              </a:rPr>
              <a:t>Rendering Tests</a:t>
            </a:r>
            <a:endParaRPr sz="1400" b="0" i="0" u="none" strike="noStrike" cap="none">
              <a:solidFill>
                <a:srgbClr val="000000"/>
              </a:solidFill>
              <a:latin typeface="Arial"/>
              <a:ea typeface="Arial"/>
              <a:cs typeface="Arial"/>
              <a:sym typeface="Arial"/>
            </a:endParaRPr>
          </a:p>
        </p:txBody>
      </p:sp>
      <p:sp>
        <p:nvSpPr>
          <p:cNvPr id="509" name="Google Shape;509;g1d0ad6de515_0_2331"/>
          <p:cNvSpPr txBox="1"/>
          <p:nvPr/>
        </p:nvSpPr>
        <p:spPr>
          <a:xfrm>
            <a:off x="2865866" y="5432797"/>
            <a:ext cx="3007200" cy="338700"/>
          </a:xfrm>
          <a:prstGeom prst="rect">
            <a:avLst/>
          </a:prstGeom>
          <a:solidFill>
            <a:srgbClr val="D8E2F3"/>
          </a:solidFill>
          <a:ln w="25400" cap="flat" cmpd="sng">
            <a:solidFill>
              <a:srgbClr val="5B9BD5"/>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HƯỚNG DẪN TRÊN PARDOT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g1d0ad6de515_0_2338"/>
          <p:cNvSpPr txBox="1">
            <a:spLocks noGrp="1"/>
          </p:cNvSpPr>
          <p:nvPr>
            <p:ph type="title"/>
          </p:nvPr>
        </p:nvSpPr>
        <p:spPr>
          <a:xfrm>
            <a:off x="503260" y="467650"/>
            <a:ext cx="46014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EMAIL TEMPLATE</a:t>
            </a:r>
            <a:endParaRPr/>
          </a:p>
        </p:txBody>
      </p:sp>
      <p:pic>
        <p:nvPicPr>
          <p:cNvPr id="515" name="Google Shape;515;g1d0ad6de515_0_2338"/>
          <p:cNvPicPr preferRelativeResize="0"/>
          <p:nvPr/>
        </p:nvPicPr>
        <p:blipFill rotWithShape="1">
          <a:blip r:embed="rId3">
            <a:alphaModFix/>
          </a:blip>
          <a:srcRect/>
          <a:stretch/>
        </p:blipFill>
        <p:spPr>
          <a:xfrm>
            <a:off x="183798" y="2028825"/>
            <a:ext cx="6297400" cy="3683576"/>
          </a:xfrm>
          <a:prstGeom prst="rect">
            <a:avLst/>
          </a:prstGeom>
          <a:noFill/>
          <a:ln>
            <a:noFill/>
          </a:ln>
        </p:spPr>
      </p:pic>
      <p:sp>
        <p:nvSpPr>
          <p:cNvPr id="516" name="Google Shape;516;g1d0ad6de515_0_2338"/>
          <p:cNvSpPr txBox="1"/>
          <p:nvPr/>
        </p:nvSpPr>
        <p:spPr>
          <a:xfrm>
            <a:off x="6619799" y="1686475"/>
            <a:ext cx="5451600" cy="49254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600"/>
              </a:spcBef>
              <a:spcAft>
                <a:spcPts val="0"/>
              </a:spcAft>
              <a:buClr>
                <a:srgbClr val="000000"/>
              </a:buClr>
              <a:buSzPts val="1800"/>
              <a:buFont typeface="Arial"/>
              <a:buNone/>
            </a:pPr>
            <a:r>
              <a:rPr lang="en-US" sz="1800" b="1" i="0" u="none" strike="noStrike" cap="none">
                <a:solidFill>
                  <a:srgbClr val="000000"/>
                </a:solidFill>
                <a:latin typeface="Times New Roman"/>
                <a:ea typeface="Times New Roman"/>
                <a:cs typeface="Times New Roman"/>
                <a:sym typeface="Times New Roman"/>
              </a:rPr>
              <a:t>Available for</a:t>
            </a:r>
            <a:r>
              <a:rPr lang="en-US" sz="1800" b="0" i="0" u="none" strike="noStrike" cap="none">
                <a:solidFill>
                  <a:srgbClr val="000000"/>
                </a:solidFill>
                <a:latin typeface="Times New Roman"/>
                <a:ea typeface="Times New Roman"/>
                <a:cs typeface="Times New Roman"/>
                <a:sym typeface="Times New Roman"/>
              </a:rPr>
              <a:t>: chọn loại email mà template có thể được sử dụng</a:t>
            </a:r>
            <a:endParaRPr sz="1800" b="0" i="0" u="none" strike="noStrike" cap="none">
              <a:solidFill>
                <a:srgbClr val="000000"/>
              </a:solidFill>
              <a:latin typeface="Calibri"/>
              <a:ea typeface="Calibri"/>
              <a:cs typeface="Calibri"/>
              <a:sym typeface="Calibri"/>
            </a:endParaRPr>
          </a:p>
          <a:p>
            <a:pPr marL="685800" marR="0" lvl="0" indent="-342900" algn="l" rtl="0">
              <a:lnSpc>
                <a:spcPct val="150000"/>
              </a:lnSpc>
              <a:spcBef>
                <a:spcPts val="600"/>
              </a:spcBef>
              <a:spcAft>
                <a:spcPts val="0"/>
              </a:spcAft>
              <a:buClr>
                <a:srgbClr val="000000"/>
              </a:buClr>
              <a:buSzPts val="1800"/>
              <a:buFont typeface="Calibri"/>
              <a:buChar char="●"/>
            </a:pPr>
            <a:r>
              <a:rPr lang="en-US" sz="1800" b="1" i="0" u="none" strike="noStrike" cap="none">
                <a:solidFill>
                  <a:srgbClr val="000000"/>
                </a:solidFill>
                <a:latin typeface="Times New Roman"/>
                <a:ea typeface="Times New Roman"/>
                <a:cs typeface="Times New Roman"/>
                <a:sym typeface="Times New Roman"/>
              </a:rPr>
              <a:t>One to one emails: </a:t>
            </a:r>
            <a:r>
              <a:rPr lang="en-US" sz="1800" b="0" i="0" u="none" strike="noStrike" cap="none">
                <a:solidFill>
                  <a:srgbClr val="000000"/>
                </a:solidFill>
                <a:latin typeface="Times New Roman"/>
                <a:ea typeface="Times New Roman"/>
                <a:cs typeface="Times New Roman"/>
                <a:sym typeface="Times New Roman"/>
              </a:rPr>
              <a:t>sử dụng để gửi email one-to-one</a:t>
            </a:r>
            <a:endParaRPr sz="1800" b="0" i="0" u="none" strike="noStrike" cap="none">
              <a:solidFill>
                <a:srgbClr val="000000"/>
              </a:solidFill>
              <a:latin typeface="Calibri"/>
              <a:ea typeface="Calibri"/>
              <a:cs typeface="Calibri"/>
              <a:sym typeface="Calibri"/>
            </a:endParaRPr>
          </a:p>
          <a:p>
            <a:pPr marL="685800" marR="0" lvl="0" indent="-342900" algn="l" rtl="0">
              <a:lnSpc>
                <a:spcPct val="150000"/>
              </a:lnSpc>
              <a:spcBef>
                <a:spcPts val="600"/>
              </a:spcBef>
              <a:spcAft>
                <a:spcPts val="0"/>
              </a:spcAft>
              <a:buClr>
                <a:srgbClr val="000000"/>
              </a:buClr>
              <a:buSzPts val="1800"/>
              <a:buFont typeface="Calibri"/>
              <a:buChar char="●"/>
            </a:pPr>
            <a:r>
              <a:rPr lang="en-US" sz="1800" b="1" i="0" u="none" strike="noStrike" cap="none">
                <a:solidFill>
                  <a:srgbClr val="000000"/>
                </a:solidFill>
                <a:latin typeface="Times New Roman"/>
                <a:ea typeface="Times New Roman"/>
                <a:cs typeface="Times New Roman"/>
                <a:sym typeface="Times New Roman"/>
              </a:rPr>
              <a:t>Autoresponder emails:</a:t>
            </a:r>
            <a:r>
              <a:rPr lang="en-US" sz="1800" b="0" i="0" u="none" strike="noStrike" cap="none">
                <a:solidFill>
                  <a:srgbClr val="000000"/>
                </a:solidFill>
                <a:latin typeface="Times New Roman"/>
                <a:ea typeface="Times New Roman"/>
                <a:cs typeface="Times New Roman"/>
                <a:sym typeface="Times New Roman"/>
              </a:rPr>
              <a:t> sử dụng email template này làm thành một email tự động phản hồi trong các hoạt động trên Pardot như submit form.</a:t>
            </a:r>
            <a:endParaRPr sz="1800" b="0" i="0" u="none" strike="noStrike" cap="none">
              <a:solidFill>
                <a:srgbClr val="000000"/>
              </a:solidFill>
              <a:latin typeface="Calibri"/>
              <a:ea typeface="Calibri"/>
              <a:cs typeface="Calibri"/>
              <a:sym typeface="Calibri"/>
            </a:endParaRPr>
          </a:p>
          <a:p>
            <a:pPr marL="685800" marR="0" lvl="0" indent="-342900" algn="l" rtl="0">
              <a:lnSpc>
                <a:spcPct val="150000"/>
              </a:lnSpc>
              <a:spcBef>
                <a:spcPts val="600"/>
              </a:spcBef>
              <a:spcAft>
                <a:spcPts val="0"/>
              </a:spcAft>
              <a:buClr>
                <a:srgbClr val="000000"/>
              </a:buClr>
              <a:buSzPts val="1800"/>
              <a:buFont typeface="Calibri"/>
              <a:buChar char="●"/>
            </a:pPr>
            <a:r>
              <a:rPr lang="en-US" sz="1800" b="1" i="0" u="none" strike="noStrike" cap="none">
                <a:solidFill>
                  <a:srgbClr val="000000"/>
                </a:solidFill>
                <a:latin typeface="Times New Roman"/>
                <a:ea typeface="Times New Roman"/>
                <a:cs typeface="Times New Roman"/>
                <a:sym typeface="Times New Roman"/>
              </a:rPr>
              <a:t>Engagement Program Emails:</a:t>
            </a:r>
            <a:r>
              <a:rPr lang="en-US" sz="1800" b="0" i="0" u="none" strike="noStrike" cap="none">
                <a:solidFill>
                  <a:srgbClr val="000000"/>
                </a:solidFill>
                <a:latin typeface="Times New Roman"/>
                <a:ea typeface="Times New Roman"/>
                <a:cs typeface="Times New Roman"/>
                <a:sym typeface="Times New Roman"/>
              </a:rPr>
              <a:t> cho phép sử dụng trong các chương trình tương tác tự động</a:t>
            </a:r>
            <a:endParaRPr sz="1800" b="0" i="0" u="none" strike="noStrike" cap="none">
              <a:solidFill>
                <a:srgbClr val="000000"/>
              </a:solidFill>
              <a:latin typeface="Calibri"/>
              <a:ea typeface="Calibri"/>
              <a:cs typeface="Calibri"/>
              <a:sym typeface="Calibri"/>
            </a:endParaRPr>
          </a:p>
          <a:p>
            <a:pPr marL="685800" marR="0" lvl="0" indent="-342900" algn="l" rtl="0">
              <a:lnSpc>
                <a:spcPct val="150000"/>
              </a:lnSpc>
              <a:spcBef>
                <a:spcPts val="600"/>
              </a:spcBef>
              <a:spcAft>
                <a:spcPts val="600"/>
              </a:spcAft>
              <a:buClr>
                <a:srgbClr val="000000"/>
              </a:buClr>
              <a:buSzPts val="1800"/>
              <a:buFont typeface="Calibri"/>
              <a:buChar char="●"/>
            </a:pPr>
            <a:r>
              <a:rPr lang="en-US" sz="1800" b="1" i="0" u="none" strike="noStrike" cap="none">
                <a:solidFill>
                  <a:srgbClr val="000000"/>
                </a:solidFill>
                <a:latin typeface="Times New Roman"/>
                <a:ea typeface="Times New Roman"/>
                <a:cs typeface="Times New Roman"/>
                <a:sym typeface="Times New Roman"/>
              </a:rPr>
              <a:t>List emails: </a:t>
            </a:r>
            <a:r>
              <a:rPr lang="en-US" sz="1800" b="0" i="0" u="none" strike="noStrike" cap="none">
                <a:solidFill>
                  <a:srgbClr val="000000"/>
                </a:solidFill>
                <a:latin typeface="Times New Roman"/>
                <a:ea typeface="Times New Roman"/>
                <a:cs typeface="Times New Roman"/>
                <a:sym typeface="Times New Roman"/>
              </a:rPr>
              <a:t>sử dụng trong các hoạt động gửi email đến các prospects trong một List nào đó.</a:t>
            </a:r>
            <a:endParaRPr sz="1800" b="0" i="0" u="none" strike="noStrike" cap="none">
              <a:solidFill>
                <a:srgbClr val="000000"/>
              </a:solidFill>
              <a:latin typeface="Calibri"/>
              <a:ea typeface="Calibri"/>
              <a:cs typeface="Calibri"/>
              <a:sym typeface="Calibri"/>
            </a:endParaRPr>
          </a:p>
        </p:txBody>
      </p:sp>
      <p:sp>
        <p:nvSpPr>
          <p:cNvPr id="517" name="Google Shape;517;g1d0ad6de515_0_2338"/>
          <p:cNvSpPr txBox="1">
            <a:spLocks noGrp="1"/>
          </p:cNvSpPr>
          <p:nvPr>
            <p:ph type="title"/>
          </p:nvPr>
        </p:nvSpPr>
        <p:spPr>
          <a:xfrm>
            <a:off x="503256" y="1269475"/>
            <a:ext cx="42534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700">
                <a:solidFill>
                  <a:srgbClr val="6A625B"/>
                </a:solidFill>
              </a:rPr>
              <a:t>Basic Information</a:t>
            </a:r>
            <a:endParaRPr sz="2700">
              <a:solidFill>
                <a:srgbClr val="6A625B"/>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g1d0ad6de515_0_2345"/>
          <p:cNvSpPr txBox="1">
            <a:spLocks noGrp="1"/>
          </p:cNvSpPr>
          <p:nvPr>
            <p:ph type="title"/>
          </p:nvPr>
        </p:nvSpPr>
        <p:spPr>
          <a:xfrm>
            <a:off x="503260" y="467650"/>
            <a:ext cx="46014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EMAIL TEMPLATE</a:t>
            </a:r>
            <a:endParaRPr/>
          </a:p>
        </p:txBody>
      </p:sp>
      <p:pic>
        <p:nvPicPr>
          <p:cNvPr id="523" name="Google Shape;523;g1d0ad6de515_0_2345"/>
          <p:cNvPicPr preferRelativeResize="0"/>
          <p:nvPr/>
        </p:nvPicPr>
        <p:blipFill rotWithShape="1">
          <a:blip r:embed="rId3">
            <a:alphaModFix/>
          </a:blip>
          <a:srcRect/>
          <a:stretch/>
        </p:blipFill>
        <p:spPr>
          <a:xfrm>
            <a:off x="262268" y="1824900"/>
            <a:ext cx="7094574" cy="3820150"/>
          </a:xfrm>
          <a:prstGeom prst="rect">
            <a:avLst/>
          </a:prstGeom>
          <a:noFill/>
          <a:ln>
            <a:noFill/>
          </a:ln>
        </p:spPr>
      </p:pic>
      <p:sp>
        <p:nvSpPr>
          <p:cNvPr id="524" name="Google Shape;524;g1d0ad6de515_0_2345"/>
          <p:cNvSpPr txBox="1"/>
          <p:nvPr/>
        </p:nvSpPr>
        <p:spPr>
          <a:xfrm>
            <a:off x="7264492" y="1824900"/>
            <a:ext cx="4024200" cy="461700"/>
          </a:xfrm>
          <a:prstGeom prst="rect">
            <a:avLst/>
          </a:prstGeom>
          <a:noFill/>
          <a:ln>
            <a:noFill/>
          </a:ln>
        </p:spPr>
        <p:txBody>
          <a:bodyPr spcFirstLastPara="1" wrap="square" lIns="91425" tIns="91425" rIns="91425" bIns="91425" anchor="t" anchorCtr="0">
            <a:spAutoFit/>
          </a:bodyPr>
          <a:lstStyle/>
          <a:p>
            <a:pPr marL="457200" marR="0" lvl="0" indent="0" algn="l" rtl="0">
              <a:lnSpc>
                <a:spcPct val="150000"/>
              </a:lnSpc>
              <a:spcBef>
                <a:spcPts val="600"/>
              </a:spcBef>
              <a:spcAft>
                <a:spcPts val="600"/>
              </a:spcAft>
              <a:buClr>
                <a:srgbClr val="000000"/>
              </a:buClr>
              <a:buSzPts val="1800"/>
              <a:buFont typeface="Arial"/>
              <a:buNone/>
            </a:pPr>
            <a:r>
              <a:rPr lang="en-US" sz="1800" b="0" i="0" u="none" strike="noStrike" cap="none">
                <a:solidFill>
                  <a:srgbClr val="000000"/>
                </a:solidFill>
                <a:latin typeface="Times New Roman"/>
                <a:ea typeface="Times New Roman"/>
                <a:cs typeface="Times New Roman"/>
                <a:sym typeface="Times New Roman"/>
              </a:rPr>
              <a:t>Nhập tiêu đề cho email template</a:t>
            </a:r>
            <a:endParaRPr sz="1800" b="0" i="0" u="none" strike="noStrike" cap="none">
              <a:solidFill>
                <a:srgbClr val="000000"/>
              </a:solidFill>
              <a:latin typeface="Arial"/>
              <a:ea typeface="Arial"/>
              <a:cs typeface="Arial"/>
              <a:sym typeface="Arial"/>
            </a:endParaRPr>
          </a:p>
        </p:txBody>
      </p:sp>
      <p:sp>
        <p:nvSpPr>
          <p:cNvPr id="525" name="Google Shape;525;g1d0ad6de515_0_2345"/>
          <p:cNvSpPr txBox="1"/>
          <p:nvPr/>
        </p:nvSpPr>
        <p:spPr>
          <a:xfrm>
            <a:off x="6922578" y="2548925"/>
            <a:ext cx="4976100" cy="4017300"/>
          </a:xfrm>
          <a:prstGeom prst="rect">
            <a:avLst/>
          </a:prstGeom>
          <a:noFill/>
          <a:ln>
            <a:noFill/>
          </a:ln>
        </p:spPr>
        <p:txBody>
          <a:bodyPr spcFirstLastPara="1" wrap="square" lIns="91425" tIns="91425" rIns="91425" bIns="91425" anchor="t" anchorCtr="0">
            <a:spAutoFit/>
          </a:bodyPr>
          <a:lstStyle/>
          <a:p>
            <a:pPr marL="817245" marR="0" lvl="0" indent="-294637" algn="l" rtl="0">
              <a:lnSpc>
                <a:spcPct val="150000"/>
              </a:lnSpc>
              <a:spcBef>
                <a:spcPts val="600"/>
              </a:spcBef>
              <a:spcAft>
                <a:spcPts val="0"/>
              </a:spcAft>
              <a:buClr>
                <a:srgbClr val="000000"/>
              </a:buClr>
              <a:buSzPts val="1800"/>
              <a:buFont typeface="Calibri"/>
              <a:buChar char="-"/>
            </a:pPr>
            <a:r>
              <a:rPr lang="en-US" sz="1800" b="0" i="0" u="none" strike="noStrike" cap="none">
                <a:solidFill>
                  <a:srgbClr val="000000"/>
                </a:solidFill>
                <a:latin typeface="Times New Roman"/>
                <a:ea typeface="Times New Roman"/>
                <a:cs typeface="Times New Roman"/>
                <a:sym typeface="Times New Roman"/>
              </a:rPr>
              <a:t>Ở khung bên trái, lựa chọn chế độ xem của email template (Editor, HTML, Preview hoặc Text)</a:t>
            </a:r>
            <a:endParaRPr sz="1800" b="0" i="0" u="none" strike="noStrike" cap="none">
              <a:solidFill>
                <a:srgbClr val="000000"/>
              </a:solidFill>
              <a:latin typeface="Calibri"/>
              <a:ea typeface="Calibri"/>
              <a:cs typeface="Calibri"/>
              <a:sym typeface="Calibri"/>
            </a:endParaRPr>
          </a:p>
          <a:p>
            <a:pPr marL="817245" marR="0" lvl="0" indent="-294637" algn="l" rtl="0">
              <a:lnSpc>
                <a:spcPct val="150000"/>
              </a:lnSpc>
              <a:spcBef>
                <a:spcPts val="600"/>
              </a:spcBef>
              <a:spcAft>
                <a:spcPts val="0"/>
              </a:spcAft>
              <a:buClr>
                <a:srgbClr val="000000"/>
              </a:buClr>
              <a:buSzPts val="1800"/>
              <a:buFont typeface="Calibri"/>
              <a:buChar char="-"/>
            </a:pPr>
            <a:r>
              <a:rPr lang="en-US" sz="1800" b="0" i="0" u="none" strike="noStrike" cap="none">
                <a:solidFill>
                  <a:srgbClr val="000000"/>
                </a:solidFill>
                <a:latin typeface="Times New Roman"/>
                <a:ea typeface="Times New Roman"/>
                <a:cs typeface="Times New Roman"/>
                <a:sym typeface="Times New Roman"/>
              </a:rPr>
              <a:t>Ở khung bên phải, xem lại một vài thông tin của email template:</a:t>
            </a:r>
            <a:endParaRPr sz="1800" b="0" i="0" u="none" strike="noStrike" cap="none">
              <a:solidFill>
                <a:srgbClr val="000000"/>
              </a:solidFill>
              <a:latin typeface="Calibri"/>
              <a:ea typeface="Calibri"/>
              <a:cs typeface="Calibri"/>
              <a:sym typeface="Calibri"/>
            </a:endParaRPr>
          </a:p>
          <a:p>
            <a:pPr marL="1045845" marR="0" lvl="0" indent="-342900" algn="l" rtl="0">
              <a:lnSpc>
                <a:spcPct val="150000"/>
              </a:lnSpc>
              <a:spcBef>
                <a:spcPts val="600"/>
              </a:spcBef>
              <a:spcAft>
                <a:spcPts val="0"/>
              </a:spcAft>
              <a:buClr>
                <a:srgbClr val="000000"/>
              </a:buClr>
              <a:buSzPts val="1800"/>
              <a:buFont typeface="Calibri"/>
              <a:buChar char="●"/>
            </a:pPr>
            <a:r>
              <a:rPr lang="en-US" sz="1800" b="1" i="0" u="none" strike="noStrike" cap="none">
                <a:solidFill>
                  <a:srgbClr val="000000"/>
                </a:solidFill>
                <a:latin typeface="Times New Roman"/>
                <a:ea typeface="Times New Roman"/>
                <a:cs typeface="Times New Roman"/>
                <a:sym typeface="Times New Roman"/>
              </a:rPr>
              <a:t>Infor</a:t>
            </a:r>
            <a:r>
              <a:rPr lang="en-US" sz="1800" b="0" i="0" u="none" strike="noStrike" cap="none">
                <a:solidFill>
                  <a:srgbClr val="000000"/>
                </a:solidFill>
                <a:latin typeface="Times New Roman"/>
                <a:ea typeface="Times New Roman"/>
                <a:cs typeface="Times New Roman"/>
                <a:sym typeface="Times New Roman"/>
              </a:rPr>
              <a:t>: nhập tên tiêu đề cho email hoặc chọn layout khác cho email template</a:t>
            </a:r>
            <a:endParaRPr sz="1800" b="0" i="0" u="none" strike="noStrike" cap="none">
              <a:solidFill>
                <a:srgbClr val="000000"/>
              </a:solidFill>
              <a:latin typeface="Calibri"/>
              <a:ea typeface="Calibri"/>
              <a:cs typeface="Calibri"/>
              <a:sym typeface="Calibri"/>
            </a:endParaRPr>
          </a:p>
          <a:p>
            <a:pPr marL="1045845" marR="0" lvl="0" indent="-342900" algn="l" rtl="0">
              <a:lnSpc>
                <a:spcPct val="150000"/>
              </a:lnSpc>
              <a:spcBef>
                <a:spcPts val="600"/>
              </a:spcBef>
              <a:spcAft>
                <a:spcPts val="600"/>
              </a:spcAft>
              <a:buClr>
                <a:srgbClr val="000000"/>
              </a:buClr>
              <a:buSzPts val="1800"/>
              <a:buFont typeface="Calibri"/>
              <a:buChar char="●"/>
            </a:pPr>
            <a:r>
              <a:rPr lang="en-US" sz="1800" b="1" i="0" u="none" strike="noStrike" cap="none">
                <a:solidFill>
                  <a:srgbClr val="000000"/>
                </a:solidFill>
                <a:latin typeface="Times New Roman"/>
                <a:ea typeface="Times New Roman"/>
                <a:cs typeface="Times New Roman"/>
                <a:sym typeface="Times New Roman"/>
              </a:rPr>
              <a:t>History</a:t>
            </a:r>
            <a:r>
              <a:rPr lang="en-US" sz="1800" b="0" i="0" u="none" strike="noStrike" cap="none">
                <a:solidFill>
                  <a:srgbClr val="000000"/>
                </a:solidFill>
                <a:latin typeface="Times New Roman"/>
                <a:ea typeface="Times New Roman"/>
                <a:cs typeface="Times New Roman"/>
                <a:sym typeface="Times New Roman"/>
              </a:rPr>
              <a:t>: Xem lại lịch sử các phiên bản của email template.</a:t>
            </a:r>
            <a:endParaRPr sz="1800" b="0" i="0" u="none" strike="noStrike" cap="none">
              <a:solidFill>
                <a:srgbClr val="000000"/>
              </a:solidFill>
              <a:latin typeface="Calibri"/>
              <a:ea typeface="Calibri"/>
              <a:cs typeface="Calibri"/>
              <a:sym typeface="Calibri"/>
            </a:endParaRPr>
          </a:p>
        </p:txBody>
      </p:sp>
      <p:sp>
        <p:nvSpPr>
          <p:cNvPr id="526" name="Google Shape;526;g1d0ad6de515_0_2345"/>
          <p:cNvSpPr txBox="1">
            <a:spLocks noGrp="1"/>
          </p:cNvSpPr>
          <p:nvPr>
            <p:ph type="title"/>
          </p:nvPr>
        </p:nvSpPr>
        <p:spPr>
          <a:xfrm>
            <a:off x="503256" y="1269475"/>
            <a:ext cx="42534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700">
                <a:solidFill>
                  <a:srgbClr val="6A625B"/>
                </a:solidFill>
              </a:rPr>
              <a:t>Tab BUILDING</a:t>
            </a:r>
            <a:endParaRPr sz="2700">
              <a:solidFill>
                <a:srgbClr val="6A625B"/>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g1d0ad6de515_0_2353"/>
          <p:cNvSpPr txBox="1">
            <a:spLocks noGrp="1"/>
          </p:cNvSpPr>
          <p:nvPr>
            <p:ph type="title"/>
          </p:nvPr>
        </p:nvSpPr>
        <p:spPr>
          <a:xfrm>
            <a:off x="503260" y="467650"/>
            <a:ext cx="46014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EMAIL TEMPLATE</a:t>
            </a:r>
            <a:endParaRPr/>
          </a:p>
        </p:txBody>
      </p:sp>
      <p:pic>
        <p:nvPicPr>
          <p:cNvPr id="532" name="Google Shape;532;g1d0ad6de515_0_2353"/>
          <p:cNvPicPr preferRelativeResize="0"/>
          <p:nvPr/>
        </p:nvPicPr>
        <p:blipFill rotWithShape="1">
          <a:blip r:embed="rId3">
            <a:alphaModFix/>
          </a:blip>
          <a:srcRect/>
          <a:stretch/>
        </p:blipFill>
        <p:spPr>
          <a:xfrm>
            <a:off x="293701" y="2211250"/>
            <a:ext cx="7309551" cy="3783624"/>
          </a:xfrm>
          <a:prstGeom prst="rect">
            <a:avLst/>
          </a:prstGeom>
          <a:noFill/>
          <a:ln>
            <a:noFill/>
          </a:ln>
        </p:spPr>
      </p:pic>
      <p:sp>
        <p:nvSpPr>
          <p:cNvPr id="533" name="Google Shape;533;g1d0ad6de515_0_2353"/>
          <p:cNvSpPr txBox="1">
            <a:spLocks noGrp="1"/>
          </p:cNvSpPr>
          <p:nvPr>
            <p:ph type="title"/>
          </p:nvPr>
        </p:nvSpPr>
        <p:spPr>
          <a:xfrm>
            <a:off x="503256" y="1269475"/>
            <a:ext cx="42534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700">
                <a:solidFill>
                  <a:srgbClr val="6A625B"/>
                </a:solidFill>
              </a:rPr>
              <a:t>Tab SENDING</a:t>
            </a:r>
            <a:endParaRPr sz="2700">
              <a:solidFill>
                <a:srgbClr val="6A625B"/>
              </a:solidFill>
            </a:endParaRPr>
          </a:p>
        </p:txBody>
      </p:sp>
      <p:sp>
        <p:nvSpPr>
          <p:cNvPr id="534" name="Google Shape;534;g1d0ad6de515_0_2353"/>
          <p:cNvSpPr txBox="1"/>
          <p:nvPr/>
        </p:nvSpPr>
        <p:spPr>
          <a:xfrm>
            <a:off x="7069966" y="2679050"/>
            <a:ext cx="5121900" cy="1862400"/>
          </a:xfrm>
          <a:prstGeom prst="rect">
            <a:avLst/>
          </a:prstGeom>
          <a:noFill/>
          <a:ln>
            <a:noFill/>
          </a:ln>
        </p:spPr>
        <p:txBody>
          <a:bodyPr spcFirstLastPara="1" wrap="square" lIns="91425" tIns="91425" rIns="91425" bIns="91425" anchor="t" anchorCtr="0">
            <a:spAutoFit/>
          </a:bodyPr>
          <a:lstStyle/>
          <a:p>
            <a:pPr marL="914400" marR="0" lvl="0" indent="-342900" algn="l" rtl="0">
              <a:lnSpc>
                <a:spcPct val="150000"/>
              </a:lnSpc>
              <a:spcBef>
                <a:spcPts val="600"/>
              </a:spcBef>
              <a:spcAft>
                <a:spcPts val="0"/>
              </a:spcAft>
              <a:buClr>
                <a:srgbClr val="000000"/>
              </a:buClr>
              <a:buSzPts val="1800"/>
              <a:buFont typeface="Calibri"/>
              <a:buChar char="●"/>
            </a:pPr>
            <a:r>
              <a:rPr lang="en-US" sz="1800" b="1" i="0" u="none" strike="noStrike" cap="none">
                <a:solidFill>
                  <a:srgbClr val="000000"/>
                </a:solidFill>
                <a:latin typeface="Times New Roman"/>
                <a:ea typeface="Times New Roman"/>
                <a:cs typeface="Times New Roman"/>
                <a:sym typeface="Times New Roman"/>
              </a:rPr>
              <a:t>Sender</a:t>
            </a:r>
            <a:r>
              <a:rPr lang="en-US" sz="1800" b="0" i="0" u="none" strike="noStrike" cap="none">
                <a:solidFill>
                  <a:srgbClr val="000000"/>
                </a:solidFill>
                <a:latin typeface="Times New Roman"/>
                <a:ea typeface="Times New Roman"/>
                <a:cs typeface="Times New Roman"/>
                <a:sym typeface="Times New Roman"/>
              </a:rPr>
              <a:t>: chọn địa chỉ email là người gửi</a:t>
            </a:r>
            <a:endParaRPr sz="1800" b="0" i="0" u="none" strike="noStrike" cap="none">
              <a:solidFill>
                <a:srgbClr val="000000"/>
              </a:solidFill>
              <a:latin typeface="Calibri"/>
              <a:ea typeface="Calibri"/>
              <a:cs typeface="Calibri"/>
              <a:sym typeface="Calibri"/>
            </a:endParaRPr>
          </a:p>
          <a:p>
            <a:pPr marL="914400" marR="0" lvl="0" indent="-342900" algn="l" rtl="0">
              <a:lnSpc>
                <a:spcPct val="150000"/>
              </a:lnSpc>
              <a:spcBef>
                <a:spcPts val="600"/>
              </a:spcBef>
              <a:spcAft>
                <a:spcPts val="0"/>
              </a:spcAft>
              <a:buClr>
                <a:srgbClr val="000000"/>
              </a:buClr>
              <a:buSzPts val="1800"/>
              <a:buFont typeface="Calibri"/>
              <a:buChar char="●"/>
            </a:pPr>
            <a:r>
              <a:rPr lang="en-US" sz="1800" b="1" i="0" u="none" strike="noStrike" cap="none">
                <a:solidFill>
                  <a:srgbClr val="000000"/>
                </a:solidFill>
                <a:latin typeface="Times New Roman"/>
                <a:ea typeface="Times New Roman"/>
                <a:cs typeface="Times New Roman"/>
                <a:sym typeface="Times New Roman"/>
              </a:rPr>
              <a:t>Custom Reply-To Address:</a:t>
            </a:r>
            <a:r>
              <a:rPr lang="en-US" sz="1800" b="0" i="0" u="none" strike="noStrike" cap="none">
                <a:solidFill>
                  <a:srgbClr val="000000"/>
                </a:solidFill>
                <a:latin typeface="Times New Roman"/>
                <a:ea typeface="Times New Roman"/>
                <a:cs typeface="Times New Roman"/>
                <a:sym typeface="Times New Roman"/>
              </a:rPr>
              <a:t> chọn địa chỉ email người nhận các email phản hồi</a:t>
            </a:r>
            <a:endParaRPr sz="1800" b="0" i="0" u="none" strike="noStrike" cap="none">
              <a:solidFill>
                <a:srgbClr val="000000"/>
              </a:solidFill>
              <a:latin typeface="Calibri"/>
              <a:ea typeface="Calibri"/>
              <a:cs typeface="Calibri"/>
              <a:sym typeface="Calibri"/>
            </a:endParaRPr>
          </a:p>
          <a:p>
            <a:pPr marL="914400" marR="0" lvl="0" indent="-342900" algn="l" rtl="0">
              <a:lnSpc>
                <a:spcPct val="150000"/>
              </a:lnSpc>
              <a:spcBef>
                <a:spcPts val="600"/>
              </a:spcBef>
              <a:spcAft>
                <a:spcPts val="600"/>
              </a:spcAft>
              <a:buClr>
                <a:srgbClr val="000000"/>
              </a:buClr>
              <a:buSzPts val="1800"/>
              <a:buFont typeface="Calibri"/>
              <a:buChar char="●"/>
            </a:pPr>
            <a:r>
              <a:rPr lang="en-US" sz="1800" b="1" i="0" u="none" strike="noStrike" cap="none">
                <a:solidFill>
                  <a:srgbClr val="000000"/>
                </a:solidFill>
                <a:latin typeface="Times New Roman"/>
                <a:ea typeface="Times New Roman"/>
                <a:cs typeface="Times New Roman"/>
                <a:sym typeface="Times New Roman"/>
              </a:rPr>
              <a:t>Subject Line:</a:t>
            </a:r>
            <a:r>
              <a:rPr lang="en-US" sz="1800" b="0" i="0" u="none" strike="noStrike" cap="none">
                <a:solidFill>
                  <a:srgbClr val="000000"/>
                </a:solidFill>
                <a:latin typeface="Times New Roman"/>
                <a:ea typeface="Times New Roman"/>
                <a:cs typeface="Times New Roman"/>
                <a:sym typeface="Times New Roman"/>
              </a:rPr>
              <a:t> chỉnh sửa tiêu đề email.</a:t>
            </a:r>
            <a:endParaRPr sz="1800" b="0" i="0" u="none" strike="noStrike" cap="none">
              <a:solidFill>
                <a:srgbClr val="000000"/>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g1d0ad6de515_0_2360"/>
          <p:cNvSpPr txBox="1">
            <a:spLocks noGrp="1"/>
          </p:cNvSpPr>
          <p:nvPr>
            <p:ph type="title"/>
          </p:nvPr>
        </p:nvSpPr>
        <p:spPr>
          <a:xfrm>
            <a:off x="503260" y="467650"/>
            <a:ext cx="46014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EMAIL TEMPLATE</a:t>
            </a:r>
            <a:endParaRPr/>
          </a:p>
        </p:txBody>
      </p:sp>
      <p:sp>
        <p:nvSpPr>
          <p:cNvPr id="540" name="Google Shape;540;g1d0ad6de515_0_2360"/>
          <p:cNvSpPr txBox="1">
            <a:spLocks noGrp="1"/>
          </p:cNvSpPr>
          <p:nvPr>
            <p:ph type="title"/>
          </p:nvPr>
        </p:nvSpPr>
        <p:spPr>
          <a:xfrm>
            <a:off x="503256" y="1269475"/>
            <a:ext cx="42534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700">
                <a:solidFill>
                  <a:srgbClr val="6A625B"/>
                </a:solidFill>
              </a:rPr>
              <a:t>Tab TESTING</a:t>
            </a:r>
            <a:endParaRPr sz="2700">
              <a:solidFill>
                <a:srgbClr val="6A625B"/>
              </a:solidFill>
            </a:endParaRPr>
          </a:p>
        </p:txBody>
      </p:sp>
      <p:pic>
        <p:nvPicPr>
          <p:cNvPr id="541" name="Google Shape;541;g1d0ad6de515_0_2360"/>
          <p:cNvPicPr preferRelativeResize="0"/>
          <p:nvPr/>
        </p:nvPicPr>
        <p:blipFill rotWithShape="1">
          <a:blip r:embed="rId3">
            <a:alphaModFix/>
          </a:blip>
          <a:srcRect/>
          <a:stretch/>
        </p:blipFill>
        <p:spPr>
          <a:xfrm>
            <a:off x="152440" y="1838875"/>
            <a:ext cx="7419776" cy="3983376"/>
          </a:xfrm>
          <a:prstGeom prst="rect">
            <a:avLst/>
          </a:prstGeom>
          <a:noFill/>
          <a:ln>
            <a:noFill/>
          </a:ln>
        </p:spPr>
      </p:pic>
      <p:sp>
        <p:nvSpPr>
          <p:cNvPr id="542" name="Google Shape;542;g1d0ad6de515_0_2360"/>
          <p:cNvSpPr txBox="1"/>
          <p:nvPr/>
        </p:nvSpPr>
        <p:spPr>
          <a:xfrm>
            <a:off x="7684051" y="2106600"/>
            <a:ext cx="4434300" cy="34479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600"/>
              </a:spcBef>
              <a:spcAft>
                <a:spcPts val="0"/>
              </a:spcAft>
              <a:buClr>
                <a:srgbClr val="000000"/>
              </a:buClr>
              <a:buSzPts val="1800"/>
              <a:buFont typeface="Arial"/>
              <a:buNone/>
            </a:pPr>
            <a:r>
              <a:rPr lang="en-US" sz="1800" b="0" i="0" u="none" strike="noStrike" cap="none">
                <a:solidFill>
                  <a:srgbClr val="000000"/>
                </a:solidFill>
                <a:latin typeface="Times New Roman"/>
                <a:ea typeface="Times New Roman"/>
                <a:cs typeface="Times New Roman"/>
                <a:sym typeface="Times New Roman"/>
              </a:rPr>
              <a:t>Gửi thử một email đến một người nhận bất kỳ qua địa chỉ email nhập vào hoặc gửi thử email đến tất cả prospect trong một danh sách cụ thể. </a:t>
            </a:r>
            <a:endParaRPr sz="1800" b="1" i="0" u="none" strike="noStrike" cap="none">
              <a:solidFill>
                <a:srgbClr val="000000"/>
              </a:solidFill>
              <a:latin typeface="Times New Roman"/>
              <a:ea typeface="Times New Roman"/>
              <a:cs typeface="Times New Roman"/>
              <a:sym typeface="Times New Roman"/>
            </a:endParaRPr>
          </a:p>
          <a:p>
            <a:pPr marL="0" marR="0" lvl="0" indent="0" algn="l" rtl="0">
              <a:lnSpc>
                <a:spcPct val="150000"/>
              </a:lnSpc>
              <a:spcBef>
                <a:spcPts val="600"/>
              </a:spcBef>
              <a:spcAft>
                <a:spcPts val="600"/>
              </a:spcAft>
              <a:buClr>
                <a:srgbClr val="000000"/>
              </a:buClr>
              <a:buSzPts val="1800"/>
              <a:buFont typeface="Arial"/>
              <a:buNone/>
            </a:pPr>
            <a:r>
              <a:rPr lang="en-US" sz="1800" b="1" i="0" u="sng" strike="noStrike" cap="none">
                <a:solidFill>
                  <a:srgbClr val="000000"/>
                </a:solidFill>
                <a:latin typeface="Times New Roman"/>
                <a:ea typeface="Times New Roman"/>
                <a:cs typeface="Times New Roman"/>
                <a:sym typeface="Times New Roman"/>
              </a:rPr>
              <a:t>Lưu ý:</a:t>
            </a:r>
            <a:r>
              <a:rPr lang="en-US" sz="1800" b="0" i="0" u="sng" strike="noStrike" cap="none">
                <a:solidFill>
                  <a:srgbClr val="000000"/>
                </a:solidFill>
                <a:latin typeface="Times New Roman"/>
                <a:ea typeface="Times New Roman"/>
                <a:cs typeface="Times New Roman"/>
                <a:sym typeface="Times New Roman"/>
              </a:rPr>
              <a:t> </a:t>
            </a:r>
            <a:r>
              <a:rPr lang="en-US" sz="1800" b="0" i="0" u="none" strike="noStrike" cap="none">
                <a:solidFill>
                  <a:srgbClr val="000000"/>
                </a:solidFill>
                <a:latin typeface="Times New Roman"/>
                <a:ea typeface="Times New Roman"/>
                <a:cs typeface="Times New Roman"/>
                <a:sym typeface="Times New Roman"/>
              </a:rPr>
              <a:t>danh sách được chọn là phải danh sách được xây dựng cho mục đích testing (bật Testing trong List) mới xuất hiện trong danh sách chọn.</a:t>
            </a:r>
            <a:endParaRPr sz="18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g1d0ad6de515_0_2367"/>
          <p:cNvSpPr txBox="1">
            <a:spLocks noGrp="1"/>
          </p:cNvSpPr>
          <p:nvPr>
            <p:ph type="title"/>
          </p:nvPr>
        </p:nvSpPr>
        <p:spPr>
          <a:xfrm>
            <a:off x="500284" y="387275"/>
            <a:ext cx="46014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3.3. Dynamic Content</a:t>
            </a:r>
            <a:endParaRPr/>
          </a:p>
        </p:txBody>
      </p:sp>
      <p:sp>
        <p:nvSpPr>
          <p:cNvPr id="548" name="Google Shape;548;g1d0ad6de515_0_2367"/>
          <p:cNvSpPr/>
          <p:nvPr/>
        </p:nvSpPr>
        <p:spPr>
          <a:xfrm>
            <a:off x="500280" y="1377253"/>
            <a:ext cx="10475700" cy="14700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7916"/>
              </a:lnSpc>
              <a:spcBef>
                <a:spcPts val="0"/>
              </a:spcBef>
              <a:spcAft>
                <a:spcPts val="0"/>
              </a:spcAft>
              <a:buClr>
                <a:srgbClr val="000000"/>
              </a:buClr>
              <a:buSzPts val="1400"/>
              <a:buFont typeface="Arial"/>
              <a:buNone/>
            </a:pPr>
            <a:r>
              <a:rPr lang="en-US" sz="1400" b="0" i="0" u="none" strike="noStrike" cap="none">
                <a:solidFill>
                  <a:srgbClr val="323232"/>
                </a:solidFill>
                <a:latin typeface="Calibri"/>
                <a:ea typeface="Calibri"/>
                <a:cs typeface="Calibri"/>
                <a:sym typeface="Calibri"/>
              </a:rPr>
              <a:t>Cho phép tạo nội dung linh động bằng cách thiết lập nguyên tắc (</a:t>
            </a:r>
            <a:r>
              <a:rPr lang="en-US" sz="1400" b="1" i="0" u="none" strike="noStrike" cap="none">
                <a:solidFill>
                  <a:srgbClr val="323232"/>
                </a:solidFill>
                <a:latin typeface="Calibri"/>
                <a:ea typeface="Calibri"/>
                <a:cs typeface="Calibri"/>
                <a:sym typeface="Calibri"/>
              </a:rPr>
              <a:t>Rule</a:t>
            </a:r>
            <a:r>
              <a:rPr lang="en-US" sz="1400" b="0" i="0" u="none" strike="noStrike" cap="none">
                <a:solidFill>
                  <a:srgbClr val="323232"/>
                </a:solidFill>
                <a:latin typeface="Calibri"/>
                <a:ea typeface="Calibri"/>
                <a:cs typeface="Calibri"/>
                <a:sym typeface="Calibri"/>
              </a:rPr>
              <a:t>) gồm các điều kiện và kết quả nội dung khi thỏa điều kiện đó.</a:t>
            </a:r>
            <a:endParaRPr sz="1400" b="0" i="0" u="none" strike="noStrike" cap="none">
              <a:solidFill>
                <a:srgbClr val="323232"/>
              </a:solidFill>
              <a:latin typeface="Calibri"/>
              <a:ea typeface="Calibri"/>
              <a:cs typeface="Calibri"/>
              <a:sym typeface="Calibri"/>
            </a:endParaRPr>
          </a:p>
          <a:p>
            <a:pPr marL="0" marR="0" lvl="0" indent="0" algn="l" rtl="0">
              <a:lnSpc>
                <a:spcPct val="107916"/>
              </a:lnSpc>
              <a:spcBef>
                <a:spcPts val="800"/>
              </a:spcBef>
              <a:spcAft>
                <a:spcPts val="0"/>
              </a:spcAft>
              <a:buClr>
                <a:srgbClr val="000000"/>
              </a:buClr>
              <a:buSzPts val="1400"/>
              <a:buFont typeface="Arial"/>
              <a:buNone/>
            </a:pPr>
            <a:r>
              <a:rPr lang="en-US" sz="1400" b="0" i="0" u="sng" strike="noStrike" cap="none">
                <a:solidFill>
                  <a:srgbClr val="323232"/>
                </a:solidFill>
                <a:latin typeface="Calibri"/>
                <a:ea typeface="Calibri"/>
                <a:cs typeface="Calibri"/>
                <a:sym typeface="Calibri"/>
              </a:rPr>
              <a:t>Ví dụ:</a:t>
            </a:r>
            <a:r>
              <a:rPr lang="en-US" sz="1400" b="0" i="0" u="none" strike="noStrike" cap="none">
                <a:solidFill>
                  <a:srgbClr val="323232"/>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7916"/>
              </a:lnSpc>
              <a:spcBef>
                <a:spcPts val="800"/>
              </a:spcBef>
              <a:spcAft>
                <a:spcPts val="0"/>
              </a:spcAft>
              <a:buClr>
                <a:srgbClr val="000000"/>
              </a:buClr>
              <a:buSzPts val="1400"/>
              <a:buFont typeface="Arial"/>
              <a:buNone/>
            </a:pPr>
            <a:r>
              <a:rPr lang="en-US" sz="1400" b="0" i="0" u="none" strike="noStrike" cap="none">
                <a:solidFill>
                  <a:srgbClr val="323232"/>
                </a:solidFill>
                <a:latin typeface="Calibri"/>
                <a:ea typeface="Calibri"/>
                <a:cs typeface="Calibri"/>
                <a:sym typeface="Calibri"/>
              </a:rPr>
              <a:t>Prospect A thoả điều kiện 1 → nhận email có tiêu đề 1</a:t>
            </a:r>
            <a:endParaRPr sz="1400" b="0" i="0" u="none" strike="noStrike" cap="none">
              <a:solidFill>
                <a:srgbClr val="323232"/>
              </a:solidFill>
              <a:latin typeface="Calibri"/>
              <a:ea typeface="Calibri"/>
              <a:cs typeface="Calibri"/>
              <a:sym typeface="Calibri"/>
            </a:endParaRPr>
          </a:p>
          <a:p>
            <a:pPr marL="0" marR="0" lvl="0" indent="0" algn="l" rtl="0">
              <a:lnSpc>
                <a:spcPct val="107916"/>
              </a:lnSpc>
              <a:spcBef>
                <a:spcPts val="800"/>
              </a:spcBef>
              <a:spcAft>
                <a:spcPts val="0"/>
              </a:spcAft>
              <a:buClr>
                <a:srgbClr val="000000"/>
              </a:buClr>
              <a:buSzPts val="1400"/>
              <a:buFont typeface="Arial"/>
              <a:buNone/>
            </a:pPr>
            <a:r>
              <a:rPr lang="en-US" sz="1400" b="0" i="0" u="none" strike="noStrike" cap="none">
                <a:solidFill>
                  <a:srgbClr val="323232"/>
                </a:solidFill>
                <a:latin typeface="Calibri"/>
                <a:ea typeface="Calibri"/>
                <a:cs typeface="Calibri"/>
                <a:sym typeface="Calibri"/>
              </a:rPr>
              <a:t>Prospect B thoả điều kiện 2 → nhận email có tiêu đề 2</a:t>
            </a:r>
            <a:endParaRPr sz="1400" b="0" i="0" u="none" strike="noStrike" cap="none">
              <a:solidFill>
                <a:srgbClr val="323232"/>
              </a:solidFill>
              <a:latin typeface="Calibri"/>
              <a:ea typeface="Calibri"/>
              <a:cs typeface="Calibri"/>
              <a:sym typeface="Calibri"/>
            </a:endParaRPr>
          </a:p>
          <a:p>
            <a:pPr marL="0" marR="0" lvl="0" indent="0" algn="l" rtl="0">
              <a:lnSpc>
                <a:spcPct val="107916"/>
              </a:lnSpc>
              <a:spcBef>
                <a:spcPts val="800"/>
              </a:spcBef>
              <a:spcAft>
                <a:spcPts val="800"/>
              </a:spcAft>
              <a:buClr>
                <a:srgbClr val="000000"/>
              </a:buClr>
              <a:buSzPts val="1100"/>
              <a:buFont typeface="Arial"/>
              <a:buNone/>
            </a:pPr>
            <a:r>
              <a:rPr lang="en-US" sz="1400" b="0" i="0" u="none" strike="noStrike" cap="none">
                <a:solidFill>
                  <a:srgbClr val="323232"/>
                </a:solidFill>
                <a:latin typeface="Calibri"/>
                <a:ea typeface="Calibri"/>
                <a:cs typeface="Calibri"/>
                <a:sym typeface="Calibri"/>
              </a:rPr>
              <a:t>Prospect C không thoả điều kiện 1 và 2 → nhận email có tiêu đề mặc định</a:t>
            </a:r>
            <a:endParaRPr sz="1400" b="0" i="0" u="none" strike="noStrike" cap="none">
              <a:solidFill>
                <a:srgbClr val="323232"/>
              </a:solidFill>
              <a:latin typeface="Calibri"/>
              <a:ea typeface="Calibri"/>
              <a:cs typeface="Calibri"/>
              <a:sym typeface="Calibri"/>
            </a:endParaRPr>
          </a:p>
        </p:txBody>
      </p:sp>
      <p:pic>
        <p:nvPicPr>
          <p:cNvPr id="549" name="Google Shape;549;g1d0ad6de515_0_2367"/>
          <p:cNvPicPr preferRelativeResize="0"/>
          <p:nvPr/>
        </p:nvPicPr>
        <p:blipFill rotWithShape="1">
          <a:blip r:embed="rId3">
            <a:alphaModFix/>
          </a:blip>
          <a:srcRect r="24596"/>
          <a:stretch/>
        </p:blipFill>
        <p:spPr>
          <a:xfrm>
            <a:off x="244165" y="3226413"/>
            <a:ext cx="5801630" cy="3057200"/>
          </a:xfrm>
          <a:prstGeom prst="rect">
            <a:avLst/>
          </a:prstGeom>
          <a:noFill/>
          <a:ln>
            <a:noFill/>
          </a:ln>
        </p:spPr>
      </p:pic>
      <p:pic>
        <p:nvPicPr>
          <p:cNvPr id="550" name="Google Shape;550;g1d0ad6de515_0_2367"/>
          <p:cNvPicPr preferRelativeResize="0"/>
          <p:nvPr/>
        </p:nvPicPr>
        <p:blipFill rotWithShape="1">
          <a:blip r:embed="rId4">
            <a:alphaModFix/>
          </a:blip>
          <a:srcRect/>
          <a:stretch/>
        </p:blipFill>
        <p:spPr>
          <a:xfrm>
            <a:off x="6045794" y="1740253"/>
            <a:ext cx="5903680" cy="4543359"/>
          </a:xfrm>
          <a:prstGeom prst="rect">
            <a:avLst/>
          </a:prstGeom>
          <a:noFill/>
          <a:ln>
            <a:noFill/>
          </a:ln>
        </p:spPr>
      </p:pic>
      <p:sp>
        <p:nvSpPr>
          <p:cNvPr id="551" name="Google Shape;551;g1d0ad6de515_0_2367"/>
          <p:cNvSpPr txBox="1"/>
          <p:nvPr/>
        </p:nvSpPr>
        <p:spPr>
          <a:xfrm>
            <a:off x="6920762" y="5425441"/>
            <a:ext cx="1067100" cy="307800"/>
          </a:xfrm>
          <a:prstGeom prst="rect">
            <a:avLst/>
          </a:prstGeom>
          <a:solidFill>
            <a:srgbClr val="ECE7EA"/>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g1d0ad6de515_0_2375"/>
          <p:cNvSpPr txBox="1">
            <a:spLocks noGrp="1"/>
          </p:cNvSpPr>
          <p:nvPr>
            <p:ph type="title"/>
          </p:nvPr>
        </p:nvSpPr>
        <p:spPr>
          <a:xfrm>
            <a:off x="523643" y="405006"/>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SỬ DỤNG DYNAMIC CONTENT</a:t>
            </a:r>
            <a:endParaRPr/>
          </a:p>
        </p:txBody>
      </p:sp>
      <p:sp>
        <p:nvSpPr>
          <p:cNvPr id="557" name="Google Shape;557;g1d0ad6de515_0_2375"/>
          <p:cNvSpPr txBox="1"/>
          <p:nvPr/>
        </p:nvSpPr>
        <p:spPr>
          <a:xfrm>
            <a:off x="273896" y="1423175"/>
            <a:ext cx="6097500" cy="7080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000000"/>
              </a:buClr>
              <a:buSzPts val="1600"/>
              <a:buFont typeface="Noto Sans Symbols"/>
              <a:buChar char="∙"/>
            </a:pPr>
            <a:r>
              <a:rPr lang="en-US" sz="1600" b="1" i="0" u="none" strike="noStrike" cap="none">
                <a:solidFill>
                  <a:srgbClr val="000000"/>
                </a:solidFill>
                <a:latin typeface="Calibri"/>
                <a:ea typeface="Calibri"/>
                <a:cs typeface="Calibri"/>
                <a:sym typeface="Calibri"/>
              </a:rPr>
              <a:t>Dùng dynamic content nhúng vào trong tiêu đề của email, nội dung email và nội dung một page.</a:t>
            </a:r>
            <a:endParaRPr sz="1400" b="0" i="0" u="none" strike="noStrike" cap="none">
              <a:solidFill>
                <a:srgbClr val="000000"/>
              </a:solidFill>
              <a:latin typeface="Calibri"/>
              <a:ea typeface="Calibri"/>
              <a:cs typeface="Calibri"/>
              <a:sym typeface="Calibri"/>
            </a:endParaRPr>
          </a:p>
        </p:txBody>
      </p:sp>
      <p:sp>
        <p:nvSpPr>
          <p:cNvPr id="558" name="Google Shape;558;g1d0ad6de515_0_2375"/>
          <p:cNvSpPr txBox="1"/>
          <p:nvPr/>
        </p:nvSpPr>
        <p:spPr>
          <a:xfrm>
            <a:off x="273896" y="4111674"/>
            <a:ext cx="6097500" cy="3387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000000"/>
              </a:buClr>
              <a:buSzPts val="1600"/>
              <a:buFont typeface="Noto Sans Symbols"/>
              <a:buChar char="∙"/>
            </a:pPr>
            <a:r>
              <a:rPr lang="en-US" sz="1600" b="1" i="0" u="none" strike="noStrike" cap="none">
                <a:solidFill>
                  <a:srgbClr val="000000"/>
                </a:solidFill>
                <a:latin typeface="Calibri"/>
                <a:ea typeface="Calibri"/>
                <a:cs typeface="Calibri"/>
                <a:sym typeface="Calibri"/>
              </a:rPr>
              <a:t>Sử dụng trong tiêu đề email</a:t>
            </a:r>
            <a:endParaRPr sz="1400" b="0" i="0" u="none" strike="noStrike" cap="none">
              <a:solidFill>
                <a:srgbClr val="000000"/>
              </a:solidFill>
              <a:latin typeface="Calibri"/>
              <a:ea typeface="Calibri"/>
              <a:cs typeface="Calibri"/>
              <a:sym typeface="Calibri"/>
            </a:endParaRPr>
          </a:p>
        </p:txBody>
      </p:sp>
      <p:pic>
        <p:nvPicPr>
          <p:cNvPr id="559" name="Google Shape;559;g1d0ad6de515_0_2375"/>
          <p:cNvPicPr preferRelativeResize="0"/>
          <p:nvPr/>
        </p:nvPicPr>
        <p:blipFill rotWithShape="1">
          <a:blip r:embed="rId3">
            <a:alphaModFix/>
          </a:blip>
          <a:srcRect r="36772" b="35215"/>
          <a:stretch/>
        </p:blipFill>
        <p:spPr>
          <a:xfrm>
            <a:off x="700467" y="2218719"/>
            <a:ext cx="3758842" cy="1785403"/>
          </a:xfrm>
          <a:prstGeom prst="rect">
            <a:avLst/>
          </a:prstGeom>
          <a:noFill/>
          <a:ln>
            <a:noFill/>
          </a:ln>
        </p:spPr>
      </p:pic>
      <p:pic>
        <p:nvPicPr>
          <p:cNvPr id="560" name="Google Shape;560;g1d0ad6de515_0_2375"/>
          <p:cNvPicPr preferRelativeResize="0"/>
          <p:nvPr/>
        </p:nvPicPr>
        <p:blipFill rotWithShape="1">
          <a:blip r:embed="rId4">
            <a:alphaModFix/>
          </a:blip>
          <a:srcRect/>
          <a:stretch/>
        </p:blipFill>
        <p:spPr>
          <a:xfrm>
            <a:off x="496839" y="4542269"/>
            <a:ext cx="3816710" cy="1934738"/>
          </a:xfrm>
          <a:prstGeom prst="rect">
            <a:avLst/>
          </a:prstGeom>
          <a:noFill/>
          <a:ln>
            <a:noFill/>
          </a:ln>
        </p:spPr>
      </p:pic>
      <p:sp>
        <p:nvSpPr>
          <p:cNvPr id="561" name="Google Shape;561;g1d0ad6de515_0_2375"/>
          <p:cNvSpPr txBox="1"/>
          <p:nvPr/>
        </p:nvSpPr>
        <p:spPr>
          <a:xfrm>
            <a:off x="6569396" y="1423175"/>
            <a:ext cx="6097500" cy="3387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000000"/>
              </a:buClr>
              <a:buSzPts val="1600"/>
              <a:buFont typeface="Noto Sans Symbols"/>
              <a:buChar char="∙"/>
            </a:pPr>
            <a:r>
              <a:rPr lang="en-US" sz="1600" b="1" i="0" u="none" strike="noStrike" cap="none">
                <a:solidFill>
                  <a:srgbClr val="000000"/>
                </a:solidFill>
                <a:latin typeface="Calibri"/>
                <a:ea typeface="Calibri"/>
                <a:cs typeface="Calibri"/>
                <a:sym typeface="Calibri"/>
              </a:rPr>
              <a:t>Sử dụng trong nội dung email</a:t>
            </a:r>
            <a:endParaRPr sz="1400" b="0" i="0" u="none" strike="noStrike" cap="none">
              <a:solidFill>
                <a:srgbClr val="000000"/>
              </a:solidFill>
              <a:latin typeface="Calibri"/>
              <a:ea typeface="Calibri"/>
              <a:cs typeface="Calibri"/>
              <a:sym typeface="Calibri"/>
            </a:endParaRPr>
          </a:p>
        </p:txBody>
      </p:sp>
      <p:cxnSp>
        <p:nvCxnSpPr>
          <p:cNvPr id="562" name="Google Shape;562;g1d0ad6de515_0_2375"/>
          <p:cNvCxnSpPr/>
          <p:nvPr/>
        </p:nvCxnSpPr>
        <p:spPr>
          <a:xfrm>
            <a:off x="6371484" y="1423175"/>
            <a:ext cx="0" cy="5053800"/>
          </a:xfrm>
          <a:prstGeom prst="straightConnector1">
            <a:avLst/>
          </a:prstGeom>
          <a:noFill/>
          <a:ln w="9525" cap="flat" cmpd="sng">
            <a:solidFill>
              <a:srgbClr val="5597D3"/>
            </a:solidFill>
            <a:prstDash val="solid"/>
            <a:round/>
            <a:headEnd type="none" w="sm" len="sm"/>
            <a:tailEnd type="none" w="sm" len="sm"/>
          </a:ln>
        </p:spPr>
      </p:cxnSp>
      <p:pic>
        <p:nvPicPr>
          <p:cNvPr id="563" name="Google Shape;563;g1d0ad6de515_0_2375"/>
          <p:cNvPicPr preferRelativeResize="0"/>
          <p:nvPr/>
        </p:nvPicPr>
        <p:blipFill rotWithShape="1">
          <a:blip r:embed="rId5">
            <a:alphaModFix/>
          </a:blip>
          <a:srcRect l="50000" b="26867"/>
          <a:stretch/>
        </p:blipFill>
        <p:spPr>
          <a:xfrm>
            <a:off x="6885968" y="1909202"/>
            <a:ext cx="3816719" cy="3419878"/>
          </a:xfrm>
          <a:prstGeom prst="rect">
            <a:avLst/>
          </a:prstGeom>
          <a:noFill/>
          <a:ln>
            <a:noFill/>
          </a:ln>
        </p:spPr>
      </p:pic>
      <p:sp>
        <p:nvSpPr>
          <p:cNvPr id="564" name="Google Shape;564;g1d0ad6de515_0_2375"/>
          <p:cNvSpPr txBox="1"/>
          <p:nvPr/>
        </p:nvSpPr>
        <p:spPr>
          <a:xfrm>
            <a:off x="6569396" y="5340288"/>
            <a:ext cx="6387300" cy="338700"/>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000000"/>
              </a:buClr>
              <a:buSzPts val="1600"/>
              <a:buFont typeface="Noto Sans Symbols"/>
              <a:buChar char="∙"/>
            </a:pPr>
            <a:r>
              <a:rPr lang="en-US" sz="1600" b="1" i="0" u="none" strike="noStrike" cap="none">
                <a:solidFill>
                  <a:srgbClr val="000000"/>
                </a:solidFill>
                <a:latin typeface="Calibri"/>
                <a:ea typeface="Calibri"/>
                <a:cs typeface="Calibri"/>
                <a:sym typeface="Calibri"/>
              </a:rPr>
              <a:t>Sử dụng trong form</a:t>
            </a:r>
            <a:endParaRPr sz="1400" b="0" i="0" u="none" strike="noStrike" cap="none">
              <a:solidFill>
                <a:srgbClr val="000000"/>
              </a:solidFill>
              <a:latin typeface="Calibri"/>
              <a:ea typeface="Calibri"/>
              <a:cs typeface="Calibri"/>
              <a:sym typeface="Calibri"/>
            </a:endParaRPr>
          </a:p>
        </p:txBody>
      </p:sp>
      <p:sp>
        <p:nvSpPr>
          <p:cNvPr id="565" name="Google Shape;565;g1d0ad6de515_0_2375"/>
          <p:cNvSpPr txBox="1"/>
          <p:nvPr/>
        </p:nvSpPr>
        <p:spPr>
          <a:xfrm>
            <a:off x="1400504" y="5355728"/>
            <a:ext cx="887100" cy="307800"/>
          </a:xfrm>
          <a:prstGeom prst="rect">
            <a:avLst/>
          </a:prstGeom>
          <a:solidFill>
            <a:srgbClr val="FFFFFF"/>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6" name="Google Shape;566;g1d0ad6de515_0_2375"/>
          <p:cNvSpPr txBox="1"/>
          <p:nvPr/>
        </p:nvSpPr>
        <p:spPr>
          <a:xfrm>
            <a:off x="1400526" y="3466077"/>
            <a:ext cx="887100" cy="307800"/>
          </a:xfrm>
          <a:prstGeom prst="rect">
            <a:avLst/>
          </a:prstGeom>
          <a:solidFill>
            <a:srgbClr val="FFFFFF"/>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g1d0ad6de515_0_2563"/>
          <p:cNvSpPr txBox="1">
            <a:spLocks noGrp="1"/>
          </p:cNvSpPr>
          <p:nvPr>
            <p:ph type="title"/>
          </p:nvPr>
        </p:nvSpPr>
        <p:spPr>
          <a:xfrm>
            <a:off x="571654" y="63500"/>
            <a:ext cx="11048700" cy="9906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100"/>
              <a:buNone/>
            </a:pPr>
            <a:r>
              <a:rPr lang="en-US"/>
              <a:t>3.4. Tracking Activity</a:t>
            </a:r>
            <a:endParaRPr/>
          </a:p>
        </p:txBody>
      </p:sp>
      <p:sp>
        <p:nvSpPr>
          <p:cNvPr id="573" name="Google Shape;573;g1d0ad6de515_0_2563"/>
          <p:cNvSpPr txBox="1">
            <a:spLocks noGrp="1"/>
          </p:cNvSpPr>
          <p:nvPr>
            <p:ph type="ctrTitle" idx="4294967295"/>
          </p:nvPr>
        </p:nvSpPr>
        <p:spPr>
          <a:xfrm>
            <a:off x="578000" y="1632299"/>
            <a:ext cx="5272200" cy="48447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Clr>
                <a:srgbClr val="00A8DB"/>
              </a:buClr>
              <a:buSzPts val="2800"/>
              <a:buFont typeface="Verdana"/>
              <a:buNone/>
            </a:pPr>
            <a:r>
              <a:rPr lang="en-US" sz="1500" b="1" i="0" u="none" strike="noStrike" cap="none">
                <a:solidFill>
                  <a:srgbClr val="323232"/>
                </a:solidFill>
                <a:latin typeface="Calibri"/>
                <a:ea typeface="Calibri"/>
                <a:cs typeface="Calibri"/>
                <a:sym typeface="Calibri"/>
              </a:rPr>
              <a:t>1. Gắn Pardot tracking code theo campaign</a:t>
            </a:r>
            <a:endParaRPr sz="1500" b="1" i="0" u="none" strike="noStrike" cap="none">
              <a:solidFill>
                <a:srgbClr val="323232"/>
              </a:solidFill>
              <a:latin typeface="Calibri"/>
              <a:ea typeface="Calibri"/>
              <a:cs typeface="Calibri"/>
              <a:sym typeface="Calibri"/>
            </a:endParaRPr>
          </a:p>
          <a:p>
            <a:pPr marL="0" marR="0" lvl="0" indent="0" algn="l" rtl="0">
              <a:lnSpc>
                <a:spcPct val="200000"/>
              </a:lnSpc>
              <a:spcBef>
                <a:spcPts val="0"/>
              </a:spcBef>
              <a:spcAft>
                <a:spcPts val="0"/>
              </a:spcAft>
              <a:buClr>
                <a:srgbClr val="000000"/>
              </a:buClr>
              <a:buSzPts val="1400"/>
              <a:buFont typeface="Arial"/>
              <a:buNone/>
            </a:pPr>
            <a:r>
              <a:rPr lang="en-US" sz="1500" b="0" i="0" u="none" strike="noStrike" cap="none">
                <a:solidFill>
                  <a:srgbClr val="323232"/>
                </a:solidFill>
                <a:latin typeface="Calibri"/>
                <a:ea typeface="Calibri"/>
                <a:cs typeface="Calibri"/>
                <a:sym typeface="Calibri"/>
              </a:rPr>
              <a:t>Tạo campaign ở Sales Cloud và đợi đồng bộ campaign qua Pardot để copy đoạn code sử dụng. Campaign được đính kèm với các tài nguyên Pardot liên quan để xem báo cáo</a:t>
            </a:r>
            <a:endParaRPr sz="1500" b="0" i="0" u="none" strike="noStrike" cap="none">
              <a:solidFill>
                <a:srgbClr val="323232"/>
              </a:solidFill>
              <a:latin typeface="Calibri"/>
              <a:ea typeface="Calibri"/>
              <a:cs typeface="Calibri"/>
              <a:sym typeface="Calibri"/>
            </a:endParaRPr>
          </a:p>
          <a:p>
            <a:pPr marL="0" marR="0" lvl="0" indent="0" algn="l" rtl="0">
              <a:lnSpc>
                <a:spcPct val="200000"/>
              </a:lnSpc>
              <a:spcBef>
                <a:spcPts val="0"/>
              </a:spcBef>
              <a:spcAft>
                <a:spcPts val="0"/>
              </a:spcAft>
              <a:buClr>
                <a:srgbClr val="00A8DB"/>
              </a:buClr>
              <a:buSzPts val="2800"/>
              <a:buFont typeface="Verdana"/>
              <a:buNone/>
            </a:pPr>
            <a:r>
              <a:rPr lang="en-US" sz="1500" b="1" i="0" u="none" strike="noStrike" cap="none">
                <a:solidFill>
                  <a:srgbClr val="323232"/>
                </a:solidFill>
                <a:latin typeface="Calibri"/>
                <a:ea typeface="Calibri"/>
                <a:cs typeface="Calibri"/>
                <a:sym typeface="Calibri"/>
              </a:rPr>
              <a:t>2. Tracking đường dẫn khác của 1 website</a:t>
            </a:r>
            <a:endParaRPr sz="1500" b="1" i="0" u="none" strike="noStrike" cap="none">
              <a:solidFill>
                <a:srgbClr val="323232"/>
              </a:solidFill>
              <a:latin typeface="Calibri"/>
              <a:ea typeface="Calibri"/>
              <a:cs typeface="Calibri"/>
              <a:sym typeface="Calibri"/>
            </a:endParaRPr>
          </a:p>
          <a:p>
            <a:pPr marL="0" marR="0" lvl="0" indent="0" algn="l" rtl="0">
              <a:lnSpc>
                <a:spcPct val="200000"/>
              </a:lnSpc>
              <a:spcBef>
                <a:spcPts val="0"/>
              </a:spcBef>
              <a:spcAft>
                <a:spcPts val="0"/>
              </a:spcAft>
              <a:buClr>
                <a:srgbClr val="00A8DB"/>
              </a:buClr>
              <a:buSzPts val="2800"/>
              <a:buFont typeface="Verdana"/>
              <a:buNone/>
            </a:pPr>
            <a:r>
              <a:rPr lang="en-US" sz="1500" b="0" i="0" u="none" strike="noStrike" cap="none">
                <a:solidFill>
                  <a:srgbClr val="323232"/>
                </a:solidFill>
                <a:latin typeface="Calibri"/>
                <a:ea typeface="Calibri"/>
                <a:cs typeface="Calibri"/>
                <a:sym typeface="Calibri"/>
              </a:rPr>
              <a:t>Chọn          -&gt; Chọn Content -&gt; Chọn Custom Redirects</a:t>
            </a:r>
            <a:endParaRPr sz="1500" b="0" i="0" u="none" strike="noStrike" cap="none">
              <a:solidFill>
                <a:srgbClr val="323232"/>
              </a:solidFill>
              <a:latin typeface="Calibri"/>
              <a:ea typeface="Calibri"/>
              <a:cs typeface="Calibri"/>
              <a:sym typeface="Calibri"/>
            </a:endParaRPr>
          </a:p>
          <a:p>
            <a:pPr marL="0" marR="0" lvl="0" indent="0" algn="l" rtl="0">
              <a:lnSpc>
                <a:spcPct val="200000"/>
              </a:lnSpc>
              <a:spcBef>
                <a:spcPts val="0"/>
              </a:spcBef>
              <a:spcAft>
                <a:spcPts val="0"/>
              </a:spcAft>
              <a:buClr>
                <a:srgbClr val="00A8DB"/>
              </a:buClr>
              <a:buSzPts val="2800"/>
              <a:buFont typeface="Verdana"/>
              <a:buNone/>
            </a:pPr>
            <a:r>
              <a:rPr lang="en-US" sz="1500" b="0" i="0" u="none" strike="noStrike" cap="none">
                <a:solidFill>
                  <a:srgbClr val="323232"/>
                </a:solidFill>
                <a:latin typeface="Calibri"/>
                <a:ea typeface="Calibri"/>
                <a:cs typeface="Calibri"/>
                <a:sym typeface="Calibri"/>
              </a:rPr>
              <a:t>Kết quả tracking được hiển thị ở Prospect Activity và Visitors.</a:t>
            </a:r>
            <a:endParaRPr sz="1500" b="0" i="0" u="none" strike="noStrike" cap="none">
              <a:solidFill>
                <a:srgbClr val="323232"/>
              </a:solidFill>
              <a:latin typeface="Calibri"/>
              <a:ea typeface="Calibri"/>
              <a:cs typeface="Calibri"/>
              <a:sym typeface="Calibri"/>
            </a:endParaRPr>
          </a:p>
          <a:p>
            <a:pPr marL="0" marR="0" lvl="0" indent="0" algn="l" rtl="0">
              <a:lnSpc>
                <a:spcPct val="200000"/>
              </a:lnSpc>
              <a:spcBef>
                <a:spcPts val="0"/>
              </a:spcBef>
              <a:spcAft>
                <a:spcPts val="0"/>
              </a:spcAft>
              <a:buClr>
                <a:srgbClr val="00A8DB"/>
              </a:buClr>
              <a:buSzPts val="2800"/>
              <a:buFont typeface="Verdana"/>
              <a:buNone/>
            </a:pPr>
            <a:r>
              <a:rPr lang="en-US" sz="1500" b="1" i="0" u="none" strike="noStrike" cap="none">
                <a:solidFill>
                  <a:srgbClr val="323232"/>
                </a:solidFill>
                <a:latin typeface="Calibri"/>
                <a:ea typeface="Calibri"/>
                <a:cs typeface="Calibri"/>
                <a:sym typeface="Calibri"/>
              </a:rPr>
              <a:t>3. Các tracking khác </a:t>
            </a:r>
            <a:endParaRPr sz="1500" b="1" i="0" u="none" strike="noStrike" cap="none">
              <a:solidFill>
                <a:srgbClr val="323232"/>
              </a:solidFill>
              <a:latin typeface="Calibri"/>
              <a:ea typeface="Calibri"/>
              <a:cs typeface="Calibri"/>
              <a:sym typeface="Calibri"/>
            </a:endParaRPr>
          </a:p>
          <a:p>
            <a:pPr marL="0" marR="0" lvl="0" indent="0" algn="l" rtl="0">
              <a:lnSpc>
                <a:spcPct val="200000"/>
              </a:lnSpc>
              <a:spcBef>
                <a:spcPts val="0"/>
              </a:spcBef>
              <a:spcAft>
                <a:spcPts val="0"/>
              </a:spcAft>
              <a:buClr>
                <a:srgbClr val="00A8DB"/>
              </a:buClr>
              <a:buSzPts val="2800"/>
              <a:buFont typeface="Verdana"/>
              <a:buNone/>
            </a:pPr>
            <a:r>
              <a:rPr lang="en-US" sz="1500" b="0" i="0" u="none" strike="noStrike" cap="none">
                <a:solidFill>
                  <a:srgbClr val="323232"/>
                </a:solidFill>
                <a:latin typeface="Calibri"/>
                <a:ea typeface="Calibri"/>
                <a:cs typeface="Calibri"/>
                <a:sym typeface="Calibri"/>
              </a:rPr>
              <a:t>Tracking email, form, assets là tính năng có sẵn của Pardot, xem ở Report và Prospect Activity</a:t>
            </a:r>
            <a:endParaRPr sz="1500" b="0" i="0" u="none" strike="noStrike" cap="none">
              <a:solidFill>
                <a:srgbClr val="323232"/>
              </a:solidFill>
              <a:latin typeface="Calibri"/>
              <a:ea typeface="Calibri"/>
              <a:cs typeface="Calibri"/>
              <a:sym typeface="Calibri"/>
            </a:endParaRPr>
          </a:p>
          <a:p>
            <a:pPr marL="0" marR="0" lvl="0" indent="0" algn="l" rtl="0">
              <a:lnSpc>
                <a:spcPct val="200000"/>
              </a:lnSpc>
              <a:spcBef>
                <a:spcPts val="0"/>
              </a:spcBef>
              <a:spcAft>
                <a:spcPts val="0"/>
              </a:spcAft>
              <a:buClr>
                <a:srgbClr val="00A8DB"/>
              </a:buClr>
              <a:buSzPts val="2800"/>
              <a:buFont typeface="Verdana"/>
              <a:buNone/>
            </a:pPr>
            <a:endParaRPr sz="1500" b="1" i="0" u="none" strike="noStrike" cap="none">
              <a:solidFill>
                <a:srgbClr val="323232"/>
              </a:solidFill>
              <a:latin typeface="Arial"/>
              <a:ea typeface="Arial"/>
              <a:cs typeface="Arial"/>
              <a:sym typeface="Arial"/>
            </a:endParaRPr>
          </a:p>
        </p:txBody>
      </p:sp>
      <p:pic>
        <p:nvPicPr>
          <p:cNvPr id="574" name="Google Shape;574;g1d0ad6de515_0_2563"/>
          <p:cNvPicPr preferRelativeResize="0"/>
          <p:nvPr/>
        </p:nvPicPr>
        <p:blipFill rotWithShape="1">
          <a:blip r:embed="rId3">
            <a:alphaModFix/>
          </a:blip>
          <a:srcRect/>
          <a:stretch/>
        </p:blipFill>
        <p:spPr>
          <a:xfrm>
            <a:off x="5850200" y="2504920"/>
            <a:ext cx="5943598" cy="3099434"/>
          </a:xfrm>
          <a:prstGeom prst="rect">
            <a:avLst/>
          </a:prstGeom>
          <a:noFill/>
          <a:ln>
            <a:noFill/>
          </a:ln>
        </p:spPr>
      </p:pic>
      <p:pic>
        <p:nvPicPr>
          <p:cNvPr id="575" name="Google Shape;575;g1d0ad6de515_0_2563"/>
          <p:cNvPicPr preferRelativeResize="0"/>
          <p:nvPr/>
        </p:nvPicPr>
        <p:blipFill rotWithShape="1">
          <a:blip r:embed="rId4">
            <a:alphaModFix/>
          </a:blip>
          <a:srcRect/>
          <a:stretch/>
        </p:blipFill>
        <p:spPr>
          <a:xfrm>
            <a:off x="1164840" y="3927087"/>
            <a:ext cx="245675" cy="2551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pic>
        <p:nvPicPr>
          <p:cNvPr id="580" name="Google Shape;580;g1d0ad6de515_0_1381"/>
          <p:cNvPicPr preferRelativeResize="0"/>
          <p:nvPr/>
        </p:nvPicPr>
        <p:blipFill rotWithShape="1">
          <a:blip r:embed="rId3">
            <a:alphaModFix/>
          </a:blip>
          <a:srcRect/>
          <a:stretch/>
        </p:blipFill>
        <p:spPr>
          <a:xfrm>
            <a:off x="8409590" y="3886200"/>
            <a:ext cx="3781425" cy="2971800"/>
          </a:xfrm>
          <a:prstGeom prst="rect">
            <a:avLst/>
          </a:prstGeom>
          <a:noFill/>
          <a:ln>
            <a:noFill/>
          </a:ln>
        </p:spPr>
      </p:pic>
      <p:sp>
        <p:nvSpPr>
          <p:cNvPr id="581" name="Google Shape;581;g1d0ad6de515_0_1381"/>
          <p:cNvSpPr txBox="1">
            <a:spLocks noGrp="1"/>
          </p:cNvSpPr>
          <p:nvPr>
            <p:ph type="ctrTitle" idx="4294967295"/>
          </p:nvPr>
        </p:nvSpPr>
        <p:spPr>
          <a:xfrm>
            <a:off x="761526" y="2299798"/>
            <a:ext cx="4705800" cy="1298400"/>
          </a:xfrm>
          <a:prstGeom prst="rect">
            <a:avLst/>
          </a:prstGeom>
          <a:noFill/>
          <a:ln>
            <a:noFill/>
          </a:ln>
        </p:spPr>
        <p:txBody>
          <a:bodyPr spcFirstLastPara="1" wrap="square" lIns="0" tIns="0" rIns="0" bIns="0" anchor="b" anchorCtr="0">
            <a:noAutofit/>
          </a:bodyPr>
          <a:lstStyle/>
          <a:p>
            <a:pPr marL="0" marR="0" lvl="0" indent="0" algn="l" rtl="0">
              <a:lnSpc>
                <a:spcPct val="95000"/>
              </a:lnSpc>
              <a:spcBef>
                <a:spcPts val="0"/>
              </a:spcBef>
              <a:spcAft>
                <a:spcPts val="0"/>
              </a:spcAft>
              <a:buClr>
                <a:srgbClr val="000000"/>
              </a:buClr>
              <a:buSzPts val="1400"/>
              <a:buFont typeface="Arial"/>
              <a:buNone/>
            </a:pPr>
            <a:r>
              <a:rPr lang="en-US" sz="6100" b="1" i="0" u="none" strike="noStrike" cap="none">
                <a:solidFill>
                  <a:schemeClr val="dk1"/>
                </a:solidFill>
                <a:latin typeface="Arial"/>
                <a:ea typeface="Arial"/>
                <a:cs typeface="Arial"/>
                <a:sym typeface="Arial"/>
              </a:rPr>
              <a:t>04</a:t>
            </a:r>
            <a:endParaRPr sz="6100" b="1" i="0" u="none" strike="noStrike" cap="none">
              <a:solidFill>
                <a:schemeClr val="dk1"/>
              </a:solidFill>
              <a:latin typeface="Arial"/>
              <a:ea typeface="Arial"/>
              <a:cs typeface="Arial"/>
              <a:sym typeface="Arial"/>
            </a:endParaRPr>
          </a:p>
        </p:txBody>
      </p:sp>
      <p:sp>
        <p:nvSpPr>
          <p:cNvPr id="582" name="Google Shape;582;g1d0ad6de515_0_1381"/>
          <p:cNvSpPr txBox="1">
            <a:spLocks noGrp="1"/>
          </p:cNvSpPr>
          <p:nvPr>
            <p:ph type="subTitle" idx="4294967295"/>
          </p:nvPr>
        </p:nvSpPr>
        <p:spPr>
          <a:xfrm>
            <a:off x="820125" y="3707200"/>
            <a:ext cx="4705800" cy="477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1100"/>
              </a:spcBef>
              <a:spcAft>
                <a:spcPts val="0"/>
              </a:spcAft>
              <a:buClr>
                <a:srgbClr val="7F7F7F"/>
              </a:buClr>
              <a:buSzPts val="2000"/>
              <a:buFont typeface="Arial"/>
              <a:buNone/>
            </a:pPr>
            <a:r>
              <a:rPr lang="en-US" sz="2700" b="1" i="0" u="none" strike="noStrike" cap="none">
                <a:solidFill>
                  <a:schemeClr val="accent2"/>
                </a:solidFill>
                <a:latin typeface="Arial"/>
                <a:ea typeface="Arial"/>
                <a:cs typeface="Arial"/>
                <a:sym typeface="Arial"/>
              </a:rPr>
              <a:t>ENGAGEMENT</a:t>
            </a:r>
            <a:endParaRPr sz="2700" b="1" i="0" u="none" strike="noStrike" cap="none">
              <a:solidFill>
                <a:schemeClr val="accent2"/>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g1d0ad6de515_0_1588"/>
          <p:cNvSpPr txBox="1">
            <a:spLocks noGrp="1"/>
          </p:cNvSpPr>
          <p:nvPr>
            <p:ph type="title"/>
          </p:nvPr>
        </p:nvSpPr>
        <p:spPr>
          <a:xfrm>
            <a:off x="571649" y="63504"/>
            <a:ext cx="11049000" cy="990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Engagement</a:t>
            </a:r>
            <a:endParaRPr/>
          </a:p>
        </p:txBody>
      </p:sp>
      <p:sp>
        <p:nvSpPr>
          <p:cNvPr id="589" name="Google Shape;589;g1d0ad6de515_0_1588"/>
          <p:cNvSpPr txBox="1"/>
          <p:nvPr/>
        </p:nvSpPr>
        <p:spPr>
          <a:xfrm>
            <a:off x="723300" y="1356950"/>
            <a:ext cx="5372700" cy="3819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Hoạt động chăm sóc và tương tác với nhóm khách hàng tiềm năng và tiếp cận thông qua email hoặc gọi điện</a:t>
            </a:r>
            <a:endParaRPr sz="1800" b="1" i="0" u="none" strike="noStrike" cap="none">
              <a:solidFill>
                <a:srgbClr val="000000"/>
              </a:solidFill>
              <a:latin typeface="Arial"/>
              <a:ea typeface="Arial"/>
              <a:cs typeface="Arial"/>
              <a:sym typeface="Arial"/>
            </a:endParaRPr>
          </a:p>
          <a:p>
            <a:pPr marL="0" marR="0" lvl="0" indent="0" algn="l" rtl="0">
              <a:lnSpc>
                <a:spcPct val="115000"/>
              </a:lnSpc>
              <a:spcBef>
                <a:spcPts val="600"/>
              </a:spcBef>
              <a:spcAft>
                <a:spcPts val="0"/>
              </a:spcAft>
              <a:buClr>
                <a:srgbClr val="000000"/>
              </a:buClr>
              <a:buSzPts val="1700"/>
              <a:buFont typeface="Arial"/>
              <a:buNone/>
            </a:pPr>
            <a:r>
              <a:rPr lang="en-US" sz="1700" b="0" i="0" u="none" strike="noStrike" cap="none">
                <a:solidFill>
                  <a:srgbClr val="000000"/>
                </a:solidFill>
                <a:latin typeface="Arial"/>
                <a:ea typeface="Arial"/>
                <a:cs typeface="Arial"/>
                <a:sym typeface="Arial"/>
              </a:rPr>
              <a:t>Hoạt động này được thực hiện trên Pardot gồm: </a:t>
            </a:r>
            <a:endParaRPr sz="1700" b="1" i="0" u="none" strike="noStrike" cap="none">
              <a:solidFill>
                <a:srgbClr val="000000"/>
              </a:solidFill>
              <a:latin typeface="Arial"/>
              <a:ea typeface="Arial"/>
              <a:cs typeface="Arial"/>
              <a:sym typeface="Arial"/>
            </a:endParaRPr>
          </a:p>
          <a:p>
            <a:pPr marL="457200" marR="0" lvl="0" indent="-336550" algn="l" rtl="0">
              <a:lnSpc>
                <a:spcPct val="150000"/>
              </a:lnSpc>
              <a:spcBef>
                <a:spcPts val="600"/>
              </a:spcBef>
              <a:spcAft>
                <a:spcPts val="0"/>
              </a:spcAft>
              <a:buClr>
                <a:srgbClr val="000000"/>
              </a:buClr>
              <a:buSzPts val="1700"/>
              <a:buFont typeface="Arial"/>
              <a:buChar char="●"/>
            </a:pPr>
            <a:r>
              <a:rPr lang="en-US" sz="1700" b="0" i="0" u="none" strike="noStrike" cap="none">
                <a:solidFill>
                  <a:srgbClr val="000000"/>
                </a:solidFill>
                <a:latin typeface="Arial"/>
                <a:ea typeface="Arial"/>
                <a:cs typeface="Arial"/>
                <a:sym typeface="Arial"/>
              </a:rPr>
              <a:t>Thực hiện gửi mass email 1 lần tới nhóm khách hàng mục tiêu định sẵn</a:t>
            </a:r>
            <a:endParaRPr sz="1700" b="0" i="0" u="none" strike="noStrike" cap="none">
              <a:solidFill>
                <a:srgbClr val="000000"/>
              </a:solidFill>
              <a:latin typeface="Arial"/>
              <a:ea typeface="Arial"/>
              <a:cs typeface="Arial"/>
              <a:sym typeface="Arial"/>
            </a:endParaRPr>
          </a:p>
          <a:p>
            <a:pPr marL="457200" marR="0" lvl="0" indent="-336550" algn="l" rtl="0">
              <a:lnSpc>
                <a:spcPct val="150000"/>
              </a:lnSpc>
              <a:spcBef>
                <a:spcPts val="0"/>
              </a:spcBef>
              <a:spcAft>
                <a:spcPts val="0"/>
              </a:spcAft>
              <a:buClr>
                <a:srgbClr val="000000"/>
              </a:buClr>
              <a:buSzPts val="1700"/>
              <a:buFont typeface="Arial"/>
              <a:buChar char="●"/>
            </a:pPr>
            <a:r>
              <a:rPr lang="en-US" sz="1700" b="0" i="0" u="none" strike="noStrike" cap="none">
                <a:solidFill>
                  <a:srgbClr val="000000"/>
                </a:solidFill>
                <a:latin typeface="Arial"/>
                <a:ea typeface="Arial"/>
                <a:cs typeface="Arial"/>
                <a:sym typeface="Arial"/>
              </a:rPr>
              <a:t>Thiết kế 1 hành trình tiếp cận và tương tác tự động xuyên suốt với nhóm khách hàng mục tiêu định sẵn ở Engagement Studio</a:t>
            </a:r>
            <a:endParaRPr sz="1700" b="0" i="0" u="none" strike="noStrike" cap="none">
              <a:solidFill>
                <a:srgbClr val="000000"/>
              </a:solidFill>
              <a:latin typeface="Arial"/>
              <a:ea typeface="Arial"/>
              <a:cs typeface="Arial"/>
              <a:sym typeface="Arial"/>
            </a:endParaRPr>
          </a:p>
          <a:p>
            <a:pPr marL="457200" marR="0" lvl="0" indent="-336550" algn="l" rtl="0">
              <a:lnSpc>
                <a:spcPct val="150000"/>
              </a:lnSpc>
              <a:spcBef>
                <a:spcPts val="0"/>
              </a:spcBef>
              <a:spcAft>
                <a:spcPts val="0"/>
              </a:spcAft>
              <a:buClr>
                <a:srgbClr val="000000"/>
              </a:buClr>
              <a:buSzPts val="1700"/>
              <a:buFont typeface="Arial"/>
              <a:buChar char="●"/>
            </a:pPr>
            <a:r>
              <a:rPr lang="en-US" sz="1700" b="0" i="0" u="none" strike="noStrike" cap="none">
                <a:solidFill>
                  <a:srgbClr val="000000"/>
                </a:solidFill>
                <a:latin typeface="Arial"/>
                <a:ea typeface="Arial"/>
                <a:cs typeface="Arial"/>
                <a:sym typeface="Arial"/>
              </a:rPr>
              <a:t>Xây dựng rule tự động hoá cho một số hoạt động</a:t>
            </a:r>
            <a:endParaRPr sz="1700" b="0" i="0" u="none" strike="noStrike" cap="none">
              <a:solidFill>
                <a:srgbClr val="000000"/>
              </a:solidFill>
              <a:latin typeface="Arial"/>
              <a:ea typeface="Arial"/>
              <a:cs typeface="Arial"/>
              <a:sym typeface="Arial"/>
            </a:endParaRPr>
          </a:p>
        </p:txBody>
      </p:sp>
      <p:pic>
        <p:nvPicPr>
          <p:cNvPr id="590" name="Google Shape;590;g1d0ad6de515_0_1588"/>
          <p:cNvPicPr preferRelativeResize="0"/>
          <p:nvPr/>
        </p:nvPicPr>
        <p:blipFill rotWithShape="1">
          <a:blip r:embed="rId3">
            <a:alphaModFix/>
          </a:blip>
          <a:srcRect b="5891"/>
          <a:stretch/>
        </p:blipFill>
        <p:spPr>
          <a:xfrm>
            <a:off x="6479875" y="1247775"/>
            <a:ext cx="4046425" cy="40187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g1d0ad6de515_0_2589"/>
          <p:cNvSpPr txBox="1">
            <a:spLocks noGrp="1"/>
          </p:cNvSpPr>
          <p:nvPr>
            <p:ph type="title"/>
          </p:nvPr>
        </p:nvSpPr>
        <p:spPr>
          <a:xfrm>
            <a:off x="328875" y="292931"/>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4.1. Gửi mass email tới nhóm khách hàng</a:t>
            </a:r>
            <a:endParaRPr/>
          </a:p>
        </p:txBody>
      </p:sp>
      <p:pic>
        <p:nvPicPr>
          <p:cNvPr id="597" name="Google Shape;597;g1d0ad6de515_0_2589"/>
          <p:cNvPicPr preferRelativeResize="0"/>
          <p:nvPr/>
        </p:nvPicPr>
        <p:blipFill rotWithShape="1">
          <a:blip r:embed="rId3">
            <a:alphaModFix/>
          </a:blip>
          <a:srcRect/>
          <a:stretch/>
        </p:blipFill>
        <p:spPr>
          <a:xfrm>
            <a:off x="939600" y="2596949"/>
            <a:ext cx="9745726" cy="3311050"/>
          </a:xfrm>
          <a:prstGeom prst="rect">
            <a:avLst/>
          </a:prstGeom>
          <a:noFill/>
          <a:ln>
            <a:noFill/>
          </a:ln>
        </p:spPr>
      </p:pic>
      <p:sp>
        <p:nvSpPr>
          <p:cNvPr id="598" name="Google Shape;598;g1d0ad6de515_0_2589"/>
          <p:cNvSpPr txBox="1"/>
          <p:nvPr/>
        </p:nvSpPr>
        <p:spPr>
          <a:xfrm>
            <a:off x="724400" y="1126275"/>
            <a:ext cx="8159100" cy="1231500"/>
          </a:xfrm>
          <a:prstGeom prst="rect">
            <a:avLst/>
          </a:prstGeom>
          <a:noFill/>
          <a:ln>
            <a:noFill/>
          </a:ln>
        </p:spPr>
        <p:txBody>
          <a:bodyPr spcFirstLastPara="1" wrap="square" lIns="91425" tIns="91425" rIns="91425" bIns="91425" anchor="t" anchorCtr="0">
            <a:spAutoFit/>
          </a:bodyPr>
          <a:lstStyle/>
          <a:p>
            <a:pPr marL="180340" marR="0" lvl="0" indent="0" algn="l" rtl="0">
              <a:lnSpc>
                <a:spcPct val="150000"/>
              </a:lnSpc>
              <a:spcBef>
                <a:spcPts val="600"/>
              </a:spcBef>
              <a:spcAft>
                <a:spcPts val="600"/>
              </a:spcAft>
              <a:buClr>
                <a:srgbClr val="000000"/>
              </a:buClr>
              <a:buSzPts val="1700"/>
              <a:buFont typeface="Arial"/>
              <a:buNone/>
            </a:pPr>
            <a:r>
              <a:rPr lang="en-US" sz="1700" i="0" u="none" strike="noStrike" cap="none">
                <a:solidFill>
                  <a:srgbClr val="000000"/>
                </a:solidFill>
              </a:rPr>
              <a:t>Nếu bạn đang muốn gửi đến một email đến tất cả khách hàng tiềm năng trong một danh sách (</a:t>
            </a:r>
            <a:r>
              <a:rPr lang="en-US" sz="1700" b="1" i="0" u="none" strike="noStrike" cap="none">
                <a:solidFill>
                  <a:srgbClr val="000000"/>
                </a:solidFill>
              </a:rPr>
              <a:t>List</a:t>
            </a:r>
            <a:r>
              <a:rPr lang="en-US" sz="1700" i="0" u="none" strike="noStrike" cap="none">
                <a:solidFill>
                  <a:srgbClr val="000000"/>
                </a:solidFill>
              </a:rPr>
              <a:t>) nào đó đã xây dựng trước, </a:t>
            </a:r>
            <a:r>
              <a:rPr lang="en-US" sz="1700" b="1" i="0" u="none" strike="noStrike" cap="none">
                <a:solidFill>
                  <a:srgbClr val="000000"/>
                </a:solidFill>
              </a:rPr>
              <a:t>Send List Email </a:t>
            </a:r>
            <a:r>
              <a:rPr lang="en-US" sz="1700" i="0" u="none" strike="noStrike" cap="none">
                <a:solidFill>
                  <a:srgbClr val="000000"/>
                </a:solidFill>
              </a:rPr>
              <a:t>là công cụ của Pardot phù hợp để bạn thực hiện việc này.</a:t>
            </a:r>
            <a:endParaRPr sz="1700" i="0" u="none" strike="noStrike" cap="none">
              <a:solidFill>
                <a:srgbClr val="00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g1d0ad6de515_0_2726"/>
          <p:cNvSpPr/>
          <p:nvPr/>
        </p:nvSpPr>
        <p:spPr>
          <a:xfrm>
            <a:off x="531600" y="1188725"/>
            <a:ext cx="5540400" cy="19767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7916"/>
              </a:lnSpc>
              <a:spcBef>
                <a:spcPts val="0"/>
              </a:spcBef>
              <a:spcAft>
                <a:spcPts val="800"/>
              </a:spcAft>
              <a:buClr>
                <a:srgbClr val="000000"/>
              </a:buClr>
              <a:buSzPts val="1800"/>
              <a:buFont typeface="Arial"/>
              <a:buNone/>
            </a:pPr>
            <a:r>
              <a:rPr lang="en-US" sz="1800" b="0" i="0" u="none" strike="noStrike" cap="none">
                <a:solidFill>
                  <a:srgbClr val="323232"/>
                </a:solidFill>
                <a:latin typeface="Calibri"/>
                <a:ea typeface="Calibri"/>
                <a:cs typeface="Calibri"/>
                <a:sym typeface="Calibri"/>
              </a:rPr>
              <a:t>Pardot cho phép tạo ra các chương trình tương tác tự động theo lộ trình khách hàng (Engagement Program) qua nhiều hoạt động như gửi email, tạo Task, điều chỉnh điểm, kiểm tra tương tác phản hồi từ prospects tiềm năng từ các kênh digital, social, email.</a:t>
            </a:r>
            <a:endParaRPr sz="1800" b="0" i="0" u="none" strike="noStrike" cap="none">
              <a:solidFill>
                <a:srgbClr val="323232"/>
              </a:solidFill>
              <a:latin typeface="Calibri"/>
              <a:ea typeface="Calibri"/>
              <a:cs typeface="Calibri"/>
              <a:sym typeface="Calibri"/>
            </a:endParaRPr>
          </a:p>
        </p:txBody>
      </p:sp>
      <p:pic>
        <p:nvPicPr>
          <p:cNvPr id="605" name="Google Shape;605;g1d0ad6de515_0_2726"/>
          <p:cNvPicPr preferRelativeResize="0"/>
          <p:nvPr/>
        </p:nvPicPr>
        <p:blipFill rotWithShape="1">
          <a:blip r:embed="rId3">
            <a:alphaModFix/>
          </a:blip>
          <a:srcRect/>
          <a:stretch/>
        </p:blipFill>
        <p:spPr>
          <a:xfrm>
            <a:off x="6351718" y="1357225"/>
            <a:ext cx="5540337" cy="3151124"/>
          </a:xfrm>
          <a:prstGeom prst="rect">
            <a:avLst/>
          </a:prstGeom>
          <a:noFill/>
          <a:ln>
            <a:noFill/>
          </a:ln>
        </p:spPr>
      </p:pic>
      <p:pic>
        <p:nvPicPr>
          <p:cNvPr id="606" name="Google Shape;606;g1d0ad6de515_0_2726"/>
          <p:cNvPicPr preferRelativeResize="0"/>
          <p:nvPr/>
        </p:nvPicPr>
        <p:blipFill rotWithShape="1">
          <a:blip r:embed="rId4">
            <a:alphaModFix/>
          </a:blip>
          <a:srcRect r="4332" b="28601"/>
          <a:stretch/>
        </p:blipFill>
        <p:spPr>
          <a:xfrm>
            <a:off x="6351725" y="4617368"/>
            <a:ext cx="5540336" cy="2040882"/>
          </a:xfrm>
          <a:prstGeom prst="rect">
            <a:avLst/>
          </a:prstGeom>
          <a:noFill/>
          <a:ln>
            <a:noFill/>
          </a:ln>
        </p:spPr>
      </p:pic>
      <p:sp>
        <p:nvSpPr>
          <p:cNvPr id="607" name="Google Shape;607;g1d0ad6de515_0_2726"/>
          <p:cNvSpPr txBox="1"/>
          <p:nvPr/>
        </p:nvSpPr>
        <p:spPr>
          <a:xfrm>
            <a:off x="577988" y="3165418"/>
            <a:ext cx="6117600" cy="2358300"/>
          </a:xfrm>
          <a:prstGeom prst="rect">
            <a:avLst/>
          </a:prstGeom>
          <a:noFill/>
          <a:ln>
            <a:noFill/>
          </a:ln>
        </p:spPr>
        <p:txBody>
          <a:bodyPr spcFirstLastPara="1" wrap="square" lIns="91425" tIns="91425" rIns="91425" bIns="91425" anchor="t" anchorCtr="0">
            <a:spAutoFit/>
          </a:bodyPr>
          <a:lstStyle/>
          <a:p>
            <a:pPr marL="571500" marR="0" lvl="0" indent="-342900" algn="l" rtl="0">
              <a:lnSpc>
                <a:spcPct val="107916"/>
              </a:lnSpc>
              <a:spcBef>
                <a:spcPts val="0"/>
              </a:spcBef>
              <a:spcAft>
                <a:spcPts val="0"/>
              </a:spcAft>
              <a:buClr>
                <a:srgbClr val="323232"/>
              </a:buClr>
              <a:buSzPts val="1800"/>
              <a:buFont typeface="Arial"/>
              <a:buAutoNum type="arabicPeriod"/>
            </a:pPr>
            <a:r>
              <a:rPr lang="en-US" sz="1800" b="0" i="0" u="none" strike="noStrike" cap="none">
                <a:solidFill>
                  <a:srgbClr val="323232"/>
                </a:solidFill>
                <a:latin typeface="Calibri"/>
                <a:ea typeface="Calibri"/>
                <a:cs typeface="Calibri"/>
                <a:sym typeface="Calibri"/>
              </a:rPr>
              <a:t>Truy cập Engagement Studio</a:t>
            </a:r>
            <a:endParaRPr sz="1800" b="0" i="0" u="none" strike="noStrike" cap="none">
              <a:solidFill>
                <a:srgbClr val="323232"/>
              </a:solidFill>
              <a:latin typeface="Arial"/>
              <a:ea typeface="Arial"/>
              <a:cs typeface="Arial"/>
              <a:sym typeface="Arial"/>
            </a:endParaRPr>
          </a:p>
          <a:p>
            <a:pPr marL="571500" marR="0" lvl="0" indent="-342900" algn="l" rtl="0">
              <a:lnSpc>
                <a:spcPct val="107916"/>
              </a:lnSpc>
              <a:spcBef>
                <a:spcPts val="0"/>
              </a:spcBef>
              <a:spcAft>
                <a:spcPts val="0"/>
              </a:spcAft>
              <a:buClr>
                <a:srgbClr val="323232"/>
              </a:buClr>
              <a:buSzPts val="1800"/>
              <a:buFont typeface="Arial"/>
              <a:buAutoNum type="arabicPeriod"/>
            </a:pPr>
            <a:r>
              <a:rPr lang="en-US" sz="1800" b="0" i="0" u="none" strike="noStrike" cap="none">
                <a:solidFill>
                  <a:srgbClr val="323232"/>
                </a:solidFill>
                <a:latin typeface="Calibri"/>
                <a:ea typeface="Calibri"/>
                <a:cs typeface="Calibri"/>
                <a:sym typeface="Calibri"/>
              </a:rPr>
              <a:t>Tạo/Chọn Engagement </a:t>
            </a:r>
            <a:endParaRPr sz="1800" b="0" i="0" u="none" strike="noStrike" cap="none">
              <a:solidFill>
                <a:srgbClr val="323232"/>
              </a:solidFill>
              <a:latin typeface="Arial"/>
              <a:ea typeface="Arial"/>
              <a:cs typeface="Arial"/>
              <a:sym typeface="Arial"/>
            </a:endParaRPr>
          </a:p>
          <a:p>
            <a:pPr marL="571500" marR="0" lvl="0" indent="-342900" algn="l" rtl="0">
              <a:lnSpc>
                <a:spcPct val="107916"/>
              </a:lnSpc>
              <a:spcBef>
                <a:spcPts val="0"/>
              </a:spcBef>
              <a:spcAft>
                <a:spcPts val="0"/>
              </a:spcAft>
              <a:buClr>
                <a:srgbClr val="323232"/>
              </a:buClr>
              <a:buSzPts val="1800"/>
              <a:buFont typeface="Arial"/>
              <a:buAutoNum type="arabicPeriod"/>
            </a:pPr>
            <a:r>
              <a:rPr lang="en-US" sz="1800" b="0" i="0" u="none" strike="noStrike" cap="none">
                <a:solidFill>
                  <a:srgbClr val="323232"/>
                </a:solidFill>
                <a:latin typeface="Calibri"/>
                <a:ea typeface="Calibri"/>
                <a:cs typeface="Calibri"/>
                <a:sym typeface="Calibri"/>
              </a:rPr>
              <a:t>Nhập các thông tin và chọn cơ chế hoạt động cho journey</a:t>
            </a:r>
            <a:endParaRPr sz="1800" b="0" i="0" u="none" strike="noStrike" cap="none">
              <a:solidFill>
                <a:srgbClr val="323232"/>
              </a:solidFill>
              <a:latin typeface="Arial"/>
              <a:ea typeface="Arial"/>
              <a:cs typeface="Arial"/>
              <a:sym typeface="Arial"/>
            </a:endParaRPr>
          </a:p>
          <a:p>
            <a:pPr marL="571500" marR="0" lvl="0" indent="-342900" algn="l" rtl="0">
              <a:lnSpc>
                <a:spcPct val="107916"/>
              </a:lnSpc>
              <a:spcBef>
                <a:spcPts val="0"/>
              </a:spcBef>
              <a:spcAft>
                <a:spcPts val="0"/>
              </a:spcAft>
              <a:buClr>
                <a:srgbClr val="323232"/>
              </a:buClr>
              <a:buSzPts val="1800"/>
              <a:buFont typeface="Arial"/>
              <a:buAutoNum type="arabicPeriod"/>
            </a:pPr>
            <a:r>
              <a:rPr lang="en-US" sz="1800" b="0" i="0" u="none" strike="noStrike" cap="none">
                <a:solidFill>
                  <a:srgbClr val="323232"/>
                </a:solidFill>
                <a:latin typeface="Calibri"/>
                <a:ea typeface="Calibri"/>
                <a:cs typeface="Calibri"/>
                <a:sym typeface="Calibri"/>
              </a:rPr>
              <a:t>Thêm các hoạt động trên journey (Action, Trigger, Rule)</a:t>
            </a:r>
            <a:endParaRPr sz="1800" b="0" i="0" u="none" strike="noStrike" cap="none">
              <a:solidFill>
                <a:srgbClr val="323232"/>
              </a:solidFill>
              <a:latin typeface="Arial"/>
              <a:ea typeface="Arial"/>
              <a:cs typeface="Arial"/>
              <a:sym typeface="Arial"/>
            </a:endParaRPr>
          </a:p>
          <a:p>
            <a:pPr marL="571500" marR="0" lvl="0" indent="-342900" algn="l" rtl="0">
              <a:lnSpc>
                <a:spcPct val="107916"/>
              </a:lnSpc>
              <a:spcBef>
                <a:spcPts val="0"/>
              </a:spcBef>
              <a:spcAft>
                <a:spcPts val="0"/>
              </a:spcAft>
              <a:buClr>
                <a:srgbClr val="323232"/>
              </a:buClr>
              <a:buSzPts val="1800"/>
              <a:buFont typeface="Arial"/>
              <a:buAutoNum type="arabicPeriod"/>
            </a:pPr>
            <a:r>
              <a:rPr lang="en-US" sz="1800" b="0" i="0" u="none" strike="noStrike" cap="none">
                <a:solidFill>
                  <a:srgbClr val="323232"/>
                </a:solidFill>
                <a:latin typeface="Calibri"/>
                <a:ea typeface="Calibri"/>
                <a:cs typeface="Calibri"/>
                <a:sym typeface="Calibri"/>
              </a:rPr>
              <a:t>Testing journey </a:t>
            </a:r>
            <a:endParaRPr sz="1800" b="0" i="0" u="none" strike="noStrike" cap="none">
              <a:solidFill>
                <a:srgbClr val="323232"/>
              </a:solidFill>
              <a:latin typeface="Calibri"/>
              <a:ea typeface="Calibri"/>
              <a:cs typeface="Calibri"/>
              <a:sym typeface="Calibri"/>
            </a:endParaRPr>
          </a:p>
          <a:p>
            <a:pPr marL="571500" marR="0" lvl="0" indent="-342900" algn="l" rtl="0">
              <a:lnSpc>
                <a:spcPct val="107916"/>
              </a:lnSpc>
              <a:spcBef>
                <a:spcPts val="0"/>
              </a:spcBef>
              <a:spcAft>
                <a:spcPts val="0"/>
              </a:spcAft>
              <a:buClr>
                <a:srgbClr val="323232"/>
              </a:buClr>
              <a:buSzPts val="1800"/>
              <a:buFont typeface="Arial"/>
              <a:buAutoNum type="arabicPeriod"/>
            </a:pPr>
            <a:r>
              <a:rPr lang="en-US" sz="1800" b="0" i="0" u="none" strike="noStrike" cap="none">
                <a:solidFill>
                  <a:srgbClr val="323232"/>
                </a:solidFill>
                <a:latin typeface="Calibri"/>
                <a:ea typeface="Calibri"/>
                <a:cs typeface="Calibri"/>
                <a:sym typeface="Calibri"/>
              </a:rPr>
              <a:t>Bật chạy journey</a:t>
            </a:r>
            <a:endParaRPr sz="1800" b="0" i="0" u="none" strike="noStrike" cap="none">
              <a:solidFill>
                <a:srgbClr val="323232"/>
              </a:solidFill>
              <a:latin typeface="Calibri"/>
              <a:ea typeface="Calibri"/>
              <a:cs typeface="Calibri"/>
              <a:sym typeface="Calibri"/>
            </a:endParaRPr>
          </a:p>
          <a:p>
            <a:pPr marL="571500" marR="0" lvl="0" indent="-228600" algn="l" rtl="0">
              <a:lnSpc>
                <a:spcPct val="107916"/>
              </a:lnSpc>
              <a:spcBef>
                <a:spcPts val="800"/>
              </a:spcBef>
              <a:spcAft>
                <a:spcPts val="800"/>
              </a:spcAft>
              <a:buClr>
                <a:srgbClr val="000000"/>
              </a:buClr>
              <a:buSzPts val="1800"/>
              <a:buFont typeface="Arial"/>
              <a:buNone/>
            </a:pPr>
            <a:endParaRPr sz="1800" b="0" i="0" u="none" strike="noStrike" cap="none">
              <a:solidFill>
                <a:srgbClr val="323232"/>
              </a:solidFill>
              <a:latin typeface="Calibri"/>
              <a:ea typeface="Calibri"/>
              <a:cs typeface="Calibri"/>
              <a:sym typeface="Calibri"/>
            </a:endParaRPr>
          </a:p>
        </p:txBody>
      </p:sp>
      <p:sp>
        <p:nvSpPr>
          <p:cNvPr id="608" name="Google Shape;608;g1d0ad6de515_0_2726"/>
          <p:cNvSpPr txBox="1">
            <a:spLocks noGrp="1"/>
          </p:cNvSpPr>
          <p:nvPr>
            <p:ph type="title"/>
          </p:nvPr>
        </p:nvSpPr>
        <p:spPr>
          <a:xfrm>
            <a:off x="328875" y="292931"/>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4.2. Xây dựng Journey bằng Engagement Program</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g1d0ad6de515_0_2573"/>
          <p:cNvSpPr txBox="1">
            <a:spLocks noGrp="1"/>
          </p:cNvSpPr>
          <p:nvPr>
            <p:ph type="title"/>
          </p:nvPr>
        </p:nvSpPr>
        <p:spPr>
          <a:xfrm>
            <a:off x="328875" y="292931"/>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4.2. Xây dựng Journey bằng Engagement Program</a:t>
            </a:r>
            <a:endParaRPr/>
          </a:p>
        </p:txBody>
      </p:sp>
      <p:sp>
        <p:nvSpPr>
          <p:cNvPr id="615" name="Google Shape;615;g1d0ad6de515_0_2573"/>
          <p:cNvSpPr txBox="1">
            <a:spLocks noGrp="1"/>
          </p:cNvSpPr>
          <p:nvPr>
            <p:ph type="title"/>
          </p:nvPr>
        </p:nvSpPr>
        <p:spPr>
          <a:xfrm>
            <a:off x="577994" y="1060975"/>
            <a:ext cx="83778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200">
                <a:solidFill>
                  <a:srgbClr val="6A625B"/>
                </a:solidFill>
              </a:rPr>
              <a:t>Nhập các thông tin và chọn cơ chế hoạt động cho journey</a:t>
            </a:r>
            <a:endParaRPr sz="2200">
              <a:solidFill>
                <a:srgbClr val="6A625B"/>
              </a:solidFill>
            </a:endParaRPr>
          </a:p>
        </p:txBody>
      </p:sp>
      <p:pic>
        <p:nvPicPr>
          <p:cNvPr id="616" name="Google Shape;616;g1d0ad6de515_0_2573"/>
          <p:cNvPicPr preferRelativeResize="0"/>
          <p:nvPr/>
        </p:nvPicPr>
        <p:blipFill rotWithShape="1">
          <a:blip r:embed="rId3">
            <a:alphaModFix/>
          </a:blip>
          <a:srcRect/>
          <a:stretch/>
        </p:blipFill>
        <p:spPr>
          <a:xfrm>
            <a:off x="235113" y="1656488"/>
            <a:ext cx="8108637" cy="4911975"/>
          </a:xfrm>
          <a:prstGeom prst="rect">
            <a:avLst/>
          </a:prstGeom>
          <a:noFill/>
          <a:ln>
            <a:noFill/>
          </a:ln>
        </p:spPr>
      </p:pic>
      <p:sp>
        <p:nvSpPr>
          <p:cNvPr id="617" name="Google Shape;617;g1d0ad6de515_0_2573"/>
          <p:cNvSpPr txBox="1"/>
          <p:nvPr/>
        </p:nvSpPr>
        <p:spPr>
          <a:xfrm>
            <a:off x="8126525" y="2331850"/>
            <a:ext cx="3964200" cy="3170700"/>
          </a:xfrm>
          <a:prstGeom prst="rect">
            <a:avLst/>
          </a:prstGeom>
          <a:noFill/>
          <a:ln>
            <a:noFill/>
          </a:ln>
        </p:spPr>
        <p:txBody>
          <a:bodyPr spcFirstLastPara="1" wrap="square" lIns="91425" tIns="91425" rIns="91425" bIns="91425" anchor="t" anchorCtr="0">
            <a:spAutoFit/>
          </a:bodyPr>
          <a:lstStyle/>
          <a:p>
            <a:pPr marL="637540" marR="0" lvl="0" indent="-323850" algn="l" rtl="0">
              <a:lnSpc>
                <a:spcPct val="150000"/>
              </a:lnSpc>
              <a:spcBef>
                <a:spcPts val="600"/>
              </a:spcBef>
              <a:spcAft>
                <a:spcPts val="0"/>
              </a:spcAft>
              <a:buClr>
                <a:srgbClr val="000000"/>
              </a:buClr>
              <a:buSzPts val="1500"/>
              <a:buFont typeface="Calibri"/>
              <a:buChar char="●"/>
            </a:pPr>
            <a:r>
              <a:rPr lang="en-US" sz="1600" b="0" i="0" u="none" strike="noStrike" cap="none">
                <a:solidFill>
                  <a:srgbClr val="000000"/>
                </a:solidFill>
                <a:latin typeface="Times New Roman"/>
                <a:ea typeface="Times New Roman"/>
                <a:cs typeface="Times New Roman"/>
                <a:sym typeface="Times New Roman"/>
              </a:rPr>
              <a:t>Tên, thư mục lưu trữ và mô tả</a:t>
            </a:r>
            <a:endParaRPr sz="1500" b="0" i="0" u="none" strike="noStrike" cap="none">
              <a:solidFill>
                <a:srgbClr val="000000"/>
              </a:solidFill>
              <a:latin typeface="Calibri"/>
              <a:ea typeface="Calibri"/>
              <a:cs typeface="Calibri"/>
              <a:sym typeface="Calibri"/>
            </a:endParaRPr>
          </a:p>
          <a:p>
            <a:pPr marL="637540" marR="0" lvl="0" indent="-323850" algn="l" rtl="0">
              <a:lnSpc>
                <a:spcPct val="150000"/>
              </a:lnSpc>
              <a:spcBef>
                <a:spcPts val="600"/>
              </a:spcBef>
              <a:spcAft>
                <a:spcPts val="0"/>
              </a:spcAft>
              <a:buClr>
                <a:srgbClr val="000000"/>
              </a:buClr>
              <a:buSzPts val="1500"/>
              <a:buFont typeface="Calibri"/>
              <a:buChar char="●"/>
            </a:pPr>
            <a:r>
              <a:rPr lang="en-US" sz="1600" b="1" i="0" u="none" strike="noStrike" cap="none">
                <a:solidFill>
                  <a:srgbClr val="000000"/>
                </a:solidFill>
                <a:latin typeface="Times New Roman"/>
                <a:ea typeface="Times New Roman"/>
                <a:cs typeface="Times New Roman"/>
                <a:sym typeface="Times New Roman"/>
              </a:rPr>
              <a:t>Recipient List:</a:t>
            </a:r>
            <a:r>
              <a:rPr lang="en-US" sz="1600" b="0" i="0" u="none" strike="noStrike" cap="none">
                <a:solidFill>
                  <a:srgbClr val="000000"/>
                </a:solidFill>
                <a:latin typeface="Times New Roman"/>
                <a:ea typeface="Times New Roman"/>
                <a:cs typeface="Times New Roman"/>
                <a:sym typeface="Times New Roman"/>
              </a:rPr>
              <a:t> danh sách người nhận các tương tác từ chương trình, bạn có thể chọn 1 hoặc nhiều list</a:t>
            </a:r>
            <a:endParaRPr sz="1500" b="0" i="0" u="none" strike="noStrike" cap="none">
              <a:solidFill>
                <a:srgbClr val="000000"/>
              </a:solidFill>
              <a:latin typeface="Calibri"/>
              <a:ea typeface="Calibri"/>
              <a:cs typeface="Calibri"/>
              <a:sym typeface="Calibri"/>
            </a:endParaRPr>
          </a:p>
          <a:p>
            <a:pPr marL="637540" marR="0" lvl="0" indent="-323850" algn="l" rtl="0">
              <a:lnSpc>
                <a:spcPct val="150000"/>
              </a:lnSpc>
              <a:spcBef>
                <a:spcPts val="600"/>
              </a:spcBef>
              <a:spcAft>
                <a:spcPts val="600"/>
              </a:spcAft>
              <a:buClr>
                <a:srgbClr val="000000"/>
              </a:buClr>
              <a:buSzPts val="1500"/>
              <a:buFont typeface="Calibri"/>
              <a:buChar char="●"/>
            </a:pPr>
            <a:r>
              <a:rPr lang="en-US" sz="1600" b="1" i="0" u="none" strike="noStrike" cap="none">
                <a:solidFill>
                  <a:srgbClr val="000000"/>
                </a:solidFill>
                <a:latin typeface="Times New Roman"/>
                <a:ea typeface="Times New Roman"/>
                <a:cs typeface="Times New Roman"/>
                <a:sym typeface="Times New Roman"/>
              </a:rPr>
              <a:t>Suppression List:</a:t>
            </a:r>
            <a:r>
              <a:rPr lang="en-US" sz="1600" b="0" i="0" u="none" strike="noStrike" cap="none">
                <a:solidFill>
                  <a:srgbClr val="000000"/>
                </a:solidFill>
                <a:latin typeface="Times New Roman"/>
                <a:ea typeface="Times New Roman"/>
                <a:cs typeface="Times New Roman"/>
                <a:sym typeface="Times New Roman"/>
              </a:rPr>
              <a:t> danh sách đối tượng không được nhận các tương tác từ chương trình, bạn có thể chọn 1 hoặc nhiều list.</a:t>
            </a:r>
            <a:endParaRPr sz="1500" b="0" i="0" u="none" strike="noStrike" cap="none">
              <a:solidFill>
                <a:srgbClr val="000000"/>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g1d0ad6de515_0_2604"/>
          <p:cNvSpPr txBox="1">
            <a:spLocks noGrp="1"/>
          </p:cNvSpPr>
          <p:nvPr>
            <p:ph type="title"/>
          </p:nvPr>
        </p:nvSpPr>
        <p:spPr>
          <a:xfrm>
            <a:off x="328875" y="292931"/>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4.2. Xây dựng Journey bằng Engagement Program</a:t>
            </a:r>
            <a:endParaRPr/>
          </a:p>
        </p:txBody>
      </p:sp>
      <p:sp>
        <p:nvSpPr>
          <p:cNvPr id="624" name="Google Shape;624;g1d0ad6de515_0_2604"/>
          <p:cNvSpPr txBox="1">
            <a:spLocks noGrp="1"/>
          </p:cNvSpPr>
          <p:nvPr>
            <p:ph type="title"/>
          </p:nvPr>
        </p:nvSpPr>
        <p:spPr>
          <a:xfrm>
            <a:off x="577994" y="1060975"/>
            <a:ext cx="83778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200">
                <a:solidFill>
                  <a:srgbClr val="6A625B"/>
                </a:solidFill>
              </a:rPr>
              <a:t>Nhập các thông tin và chọn cơ chế hoạt động cho journey</a:t>
            </a:r>
            <a:endParaRPr sz="2200">
              <a:solidFill>
                <a:srgbClr val="6A625B"/>
              </a:solidFill>
            </a:endParaRPr>
          </a:p>
        </p:txBody>
      </p:sp>
      <p:sp>
        <p:nvSpPr>
          <p:cNvPr id="625" name="Google Shape;625;g1d0ad6de515_0_2604"/>
          <p:cNvSpPr txBox="1"/>
          <p:nvPr/>
        </p:nvSpPr>
        <p:spPr>
          <a:xfrm>
            <a:off x="5179700" y="1565025"/>
            <a:ext cx="5989800" cy="31707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60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637540" marR="0" lvl="0" indent="-330200" algn="l" rtl="0">
              <a:lnSpc>
                <a:spcPct val="150000"/>
              </a:lnSpc>
              <a:spcBef>
                <a:spcPts val="600"/>
              </a:spcBef>
              <a:spcAft>
                <a:spcPts val="0"/>
              </a:spcAft>
              <a:buClr>
                <a:srgbClr val="000000"/>
              </a:buClr>
              <a:buSzPts val="1600"/>
              <a:buFont typeface="Calibri"/>
              <a:buChar char="●"/>
            </a:pPr>
            <a:r>
              <a:rPr lang="en-US" sz="1600" b="1" i="0" u="none" strike="noStrike" cap="none">
                <a:solidFill>
                  <a:srgbClr val="000000"/>
                </a:solidFill>
                <a:latin typeface="Times New Roman"/>
                <a:ea typeface="Times New Roman"/>
                <a:cs typeface="Times New Roman"/>
                <a:sym typeface="Times New Roman"/>
              </a:rPr>
              <a:t>Send emails during business hours only:</a:t>
            </a:r>
            <a:r>
              <a:rPr lang="en-US" sz="1600" b="0" i="0" u="none" strike="noStrike" cap="none">
                <a:solidFill>
                  <a:srgbClr val="000000"/>
                </a:solidFill>
                <a:latin typeface="Times New Roman"/>
                <a:ea typeface="Times New Roman"/>
                <a:cs typeface="Times New Roman"/>
                <a:sym typeface="Times New Roman"/>
              </a:rPr>
              <a:t> nhấn chọn nếu bạn muốn các email chỉ được gửi trong giờ làm việc. Khi đó bạn phải chọn giờ làm việc là khoảng thời gian cụ thể nào.</a:t>
            </a:r>
            <a:endParaRPr sz="1600" b="0" i="0" u="none" strike="noStrike" cap="none">
              <a:solidFill>
                <a:srgbClr val="000000"/>
              </a:solidFill>
              <a:latin typeface="Times New Roman"/>
              <a:ea typeface="Times New Roman"/>
              <a:cs typeface="Times New Roman"/>
              <a:sym typeface="Times New Roman"/>
            </a:endParaRPr>
          </a:p>
          <a:p>
            <a:pPr marL="637540" marR="0" lvl="0" indent="-330200" algn="l" rtl="0">
              <a:lnSpc>
                <a:spcPct val="150000"/>
              </a:lnSpc>
              <a:spcBef>
                <a:spcPts val="600"/>
              </a:spcBef>
              <a:spcAft>
                <a:spcPts val="600"/>
              </a:spcAft>
              <a:buClr>
                <a:srgbClr val="000000"/>
              </a:buClr>
              <a:buSzPts val="1600"/>
              <a:buFont typeface="Times New Roman"/>
              <a:buChar char="●"/>
            </a:pPr>
            <a:r>
              <a:rPr lang="en-US" sz="1600" b="1" i="0" u="none" strike="noStrike" cap="none">
                <a:solidFill>
                  <a:srgbClr val="000000"/>
                </a:solidFill>
                <a:latin typeface="Times New Roman"/>
                <a:ea typeface="Times New Roman"/>
                <a:cs typeface="Times New Roman"/>
                <a:sym typeface="Times New Roman"/>
              </a:rPr>
              <a:t>Allow prospects to enter program more than once:</a:t>
            </a:r>
            <a:r>
              <a:rPr lang="en-US" sz="1600" b="0" i="0" u="none" strike="noStrike" cap="none">
                <a:solidFill>
                  <a:srgbClr val="000000"/>
                </a:solidFill>
                <a:latin typeface="Times New Roman"/>
                <a:ea typeface="Times New Roman"/>
                <a:cs typeface="Times New Roman"/>
                <a:sym typeface="Times New Roman"/>
              </a:rPr>
              <a:t> cho phép prospect đi vào chương trình nhiều lần. Khi bạn nhấn chọn, bạn cần xác định sau bao nhiêu ngày prospect được phép đi vào lại và giới hạn số lần đi vào.</a:t>
            </a:r>
            <a:endParaRPr sz="1600" b="0" i="0" u="none" strike="noStrike" cap="none">
              <a:solidFill>
                <a:srgbClr val="000000"/>
              </a:solidFill>
              <a:latin typeface="Times New Roman"/>
              <a:ea typeface="Times New Roman"/>
              <a:cs typeface="Times New Roman"/>
              <a:sym typeface="Times New Roman"/>
            </a:endParaRPr>
          </a:p>
        </p:txBody>
      </p:sp>
      <p:pic>
        <p:nvPicPr>
          <p:cNvPr id="626" name="Google Shape;626;g1d0ad6de515_0_2604"/>
          <p:cNvPicPr preferRelativeResize="0"/>
          <p:nvPr/>
        </p:nvPicPr>
        <p:blipFill rotWithShape="1">
          <a:blip r:embed="rId3">
            <a:alphaModFix/>
          </a:blip>
          <a:srcRect/>
          <a:stretch/>
        </p:blipFill>
        <p:spPr>
          <a:xfrm>
            <a:off x="702200" y="1752600"/>
            <a:ext cx="4086850" cy="3093775"/>
          </a:xfrm>
          <a:prstGeom prst="rect">
            <a:avLst/>
          </a:prstGeom>
          <a:noFill/>
          <a:ln>
            <a:noFill/>
          </a:ln>
        </p:spPr>
      </p:pic>
      <p:pic>
        <p:nvPicPr>
          <p:cNvPr id="627" name="Google Shape;627;g1d0ad6de515_0_2604"/>
          <p:cNvPicPr preferRelativeResize="0"/>
          <p:nvPr/>
        </p:nvPicPr>
        <p:blipFill rotWithShape="1">
          <a:blip r:embed="rId4">
            <a:alphaModFix/>
          </a:blip>
          <a:srcRect/>
          <a:stretch/>
        </p:blipFill>
        <p:spPr>
          <a:xfrm>
            <a:off x="6278538" y="4735725"/>
            <a:ext cx="3992876" cy="19626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g1d0ad6de515_0_2614"/>
          <p:cNvSpPr txBox="1">
            <a:spLocks noGrp="1"/>
          </p:cNvSpPr>
          <p:nvPr>
            <p:ph type="title"/>
          </p:nvPr>
        </p:nvSpPr>
        <p:spPr>
          <a:xfrm>
            <a:off x="328875" y="292931"/>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4.2. Xây dựng Journey bằng Engagement Program</a:t>
            </a:r>
            <a:endParaRPr/>
          </a:p>
        </p:txBody>
      </p:sp>
      <p:sp>
        <p:nvSpPr>
          <p:cNvPr id="634" name="Google Shape;634;g1d0ad6de515_0_2614"/>
          <p:cNvSpPr txBox="1">
            <a:spLocks noGrp="1"/>
          </p:cNvSpPr>
          <p:nvPr>
            <p:ph type="title"/>
          </p:nvPr>
        </p:nvSpPr>
        <p:spPr>
          <a:xfrm>
            <a:off x="577994" y="1060975"/>
            <a:ext cx="83778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200">
                <a:solidFill>
                  <a:srgbClr val="6A625B"/>
                </a:solidFill>
              </a:rPr>
              <a:t>Thêm các hoạt động trên journey (Action, Trigger, Rule)</a:t>
            </a:r>
            <a:endParaRPr sz="2200">
              <a:solidFill>
                <a:srgbClr val="6A625B"/>
              </a:solidFill>
            </a:endParaRPr>
          </a:p>
        </p:txBody>
      </p:sp>
      <p:pic>
        <p:nvPicPr>
          <p:cNvPr id="635" name="Google Shape;635;g1d0ad6de515_0_2614"/>
          <p:cNvPicPr preferRelativeResize="0"/>
          <p:nvPr/>
        </p:nvPicPr>
        <p:blipFill rotWithShape="1">
          <a:blip r:embed="rId3">
            <a:alphaModFix/>
          </a:blip>
          <a:srcRect/>
          <a:stretch/>
        </p:blipFill>
        <p:spPr>
          <a:xfrm>
            <a:off x="578000" y="2172175"/>
            <a:ext cx="4191000" cy="3019425"/>
          </a:xfrm>
          <a:prstGeom prst="rect">
            <a:avLst/>
          </a:prstGeom>
          <a:noFill/>
          <a:ln>
            <a:noFill/>
          </a:ln>
        </p:spPr>
      </p:pic>
      <p:graphicFrame>
        <p:nvGraphicFramePr>
          <p:cNvPr id="636" name="Google Shape;636;g1d0ad6de515_0_2614"/>
          <p:cNvGraphicFramePr/>
          <p:nvPr/>
        </p:nvGraphicFramePr>
        <p:xfrm>
          <a:off x="4246950" y="2230675"/>
          <a:ext cx="7511000" cy="3770376"/>
        </p:xfrm>
        <a:graphic>
          <a:graphicData uri="http://schemas.openxmlformats.org/drawingml/2006/table">
            <a:tbl>
              <a:tblPr bandRow="1">
                <a:noFill/>
                <a:tableStyleId>{80BB36C3-4DBC-4C4D-80D7-940B4A4E3728}</a:tableStyleId>
              </a:tblPr>
              <a:tblGrid>
                <a:gridCol w="2282975">
                  <a:extLst>
                    <a:ext uri="{9D8B030D-6E8A-4147-A177-3AD203B41FA5}">
                      <a16:colId xmlns:a16="http://schemas.microsoft.com/office/drawing/2014/main" val="20000"/>
                    </a:ext>
                  </a:extLst>
                </a:gridCol>
                <a:gridCol w="5228025">
                  <a:extLst>
                    <a:ext uri="{9D8B030D-6E8A-4147-A177-3AD203B41FA5}">
                      <a16:colId xmlns:a16="http://schemas.microsoft.com/office/drawing/2014/main" val="20001"/>
                    </a:ext>
                  </a:extLst>
                </a:gridCol>
              </a:tblGrid>
              <a:tr h="316175">
                <a:tc>
                  <a:txBody>
                    <a:bodyPr/>
                    <a:lstStyle/>
                    <a:p>
                      <a:pPr marL="180340" marR="0" lvl="0" indent="0" algn="ctr" rtl="0">
                        <a:lnSpc>
                          <a:spcPct val="15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Action</a:t>
                      </a:r>
                      <a:endParaRPr sz="1200" b="1" u="none" strike="noStrike" cap="none">
                        <a:latin typeface="Times New Roman"/>
                        <a:ea typeface="Times New Roman"/>
                        <a:cs typeface="Times New Roman"/>
                        <a:sym typeface="Times New Roman"/>
                      </a:endParaRPr>
                    </a:p>
                  </a:txBody>
                  <a:tcPr marL="73025" marR="73025" marT="63500" marB="63500">
                    <a:solidFill>
                      <a:srgbClr val="B4C6E7"/>
                    </a:solidFill>
                  </a:tcPr>
                </a:tc>
                <a:tc>
                  <a:txBody>
                    <a:bodyPr/>
                    <a:lstStyle/>
                    <a:p>
                      <a:pPr marL="180340" marR="0" lvl="0" indent="0" algn="ctr" rtl="0">
                        <a:lnSpc>
                          <a:spcPct val="15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Ý Nghĩa</a:t>
                      </a:r>
                      <a:endParaRPr sz="1200" b="1" u="none" strike="noStrike" cap="none">
                        <a:latin typeface="Times New Roman"/>
                        <a:ea typeface="Times New Roman"/>
                        <a:cs typeface="Times New Roman"/>
                        <a:sym typeface="Times New Roman"/>
                      </a:endParaRPr>
                    </a:p>
                  </a:txBody>
                  <a:tcPr marL="73025" marR="73025" marT="63500" marB="63500">
                    <a:solidFill>
                      <a:srgbClr val="B4C6E7"/>
                    </a:solidFill>
                  </a:tcPr>
                </a:tc>
                <a:extLst>
                  <a:ext uri="{0D108BD9-81ED-4DB2-BD59-A6C34878D82A}">
                    <a16:rowId xmlns:a16="http://schemas.microsoft.com/office/drawing/2014/main" val="10000"/>
                  </a:ext>
                </a:extLst>
              </a:tr>
              <a:tr h="532775">
                <a:tc>
                  <a:txBody>
                    <a:bodyPr/>
                    <a:lstStyle/>
                    <a:p>
                      <a:pPr marL="180340"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Add to List</a:t>
                      </a:r>
                      <a:endParaRPr sz="1200" u="none" strike="noStrike" cap="none">
                        <a:latin typeface="Times New Roman"/>
                        <a:ea typeface="Times New Roman"/>
                        <a:cs typeface="Times New Roman"/>
                        <a:sym typeface="Times New Roman"/>
                      </a:endParaRPr>
                    </a:p>
                  </a:txBody>
                  <a:tcPr marL="73025" marR="73025" marT="63500" marB="63500"/>
                </a:tc>
                <a:tc>
                  <a:txBody>
                    <a:bodyPr/>
                    <a:lstStyle/>
                    <a:p>
                      <a:pPr marL="61595"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Thêm prospects vào danh sách nào đó. Có thể dùng để thêm prospects vào Recipient List của Engagement Program khác.</a:t>
                      </a:r>
                      <a:endParaRPr sz="12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1"/>
                  </a:ext>
                </a:extLst>
              </a:tr>
              <a:tr h="532775">
                <a:tc>
                  <a:txBody>
                    <a:bodyPr/>
                    <a:lstStyle/>
                    <a:p>
                      <a:pPr marL="180340"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Add to Salesforce Campaign</a:t>
                      </a:r>
                      <a:endParaRPr sz="1200" u="none" strike="noStrike" cap="none">
                        <a:latin typeface="Times New Roman"/>
                        <a:ea typeface="Times New Roman"/>
                        <a:cs typeface="Times New Roman"/>
                        <a:sym typeface="Times New Roman"/>
                      </a:endParaRPr>
                    </a:p>
                  </a:txBody>
                  <a:tcPr marL="73025" marR="73025" marT="63500" marB="63500"/>
                </a:tc>
                <a:tc>
                  <a:txBody>
                    <a:bodyPr/>
                    <a:lstStyle/>
                    <a:p>
                      <a:pPr marL="61595"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Có thể thêm prospects vào Salesforce Campaign và trạng thái của prospects khi được thêm.</a:t>
                      </a:r>
                      <a:endParaRPr sz="12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2"/>
                  </a:ext>
                </a:extLst>
              </a:tr>
              <a:tr h="316175">
                <a:tc>
                  <a:txBody>
                    <a:bodyPr/>
                    <a:lstStyle/>
                    <a:p>
                      <a:pPr marL="180340"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Adjust Score</a:t>
                      </a:r>
                      <a:endParaRPr sz="1200" u="none" strike="noStrike" cap="none">
                        <a:latin typeface="Times New Roman"/>
                        <a:ea typeface="Times New Roman"/>
                        <a:cs typeface="Times New Roman"/>
                        <a:sym typeface="Times New Roman"/>
                      </a:endParaRPr>
                    </a:p>
                  </a:txBody>
                  <a:tcPr marL="73025" marR="73025" marT="63500" marB="63500"/>
                </a:tc>
                <a:tc>
                  <a:txBody>
                    <a:bodyPr/>
                    <a:lstStyle/>
                    <a:p>
                      <a:pPr marL="61595"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Điều chỉnh điểm của prospect</a:t>
                      </a:r>
                      <a:endParaRPr sz="12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3"/>
                  </a:ext>
                </a:extLst>
              </a:tr>
              <a:tr h="316175">
                <a:tc>
                  <a:txBody>
                    <a:bodyPr/>
                    <a:lstStyle/>
                    <a:p>
                      <a:pPr marL="180340"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Apply Tags</a:t>
                      </a:r>
                      <a:endParaRPr sz="1200" u="none" strike="noStrike" cap="none">
                        <a:latin typeface="Times New Roman"/>
                        <a:ea typeface="Times New Roman"/>
                        <a:cs typeface="Times New Roman"/>
                        <a:sym typeface="Times New Roman"/>
                      </a:endParaRPr>
                    </a:p>
                  </a:txBody>
                  <a:tcPr marL="73025" marR="73025" marT="63500" marB="63500"/>
                </a:tc>
                <a:tc>
                  <a:txBody>
                    <a:bodyPr/>
                    <a:lstStyle/>
                    <a:p>
                      <a:pPr marL="61595"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Gắn tags cho prospect</a:t>
                      </a:r>
                      <a:endParaRPr sz="12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4"/>
                  </a:ext>
                </a:extLst>
              </a:tr>
              <a:tr h="316175">
                <a:tc>
                  <a:txBody>
                    <a:bodyPr/>
                    <a:lstStyle/>
                    <a:p>
                      <a:pPr marL="180340"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Assign to User</a:t>
                      </a:r>
                      <a:endParaRPr sz="1200" u="none" strike="noStrike" cap="none">
                        <a:latin typeface="Times New Roman"/>
                        <a:ea typeface="Times New Roman"/>
                        <a:cs typeface="Times New Roman"/>
                        <a:sym typeface="Times New Roman"/>
                      </a:endParaRPr>
                    </a:p>
                  </a:txBody>
                  <a:tcPr marL="73025" marR="73025" marT="63500" marB="63500"/>
                </a:tc>
                <a:tc>
                  <a:txBody>
                    <a:bodyPr/>
                    <a:lstStyle/>
                    <a:p>
                      <a:pPr marL="61595"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Phân công prospect cho 1 user để xử lí</a:t>
                      </a:r>
                      <a:endParaRPr sz="12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5"/>
                  </a:ext>
                </a:extLst>
              </a:tr>
              <a:tr h="532775">
                <a:tc>
                  <a:txBody>
                    <a:bodyPr/>
                    <a:lstStyle/>
                    <a:p>
                      <a:pPr marL="180340"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Assign to Salesforce Active Assignment Rule</a:t>
                      </a:r>
                      <a:endParaRPr sz="1200" u="none" strike="noStrike" cap="none">
                        <a:latin typeface="Times New Roman"/>
                        <a:ea typeface="Times New Roman"/>
                        <a:cs typeface="Times New Roman"/>
                        <a:sym typeface="Times New Roman"/>
                      </a:endParaRPr>
                    </a:p>
                  </a:txBody>
                  <a:tcPr marL="73025" marR="73025" marT="63500" marB="63500"/>
                </a:tc>
                <a:tc>
                  <a:txBody>
                    <a:bodyPr/>
                    <a:lstStyle/>
                    <a:p>
                      <a:pPr marL="61595"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Phân công prospect cho 1 Salesforce Assignment Rule. Salesforce nhận prospect và tạo lead sau đó phân công nhiệm vụ dựa trên quy tắc đã xét.</a:t>
                      </a:r>
                      <a:endParaRPr sz="12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6"/>
                  </a:ext>
                </a:extLst>
              </a:tr>
              <a:tr h="316175">
                <a:tc>
                  <a:txBody>
                    <a:bodyPr/>
                    <a:lstStyle/>
                    <a:p>
                      <a:pPr marL="180340"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Create Salesforce Task</a:t>
                      </a:r>
                      <a:endParaRPr sz="1200" u="none" strike="noStrike" cap="none">
                        <a:latin typeface="Times New Roman"/>
                        <a:ea typeface="Times New Roman"/>
                        <a:cs typeface="Times New Roman"/>
                        <a:sym typeface="Times New Roman"/>
                      </a:endParaRPr>
                    </a:p>
                  </a:txBody>
                  <a:tcPr marL="73025" marR="73025" marT="63500" marB="63500"/>
                </a:tc>
                <a:tc>
                  <a:txBody>
                    <a:bodyPr/>
                    <a:lstStyle/>
                    <a:p>
                      <a:pPr marL="61595"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Tạo và phân công nhiệm vụ trên Salesforce</a:t>
                      </a:r>
                      <a:endParaRPr sz="12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7"/>
                  </a:ext>
                </a:extLst>
              </a:tr>
            </a:tbl>
          </a:graphicData>
        </a:graphic>
      </p:graphicFrame>
      <p:sp>
        <p:nvSpPr>
          <p:cNvPr id="637" name="Google Shape;637;g1d0ad6de515_0_2614"/>
          <p:cNvSpPr txBox="1"/>
          <p:nvPr/>
        </p:nvSpPr>
        <p:spPr>
          <a:xfrm>
            <a:off x="3281850" y="1631125"/>
            <a:ext cx="5628300" cy="446400"/>
          </a:xfrm>
          <a:prstGeom prst="rect">
            <a:avLst/>
          </a:prstGeom>
          <a:noFill/>
          <a:ln>
            <a:noFill/>
          </a:ln>
        </p:spPr>
        <p:txBody>
          <a:bodyPr spcFirstLastPara="1" wrap="square" lIns="91425" tIns="91425" rIns="91425" bIns="91425" anchor="t" anchorCtr="0">
            <a:spAutoFit/>
          </a:bodyPr>
          <a:lstStyle/>
          <a:p>
            <a:pPr marL="914400" marR="0" lvl="1" indent="-336550" algn="l" rtl="0">
              <a:lnSpc>
                <a:spcPct val="107916"/>
              </a:lnSpc>
              <a:spcBef>
                <a:spcPts val="0"/>
              </a:spcBef>
              <a:spcAft>
                <a:spcPts val="800"/>
              </a:spcAft>
              <a:buClr>
                <a:srgbClr val="000000"/>
              </a:buClr>
              <a:buSzPts val="1700"/>
              <a:buFont typeface="Times New Roman"/>
              <a:buChar char="➢"/>
            </a:pPr>
            <a:r>
              <a:rPr lang="en-US" sz="1700" b="1" i="0" u="none" strike="noStrike" cap="none">
                <a:solidFill>
                  <a:srgbClr val="000000"/>
                </a:solidFill>
                <a:latin typeface="Times New Roman"/>
                <a:ea typeface="Times New Roman"/>
                <a:cs typeface="Times New Roman"/>
                <a:sym typeface="Times New Roman"/>
              </a:rPr>
              <a:t>Actions</a:t>
            </a:r>
            <a:r>
              <a:rPr lang="en-US" sz="1700" b="0" i="0" u="none" strike="noStrike" cap="none">
                <a:solidFill>
                  <a:srgbClr val="000000"/>
                </a:solidFill>
                <a:latin typeface="Times New Roman"/>
                <a:ea typeface="Times New Roman"/>
                <a:cs typeface="Times New Roman"/>
                <a:sym typeface="Times New Roman"/>
              </a:rPr>
              <a:t>: Hành động gì đó đối với prospect</a:t>
            </a:r>
            <a:endParaRPr sz="17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g1d0ad6de515_0_2630"/>
          <p:cNvSpPr txBox="1">
            <a:spLocks noGrp="1"/>
          </p:cNvSpPr>
          <p:nvPr>
            <p:ph type="title"/>
          </p:nvPr>
        </p:nvSpPr>
        <p:spPr>
          <a:xfrm>
            <a:off x="328875" y="292931"/>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4.2. Xây dựng Journey bằng Engagement Program</a:t>
            </a:r>
            <a:endParaRPr/>
          </a:p>
        </p:txBody>
      </p:sp>
      <p:sp>
        <p:nvSpPr>
          <p:cNvPr id="644" name="Google Shape;644;g1d0ad6de515_0_2630"/>
          <p:cNvSpPr txBox="1">
            <a:spLocks noGrp="1"/>
          </p:cNvSpPr>
          <p:nvPr>
            <p:ph type="title"/>
          </p:nvPr>
        </p:nvSpPr>
        <p:spPr>
          <a:xfrm>
            <a:off x="577994" y="1060975"/>
            <a:ext cx="83778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200">
                <a:solidFill>
                  <a:srgbClr val="6A625B"/>
                </a:solidFill>
              </a:rPr>
              <a:t>Thêm các hoạt động trên journey (Action, Trigger, Rule)</a:t>
            </a:r>
            <a:endParaRPr sz="2200">
              <a:solidFill>
                <a:srgbClr val="6A625B"/>
              </a:solidFill>
            </a:endParaRPr>
          </a:p>
        </p:txBody>
      </p:sp>
      <p:pic>
        <p:nvPicPr>
          <p:cNvPr id="645" name="Google Shape;645;g1d0ad6de515_0_2630"/>
          <p:cNvPicPr preferRelativeResize="0"/>
          <p:nvPr/>
        </p:nvPicPr>
        <p:blipFill rotWithShape="1">
          <a:blip r:embed="rId3">
            <a:alphaModFix/>
          </a:blip>
          <a:srcRect/>
          <a:stretch/>
        </p:blipFill>
        <p:spPr>
          <a:xfrm>
            <a:off x="578000" y="2172175"/>
            <a:ext cx="4191000" cy="3019425"/>
          </a:xfrm>
          <a:prstGeom prst="rect">
            <a:avLst/>
          </a:prstGeom>
          <a:noFill/>
          <a:ln>
            <a:noFill/>
          </a:ln>
        </p:spPr>
      </p:pic>
      <p:graphicFrame>
        <p:nvGraphicFramePr>
          <p:cNvPr id="646" name="Google Shape;646;g1d0ad6de515_0_2630"/>
          <p:cNvGraphicFramePr/>
          <p:nvPr/>
        </p:nvGraphicFramePr>
        <p:xfrm>
          <a:off x="4869075" y="2472213"/>
          <a:ext cx="6998825" cy="2210562"/>
        </p:xfrm>
        <a:graphic>
          <a:graphicData uri="http://schemas.openxmlformats.org/drawingml/2006/table">
            <a:tbl>
              <a:tblPr bandRow="1">
                <a:noFill/>
                <a:tableStyleId>{80BB36C3-4DBC-4C4D-80D7-940B4A4E3728}</a:tableStyleId>
              </a:tblPr>
              <a:tblGrid>
                <a:gridCol w="2114075">
                  <a:extLst>
                    <a:ext uri="{9D8B030D-6E8A-4147-A177-3AD203B41FA5}">
                      <a16:colId xmlns:a16="http://schemas.microsoft.com/office/drawing/2014/main" val="20000"/>
                    </a:ext>
                  </a:extLst>
                </a:gridCol>
                <a:gridCol w="4884750">
                  <a:extLst>
                    <a:ext uri="{9D8B030D-6E8A-4147-A177-3AD203B41FA5}">
                      <a16:colId xmlns:a16="http://schemas.microsoft.com/office/drawing/2014/main" val="20001"/>
                    </a:ext>
                  </a:extLst>
                </a:gridCol>
              </a:tblGrid>
              <a:tr h="0">
                <a:tc>
                  <a:txBody>
                    <a:bodyPr/>
                    <a:lstStyle/>
                    <a:p>
                      <a:pPr marL="180340" marR="0" lvl="0" indent="0" algn="ctr" rtl="0">
                        <a:lnSpc>
                          <a:spcPct val="15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Action</a:t>
                      </a:r>
                      <a:endParaRPr sz="1200" b="1" u="none" strike="noStrike" cap="none">
                        <a:latin typeface="Times New Roman"/>
                        <a:ea typeface="Times New Roman"/>
                        <a:cs typeface="Times New Roman"/>
                        <a:sym typeface="Times New Roman"/>
                      </a:endParaRPr>
                    </a:p>
                  </a:txBody>
                  <a:tcPr marL="73025" marR="73025" marT="63500" marB="63500">
                    <a:solidFill>
                      <a:srgbClr val="B4C6E7"/>
                    </a:solidFill>
                  </a:tcPr>
                </a:tc>
                <a:tc>
                  <a:txBody>
                    <a:bodyPr/>
                    <a:lstStyle/>
                    <a:p>
                      <a:pPr marL="180340" marR="0" lvl="0" indent="0" algn="ctr" rtl="0">
                        <a:lnSpc>
                          <a:spcPct val="15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Ý Nghĩa</a:t>
                      </a:r>
                      <a:endParaRPr sz="1200" b="1" u="none" strike="noStrike" cap="none">
                        <a:latin typeface="Times New Roman"/>
                        <a:ea typeface="Times New Roman"/>
                        <a:cs typeface="Times New Roman"/>
                        <a:sym typeface="Times New Roman"/>
                      </a:endParaRPr>
                    </a:p>
                  </a:txBody>
                  <a:tcPr marL="73025" marR="73025" marT="63500" marB="63500">
                    <a:solidFill>
                      <a:srgbClr val="B4C6E7"/>
                    </a:solidFill>
                  </a:tcPr>
                </a:tc>
                <a:extLst>
                  <a:ext uri="{0D108BD9-81ED-4DB2-BD59-A6C34878D82A}">
                    <a16:rowId xmlns:a16="http://schemas.microsoft.com/office/drawing/2014/main" val="10000"/>
                  </a:ext>
                </a:extLst>
              </a:tr>
              <a:tr h="0">
                <a:tc>
                  <a:txBody>
                    <a:bodyPr/>
                    <a:lstStyle/>
                    <a:p>
                      <a:pPr marL="180340"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Change Prospect Field Value</a:t>
                      </a:r>
                      <a:endParaRPr sz="1200" u="none" strike="noStrike" cap="none">
                        <a:latin typeface="Times New Roman"/>
                        <a:ea typeface="Times New Roman"/>
                        <a:cs typeface="Times New Roman"/>
                        <a:sym typeface="Times New Roman"/>
                      </a:endParaRPr>
                    </a:p>
                  </a:txBody>
                  <a:tcPr marL="73025" marR="73025" marT="63500" marB="63500"/>
                </a:tc>
                <a:tc>
                  <a:txBody>
                    <a:bodyPr/>
                    <a:lstStyle/>
                    <a:p>
                      <a:pPr marL="61595"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Xóa hoặc thay đổi trường giá trị dữ liệu của prospect</a:t>
                      </a:r>
                      <a:endParaRPr sz="12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1"/>
                  </a:ext>
                </a:extLst>
              </a:tr>
              <a:tr h="0">
                <a:tc>
                  <a:txBody>
                    <a:bodyPr/>
                    <a:lstStyle/>
                    <a:p>
                      <a:pPr marL="180340"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Notify User</a:t>
                      </a:r>
                      <a:endParaRPr sz="1200" u="none" strike="noStrike" cap="none">
                        <a:latin typeface="Times New Roman"/>
                        <a:ea typeface="Times New Roman"/>
                        <a:cs typeface="Times New Roman"/>
                        <a:sym typeface="Times New Roman"/>
                      </a:endParaRPr>
                    </a:p>
                  </a:txBody>
                  <a:tcPr marL="73025" marR="73025" marT="63500" marB="63500"/>
                </a:tc>
                <a:tc>
                  <a:txBody>
                    <a:bodyPr/>
                    <a:lstStyle/>
                    <a:p>
                      <a:pPr marL="61595"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Thông báo cho user có thể để họ thực hiện hành động nào đó.</a:t>
                      </a:r>
                      <a:endParaRPr sz="12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2"/>
                  </a:ext>
                </a:extLst>
              </a:tr>
              <a:tr h="0">
                <a:tc>
                  <a:txBody>
                    <a:bodyPr/>
                    <a:lstStyle/>
                    <a:p>
                      <a:pPr marL="180340"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Remove from List</a:t>
                      </a:r>
                      <a:endParaRPr sz="1200" u="none" strike="noStrike" cap="none">
                        <a:latin typeface="Times New Roman"/>
                        <a:ea typeface="Times New Roman"/>
                        <a:cs typeface="Times New Roman"/>
                        <a:sym typeface="Times New Roman"/>
                      </a:endParaRPr>
                    </a:p>
                  </a:txBody>
                  <a:tcPr marL="73025" marR="73025" marT="63500" marB="63500"/>
                </a:tc>
                <a:tc>
                  <a:txBody>
                    <a:bodyPr/>
                    <a:lstStyle/>
                    <a:p>
                      <a:pPr marL="61595"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Loại bỏ prospect khỏi danh sách đã chọn</a:t>
                      </a:r>
                      <a:endParaRPr sz="12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3"/>
                  </a:ext>
                </a:extLst>
              </a:tr>
              <a:tr h="0">
                <a:tc>
                  <a:txBody>
                    <a:bodyPr/>
                    <a:lstStyle/>
                    <a:p>
                      <a:pPr marL="180340"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Remove Tags</a:t>
                      </a:r>
                      <a:endParaRPr sz="1200" u="none" strike="noStrike" cap="none">
                        <a:latin typeface="Times New Roman"/>
                        <a:ea typeface="Times New Roman"/>
                        <a:cs typeface="Times New Roman"/>
                        <a:sym typeface="Times New Roman"/>
                      </a:endParaRPr>
                    </a:p>
                  </a:txBody>
                  <a:tcPr marL="73025" marR="73025" marT="63500" marB="63500"/>
                </a:tc>
                <a:tc>
                  <a:txBody>
                    <a:bodyPr/>
                    <a:lstStyle/>
                    <a:p>
                      <a:pPr marL="61595"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Bỏ tags khỏi prospect</a:t>
                      </a:r>
                      <a:endParaRPr sz="12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4"/>
                  </a:ext>
                </a:extLst>
              </a:tr>
              <a:tr h="0">
                <a:tc>
                  <a:txBody>
                    <a:bodyPr/>
                    <a:lstStyle/>
                    <a:p>
                      <a:pPr marL="180340"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Send Email</a:t>
                      </a:r>
                      <a:endParaRPr sz="1200" u="none" strike="noStrike" cap="none">
                        <a:latin typeface="Times New Roman"/>
                        <a:ea typeface="Times New Roman"/>
                        <a:cs typeface="Times New Roman"/>
                        <a:sym typeface="Times New Roman"/>
                      </a:endParaRPr>
                    </a:p>
                  </a:txBody>
                  <a:tcPr marL="73025" marR="73025" marT="63500" marB="63500"/>
                </a:tc>
                <a:tc>
                  <a:txBody>
                    <a:bodyPr/>
                    <a:lstStyle/>
                    <a:p>
                      <a:pPr marL="61595" marR="0" lvl="0" indent="0" algn="l" rtl="0">
                        <a:lnSpc>
                          <a:spcPct val="150000"/>
                        </a:lnSpc>
                        <a:spcBef>
                          <a:spcPts val="0"/>
                        </a:spcBef>
                        <a:spcAft>
                          <a:spcPts val="0"/>
                        </a:spcAft>
                        <a:buClr>
                          <a:srgbClr val="000000"/>
                        </a:buClr>
                        <a:buSzPts val="1200"/>
                        <a:buFont typeface="Arial"/>
                        <a:buNone/>
                      </a:pPr>
                      <a:r>
                        <a:rPr lang="en-US" sz="1200" u="none" strike="noStrike" cap="none">
                          <a:latin typeface="Times New Roman"/>
                          <a:ea typeface="Times New Roman"/>
                          <a:cs typeface="Times New Roman"/>
                          <a:sym typeface="Times New Roman"/>
                        </a:rPr>
                        <a:t>Lựa chọn và gửi email cho prospect</a:t>
                      </a:r>
                      <a:endParaRPr sz="12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5"/>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g1d0ad6de515_0_2654"/>
          <p:cNvSpPr txBox="1">
            <a:spLocks noGrp="1"/>
          </p:cNvSpPr>
          <p:nvPr>
            <p:ph type="title"/>
          </p:nvPr>
        </p:nvSpPr>
        <p:spPr>
          <a:xfrm>
            <a:off x="328875" y="292931"/>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4.2. Xây dựng Journey bằng Engagement Program</a:t>
            </a:r>
            <a:endParaRPr/>
          </a:p>
        </p:txBody>
      </p:sp>
      <p:sp>
        <p:nvSpPr>
          <p:cNvPr id="653" name="Google Shape;653;g1d0ad6de515_0_2654"/>
          <p:cNvSpPr txBox="1">
            <a:spLocks noGrp="1"/>
          </p:cNvSpPr>
          <p:nvPr>
            <p:ph type="title"/>
          </p:nvPr>
        </p:nvSpPr>
        <p:spPr>
          <a:xfrm>
            <a:off x="577994" y="1060975"/>
            <a:ext cx="83778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200">
                <a:solidFill>
                  <a:srgbClr val="6A625B"/>
                </a:solidFill>
              </a:rPr>
              <a:t>Thêm các hoạt động trên journey (Action, Trigger, Rule)</a:t>
            </a:r>
            <a:endParaRPr sz="2200">
              <a:solidFill>
                <a:srgbClr val="6A625B"/>
              </a:solidFill>
            </a:endParaRPr>
          </a:p>
        </p:txBody>
      </p:sp>
      <p:sp>
        <p:nvSpPr>
          <p:cNvPr id="654" name="Google Shape;654;g1d0ad6de515_0_2654"/>
          <p:cNvSpPr txBox="1"/>
          <p:nvPr/>
        </p:nvSpPr>
        <p:spPr>
          <a:xfrm>
            <a:off x="4838250" y="1752600"/>
            <a:ext cx="6076800" cy="7287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07916"/>
              </a:lnSpc>
              <a:spcBef>
                <a:spcPts val="0"/>
              </a:spcBef>
              <a:spcAft>
                <a:spcPts val="800"/>
              </a:spcAft>
              <a:buClr>
                <a:srgbClr val="000000"/>
              </a:buClr>
              <a:buSzPts val="1700"/>
              <a:buFont typeface="Times New Roman"/>
              <a:buChar char="➢"/>
            </a:pPr>
            <a:r>
              <a:rPr lang="en-US" sz="1700" b="1" i="0" u="none" strike="noStrike" cap="none">
                <a:solidFill>
                  <a:srgbClr val="000000"/>
                </a:solidFill>
                <a:latin typeface="Times New Roman"/>
                <a:ea typeface="Times New Roman"/>
                <a:cs typeface="Times New Roman"/>
                <a:sym typeface="Times New Roman"/>
              </a:rPr>
              <a:t>Triggers:</a:t>
            </a:r>
            <a:r>
              <a:rPr lang="en-US" sz="1700" b="0" i="0" u="none" strike="noStrike" cap="none">
                <a:solidFill>
                  <a:srgbClr val="000000"/>
                </a:solidFill>
                <a:latin typeface="Times New Roman"/>
                <a:ea typeface="Times New Roman"/>
                <a:cs typeface="Times New Roman"/>
                <a:sym typeface="Times New Roman"/>
              </a:rPr>
              <a:t> Xem xét hành động của prospects để xác định bước kế tiếp</a:t>
            </a:r>
            <a:endParaRPr sz="1700" b="0" i="0" u="none" strike="noStrike" cap="none">
              <a:solidFill>
                <a:srgbClr val="000000"/>
              </a:solidFill>
              <a:latin typeface="Times New Roman"/>
              <a:ea typeface="Times New Roman"/>
              <a:cs typeface="Times New Roman"/>
              <a:sym typeface="Times New Roman"/>
            </a:endParaRPr>
          </a:p>
        </p:txBody>
      </p:sp>
      <p:graphicFrame>
        <p:nvGraphicFramePr>
          <p:cNvPr id="655" name="Google Shape;655;g1d0ad6de515_0_2654"/>
          <p:cNvGraphicFramePr/>
          <p:nvPr/>
        </p:nvGraphicFramePr>
        <p:xfrm>
          <a:off x="5426600" y="2549525"/>
          <a:ext cx="5705475" cy="3908619"/>
        </p:xfrm>
        <a:graphic>
          <a:graphicData uri="http://schemas.openxmlformats.org/drawingml/2006/table">
            <a:tbl>
              <a:tblPr bandRow="1">
                <a:noFill/>
                <a:tableStyleId>{80BB36C3-4DBC-4C4D-80D7-940B4A4E3728}</a:tableStyleId>
              </a:tblPr>
              <a:tblGrid>
                <a:gridCol w="1724025">
                  <a:extLst>
                    <a:ext uri="{9D8B030D-6E8A-4147-A177-3AD203B41FA5}">
                      <a16:colId xmlns:a16="http://schemas.microsoft.com/office/drawing/2014/main" val="20000"/>
                    </a:ext>
                  </a:extLst>
                </a:gridCol>
                <a:gridCol w="3981450">
                  <a:extLst>
                    <a:ext uri="{9D8B030D-6E8A-4147-A177-3AD203B41FA5}">
                      <a16:colId xmlns:a16="http://schemas.microsoft.com/office/drawing/2014/main" val="20001"/>
                    </a:ext>
                  </a:extLst>
                </a:gridCol>
              </a:tblGrid>
              <a:tr h="0">
                <a:tc>
                  <a:txBody>
                    <a:bodyPr/>
                    <a:lstStyle/>
                    <a:p>
                      <a:pPr marL="180340" marR="0" lvl="0" indent="0" algn="l" rtl="0">
                        <a:lnSpc>
                          <a:spcPct val="15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Trigger</a:t>
                      </a:r>
                      <a:endParaRPr sz="1300" b="1" u="none" strike="noStrike" cap="none">
                        <a:latin typeface="Times New Roman"/>
                        <a:ea typeface="Times New Roman"/>
                        <a:cs typeface="Times New Roman"/>
                        <a:sym typeface="Times New Roman"/>
                      </a:endParaRPr>
                    </a:p>
                  </a:txBody>
                  <a:tcPr marL="73025" marR="73025" marT="63500" marB="63500">
                    <a:solidFill>
                      <a:srgbClr val="B4C6E7"/>
                    </a:solidFill>
                  </a:tcPr>
                </a:tc>
                <a:tc>
                  <a:txBody>
                    <a:bodyPr/>
                    <a:lstStyle/>
                    <a:p>
                      <a:pPr marL="180340" marR="0" lvl="0" indent="0" algn="l" rtl="0">
                        <a:lnSpc>
                          <a:spcPct val="15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Ý Nghĩa</a:t>
                      </a:r>
                      <a:endParaRPr sz="1300" b="1" u="none" strike="noStrike" cap="none">
                        <a:latin typeface="Times New Roman"/>
                        <a:ea typeface="Times New Roman"/>
                        <a:cs typeface="Times New Roman"/>
                        <a:sym typeface="Times New Roman"/>
                      </a:endParaRPr>
                    </a:p>
                  </a:txBody>
                  <a:tcPr marL="73025" marR="73025" marT="63500" marB="63500">
                    <a:solidFill>
                      <a:srgbClr val="B4C6E7"/>
                    </a:solidFill>
                  </a:tcPr>
                </a:tc>
                <a:extLst>
                  <a:ext uri="{0D108BD9-81ED-4DB2-BD59-A6C34878D82A}">
                    <a16:rowId xmlns:a16="http://schemas.microsoft.com/office/drawing/2014/main" val="10000"/>
                  </a:ext>
                </a:extLst>
              </a:tr>
              <a:tr h="0">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Email Open</a:t>
                      </a:r>
                      <a:endParaRPr sz="13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Kiểm tra email mở hay không</a:t>
                      </a:r>
                      <a:endParaRPr sz="13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1"/>
                  </a:ext>
                </a:extLst>
              </a:tr>
              <a:tr h="0">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Email Link Click</a:t>
                      </a:r>
                      <a:endParaRPr sz="13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Kiểm tra có nhấn vào link đính kèm trong email. Có thể kiểm tra trên bất kì link riêng biệt </a:t>
                      </a:r>
                      <a:endParaRPr sz="13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2"/>
                  </a:ext>
                </a:extLst>
              </a:tr>
              <a:tr h="0">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Form</a:t>
                      </a:r>
                      <a:endParaRPr sz="13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Kiểm tra form được xem hay được submit, để sử dụng trigger của form tạo trên Pardot, sử dụng Landing Page trigger</a:t>
                      </a:r>
                      <a:endParaRPr sz="13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3"/>
                  </a:ext>
                </a:extLst>
              </a:tr>
              <a:tr h="0">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Landing Page</a:t>
                      </a:r>
                      <a:endParaRPr sz="13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Kiểm tra đã submit trên landing page hay không</a:t>
                      </a:r>
                      <a:endParaRPr sz="13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4"/>
                  </a:ext>
                </a:extLst>
              </a:tr>
              <a:tr h="0">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Custom Redirect Click</a:t>
                      </a:r>
                      <a:endParaRPr sz="13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Kiểm tra có nhấn vào link điều hướng hay không</a:t>
                      </a:r>
                      <a:endParaRPr sz="13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5"/>
                  </a:ext>
                </a:extLst>
              </a:tr>
              <a:tr h="0">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File Download</a:t>
                      </a:r>
                      <a:endParaRPr sz="13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Kiểm tra có tải file về không</a:t>
                      </a:r>
                      <a:endParaRPr sz="13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6"/>
                  </a:ext>
                </a:extLst>
              </a:tr>
            </a:tbl>
          </a:graphicData>
        </a:graphic>
      </p:graphicFrame>
      <p:pic>
        <p:nvPicPr>
          <p:cNvPr id="656" name="Google Shape;656;g1d0ad6de515_0_2654"/>
          <p:cNvPicPr preferRelativeResize="0"/>
          <p:nvPr/>
        </p:nvPicPr>
        <p:blipFill rotWithShape="1">
          <a:blip r:embed="rId3">
            <a:alphaModFix/>
          </a:blip>
          <a:srcRect/>
          <a:stretch/>
        </p:blipFill>
        <p:spPr>
          <a:xfrm>
            <a:off x="933700" y="2481300"/>
            <a:ext cx="3448250" cy="27707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g1d0ad6de515_0_2640"/>
          <p:cNvSpPr txBox="1">
            <a:spLocks noGrp="1"/>
          </p:cNvSpPr>
          <p:nvPr>
            <p:ph type="title"/>
          </p:nvPr>
        </p:nvSpPr>
        <p:spPr>
          <a:xfrm>
            <a:off x="328875" y="292931"/>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4.2. Xây dựng Journey bằng Engagement Program</a:t>
            </a:r>
            <a:endParaRPr/>
          </a:p>
        </p:txBody>
      </p:sp>
      <p:sp>
        <p:nvSpPr>
          <p:cNvPr id="663" name="Google Shape;663;g1d0ad6de515_0_2640"/>
          <p:cNvSpPr txBox="1">
            <a:spLocks noGrp="1"/>
          </p:cNvSpPr>
          <p:nvPr>
            <p:ph type="title"/>
          </p:nvPr>
        </p:nvSpPr>
        <p:spPr>
          <a:xfrm>
            <a:off x="577994" y="1060975"/>
            <a:ext cx="83778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200">
                <a:solidFill>
                  <a:srgbClr val="6A625B"/>
                </a:solidFill>
              </a:rPr>
              <a:t>Thêm các hoạt động trên journey (Action, Trigger, Rule)</a:t>
            </a:r>
            <a:endParaRPr sz="2200">
              <a:solidFill>
                <a:srgbClr val="6A625B"/>
              </a:solidFill>
            </a:endParaRPr>
          </a:p>
        </p:txBody>
      </p:sp>
      <p:sp>
        <p:nvSpPr>
          <p:cNvPr id="664" name="Google Shape;664;g1d0ad6de515_0_2640"/>
          <p:cNvSpPr txBox="1"/>
          <p:nvPr/>
        </p:nvSpPr>
        <p:spPr>
          <a:xfrm>
            <a:off x="4769000" y="1626125"/>
            <a:ext cx="7051800" cy="1108200"/>
          </a:xfrm>
          <a:prstGeom prst="rect">
            <a:avLst/>
          </a:prstGeom>
          <a:noFill/>
          <a:ln>
            <a:noFill/>
          </a:ln>
        </p:spPr>
        <p:txBody>
          <a:bodyPr spcFirstLastPara="1" wrap="square" lIns="91425" tIns="91425" rIns="91425" bIns="91425" anchor="t" anchorCtr="0">
            <a:spAutoFit/>
          </a:bodyPr>
          <a:lstStyle/>
          <a:p>
            <a:pPr marL="457200" marR="0" lvl="0" indent="-323850" algn="l" rtl="0">
              <a:lnSpc>
                <a:spcPct val="150000"/>
              </a:lnSpc>
              <a:spcBef>
                <a:spcPts val="0"/>
              </a:spcBef>
              <a:spcAft>
                <a:spcPts val="800"/>
              </a:spcAft>
              <a:buClr>
                <a:srgbClr val="000000"/>
              </a:buClr>
              <a:buSzPts val="1500"/>
              <a:buFont typeface="Times New Roman"/>
              <a:buChar char="➢"/>
            </a:pPr>
            <a:r>
              <a:rPr lang="en-US" sz="1500" b="1" i="0" u="none" strike="noStrike" cap="none">
                <a:solidFill>
                  <a:srgbClr val="000000"/>
                </a:solidFill>
                <a:latin typeface="Times New Roman"/>
                <a:ea typeface="Times New Roman"/>
                <a:cs typeface="Times New Roman"/>
                <a:sym typeface="Times New Roman"/>
              </a:rPr>
              <a:t>Rules</a:t>
            </a:r>
            <a:r>
              <a:rPr lang="en-US" sz="1500" b="0" i="0" u="none" strike="noStrike" cap="none">
                <a:solidFill>
                  <a:srgbClr val="000000"/>
                </a:solidFill>
                <a:latin typeface="Times New Roman"/>
                <a:ea typeface="Times New Roman"/>
                <a:cs typeface="Times New Roman"/>
                <a:sym typeface="Times New Roman"/>
              </a:rPr>
              <a:t>: Xây dựng quy tắc dựa trên các tiêu chí để xác định hướng đi tiếp theo cho prospects. Một quy tắc có thể xem xét và chứa năm điều kiện, nếu chứa trên 1 điều kiện trở lên sẽ được gọi là </a:t>
            </a:r>
            <a:r>
              <a:rPr lang="en-US" sz="1500" b="1" i="0" u="none" strike="noStrike" cap="none">
                <a:solidFill>
                  <a:srgbClr val="000000"/>
                </a:solidFill>
                <a:latin typeface="Times New Roman"/>
                <a:ea typeface="Times New Roman"/>
                <a:cs typeface="Times New Roman"/>
                <a:sym typeface="Times New Roman"/>
              </a:rPr>
              <a:t>Complex Rule</a:t>
            </a:r>
            <a:endParaRPr sz="1500" b="0" i="0" u="none" strike="noStrike" cap="none">
              <a:solidFill>
                <a:srgbClr val="000000"/>
              </a:solidFill>
              <a:latin typeface="Times New Roman"/>
              <a:ea typeface="Times New Roman"/>
              <a:cs typeface="Times New Roman"/>
              <a:sym typeface="Times New Roman"/>
            </a:endParaRPr>
          </a:p>
        </p:txBody>
      </p:sp>
      <p:graphicFrame>
        <p:nvGraphicFramePr>
          <p:cNvPr id="665" name="Google Shape;665;g1d0ad6de515_0_2640"/>
          <p:cNvGraphicFramePr/>
          <p:nvPr/>
        </p:nvGraphicFramePr>
        <p:xfrm>
          <a:off x="5007025" y="2882475"/>
          <a:ext cx="6320375" cy="3405636"/>
        </p:xfrm>
        <a:graphic>
          <a:graphicData uri="http://schemas.openxmlformats.org/drawingml/2006/table">
            <a:tbl>
              <a:tblPr bandRow="1">
                <a:noFill/>
                <a:tableStyleId>{80BB36C3-4DBC-4C4D-80D7-940B4A4E3728}</a:tableStyleId>
              </a:tblPr>
              <a:tblGrid>
                <a:gridCol w="2331900">
                  <a:extLst>
                    <a:ext uri="{9D8B030D-6E8A-4147-A177-3AD203B41FA5}">
                      <a16:colId xmlns:a16="http://schemas.microsoft.com/office/drawing/2014/main" val="20000"/>
                    </a:ext>
                  </a:extLst>
                </a:gridCol>
                <a:gridCol w="3988475">
                  <a:extLst>
                    <a:ext uri="{9D8B030D-6E8A-4147-A177-3AD203B41FA5}">
                      <a16:colId xmlns:a16="http://schemas.microsoft.com/office/drawing/2014/main" val="20001"/>
                    </a:ext>
                  </a:extLst>
                </a:gridCol>
              </a:tblGrid>
              <a:tr h="0">
                <a:tc>
                  <a:txBody>
                    <a:bodyPr/>
                    <a:lstStyle/>
                    <a:p>
                      <a:pPr marL="180340" marR="0" lvl="0" indent="0" algn="l" rtl="0">
                        <a:lnSpc>
                          <a:spcPct val="15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Rule</a:t>
                      </a:r>
                      <a:endParaRPr sz="1300" b="1" u="none" strike="noStrike" cap="none">
                        <a:latin typeface="Times New Roman"/>
                        <a:ea typeface="Times New Roman"/>
                        <a:cs typeface="Times New Roman"/>
                        <a:sym typeface="Times New Roman"/>
                      </a:endParaRPr>
                    </a:p>
                  </a:txBody>
                  <a:tcPr marL="73025" marR="73025" marT="63500" marB="63500">
                    <a:solidFill>
                      <a:srgbClr val="B4C6E7"/>
                    </a:solidFill>
                  </a:tcPr>
                </a:tc>
                <a:tc>
                  <a:txBody>
                    <a:bodyPr/>
                    <a:lstStyle/>
                    <a:p>
                      <a:pPr marL="180340" marR="0" lvl="0" indent="0" algn="l" rtl="0">
                        <a:lnSpc>
                          <a:spcPct val="15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Ý nghĩa</a:t>
                      </a:r>
                      <a:endParaRPr sz="1300" b="1" u="none" strike="noStrike" cap="none">
                        <a:latin typeface="Times New Roman"/>
                        <a:ea typeface="Times New Roman"/>
                        <a:cs typeface="Times New Roman"/>
                        <a:sym typeface="Times New Roman"/>
                      </a:endParaRPr>
                    </a:p>
                  </a:txBody>
                  <a:tcPr marL="73025" marR="73025" marT="63500" marB="63500">
                    <a:solidFill>
                      <a:srgbClr val="B4C6E7"/>
                    </a:solidFill>
                  </a:tcPr>
                </a:tc>
                <a:extLst>
                  <a:ext uri="{0D108BD9-81ED-4DB2-BD59-A6C34878D82A}">
                    <a16:rowId xmlns:a16="http://schemas.microsoft.com/office/drawing/2014/main" val="10000"/>
                  </a:ext>
                </a:extLst>
              </a:tr>
              <a:tr h="0">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Assigned Salesforce Queue</a:t>
                      </a:r>
                      <a:endParaRPr sz="13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Prospects đưa vào danh sách đợi để phân công trong Salesforce Queue (danh sách chờ)</a:t>
                      </a:r>
                      <a:endParaRPr sz="13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1"/>
                  </a:ext>
                </a:extLst>
              </a:tr>
              <a:tr h="0">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Assigned User</a:t>
                      </a:r>
                      <a:endParaRPr sz="13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User mà prospect được phân quyền cho</a:t>
                      </a:r>
                      <a:endParaRPr sz="13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2"/>
                  </a:ext>
                </a:extLst>
              </a:tr>
              <a:tr h="0">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Assignment Status</a:t>
                      </a:r>
                      <a:endParaRPr sz="13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Trạng thái của prospects được phân công hay chưa</a:t>
                      </a:r>
                      <a:endParaRPr sz="13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3"/>
                  </a:ext>
                </a:extLst>
              </a:tr>
              <a:tr h="0">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Grade</a:t>
                      </a:r>
                      <a:endParaRPr sz="13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Cấp/Loại của prospects</a:t>
                      </a:r>
                      <a:endParaRPr sz="13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4"/>
                  </a:ext>
                </a:extLst>
              </a:tr>
              <a:tr h="0">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List</a:t>
                      </a:r>
                      <a:endParaRPr sz="13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Prospects đang ở trong danh sách nào</a:t>
                      </a:r>
                      <a:endParaRPr sz="13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5"/>
                  </a:ext>
                </a:extLst>
              </a:tr>
              <a:tr h="0">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Prospect Custom Field</a:t>
                      </a:r>
                      <a:endParaRPr sz="13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Trường dữ liệu custom của prospects</a:t>
                      </a:r>
                      <a:endParaRPr sz="13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6"/>
                  </a:ext>
                </a:extLst>
              </a:tr>
              <a:tr h="0">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Prospect Default Field</a:t>
                      </a:r>
                      <a:endParaRPr sz="13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Trường dữ liệu default của prospects</a:t>
                      </a:r>
                      <a:endParaRPr sz="13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7"/>
                  </a:ext>
                </a:extLst>
              </a:tr>
            </a:tbl>
          </a:graphicData>
        </a:graphic>
      </p:graphicFrame>
      <p:pic>
        <p:nvPicPr>
          <p:cNvPr id="666" name="Google Shape;666;g1d0ad6de515_0_2640"/>
          <p:cNvPicPr preferRelativeResize="0"/>
          <p:nvPr/>
        </p:nvPicPr>
        <p:blipFill rotWithShape="1">
          <a:blip r:embed="rId3">
            <a:alphaModFix/>
          </a:blip>
          <a:srcRect/>
          <a:stretch/>
        </p:blipFill>
        <p:spPr>
          <a:xfrm>
            <a:off x="716675" y="2599750"/>
            <a:ext cx="3384875" cy="28982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g1d0ad6de515_0_2671"/>
          <p:cNvSpPr txBox="1">
            <a:spLocks noGrp="1"/>
          </p:cNvSpPr>
          <p:nvPr>
            <p:ph type="title"/>
          </p:nvPr>
        </p:nvSpPr>
        <p:spPr>
          <a:xfrm>
            <a:off x="328875" y="292931"/>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4.2. Xây dựng Journey bằng Engagement Program</a:t>
            </a:r>
            <a:endParaRPr/>
          </a:p>
        </p:txBody>
      </p:sp>
      <p:sp>
        <p:nvSpPr>
          <p:cNvPr id="673" name="Google Shape;673;g1d0ad6de515_0_2671"/>
          <p:cNvSpPr txBox="1">
            <a:spLocks noGrp="1"/>
          </p:cNvSpPr>
          <p:nvPr>
            <p:ph type="title"/>
          </p:nvPr>
        </p:nvSpPr>
        <p:spPr>
          <a:xfrm>
            <a:off x="577994" y="1060975"/>
            <a:ext cx="83778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200">
                <a:solidFill>
                  <a:srgbClr val="6A625B"/>
                </a:solidFill>
              </a:rPr>
              <a:t>Thêm các hoạt động trên journey (Action, Trigger, Rule)</a:t>
            </a:r>
            <a:endParaRPr sz="2200">
              <a:solidFill>
                <a:srgbClr val="6A625B"/>
              </a:solidFill>
            </a:endParaRPr>
          </a:p>
        </p:txBody>
      </p:sp>
      <p:pic>
        <p:nvPicPr>
          <p:cNvPr id="674" name="Google Shape;674;g1d0ad6de515_0_2671"/>
          <p:cNvPicPr preferRelativeResize="0"/>
          <p:nvPr/>
        </p:nvPicPr>
        <p:blipFill rotWithShape="1">
          <a:blip r:embed="rId3">
            <a:alphaModFix/>
          </a:blip>
          <a:srcRect/>
          <a:stretch/>
        </p:blipFill>
        <p:spPr>
          <a:xfrm>
            <a:off x="716675" y="2599750"/>
            <a:ext cx="3384875" cy="2898225"/>
          </a:xfrm>
          <a:prstGeom prst="rect">
            <a:avLst/>
          </a:prstGeom>
          <a:noFill/>
          <a:ln>
            <a:noFill/>
          </a:ln>
        </p:spPr>
      </p:pic>
      <p:graphicFrame>
        <p:nvGraphicFramePr>
          <p:cNvPr id="675" name="Google Shape;675;g1d0ad6de515_0_2671"/>
          <p:cNvGraphicFramePr/>
          <p:nvPr/>
        </p:nvGraphicFramePr>
        <p:xfrm>
          <a:off x="4406075" y="1989900"/>
          <a:ext cx="6993175" cy="3910080"/>
        </p:xfrm>
        <a:graphic>
          <a:graphicData uri="http://schemas.openxmlformats.org/drawingml/2006/table">
            <a:tbl>
              <a:tblPr bandRow="1">
                <a:noFill/>
                <a:tableStyleId>{80BB36C3-4DBC-4C4D-80D7-940B4A4E3728}</a:tableStyleId>
              </a:tblPr>
              <a:tblGrid>
                <a:gridCol w="2580125">
                  <a:extLst>
                    <a:ext uri="{9D8B030D-6E8A-4147-A177-3AD203B41FA5}">
                      <a16:colId xmlns:a16="http://schemas.microsoft.com/office/drawing/2014/main" val="20000"/>
                    </a:ext>
                  </a:extLst>
                </a:gridCol>
                <a:gridCol w="4413050">
                  <a:extLst>
                    <a:ext uri="{9D8B030D-6E8A-4147-A177-3AD203B41FA5}">
                      <a16:colId xmlns:a16="http://schemas.microsoft.com/office/drawing/2014/main" val="20001"/>
                    </a:ext>
                  </a:extLst>
                </a:gridCol>
              </a:tblGrid>
              <a:tr h="0">
                <a:tc>
                  <a:txBody>
                    <a:bodyPr/>
                    <a:lstStyle/>
                    <a:p>
                      <a:pPr marL="180340" marR="0" lvl="0" indent="0" algn="l" rtl="0">
                        <a:lnSpc>
                          <a:spcPct val="15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Rule</a:t>
                      </a:r>
                      <a:endParaRPr sz="1400" b="1" u="none" strike="noStrike" cap="none">
                        <a:latin typeface="Times New Roman"/>
                        <a:ea typeface="Times New Roman"/>
                        <a:cs typeface="Times New Roman"/>
                        <a:sym typeface="Times New Roman"/>
                      </a:endParaRPr>
                    </a:p>
                  </a:txBody>
                  <a:tcPr marL="73025" marR="73025" marT="63500" marB="63500">
                    <a:solidFill>
                      <a:srgbClr val="B4C6E7"/>
                    </a:solidFill>
                  </a:tcPr>
                </a:tc>
                <a:tc>
                  <a:txBody>
                    <a:bodyPr/>
                    <a:lstStyle/>
                    <a:p>
                      <a:pPr marL="180340" marR="0" lvl="0" indent="0" algn="l" rtl="0">
                        <a:lnSpc>
                          <a:spcPct val="15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Ý nghĩa</a:t>
                      </a:r>
                      <a:endParaRPr sz="1400" b="1" u="none" strike="noStrike" cap="none">
                        <a:latin typeface="Times New Roman"/>
                        <a:ea typeface="Times New Roman"/>
                        <a:cs typeface="Times New Roman"/>
                        <a:sym typeface="Times New Roman"/>
                      </a:endParaRPr>
                    </a:p>
                  </a:txBody>
                  <a:tcPr marL="73025" marR="73025" marT="63500" marB="63500">
                    <a:solidFill>
                      <a:srgbClr val="B4C6E7"/>
                    </a:solidFill>
                  </a:tcPr>
                </a:tc>
                <a:extLst>
                  <a:ext uri="{0D108BD9-81ED-4DB2-BD59-A6C34878D82A}">
                    <a16:rowId xmlns:a16="http://schemas.microsoft.com/office/drawing/2014/main" val="10000"/>
                  </a:ext>
                </a:extLst>
              </a:tr>
              <a:tr h="0">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Score</a:t>
                      </a:r>
                      <a:endParaRPr sz="14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Kiểm tra điểm của prospects</a:t>
                      </a:r>
                      <a:endParaRPr sz="14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1"/>
                  </a:ext>
                </a:extLst>
              </a:tr>
              <a:tr h="0">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Prospect Tag</a:t>
                      </a:r>
                      <a:endParaRPr sz="14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Kiểm tra tag của prospects</a:t>
                      </a:r>
                      <a:endParaRPr sz="14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2"/>
                  </a:ext>
                </a:extLst>
              </a:tr>
              <a:tr h="0">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Salesforce Campaign</a:t>
                      </a:r>
                      <a:endParaRPr sz="14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Campaign trong Salesforce của prospects</a:t>
                      </a:r>
                      <a:endParaRPr sz="14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3"/>
                  </a:ext>
                </a:extLst>
              </a:tr>
              <a:tr h="0">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Salesforce Campaign Status</a:t>
                      </a:r>
                      <a:endParaRPr sz="14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Trạng thái của prospects trong Salesforce campaign</a:t>
                      </a:r>
                      <a:endParaRPr sz="14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4"/>
                  </a:ext>
                </a:extLst>
              </a:tr>
              <a:tr h="0">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Prospect Email Status</a:t>
                      </a:r>
                      <a:endParaRPr sz="14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Tình trạng email của prospect: chưa opt-in hoặc không được gửi email</a:t>
                      </a:r>
                      <a:endParaRPr sz="14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5"/>
                  </a:ext>
                </a:extLst>
              </a:tr>
              <a:tr h="0">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Pardot Campaign</a:t>
                      </a:r>
                      <a:endParaRPr sz="14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Kiểm tra Campaign trong Pardot của prospect</a:t>
                      </a:r>
                      <a:endParaRPr sz="14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6"/>
                  </a:ext>
                </a:extLst>
              </a:tr>
              <a:tr h="0">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Salesforce Status</a:t>
                      </a:r>
                      <a:endParaRPr sz="1400" u="none" strike="noStrike" cap="none">
                        <a:latin typeface="Times New Roman"/>
                        <a:ea typeface="Times New Roman"/>
                        <a:cs typeface="Times New Roman"/>
                        <a:sym typeface="Times New Roman"/>
                      </a:endParaRPr>
                    </a:p>
                  </a:txBody>
                  <a:tcPr marL="73025" marR="73025" marT="63500" marB="63500"/>
                </a:tc>
                <a:tc>
                  <a:txBody>
                    <a:bodyPr/>
                    <a:lstStyle/>
                    <a:p>
                      <a:pPr marL="180340" marR="0" lvl="0" indent="0" algn="l" rtl="0">
                        <a:lnSpc>
                          <a:spcPct val="15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Kiểm tra trạng thái của prospects trong Salesforce là Lead, Contact, hoặc Deleted</a:t>
                      </a:r>
                      <a:endParaRPr sz="1400" u="none" strike="noStrike" cap="none">
                        <a:latin typeface="Times New Roman"/>
                        <a:ea typeface="Times New Roman"/>
                        <a:cs typeface="Times New Roman"/>
                        <a:sym typeface="Times New Roman"/>
                      </a:endParaRPr>
                    </a:p>
                  </a:txBody>
                  <a:tcPr marL="73025" marR="73025" marT="63500" marB="63500"/>
                </a:tc>
                <a:extLst>
                  <a:ext uri="{0D108BD9-81ED-4DB2-BD59-A6C34878D82A}">
                    <a16:rowId xmlns:a16="http://schemas.microsoft.com/office/drawing/2014/main" val="10007"/>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g1d0ad6de515_0_2682"/>
          <p:cNvSpPr txBox="1">
            <a:spLocks noGrp="1"/>
          </p:cNvSpPr>
          <p:nvPr>
            <p:ph type="title"/>
          </p:nvPr>
        </p:nvSpPr>
        <p:spPr>
          <a:xfrm>
            <a:off x="328875" y="292931"/>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4.2. Xây dựng Journey bằng Engagement Program</a:t>
            </a:r>
            <a:endParaRPr/>
          </a:p>
        </p:txBody>
      </p:sp>
      <p:sp>
        <p:nvSpPr>
          <p:cNvPr id="682" name="Google Shape;682;g1d0ad6de515_0_2682"/>
          <p:cNvSpPr txBox="1">
            <a:spLocks noGrp="1"/>
          </p:cNvSpPr>
          <p:nvPr>
            <p:ph type="title"/>
          </p:nvPr>
        </p:nvSpPr>
        <p:spPr>
          <a:xfrm>
            <a:off x="577994" y="1060975"/>
            <a:ext cx="83778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200">
                <a:solidFill>
                  <a:srgbClr val="6A625B"/>
                </a:solidFill>
              </a:rPr>
              <a:t>Thêm các hoạt động trên journey (Action, Trigger, Rule)</a:t>
            </a:r>
            <a:endParaRPr sz="2200">
              <a:solidFill>
                <a:srgbClr val="6A625B"/>
              </a:solidFill>
            </a:endParaRPr>
          </a:p>
        </p:txBody>
      </p:sp>
      <p:pic>
        <p:nvPicPr>
          <p:cNvPr id="683" name="Google Shape;683;g1d0ad6de515_0_2682"/>
          <p:cNvPicPr preferRelativeResize="0"/>
          <p:nvPr/>
        </p:nvPicPr>
        <p:blipFill rotWithShape="1">
          <a:blip r:embed="rId3">
            <a:alphaModFix/>
          </a:blip>
          <a:srcRect/>
          <a:stretch/>
        </p:blipFill>
        <p:spPr>
          <a:xfrm>
            <a:off x="716675" y="2599750"/>
            <a:ext cx="3384875" cy="28982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g1d0ad6de515_0_2690"/>
          <p:cNvSpPr txBox="1">
            <a:spLocks noGrp="1"/>
          </p:cNvSpPr>
          <p:nvPr>
            <p:ph type="title"/>
          </p:nvPr>
        </p:nvSpPr>
        <p:spPr>
          <a:xfrm>
            <a:off x="328875" y="292931"/>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4.2. Xây dựng Journey bằng Engagement Program</a:t>
            </a:r>
            <a:endParaRPr/>
          </a:p>
        </p:txBody>
      </p:sp>
      <p:sp>
        <p:nvSpPr>
          <p:cNvPr id="690" name="Google Shape;690;g1d0ad6de515_0_2690"/>
          <p:cNvSpPr txBox="1">
            <a:spLocks noGrp="1"/>
          </p:cNvSpPr>
          <p:nvPr>
            <p:ph type="title"/>
          </p:nvPr>
        </p:nvSpPr>
        <p:spPr>
          <a:xfrm>
            <a:off x="577994" y="1060975"/>
            <a:ext cx="83778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200">
                <a:solidFill>
                  <a:srgbClr val="6A625B"/>
                </a:solidFill>
              </a:rPr>
              <a:t>Thêm các hoạt động trên journey (Action, Trigger, Rule)</a:t>
            </a:r>
            <a:endParaRPr sz="2200">
              <a:solidFill>
                <a:srgbClr val="6A625B"/>
              </a:solidFill>
            </a:endParaRPr>
          </a:p>
        </p:txBody>
      </p:sp>
      <p:sp>
        <p:nvSpPr>
          <p:cNvPr id="691" name="Google Shape;691;g1d0ad6de515_0_2690"/>
          <p:cNvSpPr txBox="1"/>
          <p:nvPr/>
        </p:nvSpPr>
        <p:spPr>
          <a:xfrm>
            <a:off x="6510750" y="3429000"/>
            <a:ext cx="5266500" cy="696600"/>
          </a:xfrm>
          <a:prstGeom prst="rect">
            <a:avLst/>
          </a:prstGeom>
          <a:noFill/>
          <a:ln>
            <a:noFill/>
          </a:ln>
        </p:spPr>
        <p:txBody>
          <a:bodyPr spcFirstLastPara="1" wrap="square" lIns="91425" tIns="91425" rIns="91425" bIns="91425" anchor="t" anchorCtr="0">
            <a:spAutoFit/>
          </a:bodyPr>
          <a:lstStyle/>
          <a:p>
            <a:pPr marL="457200" marR="0" lvl="0" indent="-330200" algn="l" rtl="0">
              <a:lnSpc>
                <a:spcPct val="107916"/>
              </a:lnSpc>
              <a:spcBef>
                <a:spcPts val="0"/>
              </a:spcBef>
              <a:spcAft>
                <a:spcPts val="800"/>
              </a:spcAft>
              <a:buClr>
                <a:srgbClr val="000000"/>
              </a:buClr>
              <a:buSzPts val="1600"/>
              <a:buFont typeface="Times New Roman"/>
              <a:buChar char="➢"/>
            </a:pPr>
            <a:r>
              <a:rPr lang="en-US" sz="1600" b="1" i="0" u="none" strike="noStrike" cap="none">
                <a:solidFill>
                  <a:srgbClr val="000000"/>
                </a:solidFill>
                <a:latin typeface="Times New Roman"/>
                <a:ea typeface="Times New Roman"/>
                <a:cs typeface="Times New Roman"/>
                <a:sym typeface="Times New Roman"/>
              </a:rPr>
              <a:t>End</a:t>
            </a:r>
            <a:r>
              <a:rPr lang="en-US" sz="1600" b="0" i="0" u="none" strike="noStrike" cap="none">
                <a:solidFill>
                  <a:srgbClr val="000000"/>
                </a:solidFill>
                <a:latin typeface="Times New Roman"/>
                <a:ea typeface="Times New Roman"/>
                <a:cs typeface="Times New Roman"/>
                <a:sym typeface="Times New Roman"/>
              </a:rPr>
              <a:t>: tạo một điểm kết thúc, sử dụng khi bạn dừng một nhánh nào đó trên chương trình.</a:t>
            </a:r>
            <a:endParaRPr sz="1600" b="0" i="0" u="none" strike="noStrike" cap="none">
              <a:solidFill>
                <a:srgbClr val="000000"/>
              </a:solidFill>
              <a:latin typeface="Times New Roman"/>
              <a:ea typeface="Times New Roman"/>
              <a:cs typeface="Times New Roman"/>
              <a:sym typeface="Times New Roman"/>
            </a:endParaRPr>
          </a:p>
        </p:txBody>
      </p:sp>
      <p:pic>
        <p:nvPicPr>
          <p:cNvPr id="692" name="Google Shape;692;g1d0ad6de515_0_2690"/>
          <p:cNvPicPr preferRelativeResize="0"/>
          <p:nvPr/>
        </p:nvPicPr>
        <p:blipFill rotWithShape="1">
          <a:blip r:embed="rId3">
            <a:alphaModFix/>
          </a:blip>
          <a:srcRect/>
          <a:stretch/>
        </p:blipFill>
        <p:spPr>
          <a:xfrm>
            <a:off x="485475" y="2330175"/>
            <a:ext cx="5838825" cy="34480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1d0ad6de515_0_2704"/>
          <p:cNvSpPr txBox="1">
            <a:spLocks noGrp="1"/>
          </p:cNvSpPr>
          <p:nvPr>
            <p:ph type="title"/>
          </p:nvPr>
        </p:nvSpPr>
        <p:spPr>
          <a:xfrm>
            <a:off x="328875" y="292931"/>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4.2. Xây dựng Journey bằng Engagement Program</a:t>
            </a:r>
            <a:endParaRPr/>
          </a:p>
        </p:txBody>
      </p:sp>
      <p:sp>
        <p:nvSpPr>
          <p:cNvPr id="699" name="Google Shape;699;g1d0ad6de515_0_2704"/>
          <p:cNvSpPr txBox="1">
            <a:spLocks noGrp="1"/>
          </p:cNvSpPr>
          <p:nvPr>
            <p:ph type="title"/>
          </p:nvPr>
        </p:nvSpPr>
        <p:spPr>
          <a:xfrm>
            <a:off x="577994" y="1060975"/>
            <a:ext cx="83778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200">
                <a:solidFill>
                  <a:srgbClr val="6A625B"/>
                </a:solidFill>
              </a:rPr>
              <a:t>Testing journey</a:t>
            </a:r>
            <a:endParaRPr sz="2200">
              <a:solidFill>
                <a:srgbClr val="6A625B"/>
              </a:solidFill>
            </a:endParaRPr>
          </a:p>
        </p:txBody>
      </p:sp>
      <p:sp>
        <p:nvSpPr>
          <p:cNvPr id="700" name="Google Shape;700;g1d0ad6de515_0_2704"/>
          <p:cNvSpPr txBox="1"/>
          <p:nvPr/>
        </p:nvSpPr>
        <p:spPr>
          <a:xfrm>
            <a:off x="332000" y="1653400"/>
            <a:ext cx="8869800" cy="1293000"/>
          </a:xfrm>
          <a:prstGeom prst="rect">
            <a:avLst/>
          </a:prstGeom>
          <a:noFill/>
          <a:ln>
            <a:noFill/>
          </a:ln>
        </p:spPr>
        <p:txBody>
          <a:bodyPr spcFirstLastPara="1" wrap="square" lIns="91425" tIns="91425" rIns="91425" bIns="91425" anchor="t" anchorCtr="0">
            <a:spAutoFit/>
          </a:bodyPr>
          <a:lstStyle/>
          <a:p>
            <a:pPr marL="180340" marR="0" lvl="0" indent="0" algn="l" rtl="0">
              <a:lnSpc>
                <a:spcPct val="150000"/>
              </a:lnSpc>
              <a:spcBef>
                <a:spcPts val="600"/>
              </a:spcBef>
              <a:spcAft>
                <a:spcPts val="600"/>
              </a:spcAft>
              <a:buClr>
                <a:srgbClr val="000000"/>
              </a:buClr>
              <a:buSzPts val="1800"/>
              <a:buFont typeface="Arial"/>
              <a:buNone/>
            </a:pPr>
            <a:r>
              <a:rPr lang="en-US" sz="1800" b="1" i="0" u="none" strike="noStrike" cap="none">
                <a:solidFill>
                  <a:srgbClr val="000000"/>
                </a:solidFill>
                <a:latin typeface="Times New Roman"/>
                <a:ea typeface="Times New Roman"/>
                <a:cs typeface="Times New Roman"/>
                <a:sym typeface="Times New Roman"/>
              </a:rPr>
              <a:t>Testing</a:t>
            </a:r>
            <a:r>
              <a:rPr lang="en-US" sz="1800" b="0" i="0" u="none" strike="noStrike" cap="none">
                <a:solidFill>
                  <a:srgbClr val="000000"/>
                </a:solidFill>
                <a:latin typeface="Times New Roman"/>
                <a:ea typeface="Times New Roman"/>
                <a:cs typeface="Times New Roman"/>
                <a:sym typeface="Times New Roman"/>
              </a:rPr>
              <a:t> cho phép bạn lựa chọn một trải nghiệm của người nhận, kết quả cho bạn thấy nếu một người có các hành động phản hồi như bạn đã chọn họ sẽ đi như thế nào và bao lâu trên chương trình.</a:t>
            </a:r>
            <a:endParaRPr sz="1800" b="0" i="0" u="none" strike="noStrike" cap="none">
              <a:solidFill>
                <a:srgbClr val="000000"/>
              </a:solidFill>
              <a:latin typeface="Times New Roman"/>
              <a:ea typeface="Times New Roman"/>
              <a:cs typeface="Times New Roman"/>
              <a:sym typeface="Times New Roman"/>
            </a:endParaRPr>
          </a:p>
        </p:txBody>
      </p:sp>
      <p:pic>
        <p:nvPicPr>
          <p:cNvPr id="701" name="Google Shape;701;g1d0ad6de515_0_2704"/>
          <p:cNvPicPr preferRelativeResize="0"/>
          <p:nvPr/>
        </p:nvPicPr>
        <p:blipFill rotWithShape="1">
          <a:blip r:embed="rId3">
            <a:alphaModFix/>
          </a:blip>
          <a:srcRect t="7561"/>
          <a:stretch/>
        </p:blipFill>
        <p:spPr>
          <a:xfrm>
            <a:off x="2407250" y="3121825"/>
            <a:ext cx="7377476" cy="33551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g1d0ad6de515_0_2716"/>
          <p:cNvSpPr txBox="1">
            <a:spLocks noGrp="1"/>
          </p:cNvSpPr>
          <p:nvPr>
            <p:ph type="title"/>
          </p:nvPr>
        </p:nvSpPr>
        <p:spPr>
          <a:xfrm>
            <a:off x="328875" y="292931"/>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4.2. Xây dựng Journey bằng Engagement Program</a:t>
            </a:r>
            <a:endParaRPr/>
          </a:p>
        </p:txBody>
      </p:sp>
      <p:sp>
        <p:nvSpPr>
          <p:cNvPr id="708" name="Google Shape;708;g1d0ad6de515_0_2716"/>
          <p:cNvSpPr txBox="1">
            <a:spLocks noGrp="1"/>
          </p:cNvSpPr>
          <p:nvPr>
            <p:ph type="title"/>
          </p:nvPr>
        </p:nvSpPr>
        <p:spPr>
          <a:xfrm>
            <a:off x="577994" y="1060975"/>
            <a:ext cx="8377800" cy="417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2200">
                <a:solidFill>
                  <a:srgbClr val="6A625B"/>
                </a:solidFill>
              </a:rPr>
              <a:t>Bật chạy journey</a:t>
            </a:r>
            <a:endParaRPr sz="2200">
              <a:solidFill>
                <a:srgbClr val="6A625B"/>
              </a:solidFill>
            </a:endParaRPr>
          </a:p>
        </p:txBody>
      </p:sp>
      <p:sp>
        <p:nvSpPr>
          <p:cNvPr id="709" name="Google Shape;709;g1d0ad6de515_0_2716"/>
          <p:cNvSpPr txBox="1"/>
          <p:nvPr/>
        </p:nvSpPr>
        <p:spPr>
          <a:xfrm>
            <a:off x="332000" y="1653400"/>
            <a:ext cx="8869800" cy="477000"/>
          </a:xfrm>
          <a:prstGeom prst="rect">
            <a:avLst/>
          </a:prstGeom>
          <a:noFill/>
          <a:ln>
            <a:noFill/>
          </a:ln>
        </p:spPr>
        <p:txBody>
          <a:bodyPr spcFirstLastPara="1" wrap="square" lIns="91425" tIns="91425" rIns="91425" bIns="91425" anchor="t" anchorCtr="0">
            <a:spAutoFit/>
          </a:bodyPr>
          <a:lstStyle/>
          <a:p>
            <a:pPr marL="180340" marR="0" lvl="0" indent="0" algn="l" rtl="0">
              <a:lnSpc>
                <a:spcPct val="150000"/>
              </a:lnSpc>
              <a:spcBef>
                <a:spcPts val="600"/>
              </a:spcBef>
              <a:spcAft>
                <a:spcPts val="600"/>
              </a:spcAft>
              <a:buClr>
                <a:srgbClr val="000000"/>
              </a:buClr>
              <a:buSzPts val="1900"/>
              <a:buFont typeface="Arial"/>
              <a:buNone/>
            </a:pPr>
            <a:r>
              <a:rPr lang="en-US" sz="1900" b="0" i="0" u="none" strike="noStrike" cap="none">
                <a:solidFill>
                  <a:srgbClr val="000000"/>
                </a:solidFill>
                <a:latin typeface="Times New Roman"/>
                <a:ea typeface="Times New Roman"/>
                <a:cs typeface="Times New Roman"/>
                <a:sym typeface="Times New Roman"/>
              </a:rPr>
              <a:t>Lựa chọn thời gian chạy cho Engagement</a:t>
            </a:r>
            <a:endParaRPr sz="2500" b="1" i="0" u="none" strike="noStrike" cap="none">
              <a:solidFill>
                <a:srgbClr val="000000"/>
              </a:solidFill>
              <a:latin typeface="Times New Roman"/>
              <a:ea typeface="Times New Roman"/>
              <a:cs typeface="Times New Roman"/>
              <a:sym typeface="Times New Roman"/>
            </a:endParaRPr>
          </a:p>
        </p:txBody>
      </p:sp>
      <p:pic>
        <p:nvPicPr>
          <p:cNvPr id="710" name="Google Shape;710;g1d0ad6de515_0_2716"/>
          <p:cNvPicPr preferRelativeResize="0"/>
          <p:nvPr/>
        </p:nvPicPr>
        <p:blipFill rotWithShape="1">
          <a:blip r:embed="rId3">
            <a:alphaModFix/>
          </a:blip>
          <a:srcRect/>
          <a:stretch/>
        </p:blipFill>
        <p:spPr>
          <a:xfrm>
            <a:off x="2713300" y="2436050"/>
            <a:ext cx="5943600" cy="32766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g1d0ad6de515_0_2750"/>
          <p:cNvSpPr txBox="1">
            <a:spLocks noGrp="1"/>
          </p:cNvSpPr>
          <p:nvPr>
            <p:ph type="title"/>
          </p:nvPr>
        </p:nvSpPr>
        <p:spPr>
          <a:xfrm>
            <a:off x="328875" y="292931"/>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4.3. Automation Rule</a:t>
            </a:r>
            <a:endParaRPr/>
          </a:p>
        </p:txBody>
      </p:sp>
      <p:pic>
        <p:nvPicPr>
          <p:cNvPr id="717" name="Google Shape;717;g1d0ad6de515_0_2750"/>
          <p:cNvPicPr preferRelativeResize="0"/>
          <p:nvPr/>
        </p:nvPicPr>
        <p:blipFill rotWithShape="1">
          <a:blip r:embed="rId3">
            <a:alphaModFix/>
          </a:blip>
          <a:srcRect r="39551" b="21544"/>
          <a:stretch/>
        </p:blipFill>
        <p:spPr>
          <a:xfrm>
            <a:off x="577850" y="2412525"/>
            <a:ext cx="5739525" cy="3706500"/>
          </a:xfrm>
          <a:prstGeom prst="rect">
            <a:avLst/>
          </a:prstGeom>
          <a:noFill/>
          <a:ln>
            <a:noFill/>
          </a:ln>
        </p:spPr>
      </p:pic>
      <p:sp>
        <p:nvSpPr>
          <p:cNvPr id="718" name="Google Shape;718;g1d0ad6de515_0_2750"/>
          <p:cNvSpPr txBox="1"/>
          <p:nvPr/>
        </p:nvSpPr>
        <p:spPr>
          <a:xfrm>
            <a:off x="494275" y="1060425"/>
            <a:ext cx="9495300" cy="1022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650" b="1">
                <a:solidFill>
                  <a:srgbClr val="1C1C1C"/>
                </a:solidFill>
              </a:rPr>
              <a:t>Automation rules</a:t>
            </a:r>
            <a:r>
              <a:rPr lang="en-US" sz="1650">
                <a:solidFill>
                  <a:srgbClr val="1C1C1C"/>
                </a:solidFill>
              </a:rPr>
              <a:t> tự động thực hiện các thay đổi đối với prospects khi chúng phù hợp với tiêu chí đã đặt. </a:t>
            </a:r>
            <a:endParaRPr sz="1650">
              <a:solidFill>
                <a:srgbClr val="1C1C1C"/>
              </a:solidFill>
            </a:endParaRPr>
          </a:p>
          <a:p>
            <a:pPr marL="0" lvl="0" indent="0" algn="l" rtl="0">
              <a:lnSpc>
                <a:spcPct val="115000"/>
              </a:lnSpc>
              <a:spcBef>
                <a:spcPts val="0"/>
              </a:spcBef>
              <a:spcAft>
                <a:spcPts val="0"/>
              </a:spcAft>
              <a:buNone/>
            </a:pPr>
            <a:r>
              <a:rPr lang="en-US" sz="1650">
                <a:solidFill>
                  <a:srgbClr val="1C1C1C"/>
                </a:solidFill>
              </a:rPr>
              <a:t>Quy tắc tự động hóa liên tục chạy trong Pardot để tìm kiếm khách hàng tiềm năng đáp ứng tiêu chí.</a:t>
            </a:r>
            <a:endParaRPr sz="1700">
              <a:solidFill>
                <a:srgbClr val="1C1C1C"/>
              </a:solidFill>
            </a:endParaRPr>
          </a:p>
        </p:txBody>
      </p:sp>
      <p:sp>
        <p:nvSpPr>
          <p:cNvPr id="719" name="Google Shape;719;g1d0ad6de515_0_2750"/>
          <p:cNvSpPr txBox="1"/>
          <p:nvPr/>
        </p:nvSpPr>
        <p:spPr>
          <a:xfrm>
            <a:off x="6841300" y="2974350"/>
            <a:ext cx="5014500" cy="2325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650" b="1">
                <a:solidFill>
                  <a:srgbClr val="1C1C1C"/>
                </a:solidFill>
              </a:rPr>
              <a:t>Example</a:t>
            </a:r>
            <a:endParaRPr sz="1650" b="1">
              <a:solidFill>
                <a:srgbClr val="1C1C1C"/>
              </a:solidFill>
            </a:endParaRPr>
          </a:p>
          <a:p>
            <a:pPr marL="457200" lvl="0" indent="-327025" algn="l" rtl="0">
              <a:lnSpc>
                <a:spcPct val="115000"/>
              </a:lnSpc>
              <a:spcBef>
                <a:spcPts val="1000"/>
              </a:spcBef>
              <a:spcAft>
                <a:spcPts val="0"/>
              </a:spcAft>
              <a:buClr>
                <a:srgbClr val="1C1C1C"/>
              </a:buClr>
              <a:buSzPts val="1550"/>
              <a:buChar char="●"/>
            </a:pPr>
            <a:r>
              <a:rPr lang="en-US" sz="1550">
                <a:solidFill>
                  <a:srgbClr val="1C1C1C"/>
                </a:solidFill>
              </a:rPr>
              <a:t>Gửi autoresponder emails</a:t>
            </a:r>
            <a:endParaRPr sz="1550">
              <a:solidFill>
                <a:srgbClr val="1C1C1C"/>
              </a:solidFill>
            </a:endParaRPr>
          </a:p>
          <a:p>
            <a:pPr marL="457200" lvl="0" indent="-327025" algn="l" rtl="0">
              <a:lnSpc>
                <a:spcPct val="115000"/>
              </a:lnSpc>
              <a:spcBef>
                <a:spcPts val="1000"/>
              </a:spcBef>
              <a:spcAft>
                <a:spcPts val="0"/>
              </a:spcAft>
              <a:buClr>
                <a:srgbClr val="1C1C1C"/>
              </a:buClr>
              <a:buSzPts val="1550"/>
              <a:buChar char="●"/>
            </a:pPr>
            <a:r>
              <a:rPr lang="en-US" sz="1550">
                <a:solidFill>
                  <a:srgbClr val="1C1C1C"/>
                </a:solidFill>
              </a:rPr>
              <a:t>Xoá prospects khỏi một list</a:t>
            </a:r>
            <a:endParaRPr sz="1550">
              <a:solidFill>
                <a:srgbClr val="1C1C1C"/>
              </a:solidFill>
            </a:endParaRPr>
          </a:p>
          <a:p>
            <a:pPr marL="457200" lvl="0" indent="-327025" algn="l" rtl="0">
              <a:lnSpc>
                <a:spcPct val="115000"/>
              </a:lnSpc>
              <a:spcBef>
                <a:spcPts val="1000"/>
              </a:spcBef>
              <a:spcAft>
                <a:spcPts val="0"/>
              </a:spcAft>
              <a:buClr>
                <a:srgbClr val="1C1C1C"/>
              </a:buClr>
              <a:buSzPts val="1550"/>
              <a:buChar char="●"/>
            </a:pPr>
            <a:r>
              <a:rPr lang="en-US" sz="1550">
                <a:solidFill>
                  <a:srgbClr val="1C1C1C"/>
                </a:solidFill>
              </a:rPr>
              <a:t>Thêm prospects vào một list</a:t>
            </a:r>
            <a:endParaRPr sz="1550">
              <a:solidFill>
                <a:srgbClr val="1C1C1C"/>
              </a:solidFill>
            </a:endParaRPr>
          </a:p>
          <a:p>
            <a:pPr marL="457200" lvl="0" indent="-327025" algn="l" rtl="0">
              <a:lnSpc>
                <a:spcPct val="115000"/>
              </a:lnSpc>
              <a:spcBef>
                <a:spcPts val="1000"/>
              </a:spcBef>
              <a:spcAft>
                <a:spcPts val="1000"/>
              </a:spcAft>
              <a:buClr>
                <a:srgbClr val="1C1C1C"/>
              </a:buClr>
              <a:buSzPts val="1550"/>
              <a:buChar char="●"/>
            </a:pPr>
            <a:r>
              <a:rPr lang="en-US" sz="1550">
                <a:solidFill>
                  <a:srgbClr val="1C1C1C"/>
                </a:solidFill>
              </a:rPr>
              <a:t>Assigning prospects dựa trên region hoặc điều kiện cụ thể</a:t>
            </a:r>
            <a:endParaRPr sz="1550">
              <a:solidFill>
                <a:srgbClr val="1C1C1C"/>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1ff22d065e_0_45"/>
          <p:cNvSpPr txBox="1">
            <a:spLocks noGrp="1"/>
          </p:cNvSpPr>
          <p:nvPr>
            <p:ph type="title"/>
          </p:nvPr>
        </p:nvSpPr>
        <p:spPr>
          <a:xfrm>
            <a:off x="328875" y="292931"/>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4.3. Automation Rule</a:t>
            </a:r>
            <a:endParaRPr/>
          </a:p>
        </p:txBody>
      </p:sp>
      <p:pic>
        <p:nvPicPr>
          <p:cNvPr id="726" name="Google Shape;726;g21ff22d065e_0_45"/>
          <p:cNvPicPr preferRelativeResize="0"/>
          <p:nvPr/>
        </p:nvPicPr>
        <p:blipFill>
          <a:blip r:embed="rId3">
            <a:alphaModFix/>
          </a:blip>
          <a:stretch>
            <a:fillRect/>
          </a:stretch>
        </p:blipFill>
        <p:spPr>
          <a:xfrm>
            <a:off x="1142375" y="2621481"/>
            <a:ext cx="9753600" cy="3429000"/>
          </a:xfrm>
          <a:prstGeom prst="rect">
            <a:avLst/>
          </a:prstGeom>
          <a:noFill/>
          <a:ln>
            <a:noFill/>
          </a:ln>
        </p:spPr>
      </p:pic>
      <p:sp>
        <p:nvSpPr>
          <p:cNvPr id="727" name="Google Shape;727;g21ff22d065e_0_45"/>
          <p:cNvSpPr txBox="1">
            <a:spLocks noGrp="1"/>
          </p:cNvSpPr>
          <p:nvPr>
            <p:ph type="title"/>
          </p:nvPr>
        </p:nvSpPr>
        <p:spPr>
          <a:xfrm>
            <a:off x="923625" y="1430500"/>
            <a:ext cx="9326100" cy="734400"/>
          </a:xfrm>
          <a:prstGeom prst="rect">
            <a:avLst/>
          </a:prstGeom>
          <a:noFill/>
          <a:ln>
            <a:noFill/>
          </a:ln>
        </p:spPr>
        <p:txBody>
          <a:bodyPr spcFirstLastPara="1" wrap="square" lIns="0" tIns="0" rIns="0" bIns="0" anchor="b" anchorCtr="0">
            <a:noAutofit/>
          </a:bodyPr>
          <a:lstStyle/>
          <a:p>
            <a:pPr marL="0" lvl="0" indent="0" algn="l" rtl="0">
              <a:lnSpc>
                <a:spcPct val="115000"/>
              </a:lnSpc>
              <a:spcBef>
                <a:spcPts val="0"/>
              </a:spcBef>
              <a:spcAft>
                <a:spcPts val="0"/>
              </a:spcAft>
              <a:buSzPts val="1400"/>
              <a:buNone/>
            </a:pPr>
            <a:r>
              <a:rPr lang="en-US" sz="2700">
                <a:solidFill>
                  <a:srgbClr val="6A625B"/>
                </a:solidFill>
              </a:rPr>
              <a:t>Setup rules</a:t>
            </a:r>
            <a:endParaRPr sz="2700">
              <a:solidFill>
                <a:srgbClr val="6A625B"/>
              </a:solidFill>
            </a:endParaRPr>
          </a:p>
          <a:p>
            <a:pPr marL="0" lvl="0" indent="0" algn="l" rtl="0">
              <a:lnSpc>
                <a:spcPct val="115000"/>
              </a:lnSpc>
              <a:spcBef>
                <a:spcPts val="0"/>
              </a:spcBef>
              <a:spcAft>
                <a:spcPts val="0"/>
              </a:spcAft>
              <a:buSzPts val="1400"/>
              <a:buNone/>
            </a:pPr>
            <a:r>
              <a:rPr lang="en-US" sz="1650" b="0">
                <a:solidFill>
                  <a:srgbClr val="252525"/>
                </a:solidFill>
                <a:latin typeface="Roboto"/>
                <a:ea typeface="Roboto"/>
                <a:cs typeface="Roboto"/>
                <a:sym typeface="Roboto"/>
              </a:rPr>
              <a:t>Xác định tiêu chí mà hành động sẽ được áp dụng, kích hoạt hành động tự động (completion action).</a:t>
            </a:r>
            <a:endParaRPr>
              <a:solidFill>
                <a:srgbClr val="6A625B"/>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21ff22d065e_0_35"/>
          <p:cNvSpPr txBox="1">
            <a:spLocks noGrp="1"/>
          </p:cNvSpPr>
          <p:nvPr>
            <p:ph type="title"/>
          </p:nvPr>
        </p:nvSpPr>
        <p:spPr>
          <a:xfrm>
            <a:off x="328875" y="292931"/>
            <a:ext cx="10515600" cy="681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4.3. Automation Rule</a:t>
            </a:r>
            <a:endParaRPr/>
          </a:p>
        </p:txBody>
      </p:sp>
      <p:sp>
        <p:nvSpPr>
          <p:cNvPr id="734" name="Google Shape;734;g21ff22d065e_0_35"/>
          <p:cNvSpPr txBox="1">
            <a:spLocks noGrp="1"/>
          </p:cNvSpPr>
          <p:nvPr>
            <p:ph type="title"/>
          </p:nvPr>
        </p:nvSpPr>
        <p:spPr>
          <a:xfrm>
            <a:off x="997517" y="1272075"/>
            <a:ext cx="9647400" cy="581700"/>
          </a:xfrm>
          <a:prstGeom prst="rect">
            <a:avLst/>
          </a:prstGeom>
          <a:noFill/>
          <a:ln>
            <a:noFill/>
          </a:ln>
        </p:spPr>
        <p:txBody>
          <a:bodyPr spcFirstLastPara="1" wrap="square" lIns="0" tIns="0" rIns="0" bIns="0" anchor="b" anchorCtr="0">
            <a:noAutofit/>
          </a:bodyPr>
          <a:lstStyle/>
          <a:p>
            <a:pPr marL="0" lvl="0" indent="0" algn="l" rtl="0">
              <a:lnSpc>
                <a:spcPct val="115000"/>
              </a:lnSpc>
              <a:spcBef>
                <a:spcPts val="0"/>
              </a:spcBef>
              <a:spcAft>
                <a:spcPts val="0"/>
              </a:spcAft>
              <a:buSzPts val="1400"/>
              <a:buNone/>
            </a:pPr>
            <a:r>
              <a:rPr lang="en-US" sz="2500">
                <a:solidFill>
                  <a:srgbClr val="6A625B"/>
                </a:solidFill>
              </a:rPr>
              <a:t>Action (Completion)</a:t>
            </a:r>
            <a:endParaRPr sz="2500">
              <a:solidFill>
                <a:srgbClr val="6A625B"/>
              </a:solidFill>
            </a:endParaRPr>
          </a:p>
          <a:p>
            <a:pPr marL="0" lvl="0" indent="0" algn="l" rtl="0">
              <a:lnSpc>
                <a:spcPct val="115000"/>
              </a:lnSpc>
              <a:spcBef>
                <a:spcPts val="0"/>
              </a:spcBef>
              <a:spcAft>
                <a:spcPts val="0"/>
              </a:spcAft>
              <a:buSzPts val="1400"/>
              <a:buNone/>
            </a:pPr>
            <a:r>
              <a:rPr lang="en-US" sz="1750" b="0">
                <a:solidFill>
                  <a:srgbClr val="252525"/>
                </a:solidFill>
                <a:latin typeface="Roboto"/>
                <a:ea typeface="Roboto"/>
                <a:cs typeface="Roboto"/>
                <a:sym typeface="Roboto"/>
              </a:rPr>
              <a:t>Hành động sẽ diễn ra nếu tiêu chí được đáp ứng.</a:t>
            </a:r>
            <a:endParaRPr sz="3100">
              <a:solidFill>
                <a:srgbClr val="6A625B"/>
              </a:solidFill>
            </a:endParaRPr>
          </a:p>
        </p:txBody>
      </p:sp>
      <p:pic>
        <p:nvPicPr>
          <p:cNvPr id="735" name="Google Shape;735;g21ff22d065e_0_35"/>
          <p:cNvPicPr preferRelativeResize="0"/>
          <p:nvPr/>
        </p:nvPicPr>
        <p:blipFill>
          <a:blip r:embed="rId3">
            <a:alphaModFix/>
          </a:blip>
          <a:stretch>
            <a:fillRect/>
          </a:stretch>
        </p:blipFill>
        <p:spPr>
          <a:xfrm>
            <a:off x="1844538" y="1944400"/>
            <a:ext cx="7953375" cy="463867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g1d0ad6de515_0_1561"/>
          <p:cNvSpPr txBox="1">
            <a:spLocks noGrp="1"/>
          </p:cNvSpPr>
          <p:nvPr>
            <p:ph type="ctrTitle"/>
          </p:nvPr>
        </p:nvSpPr>
        <p:spPr>
          <a:xfrm>
            <a:off x="567426" y="2051985"/>
            <a:ext cx="4705800" cy="12984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sz="4900"/>
              <a:t>05</a:t>
            </a:r>
            <a:endParaRPr sz="4900"/>
          </a:p>
        </p:txBody>
      </p:sp>
      <p:sp>
        <p:nvSpPr>
          <p:cNvPr id="742" name="Google Shape;742;g1d0ad6de515_0_1561"/>
          <p:cNvSpPr txBox="1">
            <a:spLocks noGrp="1"/>
          </p:cNvSpPr>
          <p:nvPr>
            <p:ph type="subTitle" idx="1"/>
          </p:nvPr>
        </p:nvSpPr>
        <p:spPr>
          <a:xfrm>
            <a:off x="578208" y="3397029"/>
            <a:ext cx="4698300" cy="477000"/>
          </a:xfrm>
          <a:prstGeom prst="rect">
            <a:avLst/>
          </a:prstGeom>
          <a:noFill/>
          <a:ln>
            <a:noFill/>
          </a:ln>
        </p:spPr>
        <p:txBody>
          <a:bodyPr spcFirstLastPara="1" wrap="square" lIns="0" tIns="0" rIns="0" bIns="0" anchor="t" anchorCtr="0">
            <a:noAutofit/>
          </a:bodyPr>
          <a:lstStyle/>
          <a:p>
            <a:pPr marL="0" lvl="0" indent="0" algn="l" rtl="0">
              <a:lnSpc>
                <a:spcPct val="95000"/>
              </a:lnSpc>
              <a:spcBef>
                <a:spcPts val="0"/>
              </a:spcBef>
              <a:spcAft>
                <a:spcPts val="0"/>
              </a:spcAft>
              <a:buSzPts val="2400"/>
              <a:buNone/>
            </a:pPr>
            <a:r>
              <a:rPr lang="en-US" sz="2700">
                <a:solidFill>
                  <a:srgbClr val="5F5F5F"/>
                </a:solidFill>
              </a:rPr>
              <a:t>Report</a:t>
            </a:r>
            <a:endParaRPr sz="2700">
              <a:solidFill>
                <a:srgbClr val="5F5F5F"/>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g1d0ad6de515_0_1597"/>
          <p:cNvSpPr txBox="1">
            <a:spLocks noGrp="1"/>
          </p:cNvSpPr>
          <p:nvPr>
            <p:ph type="title"/>
          </p:nvPr>
        </p:nvSpPr>
        <p:spPr>
          <a:xfrm>
            <a:off x="571649" y="63504"/>
            <a:ext cx="11049000" cy="990000"/>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SzPts val="1400"/>
              <a:buNone/>
            </a:pPr>
            <a:r>
              <a:rPr lang="en-US"/>
              <a:t>Report</a:t>
            </a:r>
            <a:endParaRPr/>
          </a:p>
        </p:txBody>
      </p:sp>
      <p:sp>
        <p:nvSpPr>
          <p:cNvPr id="749" name="Google Shape;749;g1d0ad6de515_0_1597"/>
          <p:cNvSpPr txBox="1"/>
          <p:nvPr/>
        </p:nvSpPr>
        <p:spPr>
          <a:xfrm>
            <a:off x="723300" y="1752600"/>
            <a:ext cx="5372700" cy="3108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Theo dõi và đo lường các hoạt động digital marketing</a:t>
            </a:r>
            <a:endParaRPr sz="1800" b="1" i="0" u="none" strike="noStrike" cap="none">
              <a:solidFill>
                <a:srgbClr val="000000"/>
              </a:solidFill>
              <a:latin typeface="Arial"/>
              <a:ea typeface="Arial"/>
              <a:cs typeface="Arial"/>
              <a:sym typeface="Arial"/>
            </a:endParaRPr>
          </a:p>
          <a:p>
            <a:pPr marL="0" marR="0" lvl="0" indent="0" algn="l" rtl="0">
              <a:lnSpc>
                <a:spcPct val="115000"/>
              </a:lnSpc>
              <a:spcBef>
                <a:spcPts val="600"/>
              </a:spcBef>
              <a:spcAft>
                <a:spcPts val="0"/>
              </a:spcAft>
              <a:buClr>
                <a:srgbClr val="000000"/>
              </a:buClr>
              <a:buSzPts val="1700"/>
              <a:buFont typeface="Arial"/>
              <a:buNone/>
            </a:pPr>
            <a:r>
              <a:rPr lang="en-US" sz="1700" b="0" i="0" u="none" strike="noStrike" cap="none">
                <a:solidFill>
                  <a:srgbClr val="000000"/>
                </a:solidFill>
                <a:latin typeface="Arial"/>
                <a:ea typeface="Arial"/>
                <a:cs typeface="Arial"/>
                <a:sym typeface="Arial"/>
              </a:rPr>
              <a:t>Hoạt động này được thực hiện trên Pardot gồm: </a:t>
            </a:r>
            <a:endParaRPr sz="1700" b="1" i="0" u="none" strike="noStrike" cap="none">
              <a:solidFill>
                <a:srgbClr val="000000"/>
              </a:solidFill>
              <a:latin typeface="Arial"/>
              <a:ea typeface="Arial"/>
              <a:cs typeface="Arial"/>
              <a:sym typeface="Arial"/>
            </a:endParaRPr>
          </a:p>
          <a:p>
            <a:pPr marL="457200" marR="0" lvl="0" indent="-336550" algn="l" rtl="0">
              <a:lnSpc>
                <a:spcPct val="150000"/>
              </a:lnSpc>
              <a:spcBef>
                <a:spcPts val="600"/>
              </a:spcBef>
              <a:spcAft>
                <a:spcPts val="0"/>
              </a:spcAft>
              <a:buClr>
                <a:srgbClr val="000000"/>
              </a:buClr>
              <a:buSzPts val="1700"/>
              <a:buFont typeface="Arial"/>
              <a:buChar char="●"/>
            </a:pPr>
            <a:r>
              <a:rPr lang="en-US" sz="1700" b="0" i="0" u="none" strike="noStrike" cap="none">
                <a:solidFill>
                  <a:srgbClr val="000000"/>
                </a:solidFill>
                <a:latin typeface="Arial"/>
                <a:ea typeface="Arial"/>
                <a:cs typeface="Arial"/>
                <a:sym typeface="Arial"/>
              </a:rPr>
              <a:t>Xem kết quả tracking ở Report của Pardot dựa trên campaign </a:t>
            </a:r>
            <a:endParaRPr sz="1700" b="0" i="0" u="none" strike="noStrike" cap="none">
              <a:solidFill>
                <a:srgbClr val="000000"/>
              </a:solidFill>
              <a:latin typeface="Arial"/>
              <a:ea typeface="Arial"/>
              <a:cs typeface="Arial"/>
              <a:sym typeface="Arial"/>
            </a:endParaRPr>
          </a:p>
          <a:p>
            <a:pPr marL="457200" marR="0" lvl="0" indent="-336550" algn="l" rtl="0">
              <a:lnSpc>
                <a:spcPct val="150000"/>
              </a:lnSpc>
              <a:spcBef>
                <a:spcPts val="0"/>
              </a:spcBef>
              <a:spcAft>
                <a:spcPts val="0"/>
              </a:spcAft>
              <a:buClr>
                <a:srgbClr val="000000"/>
              </a:buClr>
              <a:buSzPts val="1700"/>
              <a:buFont typeface="Arial"/>
              <a:buChar char="●"/>
            </a:pPr>
            <a:r>
              <a:rPr lang="en-US" sz="1700" b="0" i="0" u="none" strike="noStrike" cap="none">
                <a:solidFill>
                  <a:srgbClr val="000000"/>
                </a:solidFill>
                <a:latin typeface="Arial"/>
                <a:ea typeface="Arial"/>
                <a:cs typeface="Arial"/>
                <a:sym typeface="Arial"/>
              </a:rPr>
              <a:t>Xem các tương tác của khách hàng với các thông điệp gửi ra ở Activity của Prospect và Journey.</a:t>
            </a:r>
            <a:endParaRPr sz="1700" b="0" i="0" u="none" strike="noStrike" cap="none">
              <a:solidFill>
                <a:srgbClr val="000000"/>
              </a:solidFill>
              <a:latin typeface="Arial"/>
              <a:ea typeface="Arial"/>
              <a:cs typeface="Arial"/>
              <a:sym typeface="Arial"/>
            </a:endParaRPr>
          </a:p>
        </p:txBody>
      </p:sp>
      <p:pic>
        <p:nvPicPr>
          <p:cNvPr id="750" name="Google Shape;750;g1d0ad6de515_0_1597"/>
          <p:cNvPicPr preferRelativeResize="0"/>
          <p:nvPr/>
        </p:nvPicPr>
        <p:blipFill rotWithShape="1">
          <a:blip r:embed="rId3">
            <a:alphaModFix/>
          </a:blip>
          <a:srcRect/>
          <a:stretch/>
        </p:blipFill>
        <p:spPr>
          <a:xfrm>
            <a:off x="6581175" y="1247779"/>
            <a:ext cx="3467100" cy="43624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10"/>
          <p:cNvSpPr txBox="1"/>
          <p:nvPr/>
        </p:nvSpPr>
        <p:spPr>
          <a:xfrm>
            <a:off x="-609601" y="295884"/>
            <a:ext cx="6369826" cy="460895"/>
          </a:xfrm>
          <a:prstGeom prst="rect">
            <a:avLst/>
          </a:prstGeom>
          <a:noFill/>
          <a:ln>
            <a:noFill/>
          </a:ln>
        </p:spPr>
        <p:txBody>
          <a:bodyPr spcFirstLastPara="1" wrap="square" lIns="91425" tIns="45700" rIns="91425" bIns="45700" anchor="t" anchorCtr="0">
            <a:spAutoFit/>
          </a:bodyPr>
          <a:lstStyle/>
          <a:p>
            <a:pPr marL="914400" marR="0" lvl="2" indent="0" algn="l" rtl="0">
              <a:lnSpc>
                <a:spcPct val="107000"/>
              </a:lnSpc>
              <a:spcBef>
                <a:spcPts val="0"/>
              </a:spcBef>
              <a:spcAft>
                <a:spcPts val="0"/>
              </a:spcAft>
              <a:buClr>
                <a:srgbClr val="000000"/>
              </a:buClr>
              <a:buSzPts val="2400"/>
              <a:buFont typeface="Arial"/>
              <a:buNone/>
            </a:pPr>
            <a:r>
              <a:rPr lang="en-US" sz="2400" b="1" i="0" u="none" strike="noStrike" cap="none">
                <a:solidFill>
                  <a:schemeClr val="accent5"/>
                </a:solidFill>
                <a:latin typeface="Times New Roman"/>
                <a:ea typeface="Times New Roman"/>
                <a:cs typeface="Times New Roman"/>
                <a:sym typeface="Times New Roman"/>
              </a:rPr>
              <a:t>1. Xem báo cáo về Campaign</a:t>
            </a:r>
            <a:endParaRPr sz="1400" b="0" i="0" u="none" strike="noStrike" cap="none">
              <a:solidFill>
                <a:srgbClr val="000000"/>
              </a:solidFill>
              <a:latin typeface="Arial"/>
              <a:ea typeface="Arial"/>
              <a:cs typeface="Arial"/>
              <a:sym typeface="Arial"/>
            </a:endParaRPr>
          </a:p>
        </p:txBody>
      </p:sp>
      <p:pic>
        <p:nvPicPr>
          <p:cNvPr id="756" name="Google Shape;756;p10"/>
          <p:cNvPicPr preferRelativeResize="0"/>
          <p:nvPr/>
        </p:nvPicPr>
        <p:blipFill rotWithShape="1">
          <a:blip r:embed="rId3">
            <a:alphaModFix/>
          </a:blip>
          <a:srcRect/>
          <a:stretch/>
        </p:blipFill>
        <p:spPr>
          <a:xfrm>
            <a:off x="609600" y="1051560"/>
            <a:ext cx="7970520" cy="423672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11"/>
          <p:cNvSpPr txBox="1"/>
          <p:nvPr/>
        </p:nvSpPr>
        <p:spPr>
          <a:xfrm>
            <a:off x="-609601" y="295884"/>
            <a:ext cx="6369826" cy="460895"/>
          </a:xfrm>
          <a:prstGeom prst="rect">
            <a:avLst/>
          </a:prstGeom>
          <a:noFill/>
          <a:ln>
            <a:noFill/>
          </a:ln>
        </p:spPr>
        <p:txBody>
          <a:bodyPr spcFirstLastPara="1" wrap="square" lIns="91425" tIns="45700" rIns="91425" bIns="45700" anchor="t" anchorCtr="0">
            <a:spAutoFit/>
          </a:bodyPr>
          <a:lstStyle/>
          <a:p>
            <a:pPr marL="914400" marR="0" lvl="2" indent="0" algn="l" rtl="0">
              <a:lnSpc>
                <a:spcPct val="107000"/>
              </a:lnSpc>
              <a:spcBef>
                <a:spcPts val="0"/>
              </a:spcBef>
              <a:spcAft>
                <a:spcPts val="0"/>
              </a:spcAft>
              <a:buClr>
                <a:srgbClr val="000000"/>
              </a:buClr>
              <a:buSzPts val="2400"/>
              <a:buFont typeface="Arial"/>
              <a:buNone/>
            </a:pPr>
            <a:r>
              <a:rPr lang="en-US" sz="2400" b="1" i="0" u="none" strike="noStrike" cap="none">
                <a:solidFill>
                  <a:schemeClr val="accent5"/>
                </a:solidFill>
                <a:latin typeface="Times New Roman"/>
                <a:ea typeface="Times New Roman"/>
                <a:cs typeface="Times New Roman"/>
                <a:sym typeface="Times New Roman"/>
              </a:rPr>
              <a:t>2. Xem báo cáo List</a:t>
            </a:r>
            <a:endParaRPr sz="2400" b="1" i="0" u="none" strike="noStrike" cap="none">
              <a:solidFill>
                <a:schemeClr val="accent5"/>
              </a:solidFill>
              <a:latin typeface="Times New Roman"/>
              <a:ea typeface="Times New Roman"/>
              <a:cs typeface="Times New Roman"/>
              <a:sym typeface="Times New Roman"/>
            </a:endParaRPr>
          </a:p>
        </p:txBody>
      </p:sp>
      <p:pic>
        <p:nvPicPr>
          <p:cNvPr id="762" name="Google Shape;762;p11"/>
          <p:cNvPicPr preferRelativeResize="0"/>
          <p:nvPr/>
        </p:nvPicPr>
        <p:blipFill rotWithShape="1">
          <a:blip r:embed="rId3">
            <a:alphaModFix/>
          </a:blip>
          <a:srcRect/>
          <a:stretch/>
        </p:blipFill>
        <p:spPr>
          <a:xfrm>
            <a:off x="1212074" y="1110426"/>
            <a:ext cx="8689001" cy="46624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13"/>
          <p:cNvSpPr txBox="1"/>
          <p:nvPr/>
        </p:nvSpPr>
        <p:spPr>
          <a:xfrm>
            <a:off x="-609601" y="295884"/>
            <a:ext cx="6369826" cy="460895"/>
          </a:xfrm>
          <a:prstGeom prst="rect">
            <a:avLst/>
          </a:prstGeom>
          <a:noFill/>
          <a:ln>
            <a:noFill/>
          </a:ln>
        </p:spPr>
        <p:txBody>
          <a:bodyPr spcFirstLastPara="1" wrap="square" lIns="91425" tIns="45700" rIns="91425" bIns="45700" anchor="t" anchorCtr="0">
            <a:spAutoFit/>
          </a:bodyPr>
          <a:lstStyle/>
          <a:p>
            <a:pPr marL="914400" marR="0" lvl="2" indent="0" algn="l" rtl="0">
              <a:lnSpc>
                <a:spcPct val="107000"/>
              </a:lnSpc>
              <a:spcBef>
                <a:spcPts val="0"/>
              </a:spcBef>
              <a:spcAft>
                <a:spcPts val="0"/>
              </a:spcAft>
              <a:buClr>
                <a:srgbClr val="000000"/>
              </a:buClr>
              <a:buSzPts val="2400"/>
              <a:buFont typeface="Arial"/>
              <a:buNone/>
            </a:pPr>
            <a:r>
              <a:rPr lang="en-US" sz="2400" b="1" i="0" u="none" strike="noStrike" cap="none">
                <a:solidFill>
                  <a:schemeClr val="accent5"/>
                </a:solidFill>
                <a:latin typeface="Times New Roman"/>
                <a:ea typeface="Times New Roman"/>
                <a:cs typeface="Times New Roman"/>
                <a:sym typeface="Times New Roman"/>
              </a:rPr>
              <a:t>3. Xem báo cáo về Form</a:t>
            </a:r>
            <a:endParaRPr sz="1400" b="0" i="0" u="none" strike="noStrike" cap="none">
              <a:solidFill>
                <a:srgbClr val="000000"/>
              </a:solidFill>
              <a:latin typeface="Arial"/>
              <a:ea typeface="Arial"/>
              <a:cs typeface="Arial"/>
              <a:sym typeface="Arial"/>
            </a:endParaRPr>
          </a:p>
        </p:txBody>
      </p:sp>
      <p:pic>
        <p:nvPicPr>
          <p:cNvPr id="768" name="Google Shape;768;p13"/>
          <p:cNvPicPr preferRelativeResize="0"/>
          <p:nvPr/>
        </p:nvPicPr>
        <p:blipFill rotWithShape="1">
          <a:blip r:embed="rId3">
            <a:alphaModFix/>
          </a:blip>
          <a:srcRect/>
          <a:stretch/>
        </p:blipFill>
        <p:spPr>
          <a:xfrm>
            <a:off x="701040" y="1009650"/>
            <a:ext cx="8138160" cy="443103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14"/>
          <p:cNvSpPr txBox="1"/>
          <p:nvPr/>
        </p:nvSpPr>
        <p:spPr>
          <a:xfrm>
            <a:off x="-609601" y="295884"/>
            <a:ext cx="6369826" cy="476284"/>
          </a:xfrm>
          <a:prstGeom prst="rect">
            <a:avLst/>
          </a:prstGeom>
          <a:noFill/>
          <a:ln>
            <a:noFill/>
          </a:ln>
        </p:spPr>
        <p:txBody>
          <a:bodyPr spcFirstLastPara="1" wrap="square" lIns="91425" tIns="45700" rIns="91425" bIns="45700" anchor="t" anchorCtr="0">
            <a:spAutoFit/>
          </a:bodyPr>
          <a:lstStyle/>
          <a:p>
            <a:pPr marL="914400" marR="0" lvl="2" indent="0" algn="l" rtl="0">
              <a:lnSpc>
                <a:spcPct val="107000"/>
              </a:lnSpc>
              <a:spcBef>
                <a:spcPts val="0"/>
              </a:spcBef>
              <a:spcAft>
                <a:spcPts val="0"/>
              </a:spcAft>
              <a:buClr>
                <a:srgbClr val="000000"/>
              </a:buClr>
              <a:buSzPts val="2400"/>
              <a:buFont typeface="Arial"/>
              <a:buNone/>
            </a:pPr>
            <a:r>
              <a:rPr lang="en-US" sz="2400" b="1" i="0" u="none" strike="noStrike" cap="none">
                <a:solidFill>
                  <a:schemeClr val="accent5"/>
                </a:solidFill>
                <a:latin typeface="Times New Roman"/>
                <a:ea typeface="Times New Roman"/>
                <a:cs typeface="Times New Roman"/>
                <a:sym typeface="Times New Roman"/>
              </a:rPr>
              <a:t>4. Xem báo cáo </a:t>
            </a:r>
            <a:r>
              <a:rPr lang="en-US" sz="2400" b="1" i="0" u="none" strike="noStrike" cap="none">
                <a:solidFill>
                  <a:srgbClr val="4472C4"/>
                </a:solidFill>
                <a:latin typeface="Times"/>
                <a:ea typeface="Times"/>
                <a:cs typeface="Times"/>
                <a:sym typeface="Times"/>
              </a:rPr>
              <a:t>kết quả gửi Email</a:t>
            </a:r>
            <a:endParaRPr sz="2400" b="1" i="0" u="none" strike="noStrike" cap="none">
              <a:solidFill>
                <a:srgbClr val="4472C4"/>
              </a:solidFill>
              <a:latin typeface="Times New Roman"/>
              <a:ea typeface="Times New Roman"/>
              <a:cs typeface="Times New Roman"/>
              <a:sym typeface="Times New Roman"/>
            </a:endParaRPr>
          </a:p>
        </p:txBody>
      </p:sp>
      <p:pic>
        <p:nvPicPr>
          <p:cNvPr id="774" name="Google Shape;774;p14"/>
          <p:cNvPicPr preferRelativeResize="0"/>
          <p:nvPr/>
        </p:nvPicPr>
        <p:blipFill rotWithShape="1">
          <a:blip r:embed="rId3">
            <a:alphaModFix/>
          </a:blip>
          <a:srcRect/>
          <a:stretch/>
        </p:blipFill>
        <p:spPr>
          <a:xfrm>
            <a:off x="731520" y="1082040"/>
            <a:ext cx="8519160" cy="4693920"/>
          </a:xfrm>
          <a:prstGeom prst="rect">
            <a:avLst/>
          </a:prstGeom>
          <a:noFill/>
          <a:ln>
            <a:noFill/>
          </a:ln>
        </p:spPr>
      </p:pic>
      <p:sp>
        <p:nvSpPr>
          <p:cNvPr id="775" name="Google Shape;775;p14"/>
          <p:cNvSpPr txBox="1"/>
          <p:nvPr/>
        </p:nvSpPr>
        <p:spPr>
          <a:xfrm>
            <a:off x="2727960" y="3002281"/>
            <a:ext cx="746760" cy="30480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17"/>
          <p:cNvSpPr txBox="1"/>
          <p:nvPr/>
        </p:nvSpPr>
        <p:spPr>
          <a:xfrm>
            <a:off x="-609601" y="295884"/>
            <a:ext cx="6369826" cy="476284"/>
          </a:xfrm>
          <a:prstGeom prst="rect">
            <a:avLst/>
          </a:prstGeom>
          <a:noFill/>
          <a:ln>
            <a:noFill/>
          </a:ln>
        </p:spPr>
        <p:txBody>
          <a:bodyPr spcFirstLastPara="1" wrap="square" lIns="91425" tIns="45700" rIns="91425" bIns="45700" anchor="t" anchorCtr="0">
            <a:spAutoFit/>
          </a:bodyPr>
          <a:lstStyle/>
          <a:p>
            <a:pPr marL="914400" marR="0" lvl="2" indent="0" algn="l" rtl="0">
              <a:lnSpc>
                <a:spcPct val="107000"/>
              </a:lnSpc>
              <a:spcBef>
                <a:spcPts val="0"/>
              </a:spcBef>
              <a:spcAft>
                <a:spcPts val="0"/>
              </a:spcAft>
              <a:buClr>
                <a:srgbClr val="000000"/>
              </a:buClr>
              <a:buSzPts val="2400"/>
              <a:buFont typeface="Arial"/>
              <a:buNone/>
            </a:pPr>
            <a:r>
              <a:rPr lang="en-US" sz="2400" b="1" i="0" u="none" strike="noStrike" cap="none">
                <a:solidFill>
                  <a:schemeClr val="accent5"/>
                </a:solidFill>
                <a:latin typeface="Times New Roman"/>
                <a:ea typeface="Times New Roman"/>
                <a:cs typeface="Times New Roman"/>
                <a:sym typeface="Times New Roman"/>
              </a:rPr>
              <a:t>5. Xem kết quả chạy Journey</a:t>
            </a:r>
            <a:endParaRPr sz="2400" b="1" i="0" u="none" strike="noStrike" cap="none">
              <a:solidFill>
                <a:srgbClr val="4472C4"/>
              </a:solidFill>
              <a:latin typeface="Times New Roman"/>
              <a:ea typeface="Times New Roman"/>
              <a:cs typeface="Times New Roman"/>
              <a:sym typeface="Times New Roman"/>
            </a:endParaRPr>
          </a:p>
        </p:txBody>
      </p:sp>
      <p:sp>
        <p:nvSpPr>
          <p:cNvPr id="781" name="Google Shape;781;p17"/>
          <p:cNvSpPr txBox="1"/>
          <p:nvPr/>
        </p:nvSpPr>
        <p:spPr>
          <a:xfrm>
            <a:off x="2727960" y="3002281"/>
            <a:ext cx="746760" cy="30480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82" name="Google Shape;782;p17"/>
          <p:cNvPicPr preferRelativeResize="0"/>
          <p:nvPr/>
        </p:nvPicPr>
        <p:blipFill rotWithShape="1">
          <a:blip r:embed="rId3">
            <a:alphaModFix/>
          </a:blip>
          <a:srcRect/>
          <a:stretch/>
        </p:blipFill>
        <p:spPr>
          <a:xfrm>
            <a:off x="502920" y="1201421"/>
            <a:ext cx="6430327" cy="3601720"/>
          </a:xfrm>
          <a:prstGeom prst="rect">
            <a:avLst/>
          </a:prstGeom>
          <a:noFill/>
          <a:ln>
            <a:noFill/>
          </a:ln>
        </p:spPr>
      </p:pic>
      <p:pic>
        <p:nvPicPr>
          <p:cNvPr id="783" name="Google Shape;783;p17"/>
          <p:cNvPicPr preferRelativeResize="0"/>
          <p:nvPr/>
        </p:nvPicPr>
        <p:blipFill rotWithShape="1">
          <a:blip r:embed="rId4">
            <a:alphaModFix/>
          </a:blip>
          <a:srcRect/>
          <a:stretch/>
        </p:blipFill>
        <p:spPr>
          <a:xfrm>
            <a:off x="7176134" y="878206"/>
            <a:ext cx="3476625" cy="455295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alesforce PPT Template - 2019">
  <a:themeElements>
    <a:clrScheme name="Corporate Colors - November 2017">
      <a:dk1>
        <a:srgbClr val="205CA0"/>
      </a:dk1>
      <a:lt1>
        <a:srgbClr val="FFFFFF"/>
      </a:lt1>
      <a:dk2>
        <a:srgbClr val="3EA1E0"/>
      </a:dk2>
      <a:lt2>
        <a:srgbClr val="8D837B"/>
      </a:lt2>
      <a:accent1>
        <a:srgbClr val="032E61"/>
      </a:accent1>
      <a:accent2>
        <a:srgbClr val="59575C"/>
      </a:accent2>
      <a:accent3>
        <a:srgbClr val="7F2443"/>
      </a:accent3>
      <a:accent4>
        <a:srgbClr val="4B2248"/>
      </a:accent4>
      <a:accent5>
        <a:srgbClr val="3D867D"/>
      </a:accent5>
      <a:accent6>
        <a:srgbClr val="ED7633"/>
      </a:accent6>
      <a:hlink>
        <a:srgbClr val="3E6E84"/>
      </a:hlink>
      <a:folHlink>
        <a:srgbClr val="537E7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5_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A08A5461D5136488EFED6F0716767A1" ma:contentTypeVersion="" ma:contentTypeDescription="Create a new document." ma:contentTypeScope="" ma:versionID="2dbc3778270c1ff7dfb6315f63e90fc2">
  <xsd:schema xmlns:xsd="http://www.w3.org/2001/XMLSchema" xmlns:xs="http://www.w3.org/2001/XMLSchema" xmlns:p="http://schemas.microsoft.com/office/2006/metadata/properties" xmlns:ns2="F04B59C5-9CBF-40FA-8244-689DA476070E" xmlns:ns3="be0067ac-558b-40e7-9138-0b9aee47b278" xmlns:ns4="f04b59c5-9cbf-40fa-8244-689da476070e" targetNamespace="http://schemas.microsoft.com/office/2006/metadata/properties" ma:root="true" ma:fieldsID="03519d00a16ec9200a6cf5151e6ff43f" ns2:_="" ns3:_="" ns4:_="">
    <xsd:import namespace="F04B59C5-9CBF-40FA-8244-689DA476070E"/>
    <xsd:import namespace="be0067ac-558b-40e7-9138-0b9aee47b278"/>
    <xsd:import namespace="f04b59c5-9cbf-40fa-8244-689da476070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3:SharedWithUsers" minOccurs="0"/>
                <xsd:element ref="ns3:SharedWithDetails" minOccurs="0"/>
                <xsd:element ref="ns2:MediaLengthInSeconds" minOccurs="0"/>
                <xsd:element ref="ns4:MediaServiceObjectDetectorVersions" minOccurs="0"/>
                <xsd:element ref="ns4:MediaServiceGenerationTime" minOccurs="0"/>
                <xsd:element ref="ns4:MediaServiceEventHashCode" minOccurs="0"/>
                <xsd:element ref="ns4:lcf76f155ced4ddcb4097134ff3c332f" minOccurs="0"/>
                <xsd:element ref="ns3:TaxCatchAll"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4B59C5-9CBF-40FA-8244-689DA47607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e0067ac-558b-40e7-9138-0b9aee47b278"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description="" ma:internalName="SharedWithDetails" ma:readOnly="true">
      <xsd:simpleType>
        <xsd:restriction base="dms:Note">
          <xsd:maxLength value="255"/>
        </xsd:restriction>
      </xsd:simpleType>
    </xsd:element>
    <xsd:element name="TaxCatchAll" ma:index="21" nillable="true" ma:displayName="Taxonomy Catch All Column" ma:hidden="true" ma:list="{D62C9A0A-5D06-4385-AAC4-8FBE5A21DD63}" ma:internalName="TaxCatchAll" ma:showField="CatchAllData" ma:web="{ac963a9c-3b1b-4dfd-b0d2-aeb8a08bf505}">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04b59c5-9cbf-40fa-8244-689da476070e" elementFormDefault="qualified">
    <xsd:import namespace="http://schemas.microsoft.com/office/2006/documentManagement/types"/>
    <xsd:import namespace="http://schemas.microsoft.com/office/infopath/2007/PartnerControls"/>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3eac797d-9452-442f-b5f7-665479590df6"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e0067ac-558b-40e7-9138-0b9aee47b278" xsi:nil="true"/>
    <lcf76f155ced4ddcb4097134ff3c332f xmlns="f04b59c5-9cbf-40fa-8244-689da476070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231168F-CF35-4215-9214-E1E243B299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4B59C5-9CBF-40FA-8244-689DA476070E"/>
    <ds:schemaRef ds:uri="be0067ac-558b-40e7-9138-0b9aee47b278"/>
    <ds:schemaRef ds:uri="f04b59c5-9cbf-40fa-8244-689da47607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38B4DB2-6972-4E26-9F68-E68F869B4C5A}">
  <ds:schemaRefs>
    <ds:schemaRef ds:uri="http://schemas.microsoft.com/sharepoint/v3/contenttype/forms"/>
  </ds:schemaRefs>
</ds:datastoreItem>
</file>

<file path=customXml/itemProps3.xml><?xml version="1.0" encoding="utf-8"?>
<ds:datastoreItem xmlns:ds="http://schemas.openxmlformats.org/officeDocument/2006/customXml" ds:itemID="{81CBF4C4-013E-4AFB-90E8-B7BA53F56E29}">
  <ds:schemaRefs>
    <ds:schemaRef ds:uri="http://schemas.microsoft.com/office/2006/metadata/properties"/>
    <ds:schemaRef ds:uri="http://schemas.microsoft.com/office/infopath/2007/PartnerControls"/>
    <ds:schemaRef ds:uri="be0067ac-558b-40e7-9138-0b9aee47b278"/>
    <ds:schemaRef ds:uri="f04b59c5-9cbf-40fa-8244-689da476070e"/>
  </ds:schemaRefs>
</ds:datastoreItem>
</file>

<file path=docProps/app.xml><?xml version="1.0" encoding="utf-8"?>
<Properties xmlns="http://schemas.openxmlformats.org/officeDocument/2006/extended-properties" xmlns:vt="http://schemas.openxmlformats.org/officeDocument/2006/docPropsVTypes">
  <TotalTime>58</TotalTime>
  <Words>4385</Words>
  <Application>Microsoft Office PowerPoint</Application>
  <PresentationFormat>Widescreen</PresentationFormat>
  <Paragraphs>465</Paragraphs>
  <Slides>74</Slides>
  <Notes>74</Notes>
  <HiddenSlides>0</HiddenSlides>
  <MMClips>0</MMClips>
  <ScaleCrop>false</ScaleCrop>
  <HeadingPairs>
    <vt:vector size="4" baseType="variant">
      <vt:variant>
        <vt:lpstr>Theme</vt:lpstr>
      </vt:variant>
      <vt:variant>
        <vt:i4>4</vt:i4>
      </vt:variant>
      <vt:variant>
        <vt:lpstr>Slide Titles</vt:lpstr>
      </vt:variant>
      <vt:variant>
        <vt:i4>74</vt:i4>
      </vt:variant>
    </vt:vector>
  </HeadingPairs>
  <TitlesOfParts>
    <vt:vector size="78" baseType="lpstr">
      <vt:lpstr>Office Theme</vt:lpstr>
      <vt:lpstr>Salesforce PPT Template - 2019</vt:lpstr>
      <vt:lpstr>5_Custom Design</vt:lpstr>
      <vt:lpstr>2_Custom Design</vt:lpstr>
      <vt:lpstr> ĐÀO TẠO SỬ DỤNG HỆ THỐNG PARDOT</vt:lpstr>
      <vt:lpstr>Công việc của Marketer trên Pardot</vt:lpstr>
      <vt:lpstr>Công việc của Marketer trên Pardot</vt:lpstr>
      <vt:lpstr>01</vt:lpstr>
      <vt:lpstr>Login - Home Page</vt:lpstr>
      <vt:lpstr>PowerPoint Presentation</vt:lpstr>
      <vt:lpstr>PowerPoint Presentation</vt:lpstr>
      <vt:lpstr>PowerPoint Presentation</vt:lpstr>
      <vt:lpstr>PowerPoint Presentation</vt:lpstr>
      <vt:lpstr>02</vt:lpstr>
      <vt:lpstr>Collect &amp; Segment Data</vt:lpstr>
      <vt:lpstr>2.1 Tạo Pardot Campaign</vt:lpstr>
      <vt:lpstr>2.1 Tạo Pardot Campaign</vt:lpstr>
      <vt:lpstr>2.2 Tạo folder lưu trữ các tài nguyên một campaign</vt:lpstr>
      <vt:lpstr>PowerPoint Presentation</vt:lpstr>
      <vt:lpstr>PowerPoint Presentation</vt:lpstr>
      <vt:lpstr>PowerPoint Presentation</vt:lpstr>
      <vt:lpstr>PowerPoint Presentation</vt:lpstr>
      <vt:lpstr>PowerPoint Presentation</vt:lpstr>
      <vt:lpstr>PowerPoint Presentation</vt:lpstr>
      <vt:lpstr>2.6. Form và Form Handler</vt:lpstr>
      <vt:lpstr>FORM LAYOUT</vt:lpstr>
      <vt:lpstr>FORM LAYOUT</vt:lpstr>
      <vt:lpstr>FORM</vt:lpstr>
      <vt:lpstr>FORM</vt:lpstr>
      <vt:lpstr>FORM</vt:lpstr>
      <vt:lpstr>FORM</vt:lpstr>
      <vt:lpstr>FORM</vt:lpstr>
      <vt:lpstr>FORM HANDLER</vt:lpstr>
      <vt:lpstr>FORM HANDLER</vt:lpstr>
      <vt:lpstr>FORM HANDLER</vt:lpstr>
      <vt:lpstr>2.6. Landing Page </vt:lpstr>
      <vt:lpstr>LANDING PAGE LAYOUT</vt:lpstr>
      <vt:lpstr>LANDING PAGE</vt:lpstr>
      <vt:lpstr>LANDING PAGE</vt:lpstr>
      <vt:lpstr>LANDING PAGE</vt:lpstr>
      <vt:lpstr>LANDING PAGE</vt:lpstr>
      <vt:lpstr>03</vt:lpstr>
      <vt:lpstr>Setup Content &amp; Tracking</vt:lpstr>
      <vt:lpstr>3.1 Upload file/Host file trên Pardot</vt:lpstr>
      <vt:lpstr>3.2 Email Template</vt:lpstr>
      <vt:lpstr>EMAIL TEMPLATE</vt:lpstr>
      <vt:lpstr>EMAIL TEMPLATE</vt:lpstr>
      <vt:lpstr>EMAIL TEMPLATE</vt:lpstr>
      <vt:lpstr>EMAIL TEMPLATE</vt:lpstr>
      <vt:lpstr>3.3. Dynamic Content</vt:lpstr>
      <vt:lpstr>SỬ DỤNG DYNAMIC CONTENT</vt:lpstr>
      <vt:lpstr>3.4. Tracking Activity</vt:lpstr>
      <vt:lpstr>04</vt:lpstr>
      <vt:lpstr>Engagement</vt:lpstr>
      <vt:lpstr>4.1. Gửi mass email tới nhóm khách hàng</vt:lpstr>
      <vt:lpstr>4.2. Xây dựng Journey bằng Engagement Program</vt:lpstr>
      <vt:lpstr>4.2. Xây dựng Journey bằng Engagement Program</vt:lpstr>
      <vt:lpstr>4.2. Xây dựng Journey bằng Engagement Program</vt:lpstr>
      <vt:lpstr>4.2. Xây dựng Journey bằng Engagement Program</vt:lpstr>
      <vt:lpstr>4.2. Xây dựng Journey bằng Engagement Program</vt:lpstr>
      <vt:lpstr>4.2. Xây dựng Journey bằng Engagement Program</vt:lpstr>
      <vt:lpstr>4.2. Xây dựng Journey bằng Engagement Program</vt:lpstr>
      <vt:lpstr>4.2. Xây dựng Journey bằng Engagement Program</vt:lpstr>
      <vt:lpstr>4.2. Xây dựng Journey bằng Engagement Program</vt:lpstr>
      <vt:lpstr>4.2. Xây dựng Journey bằng Engagement Program</vt:lpstr>
      <vt:lpstr>4.2. Xây dựng Journey bằng Engagement Program</vt:lpstr>
      <vt:lpstr>4.2. Xây dựng Journey bằng Engagement Program</vt:lpstr>
      <vt:lpstr>4.3. Automation Rule</vt:lpstr>
      <vt:lpstr>4.3. Automation Rule</vt:lpstr>
      <vt:lpstr>4.3. Automation Rule</vt:lpstr>
      <vt:lpstr>05</vt:lpstr>
      <vt:lpstr>Report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ĐÀO TẠO SỬ DỤNG HỆ THỐNG PARDOT</dc:title>
  <dc:creator>Tran Huynh Ngoc Thao</dc:creator>
  <cp:lastModifiedBy>Huế, Lê Thị</cp:lastModifiedBy>
  <cp:revision>10</cp:revision>
  <dcterms:created xsi:type="dcterms:W3CDTF">2018-05-30T07:36:35Z</dcterms:created>
  <dcterms:modified xsi:type="dcterms:W3CDTF">2024-03-29T08:53:46Z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0x0101008A08A5461D5136488EFED6F0716767A1</vt:lpwstr>
  </property>
  <property fmtid="{D5CDD505-2E9C-101B-9397-08002B2CF9AE}" pid="3" name="MediaServiceImageTags">
    <vt:lpwstr/>
  </property>
</Properties>
</file>